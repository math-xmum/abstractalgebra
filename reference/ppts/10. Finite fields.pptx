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361" r:id="rId6"/>
    <p:sldId id="362" r:id="rId7"/>
    <p:sldId id="363" r:id="rId8"/>
    <p:sldId id="379" r:id="rId9"/>
    <p:sldId id="380" r:id="rId10"/>
    <p:sldId id="364" r:id="rId11"/>
    <p:sldId id="365" r:id="rId12"/>
    <p:sldId id="369" r:id="rId13"/>
    <p:sldId id="381" r:id="rId14"/>
    <p:sldId id="382" r:id="rId15"/>
    <p:sldId id="366" r:id="rId16"/>
    <p:sldId id="367" r:id="rId17"/>
    <p:sldId id="368" r:id="rId18"/>
    <p:sldId id="371" r:id="rId19"/>
    <p:sldId id="370" r:id="rId20"/>
    <p:sldId id="372" r:id="rId21"/>
    <p:sldId id="383" r:id="rId22"/>
    <p:sldId id="384" r:id="rId23"/>
    <p:sldId id="385" r:id="rId24"/>
    <p:sldId id="386" r:id="rId25"/>
    <p:sldId id="374" r:id="rId26"/>
    <p:sldId id="373" r:id="rId27"/>
    <p:sldId id="387" r:id="rId28"/>
    <p:sldId id="388" r:id="rId29"/>
    <p:sldId id="375" r:id="rId30"/>
    <p:sldId id="376" r:id="rId31"/>
    <p:sldId id="378" r:id="rId32"/>
    <p:sldId id="377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8" autoAdjust="0"/>
    <p:restoredTop sz="94660"/>
  </p:normalViewPr>
  <p:slideViewPr>
    <p:cSldViewPr snapToGrid="0">
      <p:cViewPr varScale="1">
        <p:scale>
          <a:sx n="86" d="100"/>
          <a:sy n="86" d="100"/>
        </p:scale>
        <p:origin x="39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1-09-21T04:59:56.5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16945 3883 4060 0,'0'0'588'0,"0"0"-408"15,0 0-180-15,0 0 0 0,0 0 124 16,0 0 252-16,0 0-52 0,0 0-204 16,0 0-120-16,-4-3-172 0,4 3-36 0,0 0 56 15,0 0 152-15,0 0 132 16,0 0-4-16,0 0-36 0,0 0 0 0,0 0 52 16,0 0 128-16,0 0 144 0,0 0 0 15,0 0-24-15,0 0-16 0,0 0-52 16,0 0-168-16,0 0-64 0,0 0-16 15,0 0 4-15,0 0-16 0,0 0 28 16,0 0-4-16,0 0-8 0,0 0-68 16,0 0 40-16,0 0 12 0,0 0 0 0,0 0-12 15,0 0-44-15,0 0 4 16,0 0 52-16,0 0-52 0,0 0 104 0,0 0 52 16,0 0 64-16,0 0-60 0,0 0-32 15,0 0-24-15,0 0 12 0,0 0-36 16,0 0-16-16,0 0 28 0,0 0 76 15,0 0-24-15,0 0-52 0,0 0-96 0,0 0-8 16,0 0-8-16,0 0 0 0,0 0 8 16,0 0 61-16,0 0-9 15,0 0 12-15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5-30T07:02:47.8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24081 2537 52 0,'0'0'7132'16,"0"0"-6248"-16,0 0-236 0,0 0 168 15,0 0 384-15,0 0 321 0,0 0-157 0,0 0-120 16,0 0-100-16,0 0-264 0,0 0-160 16,0 0-176-16,0 0-124 0,-36-33-64 15,36 33-72-15,0 0-16 0,0 0-56 16,0 0-92-16,4 0-112 0,4 0 52 15,4 0-60-15,0 0 76 16,12-2-68-16,8-2 124 0,3-2-124 16,5 0-8-16,0-4-136 0,4 1-60 15,-8-1 24-15,3 1 24 16,-2 2 76-16,-1-2 32 0,-1-2 32 0,5 6 4 16,-4-4-84-16,-1 2 4 0,-2 1 8 0,-1 0 4 0,-5 2-52 15,1 4 12-15,-8 0-8 0,0 0 8 16,0 10 48-16,-4-1-32 0,-4 4 96 15,0-1 4-15,0 5 8 0,-1-5 100 16,-2 4 8-16,-5 3 52 0,0-3 28 0,3 0 20 16,-3-1-84-16,5 2-124 0,-1-4-12 15,3-1-8-15,2 1-68 0,6-4 4 16,-2-2-52-16,2 2-72 0,9-2 96 16,0-5 100-16,0 2-96 0,7-4-52 15,1 0 84-15,1-4-8 0,2-5 8 16,1-3-56-16,0-1 64 0,-4-4 48 15,0 5 12-15,-4 3-8 16,-4-3 4-16,0 5-12 0,-9 0-48 0,1 4 60 16,1 3 0-16,-10 0 4 0,1 0 132 0,0 6 72 15,-4 0 28-15,4 1-4 0,-4 3 16 16,4-3-4 0,4-5-84-16,0 2-12 0,0-4-40 0,3 0 4 15,2 0 20-15,-1-6-68 0,-1-1-16 0,5 3-48 16,-8-2 0-16,4 4-4 0,-4 2-60 0,0-5-20 15,4 5 0-15,-4 0 20 0,-4 0 4 16,0 0-12-16,4 0 60 0,-4 0 12 0,-1 5 48 16,6-5-36-16,-2 0 0 15,1 0-4-15,0 0 40 0,0 0-44 16,5 0-4-16,-2 0-48 0,5 0 36 0,4 5-60 16,-4-2 68-16,4 3-8 0,4-1-40 15,-4 1 48-15,8-4 4 16,-1-2 112-16,5 0-52 0,4 0 28 0,-4-2-4 15,-1-4-36-15,6-5 16 0,-6 3 20 16,1-3 40-16,-1 5 32 0,2 0-32 16,-5 2-4-16,-5 4 28 0,-6 0 84 0,-1 0 252 15,-9 7-167-15,2-1-109 0,-6 3-16 16,-3-2 40-16,4 3 120 16,-4-1-28-16,-4 1-44 0,4-4-148 0,0 1-36 15,0-1-24-15,0-4 12 0,3 2-36 16,-2-1 0-16,7-3-36 0,-4 4 76 15,3-4-28-15,2 0 0 0,2 3-60 16,-2-3 0-16,-2 3-48 0,1 0-36 0,-4 0 80 16,-4-1-56-16,0 3-52 15,0-3-128 1,0-2-52-16,-4 0-56 0,1 0-172 0,-2 0-149 16,-3-2-207-16,0-5-444 15,0 4-1024-15,0-13-2984 0</inkml:trace>
  <inkml:trace contextRef="#ctx0" brushRef="#br0" timeOffset="3283.718">7965 3207 2748 0,'0'0'1080'0,"0"0"1960"16,0 0-1624-16,0 0-248 0,0 0-72 15,0 0 25-15,0 0 19 0,0 0-32 16,0 0-168-16,-5 0-172 0,5 0-88 15,0 0-104-15,0 0-56 0,0 0-12 16,0 0-36-16,5 3-40 0,-2 0-40 16,5 0-48-16,0 0-100 0,4 1-36 15,0-1-72-15,-1 0-88 0,2 0-48 0,-1 0 0 16,4-3 48-16,-1 3-40 0,6-3 40 16,-6 0 16-16,5 0-16 0,1 0 0 15,-2 0-44-15,-3 0-4 0,5 0-8 0,-2-3 8 16,-3 3-12-16,8 0-36 0,-4-3 36 15,4 0 4-15,-5 0 0 16,1 0 8-16,1-1 0 0,-6-2-4 0,2 3-8 16,-6-4 4-16,2 4 4 0,-6-3 0 15,1 3 4-15,-4 3-8 0,-4-3-4 16,0 3 8-16,0 0 0 0,0 0-4 16,0 0-40-16,0 0 0 15,0 0-24-15,0 3-40 0,0-3-12 16,0 3-32-16,0-3-28 0,0 2-112 0,0 2-196 15,0 3-224-15,-4 2-488 0,0-2-1340 0,-7 11-3713 16,30-71-1779-16</inkml:trace>
  <inkml:trace contextRef="#ctx0" brushRef="#br0" timeOffset="9131.427">3175 3895 1736 0,'0'0'7620'0,"0"0"-3659"0,0 0-2881 16,0 0-272-16,0 0 184 0,0 0 36 15,-20 87-200-15,12-50-136 0,8 11-100 16,-4 9-68-16,0 7-44 0,4 12-44 15,-4 6-252-15,-3 10-60 0,-2 4-4 16,1 2-116-16,0-2-4 0,1-8-44 16,-2-8 40-16,1-15-64 0,1-3-44 15,-2-12-44-15,5-12-76 0,-4-6-148 0,5-7-48 16,3-12-112-16,0-9-124 0,0-4-276 16,0-7-720-16,0-15-1124 15,0 0-1801-15,-8-42-3483 0</inkml:trace>
  <inkml:trace contextRef="#ctx0" brushRef="#br0" timeOffset="9366.27">3040 4029 4576 0,'0'0'1888'0,"0"0"2044"0,0 0-2191 16,0 0-389-16,0 0-4 15,47-80-92-15,-31 59-328 0,9 2-232 0,-2-1-228 16,5 4-120-16,0 0-152 0,0 7-120 15,0 3-76-15,-8 6-200 0,-1 0 28 16,-2 9-124-16,-6 4 12 0,-3 9 12 0,1 4 120 16,-5 4 4-16,-4 10 100 15,-4 4-40-15,-9 3-12 0,2 1-48 0,-10-3-140 16,2-1 12-16,-1-9-88 0,-1-3-152 16,2-11-304-16,3-2-756 0,-5-5-825 15,6-5-1515-15,3-7-1040 0</inkml:trace>
  <inkml:trace contextRef="#ctx0" brushRef="#br0" timeOffset="9733.167">3450 4042 2468 0,'0'0'784'0,"0"0"4344"16,0 0-3072-16,0 0-663 0,0 0 79 15,0 0-104-15,0 0-284 0,0 0-388 16,0 0-300-16,80-7-108 0,-76 20-76 15,0-1-52-15,-4 5-36 0,0 4-24 16,0 5-100-16,-4-1-148 0,-5 1-252 16,1-5 104-16,1-1 32 0,-5-4 52 0,3-6-56 15,6-4-20-15,-1-3 40 0,4-3 196 16,0 0 48-16,0 0-96 0,0-6 96 16,4-4 4-16,3-6-128 0,6 0 116 15,2 1 12-15,2-5 440 0,-6 1 140 16,10 4-156-16,-6 2 12 0,1 1-24 0,0 1-92 15,0 2-108-15,-4-1-104 0,0 8-108 16,0-2-64-16,-4 1-168 0,-4 0-140 0,0 3-88 16,-4 0-140-16,0 6-92 15,0 7-188-15,0 3-8 0,-4 6 76 16,0 7-300-16,0 0-421 0,0-1-1031 0,0-6-1552 16,0-9 616-16,4-7 3089 15,0-6 411-15</inkml:trace>
  <inkml:trace contextRef="#ctx0" brushRef="#br0" timeOffset="10276.112">3996 4134 404 0,'0'0'1176'0,"0"0"-644"0,0 0-180 16,0 0 1032-16,0 0 1716 0,0 0-1208 15,0 0-660-15,0 0-123 16,0 0-57-16,0 0-192 0,0 0 28 15,0 54-152-15,0-35 20 0,0 3-180 0,0-3-68 16,0-3-24-16,0-1-60 0,0-5-116 16,4-4-108-16,-4-3-144 0,4 1-56 15,0-1 0-15,-1 1-12 0,1 1 0 0,5-5-48 16,-1 3 52-16,3-3-104 0,2 0 12 16,-2 0 100-16,6-8-4 0,-6-3-56 15,1-1-52-15,4-4-84 0,-4-6-40 16,0-3-140-16,-4 3 4 0,-4-4 16 15,0 4 192-15,-4 3 92 0,0 2 20 0,-4 5 52 16,-8 2-8-16,0 1-4 16,-3 2 8-16,-6 1 4 0,-3 6-12 15,5 0 60-15,-1 4 76 0,-1 5 64 0,2 0 68 16,6 5-92-16,2-2-116 0,3 1-48 16,-1-1-160-16,6 4-44 0,3-3-224 15,0 0-452-15,0 0-580 0,8-4-1081 16,0-3-1843-16,4-3 1192 0,0-3 492 15,4 0 2416-15,4-16 60 0</inkml:trace>
  <inkml:trace contextRef="#ctx0" brushRef="#br0" timeOffset="10560.685">4271 4216 1252 0,'0'0'756'0,"0"0"120"0,0 0 4120 16,0 0-2972-16,0 0-475 15,0 0-369-15,0 0-340 0,0 0-240 0,0 0-160 0,0 0-148 16,0 0-76-16,75 32 84 0,-58-48-300 15,-2 0-160-15,5 3-164 16,-4 1 68-16,0 3-8 0,-4 2 8 0,-5 3-100 16,-2 1 64-16,-1 3 180 0,-4 0 4 15,0 0 108 1,0 0 128-16,0 0 100 0,0 0 140 16,0 0 104-16,0 0-68 0,-9 0-188 0,2 0-216 15,-1 0-52-15,-4 0-188 0,0 0-24 0,0 3 148 0,0 1-12 16,0 3 116-16,5-7-36 15,3 6-56-15,-5-3 40 0,5 0-48 0,0-1-68 16,4-2-316-16,-4 5-348 0,4-5-428 16,0 2-653-16,0-2-1255 0,0 0-2724 15</inkml:trace>
  <inkml:trace contextRef="#ctx0" brushRef="#br0" timeOffset="10817.665">4554 4162 2792 0,'0'0'208'0,"0"0"-208"16,0 0 2280-16,0 0-508 0,0 0-332 15,0 0-208-15,0 0-60 0,0 0-63 0,0 0 3 16,84 41 20-16,-61-34-120 0,5-1-260 16,0 1-208-16,0-1-232 15,4-3-128-15,-4-3 16 0,0 0-100 16,0 0-40-16,0-3-60 0,-1-7-148 0,-3 1-124 15,0-5-104-15,-4 0-240 0,-1-2-76 16,-2-4 12-16,-6 2-144 0,-2-1-248 16,-5-1-636-16,-4-2-605 0,0 0-1935 15,-4 6-215-15</inkml:trace>
  <inkml:trace contextRef="#ctx0" brushRef="#br0" timeOffset="11077.593">4840 3829 9348 0,'0'0'1589'0,"0"0"-1073"0,0 0-4 0,0 0 500 0,-24 83 324 16,20-53-64-16,0 6-252 15,1 9-308-15,3 2-192 0,0 11-100 16,0 2-24-16,0 9-76 0,0 5-176 0,-4-2-56 16,4 4-28-16,-4-2-48 0,0-8 40 15,-5-6-48-15,5-3 8 0,1-9 48 16,-1-6 88-16,-4-7-88 0,8-7-52 15,0-6-8-15,0-2-60 0,0-4-28 16,0-7-8-16,0-4-188 0,0 2-84 0,0-7-64 16,-4 0 12-16,-1 0-64 0,-6 0-224 15,-10-7-740-15,6 2-2656 16,-25-17-2817-16</inkml:trace>
  <inkml:trace contextRef="#ctx0" brushRef="#br0" timeOffset="11450.959">2609 5114 2916 0,'0'0'6876'0,"0"0"-4367"0,0 0-925 16,0 0-484-16,0 0 400 0,0 0-292 0,0 0-72 16,108-35-276-16,-64 26-300 0,11 0-192 15,10 2-52-15,6 1-72 0,8 6 24 16,9 0-100-16,12 0-68 0,7 0-4 0,9 0-11 16,4-3-13-16,-1-4 28 15,-4 1-100-15,5 0-76 0,-4 3 16 0,-1 0 52 16,-7 3-77-16,0 0 73 0,-5 0-60 15,-8 6 72-15,-3 3-8 0,-12 1-140 16,-8-1-120-16,-9 1-60 0,-11 3-124 16,-8-4-168-16,-12 1-104 0,-1-3-88 15,-6-1-316-15,-5-4-664 0,-9-2-972 16,1 0-2557-16</inkml:trace>
  <inkml:trace contextRef="#ctx0" brushRef="#br0" timeOffset="12505.09">7263 4023 4212 0,'0'0'8609'0,"0"0"-6169"16,0 0-1072-16,0 0-24 0,0 0 24 15,0 0-96-15,0 0-372 0,0 0-339 0,0 0-225 16,0 0-140-16,0 0 96 0,99 9 228 16,-46-9-52-16,-2 3-164 15,1-3-168-15,-4 0-136 0,-1 0-60 0,2-3 48 16,-10 0-48-16,1-3-12 0,-4 2-160 16,-9 1-152-16,1-3-148 15,-7 3-280-15,-10-1-309 0,-2 4-787 0,-5 0-1032 16,-4 0-1892-16,-9 0-1065 0</inkml:trace>
  <inkml:trace contextRef="#ctx0" brushRef="#br0" timeOffset="12700.958">7355 4175 3784 0,'0'0'700'0,"0"0"5132"15,0 0-3683-15,11 79-453 0,-3-41-80 16,1 4-152-16,-2 2-324 0,-3 1-144 15,0 2-324-15,0 0-304 0,-4-5-220 16,0 0-148-16,0-11-88 0,0-3-156 16,0-9-100-16,4-2-204 0,-4-8-228 15,0-3-176-15,5-3-496 0,-5 0-1280 16,0-6-3641-16</inkml:trace>
  <inkml:trace contextRef="#ctx0" brushRef="#br0" timeOffset="12877.833">7458 4448 3068 0,'0'0'6996'16,"0"0"-5079"-16,0 0-333 0,0 0 340 0,0 0-168 15,84-3-556-15,-60 3-436 0,-1 0-284 16,1-7-224-16,4 4-192 0,-7-3-64 16,3 0-392-16,-1-1-504 0,-7 4-228 15,0 3-388-15,-4 0-1064 0,-4 0-2137 16,-8 10-2139-16</inkml:trace>
  <inkml:trace contextRef="#ctx0" brushRef="#br0" timeOffset="13049.177">7466 4717 3392 0,'0'0'820'0,"0"0"2508"16,0 0-892-16,0 0-591 0,0 0-261 15,0 0-288-15,0 0-288 0,0 0-240 0,0 0 116 0,0 0-56 16,48 17-76-16,-24-17-248 0,0 0-296 15,-1 0-72-15,1 0-136 0,1 0-76 0,3 0-404 16,-4-3-380-16,3 0-292 0,-3 3-956 16,4-4-3677-16</inkml:trace>
  <inkml:trace contextRef="#ctx0" brushRef="#br0" timeOffset="15016.466">9040 4279 132 0,'0'0'284'0,"0"0"9992"0,0 0-7711 0,0 0-1053 16,0 0-80-16,0 0 28 16,0 0-372-16,0 0-376 0,0 0-284 0,0 0-256 15,0 0 124-15,8 87-40 0,0-52-36 16,-4-1-136-16,-1 1-76 16,1-9-8-16,1-5 0 0,-1-7-96 0,0-5-136 15,-4-7-272-15,0-2-144 0,0 0-224 16,0-2-500-16,0-4-1308 15,-8-19-3037-15</inkml:trace>
  <inkml:trace contextRef="#ctx0" brushRef="#br0" timeOffset="15185.287">8925 3930 8748 0,'0'0'5157'0,"0"0"-3373"16,0 0-968-16,0 0-240 0,0 0 192 15,0 0-16-15,0 0-376 0,0 0-376 0,0 0-172 16,0 0-584-16,79-9-260 16,-55 5-916-16,15-1-3641 0</inkml:trace>
  <inkml:trace contextRef="#ctx0" brushRef="#br0" timeOffset="15497.95">9641 4045 6948 0,'0'0'4305'0,"0"0"-2381"0,0 0-996 16,0 0-44-16,-56 76 48 0,41-51 8 16,-9-3-144-16,4-2-300 0,0 2-224 15,4-6-76-15,4 0 4 0,5-4-16 0,2-2-172 16,5 3-12-16,0-6-136 16,0 1 12-16,12 2 52 0,0 2 60 15,4-2 12-15,0 2 44 0,8-2-40 0,-4 0-4 16,3-5-12-16,-2 5 12 0,3-3 0 15,-9-1 0-15,2 1 0 0,-6 3 12 16,-3-4-8-16,-8 3-4 0,0 4 12 0,0 0 124 16,-4 2-12-16,-11 5-72 15,2-1-52-15,-6-1 0 0,-2 2 56 0,-3-5-8 16,1-3-48-16,-1 2-432 0,-4-7-356 16,4-1-208-16,-4-6-776 0,-4 0-2092 15,13 0-3573-15</inkml:trace>
  <inkml:trace contextRef="#ctx0" brushRef="#br0" timeOffset="16191.855">11116 3988 940 0,'0'0'9124'0,"0"0"-6795"0,0 0-493 16,0 0-172-16,0 0-112 0,0 0-232 15,0 0-348-15,0 0-32 0,35 79-112 0,-31-41-255 16,0 3-225-16,-4 4-116 0,0-1-224 16,-8-2 4-16,5-8-8 0,-1-9-4 15,4-5-144-15,0-15-112 0,0 2-36 16,0-7-61-16,4 0 37 0,-1-2 72 15,9-8-8-15,1 0-20 0,-2-2 28 16,6-8 0-16,-2-2-12 0,1 0 12 16,0 3 36-16,4-3 84 0,-3 6 116 15,2-1 8-15,1 9 8 0,-1-2 92 0,2 3 72 16,-1 4 72-16,-5 3-12 0,2 0 0 16,-6 3-36-16,2 4-64 0,-5 3-20 15,-1-2 32-15,1 6-44 0,-4 2-40 16,1 3-16-16,-5 0-44 15,0 6-84-15,0-3-76 0,-5 3-72 0,1-2-96 16,0 0-76-16,0-4-100 0,4-7-344 16,0-2-640-16,8-4-760 0,1-6-672 0,2 0-1625 15,10-13-2039-15</inkml:trace>
  <inkml:trace contextRef="#ctx0" brushRef="#br0" timeOffset="16533.924">11881 4134 11953 0,'0'0'2548'15,"0"0"-1652"-15,0 0-244 0,0 0 292 0,0 0 136 16,0 0-196-16,0 0-340 0,0 0-300 16,0 0-148-16,0 0 64 0,28 28 84 15,-13-24-220-15,6-2-24 0,7-2-476 16,0 0-272-16,7-2-188 0,1-2-492 0,-8-2-2380 15,15-1-3085-15</inkml:trace>
  <inkml:trace contextRef="#ctx0" brushRef="#br0" timeOffset="16980.948">12781 4092 1592 0,'0'0'11841'0,"0"0"-9453"0,0 0-1644 0,0 0-432 15,0 0-128-15,0 0 28 16,0 0 580-16,0 0-76 16,-88 3-308-16,69 11-224 0,-5 1-124 0,0 10 52 0,0 4 48 15,0 3 72-15,0 3 172 0,4-1-64 0,4-8-132 16,8-3-76-16,0-11-68 16,8-6-56-16,0-6-8 0,0 0-148 15,8-6-84-15,8-6-36 0,4-11 72 16,4-9 12-16,8-3-84 0,0-9-64 15,-1-1-172-15,1-2 12 0,-4-1 308 0,0 4-24 16,-4-3-4-16,4-2 0 0,-4-1-96 16,0-1-204-16,0 1-192 0,-4 1 64 15,-1 12 388-15,-6 5 248 0,2 6 4 0,-6 7 64 16,-5 10 152-16,3 2 184 0,-7 5 216 16,0 2 8-16,0 0 8 15,0 9-196-15,0 0-92 0,-3 10-24 0,-1 3 24 16,0 10-60-16,4 4 80 0,-5 1 104 15,5 5 104-15,0-4-208 0,0 0-168 0,0 0-88 16,0-3-12-16,5-4-32 16,-5 2-64-16,0-8 0 0,4 0-64 15,-4-3-128-15,0-3-184 0,4-6-284 16,-1-4-208-16,5-6-324 0,5-3-908 16,2-3-1764-16,-2-6-1593 0</inkml:trace>
  <inkml:trace contextRef="#ctx0" brushRef="#br0" timeOffset="17145.295">13187 4023 7536 0,'0'0'5329'0,"0"0"-3613"16,0 0-1020-16,0 0 32 15,13 82 364-15,-9-57 172 0,-4 1-72 16,4 0-384-16,-4-5-504 0,3-5-304 0,1-6 0 16,0-4-316-16,0-3-408 15,1-3 76-15,3 0-56 0,-1-3-360 16,-3-9-1384-16,4-4-2093 15,-3 0-3363-15,-5-13 5589 0</inkml:trace>
  <inkml:trace contextRef="#ctx0" brushRef="#br0" timeOffset="17281.12">13299 3816 13425 0,'0'0'3220'0,"0"0"-2076"15,0 0-548-15,0 0-164 0,0 0-248 16,0 0-184-16,0 0-172 0,0 0-840 0,88 7-372 15,-72-7-820-15,0 0-2637 0,-8 0-4043 16</inkml:trace>
  <inkml:trace contextRef="#ctx0" brushRef="#br0" timeOffset="17664.099">13539 4051 3696 0,'0'0'9365'0,"0"0"-7829"0,0 0-788 0,3 70 396 15,-3-54 408-15,0 0-36 0,-3-3-588 16,3-4-600-16,0-2-312 0,0-1-16 0,0-3 0 15,0 0-244-15,0 4-296 0,7-5 64 16,-3 8 168-16,0-4 112 16,4 4 96-16,-3-1-8 0,-2-2 20 0,5 2 44 15,-4-6 44-15,0 0 8 0,4 1 4 16,0-4 84-16,4-4-96 16,-1-2-136-16,6-3-36 0,-2-4 36 0,2 4 12 15,-1-4 48-15,-4 4-32 0,-1 2 56 16,2 1 52-16,-6 6 180 15,1 0 212-15,0 0 76 16,1 0-24-16,-6 3-116 0,5 0 16 0,0-1-88 16,1-2-36-16,2 0-148 0,1 0-72 0,0 0-96 15,0-2-208-15,4-1-28 0,0-4 64 0,0 5 96 16,0 2 164-16,-4 0-64 0,-4 0 72 0,3 2 228 16,-2 8 112-16,-5 3-8 0,-4 3 56 15,4-1-132-15,-4 4-112 16,0-3-144-16,0-3-304 0,0-1-260 0,0-5-204 15,0-3-264-15,4 1-604 0,-4-5-1580 16,0 0-3585-16</inkml:trace>
  <inkml:trace contextRef="#ctx0" brushRef="#br0" timeOffset="18414.652">15355 3810 2816 0,'0'0'8365'0,"0"0"-5537"0,0 0-824 15,0 0-356-15,27 79-412 0,-18-44-132 16,-5 4-312-16,0 1-144 0,-4-1-320 15,4-2-87-15,-4-4-117 0,4-8-120 16,4-6-4-16,-4-7-12 0,4-2 0 16,0-4 12-16,-1-2 4 0,-2-1 4 0,3-3 40 0,0 3-48 15,-5-3 0-15,5 0-4 16,1 0-8-16,2 0 8 0,2 0-92 16,2-6-28-16,6-7 15 0,2-6 49 0,9-9-16 15,-1-2-44-15,6-8-76 16,-5 1-168-16,4-2-24 0,-8 1-296 15,-4 4-248-15,-1 1-464 0,-3 5-632 0,0 0-864 16,-8 8-2197-16,4-1-2283 0</inkml:trace>
  <inkml:trace contextRef="#ctx0" brushRef="#br0" timeOffset="18815.13">16024 4048 1616 0,'0'0'1020'0,"0"0"-824"16,0 0 1340-16,0 0 2456 0,0 0-1908 15,0 0-447-15,0 0-461 0,0 0-208 16,0 0-236-16,0 0-264 0,84 54-168 16,-68-64-200-16,4-3-100 0,-4-6-112 0,3-3-116 15,2 0-176-15,-5 0 28 16,0-1 32-16,-5 5 56 0,-2-1 44 0,-5-1 244 15,-4 4 12-15,0 2 116 0,-13-3-128 16,2 4 204-16,-1 4-204 0,-1 6 188 0,-2 3 4 16,-1 0-192-16,-4 9 12 15,4 7-12-15,-4 3 4 0,4 7 248 16,0 2 16-16,0 7 44 0,0 0 80 0,0 6 48 16,0-3-64-16,8-3 12 15,1-3-28-15,3-6 12 0,4-7 24 0,4-4-76 16,3-8-184-16,10 2-136 0,2-6-128 15,5-3-204-15,0 0-288 16,8-3-164-16,0-6-172 0,4-7-504 0,-1-3-916 0,1-3-2513 16,-8 5-2146-16,13-11 7035 0</inkml:trace>
  <inkml:trace contextRef="#ctx0" brushRef="#br0" timeOffset="19093.944">16750 3803 980 0,'0'0'976'0,"0"0"-468"0,0 0 3888 15,0 0-2088-15,0 0-279 0,0 0-437 16,0 0-368-16,0 0-188 16,-68 83-180-16,52-57-252 0,-5-1-116 0,2 3-40 15,3 1-16 1,0 3-12-16,4 2-48 0,0-2-16 15,4-3-76-15,8-4-120 0,0-3-148 0,0-8-8 16,12-5 8-16,4-4 60 0,8-5-64 0,0 0-8 16,8-5-172-16,-1-11-184 0,5-6-100 0,1-7-224 15,-5-3-388-15,3-6-804 0,-3 0-1300 16,-4 0-2417-16,-9 6-455 0</inkml:trace>
  <inkml:trace contextRef="#ctx0" brushRef="#br0" timeOffset="19382.353">17064 3327 6688 0,'0'0'1376'16,"0"0"-768"-16,0 0 532 0,0 0 385 16,0 0 11-16,0 67-248 0,0-35-176 15,0 2-196-15,0 4 36 16,-4 10-72-16,1 2-188 0,-1 5-200 0,-5 8-184 15,1 0-64-15,-3 11-112 0,-2-4-116 0,5 0 32 16,1-4-48-16,7-9-44 0,0-12-56 16,7-10-36-16,14-10-72 15,-2-9 12-15,5-9 36 0,4-7-48 16,4 0 36-16,4-13-76 0,-5-3-8 0,1-9-204 16,0-1-296-16,0-6-248 15,-8-3-696-15,-8 0-676 0,-8 1-1833 0,-4 4-1215 16</inkml:trace>
  <inkml:trace contextRef="#ctx0" brushRef="#br0" timeOffset="19558.046">16965 3698 6036 0,'0'0'5457'16,"0"0"-4009"0,0 0-632-16,0 0-284 0,0 0 404 0,0 0 112 15,0 0-140-15,0 0 12 0,0 0-216 0,84 25-140 0,-45-21-172 16,5-4-136-16,0 0-172 15,-4 0-68-15,-1 0-16 0,2-6-72 0,-6-1-160 16,1-2-136-16,0-1-308 0,-4-3-100 16,-4 4-356-16,0-4-800 0,-8 4-1972 0,-1-7-2501 15</inkml:trace>
  <inkml:trace contextRef="#ctx0" brushRef="#br0" timeOffset="19881.093">17534 3768 3056 0,'0'0'9665'15,"0"0"-8161"-15,-19 80-544 0,15-49 236 16,-1 7 172-16,5-9 0 0,0 0-324 16,13-8-472-16,2-7-244 0,5-1-60 15,5-7-96-15,2-6-172 16,1 0-56-16,8-10-56 0,0-6-104 16,-4-5-40-16,3-5-208 0,-3-2-12 15,-4-5 144-15,-4 5 12 0,-8-1 52 0,-4 4-40 0,-8 3 220 16,-4 6 76-16,-4-3 24 0,-12 5 212 15,-8 2-52-15,-3 5 48 0,-1 5-48 16,-9 4 36-16,5 12-84 0,5 5 48 16,-6 2 8-16,10 5 28 0,-1 0-36 15,4-4-36-15,5 0-124 0,7-3-12 0,-1-6-232 16,9-4-232-16,0-6-260 0,4-3-88 16,12-3-104-16,5-6-268 15,2-10-1356-15,9-3-1857 0,-4-7-2155 16,-4 4 3928-16</inkml:trace>
  <inkml:trace contextRef="#ctx0" brushRef="#br0" timeOffset="20099.838">17992 3657 4104 0,'0'0'5628'0,"0"0"-1067"16,0 0-3221-16,0 0-472 0,81 48-296 15,-66-26-36-15,-3 3 528 0,-4 5-192 16,0 1-164-16,-8 1-160 0,0 2-60 16,0 4 12-16,-4-2-135 0,-4-1-125 15,-4-4-104-15,0-5-52 0,5-4-24 16,3-10 24-1,0 1-36-15,4-10-36 0,0-3 52 0,4 0-52 0,3-3-12 16,5-10-8-16,8-2-56 0,4-4 60 0,4-10-128 16,4-3-196-16,4-3-120 0,-4 0-49 15,3 0-175-15,1 1-168 16,-4 2-228-16,-4 7-840 0,-8 2-1152 0,-4-2-2645 16</inkml:trace>
  <inkml:trace contextRef="#ctx0" brushRef="#br0" timeOffset="20736.009">19749 3677 5836 0,'0'0'236'16,"0"0"5653"-16,0 0-3557 0,0 0-1068 0,-79 18-520 15,48-4-168-15,-1 4-68 0,-5 4 12 16,1 4-148-16,4 2-112 0,4 4-28 16,5 0-20-16,7-7-80 0,4 0-80 0,8-8-52 15,4-2-100-15,0-1 0 0,4-6-32 16,12 3-104-16,0-5-60 16,7 0-72-16,10 1-92 0,-1-5-24 0,4 5 20 15,-4-4 12-15,-1 3 24 0,-3 1 140 16,-5 2 124-16,-2 1 152 0,-10 2 12 0,-2 1 48 15,-5 3 204-15,-4 3 176 16,0 0 40-16,-17-1-20 0,2 2-148 16,-5 0-88-16,-8-1-40 0,0-4-64 0,5 1-104 15,2-6-8-15,10-7-196 0,2-3-196 16,5 0-228-16,4-13-712 16,0-6-1268-16,13-6-581 0,2-7-2031 0,2 6 1161 15,15-18 4055-15</inkml:trace>
  <inkml:trace contextRef="#ctx0" brushRef="#br0" timeOffset="20974.38">20065 3857 1668 0,'0'0'7896'0,"0"0"-5911"0,0 0-461 15,0 0-240-15,43 85-312 0,-35-45 76 16,-4 1-100-16,0 6-8 0,-4 11-104 16,5 2-100-16,-5 3-184 0,0 3-284 0,-5 5-148 15,-3-2-112-15,0-2 4 16,-3 0-8-1,2-7 40-15,-2-6-44 0,7-6-100 0,0-10-216 0,0-6-76 16,-1-10-96-16,5-3 56 0,0-10-32 16,0-5-156-16,0-4-396 0,0 0-452 15,5-10-352-15,-1-3 480 0,-4-3 260 0,0-9-405 16,0-7-743-16,0-7-360 0,0-5-2036 16,-4 10 4241-16</inkml:trace>
  <inkml:trace contextRef="#ctx0" brushRef="#br0" timeOffset="21241.103">20056 3898 5472 0,'0'0'6065'0,"0"0"-4233"0,0 0-908 0,0 0-428 0,0 0-104 15,0 0 172-15,0 0 132 16,84-66-76 0,-60 57-232-16,4 5-92 0,4 1-84 15,0 3 8-15,0 0-84 0,-4 7-88 0,0 2-44 0,-9 7 4 16,-6 3 64-16,-6 6-64 0,-7-3 252 0,0 6 24 15,-16 1-112-15,-3 7-40 0,-5-1-116 16,-4-4 80-16,-4 5-92 0,0-8-4 16,4-3 0-16,4-5 48 15,8-8-48-15,4-10-108 0,8 3-260 0,4-5-16 16,0-7-208-16,4-3-224 0,12-3-200 16,3-5-596-16,14-7-220 0,-1-1-457 15,8-3-1703-15,-1-2-1072 0</inkml:trace>
  <inkml:trace contextRef="#ctx0" brushRef="#br0" timeOffset="21533.879">20571 3912 2632 0,'0'0'416'0,"0"0"3748"0,0 0 21 0,0 0-2369 16,0 0-468-16,0 0 100 15,0 0-48-15,0 0-188 0,0 0-228 0,-32 89-336 0,15-64-196 16,2-3-148-16,-2-3-96 0,10-7-172 16,-1-2-36-16,8-7-120 15,0-3-40-15,0 0-144 0,0 0-100 0,8-3 136 16,-1-2 12-16,10-6-28 0,-6-5 40 15,10 4 48-15,-6-4-64 0,5 0 4 0,-8 6 80 16,4 1 92-16,-8 6-64 16,5 0 96-16,-6 3 52 0,1 6 148 15,5 3 76-15,-6 4-52 0,5 3-96 0,-4 0 56 16,4 0 4-16,0-1 72 16,-5 1-72-16,10-6-72 0,-6-1-56 15,6-6 0-15,-2-3-8 0,6 0-80 16,-5 0-176-16,-1-5-248 0,2-5-288 0,2-3-884 15,-2-3-912-15,-2 7-2249 16,1-7-2695-16</inkml:trace>
  <inkml:trace contextRef="#ctx0" brushRef="#br0" timeOffset="22251.312">21319 3816 8644 0,'0'0'4357'0,"0"0"-3593"16,0 0-764-16,0 0-132 0,0 0 132 0,0 0 332 16,0 0 392-16,0 0 132 0,0 0-280 15,-79-60-144-15,63 72-172 16,0 8-72-16,-4 5 108 0,0 10 140 0,-3 3 304 15,-5 6-60-15,4-3-192 0,3 4-72 16,2-7-24-16,6-3-184 0,6-7-100 16,3-3-100-16,4-5-4 0,0-7-4 15,11 0-48-15,6-7-184 0,2-4-184 16,5 3-268-16,8-5-116 0,4-10-112 0,8-3-484 16,-4-6-916-16,-5 0-1565 0,-3 3-1927 15,0-10 1509-15</inkml:trace>
  <inkml:trace contextRef="#ctx0" brushRef="#br0" timeOffset="22567.651">21510 4016 4196 0,'0'0'416'0,"0"0"5732"15,0 0-5387-15,0 0-417 16,0 0 172-16,0 0 84 0,101 29 88 16,-78-39-104-16,10-2-168 0,-1-4-264 0,-1 0-152 15,1-4-24-15,0-2-280 0,-4 3-76 16,-5 1 36-16,1-5 28 0,-7 4 112 15,-2 0 12-15,-11 3 192 0,-4 4 128 16,0 2-72-16,-4 7-48 0,-7 3 312 16,-6 0-40-16,-2 6-280 0,-5 7 0 15,-4 6 64-15,0 10 280 0,-4 3 48 16,4 1 36-16,-4 9 204 16,4 0 160-16,0-1-44 15,9-3-116-15,6-6-200 0,6-3-124 0,7-7-72 0,0-3-88 16,11-3-92-16,6-4-56 15,2-2-84-15,5-4-28 0,4-3-108 0,4-3-92 16,3 0-108-16,6-6-36 16,-1-4-240-16,-1 1-436 0,-7-1-1364 0,0-6-3909 15</inkml:trace>
  <inkml:trace contextRef="#ctx0" brushRef="#br0" timeOffset="23099.463">22997 4060 2824 0,'0'0'2412'0,"0"0"684"16,0 0-1024-16,0 0-427 0,0 0 171 15,0 0-172-15,0 0-404 0,-40 74-380 0,28-42-304 16,8-2-260-16,4 3-48 0,0-5 24 16,8-6-16-16,8-6-72 0,0-2-108 15,8-9-32-15,0-5-44 0,4 0-48 0,0-9-76 16,4-7-24-16,4-6-36 16,-5-7-160-16,5 1-164 0,-8-4 112 15,0 0 176-15,-9 3-16 0,-2 1 24 0,-6 3 136 16,-7-1 16-16,-4 1 8 15,0 0-84-15,-4 2 4 0,-7 4 132 16,-6 7 196-16,2 6 192 0,3 6 20 0,-8 0-120 16,0 12-140-16,1 4-60 0,2 3-88 15,-3 0-124-15,8 3-48 0,5-6-508 16,3 0-548-16,4-4-1300 0,7-5-2945 16,5-4-1655-16,16-3 6568 0</inkml:trace>
  <inkml:trace contextRef="#ctx0" brushRef="#br0" timeOffset="23308.244">23591 3924 2232 0,'0'0'9029'0,"0"0"-7577"0,0 0-660 16,0 0 272-16,0 0-28 0,0 0-156 15,67 79 152-15,-63-47-176 0,5 3-180 16,-5-3 0-16,-1 0-76 0,1-4-188 0,4-8-324 16,5-1-84-16,-6-10 68 15,5-3 12-15,0-3-12 0,0-3-20 0,4-3-48 16,4-6-4-16,0-10-4 0,4-1 4 15,-5-2 0-15,5-3-76 0,-3-1-204 16,-2-2-280-16,1 3-152 0,-3-7-120 16,2 0-520-16,-6 10-2456 0,6-17-3661 0</inkml:trace>
  <inkml:trace contextRef="#ctx0" brushRef="#br0" timeOffset="23631.365">24148 4089 5124 0,'0'0'7685'0,"0"0"-6157"0,0 0-808 0,0 0 84 16,0 0 264-16,0 0 124 16,0 0-292-16,0 0-620 0,88 41-280 0,-52-57-244 15,-1-3-224-15,1-3-64 0,1 0-12 16,-5 0 236-16,-9 3 96 0,-3-3-40 16,-8 2 4-16,-7 5 24 0,-5-4 172 15,0 6-28-15,-13 1 80 0,5 1 320 16,-8 8 16-16,0 3-36 0,0 7-176 15,1 8-76-15,-6 5 40 0,-3 8 36 16,5 3 48-16,-9 5 100 0,4 2 40 16,0 1 32-16,4-6-72 0,4 3-88 0,8-7-88 15,8-7 4-15,0-3 96 16,0-7-60-16,12-2-136 0,0-3 0 0,4-5-392 16,0-2-236-16,4-2-152 0,0-8-128 15,4-6-624-15,4 0-1504 0,-13 4-3565 16,13-10 918-16</inkml:trace>
  <inkml:trace contextRef="#ctx0" brushRef="#br0" timeOffset="24424.671">24913 4038 9648 0,'0'0'2153'16,"0"0"-757"-16,0 0-100 0,0 0-36 15,0 0-328-15,25 67-236 0,-25-44-188 16,-4-2-124-16,-5 5-148 0,-3 0-4 0,1-4-120 16,-2 3 36-16,-2-6-136 15,2 0 84-15,6-7-20 0,3-1-28 0,0-6 24 16,4-2-20-16,0 1-40 0,0-4 36 16,0 0-8-16,0 0-40 0,4-7-244 15,0 2 36-15,3-9-64 0,10 3-12 16,-2-13 132-16,9 2 144 0,4-6-168 15,0 0-196-15,8-1-112 0,-4-3-164 0,7 3-472 16,-2 4-804-16,3 0-688 0,-12 6-2033 16,11-3-1651-16</inkml:trace>
  <inkml:trace contextRef="#ctx0" brushRef="#br0" timeOffset="24798.163">25798 3727 6808 0,'0'0'2852'0,"0"0"-747"0,0 0-965 0,0 0-84 16,0 0 436-16,0 0-312 0,0 0-568 16,0 0-276-16,0 0-200 15,92 15 236-15,-49-1 8 0,6-2-144 0,-2-3-188 16,5-2-48-16,0-3 0 15,-1-4-308-15,-3 0-208 0,-4-6-256 16,-5-5-344-16,-6-1-508 0,-10-1-1220 0,-10 1-3601 16</inkml:trace>
  <inkml:trace contextRef="#ctx0" brushRef="#br0" timeOffset="25014.092">25926 3879 4924 0,'0'0'2136'0,"0"0"1104"15,-21 80-1259-15,17-45 59 0,1 9 104 16,-1 2-344-16,4-2-360 0,-4-1-476 0,4 5-344 16,-4-3-316-16,4-4-132 15,-5 0-63-15,1-3-105 0,0-3-4 16,4-6-45-16,0-7-139 0,0-3-80 0,0-3-116 16,0-10-228-16,4-3-224 0,0-3-116 15,5 0-560-15,-5-5-1284 16,3-12-1925-16,1-2-1379 0,-4 3 2964 0</inkml:trace>
  <inkml:trace contextRef="#ctx0" brushRef="#br0" timeOffset="25156.218">25898 4114 628 0,'0'0'10012'0,"0"0"-9215"0,0 0-665 16,80-2 932-16,-45 2 780 0,5 0-408 15,3 0-120-15,6 0-300 0,-2 0-524 16,1 2-492-16,0-2-112 0,-4 0-576 15,-5 0-220-15,2 0-548 0,-18 0-2448 0,9 0-4197 16</inkml:trace>
  <inkml:trace contextRef="#ctx0" brushRef="#br0" timeOffset="26363.251">7669 5391 3036 0,'0'0'156'0,"0"0"5516"0,0 0-3539 15,0 0-645-15,0 0-352 0,0 0-208 16,0 0-324-16,0 0-236 0,0 0-120 15,0 0-72-15,0 0 192 0,12-10 320 16,12 17 280-16,8 2-364 0,0 1-136 16,3-4-148-16,2-3-212 0,-1 1-56 0,-1-1-4 15,5-3-48-15,-8 0-4 0,0-3-132 16,-4-4-292-16,-4 4-228 0,0 0-220 16,-9-1-344-16,-2 4-700 0,-9 0-1236 15,-4 0-3597-15</inkml:trace>
  <inkml:trace contextRef="#ctx0" brushRef="#br0" timeOffset="26598.747">7804 5509 820 0,'0'0'1684'0,"0"0"3196"0,0 0-2752 0,0 0-375 15,-35 91-393-15,31-56-212 16,-4 0-156-16,0 10-72 0,0-1-164 15,4 4-184-15,-8-1-200 0,8 4-48 16,1-6-100-16,-2-4-116 0,1-10-108 16,4-8-60-16,0-4-28 0,4-10-136 0,1-2-356 15,-2-1-284-15,1-3-132 0,0-3-164 16,0 0-588-16,0-9-417 0,-4-4-567 0,4-6-1204 16</inkml:trace>
  <inkml:trace contextRef="#ctx0" brushRef="#br0" timeOffset="26741.36">7737 5909 440 0,'0'0'1720'0,"0"0"-1300"0,0 0 1012 0,0 0 2956 15,9-70-2396-15,-2 60-379 16,5-3-133-16,4 7-260 0,3 3-252 16,2 0-324-16,3 3-180 0,-1 0-152 0,1 3-88 15,0 0-40-15,4 0-160 16,-4 0-24-16,1 1-60 0,-2-4-264 0,-3 2-236 16,-5-2-172-16,-2 7-172 0,-5-1-720 15,-5-2-1149-15,-3 5-2495 0</inkml:trace>
  <inkml:trace contextRef="#ctx0" brushRef="#br0" timeOffset="26934.891">7793 6054 1148 0,'0'0'1632'0,"0"0"-44"16,0 0-116-16,0 0 388 0,0 0 20 0,0 0-303 16,0 0-513-16,0 0-372 0,0 0-56 15,0 0 268-15,0 0 344 0,28 68-292 0,-4-68-336 16,4 0-184-16,0 0-176 15,-1 0-152-15,-3-5-108 0,0-1-76 16,4 4-172-16,-4-2-372 0,-1-3-192 0,9 7-296 16,-4-6-728-16,-4 6-1233 15,12-6-4043-15</inkml:trace>
  <inkml:trace contextRef="#ctx0" brushRef="#br0" timeOffset="27367.508">8889 5763 7524 0,'0'0'2720'15,"0"0"-867"-15,0 0-445 0,0 0-456 0,0 0-44 16,0 0-280-16,0 0-188 0,0 0-112 16,51-77-20-16,-23 52-84 0,4 3-24 15,0-1-88-15,3 5-52 0,-3 5 92 16,1 3-28-16,-1 3-124 0,-5 7-88 16,1 0 88-16,-8 4-12 15,0 5-76-15,0 4 0 0,-8 0 88 0,4 3 4 16,-4 6 12-16,-4 0 56 0,0 3-72 0,-5 0 0 15,5-2 0-15,-3 0 40 16,3-8-40-16,-1-2-8 0,6-4-28 0,-1-2 36 16,-1-4 100-16,6-3-12 0,2 0 8 15,-3-6 64-15,5-4-24 16,2-3-136-16,-3-2-216 0,4-1-192 0,-8 0-128 16,4-1-212-16,-4 5-384 0,-8 5-884 0,0 1-1261 15,-8 6-3199-15</inkml:trace>
  <inkml:trace contextRef="#ctx0" brushRef="#br0" timeOffset="27615.588">8908 6134 7928 0,'0'0'4609'0,"0"0"-3497"15,0 0-352-15,0 0-28 0,0 0 324 0,0 0-80 16,0 0-244-16,0 0-16 15,0 0-12-15,0 0-276 0,0 0-88 16,76-31-56-16,-44 24-76 0,0 3-52 0,4 1-32 16,-1 3 44-16,1 0 16 0,0 0-116 15,4 0-68-15,0 0-48 0,-1 0 0 0,10 0-64 16,-6 0-252-16,5 0-232 16,5 0-152-16,-2 0-76 0,1 0-316 15,-5 0-400-15,-6 0-860 0,-10 0-2101 0,-6 0-1967 16</inkml:trace>
  <inkml:trace contextRef="#ctx0" brushRef="#br0" timeOffset="28507.83">8949 6417 5624 0,'0'0'4288'16,"0"0"-2575"-16,0 0-161 0,0 0-448 15,0 0-128-15,0 0-160 0,0 0-152 16,0 0-228-16,0 0-224 0,0 0-88 16,0 0-60-16,15 50 108 0,-7-31-12 0,1 4-84 15,2-1-72-15,-3-3 44 0,1-3 52 16,-2-7-96-16,1 1 0 0,0-1 56 15,-4-6 4-15,4 0-52 0,-4-3 48 16,0 0 52-16,4 0-12 0,-5 0-40 16,6 0 16-16,3-3-4 0,-5 0 16 0,1-3-88 15,5-1-60-15,-2-2-36 0,2 0 32 16,-2-7-20-16,1 3-16 16,1-4-148-16,-2-1-48 15,2-1-76-15,-6 0-72 0,5-3-192 0,-8 2-284 0,5 1-840 16,-9 7-1213-16,0-4-2523 0</inkml:trace>
  <inkml:trace contextRef="#ctx0" brushRef="#br0" timeOffset="28733.243">9406 6515 1228 0,'0'0'11281'0,"0"0"-8969"0,0 0-1252 0,0 0-144 0,0 0 188 16,0 0-240-16,0 0-224 16,0 0-284-16,0 0-236 0,0 0-120 15,5 26-60-15,-1-26-88 0,0 0-84 0,7 0-196 16,-3 0-264-16,8-5-172 0,1 0-452 16,-2-4-1284-16,2 2-3173 15</inkml:trace>
  <inkml:trace contextRef="#ctx0" brushRef="#br0" timeOffset="29058.326">9885 6347 9924 0,'0'0'4985'16,"0"0"-3561"-16,0 0-500 0,0 0-32 16,0 0-140-16,0 0-236 0,-92 25-244 15,76-16-260-15,0 1-4 0,5 3-8 16,-2-4-88-16,1 4-8 0,5 0-4 15,2-4 4-15,1 2-28 0,4-6 24 16,0 4 52-16,4-2 44 0,1-1-56 16,2 4 60-1,5-1-4-15,1 1 0 0,-2-3 0 0,5 2 4 16,4-4-8-16,0 6 0 0,-1-5 4 0,-2 4 8 0,3-4 8 16,-8 0 0-16,-1 4 0 0,-2-4 84 15,-1 0-32-15,-8 4-64 0,0-4 4 16,0 3 0-16,0-2-4 15,-4 3-268-15,-9-1-188 0,-2 2-148 16,-2-6-68-16,-2 1 0 0,-5 1-44 0,0-7-216 0,0 0-184 16,1 0-364-16,-5-7-981 0,-4 1-2603 15</inkml:trace>
  <inkml:trace contextRef="#ctx0" brushRef="#br0" timeOffset="29774.506">10845 5438 652 0,'0'0'640'0,"0"0"508"0,0 0 4076 15,0 0-2904-15,0 0-619 16,0 0-253-16,0 0-152 0,0 0-348 16,0 0-64-16,0 0-172 0,12 7-104 0,7-1-16 15,6 0 224-15,10 1 28 0,1 2-244 16,5-3-236-16,-2 1-20 0,5-4-140 16,-4 0-56-16,3-3-148 0,-3-3 0 15,-4-2-172-15,0-6-168 0,0 2-232 16,-8-1-212-16,0 1-124 0,-9-1-352 0,-6 4-896 15,-9 3-2188-15,-4 3-2925 0</inkml:trace>
  <inkml:trace contextRef="#ctx0" brushRef="#br0" timeOffset="30050.368">11076 5511 468 0,'0'0'316'0,"0"0"7300"15,0 0-5764-15,0 0-859 0,0 0 75 0,0 77 40 16,0-52 60-16,0 4-44 0,4 6-244 16,0-1-208-16,4 5-124 15,-8-1-68-15,4 6-24 0,-4 4-88 0,0 0-120 16,0-1-100-16,0-2-16 0,-4-4-68 0,0-6-20 16,0-9-44-16,4-5-4 15,0-8-44-15,0-6-40 0,0-4-72 16,0-3-232-16,0 0-224 0,4 0-324 0,0-7-92 15,3-5-64-15,2-1-484 16,-1-10-504-16,3-2-769 0,-7 6-2583 0</inkml:trace>
  <inkml:trace contextRef="#ctx0" brushRef="#br0" timeOffset="30214.266">11151 5816 8664 0,'0'0'1128'0,"0"0"-908"0,0 0 424 0,0 0 605 15,0 0 183-15,0 0-264 0,0 0-132 16,92-28-116-16,-72 25-172 0,0-1-264 16,0-2-276-16,4 3-208 0,0-1-116 15,-1-1-120-15,1-2-420 0,4 1-324 0,0-4-596 16,-7 4-1632-16,11-6-4961 16</inkml:trace>
  <inkml:trace contextRef="#ctx0" brushRef="#br0" timeOffset="30550.444">12016 5709 4256 0,'0'0'4520'0,"0"0"-1599"0,0 0-2001 0,0 0-780 16,0 0 180-16,0 0 304 0,0 0 492 16,0 0-84-16,0 0-376 15,0 0-44-15,60 47-56 0,-32-40-8 0,4-4-304 16,-1-1-244-16,1-2-12 0,-4 0-184 15,4-5-100-15,-4-5-312 0,-4-3-252 16,0-3-776-16,-8 3-2769 0,0-12-4559 0</inkml:trace>
  <inkml:trace contextRef="#ctx0" brushRef="#br0" timeOffset="30747.136">12295 5540 1200 0,'0'0'11549'15,"0"0"-9869"-15,0 0-1124 0,-19 83-164 16,10-49 248-16,1 5 712 0,4-1-176 0,-3-4-328 16,3-5-372-16,4-4-388 0,0-5-88 15,0-5-244-15,0-5-260 16,7-7-48-16,1-3-152 0,4 0-16 0,0-13-356 16,0-2-944-16,0 2-2125 15,-4-22-2999-15</inkml:trace>
  <inkml:trace contextRef="#ctx0" brushRef="#br0" timeOffset="31114.083">12092 5451 8644 0,'0'0'3277'0,"0"0"-2573"0,0 0-576 16,-80 47 348-16,60-17 260 0,-3 1 416 16,6 10 20-16,6 4-176 0,2 6-92 15,1 0-140-15,8 6-112 0,0 0-236 16,0-1-108-16,4 2-200 0,0-11 40 0,9 1-148 15,-2-13 12-15,6-6 48 0,7-10-12 16,-1-6-48-16,5-4-132 16,4-6 68-16,8-3-80 0,0-3 32 0,7-13-120 15,1-7-112-15,4-2-120 0,3-9 96 16,-3-4-140-16,1-4 28 0,-2-5-4 0,-7-5 60 16,0 2-12-16,-4-4-44 15,-12 7 44-15,-5-4 208 0,-6 6 228 16,-10 4 132-16,-7 3 20 0,-7 6 164 0,-10 1 124 15,-2 6-188-15,-9-2-252 0,-4 5-92 16,0 3-8-16,0 0-20 0,-4 7 120 16,0 2 84-16,4 3 32 0,0 7 156 15,1 0-24-15,-1 10-248 0,4 0-140 16,0 5-208 0,0 5-96-16,1-1-32 0,-1 3-292 15,4 0-1072-15,3-3-1181 0,6 0-2891 0</inkml:trace>
  <inkml:trace contextRef="#ctx0" brushRef="#br0" timeOffset="31663.107">12873 5534 1304 0,'0'0'7232'0,"0"0"-5784"0,0 0-27 15,0 0-89-15,0 0 68 0,0 0-260 16,0 0-288-16,0 0 152 16,0 0 0-16,91 19 216 0,-47-11-424 0,4 3-284 15,-4-5-268-15,4-6-124 0,-5 0-120 16,2-6-12-16,-2-7-328 0,-3 1-248 15,0-4-196-15,-4 0-112 0,-8-1-428 0,-4 5-900 16,-9-1-1696-16,-7 4-1301 0</inkml:trace>
  <inkml:trace contextRef="#ctx0" brushRef="#br0" timeOffset="31865.228">13275 5492 5244 0,'0'0'1200'0,"0"0"2032"15,0 0-1699-15,0 0-785 0,-43 89 136 16,34-57 248-16,1 9 96 0,4 1 68 15,1 2-264-15,-1 4-152 0,0 6-168 16,-1 0-220-16,1 3-172 0,-3 0-88 0,3-3-48 16,-4-7-120-16,8-5-64 0,0-10-12 15,0-10-60-15,0-7-16 0,0-5-144 16,0-3-148-16,4-7-172 0,4 0-160 16,-5 0-204-16,5-7-588 0,1-6-1048 15,-2-2-1789-15,-3-1-2871 0</inkml:trace>
  <inkml:trace contextRef="#ctx0" brushRef="#br0" timeOffset="32026.304">13307 5934 3636 0,'0'0'9217'0,"0"0"-7161"16,0 0-1060-16,0 0-428 16,0 0 240-16,0 0-12 0,0 0-32 15,80-17-112-15,-57 15-236 0,5-4-320 0,4-5-96 16,0 2-304-16,0 4-360 15,4-9-212-15,0 5-228 0,4-1-588 0,-12 4-1256 0,11-7-3469 16</inkml:trace>
  <inkml:trace contextRef="#ctx0" brushRef="#br0" timeOffset="32282.215">14116 5864 536 0,'0'0'10601'0,"0"0"-8905"0,0 0-880 15,0 0 148-15,0 0 44 16,80 39-4-16,-60-37 4 0,7 2-328 16,-3-4-212-16,4 0-96 0,4-11-140 15,-4 2-232-15,0-3-480 0,0-1-148 16,0-3-188-16,-4-3-356 0,-5 0-1112 15,-2 3-2753-15,-10-3-3427 0</inkml:trace>
  <inkml:trace contextRef="#ctx0" brushRef="#br0" timeOffset="32462.709">14387 5642 964 0,'0'0'11029'0,"0"0"-9189"16,0 0-952-16,-24 73 56 0,16-41 124 0,4-4 52 0,-4 1-12 15,0-4-444-15,4-3-408 16,0-3-256-16,4-9-100 0,0-4-72 0,0-3-208 16,0-3-160-16,4 0-152 0,0 0-212 15,4-5-376-15,0-9-692 0,0 1-380 16,-1 1-1813-16,-2-4-775 0,-5 3 2557 16</inkml:trace>
  <inkml:trace contextRef="#ctx0" brushRef="#br0" timeOffset="32898.258">14200 5426 2456 0,'0'0'248'0,"0"0"3960"0,0 0-2028 15,0 0-940-15,0 0-527 0,-76 77-33 0,60-49 76 16,0 0 328-16,4 1 124 16,-4 6-216-16,4-1-136 0,0 1-60 15,1 7-112-15,2-1-204 0,-3 0-60 0,9 4-200 16,-6-1-96-16,9-2-52 15,0-4-24-15,9-3-36 16,2-4-12-16,9-5 136 0,0-5-136 16,8-4-36-16,0-1-48 0,4-7 68 0,3-2-80 0,2-7 20 15,2 0-20-15,1-11-16 0,8-3-24 16,-4-10-60-16,4-1-308 0,-1-3 8 16,1-7-100-16,-4 0-52 0,0-4-20 15,-8 6-72-15,0-3 248 0,-8 1 160 16,-8 3 124-16,-5 4 208 0,-7-1 124 0,-4 1-48 15,-4-1 104-15,0 0-16 0,-12-2 52 16,-3-1-140-16,-1-3-4 0,-9 4-72 16,6 1 4-16,-5 9 128 0,0 1 108 15,0 8-64-15,-8 9 24 0,4 3-200 16,-4 6-76-16,-4 7-48 0,1 5-128 16,-1 6-12-16,4 1 36 0,4-6-100 15,4 2-104-15,9 2-332 0,2-4-656 0,5-3-629 16,1 0-1919-16,7-4-612 0,0 1 3564 15</inkml:trace>
  <inkml:trace contextRef="#ctx0" brushRef="#br0" timeOffset="33128.769">15279 5715 8308 0,'0'0'9037'15,"0"0"-7249"-15,0 0-1428 0,0 0-152 16,0 0-208-16,0 0 156 16,0 0 336-1,0 0-164-15,0 0-196 0,0 0-132 0,0 0-436 16,92 2-532-16,-72-4-472 0,-4-4-1716 0,0-7-5817 0</inkml:trace>
  <inkml:trace contextRef="#ctx0" brushRef="#br0" timeOffset="33381.718">15818 5734 10000 0,'0'0'1933'0,"0"0"-969"0,0 0-392 16,0 0-572-16,0 0-764 0,86-45 8 15,-65 40 268-15,3-2 88 0,0 0-245 16,-1 7-235-16,5-3 40 0,-4 3 840 16,0 0 476-16,0 0 392 0,-4 0-104 15,-4 0 125-15,3 0-209 0,-6 0-32 0,-1 0-60 16,0 0-180-16,0 0-192 0,-1 0-116 16,2 0-12-16,-2 0-44 0,2 0-44 15,-1-3-672-15,-1 3-760 0,-2-3-1221 16,-5-4-5163-16</inkml:trace>
  <inkml:trace contextRef="#ctx0" brushRef="#br0" timeOffset="33984.334">17199 5613 3980 0,'0'0'4784'0,"0"0"-3052"16,0 0-763-16,0 0-573 0,0 0 336 31,0 0 480-31,0 0 444 31,0 0-36-31,92 22-384 0,-55-18-264 0,-2-4-296 16,5 0-284-16,-4 0-260 0,-1-7-124 0,2-2-8 0,-5-1-316 16,0-5-188-16,-1-5-208 0,1 1-100 0,-4-6-380 0,-8 6-1336 0,0-12-3301 15</inkml:trace>
  <inkml:trace contextRef="#ctx0" brushRef="#br0" timeOffset="34166.427">17519 5429 6280 0,'0'0'5525'0,"0"0"-4601"0,0 0-84 16,-24 88 656-16,20-55 116 0,-4 2-36 16,-1-4-480-16,5 4-472 15,-3-6-380-15,7-4-244 16,-4-8-184-16,4-5-416 0,0-6-52 0,8-6 100 0,-1 0 8 15,10-6-280-15,-6-11-768 0,6-2-960 16,-6 1-3345-16,2-14-922 0</inkml:trace>
  <inkml:trace contextRef="#ctx0" brushRef="#br0" timeOffset="34531.764">17324 5334 8572 0,'0'0'1140'0,"0"0"-492"0,0 0 653 0,-69 73 375 15,54-42 124 1,-5 4-216-16,4 7-304 0,4 2-108 0,4 7-340 0,0 3-148 16,-1-1-136-16,2 5-208 0,7-7-144 15,0-4-63-15,0-9-133 16,12-6 4-16,8-9 60 0,4-8-64 0,8-2-96 16,3-10-149-16,10-3-35 0,6-9-84 15,1-11 108-15,4-5-144 0,0-7 8 16,-1 1-48-16,-3-7 68 0,-4 0 176 0,-1-7 24 15,-6-5-84-15,-5-2-28 0,-5-5-76 0,-7-3-60 16,-12 4 44-16,-4-2 292 0,-8 4 80 0,-8 6-12 16,-8 10 16-1,-4 9 324-15,-4 10 48 0,0 10 12 0,0 9-100 16,5 0-36-16,-5 13-40 0,0 2-48 0,4 5 24 16,0 1-72-16,4-2-52 15,4 0-60-15,4 1-96 0,4-1-140 16,4-6-328-16,0 2-316 0,0-2-720 0,4-3-2308 15,8-4-2925-15</inkml:trace>
  <inkml:trace contextRef="#ctx0" brushRef="#br0" timeOffset="34691.867">18211 5388 4744 0,'0'0'8733'0,"0"0"-7525"0,0 0-364 15,105 6 600-15,-73-6-84 16,-1 0-32-16,-3-6-20 0,4-1-431 0,0-2-441 15,0-2-436-15,0 3-72 0,-4-2-573 16,-9 1-267-16,-3-1-104 0,-4 7-436 16,-3-4-1080-16,-6 7-1608 0,-3 0-621 15,-8 0-1307-15</inkml:trace>
  <inkml:trace contextRef="#ctx0" brushRef="#br0" timeOffset="34866.369">18455 5385 1644 0,'0'0'808'0,"0"0"3284"15,0 0 581-15,0 0-3213 16,-56 92-428-16,44-60-40 0,0 6 16 0,0 6 184 15,4 4 0-15,-3-1-220 0,2 7-224 16,-3 0-124-16,5-3-136 0,-6 0-196 16,5-7-220-16,5-6-48 15,-1-6-24-15,4-10-72 0,0-3-160 0,7-6-12 16,-3-7-84-16,4-6-148 0,1 0-212 0,2-6-196 16,6-7-668-16,-6-6-1156 15,6-6-2221-15,-6 6-2739 0,1-13 6964 0</inkml:trace>
  <inkml:trace contextRef="#ctx0" brushRef="#br0" timeOffset="35014.014">18427 5724 7808 0,'0'0'6337'0,"0"0"-4349"0,0 0-1096 15,0 0-220-15,0 0 68 0,0 0 60 0,76-13 264 16,-48 7-332-16,4-3-376 0,7-1-228 16,-3 1-128-16,3-4-388 0,-2 3-516 15,-1 1-260-15,-4 3-452 0,-8-1-1476 16,-5 1-2981-16</inkml:trace>
  <inkml:trace contextRef="#ctx0" brushRef="#br0" timeOffset="36448.4">11104 6635 2728 0,'0'0'8'0,"0"0"3044"16,0 0 1928-16,27 82-2619 0,-14-43-721 16,6 2-244-16,5 4-208 0,0-3-148 15,4-2-216 1,0-5-272-16,8-9-160 0,0-7-184 0,8-10 0 0,-1-3-28 16,10-6-180-16,-2-6-164 0,5-7-80 0,-4-2 12 15,4-7 36-15,-9 0-24 16,5-2-16-16,-5 3 4 15,2-5-148-15,-1 1-4 0,-1-1-108 0,5-2 56 0,-1 3 4 16,-2 0 84-16,3 1 148 0,-1 3 200 0,1 5 40 16,4 0 196-16,-4 4 164 15,3 2-116-15,-7 3-48 0,4 7-60 0,-4 0-44 16,4 0-8-16,-5 4 12 0,-3 9 0 16,0-1 24-16,0 8 0 0,0 1 40 15,-5 8-16-15,-2 3 256 0,-1-1-84 16,-5 4-208-16,-3-3 20 15,-8 3-20-15,4-3-100 0,-8 3-24 0,0-4-24 16,-4 1-4-16,-8-7-92 0,0 1 36 16,-4-3-52-16,0-11 16 0,0 1-28 15,0-10-12-15,0-3 16 0,4 0-40 0,-4-3-160 16,8-10 40-16,-1-3 56 0,10-3-48 16,3-9 64-16,3-7 0 15,9 0-228-15,8-4 16 0,0 5 184 0,8 2 236 0,0 0 136 16,4 0 112-16,4 4 88 15,-1-1-16-15,-7 4 16 0,4 5-52 0,-5 5-40 16,-2 5 28-16,-6 4-16 16,1 3-60-16,-1 3-184 15,-6 7 36-15,3 5-40 0,-4 1 80 0,-1 2 32 0,1 2 16 16,0 1-76-16,4-2 40 0,3 0 36 0,2 0 56 16,2-4 16-1,1-2-48-15,4-4 72 0,4 4 8 0,3-7 4 16,5 1-184-16,4-2-60 0,-5 3-4 0,10-5 4 15,-5 0 0-15,3 0-68 16,-3 0-52-16,0 0 120 0,-5-5 0 0,5-1 12 16,0 0 96-16,-1-4-100 0,5 1 116 15,0-4-40-15,0-3-23 0,0 4-61 16,-1-1 0-16,1-3 0 0,0 4-4 16,0-1-4-16,-5 2 8 0,1 3 0 0,-8 2 0 15,0-1 4-15,-5 0-4 0,1 2 0 16,-8-2 4-16,-4 3 4 15,-8 1-8-15,0-3-8 0,-9 3-65 0,-3 1 25 16,-3-3-64-16,-2-1-20 0,-7 3-256 16,0 0-236-16,-4-7-268 0,-4 4-300 15,0-3-1412-15,-16-8-4701 0</inkml:trace>
  <inkml:trace contextRef="#ctx0" brushRef="#br0" timeOffset="37475.933">12403 7452 2768 0,'0'0'1672'0,"0"0"3456"0,0 0-3015 16,0 0-333-16,0 0-208 0,0 0-12 15,0 0-144-15,23 37-136 0,-10-15-372 16,-2 8-260-16,-2 4-188 0,-1 4-144 0,-1 3-204 15,-3-2-16-15,0-4-96 0,0-7 45 16,-4-6-45-16,5-6-109 0,2-3-3 16,-3-10-8-16,4 0-280 0,-4-3 32 15,8-3 28-15,0-6-16 0,1-4 40 16,2-6-52-16,-3 0-36 0,4-6 56 0,-4 3 16 16,0-1 84-16,0 4 64 15,-5 3 148-15,2 0 36 0,-1 4 12 0,-4 2 136 16,3 7-48-16,-3 0-40 0,1-1 64 15,-1 4 48-15,0 4-72 0,0 5 48 0,-1 5-12 16,1 0 96-16,0 9-12 16,0-1-48-16,1 1-160 0,-5-4-12 0,8-1-8 15,-5-1-212-15,5-8-236 16,0-3-208-16,4 1-352 0,0-7-664 16,1 0-640-16,-2-4-1677 0,9-8-1859 0</inkml:trace>
  <inkml:trace contextRef="#ctx0" brushRef="#br0" timeOffset="37697.197">13088 7680 11909 0,'0'0'2652'0,"0"0"-1820"16,0 0-732-16,0 0 104 0,0 0 96 15,0 0 316-15,0 0 144 0,0 0-240 16,0 0-272-16,88 19-184 0,-60-19-64 16,-4 0-160-16,3 0-348 0,1 0-336 15,-4-3-276-15,4-4-444 0,-13 1-1420 0,10-6-3737 16</inkml:trace>
  <inkml:trace contextRef="#ctx0" brushRef="#br0" timeOffset="38055.44">13805 7515 12381 0,'0'0'2212'0,"0"0"-1392"0,0 0-292 15,0 0-96-15,0 0 240 0,0 0-24 16,0 0-204-16,0 0 0 0,0 0-88 16,-51 82-24-16,46-55-96 0,1 1-4 15,4 3 148-15,0-3 20 0,-4 2-68 16,4-5-248-16,0-6-84 0,0 0-8 15,0-6-76-15,4-4-160 0,0-3-184 16,1-2-368-16,2-2-164 0,5-2-380 0,1-2-996 16,-2-5-2353-16,9-9-3003 0</inkml:trace>
  <inkml:trace contextRef="#ctx0" brushRef="#br0" timeOffset="38547.342">14152 7563 2232 0,'0'0'0'0,"0"0"-772"0,0 0-168 0,0 0 616 0,0 0 208 15,0 0 116-15,0 0 24 0,0 0 668 0,0 0-80 16,0 0-220-16,-33 9-80 0,33-3-168 16,0 1 40-16,0-4 2916 15,0 0-980-15,0 0-576 0,0-3-328 16,0 3-95-16,0-3-197 0,0 0-184 0,0 4-152 15,-3-4-96-15,3 0 52 0,0 3 36 16,0-3-24-16,0 3-76 0,0 0-96 16,0 4 28-1,0 2 160-15,0 3-56 0,0 2-8 16,0-2-16-16,0 2-100 0,0-3 12 0,0-1-4 0,0 2-80 0,0-5-92 16,0 3-104-16,0-7 20 15,0 0-68-15,0-3-76 0,3 0-100 0,6 0-116 16,-5-3 8-16,8 0-60 0,0-3-52 15,0-1-108-15,-1-2 12 16,2 2-112-16,2-6 160 16,-2 5 60-16,-2-6-12 0,1 4-16 0,0-6-36 15,-4 2-40-15,5-3-204 0,-6 1-188 0,-3 0 72 16,0 4 140-16,-4-1 312 0,0 4-16 0,0 2 4 16,-8 1 128-16,1 2-184 0,-2 4-72 15,-3 0 252-15,0 4-88 16,0 4 12-16,-3 3 156 0,2-2-120 0,6 1-60 15,-1-4-237-15,-1-3-763 16,5 0-976-16,1-3-2576 0,3 0 2732 0</inkml:trace>
  <inkml:trace contextRef="#ctx0" brushRef="#br0" timeOffset="38848.703">14566 7436 132 0,'0'0'12925'0,"0"0"-10605"0,0 0-1124 16,0 0-488-16,24 75-160 0,-20-43 268 16,0 7 116-16,-4-2-200 0,4 5-204 15,0 3-56-15,0-1-132 0,0 3-47 16,-4 1-109-16,0 0-180 0,0 0-4 15,0-1-40-15,0-3-229 0,0-2-47 16,0-8 60-16,0-6-96 0,4-1-28 16,0-8-48-16,-4 0-48 0,4-10-136 0,0-2-288 15,0-5-304-15,-4-2-292 0,4 0-504 16,-1-9-268-16,-3-7-121 0,5-3-1543 16,-1-6 424-16,-4 3 2205 0</inkml:trace>
  <inkml:trace contextRef="#ctx0" brushRef="#br0" timeOffset="39084.23">14638 7486 28 0,'0'0'10588'0,"0"0"-9183"0,0 0-777 16,0 0-144-16,0 0 40 0,0 0 312 0,0 0-80 16,44-62-376-16,-32 62-192 15,-1 0-24-15,2 5-16 0,-2 4-84 16,2 5 40-16,-2 5 132 0,-7 2-36 0,-4 5 88 15,0 3 72-15,0 2-212 0,-11 1 4 16,-6-4-152-16,6-2-72 16,-2-4-76-16,2-2-140 0,3-11-348 15,4-6-216-15,0-3-208 0,4 0-684 16,0-12-1265-16,4-5-2599 0</inkml:trace>
  <inkml:trace contextRef="#ctx0" brushRef="#br0" timeOffset="39250.735">14933 7511 11089 0,'0'0'1748'0,"0"0"-844"16,0 0 8-16,0 0 224 0,36 77 204 0,-33-55-264 15,-3 0-324-15,4 0-408 16,-4 2-132-16,0-9-212 0,-4 0-76 16,-3-1-304-16,3-5-284 0,0-4-204 0,0 0-440 15,-1-5-952-15,-2 0-2433 16,3-7-3239-16,-4-9 7436 0</inkml:trace>
  <inkml:trace contextRef="#ctx0" brushRef="#br0" timeOffset="39429.517">14989 7267 6748 0,'0'0'8133'0,"0"0"-6509"0,0 0-676 15,0 0 252-15,0 0 12 0,0 0 108 0,0 0-495 16,0 0-557-16,0 0-268 0,0 0 0 15,75 44-437-15,-62-40-267 0,-2 3-248 16,-3-1-200-16,4 0-1200 0,-8 1-2908 0,0 8-3513 16</inkml:trace>
  <inkml:trace contextRef="#ctx0" brushRef="#br0" timeOffset="39714.015">15275 7610 9400 0,'0'0'5073'16,"0"0"-3637"-16,0 0-832 0,0 0 208 15,0 0-72-15,0 0 64 0,92 28-44 0,-68-37-308 16,0-10-452-16,-1 3-256 0,5-6-260 16,-3 0-220-16,-5 3-116 15,-5-1-68 1,2 5-248-16,-10 1-56 0,-3 3-8 0,-4 4 376 0,0 0 316 16,-4 2 540-16,-7-2 24 0,-2 4 312 0,-2-1 48 15,-2 4 88-15,2 0 52 0,-1 7 100 16,-5 5 184-16,6 9 96 0,-2 4-196 15,-2 6-112-15,-1 1 112 0,4 6 8 16,0-4-4-16,1 2-136 0,6-4-108 0,1-7-264 16,8-6-204-16,0-6-124 0,4-7-196 15,4-3-120-15,4-3-112 16,8-6-248-16,0-7-216 0,-4 1-1340 0,16-21-3977 0</inkml:trace>
  <inkml:trace contextRef="#ctx0" brushRef="#br0" timeOffset="40002.577">15921 7388 3100 0,'0'0'11665'0,"0"0"-9593"0,0 0-572 15,0 0 48-15,0 0-496 0,0 0-164 16,0 0-295-16,-56 69-445 0,48-52-64 16,0 1 0-16,5-2-84 0,3 4-36 0,0-7 28 15,0 2-32-15,11-2-32 0,-3 0-12 16,8-1-28-16,-4-2 52 0,4-1-132 15,4 2-76-15,-4-3-37 0,-1 3 97 16,2-5 16-16,-2 2 20 0,-2-1-12 16,-2 0 28-16,-3 2 56 0,-4 0 100 15,-4 5 0-15,0-6 68 16,0 6-68-16,-12 2 0 0,1-4-8 16,-9 4-360-16,-1 0-60 0,-2 0-184 0,-5 0-336 15,0-1-752-15,-4-2-1128 0,-3-4-2505 0,3 1-2167 16,-20 0 6613-16</inkml:trace>
  <inkml:trace contextRef="#ctx0" brushRef="#br0" timeOffset="45632.164">20363 5864 888 0,'0'0'7652'0,"0"0"-5972"16,0 0-235-16,0 0-73 0,0 0 76 0,0 0 128 15,0 0-188-15,0 0-176 0,0 0-232 16,-51-10-196-16,51 10-224 15,0 0-196-15,8 0-72 0,-1 0-35 0,14 3-49 0,7 4-16 16,7-1 40-16,16 1 8 16,2-4-92-16,6-3-144 0,-3 0-4 15,0 0 0-15,-5 0-124 0,2-7-80 0,-10 1-184 16,1 0-125-16,-8-1-215 0,-4 1-176 16,-8 6-372-16,-9-3-992 0,-2 3-2696 15,-13 0-3625-15</inkml:trace>
  <inkml:trace contextRef="#ctx0" brushRef="#br0" timeOffset="45807.506">20344 6124 1264 0,'0'0'10905'0,"0"0"-8953"16,0 0-876-16,0 0-812 0,0 0-152 15,0 0 264-15,0 0 568 0,0 0 368 16,107 32-252-16,-55-29-336 0,8 1-260 0,0-4-256 15,-1 0-128-15,-4-7-80 0,-2 1-72 16,-1-4-160-16,-9 1-280 0,2-5-236 16,-6 2-212-16,-3-7-492 0,-12 6-1272 15,4-15-2945-15</inkml:trace>
  <inkml:trace contextRef="#ctx0" brushRef="#br0" timeOffset="46114.351">20893 5540 9816 0,'0'0'1653'16,"0"0"-641"-16,0 0 328 0,0 0-48 0,0 0 4 15,0 0-176-15,104 7 328 0,-61-1-444 16,13 7-272-16,0-1-160 0,0 1-220 16,-8 3-83-16,0 0-73 0,-5 6-196 15,-7 3-24-15,-4 3-52 0,-8 5-80 16,-8 4-113-16,-8 5-119 0,-8 2 36 15,0 7 180-15,-20 0 112 0,-3 6 60 0,-10-3 48 16,-3 1 12-16,-7-5 64 16,-2 0 68-16,2-5 76 0,0-7-72 0,2-3-144 15,5-9-52-15,4-7-84 0,8-4-232 0,1-5-284 16,7-7-156-16,8-3-116 16,4 0-696-16,4 0-1284 0,0-3-3489 15</inkml:trace>
  <inkml:trace contextRef="#ctx0" brushRef="#br0" timeOffset="46697.874">22698 5600 1304 0,'0'0'1148'0,"0"0"-836"0,0 0 2880 16,0 0-1032-16,0 0-488 0,-24-72-267 15,24 65-45-15,0 3-148 0,-4 2-72 16,4 2-20-16,0 0-64 0,0 0-140 16,0 2-164-16,0 5-284 0,0 5-160 0,0 11 96 15,0 9 132-15,4 12-48 0,0 13-208 16,-4 7-96-16,0 9-100 16,0 3-36-16,0 4-36 0,-8-1 84 0,-3 4-32 15,2-1-60-15,-3-6-4 0,1-9-52 16,7-7-92-16,-1-8 36 0,1-12-76 15,0-5-120-15,4-9-136 0,0-11 24 0,4-5-60 16,0-10-136-16,5 0-276 16,6-13-628-16,2-9-1108 0,7-10-1857 0,-9 4-2759 15,13-23 5001-15</inkml:trace>
  <inkml:trace contextRef="#ctx0" brushRef="#br0" timeOffset="46964.039">23085 5709 7248 0,'0'0'6217'0,"0"0"-4241"0,0 0-584 16,0 0-436-16,0 0 180 0,87 41-44 0,-55-35-260 15,4-6-212-15,4 0-280 16,7 0-123-16,5-6-45 0,0-4-172 0,1-6 0 16,-2-3-340-16,1 0-269 0,-5 0-267 15,-6 3-252-15,-6 0-636 0,-11 4-2200 16,-8 2-3541-16</inkml:trace>
  <inkml:trace contextRef="#ctx0" brushRef="#br0" timeOffset="47163.976">23224 5864 8824 0,'0'0'4861'0,"0"0"-3517"0,0 0-300 15,-28 89-540-15,28-54 144 0,0-1 576 16,0 11 68-16,0-1-180 0,-4 1-528 16,0 3-244-16,0-4-215 0,1-3-125 0,-1-2-85 15,-1-1-231-15,1-10-304 0,0-3-188 16,4-9-96-16,0-3-180 0,0-9-988 15,4-4-1912-15,5-7-1405 0,-5-3-1035 16</inkml:trace>
  <inkml:trace contextRef="#ctx0" brushRef="#br0" timeOffset="47313.635">23276 6175 12757 0,'0'0'2440'0,"0"0"-1292"0,0 0-624 0,0 0 380 16,79-6 148-16,-51 6-488 0,0-3-332 15,0 0-224-15,0 3-8 0,4-4-120 16,-8 4-372-16,0 0-324 0,-5 0-272 16,-2 0-608-16,-9 4-1516 0,-8-1-3193 15,-8 9 606-15</inkml:trace>
  <inkml:trace contextRef="#ctx0" brushRef="#br0" timeOffset="47480.036">23177 6454 5276 0,'0'0'7069'0,"0"0"-5857"15,0 0-816 1,0 0-144-16,0 0 584 0,0 0 488 0,0 0-56 0,83 19-228 16,-39-25-440-16,7-2-292 0,1-9-184 15,4-3-124-15,-4 2-332 0,-4-5-88 16,4 1-452-16,-5-3-8 0,-3 0-500 0,-8 2-1048 16,7-11-3349-16</inkml:trace>
  <inkml:trace contextRef="#ctx0" brushRef="#br0" timeOffset="47747.182">24176 5547 468 0,'0'0'12133'0,"0"0"-10313"16,0 0-1528-16,0 0 12 15,0 0 488-15,0 0 648 0,0 66-164 0,0-31-392 16,4 3-420-16,-4 10-96 0,0 3 0 15,0 6-52-15,0 4-96 0,-4 4-76 16,-7 6-96 0,-2 1-48-16,-2 5-12 0,-2-4 0 15,2 0-180-15,-2-7-152 0,6-2-80 0,3-6-16 0,3-11 36 16,5-6-40-16,0-12-72 0,9-7-76 0,-1-6-276 16,7-9-300-16,2-7-356 0,3 0-784 15,-5-17-1853-15,2 4-1771 0,6-15 5072 0</inkml:trace>
  <inkml:trace contextRef="#ctx0" brushRef="#br0" timeOffset="47947.04">24678 6166 5460 0,'0'0'8729'0,"0"0"-6713"0,0 0-852 15,0 0-284-15,100 19-92 0,-76-13-360 0,0 0-428 16,0 1-72-16,-4 2-480 0,-1-3-388 16,-2-3-288-16,-6 4-1256 0,1-1-3837 15</inkml:trace>
  <inkml:trace contextRef="#ctx0" brushRef="#br0" timeOffset="48113.576">24575 6397 8656 0,'0'0'4585'0,"0"0"-3025"16,0 0-1016-16,0 0-180 16,0 0 652-16,0 0 460 0,0 0-60 0,0 0-292 0,0 0-504 15,91 42-340-15,-55-42-280 16,0 0-60-16,0-7-452 0,4 1-424 0,-8-3-388 16,4-1-984-1,-12 3-3317-15,4-5-5071 0</inkml:trace>
  <inkml:trace contextRef="#ctx0" brushRef="#br0" timeOffset="48714.761">25507 5629 784 0,'0'0'1460'16,"0"0"1368"-16,0 0-1564 16,0 0-56-1,0 0 116-15,0 0 292 0,0 0 185 0,0 0-205 16,0 0-280-16,0 0-220 0,0 0-196 0,-28-48-96 0,28 48-88 16,0 0-152-16,9 0-36 0,-2 4-136 15,14 5 84-15,6 0 180 0,4 1-35 0,14 0-173 16,2-4-60-16,5 0-168 0,4-2-124 15,0-4-36-15,0 0-12 16,-1-4-48-16,-7-2-8 0,0 0 0 0,-4-4-148 16,-8 4-196-16,-5-3-240 0,-3 5-249 15,-7-2-207-15,-6 6-424 0,-7 0-936 16,1 0-1852-16,-9 0-1677 0</inkml:trace>
  <inkml:trace contextRef="#ctx0" brushRef="#br0" timeOffset="48963.589">25842 5639 3848 0,'0'0'4720'0,"0"0"-3024"15,0 0-623-15,0 0-125 0,0 0 76 0,-36 85 436 16,36-50-128-16,-4 6-68 16,4 7-408-16,0 2-304 0,0 8-60 0,-4 6 36 15,0 2 0-15,-8 1-104 0,4 2-144 16,0-2-156-16,-4-6-64 0,4-4-24 15,4-10-36-15,0-9-72 0,4-8 0 16,0-11 8-16,4-4-32 0,4-8-368 16,5-4-160-16,-2-3-244 0,1 0-220 15,0-13-568-15,4-6-1008 0,0-4-2837 16,-8 4-2091-16,3-12 7252 0</inkml:trace>
  <inkml:trace contextRef="#ctx0" brushRef="#br0" timeOffset="49130.174">25870 6163 6536 0,'0'0'7269'0,"0"0"-5917"16,0 0-1348-16,0 0 212 0,0 0 680 16,95-13 412-16,-59 13-148 0,8 0-188 15,0 0-276-15,4-3-296 0,3 3-232 0,1-7-168 16,-4 1-220-16,-4 0-280 0,-1-5-148 16,-6 5-260-16,-5-2-328 0,-9 1-880 15,-7 3-2184-15,-12-2-2989 0</inkml:trace>
  <inkml:trace contextRef="#ctx0" brushRef="#br0" timeOffset="49565.824">25379 5356 1280 0,'0'0'1172'16,"0"0"5012"-16,0 0-4528 15,0 0-215-15,0 0-389 0,0 0-136 16,0 0-116-16,0 0-204 0,0 0-256 0,0 0-88 15,0 0-164-15,0 0 236 16,-28 29 132-16,25 9 52 0,3 12 240 0,0 8 40 16,0 9-36-16,-4 5-164 0,0 5-76 15,-4 8-60-15,0 7-220 0,-4 4-136 16,-1 8-24-16,2 1-72 16,-1 0 0-16,-4-4-12 0,4-8-84 0,5-8-40 15,-6-9-68-15,9-6-52 0,0-6-52 16,0-10 100-16,4-7-156 0,0-8-4 15,0-11-112-15,4-6-100 0,8-11-164 16,4-9-500-16,12-4-724 0,0-18-608 0,8-12-2497 16,-4 7-215-16</inkml:trace>
  <inkml:trace contextRef="#ctx0" brushRef="#br0" timeOffset="49949.102">26973 5284 312 0,'0'0'6768'0,"0"0"-1863"0,0 0-3521 15,0 0-812-15,0 0 72 0,0 0 580 16,0 0 204-16,0 0-204 0,0 0-288 16,-20 91-240-16,16-59-72 0,-7 6-40 15,2 3-35-15,-3 4-77 0,1 2-192 0,2 4-88 16,-2 6-44-16,-6 0-52 16,6 7-44-16,-1 6-52 0,3 0-8 0,-2 5-88 15,3 6-40-15,0-3-104 0,4-5-148 16,4 1-97-16,0-11-39 0,0-2-120 0,0-8-80 15,4-8-160-15,0-10-124 0,8-7-384 16,-4-6-32-16,4-5-644 16,0-5-605-16,-5-6-1895 0,2-3-40 0,-5-3 4168 15</inkml:trace>
  <inkml:trace contextRef="#ctx0" brushRef="#br0" timeOffset="51825.786">27260 4997 3368 0,'0'0'1240'0,"0"0"844"0,0 0 56 16,0 0-264-16,0 0-231 0,0 0 127 0,0 0-320 15,84-25-132-15,-72 25-288 16,-4 0-208-16,0 3-208 0,0 3-128 15,-1 4-96-15,2 2-112 0,-5 5 64 0,4 5-28 16,-8 0-72-16,3 6-100 0,-3 1-72 16,0-3-24-16,0 2-44 0,0-6-4 15,0-3-4-15,-3-3-68 0,3-3-12 16,0-4-48-16,0 1-16 0,0-4 4 16,-4-3-100-16,4 1-60 0,0-2-52 15,-4 3 24-15,4-5 16 0,0 0-4 0,0 0-12 16,0 0-12-16,4-7-76 0,7 0-148 15,2-6 56-15,6 1 276 0,9-10 224 16,0-4-100-16,-4 1 64 0,4 0-16 0,-8 6 64 16,-4 0 88-16,-4 8 296 0,-4 5 128 15,-4 0-180-15,0 6-32 0,-4-2-92 16,4 2-12-16,-4 0-8 0,4 0-44 16,-4 0-84-16,0 0-56 15,7 5 4-15,-3 2 128 0,1 0 36 16,3 4 36-16,0 3 24 0,-1 1 24 0,-3 1 24 15,9 3-20-15,-10 4-56 0,5-1-116 16,-4 0-88-16,1-3-8 0,-1 6-44 16,0-5-164-16,-4 2-276 0,3-3-316 15,1-3-52-15,4-1-268 0,1-5-1028 0,-2 0-1936 16,9-8-2133-16</inkml:trace>
  <inkml:trace contextRef="#ctx0" brushRef="#br0" timeOffset="58251.753">19276 7242 5684 0,'0'0'4288'15,"0"0"-2587"-15,0 0-1329 16,0 0-244-16,0 0 896 0,0 0 564 0,0 0-100 15,-60 105-504-15,40-48-56 0,-4 17 156 16,-4 4-200-16,-3 15-300 0,-6 1-376 16,1 6-60-16,1-7-148 0,-1 0 0 0,8-14-148 15,4-9 136-15,4-16-160 16,12-15 28-16,0-11-124 0,4-12-200 0,4-6-144 16,0-10-40-16,0-3-12 0,12-13-280 15,4-10-548-15,3-9-724 16,6-13-765-16,-5 11-1255 0,12-33-284 0</inkml:trace>
  <inkml:trace contextRef="#ctx0" brushRef="#br0" timeOffset="58510.162">19188 7410 5368 0,'0'0'1692'16,"0"0"-240"-16,0 0 1481 0,0 0-1265 0,0 0-752 16,0 0-92-16,0 0 32 0,0 0 24 15,88 26-60-15,-64-1 72 0,4 10-164 16,-1 3 8-16,6 10-28 0,-2-1-404 15,1 7-144-15,-5 4-12 0,-3 2-136 16,-3 0-8-16,-10 1 8 0,-2-1-12 0,-5-4-8 16,-4-1-176-16,0-12 88 15,0-4 80-15,-9-7 4 0,5-10-108 0,-3-6-88 16,-1-10-120-16,0-2-76 0,-4-4-148 16,0 0-260-16,-8-6-256 0,-1-5-408 15,2-3-252-15,-5-6-8 0,4-6-245 16,-3-5-439-16,-1-1-1528 0</inkml:trace>
  <inkml:trace contextRef="#ctx0" brushRef="#br0" timeOffset="58662.384">19176 7836 1916 0,'0'0'1072'0,"0"0"140"0,0 0 3780 15,0 0-3468-15,0 0-199 0,0 0-569 0,0 0-208 16,0 0 140-16,0 0 488 0,-20-35-116 16,32 47-100-16,0-1-268 0,4-3-108 15,4-2-264-15,0 1-64 0,-1-7-156 16,9 0-100-16,-3 0-180 0,6-2-460 15,1-9-152-15,4 3-416 0,-12 1-1256 0,8-9-3589 16</inkml:trace>
  <inkml:trace contextRef="#ctx0" brushRef="#br0" timeOffset="58948.611">19777 7624 7384 0,'0'0'1660'0,"0"0"561"16,0 0-1217-16,0 0 360 0,0 0 548 16,45 75-172-16,-30-43-192 0,6 6-188 0,-2 3-360 15,5 1-392-15,0-1-255 16,0 0-185-16,0-6-168 0,-1 0-4 15,-2-7-212-15,-1-6-125 0,-5-2-147 0,2-4-84 16,-6-5-136-16,1-4-188 0,1-7-696 16,-6 0-1304-16,1-2-2417 0,1-24-2703 15</inkml:trace>
  <inkml:trace contextRef="#ctx0" brushRef="#br0" timeOffset="59116.223">20120 7626 5320 0,'0'0'6425'15,"0"0"-4785"-15,0 0-788 0,0 0-208 0,0 0 60 16,-92 38 228-16,64-9 300 0,-4 6-144 16,-3 9-304-16,3 3-148 0,-4 5-160 15,1-1-148-15,-1-1-84 0,4-5-208 16,4-5-36-16,8-1-292 0,-1-10-376 16,14-7-276-16,-1-9-136 0,8-4-372 15,0-9-548-15,4 0-952 0,16-16-2333 0</inkml:trace>
  <inkml:trace contextRef="#ctx0" brushRef="#br0" timeOffset="59348.119">20451 7474 10981 0,'0'0'4300'0,"0"0"-3304"0,0 0-284 0,11 86 404 0,-6-45 212 16,-1 10 104-16,0 0-363 15,4 6-425-15,-4-4-148 0,-1 2-184 16,1-1-116-16,1-4-80 0,-1 2-116 0,-4-12-328 16,4-5-128-16,0-9-116 0,0-8-21 15,3-5 57-15,6-6-208 16,-5-7-380-16,3 0-668 0,2-10-736 0,-6-2-1400 16,5-18-1489-16</inkml:trace>
  <inkml:trace contextRef="#ctx0" brushRef="#br0" timeOffset="59716.604">20618 7489 11985 0,'0'0'1852'0,"0"0"-900"0,0 0 156 16,0 0 132-16,96-32 24 0,-69 27-304 0,-3 5-360 16,1 0-208-16,-5 0-148 0,-1 2-184 0,-6 5 24 15,-6 6-12-15,1 2 76 0,-8 7 84 16,0 3-76-16,-11 5-56 0,-10 5-28 0,-3 2-20 15,-3 5-52-15,-6 0-84 16,6-4-24-16,-1-4 24 0,8-4 84 16,9-9 0-16,2-2 0 0,5-5-4 0,4-3-92 15,4-1-12-15,8 2-4 0,4-1 108 16,4 3 4-16,4 0 48 0,-5 2-40 16,9 0 40-16,-3 3-40 0,-5-7 40 15,-1 4-44-15,1 0 80 0,-8 0-24 16,-3-3 52-16,-2 3 116 0,-7 0-56 15,0 0-87-15,-7 3-85 0,-10 3-37 0,-7 3-111 16,-4 0 28-16,-4 0-88 0,-3-2-96 16,-5-4-84-16,1-2-284 15,-2-6 12-15,-2-4-140 0,-1-4-340 0,-4-3-912 16,4-3-1980-16,-28-11-3097 0</inkml:trace>
  <inkml:trace contextRef="#ctx0" brushRef="#br0" timeOffset="60197.489">18232 7032 4652 0,'0'0'4352'16,"0"0"-1459"-16,16 67-925 0,-8-30 24 15,0 9-400-15,-5 7-272 0,-3 4-312 0,0 4 68 16,0 10-200-16,0 1-367 16,-7 10-145-16,3 8-12 0,-9 5-112 0,6 10-72 0,-1 2-44 15,0 4-120-15,-1 0-8 16,2-2-64-16,3-5-32 15,0-8-56-15,4-8-120 0,0-11-148 0,4-10-40 16,4-14-57-16,8-12-27 0,3-5-308 16,9-17-580-16,8-13-496 0,1-9-652 15,-6-7-1633-15,21-27-2303 0</inkml:trace>
  <inkml:trace contextRef="#ctx0" brushRef="#br0" timeOffset="60934.308">21407 7436 1228 0,'0'0'7912'16,"0"0"-7512"-16,0 0-204 15,0 0-160-15,0 0 676 0,13-70 305 0,-13 60 115 16,0 4-392-16,0 3-56 0,0-1-228 15,0 4-64-15,0 0 12 0,0 0 148 16,-5 0 228-16,5 0 104 0,0 7-28 0,0 6-20 16,0 6 96-16,0 3 92 15,-4 10-163-15,4 10-181 0,0-2-136 16,-4 11-168-16,4 4-52 0,0 7-68 0,0 2 32 16,4 5-108-16,0 1-96 15,1 4-76-15,2-5-8 0,-3 0-48 0,0-1-96 16,0-5-120-16,0-2-36 0,0-7-88 15,-4-7-204-15,8-5-4 0,0-7-93 16,4-13-311-16,0-3-748 0,7-13-1084 0,-6-2-2921 16,2-11-4203-16</inkml:trace>
  <inkml:trace contextRef="#ctx0" brushRef="#br0" timeOffset="62550.574">22180 7911 2436 0,'0'0'300'16,"0"0"-68"-16,0 0 5808 16,0 0-3943-16,0 0-149 0,0 0-512 0,0 0-88 15,0 0-220-15,0 0-96 0,0 0-168 16,60-5-92-16,-44 5-160 0,3-3-148 16,2 3-112-16,3 0 28 0,4-4-64 0,0 4 25 15,-1 0-137-15,5-3-96 0,1 0-52 16,-2 3-56-16,1-7-12 0,4 4-160 15,-4 0-264-15,0 1-161 0,-4-2-135 16,0 4-160-16,-9 0-336 0,1 0-736 16,-8 0-1232-16,-12 0-3009 0</inkml:trace>
  <inkml:trace contextRef="#ctx0" brushRef="#br0" timeOffset="62765.245">22161 8153 8200 0,'0'0'4473'0,"0"0"-3453"0,0 0-1020 0,0 0 116 15,0 0 136-15,0 0 724 16,0 0 168-16,0 0-240 0,91 13-384 0,-51-10-400 16,3-3-120-16,-2 0-212 15,2 0-248-15,1 0-300 0,0 0-272 16,-8 0-1240-16,7-6-3661 0</inkml:trace>
  <inkml:trace contextRef="#ctx0" brushRef="#br0" timeOffset="65979.683">23368 7563 7080 0,'0'0'1480'15,"0"0"1017"-15,0 0-1289 0,24-85-148 16,-20 59 72-16,3 3 228 0,1-2-244 16,-4 6-196-16,5 3-352 0,-2 3-76 15,-3 4-136-15,0 5-48 0,0 2-40 16,0 2-24-16,0 2-60 0,1 11 36 16,2 3 112-16,-3 9 56 0,0 7-24 0,-4 10-120 15,0 5 1-15,0 13-137 0,-8 5 0 16,-8 7-24-16,4 4-84 0,-8 7 0 15,-3 3 0-15,-1-3-204 0,3-4-88 16,6-10-13-16,-1-9 1 0,8-10 72 0,4-10 64 16,0-12-112-16,4-9-160 0,4-6-160 15,4-7-212-15,3-6-164 16,6 0-404-16,2-13-448 0,5-9-672 0,-7 3-2101 16,18-28-1739-16</inkml:trace>
  <inkml:trace contextRef="#ctx0" brushRef="#br0" timeOffset="66412.761">23981 7461 10576 0,'0'0'1325'15,"0"0"-301"-15,0 0-172 0,0 0 176 16,0 0 204-16,0 0-64 0,0 0-240 0,0 0-324 16,-48 108-124-16,28-51 48 0,-7 10 96 15,-1 6 32-15,-4-1-156 0,-5 5-171 16,2-1-221-16,3-3-108 0,0-3-48 0,8-13-173 15,5-12-79-15,6-10 116 16,9-16 12-16,0-8-108 0,4-6-196 16,0-5-184-16,8-9-164 0,8-8-124 0,5-12-184 15,6-9-464-15,6-6-588 16,2-14-141 0,1 1-471-16,0-3 612 0,-1 0 828 15,-7 4 628-15,0-3 728 0,-7 6 508 0,-2 5 872 0,-7 10 312 16,-4 7 8-16,0 8 136 0,-8 7-251 0,4 10-385 15,-4-1-300-15,0 7-140 0,4 0-68 16,-4 4-264-16,8 12-140 0,0 3 112 16,4 13 260-16,4 6 80 0,-1 12-60 0,2 4-276 15,-2 4-108-15,2 2-88 16,-6 0-96-16,2 1-104 0,-6-4 68 0,5-7-76 16,-3-5-56-16,-2-8 48 0,-3-4-64 15,4-11-88-15,-4-7-132 0,1-1-116 16,-5-8-120-16,0-3-112 0,0-3-168 15,0 0-232-15,0-6-396 0,-5-7-880 0,1 2-2265 16,-8-19-1343-16</inkml:trace>
  <inkml:trace contextRef="#ctx0" brushRef="#br0" timeOffset="66574.996">23909 7969 11189 0,'0'0'1488'15,"0"0"-580"-15,0 0-236 0,0 0 24 0,0 0 84 16,0 0 76-16,0 0 4 15,0 0 68-15,0 0-180 0,104 0-196 0,-68-6-280 16,3-1-220-16,1-2-52 0,1-2-256 16,-2 3-284-16,1-9-236 15,-5 5-288-15,2-4-388 0,-9 4-1356 0,4-10-3701 16</inkml:trace>
  <inkml:trace contextRef="#ctx0" brushRef="#br0" timeOffset="66849.785">24794 7486 11789 0,'0'0'2020'15,"0"0"-1296"-15,0 0-372 0,0 0 40 16,0 0 512-16,0 0 508 16,0 0-228-16,11 83-456 0,-6-45-44 0,-5 9-76 15,0 5-96-15,-5 8-72 0,-2 0-111 16,-5 7-137-16,-4 3-132 15,0-1-60-15,0 0-12 0,-3 2-180 0,2-7 44 16,2-7-69-16,2-3-63 0,5-13 12 16,1-3-48-16,7-7-100 0,0-8-96 0,7-4-112 15,5-10-276-15,1-2-224 0,6-7-268 16,5-3-704-16,-4-6-1121 16,8-14-3527-16</inkml:trace>
  <inkml:trace contextRef="#ctx0" brushRef="#br0" timeOffset="67443.083">25288 7591 6156 0,'0'0'7649'0,"0"0"-6297"15,0 0-672-15,0 0-260 16,0 0 316-16,0 0 344 0,0 0-60 0,0 0-64 0,0 108-284 16,-8-51-148-16,0 6-48 0,0 7 45 15,0 1-193-15,-4-2-64 16,0 1-200-16,4 0-64 0,-3-3-76 0,2-6-164 15,5-5-88-15,4-8-36 0,0-11-97 16,4-4 33-16,8-11-48 0,0-7-120 16,8-5-116-16,-4-3-176 0,8-7-388 15,0-13-680-15,-9 4-1912 0,13-23-2597 0</inkml:trace>
  <inkml:trace contextRef="#ctx0" brushRef="#br0" timeOffset="67740.144">25846 7678 5076 0,'0'0'7641'15,"0"0"-6013"-15,0 0-868 0,0 0-120 16,0 0 764-16,0 0 80 0,20 97-204 0,-20-48-476 15,0 5-244-15,0 4-136 0,-4 0-43 16,-5 2-93-16,2-3-152 0,-1-2-136 16,0-4-88-16,-1-7-176 0,2-8-173 0,3-5 21 15,4-9-72-15,0-6 40 16,0-7-68-16,0-5-168 0,8-4-292 0,-5 0-200 16,10-7-480-16,-5-12-920 0,3 7-1393 15,2-23-631-15</inkml:trace>
  <inkml:trace contextRef="#ctx0" brushRef="#br0" timeOffset="68112.856">26005 7807 2996 0,'0'0'1276'0,"32"-71"68"16,-20 53 3456-16,4-1-3371 0,4 0 119 15,0 7-268-15,-1 1-20 0,2 6-204 16,-1-2-112-16,-1 5-192 0,1 2-272 0,-8 0-100 16,1 6-76-16,-6 2-84 0,-3 9-48 15,-4 2-24-15,-4 10-16 0,-7 2-44 16,-13 4-4-16,-8 6-36 15,0 4-48-15,-9-1-4 0,2-2-104 0,3-1-52 16,8-6 92-16,4-7 64 0,12-6 0 16,5-2-8-16,2-4-48 0,5-2-28 0,12 0-8 15,4-1 84-15,4-1 12 0,8 1 0 16,4 0-4-16,0-1 4 16,-4 1 8-16,0-1-4 0,-9 1 92 0,1-3 100 15,-8 3 84-15,-3 0 48 0,-6-1 12 16,-3 1 317-16,0 3-181 15,0-1-332-15,-3 2-144 0,-6-2-48 0,1 4-172 16,0-6-44-16,1 0-89 0,-2-4-123 16,1-2-36-16,1-5 24 0,-10-2 148 0,-2 0 56 15,-13 0-144 1,-8-9 108-16,-8-3 88 0,-4-11 132 16,1 1-160-16,-5-3-408 0,8-4-576 0,1 4-1484 0,15 8-1789 0,-5-8-2879 15</inkml:trace>
  <inkml:trace contextRef="#ctx0" brushRef="#br0" timeOffset="68528.781">26973 7534 15329 0,'0'0'2764'0,"0"0"-2656"16,0 0 228-16,0 0-336 0,0 0 920 0,-16 90 424 16,8-46-480-16,4 10-411 0,1 6-213 15,3 10 76-15,-4 0-48 0,4 9-40 0,-4-4-120 16,-1 5 0-16,-3 0-108 0,1-10-36 16,-1-4-24-16,-1-6-144 15,5-5-196-15,0-8-24 0,1-6-121 0,3-9-51 16,0-3-208-16,3-10-496 0,1-6-816 15,0-5-1836-15,5-8-2485 0</inkml:trace>
  <inkml:trace contextRef="#ctx0" brushRef="#br0" timeOffset="69735.472">25037 8111 468 0,'0'0'5536'0,"0"0"-4612"15,0 0-340-15,0 0 288 16,0 0 2269-16,0 0-1121 0,0 0-664 0,0 0-384 15,0 0-308-15,0 0-224 0,0 0-132 16,-32-10-132-16,36 10-128 0,0 0 4 16,0 0 96-16,4 0 0 0,-8 0-60 0,4 0-40 15,-4 0-36-15,0 0 76 0,0 0-4 16,0 0 28-16,0 0 12 16,0 0-36-16,0 5-88 0,-4-3-124 0,0 1-200 15,-4 4-108-15,0-3 12 0,4-1 56 16,4-3 52-16,-4 0 12 0,4 0 108 15,0 0 192-15,0 0 0 0,0 0 0 16,0-3-88-16,-3-1-48 0,3 1 84 0,0-1 52 16,0 4 96-16,0-3-96 15,0 3-48-15,0 0-192 0,0 0-12 0,0 0-76 16,0 0-580-16,7 0-596 0,1-2-801 16,-4 2-1827-16,8-5-1556 0,-43 22 5240 15</inkml:trace>
  <inkml:trace contextRef="#ctx0" brushRef="#br0" timeOffset="97063.481">24156 790 612 0,'0'0'1592'0,"0"0"248"0,0 0-1840 16,0 0 1640-16,0 0 1712 16,16-63-1415-16,-16 53-405 0,0 4-412 15,0 0-92-15,-3-1 8 0,-1 4-68 0,0 0-60 16,-1-3-144-16,-3 6-196 0,4-3-136 15,1 3-28-15,-5 0-52 0,-1 0 64 16,-2 6-48-16,-6 6-16 0,2 7-132 0,-6 3-88 16,2 5-24-16,3 0-68 15,0-2-40-15,4-2-64 0,4-7 4 0,4-3-24 16,4-10-76-16,0 0-32 0,0-3-76 16,4 0-124-16,4 0 112 0,8 0 36 15,0-6-12-15,4-4-52 0,4-2-60 0,-5-4 24 16,5-3 24-16,-3 3 84 15,-2-3 76-15,-3 3-28 0,0 6 116 16,-4 1 20-16,-4 2-20 0,0 4-28 0,-4 3-12 16,4 0 112-16,-4 3 0 15,0 7 112-15,0 3 76 0,0 8 84 16,0 5 124-16,-4 7-100 0,0 1-52 0,-4 4 28 16,0 3 20-16,-4 0-132 0,1 1-48 15,-6-4 20-15,5 0-68 0,1-3-52 16,-2-7-12-16,1-3 0 0,4-1 0 15,0-9-52-15,4-5-156 0,0-7-208 16,0 0-136-16,0-3-76 0,4 0-168 16,4 0-392-16,1-6-880 0,-2-1-1004 15,9-11-2649-15</inkml:trace>
  <inkml:trace contextRef="#ctx0" brushRef="#br0" timeOffset="97273.622">24479 819 6976 0,'0'0'6369'0,"0"0"-4453"15,0 0-648-15,0 0-792 0,0 0 292 16,0 0 564-16,0 0-252 0,0 0-360 16,84 13-464-16,-61-13-184 0,-2 0-72 15,3 0-40-15,-5 0-376 0,1 0-252 16,1 0-264-16,-10 0-412 0,1 0-980 0,-4 3-904 15,-8 0-1733-15,-3 7-1595 0</inkml:trace>
  <inkml:trace contextRef="#ctx0" brushRef="#br0" timeOffset="97429.055">24459 1002 5108 0,'0'0'7249'0,"0"0"-5385"16,0 0-880-16,0 0-432 0,0 0 428 0,0 0 200 15,0 0 4-15,0 0-336 0,0 0-396 16,0 0-244-16,88 46-100 15,-64-43-108-15,0-3-108 0,8-3-380 0,0-7-200 16,3-3-232-16,1-3-632 0,-4 3-2292 0,8-12-3517 16</inkml:trace>
  <inkml:trace contextRef="#ctx0" brushRef="#br0" timeOffset="97671.803">25069 727 1748 0,'0'0'10285'0,"0"0"-8457"16,0 0-1296-16,0 0 188 16,0 0 716-16,-32 67 16 0,24-40-368 0,4 6-348 15,-8 8-320-15,4 3 12 0,-3 7 192 16,-2 3-96-16,-6 4-291 0,2-2-125 0,-3 2-104 16,1-4-4-16,-2-7-12 0,1-2-72 15,9-7-161-15,-1-6-155 0,3-7-40 16,9-6 0-16,0-6-48 0,0-4 0 0,0-2-52 15,0-7-4-15,9 0-468 16,-1-7-540-16,-1-5-1104 0,1-1-2121 16,9-19-1695-16</inkml:trace>
  <inkml:trace contextRef="#ctx0" brushRef="#br0" timeOffset="97942.43">25057 663 3116 0,'0'0'7941'0,"0"0"-6873"0,0 0-1068 0,0 0 128 16,0 0 36-16,0 0 872 15,0 0-124-15,0 0-316 0,79-3-68 16,-58 16-76-16,-6 0-44 0,1 2-36 0,-4 1-184 16,1 3 36-16,-6 0-12 0,1 3-112 15,-8-3-4-15,0 1 56 0,0-1-16 16,-12 0-112-16,0 3-24 0,-7-3-172 15,-2-3-164-15,-3-3 100 0,5-4 12 0,-5 0-176 16,3-5-144-16,6-4-108 0,-1 0-144 16,4-4-460-16,4-5-784 15,0-4-2569-15,4 1-1643 0</inkml:trace>
  <inkml:trace contextRef="#ctx0" brushRef="#br0" timeOffset="99082.065">25351 460 1800 0,'0'0'536'0,"0"0"324"0,0 0 5056 16,0 0-3319-16,0 0-681 0,0 0-532 15,0 0-316-15,0 0-316 0,0 0-228 16,0 0-152-16,28 0-148 0,-20 10-16 0,1-1 76 16,2 4 124-16,1 3 72 0,-3 3-64 15,-2 3-172-15,-3-2-108 16,0-1-88-16,-4-5-4 0,4 5-44 0,-4-5 0 16,0-1-4-16,0-4-48 0,0-3-120 15,0-2-84-15,0-1-112 0,0-3-88 16,0 0 24-16,0 0 0 0,0 0 0 0,0-3-28 15,0-1 60-15,0-2-48 16,0-3 4-16,9-4 56 0,-2-1 136 16,1-5 152-16,4 0 48 0,0 1 4 0,4-5 44 15,-4 8 0-15,0-1 4 16,0 3 76-16,-4 7 24 0,-4 0 112 0,0 6 28 16,0 0-100-16,-4 0 20 0,0 6 56 15,0 3 176-15,0 4-68 0,-4 3 24 0,0 0 48 16,-4 0 0-16,0-1-148 0,4-2-188 15,0-7-60-15,4 0-84 16,0-2-4-16,0-4 0 0,8 0 84 0,0 0 4 16,4 0 164-16,-1 0-68 0,10-4-48 15,-1-4-48-15,-1-3-16 0,1 2-32 16,1 4 44-16,-6-6-96 0,2 8-48 0,-6 0 64 16,1 3 20-16,-4 0 60 15,-4 3 4-15,4 7 160 0,-4-1 16 16,5 7-28-16,-6 0-52 0,-3 3 128 15,4 0-16-15,-4 4-96 0,0-4-104 16,4-4-8-16,-4 1-124 0,4-3-280 0,0-1-464 16,4 1-364-16,0-3-888 0,-4-4-2413 15,12-3-2767-15</inkml:trace>
  <inkml:trace contextRef="#ctx0" brushRef="#br0" timeOffset="102655.405">11578 2686 1096 0,'0'0'1668'16,"0"0"-1524"-16,0 0 156 0,0 0 4940 15,0 0-3248-15,0 0-459 0,0 0-369 0,0 0-56 16,0 0-24-16,0 0-100 0,0 0-172 16,4-4-68-16,-4 4-100 15,4 0-176-15,3 0-100 0,2 0 12 0,3 4-76 16,8 2 64-16,4-3-160 0,3 4-124 16,-3 2-84-16,8-3 4 0,-4 1-8 15,0-1-40-15,0-3 40 0,0-3-108 0,0 0-180 16,4 0-88-16,-4-9-184 15,0-1-220-15,-5-6-220 0,1 4-632 0,-11-1-1276 16,-2-6-2601-16</inkml:trace>
  <inkml:trace contextRef="#ctx0" brushRef="#br0" timeOffset="102897.725">12016 2517 820 0,'0'0'5080'0,"0"0"-252"15,0 0-3939-15,0 0-657 0,0 0-28 0,0 0 336 16,0 0 164-16,84-6-96 0,-64 6-228 16,-8 3-136-16,3 4-108 15,2 2-120 1,-6 0-12-16,-7 8 72 0,1-2 12 0,-5 5 100 16,0 5 228-16,-13 0-176 0,-2 7-148 0,-5-1-92 0,-1 4-176 15,2-3-240-15,-1-3-304 0,4-8-272 0,8-4-272 16,0-7-265-16,8-7-735 0,0-3-2596 15</inkml:trace>
  <inkml:trace contextRef="#ctx0" brushRef="#br0" timeOffset="103273.709">12523 2502 3088 0,'0'0'6372'16,"0"0"-4992"-16,0 0-1159 15,0 0-221-15,0 0 0 0,0 0 196 16,0 0 24-16,0 0 48 0,0 0-196 0,0 0-72 16,0 0-52-16,-9 35 0 0,9-33 40 15,0-2-104-15,0 5-92 0,0-5-36 0,0 2-25 16,0-2 21-16,0 0 120 15,0 0 128-15,0 0 68 0,0 0 64 16,0 0 8-16,0 0 1 0,0 0 3 0,0 0-4 16,0 0-24-16,0 0-116 0,0 0-168 15,0 0-269-15,0-2-131 16,0-3-168-16,0-1-132 0,0 3-4 0,0 0-24 16,0-3 168-16,0 6 64 0,0-4-92 15,0 1 16-15,0 3 740 0,-4-3 36 16,4 3 280-16,0 0-316 0,-4 0-732 15,4 0-440-15,0 0-380 0,8 22 720 16</inkml:trace>
  <inkml:trace contextRef="#ctx0" brushRef="#br0" timeOffset="103663.907">12523 2502 236 0,'-9'0'1292'0,"13"0"-252"15,-4 0-608-15,0 0 2280 16,5 0-828-16,-5 0-380 0,0 0-416 0,0-4-223 16,0 4-173-16,0-3-76 0,0 0-40 15,0 3-128-15,0 0-132 0,-5 0-20 0,5 0 8 16,0 0-40-16,0 0-24 15,-4 0-12-15,4 0-52 0,0 0-52 16,0 0-48-16,0 0 64 0,0 0 24 0,0 0 0 16,0 0-4-16,0 0-8 0,0 0-76 15,0 0-76-15,0 3-92 0,0-3-8 16,0 3 44-16,0 3 56 0,0 1 52 0,0-1-4 16,0 4 16-16,0 0 116 15,0-1-8-15,0 1 40 0,-4-1 0 0,4 3 40 16,0 5-16-16,-4 5-88 15,4 3 0-15,0 4-136 0,0 5 76 16,0 6-40-16,0 7-48 0,0 0 0 0,-4 7 48 0,4 0-48 16,-4 0 0-16,-3 0-4 15,7-6-48-15,-5-6 4 0,5-9-16 16,0 0 64-16,0-8-8 0,0-6-84 16,5-3-32-16,-1-4-236 0,-1-2 136 15,1-4-200-15,0-2-116 0,0-4-100 16,0 0-196-16,5 0-164 0,-2-4-380 0,1-5-773 15,0-7-739-15,0 3-2352 0,0-12 3393 16</inkml:trace>
  <inkml:trace contextRef="#ctx0" brushRef="#br0" timeOffset="103948.101">12590 2492 4232 0,'0'0'1512'16,"0"0"1336"-16,0 0-1996 0,0 0-360 16,0 0-168-16,0 0 645 0,0 0 315 15,0 0-252-15,0 0-256 0,75-25-180 16,-58 25-56-16,-2 9-100 0,2-3-84 0,-6 7-84 16,2 0-96-16,-6 3-16 0,1-1-32 15,-8 9 20-15,0-6 124 0,0 4 28 16,-4 1-4-16,-3-1-160 15,-6 3-64-15,1-3-72 0,1-3 0 0,-2 0 0 16,2-3-8-16,3-7-152 0,-4 2-112 16,4-9-112-16,0-2-176 0,-1 0-156 0,2-6-276 15,3-7-644-15,-4 0-1429 0,8-15-3195 16</inkml:trace>
  <inkml:trace contextRef="#ctx0" brushRef="#br0" timeOffset="104657">12980 2260 3484 0,'0'0'1928'0,"0"0"320"0,0 0-780 16,0 0-72-16,0 0 69 0,0 0 83 0,0 0-240 15,0 0-264-15,0 0-316 0,0 0-180 16,76 64 24-16,-76-36-64 0,0 1-200 16,0-3-136-16,-4-1-100 0,4-3-60 15,-4-6-12-15,4-7-16 0,0 1-92 0,0-7-16 16,0-3-112-16,0 0-108 16,8 0-176-16,0-3 96 0,4-4 64 0,0-5 36 15,3-4-20-15,2 0-84 0,-1-6-100 16,-4 2-64-16,3 1 352 0,-2 0 124 15,-2 0 116-15,2 4 52 0,-5 2 36 16,-1 0 204-16,1 7 100 0,-8 3-16 16,5 3-84-16,-5 0 20 0,4 0 56 15,-4 3-8-15,0 7 64 0,4-1-24 0,-4 4 8 16,0 0 24-16,3-1 12 0,-3-3-100 16,0 2-172-16,0-6-124 15,0 2-48-15,0-4-72 0,0 1 0 0,0-1 64 16,0 0-56-16,0-1-192 0,0 5-276 15,0 3-208-15,0-2-380 0,-3 6-872 16,-1-8-2465-16,0 7-3659 0</inkml:trace>
  <inkml:trace contextRef="#ctx0" brushRef="#br0" timeOffset="105312.824">13423 2279 1304 0,'0'0'4684'0,"0"0"1385"15,0 0-4177-15,0 0-932 16,0 0-292-16,0 0 228 0,0 0 100 0,0 0-156 16,0 0-236-16,4 84-320 0,-8-63-88 15,0 2-112-15,0-4-80 0,-5 0-4 16,6-7-96-16,-1-2-164 0,0-1-44 15,4-6-68-15,0-3-84 0,0 0-64 16,0 0-176-16,4-3 4 0,0 0 100 16,3-7 164-16,-2 1 176 0,3-4 52 0,0 0-144 15,-1-2-60-15,2 2 108 0,2-3-32 16,-3 3 160-16,1 5 132 0,-1-3 36 16,-1 5 356-16,-3 4 100 0,0 2 80 15,-4 0 8-15,4 0-68 0,-4 0-8 0,0 2 36 16,5 4 68-16,-5 0-12 15,0 5-40-15,0 1-124 0,0-2-172 0,0-5-128 16,0 2-96-16,0-3-60 0,0-1-40 16,4-3-12-16,3 0 100 0,5 0 4 15,0 0-88-15,8-3-104 0,0-4 52 16,4-2-12-16,-5 2 72 0,6 0 0 16,-9 1 28-16,-1 6-28 0,2 0 88 15,-6 0 132-15,-3 6 68 0,-3 5 24 16,3-3-4-16,-5 3 28 15,1 1-88-15,0 4-76 0,-4-3-84 0,4-1 0 0,0-2-96 16,1 2-200-16,-1-2-236 0,-1 0-164 16,5-1-292-16,0 1-800 0,1-4-2757 15,-6 4-4215-15</inkml:trace>
  <inkml:trace contextRef="#ctx0" brushRef="#br0" timeOffset="116483.332">15375 9893 5052 0,'0'0'1768'15,"0"0"208"-15,0 0-852 16,0 0-412-16,0 0-235 0,0 0 23 0,0 0 244 15,0 0 112-15,0 0-80 0,-4-6-104 16,4 6-52-16,4 0-132 0,-4 0-84 16,0 0-52-16,0 0-64 0,0 0-112 0,4 0-92 15,-4 0-20-15,8 0 36 0,-4 0 0 16,0 3 24-16,4-3 12 16,-1 3 0-16,10-3-36 0,-2 0 36 0,6 0-12 15,7-3-16-15,3-4-32 0,5 0-28 16,0 2 28-16,4-2 8 15,-4 0-32-15,0 1-40 0,-1 1 36 0,1 2-48 0,0-1-72 16,0 4 20-16,-4 0 48 16,0-3-8-16,0 3 12 0,-4 0-60 15,0 0-4-15,-1 0 60 0,-7 0-132 0,0 0-172 16,-8 0-152-16,1 0-124 0,-6 0-92 0,-3 0-280 16,-4 3-600-1,4 1-1393-15,-4-1-2987 0</inkml:trace>
  <inkml:trace contextRef="#ctx0" brushRef="#br0" timeOffset="118895.028">13817 10137 4468 0,'0'0'7501'0,"0"0"-6389"16,0 0-272-16,0 0-204 0,0 0 220 0,0 0 340 15,0 0-52-15,0 0-144 0,8-3-336 16,0 3-272-16,8 0-60 0,4 6 68 0,4 1 52 16,0-1-196-1,4 0-172-15,-4-2-72 0,3-1 32 0,1-3-44 16,-4 0-52-16,4-3 40 0,-4-3-280 0,-5-1-292 16,-2 1-112-16,-1-1-116 0,-12 4-284 15,0 3-752-15,-4-3-604 16,0 3-1433-16,-13 0-1255 0</inkml:trace>
  <inkml:trace contextRef="#ctx0" brushRef="#br0" timeOffset="119065.075">13932 10176 10212 0,'0'0'1305'0,"0"0"-317"16,0 0-580-16,0 0 128 0,-43 73 252 0,39-46 448 16,0 9-264-16,0-1-352 0,-1 6-260 15,5 0-124-15,0 1 0 0,0-1-148 16,-3-3-88-16,3-3-68 0,-4-7-164 15,4-2-80-15,0-7 40 0,0-6-16 16,0-8-212-16,0 2-216 0,0-7-208 16,0 0-256-16,0 0-688 0,0 0-737 0,0-7-1339 15,0-4-728-15</inkml:trace>
  <inkml:trace contextRef="#ctx0" brushRef="#br0" timeOffset="119206.282">13872 10509 10876 0,'0'0'1465'0,"0"0"-253"0,0 0-764 15,0 0 120-15,0 0 656 0,0 0 16 16,0 0-284-16,0 0-412 0,92-6-272 0,-72 6-184 16,-3 0-88-16,-2 0-208 15,2 0-372-15,-6 0-240 0,1 0-320 0,0 0-456 16,-8 6-1196-16,-4 3-2737 0</inkml:trace>
  <inkml:trace contextRef="#ctx0" brushRef="#br0" timeOffset="119395.018">13845 10690 8432 0,'0'0'3241'0,"0"0"-2037"16,0 0-872-16,0 0-52 0,0 0 444 0,0 0 264 15,0 0-20-15,0 0-216 0,0 0-180 16,100-22-100-16,-76 19-52 0,-1 0-148 16,5 3-100-16,-4-4-92 0,0 4-80 15,-4 0-12-15,4 0-396 0,-4 0-256 0,0 0-292 16,3 0-328-16,-6 0-624 15,-2 4-2349-15,5-4-2359 0</inkml:trace>
  <inkml:trace contextRef="#ctx0" brushRef="#br0" timeOffset="119861.745">14877 10236 11777 0,'0'0'4208'16,"0"0"-3580"-16,0 0-628 0,0 0 0 15,0 0 88-15,0 0 620 0,80-18 60 0,-57 18-420 16,5 0-116-16,9 0-96 16,-5 0-64-16,3 6 12 0,-3-1-80 15,0-2-4-15,-4 8 48 0,-5-5 112 0,1 0-84 16,-7 3-16-16,-2-2-12 0,1 3-36 16,-4-4 40-16,-4 3-44 15,-3 1 40-15,-2 2-48 0,-3 1-64 0,0 0-84 16,-8 2 12-16,-8 5-96 0,0 0-28 15,-3 1 76-15,-9-2 60 16,-4 0 124-16,-4-1 0 0,-4-1 8 0,0-4-8 16,0-1 0-16,-4-5 0 0,8-1-8 15,1-6-40-15,11 0-276 0,-1 0-172 0,14-3-160 16,3-3-112-16,8-4-412 16,4 4-916-16,8 0-2961 0,12-4-2591 0</inkml:trace>
  <inkml:trace contextRef="#ctx0" brushRef="#br0" timeOffset="120082.145">15427 10509 12297 0,'0'0'1508'0,"0"0"-648"0,0 0-504 16,0 0 148-16,0 0 440 0,-45 69 312 16,26-53-476-16,-1 1-376 0,-4 1-120 15,-3-4-124-15,-1 1-64 0,-9-2 52 0,5-1 0 16,-7-2 12-16,-5-3-56 0,0-1-104 15,-3 0-48-15,2-3-40 16,2 0-44-16,3 1-248 0,4-4-160 16,9 3-164-16,6-3 48 0,9 0-80 0,8 0-192 15,4-7-548-15,0 1-1088 16,4 0-1617-16,16-7-1687 0</inkml:trace>
  <inkml:trace contextRef="#ctx0" brushRef="#br0" timeOffset="120395.178">15904 10153 5156 0,'0'0'11269'0,"0"0"-9305"15,0 0-1092-15,0 0-456 0,0 0 148 16,0 0 96-16,0 0 8 0,0 0-375 0,88 0-197 16,-71 0-96-16,-6 0-60 15,6-6-353-15,-2-1-331 0,-2 1-184 0,-2-3-212 16,-3 6-796-16,-4-4-1012 0,1 4-2125 15,-10 3-1199-15</inkml:trace>
  <inkml:trace contextRef="#ctx0" brushRef="#br0" timeOffset="120612.116">15949 10166 6884 0,'0'0'4441'16,"0"0"-3157"-16,0 0-860 0,0 0-68 0,-20 77 152 16,20-44 872-16,-4 6-48 0,4 9-436 15,-4 7-40-15,0 3-108 16,-4 7-196-16,0-2-160 0,-4 1-12 0,4-7-88 15,0-4-208-15,0-7-84 0,0-8-8 16,8-10-64-16,0-6-12 16,0-3-28-16,0-6-204 0,4-4-52 0,0-5-72 15,0-4-28-15,4 0-108 0,0-4-56 16,0-8 24-16,3-7-192 0,2-7-220 16,2-5-256-16,-6-4-576 0,-1 4-1137 0,-4-18-3463 15</inkml:trace>
  <inkml:trace contextRef="#ctx0" brushRef="#br0" timeOffset="120714.392">16009 10281 4628 0,'0'0'0'0,"0"0"-2008"0</inkml:trace>
  <inkml:trace contextRef="#ctx0" brushRef="#br0" timeOffset="121145.932">16009 10281 4652 0,'19'-82'2524'0,"-19"82"-540"0,0 0-624 0,0 0-279 16,0 0-425-16,0 0-236 0,0 0-124 15,0 0-80-15,0 0 12 16,0 0 80-16,0 2 60 0,0-2-40 0,0 0-12 0,0 3 0 16,0-3 36-16,0 3 76 0,0-3 64 15,-4 4 8-15,4-4 36 0,0 2-16 0,0-2-36 16,0 0 8-16,0 5-24 15,0-5-40-15,0 0-112 0,0 0-68 0,0 0-68 16,0 0-68-16,0 0-64 0,0 0-44 16,0 0-4-16,0 2 8 0,4 2 40 15,-4-2 48-15,5 8 4 0,-1 5-16 16,-1 5 28-16,1 2-4 0,0 10 0 16,4 0-32-16,-4 5-16 15,1 1 12-15,-5 1-60 0,0 2 36 0,0-3 12 16,0 0-12-16,0-2-32 0,0-2-8 0,0-5-4 15,-5-4-4-15,5 0-4 0,0-5-60 16,0-1 4-16,0-1 52 16,0-1-136-16,0-2-64 0,0-2-72 0,0-6-12 15,0-2 12-15,0-1 12 0,0-4-16 16,0 0-8-16,0 0-64 0,0 0-76 16,0-6 24-16,5-4-84 0,-2 1 32 0,1-7-36 15,-4 1-272-15,4-8-400 16,0-3-712-16,-4 4-881 0,0 3-1779 0,0-3 8 15</inkml:trace>
  <inkml:trace contextRef="#ctx0" brushRef="#br0" timeOffset="121562.771">16001 10147 5460 0,'0'0'1040'0,"0"0"76"0,0 0-272 16,0 0 348-16,0 0 293 0,0 0-121 15,0 0-256-15,0 0-244 0,0 0-108 16,0 0-12-16,0 0-40 0,4-22-20 15,4 19-4-15,-1-4-88 0,6 1-112 16,2 0-136-16,2-1-60 0,-2-2-100 0,5-2-28 16,4 6-56-16,3-9 36 15,5 8 32-15,5 1 88 0,3-2 36 0,-5 0-96 16,5 4-112-16,-4 3-76 0,-4 0-4 16,0 0 8-16,-4 0-12 15,-5 0 0-15,-2 0-8 0,-10 0 4 0,6 0-4 16,-10 0-40-16,-3 0-72 0,0 0-236 15,-4 0-80-15,0 0-56 16,0 0-20-16,0 0-128 0,-4 0-200 0,-4 0-252 16,-3 3-668-16,-6 4-1028 0,6 0-2249 15,-13 2-1271-15</inkml:trace>
  <inkml:trace contextRef="#ctx0" brushRef="#br0" timeOffset="121820.723">16052 10476 7352 0,'0'0'5873'16,"0"0"-4593"-16,0 0-724 0,0 0 36 16,0 0 588-16,0 0-224 0,0 0-52 15,0 0-524-15,0 0-172 0,0 0-24 16,48 5-36-16,-28-5-12 0,4-5-40 15,4 3-8-15,0-1-4 0,4 0-24 0,-1 0-60 16,1 0-36-16,4-1-124 16,-4-3-292-16,3 2-360 0,-2-5-188 15,-1 3-488-15,-9 2-1100 0,5-6-3385 0</inkml:trace>
  <inkml:trace contextRef="#ctx0" brushRef="#br0" timeOffset="122126.547">16782 10613 13269 0,'0'0'2092'0,"0"0"-796"0,0 0-440 15,-17 70 444-15,13-44 328 0,0 6-436 16,-3-1-595-16,3 4-405 0,4 7-180 15,-4 2 4-15,-1 4 32 16,5 6 12-16,-4 2-56 0,0 2-4 0,1-7 8 16,-1-4-8-16,0-6-4 0,4-8-44 15,0-5-112-15,0-9-80 0,0-3-53 16,0-7 49-16,4-2-156 0,-4-7-160 16,7 0-296-16,-3-7-396 15,9-9-748-15,-2-2-560 0,-3 5-1649 16,5-19-1247-16</inkml:trace>
  <inkml:trace contextRef="#ctx0" brushRef="#br0" timeOffset="122374.955">16834 10725 12317 0,'0'0'1212'0,"0"0"-464"0,0 0-596 16,0 0 152-16,0 0 516 0,28-67 460 0,-21 60-484 0,1 2-424 15,4 2-136-15,0 3-28 0,0 0-72 16,4 0 36-16,-4 3 76 0,-5 6-52 0,6-2-48 15,-5 2-28-15,-4 3-32 16,-1-2-4-16,-3 3 52 16,0-1-64-16,0 1 28 0,-7 3 8 0,-5-4-20 15,0 1-32-15,-8 4-56 0,0-5 0 16,0-2 4-16,-3-1-4 0,-2-3-60 16,5-2-100-16,-8-4-172 0,4 0-184 0,1-4-256 15,-1-4-256-15,4-6-400 0,4 4-1152 0,4-12-3773 16</inkml:trace>
  <inkml:trace contextRef="#ctx0" brushRef="#br0" timeOffset="123558.06">22081 9915 12477 0,'0'0'1532'16,"0"0"-296"-16,0 0-456 0,0 0 236 16,0 0-384-16,0 0-208 0,0 0-80 15,0 0-24-15,28-9-84 0,-8 9-4 16,3 0-12-16,5 0-36 0,0 3 48 16,-4 0-12-16,4-3-84 0,-4 3 24 0,3 0-64 15,1-3 16-15,0 4 20 0,-4-4-128 16,4 0 0-16,0 0 4 15,0-4-8-15,0 1-8 0,4 0-64 0,-4 0-284 16,4 0-268-16,0 0-136 0,0 3-176 16,-4-4-468-16,3 1-880 0,-7 3-2489 15,-4-3-3579-15</inkml:trace>
  <inkml:trace contextRef="#ctx0" brushRef="#br0" timeOffset="128543.381">6642 10413 6748 0,'0'0'936'15,"0"0"3077"-15,0 0-2913 16,0 0-260-16,0 0 304 0,0 0-276 16,0 0-172-16,0 0-260 0,0 0-40 0,0 0-24 15,0 0 28-15,0 36-32 0,7-17-84 16,9 3-36-16,0-3-64 0,5 0-180 15,2 0 68-15,1-7-72 0,8 1-4 16,-4-3 4-16,7-4-48 0,1 0 40 16,5-6-4-16,-2 0-136 0,4 0 100 15,2-2-16-15,2-5-32 0,5-2-28 0,0-1 48 16,4 1 16-16,-1-4-112 16,9 3 96-16,-4 1 16 0,3-1 56 0,-3 1-120 15,9-1-48-15,-5 1-28 0,-1-2 28 16,-3 6-64-16,-5 5 24 0,-3 0 48 15,-4 3 64-15,-8 6 12 16,-1 8 88-16,-3 1 52 0,-3 5 36 0,3-1 48 16,-4 3 76-16,-1 0 100 0,-3-2-92 15,4 3 28-15,0-5-100 0,4-4-68 0,-1-2-76 16,5-5-4-16,1-1 4 0,2-6-4 16,0-3 4-16,2 0-4 15,-2 0-136-15,2-3 72 0,2 0 64 0,-7 0 64 16,4 0-64-16,-1 0 0 0,-2-1 8 15,2 4 104-15,-3-3 0 0,4 0-28 16,-1 0-84-16,6-6-44 0,-2-1 44 16,1-4 52-16,1 3-52 0,2-3-96 15,-3-1-28-15,-1 3 60 0,1 6 52 0,0-1-112 16,-4 7 124-16,-1 0 108 0,6 13 188 16,-2-1-72-16,-3 7 36 15,4 0 108-15,0 0-148 0,-1-3-48 0,-2 0-12 0,7-4-112 16,-1 1-36-16,5-6-16 15,0-7 4-15,0 0 0 16,4-4 0-16,3-5 0 16,5 2 4-16,-1-5 4 0,1 5 52 0,-1 1-48 15,-2 3 100-15,-1 0 60 0,-4 3-160 0,-5 0 232 16,-3 3 0-16,0 3 0 0,-9-3-64 0,-3 4-92 16,0-7-28-16,-4 3-56 0,-4-3 8 0,0 0 32 15,-8 0-44-15,-5 0 0 16,-3 0 0-16,-4 0-60 0,-3-3-112 15,-2 3-120-15,-3 0-160 0,-4 0-220 0,0-3-324 16,0-1-724-16,-4 4-2288 16,-16-6-5745-16</inkml:trace>
  <inkml:trace contextRef="#ctx0" brushRef="#br0" timeOffset="136854.251">7359 12312 5260 0,'0'0'4168'0,"0"0"-3032"0,0 0-63 15,0 0 103-15,0 0 392 16,0 0-20-16,0 0-368 0,0 0-436 0,0 0-288 15,43-19 100-15,-15 29 168 0,8-4-272 16,4 4-96-16,0-1-172 0,-1-3-64 16,2 1-24-16,-2-7-44 0,1 0-44 0,-4 0-8 15,0-9-44-15,0-4 36 16,-4 3-332-16,-4-2-320 0,-9-1-272 0,1 0-404 16,-8 0-1280-16,-3 7-2853 0,-9-7-3479 15</inkml:trace>
  <inkml:trace contextRef="#ctx0" brushRef="#br0" timeOffset="137044.263">7621 12449 6232 0,'0'0'4524'0,"-12"76"-3471"16,9-35-281-16,3 16 592 0,-4 7 240 0,0 2-172 16,-5 2-392-16,5-5-424 0,0 0-404 15,4-8-212-15,0-8-112 0,0-9-208 16,0-13-100-16,4-5-12 0,0-11 120 15,1-3-248-15,-5-2-460 0,4-4-812 16,-4 0-1345-16,0 0-2655 0</inkml:trace>
  <inkml:trace contextRef="#ctx0" brushRef="#br0" timeOffset="137178.218">7602 12922 9564 0,'0'0'1949'15,"0"0"-1077"-15,0 0 136 0,0 0 260 0,0 0-308 16,88-19-216-16,-69 16-332 15,-3-4-276-15,5 4-136 0,-6 3-100 16,1 0-568-16,0 0-560 0,-9 10-424 0,2-1-1341 16,-9 14-2567-16</inkml:trace>
  <inkml:trace contextRef="#ctx0" brushRef="#br0" timeOffset="137344.811">7529 13221 6704 0,'0'0'1908'0,"0"0"-1000"16,0 0-212-16,0 0 481 0,0 0-13 15,0 0-232-15,0 0-116 0,0 0-388 0,0 0 128 16,0 0 108-16,73 15-32 0,-41-15-172 16,-1 0-284-16,5-6-176 0,4 3 0 15,-4-1-612-15,4-3-568 0,-4 5-440 16,-5-1-900-16,9-4-2397 0</inkml:trace>
  <inkml:trace contextRef="#ctx0" brushRef="#br0" timeOffset="139513.779">5263 12858 3568 0,'0'0'796'0,"0"0"3920"16,0 0-2419-16,0 0-577 0,0 0-552 0,0 0-108 15,0 0-24-15,-80-69-240 0,61 59-76 16,-6 3-88-16,1 4-228 0,0 0-108 16,1 3-52-16,-5 0-132 0,4 10 12 15,0 5-112-15,0 10-12 0,4 11-8 16,4 9-52-16,4 9 56 0,0 6 0 0,8 4-56 16,4 0 52-16,0-8-40 0,4-11-52 15,4-10 16-15,4-10 84 16,0-13 72-16,0-8-24 0,4-4-40 0,-4-7-8 15,7-9 184-15,2-12 0 0,-1-14-24 16,3-9-52-16,-3-9-60 0,1-6-48 16,2-8 0-16,-3-1 0 15,0-1-52-15,0-11 4 0,-4 2-112 0,-4-7-192 16,0 0 156-16,0-1-136 0,-8 8 36 16,-1 2-24-16,1 7-16 0,-4 10 164 15,0 5 72-15,5 13 0 0,-5 10 100 0,0 13 108 16,0 6-56-16,4 10 196 0,-4 5 20 15,0 4-80-15,0 0-108 0,4 7-76 16,0 9 116-16,3 6 140 0,-3 12 8 16,5 7-120-16,-1 14-48 0,-4 9-40 15,-4 5-60-15,3 8 0 0,-3 8 0 0,0 3-8 16,0 5-104-16,-3-5-20 0,-1-4-4 16,4-14-136-16,0-17-72 15,0-11-76-15,4-17-64 0,3-9-236 0,6-10-784 16,-5-2-920-16,12-8-2557 0</inkml:trace>
  <inkml:trace contextRef="#ctx0" brushRef="#br0" timeOffset="139676.471">5626 12783 7584 0,'0'0'5137'0,"0"0"-4437"16,-4 75-188-16,-9-40 372 15,6 6 756-15,-10 1-64 0,6-4-356 0,-1 0-448 16,-1-6-392-16,6-4-368 0,3-6-12 15,0-5-476-15,4-8-188 0,0-5-24 16,0-4 20-16,0-4-448 0,0-12-932 0,0 4-1064 16,-4-23-2661-16</inkml:trace>
  <inkml:trace contextRef="#ctx0" brushRef="#br0" timeOffset="139797.103">5566 12544 744 0,'0'0'8612'16,"0"0"-5879"-16,0 0-1773 0,0 0-300 15,0 0 116-15,79-38-436 0,-66 32-340 0,2-1-276 16,1 4-804-16,0 3-696 16,0 0-2649-16,0 0-2842 0</inkml:trace>
  <inkml:trace contextRef="#ctx0" brushRef="#br0" timeOffset="140195.624">5880 12703 8808 0,'0'0'4829'0,"0"0"-4369"0,0 0-92 16,4 69 488-16,-4-39 1000 0,-4-5-148 15,1-3-508-15,-1 0-480 0,0-3-292 16,4-3-296-16,0-6-132 0,0-1-132 16,0-2 24-16,0 0-148 0,0-5-220 0,4 1-124 15,3-3 184-15,5 0 132 0,1 3 136 16,-2-3 52-16,2 0 8 0,-2 0-60 16,1 4 40-16,-4 3 64 0,0-1 44 15,0-1 64-15,-4 5 32 0,0 0 28 16,-1 3 12-16,2-1 48 0,-1 1-12 0,-4-4 0 15,0 1-60-15,4-7-40 16,-4 0-72-16,4-3-8 0,0 0-44 0,3-3 52 16,2-6 96-16,7-4 64 0,4-6-100 15,-1-6-56-15,5 0-4 0,0-1-96 16,1 0 20-16,3 7 16 0,-5 3-12 16,-3 7 64-16,0 5-164 0,-1 4 172 0,2 0 72 15,-10 7 284-15,6 6-52 16,-6 6 40-16,2 0-40 0,-5-1-60 0,-1 8-84 15,1-3-148-15,-3 5 0 0,-1 1-8 16,0-1-4-16,-1 7-112 0,-3-4-436 0,0 1-380 16,4-3-216-16,0-3-768 15,0-7-1868-15,1 3-2461 0</inkml:trace>
  <inkml:trace contextRef="#ctx0" brushRef="#br0" timeOffset="141550.904">6550 13322 416 0,'0'0'1684'0,"0"0"6928"0,0 0-6659 15,0 0-969-15,0 0-300 16,0 0 240-16,0 0 56 0,0 0-416 0,88 25-276 16,-69-19-52-16,1-1-152 0,5-3-76 15,-6-2-8-15,-3 0-64 16,0 0 52-16,0 0-136 0,-4-2-328 0,0-3-252 0,0 3-316 15,-5-2-264-15,-3 1-568 16,-4 3-849-16,0 0-1583 0,0 0-419 16,-4 0 4727-16</inkml:trace>
  <inkml:trace contextRef="#ctx0" brushRef="#br0" timeOffset="141753.73">6702 13369 1760 0,'0'0'888'15,"0"0"976"-15,0 0 1336 0,0 0-1360 0,0 0-351 16,0 0-129-16,-37 86-172 15,33-48-160-15,4 10-148 0,0 2-96 16,0 5-24-16,0 5-76 0,0 0-80 0,0 4-48 16,0 3-284-16,0-6-224 15,4-11-48-15,-4-6-12 0,5-12-248 0,-1-10-20 16,-1-3-68-16,1-12 16 0,0 0-52 16,0-7-140-16,0 0-48 0,0-7-232 15,4-13-496-15,4-8-624 0,-8 3-1309 16,8-26-2675-16</inkml:trace>
  <inkml:trace contextRef="#ctx0" brushRef="#br0" timeOffset="141971.982">6745 13430 3872 0,'0'0'524'0,"0"0"3856"0,0 0-3008 0,0 0-287 16,0 0-5-16,0 0 4 0,0 0-244 15,0 0-196-15,-36 70-76 0,36-29 96 0,0 4-108 16,0 2-108-16,0 4-164 0,8 0-24 15,-4 0-84-15,0-1-128 0,-1 1-40 16,-3-3-8-16,5-4-164 0,-1-2-284 16,-4-8-124-16,4-5-44 0,0-4-136 15,-4-6 96-15,4-3-272 0,-4 0-296 0,4-10-124 16,-4 0-177-16,0-1-171 0,0-5-384 16,0 0-408-16,0-5-344 0</inkml:trace>
  <inkml:trace contextRef="#ctx0" brushRef="#br0" timeOffset="142206.547">6713 13823 2072 0,'0'0'1656'15,"0"0"2900"-15,0 0-3052 0,0 0-151 16,0 0 11-16,0 0 0 15,0 0-224-15,0 0-372 0,96-51-252 0,-76 51-180 16,4 0-160-16,-5 0-128 0,5 0-44 16,1 0-4-16,-6 0-180 0,1 0-436 15,0 0-316-15,0 5-308 0,-8-3-624 0,0 2-1077 16,-5 2-2235-16</inkml:trace>
  <inkml:trace contextRef="#ctx0" brushRef="#br0" timeOffset="142689.653">7203 13972 3696 0,'0'0'988'0,"0"0"5281"0,0 0-4997 16,0 0-836-16,0 0-272 0,0 0 132 15,0 0 88-15,0 0 60 16,0 0-216-16,0 0-224 0,0 0-4 0,-44-28-60 0,44 28-104 15,0 0-64-15,0 0-116 0,0 0-232 16,0 0-140-16,-4 0-132 0,4 0-209 16,0 0-391-16,0 3-1024 0,0-3-312 15,0 4 136-15</inkml:trace>
  <inkml:trace contextRef="#ctx0" brushRef="#br0" timeOffset="143215.627">7203 13972 1812 0,'-39'-12'2244'0,"39"12"-188"0,0 0-248 0,0 0-356 16,0-2-456-16,0 2-207 0,-5-5 7 15,1 3 8-15,4-2-88 16,-4 1-168-16,0-2-156 0,0 1-12 0,1 1 36 16,-1-4 24-16,0 4 24 0,-1 0-36 15,-3 0-100-15,4-1-116 0,4 4-76 16,-3-3-36-16,-1 3 8 0,0-3-8 16,4 3 12-16,-4-3-100 0,-1 3 0 15,1-4 0-15,4 4 40 0,-4-2-4 0,1 2-40 16,-1 0 44-16,0-3 8 0,0 3-48 15,-5 0 76-15,5 0-40 16,1 0-40-16,-1 0-8 0,0 5-56 0,0 8-116 0,0 3 36 16,-1 9 24-16,1 8 0 15,1-1 108-15,3 2-108 0,0 1 104 16,0-3-56-16,0-10 64 0,0-3-12 0,0-7-76 16,3-5 4-16,1-3-28 15,1-1-28-15,3-3 68 0,0 0 72 16,-1-9-88-16,10-2-136 0,-6-2-44 0,6-5-8 15,-2-1 12-15,2 0 0 0,-6-1 36 16,2 8 116-16,-2-1 108 16,-3 4 0-16,1 2 4 0,-9 7 48 0,4 0 132 15,-4 0 72-15,0 0 36 0,0 0-76 16,0 4-100-16,0 5-8 0,3 4 12 16,-3 2 96-16,0 2-112 0,0 1 60 0,0 2 4 15,0-5-28-15,0-2 0 0,0-1-12 16,0-1-116-16,0-3 0 0,0-4 0 15,0-1 56-15,0 1-52 0,0-4-4 16,0 0-8-16,0 0-144 0,0 0-144 16,0-7-196-16,0 1-172 0,-3-6-212 0,-1-1-44 15,-1-4-412-15,1-2-484 0,-4 7-365 16,4-4-371-16,4 10-232 16</inkml:trace>
  <inkml:trace contextRef="#ctx0" brushRef="#br0" timeOffset="143646.287">7048 13909 4316 0,'0'0'2424'0,"0"0"-972"16,0 0-440-16,0 0 244 15,0 0 133-15,0 0-121 0,0 0-188 0,0 0-384 16,0 0-192-16,0 0 24 0,0 0 116 0,4 70-36 16,0-41-96-16,-4 3-168 15,3-1-72-15,-3 4-36 0,4 3 20 16,-4 7 16-16,0 2-76 0,0 1-36 0,0 7-60 15,0 1-88-15,0 1-12 0,0 3-4 16,0 0 0-16,0 1-4 16,0-4 0-16,0-6-128 0,0-9 12 0,0-7 52 0,0-7 72 15,0-9-4-15,0-5-72 16,0-6-44-16,0-2-28 0,0-6-88 16,0 0-96-16,4-9-164 0,1-3-100 0,-1-8 76 15,0-8-88-15,0-7-256 16,-1-7-452-16,1-8-256 0,0-1-901 15,-4 10-1615-15,0-23-808 0</inkml:trace>
  <inkml:trace contextRef="#ctx0" brushRef="#br0" timeOffset="143996.552">7084 13970 1344 0,'0'0'7760'15,"0"0"-6104"-15,0 0-923 0,0 0 359 16,0 0 80-16,0 0-92 0,0 0-124 15,0 0-140-15,16-67-180 0,-4 58-128 16,-1-1-172-16,6-3-28 0,-2 7 48 16,1-1-48-16,0 1-36 0,0 3-112 15,0 3-76-15,-4 0 0 0,4 0-20 16,-8 0-52-16,4 6 96 0,-4 4-44 16,-1 2 20-16,-2 1-12 0,3 0-60 0,-4 6 112 15,-4 3-76-15,0 0 12 0,0 1-8 16,-4-1-4-16,-4-3 12 0,-1 3 12 15,-2-3 4-15,-1 0 20 0,0-3-84 16,0 0 72-16,-4-3-20 0,0-1-60 16,0 1 88-16,-3-3-92 15,-2-1-48-15,5-2-136 16,-3-2-96-16,2-5-100 0,2 4-72 16,2-4-100-16,2 0-52 0,3-4-224 0,-1 2-304 0,2-1-440 15,7 0-692-15,-4 3-1737 0,4-4-1663 0</inkml:trace>
  <inkml:trace contextRef="#ctx0" brushRef="#br0" timeOffset="150723.49">10912 12627 6928 0,'0'0'5309'0,"0"0"-4057"16,0 0-172-16,0 0-272 0,0 0 288 15,0 0 36-15,0 0-92 0,0 0-108 16,0 0-260-16,-36 6-280 0,33 17-148 15,-1 5-64-15,0 7 52 0,0 10-60 16,0-1-40-16,-4 4-72 0,4-4-60 16,-4-10-8-16,4 1-88 0,0-9-292 15,-1-10-124-15,2-4-100 0,-1-5-72 0,0-4-80 16,-4-3-336-16,-4-10-1420 0,4 1-2965 16,-11-16-4006-16</inkml:trace>
  <inkml:trace contextRef="#ctx0" brushRef="#br0" timeOffset="150864.043">10725 12319 7128 0,'0'0'6765'0,"0"0"-5765"0,0 0-784 0,0 0 72 16,0 0 240-16,0 0-136 0,0 0-392 16,92-51-172-16,-60 48-376 15,3 0-640-15,-3-1-1172 0,12 4-3757 0</inkml:trace>
  <inkml:trace contextRef="#ctx0" brushRef="#br0" timeOffset="151171.438">11502 12416 3148 0,'0'0'7985'16,"0"0"-6585"-16,-32 68-648 0,9-37 0 0,-5 4 500 16,0 4 20-16,-4-1-576 0,4-3-508 15,4-4-128-15,5-5-60 0,2-6 48 16,9-8-32-16,5-6-16 0,3-3-48 15,0-3-124-15,7 4 48 0,9-2 124 0,4 4 320 16,4 5-120-16,8-3-28 16,-4 3-72-16,4-2-12 0,-4 3-28 15,-5-2 4-15,1 3-16 0,-4-1 52 0,-8 1 48 16,0 0 0-16,-4 3-52 16,-4-4 76-16,-4 4 40 0,0-3 144 0,-4 4-100 15,-4-6-96-15,-8 3-160 0,1-2-100 16,-6 1-96-16,-3-5 0 0,0-1-72 0,-3 0-88 15,-1-1-336-15,0 1-100 0,0-1-388 16,-4-3-836-16,12 0-2593 16,-12-3-3303-16</inkml:trace>
  <inkml:trace contextRef="#ctx0" brushRef="#br0" timeOffset="151644.965">12761 12747 8884 0,'0'0'4401'16,"0"0"-3333"-16,0 0-44 0,0 0-432 0,0 0 136 15,0 0 156-15,0 0 16 16,0 0-12-16,0 0-388 0,100 55-228 16,-64-55-164-16,3-7-60 0,5-12 4 0,0-4-52 15,0-2-208-15,0-3-468 16,-4-1-196-16,-5 1-4 0,-3 1-408 0,-8 2-644 15,-7 6-1044-15,-2-3-2913 0</inkml:trace>
  <inkml:trace contextRef="#ctx0" brushRef="#br0" timeOffset="151979.568">13112 12408 4092 0,'0'0'5456'0,"0"0"-5104"0,0 0-132 15,0 0 528-15,0 0 177 0,0 0 127 16,0 0-48-16,0 0-40 0,0 0-156 15,0 0-232-15,0 0-220 0,-76 35-48 0,72 3 68 16,4 6-16-16,0 10-64 16,4 6-48-16,0 4-40 0,4 2-56 15,0 1-140-15,-4 3-12 0,4-4 0 16,0 5-8-16,-4-5-92 0,0-3 96 16,0 1 0-16,-4-7 0 0,4-3 0 15,-4-6-48-15,0-7 52 0,0-6 12 0,0-9 64 16,-4-4 12-16,4-7-76 0,-8-2 84 15,4-7 16-15,0-6-112 16,-8 0-140-16,4 0-132 0,-8 0-120 0,0-9-216 16,0-3 284-16,-3-8-64 0,6-5-128 15,2-4 40-15,3-2-356 0,8-1-184 0,0-5-464 16,4-2-761-16,3 13-1051 0,5-18-2168 16</inkml:trace>
  <inkml:trace contextRef="#ctx0" brushRef="#br0" timeOffset="152161.746">13483 12789 5612 0,'0'0'6345'0,"0"0"-5221"15,0 0-180-15,0 0 168 0,0 0 584 16,31 67-156-16,-31-39-348 0,0 4-520 16,0 3-380-16,-3-3-132 0,-1-4-160 0,4-3-8 15,0-3-100-15,0-2-164 16,0-8-228-16,0-2-88 0,0-4-28 15,0-3-112-15,0-3-416 0,0-3-756 0,0-3-1300 16,0-16-3665-16</inkml:trace>
  <inkml:trace contextRef="#ctx0" brushRef="#br0" timeOffset="152327.946">13466 12519 10876 0,'0'0'4257'0,"0"0"-3045"0,0 0-564 15,0 0-16-15,0 0 284 0,0 0-8 0,0 0-908 16,0 0-48-16,0 0-236 16,0 0 88-16,0 0-480 15,84-7-476-15,-64 14-1084 0,-8-1-2529 0,-4 8-3731 0</inkml:trace>
  <inkml:trace contextRef="#ctx0" brushRef="#br0" timeOffset="152771.95">13713 12776 7776 0,'0'0'7209'0,"0"0"-5685"15,0 0-1136-15,0 0-176 0,0 0 544 16,0 0 712-16,0 0-356 0,0 0-516 0,0 0-400 16,32 89-128-16,-28-67-68 15,1 0-60-15,-1 1 0 0,-1-8-112 16,-3 2-132-16,4-5-60 0,0-5 68 0,0-1 40 16,-4-4-64-16,4-2-60 0,0 0 36 15,4-2 124-15,-4-8 72 0,8-3 24 16,-3-2-60-16,2-2-28 0,1-1 40 0,0 2 96 15,-4 3 76-15,0 4 0 16,-1 6 56-16,-7 3 156 0,5 0 60 0,-1 0 88 16,-4 9 108-16,4 4-16 0,-4-1 0 15,0 7-8-15,0 0-116 16,0 0-24-16,0-2-48 0,0-2-160 0,0 1-96 16,0-7-72-16,0 4-24 0,0-6-160 15,0-1-160-15,0 0-108 0,0 1-64 16,0-4-176-16,0-3-436 0,4 3-940 0,0-3-988 15,0 0-2777-15</inkml:trace>
  <inkml:trace contextRef="#ctx0" brushRef="#br0" timeOffset="152952.279">14211 12753 12357 0,'0'0'2268'0,"0"0"-1372"0,0 74-64 16,0-39 472-16,-11 6 228 15,3-3-188-15,-5-3-744 0,9-3-456 0,-3-7-144 16,3-9-156-16,4-3-296 0,0-10-36 16,0 0-148-16,0-3-188 15,0-3-524-15,0-10-1312 0,0 1-2089 0,0-14-1803 16</inkml:trace>
  <inkml:trace contextRef="#ctx0" brushRef="#br0" timeOffset="153088.551">14068 12630 4892 0,'0'0'8837'0,"0"0"-7129"16,0 0-1120-16,0 0 4 0,0 0 492 16,0 0 88-16,0 0-852 0,0 0-320 15,0 0-540-15,0 0-252 0,104 16-128 16,-73-32-360-16,-7 0-1200 0,12-26-3605 16</inkml:trace>
  <inkml:trace contextRef="#ctx0" brushRef="#br0" timeOffset="153327.828">14761 12164 12465 0,'0'0'1808'0,"0"0"-1492"0,0 0 128 0,0 0 300 15,0 94 1056-15,-4-52-88 0,4 5-536 16,-4 10-444-16,0 10-15 16,4 6-97-16,-3 6-308 0,-1 10-176 15,0-6-124-15,4 0-12 0,0-14-160 16,0-14 16-16,8-14 48 0,3-16-48 15,6-6-40-15,-6-9 28 0,6-7 8 0,-6-3-69 16,6-10-111-16,-2-5-184 0,-3-11-232 16,0 0-212-16,0-8-736 0,-12 3-740 0,0 1-1392 15,0 8-497-15,-24-9-619 16</inkml:trace>
  <inkml:trace contextRef="#ctx0" brushRef="#br0" timeOffset="153488.866">14443 12652 5496 0,'0'0'7413'15,"0"0"-5509"-15,0 0-744 0,0 0-120 0,0 0 164 16,0 0 60-16,-12 67-200 0,28-54-416 16,8-4-320-16,4 1-148 0,3-8-172 15,5 2-8-15,0-4 0 0,3-4-172 0,-2-5-340 16,-1-3-340-16,-1-1-92 0,1 0-424 16,0 0-756-16,-4 4-1748 15,-8 3-1289-15,4 2-1195 0</inkml:trace>
  <inkml:trace contextRef="#ctx0" brushRef="#br0" timeOffset="153754.601">15036 12709 3556 0,'0'0'5420'0,"0"0"-2787"0,0 0-457 0,0 0-408 0,0 0-288 16,41 77-276-16,-34-68-416 0,1-2-308 0,4-7-272 15,4 0-124-15,4 0-84 0,3-13 44 16,2-7-44-16,3-2-72 0,0-3-308 16,-8 0-52-16,-1-1 88 15,-6 7 112-15,-6 0-4 0,-7 7 224 0,0-1 12 16,-7 7 84-16,-14-1 48 0,-3 3 116 15,0 4 36-15,-8 6 132 0,-3 13 16 0,-1 8-152 16,4 4-84-16,0 4-72 16,4 3 80-16,8 4-44 0,4-4-64 0,5-7-40 15,11-5-48-15,0-4-8 16,11-9 72-16,5-7-72 0,17 1 64 0,2-7-64 16,5-4-96-16,7-5-232 0,5-7-444 15,4 3-208-15,0-2-580 0,-16 2-1368 16,24 0-3057-16</inkml:trace>
  <inkml:trace contextRef="#ctx0" brushRef="#br0" timeOffset="154324.546">17144 12395 1580 0,'0'0'140'16,"0"0"8388"-16,0 0-6535 0,0 0-677 16,0 0-96-16,0 0 268 15,0 0-156-15,0 0-552 0,0 0-348 0,-80 57-116 16,52-28-68-16,-4 5 44 0,4 1-44 15,0 1-80-15,5-6-160 16,7 0-4-16,4-8-4 0,12-3-108 0,0-6 8 0,8-1-44 16,7 1 32-16,6-4 108 15,3-2 0-15,4 3-4 0,4-1-52 16,-4-3 48-16,-5 4-64 0,5 0 76 0,-8-1 84 16,0 0 0-16,-4 1-20 0,-4-1 56 15,-8 1 100-15,0 3-12 16,-4-3-24-16,0 2-100 0,-8-2-72 0,0-1-12 15,-8 1-164-15,4-1-108 0,-4-6 28 16,5 4-48-16,-2-7 44 0,5 0-80 16,4 0-276-16,4-7-216 0,0-2-592 15,4-10-704-15,12-4-504 0,-4 4-1625 16,16-16-1135-16</inkml:trace>
  <inkml:trace contextRef="#ctx0" brushRef="#br0" timeOffset="154493.861">17498 12649 9216 0,'0'0'2313'0,"0"0"-381"0,0 0 80 15,0 0-60-15,84 54-492 0,-76-29-88 0,-4 4-176 16,-4 3-287-16,0 2-61 0,-8-1-280 16,-3-2-312-16,2-2-256 0,-3-6-12 15,9-4-196-15,-5-11-204 0,3-5-168 16,5 0-144-16,-4-3-153 0,4-3-271 16,0-6-756-16,0-7-1080 0,0 0-2285 15,0-12-1575-15</inkml:trace>
  <inkml:trace contextRef="#ctx0" brushRef="#br0" timeOffset="154616.176">17538 12395 10904 0,'0'0'1389'0,"0"0"-1181"15,0 0-132-15,0 0-76 0,56-70-4 16,-40 64-188-16,0-1-476 16,4 7-40-16,0 0-249 0,0 7-427 0,0 2-1032 15,-5 2-308-15,6 0-380 0</inkml:trace>
  <inkml:trace contextRef="#ctx0" brushRef="#br0" timeOffset="154910.804">17790 12430 3872 0,'0'0'2476'0,"0"0"-240"0,0 0-516 0,0 92-343 16,-4-61-157-16,-5 7-12 0,5 4 44 16,-3 3 16-16,-6-1-224 15,2 0-300-15,3-6-348 0,0-6-360 0,3-10-36 16,5-5-100-16,0-8-84 0,5-6 124 0,7 0 48 16,-1-3-84-16,10-3 44 15,-1-9-132-15,3-5-284 0,5-5-240 16,-4 0-72-16,4 3 92 0,-4 0 232 0,0 3 204 15,-4 3 140-15,0 7 40 0,-9-3 72 16,6 5 188-16,-9 4 228 16,-1 0 188-16,2 0 76 0,-5 0-92 0,0 6-80 15,0 1-76-15,-1-1-48 0,1 7-28 16,0 3 0-16,-4-1 16 0,0 8-8 16,0 2-32-16,0 1-28 0,-4 2-192 0,4-2-112 15,-4-4-88-15,4 1-56 16,0-11-200-16,0 1-72 0,12-11-100 0,1-2-112 15,-2 0-200-15,9-2-416 0,1-11-748 16,-6 3-1921-16,13-9-2131 0</inkml:trace>
  <inkml:trace contextRef="#ctx0" brushRef="#br0" timeOffset="155410.863">18606 12739 12493 0,'0'0'2608'16,"0"0"-1400"-16,0 0-448 0,-15 63 36 15,11-49 56-15,-1 3 340 0,1-7-436 16,0-1-500-16,4-3-256 0,0 1-44 16,8 3-4-16,5-1-4 0,-6 4-8 15,10-1-36-15,-6-2-28 0,5-1-156 0,-4 2 0 16,4-6-40-16,0 2 12 0,-1-7 76 15,2 0 48-15,-2 0 12 0,6-10-36 16,-5-6 32-16,3 0 56 0,-2-6 20 0,-6 0 36 16,6 0-132-16,-10 0-100 15,1-2 48-15,0 3 96 0,-8-2-108 0,0 2 260 16,-8 1-8-16,-3 1 4 0,-2 0 4 16,-6 3 0-16,2 1 108 15,-2 5 52-15,3 0 264 0,4 8 44 0,-4 2-108 16,8 0-28-16,-4 2-60 0,4 8-40 15,0 6-120-15,-4 6-56 0,4 0-56 16,-4 7 0-16,4 2 4 0,0 2 0 16,0-3 4-16,0 3-4 0,0-4-4 15,5-1-8-15,3-6 8 0,0-3 100 0,0 0-40 16,3-6 0-16,5-1-8 0,4-1-52 16,4-2 8-16,0-4 4 15,4 2-12-15,0-7-112 0,-1 0 64 0,6 0-148 0,-5-2-172 16,3-5-212-16,-3-3-124 15,1 1-256-15,3 0-560 0,-5-1-904 16,-7 3-2361-16,8-4-1431 0</inkml:trace>
  <inkml:trace contextRef="#ctx0" brushRef="#br0" timeOffset="156284.946">18243 12706 1592 0,'0'0'416'0,"0"0"444"0,0 0 3536 16,0 0-3216-16,0 0-132 0,0 0 92 0,0 0-35 15,0 0-193-15,0 0-184 0,64-63-208 16,-59 53 12-16,-1 7 164 0,0-4 84 15,-1 5-64-15,-3 2-128 0,0-5-168 16,0 5-36-16,0 0 72 0,0 0 64 16,-7 0-204-16,-6 7-300 0,2 6-16 0,-6 0-160 15,-2 9 108-15,2 4-56 0,6 2 96 16,-2 4-76-16,6 0 76 0,-1 0-136 16,8-1 52-16,0-2-16 0,0-4 12 15,8-3-84-15,4-3 36 0,4-2-64 16,8-5-248-16,4-2-248 0,4-5-172 0,3-1-216 15,5-4-208-15,4 0-680 16,-12 0-2021-16,15-9-2043 0</inkml:trace>
  <inkml:trace contextRef="#ctx0" brushRef="#br0" timeOffset="157058.143">19858 12189 4912 0,'0'0'7881'0,"0"0"-6393"16,0 0-512-16,0 0-412 0,0 0-8 15,0 0 476-15,0 0 108 0,82-20-132 0,-33 17-300 16,3 1-268-16,-1 2-172 0,1-4-120 15,0 1-136-15,-5 3-12 0,2-4-68 16,-6 1-52-16,-2 0-344 0,-6 0-368 0,1 0-236 16,-12 3-556-16,-8-2-1144 0,-16 2-3049 15</inkml:trace>
  <inkml:trace contextRef="#ctx0" brushRef="#br0" timeOffset="157231.815">20116 12315 7608 0,'0'0'4421'0,"0"0"-3537"0,0 0-20 0,0 93 316 0,4-52 292 16,-4 3 36-16,0 4-376 0,-4 6-520 15,-7 0-352-15,3 0-260 0,-5-4-36 16,2-1-308-16,3-15-112 0,-1-5-84 16,5-10-312-16,4-3-556 0,0-7-1260 15,0-6-3329-15</inkml:trace>
  <inkml:trace contextRef="#ctx0" brushRef="#br0" timeOffset="157409.907">20056 12757 8960 0,'0'0'4885'0,"0"0"-3957"15,0 0-336-15,0 0 428 0,0 0 524 16,0 0-128-16,92-51-292 16,-68 45-528-16,4-1-364 0,0 4-232 0,4-3-72 15,-4 3-100-15,0 0-400 0,-5 3-272 0,-3 0-284 16,-3 0-684-16,-6 9-1116 15,-7-3-2233-15,-8 20-1327 0</inkml:trace>
  <inkml:trace contextRef="#ctx0" brushRef="#br0" timeOffset="157546.931">20073 12964 12389 0,'0'0'1644'0,"0"0"-1112"0,0 0-328 0,0 0 312 16,0 0 200-16,0 0 336 0,0 0 100 15,95 8-240-15,-51-8-224 16,8-6-260-16,0-2-280 0,3-3-96 0,-3 5-52 15,0-7-84-15,0 4-356 16,-5-1-348-16,6 1-432 0,-18-1-1040 16,12 1-3973-16</inkml:trace>
  <inkml:trace contextRef="#ctx0" brushRef="#br0" timeOffset="168279.331">22348 11909 6368 0,'0'0'5617'0,"0"0"-3777"16,0 0-736-16,-13-70 0 16,13 54 284-16,0 9 108 0,0 2-124 0,0 5-360 15,0 0-451-15,0 5-245 0,4 9-100 16,5 7 232-16,-1 15 96 0,-1 9-192 15,1 14-136-15,-3 12-140 0,-5 8 68 16,0 3-140-16,0 7-4 0,-5 1 0 16,-3 1-4-16,-3-5-92 15,3-3-88-15,-1-11-68 0,5-11 48 0,4-13 32 0,0-16-56 16,0-7 72-16,0-16 44 16,8-6-92-16,-3-3-52 0,7-6 88 0,-1-10 84 15,2-6 8-15,6-10 4 0,1-7-13 16,-4-5 1-16,4-3 8 0,0 6 16 15,-4-1-12-15,0 10 24 0,-8 10 48 0,-1 6 0 16,2 10 0-16,-5 3 0 16,4 3 108-16,3 6 88 0,-2 8 21 15,3 1-33-15,-1 8-52 0,2-2-12 0,-6 5-32 16,-3 3-4-16,4-7-24 0,1 3-60 16,-5-6 0-16,3-3-72 15,-3 0-112-15,0-3-152 0,0 0-141 0,1-7-107 16,2 2-404-16,-3 3-732 0,8-8-1100 15,-3 0-2741-15,6-3-2935 0</inkml:trace>
  <inkml:trace contextRef="#ctx0" brushRef="#br0" timeOffset="168603.758">23164 12497 8384 0,'0'0'3901'0,"0"0"-3273"0,0 0 8 16,-75 9 748-16,43 4 52 0,0 9-68 15,0 3-320-15,1 11-236 0,-1 1-76 16,4 2-116-16,7 2-132 0,5-3-136 0,4-6-111 16,9-7-177-16,3-6-64 0,0-9-136 15,7-7-169-15,6-3 137 16,6 0 108-16,1-10-40 0,5-5-92 0,3-4-64 16,-1-7-12-16,0-3 24 0,-2 1 12 15,-1 2-52-15,-4 4 52 0,-1 7 48 0,-2 2 88 16,-6 6 20-16,2 4 76 0,-5 3 12 15,3 3 76-15,-7 4 96 16,5 2 96-16,-5 4 40 0,-1 3-64 0,1 0-36 16,0-1-40-16,-4 1-8 0,4 0-112 15,-4-3-60-15,4-4-144 0,0 1-260 16,1 0-196-16,-2-7-172 0,5-1-360 16,0 2-1092-16,-4-4-2424 0,8-4-3949 0</inkml:trace>
  <inkml:trace contextRef="#ctx0" brushRef="#br0" timeOffset="168893.739">23662 12506 8232 0,'0'0'5793'0,"0"0"-4493"0,0 0-420 0,0 0 384 16,0 0-40-16,0 0-120 16,0 0-52-16,-75 60-492 0,51-40-320 15,8-2-80-15,0-1-87 0,8-5-73 0,0-2-93 16,8-1-55-16,0-3 40 0,0 1 36 15,8 2 72-15,0-2-88 0,8-1-20 16,0 4 36-16,0-1 0 0,3 4-4 16,-2-4 72-16,-2 4 0 0,2-1-40 15,2 1 44-15,-3 4 8 0,0-3 52 16,-4 0-60-16,-4-4 0 0,-4 2-84 0,-4-2-24 16,0-1-236-16,-4 4-108 15,-11 3-60-15,-10 3-200 0,-6-3-412 16,-1 2-436-16,-9-5-180 0,2-2-812 0,7-5-2549 15</inkml:trace>
  <inkml:trace contextRef="#ctx0" brushRef="#br0" timeOffset="169409.366">24826 12846 3708 0,'0'0'6684'15,"0"0"-4227"-15,0 0-1233 0,0 0-264 0,0 0 636 16,0 0-80-16,87 51-296 0,-51-51-352 16,12-4-244-16,4-11-140 0,0-5-132 0,4-8-167 15,-4-5-185-15,3-4-61 16,-7 2-327-16,-5-6-272 0,-2 3-144 0,-9 0-56 15,-4 2-496-15,-9 5-1296 0,-6 9-3057 16,-10-7-3675-16</inkml:trace>
  <inkml:trace contextRef="#ctx0" brushRef="#br0" timeOffset="169696.563">25296 12309 4528 0,'0'0'260'0,"0"0"5844"15,0 0-4675-15,0 0-509 16,0 0 184-16,0 0-4 0,0 0-92 15,-55 80-300-15,55-53-212 0,0 9 0 0,0 5 48 16,7 7 20-16,1 2 12 16,0 5-136-16,0 5-48 0,0 0-76 0,-4 4-36 0,0 6-148 15,-4-4-132-15,4 4-8 16,-4-3 4-16,4-4 0 0,-4-6-12 16,0-2-44-16,0-8 60 0,0-8 0 0,0-8 96 15,0-3-96-15,0-11 0 0,0-5-8 16,-4-6 4-16,4-6-44 0,0 0-120 15,-4 0-100-15,0-9 0 0,0-4-184 16,0-9-232-16,0-6-152 0,0-14-156 16,4-9-388-16,0-6-828 0,8 12-2769 15,0-21-2663-15</inkml:trace>
  <inkml:trace contextRef="#ctx0" brushRef="#br0" timeOffset="169887.315">25858 12591 8944 0,'0'0'4493'0,"0"0"-3465"0,0 0-196 0,0 0 328 16,36 71 320-16,-32-46-100 0,-4 3-232 15,0 4-380-15,0-3-268 0,0 3-171 0,0-7-17 16,0 0-128-16,0-5-184 0,0-5-40 16,0-5-156-16,0-1-301 15,0-5-111-15,0-1-76 0,0-3-172 0,-4 0-520 16,-4-7-1004-16,-1 1-2881 0,-6-16-2911 0</inkml:trace>
  <inkml:trace contextRef="#ctx0" brushRef="#br0" timeOffset="170043.796">25853 12281 6612 0,'0'0'7073'15,"0"0"-5945"-15,0 0-360 0,0 0 1000 16,0 0-188-16,0 0-768 0,80-42-812 15,-63 40-272-15,-2-2-232 0,9 1-84 16,-3 3-428-16,-6 0-748 0,1 7-1384 0,0 2-3785 16</inkml:trace>
  <inkml:trace contextRef="#ctx0" brushRef="#br0" timeOffset="170485.571">26120 12623 4468 0,'0'0'6721'0,"0"0"-3933"0,0 0-1372 15,0 0-508-15,0 0 212 0,17 80 8 0,-17-58-36 16,0 0-368-16,0 0-444 0,0-2-208 15,0-7-72-15,0-1-12 0,0-3-84 16,4-2-40-16,0-1-84 0,-1-6-96 16,5 0-152-16,-4 0 64 0,5-6 148 15,-2-3 20-15,5-4 112 16,4-6-36-16,-4-1 36 0,4-5 52 0,0 0-76 16,4-1 84-16,-4 4 64 0,0 0 64 15,-1 6-16-15,-2 4 124 0,-1 5 112 16,-4 1 112-16,0 6-64 0,-4 3-52 0,0 2-8 15,0 9-28-15,-1-1-24 0,1 9 48 16,5 0 0-16,-5 0-12 0,0 3 36 16,-4-2-12-16,3-1-12 0,-3-4-227 15,0-1-41-15,0-1-85 0,0-3-355 16,-3 0-192-16,3-7-200 0,-4 0-356 0,0-6-1072 16,4 0-2476-16,-4-10-3409 0</inkml:trace>
  <inkml:trace contextRef="#ctx0" brushRef="#br0" timeOffset="170642.651">26595 12656 7504 0,'0'0'6569'0,"0"0"-5409"0,0 0-492 0,0 0 496 16,16 83 448-16,-12-62-128 0,-4 2-496 0,0-4-552 16,0-7-228-16,0 1-208 0,0-4-48 15,0-2-332-15,0-7-240 16,0 0-248-16,0 0-320 0,0-4-972 0,0 1-2364 15,-4-12-3909-15</inkml:trace>
  <inkml:trace contextRef="#ctx0" brushRef="#br0" timeOffset="170789.455">26567 12339 6168 0,'0'0'7293'15,"0"0"-6317"-15,0 0-444 0,0 0 904 16,0 0-216-16,0 0-652 0,92 0-568 15,-64-11-716-15,-1-5-468 0,10 1-204 16,-6-8-1488-16,-3 5-4197 0</inkml:trace>
  <inkml:trace contextRef="#ctx0" brushRef="#br0" timeOffset="171010.223">27157 11960 1460 0,'0'0'11501'0,"0"0"-9773"0,0 0-1300 0,0 0 440 16,0 0 408-16,7 86-76 0,-7-48-68 15,0 10-436-15,0 3 60 0,0 3 269 16,0 6-265-16,0 3-252 0,0 7-168 16,0-3-136-16,0 0-196 0,0-8 0 15,0-4-8-15,0-11-252 0,0-9-88 0,8-9 148 16,5-12 72-16,-2-3-112 0,1-5-108 16,0-6-132-16,-4-3-85 0,0-6-271 15,-3-7-716-15,-5-4-1220 0,0 5-1980 16,-5-11-1517-16</inkml:trace>
  <inkml:trace contextRef="#ctx0" brushRef="#br0" timeOffset="171136.293">26917 12522 12981 0,'0'0'2156'0,"0"0"-1428"16,0 0 68-16,0 0 332 0,0 0-28 16,84 0-56-16,-52 0-604 15,8-10-440-15,3-2-36 0,-2-1-308 0,-6 0-404 16,5 1-484-16,-8-1-676 0,-8 3-2044 0,0 1-2301 15</inkml:trace>
  <inkml:trace contextRef="#ctx0" brushRef="#br0" timeOffset="171410.64">27419 12649 7644 0,'0'0'6869'0,"0"0"-5433"16,0 0-956-16,28 70 132 16,-20-61 592-16,8-3 272 0,1-6-280 0,2 0-380 15,1-9-427-15,8-10-185 0,4-3-204 16,-4-6-132-16,-5-1-305 15,1 4 61-15,-3-1 84 0,-10 0 156 0,2 8-12 16,-9 1-8-16,-4 5 56 0,-4 2 40 16,-9 4-52-16,-2 3 112 15,-2 3 156-15,-2 6 16 0,-5 10-48 0,0 3-28 16,0 6-24-16,0 8 52 0,-3-2 32 16,2 4-108-1,5 0 16-15,0-4 8 0,8 1-60 16,8-7-12-16,1-2-88 0,3-4-220 0,11-6-188 0,9-7-140 0,5 0 132 15,6-6 12-15,9 0-504 0,3-6-976 0,-11-4-1984 16,24-5-2085-16</inkml:trace>
  <inkml:trace contextRef="#ctx0" brushRef="#br0" timeOffset="172196.757">28519 12411 9752 0,'0'0'1805'0,"0"0"-357"15,0 0 156-15,0 0-8 16,0 0-84-16,0 0-328 0,72 67-336 0,-60-30-236 16,0 8-88-16,-8 6-24 0,-4 3-112 15,0-7-159-15,0-2-221 0,0-7-4 16,0-10-8-16,0-8-173 0,0-5-91 0,3-8-120 15,2-4 8-15,3-3-56 0,0-3-92 16,8-10 40-16,0-6-28 16,8-6-164-16,0-11-124 0,4 3 104 0,-1-6 212 15,-3 4 336-15,-4 0 76 0,4 2 12 0,-4 8 64 16,0 0 0-16,-5 10 128 16,-2 5 300-16,-5 7 160 0,-5 3 20 15,-3 9-112-15,0 4 36 0,0 6-140 0,-3 0-160 16,-1 4-72-16,-8-2 12 15,7 2 24-15,-2-7-36 0,3-4-40 0,4-5-112 16,0-4-4-16,4-3 8 0,8 0 88 16,0-10 84-16,8 1-88 0,-1-10-88 15,5 3 4-15,0-3 88 16,4-1-28-16,-3 5-12 0,-2 3 64 0,1 5 20 0,0 3 4 16,0 4 56-16,-8 0 52 15,4 13 25-15,-9 4 23 0,2 2 24 16,-2 2-112-16,1 2-20 0,-3-1-64 0,-2 0-24 15,5-3-96-15,-4 0 36 16,0-3-48-16,-4 0-144 0,8-4-304 16,-8-1-280-16,4-5-221 0,4 0-283 0,0-4-828 15,0 3-2048-15,12-5-3045 0</inkml:trace>
  <inkml:trace contextRef="#ctx0" brushRef="#br0" timeOffset="172521.227">29730 12576 4104 0,'0'0'9909'15,"0"0"-8381"-15,0 0-964 0,0 0 564 16,0 0 320-16,0 0-88 0,-87-4-236 16,59 29-456-16,-4 11-147 0,1 5 99 15,-1 7 176-15,4-1-240 0,4-2-184 16,7-10-228-16,6-6-144 0,11-7-208 16,0-10-80-16,7-5-24 0,10-4 104 0,2-6-8 15,13-10 24-15,5-9-64 0,2-6-120 16,1-7-36-16,-5 0 0 0,1 0 23 15,1 3 73-15,-9 0 0 0,-5 7-48 16,-3 2 80-16,-4 5 212 0,-8 1 72 16,-4 8 232-16,0 9 268 0,-4 0 168 15,0 2-179-15,0 9-237 0,-4 8-140 16,0 0 32-16,0 9 24 0,0-2 40 16,0 2 8-16,4-3-60 0,0-6-156 0,0 0 0 0,4-6-384 15,4-1-200-15,0-1-121 16,4-8-83-16,-4 0-372 0,4-3-1072 15,-1-3-1792-15,2-11-2173 0</inkml:trace>
  <inkml:trace contextRef="#ctx0" brushRef="#br0" timeOffset="172867.866">30125 12539 9744 0,'0'0'6225'0,"0"0"-4997"16,0 0-496-16,0 0 732 0,4 88-32 15,-12-57-107-15,0 1-465 0,0-7-412 0,4 1-232 16,0-3-120-16,4-4-96 16,0-7-128-16,0 1-88 0,0-7-76 15,4-4-60-15,8-2-36 0,0-5-48 0,8-9-1 16,4-4-87-16,3-4-208 16,-3-3-36-16,4-1 92 0,-4-2 32 15,0-1 112-15,1 7 48 0,-6-3 224 0,-3 9 260 16,-4 2 264-16,-4 8 444 0,-8 6 168 0,0 0-124 15,0 10-116-15,0 5 8 16,-4 2-216-16,-4 5-172 0,0 4-76 16,0-4 53-16,0 0 59 0,0 0 24 0,0-3-28 15,5-3-192-15,-2-4-96 16,5 2 0-16,0-6-84 0,0 3-144 0,0-9-88 16,0 2-205-16,0-4-295 0,0 3-444 15,0 0-1192-15,0-3-3004 0,-4 2-5809 16</inkml:trace>
  <inkml:trace contextRef="#ctx0" brushRef="#br0" timeOffset="173359.813">30663 12630 3788 0,'0'0'10133'16,"0"0"-8013"-16,0 0-940 0,-56 85 624 15,36-49-200-15,1-1-243 0,-2 2-449 16,1 2-296-16,8-4-328 0,5-4-32 16,2-6-220-16,5-6-36 0,9-5-108 15,2-5 8-15,9-9-8 0,5 0-24 16,2-6-148-16,4-11-80 0,1-2-88 16,9-9 24-16,-5 0-17 0,-1-4-31 0,5 3-52 15,-8 1-60-15,-1 6-28 0,-3 2 180 16,-3 7 236-16,-1 7 196 0,-13 3 84 15,2 3 372-15,-5 13-16 0,-5 6-12 16,-3 7-48-16,0 8-160 0,0 5 12 16,-7 5 48-16,-6 3-4 0,2 3 5 15,-1 9-25-15,-4-2 48 0,-4 6 8 0,4 0-80 16,-4 1-52-16,-4 0-72 0,4-1-44 16,-4 0-60-16,0-3 4 15,-4-5-8-15,5-1-8 0,-5-7-92 0,4-9-8 16,0-9 0-16,4-8 36 0,4-7-12 15,4-14-16-15,4 0-116 16,0-16 96-16,8-9-16 0,0-6 40 0,0-11-72 16,8-9-101-16,4-9-143 0,7-4-124 15,2-2-148-15,-1 5-24 0,8 5 4 16,4 4 176-16,4 8-128 0,-1 3-340 0,1 3-524 16,0-1-488-16,-8 14-1049 15,7-13-2491-15</inkml:trace>
  <inkml:trace contextRef="#ctx0" brushRef="#br0" timeOffset="174279.778">23456 14754 416 0,'0'0'1228'16,"0"0"4776"-16,0 0-4644 0,0 0-52 0,-88 42 277 15,75-33-189-15,5 4-76 16,5-1 0-16,3-2-216 0,0 2-160 0,15 1-20 15,5 1-64-15,8-3-308 0,4-1-116 16,4-3-120-16,4-7 52 0,0-7-100 16,3-12-63-16,2-7-109 0,-6-5-96 15,1-4 0-15,-4-7-193 0,-5 4-111 16,-7-3-108-16,-3 3 44 0,-6 3 76 16,-2 6 132-16,-9 4-48 0,-4 6 0 0,-4 0 100 15,-13 6 108-15,2 4-8 0,-9 2 8 16,0 4-8-16,-4 3-56 0,0 0 16 15,-4 10-84-15,4 6-68 0,1 9 200 16,3 6 48-16,0 11 136 0,7 9 24 16,2 7 108-16,-2 4-44 0,10 2 8 15,-1 3-136-15,8-1 28 0,0-5-64 0,4-11-108 16,7-5 48-16,6-17-32 0,3-5 32 16,-1-14 12-16,5-5-48 0,8-8 48 15,-4-9-60-15,8-12-144 0,4-9-212 16,0-8-216-16,0-9-260 0,-1 0-584 15,-3-5-972-15,-8 14-1484 0,12-25-1405 16</inkml:trace>
  <inkml:trace contextRef="#ctx0" brushRef="#br0" timeOffset="174521.067">24276 13871 8868 0,'0'0'1512'0,"0"0"-839"0,0 0 483 15,0 0 84-15,0 0-8 0,0 0-328 0,0 93-160 16,0-59-192-16,0 11 116 0,0 2-24 16,0 4-148-16,0 10-164 0,0 2-136 15,-4 11-24-15,-4 8 0 0,0 6-88 16,-4 8-76-16,0-4-4 0,0-3-4 16,4-10-184-16,0-12-144 0,4-10-180 15,4-9-72-15,0-13-112 0,0-7-104 16,8-9-364-16,0-6-612 0,4-10-864 15,0-3-1537-15,4-10-1315 0</inkml:trace>
  <inkml:trace contextRef="#ctx0" brushRef="#br0" timeOffset="175953.845">24810 14268 1120 0,'0'0'864'0,"0"0"7536"16,0 0-6559-16,0 0-717 0,0 0-156 15,0 0 128-15,0 0-48 0,0 0-216 16,0 0-224-16,0 0 184 0,40 35-104 16,-40 20-236-16,0 8-108 0,0 6-16 0,0 7 40 15,0 1 68-15,0-4-108 0,0-3-144 16,0-10-184-16,4-6 4 15,-1-16-8-15,5-10-52 0,1-8 8 0,-1-8-100 16,3-8-204-16,-2-4 48 0,-5 0-76 16,3-13-180-16,1-4-188 0,-4-4-448 15,-4-11-748-15,0 0-976 0,-4 7-1649 0,-15-13-47 16</inkml:trace>
  <inkml:trace contextRef="#ctx0" brushRef="#br0" timeOffset="176094.951">24511 14564 3812 0,'0'0'156'0,"0"0"4696"0,0 0-3092 0,0 0-127 0,0 0-229 0,0 0-248 16,0 0-336-16,0 0-192 0,0 0-88 16,-16-4 504-16,56 10-316 0,7-2-420 15,9-2-148-15,4-2-160 0,4 0-112 16,3-6-296-16,-3-2-456 0,5-6-520 16,-18 9-1360-16,21-6-5929 0</inkml:trace>
  <inkml:trace contextRef="#ctx0" brushRef="#br0" timeOffset="176412.926">25595 14553 4212 0,'0'0'9917'0,"0"0"-8525"0,0 0-868 15,0 0 504-15,-92 68 436 0,68-49-116 16,-4 3-516-16,9 0-392 0,2 1-172 16,2-1-100-16,2-4-156 0,5 1-12 15,5 1 0-15,3-1-108 0,0 0-52 0,7-3 28 16,10 3-148-16,2-4-48 15,5 4 32-15,4-5-8 0,0 1 72 16,0-2 72-16,0-4 112 0,0 1-8 0,-9-1 56 16,2 0 72-16,-10-2 0 0,-2 0 172 15,-5 3 64-15,-4-4 44 16,-9 6-32-16,-10-2-88 0,-5 6-64 0,-8-1-96 16,-4 2 52-16,-3-2-64 0,-2 2 12 15,5-9-72-15,4 2-232 16,1-7-340-16,-1 1-184 0,8-4-164 0,0 0-288 0,4 0-1100 15,0-7-3013-15,12 4-3119 0,-3-4 7656 16</inkml:trace>
  <inkml:trace contextRef="#ctx0" brushRef="#br0" timeOffset="176576.028">26407 15112 11417 0,'0'0'8400'16,"0"0"-7180"-16,0 0-916 0,0 0-144 0,0 0-160 0,0 0-36 16,0 0-392-16,0 0-496 15,0 0-576-15,0 0-1476 16,0 0-6397-16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5-30T07:06:35.9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23456 1021 4224 0,'0'0'1512'0,"0"0"-1512"0,0 0 104 0,0 0 1328 0,0 0 424 16,0 0-524-16,0 0-187 16,0 0-145-16,0 0-28 15,0-47-60-15,-5 44-92 0,5 1-52 0,-4-5-16 16,4 7-56-16,-4-4-176 0,0 1-196 16,0 3-188-16,-3 0-52 0,3 0-72 15,-5 0 24-15,1 0-36 0,-3 0-72 0,-2 0 12 16,2 3 44-16,-6 4 16 15,-6 2 48-15,-1 7-48 0,-4 3 0 0,-4 7 8 16,-4 2 4-16,1 4 48 0,-6 3-8 16,2 0-44-16,-1 0 52 0,-4 3-52 15,4-3-4-15,1 3-4 0,2 0-12 16,-3 7-88-16,5-1 88 0,3 7-72 0,0-1-4 16,8 7 16-16,0 4-16 0,8-4 76 15,0 3-100-15,12-2-72 0,0-1 176 16,4 0 4-16,13-7 4 0,2 2-4 15,9-5-128-15,8-5 124 0,4-5-156 16,3-2 152-16,6-6-12 0,6 3 24 16,1-4 0-16,4 1 12 0,4 0-12 15,0-4-12-15,3-6-112 0,5-3 36 16,-1-4 88-16,10-5-112 0,-6-7 112 16,4-3-12-16,1-10-72 0,0-6 84 15,-4 0 8-15,-4-10 48 0,-5 1-56 0,-3-4-12 16,0-3-76-16,-8-1 88 0,-5-1 4 15,-2 2 48-15,-10 0 8 0,-3 1 64 16,0-2 40-16,-8-1 20 0,-1-1-84 16,-2-4 196-16,-1-5-72 0,-5-1-64 15,2-3 72-15,-6 0-20 0,1 0 44 16,-7 0-24-16,2 0 4 0,-7 1-56 0,0 2 116 16,-7 1-188-16,-6-4 28 0,-6 0 0 15,-9 0-16-15,0 4-120 0,-8-1-12 16,-4 1 12-16,-4-1-4 0,-8 3-92 15,0 1-4-15,-7 2-84 0,-5 1 88 16,-4 3 24-16,-7 7-52 0,-2-1 112 16,-2 10-72-16,-8 9 32 0,-1 6-92 15,0 7 68-15,-4 7-8 0,-3 12-52 0,3 2 76 16,4 12-52-16,-3-1 12 16,8 6 16-16,3 0-76 0,0 0-232 0,12 3-116 15,4 1-172-15,4 2-268 0,4 0-440 0,5 6-860 16,16-14-1841-16,-10 21-1883 0</inkml:trace>
  <inkml:trace contextRef="#ctx0" brushRef="#br0" timeOffset="6936.28">4880 4797 7988 0,'0'0'4309'0,"0"0"-3121"16,0 0-388-16,0 0-52 0,0 0 332 16,0 0 36-16,0 0-88 0,0 0-204 15,0 0-224-15,0 0-220 0,-44-22-172 0,44 22-132 16,4 0-64-16,4 0 60 0,8-3 12 16,9-1 172-16,10-3 76 0,5 2 260 15,8-9-187-15,8 6-213 0,-5-5-60 16,1 1-56-16,0 1-68 0,-1 5 0 15,2-2-4-15,-5-3-4 0,-5 5 0 0,1-1-76 16,-4 1-68-16,0 0-196 0,-5 0-169 16,-3 2-75-16,-8 4-124 15,1 0-124-15,-14 0-500 0,-3 4-1080 0,-8 2-1700 16,-8 6-1653-16</inkml:trace>
  <inkml:trace contextRef="#ctx0" brushRef="#br0" timeOffset="7215.817">5095 4768 2644 0,'0'0'8637'0,"0"0"-6957"0,0 0-916 16,0 0-208-16,0 0 280 0,0 0 284 16,0 99-72-16,5-55-144 0,3 11-176 0,-1 5-52 15,5 10-224-15,0 2-60 0,-4 5-148 16,5-1-176-16,-6-3-68 15,1 0 0-15,0-6 4 0,-4-3-4 0,4-5 0 16,-4-5-8-16,0-2-100 0,-4-5-4 16,4-9-68-16,-4-6-176 15,0-7-108-15,4-8-52 0,-4-8-136 0,0-6-180 16,0-3-412-16,0 0-776 0,0-6-1941 16,0-13-1359-16</inkml:trace>
  <inkml:trace contextRef="#ctx0" brushRef="#br0" timeOffset="7388.499">5235 5568 9260 0,'0'0'4409'0,"0"0"-3561"15,0 0-544-15,0 0 304 0,0 0 772 0,0 0-288 16,80-21-288-16,-65 14-276 16,2 1-220-16,2 0-176 0,1-1-132 0,1 1-44 15,-6 0-176-15,1 2-432 0,0 2-188 16,-5 2-200-16,2 0-544 0,-5 2-852 15,-1 8-1805-15,-7 6-755 0</inkml:trace>
  <inkml:trace contextRef="#ctx0" brushRef="#br0" timeOffset="7599.422">5278 5813 272 0,'0'0'5888'16,"0"0"-59"-16,0 0-4537 0,0 0-692 15,0 0 96-15,0 0 252 0,0 0-144 0,0 0-204 16,0 0-140-16,0 0-136 0,0 0-4 15,-4 38 272-15,29-38 196 0,-1 0-236 16,8 0-212-16,-4-3-108 0,0 0-72 0,-1 0 12 16,0 0-28-16,1-1-32 0,0-2-52 15,0-1-60-15,0 1-64 16,4-3-340-16,-4-1-340 0,4 4-212 0,4 0-80 16,-4-1-720-16,-8 4-1460 0,8 0-4297 15</inkml:trace>
  <inkml:trace contextRef="#ctx0" brushRef="#br0" timeOffset="9455.86">8092 4857 4580 0,'0'0'1120'0,"0"0"2704"16,0 0-2868-16,0 0-259 15,0 0-29-15,0 0 140 0,-88-28-92 16,68 25-132-16,-4 3-168 0,1 0-72 0,-2 0-180 16,1 0 52-16,-4 6-92 15,-4 0 28-15,1 7 100 0,-1 0 100 16,-4 2 0-16,0 4 24 0,1 0-28 0,-2 4-24 15,-3 5-88-15,5-2-52 0,-5 3-8 16,0-1-64-16,4 0 8 0,4 2-32 16,0-3-28-16,0-2-48 0,8-1-12 15,1-2-4-15,7 0-96 0,0-3 48 16,8-3-44-16,4-1 44 0,0-2 52 16,4-2-4-16,8-3-60 0,4 2 64 0,4 0 60 15,8-1 52-15,4-2 36 16,4-1-60-16,3 0-28 0,1-4 88 15,5 5-72-15,-2-7-68 0,1 4 4 16,-5-4-12-16,1 0 8 0,1 0-8 16,-9 0 12-16,-1 0-12 0,-3 0-44 0,0 0-240 15,-8 0-148-15,-4 0-240 0,-1 3-124 16,-7-3-224-16,5 3-368 0,-9 0-836 16,0 1-1865-16,-13-1-739 0</inkml:trace>
  <inkml:trace contextRef="#ctx0" brushRef="#br0" timeOffset="9692.931">7299 5664 4164 0,'0'0'716'0,"0"0"5040"0,0 0-4931 0,0 0-761 16,0 0 180-16,0 0 740 16,0 0 268-16,80 3-64 0,-53-3-308 0,10 0-288 15,-2 0-156-15,1 0-76 0,3-3-52 16,6 3-12-16,-6-3-24 0,5-1 40 15,-7 1-32-15,6 3-84 0,-7-3-60 0,-1 3-48 16,1-3-88-16,-3 3 0 16,-1-3-4-16,-5 3-164 15,1-3-324-15,0 3-200 0,-4 0-176 0,-4 0-324 0,-5 0-548 16,-2 0-2313-16,-9 0-3743 0</inkml:trace>
  <inkml:trace contextRef="#ctx0" brushRef="#br0" timeOffset="11052.571">9091 4832 3420 0,'0'0'10549'16,"0"0"-8553"-16,0 0-496 15,0 0-892-15,0 0-488 0,0 0-32 16,0 0 208-16,0 0 256 0,100-48 184 0,-52 36-268 16,12-1-276-16,0 1-104 0,7-1-40 15,5 3-44-15,0 0 36 0,-4 1-40 16,-5 2 0-16,-3 1 8 0,-8 3-8 15,-12 3 0-15,-5 0-96 0,-10 0-112 0,-10 3-24 16,-2 7 0-16,-10 5 48 0,-3 4 124 16,-3 11-64-16,-14 5 116 0,-7 9-4 15,-12 7-76-15,-3 2 88 0,-9 5 4 16,0 2 120-16,-4 1-76 0,-8-1-40 0,-3 3 104 16,-1 0-52-16,-4 4-56 0,5-3 8 15,-1 0 100-15,4-5-28 16,12-7 52-16,5-11 24 0,11-6-28 0,8-7-80 15,12-12-48-15,3 0-4 0,5-9 8 16,4-2 4-16,0 2-8 0,13-4 48 16,6 0 92-16,5 1 4 0,8-1 72 15,8-3-16-15,4 0-44 0,4-3-64 16,0-1-12-16,0-2-36 0,-1-1-32 16,2 5 56-16,-2-5-68 0,1 1 4 15,-8 0 41-15,3-1-49 0,-6 1 8 16,-5-4-8-16,-1 3-4 0,-3-1-69 0,-4-5-123 15,0 1-120-15,-4-5-136 0,-1 1-132 16,-2-6-160-16,3 0-240 0,-5-4-752 16,-2-2-960-16,-2 9-2781 0,-3-19-2899 0</inkml:trace>
  <inkml:trace contextRef="#ctx0" brushRef="#br0" timeOffset="11298.426">10184 4921 6688 0,'0'0'6625'0,"0"0"-5585"0,0 0-772 16,0 0 96-16,0 0 204 15,0 0 412-15,0 0 4 0,-64 70-104 16,36-45-316-16,0 4-132 0,-4 3-100 16,-3 2-88-16,-2 8-48 0,-10-1-12 0,2 3-88 15,-10 4-96-15,-5 6 0 0,-3 7-12 16,-1-1-96-16,-1 7 32 0,7-7-44 0,5-3-64 15,14-6-36-15,7-7-200 16,8-9-68-16,7-10-180 0,14-9-160 16,3-10-336-16,7-6-664 0,14-6-672 15,-5-6-2137-15,20-24-1259 0</inkml:trace>
  <inkml:trace contextRef="#ctx0" brushRef="#br0" timeOffset="11548.875">10175 5368 3068 0,'0'0'7144'0,"0"0"-5611"0,0 0-533 0,16 89-132 15,-12-48 224-15,0 8-8 0,-4 4-192 16,4 1-96-16,-4 7-176 0,0-1-264 16,0 4-84-16,0-5-148 15,0 2-40-15,-4-4 16 0,0-6-92 0,0-9 4 16,4-11-12-16,-3-5-8 0,3-14-164 15,0-5-236-15,0-7-296 0,0 0-204 0,0-13-132 16,0-6-156-16,0-10-432 0,3-11-877 16,1 7-1763-16,0-30-504 0</inkml:trace>
  <inkml:trace contextRef="#ctx0" brushRef="#br0" timeOffset="11741.173">10267 5503 4564 0,'0'0'300'0,"0"0"5925"15,0 0-4825-15,0 0-696 0,0 0 8 16,76-58 100-16,-61 55-104 15,2 3 96-15,3 0-164 0,-5 3-180 0,2 6-128 16,-2 7-84-16,-3 0-36 0,-3 3 84 16,-9 4 72-16,0 2 16 0,-4 3-116 15,-9 1-180-15,-6 0-88 0,2-4-80 16,-7-3-92-16,5-5-48 0,-9-5-52 16,0-5-24-1,-8-1-136-15,0-6-248 0,-8 0-268 16,-4-6-372-16,-3-7-852 0,15 0-2401 0,-32-13-2523 0</inkml:trace>
  <inkml:trace contextRef="#ctx0" brushRef="#br0" timeOffset="12282.582">8792 4353 6716 0,'0'0'2260'0,"0"0"605"0,0 0-973 0,0 0-676 0,0 0-112 15,0 0-36-15,0 0-176 0,0 0-288 16,0 0-244-16,9-4-164 0,19 1 84 0,8-3 88 16,16 0 60-16,7 3-36 0,5-4-112 15,8 0-124-15,-1 4 64 16,5-2-36-16,0 1-16 0,4-3 65 0,3 1-25 16,1-2-64-16,-4-3-36 0,-1 2-108 15,-3 2 8-15,-5 1-8 16,-7 0-48-16,-8 3-132 0,-8-1-137 0,-8 1-95 15,-4 3-88-15,-5 0-12 0,-6 0-16 0,-6 0-108 16,-7 0-212-16,0 3-628 16,-8-3-1004-16,-4 10-2745 0</inkml:trace>
  <inkml:trace contextRef="#ctx0" brushRef="#br0" timeOffset="15749.476">6797 6906 3100 0,'0'0'196'0,"0"0"7469"16,0 0-6185-16,0 0-768 0,0 0-60 0,-16-68 72 16,12 62 296-16,0 3-40 0,0 3-244 15,-4 0-264-15,3 0-224 16,-2 0-124-16,-1 6-124 0,-5 4 0 0,2 9-124 15,-4 6-24-15,-2 10 96 0,-3 13 40 16,-3 9 8-16,-1 13 0 0,-1 13-4 16,1 9-40-16,1 0-176 0,3-1 52 0,3-7-152 15,6-18 136-15,7-12 88 16,4-16 100-16,0-12-76 0,8-8-72 16,3-8 24-16,2-7-196 0,-2-3 32 0,6-3 52 15,-2-7-68-15,6-5-36 0,-6-2-4 16,1 5 104-16,-4-4 140 0,1 7 100 15,-2 3 160-15,2 2 196 0,-6 4-16 16,5 4 24-16,-4 6 16 0,4 8-68 16,-4 4-32-16,-4 3-80 0,0 10-64 15,-1 0-60-15,-3 4 12 0,0 2-4 16,0 2 28-16,-3 3 0 0,-1 4-44 16,4 4-60-16,-8 3-4 0,4 1 96 0,0-8-76 15,1-2-24-15,3-9-48 16,0-11-128-16,3-9-384 0,5-7-624 0,0-5-916 15,-1-7-3333-15</inkml:trace>
  <inkml:trace contextRef="#ctx0" brushRef="#br0" timeOffset="17702.502">7868 7217 588 0,'0'0'7204'15,"0"0"-4952"-15,0 0-535 0,0 0-169 0,0 0-64 16,76-23-36-16,-60 29-236 0,-4 11-112 16,0 8-140-16,-3 7-348 0,-6 9-148 15,1 7-16-15,-4 8-56 0,0 3-40 0,-7 4-111 16,-2-3-121-16,-7 0-116 16,4-3 0-16,-11 0 8 0,-1-6 36 0,-1-3-40 15,-6-7 36-15,-5-3-44 0,4-6-84 16,-7-4-12-16,6-9 8 15,1-6 76-15,0-9-72 0,9-4-49 0,3-6-147 0,-1-11-160 16,6-8-48-16,2-7 88 16,2-3 20-16,-1-6-24 0,3 0-124 15,9-4 20-15,0 7 76 0,13 5 48 0,2 3 236 16,6 7 124-16,3 1 24 0,4 6 236 16,0 7 36-16,4 2 12 0,0 7 48 15,7 0-12-15,-3 9 52 0,3 7-68 16,2 8-144-16,2 1-48 0,1 3-28 0,-4 4-84 15,0-1 0 1,-5 1-4-16,1-4-8 0,-4-2 0 0,0 0-136 16,-4-7-196-16,0-1-120 0,-4-5-56 0,0-3-48 15,-5-7-100-15,2-3-676 16,-5 0-768-16,-4-6-2073 0,-1-10-1667 0</inkml:trace>
  <inkml:trace contextRef="#ctx0" brushRef="#br0" timeOffset="25719.389">9159 7356 7112 0,'0'0'2528'0,"0"0"-1560"0,0 0-335 15,-19-67 59-15,15 45 208 0,-5 4 412 16,1-2-152-16,-3 4-164 0,-2 3 0 16,2 1-4-16,-6 6-92 0,6-1-228 15,-5 4-108-15,4 3-76 0,-7 0-124 16,2 3-168-16,-7 10-124 0,5 3-64 0,-5 6 40 16,3 10-40-16,-3 2-8 0,1 8 112 15,7 2-40-15,0 2-28 16,4 1-44-16,4 4-8 0,4 2-100 0,4 1 100 0,4-3-80 15,7 0 4-15,6-7 12 16,-2-2 64-16,9-7-4 16,1-7-88-16,-1-5 16 0,4-8 12 0,4-2-76 0,-4-8-32 15,-1-5-64-15,0 0 24 16,1-2-72-16,-3-10-112 0,-1-2-148 16,-5 2-188-16,-6 2-524 0,-2-2-644 0,-3 2-772 15,-8-5-2217-15</inkml:trace>
  <inkml:trace contextRef="#ctx0" brushRef="#br0" timeOffset="25915.77">8865 7664 8536 0,'0'0'2857'16,"0"0"-1549"-16,0 0-748 0,0 0-356 0,0 0-64 0,0 0 192 15,0 0 340-15,0 0 260 0,0 0-176 16,88 22-196-16,-57-22-24 0,9 0-176 15,3-3-124-15,2-2-52 0,-2-5-104 0,2-1-80 16,-2 3-88-16,1-3-492 16,4 2-552-16,0-3-480 0,-16 5-1360 15,15-2-3877-15</inkml:trace>
  <inkml:trace contextRef="#ctx0" brushRef="#br0" timeOffset="26586.053">10000 7175 8688 0,'0'0'3185'0,"0"0"-1801"15,0 0-64-15,0 0-548 0,0 0-8 0,0 0 164 16,0 0 40-16,0 0-4 0,96-12-256 16,-57 12-252-16,1 0-164 15,8 0-144-15,-4 3 8 0,0-3-72 0,-4 3-8 0,-1 0-64 16,2-3 96-16,-9 3-100 16,-4 0-16-16,0 1 4 0,-13 2-80 15,-3 0-196-15,-4 7-88 0,-8 4 76 0,-4 4 60 16,-12 8-64-16,-8 5-84 0,-4 8 48 15,-8-1 72-15,-3 0 100 16,-6 5 36-16,-2 0-84 0,-5 2 96 0,1-1 72 16,-1-2 40-16,3-1 48 15,6-2-44-15,3-1 8 0,4-3-4 0,0 1-4 16,8-8 0-16,5 4 60 0,6-9 308 16,6-4-4-16,11-7-120 0,0 1-176 15,8-3 52-15,12-1 36 0,8-1 156 16,8-3 136-1,3-1-132-15,9 0-124 0,0-7-188 0,4 0 56 0,-1 0-56 16,1 0 116-16,0-3 24 0,-1-4-52 0,-3 0-40 16,-4 2-56-16,0-1-52 0,-4-5-164 15,-4 5-140-15,-5-1-228 0,1 1-140 16,-8 0-16-16,4-4-288 0,-7-2-684 0,-2-4-756 16,-7 0-1405-16,0-12-1119 0</inkml:trace>
  <inkml:trace contextRef="#ctx0" brushRef="#br0" timeOffset="26811.35">10865 7353 3392 0,'0'0'8493'0,"0"0"-7177"0,0 0-844 0,0 0 212 16,0 0 516-16,-80 76-120 15,56-48-320-15,-3 7-240 16,-1 1-208-16,0 5-56 0,-8 7-120 15,3-1-124-15,-2 0 40 0,-1 2-52 0,-4-2-4 0,1-5-4 16,2-2-140-16,1-4-160 0,4-8-40 0,5-3-100 16,3-9-124-16,4-3-332 0,9-10-492 15,6-3-832-15,1-3-2353 16,4-19-2291-16</inkml:trace>
  <inkml:trace contextRef="#ctx0" brushRef="#br0" timeOffset="27652.311">10020 6864 3768 0,'0'0'640'0,"0"0"4272"0,0 0-3231 16,0 0-601-16,0 0 72 16,0 0 52-16,0 0-128 0,0 0-220 15,0 0-208-15,0 0-212 0,0 0-128 0,0 0-108 16,-32 13-28-16,41-6 12 0,-2-5 40 15,5 4-16-15,4 1-84 0,4 0 24 16,4-4-88-16,7-3 88 0,1 0 72 16,4 0-60-16,5 0 0 0,2-3-24 15,5 0-64-15,3-4-12 0,5 0-48 0,0-2-4 16,-4-1 100-16,0 1-108 16,0 0-64-16,0-1 64 0,-5 0 0 15,1 1-44-15,-4-1-200 0,-4 4-72 0,-4-1-128 16,-8 1-332-16,0 6-104 0,-9-3-228 15,-2 3-708-15,-6 0-1004 16,-11 0-3077-16</inkml:trace>
  <inkml:trace contextRef="#ctx0" brushRef="#br0" timeOffset="27980.63">11211 8017 8624 0,'0'0'4109'0,"0"0"-3433"0,21 69 200 16,-14-33-116-16,1 5-4 0,0 3 172 0,-3 6 4 15,2 1-436-15,-3 1-248 16,0-2-64-16,0-3-108 0,0-1-64 16,-4-2-12-16,5-3-88 15,-2 0 80-15,-3-2-92 0,4-8-84 16,-4-9-52-16,0-2 28 0,0-8-28 0,0-5-36 0,0-7-52 16,0 0 36-16,-4-7-136 0,-4-5-560 15,0-11-800-15,0 1-1397 16,-4-25-2547-16</inkml:trace>
  <inkml:trace contextRef="#ctx0" brushRef="#br0" timeOffset="28223.645">11204 7883 7796 0,'0'0'5593'0,"0"0"-4413"0,0 0-208 0,0 0 72 16,0 0 64-16,0 0-84 0,0 0-200 15,0 0-468-15,0 0-296 0,0 0 48 0,47-34 76 16,-27 34 36-16,4 5-112 0,-4 2-108 15,0 3 0-15,-4-3 0 0,-4 1 8 16,-1-1 44-16,-2 3-52 0,-5-2-12 16,-4 6-88-16,0-5 96 0,-4 7 0 15,-5 3-4-15,-6 0-160 0,-5 0-52 16,0-2-16-16,-4-5 16 0,-4 1-12 16,0-5-136-16,-7-1-272 0,3 0-336 15,-9-7-500-15,14 0-976 0,-17-10-2929 0</inkml:trace>
  <inkml:trace contextRef="#ctx0" brushRef="#br0" timeOffset="28906.074">12080 6988 484 0,'0'0'312'16,"0"0"8080"-16,0 0-6740 0,0 0-787 0,0 0-57 0,0 0 340 16,12 71 80-16,-8-41 148 0,0 12-304 15,0 5-220-15,0 4-76 0,0 3-76 0,4 4-172 16,-4 1-4-16,4 2-232 0,0 6-108 16,-1-4-140-16,2 7-44 15,-1-3-12-15,-5 2 12 0,5-2-12 0,1 0-36 16,-1-7-76-16,-1-2-68 0,1-11-28 0,1-9-172 15,2-6 0-15,-3-10-60 16,1-6-124-16,-2-7-192 0,5-5-424 16,-4-4-792-16,0-4-1888 0,0-15-1969 0</inkml:trace>
  <inkml:trace contextRef="#ctx0" brushRef="#br0" timeOffset="30101.609">13825 6610 4304 0,'0'0'1524'0,"0"0"3124"0,0 0-3475 15,0 0-457-15,0 0 384 0,0 0 332 16,12 79-212-16,-12-34-140 0,-4 6-164 16,-8 6-348-16,-4 10-188 0,0 6-96 0,-8 4-112 15,-4 5-76-15,-4-4-20 0,1 2-16 16,-1-10-48-16,0-10 36 0,8-15 24 15,0-13-20-15,4-14-4 0,4-8 12 16,4-8 52-16,0-2-112 0,0-5-280 16,1-8-184-16,-2-2 120 0,5-6 72 15,-3 0 4-15,2-4 92 0,5-1-80 16,-3 1 108-16,3-1 24 0,4 8-52 0,-4-1-32 16,4 3 208-16,0 6-16 15,0-3-92-15,8 4 32 0,-1 2 0 0,6 1-48 16,2-1-12-16,2 7 136 0,6 0 96 15,5 0 116-15,4 7 36 0,4 6-100 16,0 2 124-16,0 4-24 0,7 4-236 16,-7-1 160-16,4 0-48 0,-4 3-124 0,4-1 0 15,-5 1-160-15,-3-3 60 16,5-4-120-16,-5-1-4 0,0-1-324 0,-4-4 112 16,-1 1-368-16,1-4-404 0,-4-2-724 15,-8-1-1209-15,0-3-2395 0</inkml:trace>
  <inkml:trace contextRef="#ctx0" brushRef="#br0" timeOffset="32449.537">14184 6051 3112 0,'0'0'260'0,"0"0"-260"16,0 0 4576-16,0 0-2672 15,0 0-487-15,0 0-285 16,0 0-48-16,0 0-144 16,0 0-332-16,0 0-104 0,0 0-16 0,0-31 92 0,4 46 68 15,0 4-104-15,4 11 0 0,-1 8-124 0,2 3-124 0,-1 9-124 16,-1 1 36-16,5 7 24 0,0 1-156 15,-4 5 8-15,0 0-84 0,1-1-44 16,-6-6-16-16,5-6-4 0,-4-14 16 0,4-7-48 16,0-14-116-16,-4-10-68 0,0-3-236 15,0-3-40-15,0-6-64 16,0-7-128-16,0-9-448 0,0-10-1240 0,-4 3-2225 16,0-19-1735-16</inkml:trace>
  <inkml:trace contextRef="#ctx0" brushRef="#br0" timeOffset="32717.933">14252 6026 3676 0,'0'0'3064'15,"0"0"-1312"-15,0 0-948 0,0 0-132 16,0 0 349-16,28-67-185 0,-17 58-184 16,6 2-244-16,2 0 80 0,-3 7-84 15,7 0-32-15,-6 0-56 0,3 4-40 0,-4 6-172 16,0 3 72-16,-4 2-40 0,-9 4-8 15,1 0 100-15,-4 4 96 16,0 2-84-16,-7-3-48 0,-5 3-144 0,-1-5 28 16,-2-1-24-16,-1-3-40 0,0-1-12 15,0-5-276-15,0-4-312 0,0-3-156 16,4-3-56-16,-4 0-88 0,4-3-380 16,1-6-409-16,-2-4-575 0,5 4-608 15,-4-14-2008-15</inkml:trace>
  <inkml:trace contextRef="#ctx0" brushRef="#br0" timeOffset="33149.142">14594 5528 3312 0,'0'0'5556'16,"0"0"-4328"-16,0 0-167 0,0 0 119 0,0 0 72 15,0 0-236-15,0 0-324 0,0 0-276 16,0 0-180-16,0 0-48 0,56 0 156 16,-48 19 68-16,-4 2-76 0,0 5-164 15,-4 3-72-15,0 2-4 0,0-5-92 16,0-1-8-16,0-6-68 0,0-7-40 16,0-5 16-16,0-3-28 0,0-4 48 15,3 0 76-15,-3 0 0 0,4-4-4 16,1-5 4-16,-1-3 116 0,4-5-112 0,-1 1 0 15,-3-3 8-15,0 3-12 0,5 1-4 16,-5 2-8-16,3 3-40 0,1 1 40 16,-3 2-48-16,3 1-20 0,-1 3 80 0,-3 0 52 15,4 3 60-15,1 0-64 0,-2 0-36 16,-3 6 100-16,4 0-12 16,1 7-40-16,-6 0 76 0,1 3-24 0,0 3-104 15,-4 0 68-15,0 6-64 0,0 1-24 16,0-1-52-16,0 0-232 0,0 1-476 15,4-4-256-15,0-3-512 0,0-3-812 16,1-3-1961-16,-5-4-2251 0</inkml:trace>
  <inkml:trace contextRef="#ctx0" brushRef="#br0" timeOffset="33754.327">15160 7054 3828 0,'0'0'7076'0,"0"0"-5915"0,0 0-153 16,0 0 212-16,0 0 84 0,0 0-264 16,0 0-92-16,0 0-368 0,0 0-244 15,0 0 44-15,0 0 148 0,95-63 108 16,-54 57-340-16,2 3-156 0,-3-1-136 0,4 4 92 16,-4 0-96-16,-1-3 8 15,-2 0 4-15,2 0-12 0,-3-3-120 0,0-4 0 16,-1-2-592-16,6-1-196 0,-5 0-376 15,-5 4-1084-15,-6-1-2677 0,-2 0-4243 16</inkml:trace>
  <inkml:trace contextRef="#ctx0" brushRef="#br0" timeOffset="34218.735">16463 6334 8612 0,'0'0'4061'0,"0"0"-3181"0,0 0-396 0,0 0 388 0,0 0 424 16,0 0-220-16,83 85 4 15,-83-45-136-15,0 4-352 0,0 3-116 0,-4 7-76 16,-7 3-132-16,-6 4-60 16,-7 2-36-16,1 0-100 0,-9 0-60 15,0 1 48-15,0-10-12 0,-4-3 0 0,0-7 4 16,4-9-52-16,0-6 4 0,4-10-4 15,0-9 0-15,5-3-88 0,3-7-56 16,4-5-88-16,4-7-120 0,-3-10 36 0,2-7-40 16,5-5 40-16,4-11-152 15,4 0 88-15,0-2 60 0,8 3 100 0,9 6 96 16,-2 5 36-16,1 8 4 0,4 3 8 16,0 3 16-16,4 9 56 0,-1 1 4 0,1 2 12 15,4 7 220-15,4 0-144 16,-4 0 24-16,4 7 36 0,4 2-52 15,-1 7-8-15,-3 3-16 0,0 0-72 0,0 3 64 16,-4 7 32 0,0 3-88-16,-8 0-8 0,0-1-52 0,0 1 44 15,-4 3 4-15,0-4 0 0,-4-1-132 0,0-5-220 16,-1-3-128-16,2-3-332 16,-5-3-752-16,-1-1-808 0,2-5-1797 0,-5-7-1887 15</inkml:trace>
  <inkml:trace contextRef="#ctx0" brushRef="#br0" timeOffset="34741.875">17283 6699 4136 0,'0'0'6540'0,"0"0"-5239"15,0 0 3-15,0 0-400 0,0 0 8 16,0 0 4-16,0 0-36 16,0 0 236-16,80-19-252 0,-44 16-152 0,4-1-28 15,0 1-232-15,4-3-148 0,-5 3-168 16,2 1-136-16,-6-5-48 0,1 0-4 16,0 4-68-16,-4-4-272 0,-1 1-216 0,-6 3-176 15,-1 3-192-15,-9 0-588 16,-7 0-1160-16,0 3-1909 0,-8 10-1191 0</inkml:trace>
  <inkml:trace contextRef="#ctx0" brushRef="#br0" timeOffset="34917.638">17511 6859 5852 0,'0'0'5113'0,"0"0"-3521"16,0 0-912-16,0 0-492 0,0 0 464 0,0 0 736 15,0 0-120-15,0 0-348 16,0 0-188-16,95 40-116 15,-67-40-112-15,-1 0-308 0,1-7-104 0,9-1-92 16,-5-6-136-16,4 3-512 0,3-3-388 0,1 1-344 16,-5-2-976-16,-2 8-2193 0,7-9-2583 15</inkml:trace>
  <inkml:trace contextRef="#ctx0" brushRef="#br0" timeOffset="35239.63">18275 6711 8836 0,'0'0'4433'15,"0"0"-3441"-15,0 0-296 16,-8 74 160-16,5-46 536 0,-1 4-92 0,0-7 48 0,4 4-564 16,0-11-360-16,0-1-204 15,11-1-84-15,2-7-124 0,6-5-12 0,2-1 0 16,3-3-40-16,4-10 40 0,-1-3 0 16,4-6-96-16,-3-6-84 15,4-4-40-15,-4-3 12 0,0-2 136 0,-4-1 16 0,1-3 56 16,-6 3 12-16,-7 0-4 0,-8 3-4 15,-4 3-4-15,0 1 0 16,-8 3-32-16,-8 6 24 0,-3 0-32 0,-1 6-8 16,-5 3-12-16,-3 4 12 15,4 6-4-15,-4 0 40 0,-4 6 4 0,5 7-100 16,-1 3-40-16,1 3 28 16,2 0-28-16,1 3 0 0,0 3-184 0,9 1-308 15,-6 0-384-15,10 2-664 0,-6-3-816 16,10-2-2089-16,-5 2-2895 0</inkml:trace>
  <inkml:trace contextRef="#ctx0" brushRef="#br0" timeOffset="39698.513">20471 3216 928 0,'0'0'1732'0,"0"0"-1484"0,0 0 104 16,0 0 4584-16,0 0-3316 0,0 0-455 0,0 0-241 16,0 0 188-16,0 0-52 0,0 0-152 15,0 0-128-15,-20-9-136 0,20 9-168 16,0 0-152-16,0 0-152 0,0 0-92 0,4 6-80 15,3 4 0-15,2 2 132 16,3 7 116-16,-1 0-76 0,6 3-164 16,-6-3 80-16,2 1-88 0,-2-5 48 0,2 1-4 15,-5-4-40-15,-1 5-4 16,5-8 8-16,-7 4-4 0,3-3-4 16,-1-1-4-16,1-3-48 0,-4 1 48 0,1-4-8 15,2-3 0-15,1 0-64 16,0 0-32-16,1 0-16 0,2-3-40 0,1-7 28 15,4 1 36-15,-4-4-60 0,8 0-64 16,-5 1-88-16,2 3 112 0,-1-2-24 16,0 3-16-16,4 1 64 0,-1 0 112 0,-2 2 16 15,7 1 48-15,4-2 4 16,-1-1-4-16,4 1 0 0,6-1-48 16,-1-2 44-16,0-1 0 0,3-3 4 0,2 1-12 15,2-1-52-15,-3 4 28 0,0 2 36 16,-4 1 88-16,0 0-76 0,-5 3 52 15,-3 0 60-15,0 3 52 0,-8 0-100 16,0 0 64-16,-4 3-40 0,0 0 0 16,-9 3-96-16,6 0-4 0,-9 1 0 15,0 2 0-15,0 1 4 0,-4 2 72 0,0 4-68 16,0 0 40-16,0 0-48 0,0 1-52 16,-4-2-60-16,4-5-116 15,0-2 12-15,0-1-48 0,7-3 152 0,1-4 112 16,1 0 0-16,-1 0 52 0,8 0-4 15,-4-6-48-15,3-1-4 0,1 1-120 16,5 0 116-16,-2-5 8 0,1 3 0 16,1-2-8-16,-2 3-120 15,1 1 16-15,-1-1-52 0,2 4 152 16,-1-3 12-16,-1 3 4 0,5-4 0 0,0 4-4 0,1-3-4 16,-1 2 4-16,3-2 48 15,1 0 16-15,3-4-52 0,1 1 104 0,0-4-68 0,0-2 16 16,1 2 88-16,-6-1 36 15,5 2-28-15,-8-1 8 0,0 5-156 0,-4-3 0 16,-4 3 4-16,0-3 32 0,-4 5-40 16,-1 0-8-16,-2-1-8 0,-5 1-320 15,0 3-340-15,-4 3-240 0,0 0-388 16,0 0-925-16,-8 0-3015 0</inkml:trace>
  <inkml:trace contextRef="#ctx0" brushRef="#br0" timeOffset="40132.19">21519 3542 5276 0,'0'0'4788'0,"0"0"-3988"0,0 0-723 15,0 0-73-15,0 0 384 0,0 0 124 16,0 0 104-16,0 0 88 0,0 0-120 16,0 0 112-16,15 21 100 0,-15 0-268 15,0 5-112-15,0-1-100 0,-3-3-116 16,-1 0-64-16,0-3-48 0,4-5-88 16,-4-3-12-16,4-4-64 0,0-3-72 0,4-4-288 15,0 0-296-15,3-7-152 0,6-6-348 16,2-3-520-16,-2 0-1245 0,6-15-1663 15</inkml:trace>
  <inkml:trace contextRef="#ctx0" brushRef="#br0" timeOffset="40284.525">21746 3426 4288 0,'0'0'76'0,"0"0"4644"16,0 0-3312-16,0 0-567 0,0 0-369 16,0 0 120-16,0 0 200 0,0 0 88 15,-28 88-224-15,20-60-152 0,0-2-176 0,0 2-152 16,4-1-176-16,0-2-8 0,0 0-180 15,0 0-340-15,0-2-272 0,1 2-280 16,-6 0-368-16,5-5-1417 0,-8-1-2995 16</inkml:trace>
  <inkml:trace contextRef="#ctx0" brushRef="#br0" timeOffset="40527.185">21192 4216 836 0,'0'0'10509'0,"0"0"-8921"15,0 0-1104-15,0 0-76 0,0 0 340 0,0 0-140 16,0 0 120 0,0 0 152-16,0 0 76 0,88 19-188 0,-53-19-240 15,10 0-308-15,2-6-48 0,-2-7-160 16,-2 0-12-16,0-2 0 0,-2-5-84 15,-2-2-284-15,1-3-260 0,-8 2-264 16,0-2-256-16,-1 3-452 0,-6-3-548 0,-9 12-841 16,-4-9-1879-16</inkml:trace>
  <inkml:trace contextRef="#ctx0" brushRef="#br0" timeOffset="40888.959">21587 3867 4060 0,'0'0'5068'0,"0"0"-4140"0,0 0-576 0,0 0 8 16,0 0 373-16,0 0 191 16,0 0-156-16,-84 57-132 0,76-35 24 0,0 0 48 15,-1 6 20-15,6 2-208 0,-5 1-72 16,4 4-40-16,0 1-84 0,4 2-52 0,0-1-24 16,0 5-24-16,0-1-64 15,0 1-64-15,0-4-8 0,0 3-40 16,0 0 28-16,4-3 20 0,0-3-84 0,-4 0-8 15,4 0 8-15,0-7 36 0,-1 1-48 16,-3-4 0-16,5-2 4 0,-5-5 8 16,0-1-4-16,0-6 104 0,0 3-16 15,-5-9-8-15,-2 6 44 0,-1-8 164 16,-3 3 84-16,-10 1-184 0,1-7-124 16,-4 0-72-16,-3 0-64 0,-1-4-208 15,-9-5-300-15,5-7 68 0,-3-1-88 16,3 3 48-16,4-9 108 0,5 4-220 15,-1 0-452-15,7-3-724 0,2 3-920 0,-2-6-2177 16</inkml:trace>
  <inkml:trace contextRef="#ctx0" brushRef="#br0" timeOffset="42298.833">13897 8175 2232 0,'0'0'520'15,"0"0"-520"-15,0 0 2516 0,0 0-1112 16,0 0-428-16,0 0-28 0,0 0 268 16,0 0-132-16,0 0-3 0,0 0-209 0,-72-32-56 15,72 30 96-15,-4 2 24 16,4 0-144-16,0 0-216 0,0 0-116 16,0 0-152-16,0 0-160 0,4 0-148 0,4 0-4 15,8 0 4-15,7 0 164 0,9 0-152 16,9 0 60-16,6 0-64 0,5-5 56 0,8 0-52 15,4-1-12-15,3-4 12 16,6 1 48-16,2-1 4 0,5 0-64 16,7-2-4-16,1-1 4 0,7 1 0 0,5-5 40 15,4-2-36-15,4 3 72 16,-9 1-16-16,1-4-60 0,-9-1-96 16,-7 5 24-16,-9-2 68 0,-7 2-36 0,-4 2 36 15,-8 4 4-15,-8 3-4 0,-9-1 0 16,-7 3-4-16,-8 4 4 15,-3 0 0-15,-10 0-56 0,-3 0-64 0,-4 0-172 0,-4 0-188 16,0 0-28-16,0 0-68 0,-8 7-236 16,-4 0-496-16,-8 2-784 0,4-3-1053 15,-20 7-2395-15</inkml:trace>
  <inkml:trace contextRef="#ctx0" brushRef="#br0" timeOffset="42598.123">14885 8255 6200 0,'0'0'6369'0,"0"0"-5441"0,0 0-916 15,0 70 176-15,0-35 360 0,0 6 224 16,0 3 96-16,0 1-276 0,0-1-168 16,0 1-176-16,0 0-100 0,0-1-144 0,0 0-4 15,3-9-104-15,-3-7 88 16,5-9-96-16,-5-9-100 0,4-7-184 16,4-3-224-16,0-10-248 0,4-5-272 0,0-1-1072 15,8-29-4017-15</inkml:trace>
  <inkml:trace contextRef="#ctx0" brushRef="#br0" timeOffset="42764.456">15172 8312 5064 0,'0'0'6849'16,"0"0"-5849"-16,0 0-592 0,-24 89-64 0,11-52 188 16,6 1 100-16,-1 4 36 15,4-4-240-15,0 0-416 0,0 0-12 0,4-2-160 16,0-1-508-16,0-4-420 0,-4-5-212 15,4-4-1197-15,-8 0-3563 0</inkml:trace>
  <inkml:trace contextRef="#ctx0" brushRef="#br0" timeOffset="43032.193">14379 9426 7340 0,'0'0'4273'0,"0"0"-3041"15,0 0-812-15,0 0 432 0,0 0 448 16,112 0-192-16,-69-6-212 0,5-1-312 16,-4 1-212-16,3-2-128 15,2-3 4-15,-6 2-152 0,-3 2-80 0,-4-2-12 16,-4-1-4-16,0-3-92 0,-8 1 44 15,0-1-296-15,-5-3-472 0,-2 4-292 0,-6-4-504 16,-7 9-1048-16,-4-12-2453 0</inkml:trace>
  <inkml:trace contextRef="#ctx0" brushRef="#br0" timeOffset="43382.277">14749 8925 8280 0,'0'0'2949'0,"0"0"-1857"15,0 0-644-15,0 0 76 0,0 0 96 0,0 0-36 16,0 0 84-16,-52 72 200 16,49-45-224-16,3 0-136 0,0 5-96 0,0 3-64 15,3 7-28-15,5 5 24 0,5 1-108 0,-6 3-100 16,1 3-88-16,1-1-40 16,-2-2-4-16,1-3-4 0,0 3-4 15,4-4 0-15,-4 0 4 0,0 2 8 0,1-5 40 16,-6-6-44-16,1 0 60 15,0-2-4-15,-4-8 0 0,4-3 40 16,-4-3-40-16,4-6-60 0,-4-3 0 0,0-4-4 16,0 1 4-16,0-7 8 0,0 1 56 15,0-2 32-15,0-2 16 0,-4 0-112 16,-4 0-112-16,1-2-96 0,-6-5-24 16,-2-3-52-16,-2-2 12 0,-2-4-196 15,-1-6-52-15,3 0 12 0,-2 0-268 16,6-2-180-16,2-1-284 0,7 4-428 0,4-2-145 15,0 4-699-15,0-10-1692 0</inkml:trace>
  <inkml:trace contextRef="#ctx0" brushRef="#br0" timeOffset="43658.776">15303 9169 6656 0,'0'0'4188'0,"0"0"-2695"0,0 0-253 0,0 0 152 0,0 0-208 16,0 0-308-16,0 0-92 0,0 0-180 15,0 0-260-15,0 0-148 16,4 80 16-16,-4-46-4 0,0 8 12 0,0 2 88 16,0-3-16-16,0-2-12 0,0-1-24 15,4-7-12-15,4-2-72 16,0-7-164-16,0-3-8 0,0-6-72 0,4-7-52 0,0 0-60 15,3-6-132-15,2 0-368 16,3-9-152-16,-1-3-348 0,-2-8-816 16,-6 5-2452-16,2-17-3409 0</inkml:trace>
  <inkml:trace contextRef="#ctx0" brushRef="#br0" timeOffset="44126.402">15670 9024 3268 0,'0'0'8329'0,"0"0"-7137"15,0 0-504-15,0 0 392 0,0 0-196 16,0 0-40-16,0 0 252 16,0 0-228-16,47 66-92 0,-38-35-76 0,-5 5-260 0,0 1-136 15,-4-2-72-15,0 4-160 16,0-1 4-16,0-4-76 0,0 5-112 0,-8-1-20 16,-1-4-188-16,2 2-68 0,-1-11 56 15,0-3 36-15,-1-6 28 16,6-6 8-16,-1-7 40 0,0-3 96 0,0 0-12 15,0-6-76-15,4-7-120 0,-4-3 8 16,4-6 140-16,0-1 32 0,0 2 128 0,4-2 12 16,0 8 24-16,4-2 88 0,-4 9 0 15,3 1-12-15,-2 0-76 0,3 4 0 16,-4 0 112-16,0-1 24 0,-4 4 24 16,3 0 4-16,-3 0 56 15,0 0 64-15,0 0-24 0,0 0-76 0,0 4-72 16,-3-1-124-16,-1 0-72 0,-4 0-152 0,4 1-108 15,-5 3-48-15,2-5-4 16,3 1 60-16,-4 3 12 0,4-3-136 16,-1 1-256-16,2-1-140 0,-1 1-16 15,0-2 60-15,0 1 124 0,0 0 188 0,4-3 80 16,-4 4 112-16,-1-4 40 0,2 0-4 16,-1-4-9-16,0 1-15 0,0 0 100 15,4 1-72-15,0-2-380 0,0 1-568 16,0-4-16-16,0 4 244 0,0 0 144 0,0 0-344 15,0 1-1132-15</inkml:trace>
  <inkml:trace contextRef="#ctx0" brushRef="#br0" timeOffset="44945.128">15726 8938 4880 0,'0'0'196'0,"0"0"3568"15,0 0-2716-15,0 0-232 16,0 0 21-16,0 0 111 0,0 0 12 0,0 0-48 16,0 0-204-16,0 0-52 0,4 75-36 0,-4-50 52 15,0 8-140-15,0 5-120 16,0 3-168-16,0 6-108 0,-4 1-84 0,-1 0-52 15,-3-1 60-15,1-2-48 0,-5-6 76 0,0-8 108 16,0-5 28-16,4-8 120 0,0-2 96 16,-4-6-220-16,4-4-100 15,0-3-32-15,4 0 8 0,-4-3-96 0,0 0-72 16,-4-6-220-16,0-3-40 16,4-4 12-16,-8 0 112 0,1-7 36 0,2 1-36 15,1 1 48-15,-4-1 84 0,8-2 16 16,1 1-52-16,-1 1 64 0,3 3-28 15,5 0 16-15,-4 0-16 0,4 3 16 16,0-3 8-16,4 4-20 0,1 3-4 0,3-2 64 16,-1 3-76-16,1 1 88 0,1 0 72 15,2 4 100-15,1 1 28 0,4 2-52 16,-4 2 36-16,8 4 24 0,0 0-20 16,0 7 8-16,0-2-60 0,4 1 72 15,-5 1-60-15,2-1-148 16,-1 1 12-16,-1 0-12 0,2 0 0 0,-6-1-4 15,5 1 0-15,-3-1-4 0,-6 1 8 16,6-2-12-16,-6-3-188 0,-3-2-80 16,0 1-28-16,-4-3-88 15,0-2-148-15,0-2-248 0,0 0-528 0,4 0-704 0,-4-6-484 16,-4-1-1633-16,0-7-2475 16</inkml:trace>
  <inkml:trace contextRef="#ctx0" brushRef="#br0" timeOffset="45230.979">16132 8966 3452 0,'0'0'8057'0,"0"0"-6829"0,0 0-716 16,0 0 200-16,0 0 276 0,0 0 144 0,0 0-80 15,75 66-272-15,-58-43-160 0,-2 2-128 16,2 4 132-16,-2 6 148 0,-2 3-296 16,-2 0-208-16,-7-1-88 0,5 5-32 15,-9-3-76-15,0 2-64 0,0-7-4 16,-5 2-4-16,-3-4-120 0,-3-4-172 0,-2 0-268 16,-2-5-212-16,-6-4-100 15,2 1-112-15,-9-9-484 0,4-4-764 16,0-4-768-16,-12-3-3325 0</inkml:trace>
  <inkml:trace contextRef="#ctx0" brushRef="#br0" timeOffset="46533.546">19268 6222 7372 0,'0'0'2604'0,"0"0"-955"0,0 0-457 15,0 0-400-15,0 0 120 0,0 0 48 16,0 0 48-16,0 0-76 0,0 0-336 15,71-56-248-15,-50 37-52 0,7-4-52 16,-5-3-48-16,5 1-36 0,0-3-48 16,0 5-100-16,-4-2 12 0,-5 6-24 15,1 4-60-15,-3 2 48 0,-6 3-64 0,1 4 4 16,1 3-28-16,-6 0-60 16,-3 3 0-16,0 3 24 0,0 6 52 15,-4 10 72-15,0 3 12 0,0 13 0 0,0 6 0 16,-12 11 4-16,1 2 92 0,-2 9-32 15,-2 0-16-15,-2 4-48 16,2-1 0-16,-5-2-8 0,4-7-16 0,0-6 12 0,4-10 12 16,3-9-8-16,2-7 8 15,-1-8-8-15,8-2-92 0,-4-8-96 16,4-4-40-16,0-3-84 0,0 0-40 0,4 0 48 16,0 0 228-16,4-6 84 15,-1 2 84-15,2 4-40 0,-1-2-44 0,-1 2-64 16,2 6 64-16,-1 2 48 0,0 9 0 15,3 5-44-15,2 3 52 0,-6 4-52 16,10 6 4-16,-6 0-4 0,6 2 4 0,-2 5-8 16,6 4 84-16,-6 4 16 15,1 0 0-15,0 8 24 0,-4-5-12 16,0 4-100-16,-4 1 124 0,-1-1 24 0,-2-3-68 16,-1-4-92-16,-4-1-48 15,0-8 44-15,0-4 8 0,0-1-4 16,0-7 4-16,0-4-4 0,0-6-12 0,0 0-60 15,-4-3-236-15,-5-7-264 0,6 1-300 16,-9-4-576-16,4 0-968 0,-16-2-3029 16</inkml:trace>
  <inkml:trace contextRef="#ctx0" brushRef="#br0" timeOffset="113169.246">27245 9436 9248 0,'0'0'4913'0,"-92"-32"-4737"0,51 20-176 15,-14 5-184-15,-9 1 180 16,-8 2 4-16,-12 4-12 16,-2 13-68-16,-19 6 80 0,-6 10 0 0,-12 9 192 15,-5 6 136-15,-11 13 164 0,-9 7 52 0,-11 9-268 16,-4 9-272-16,-5 7 84 0,-12 10-76 16,-3 6-12-16,-4 9 24 0,-8 7-24 15,-4 12 0-15,-1 4 36 0,-7 12 12 16,4 6-48-16,-4 7-112 0,-4 12 100 0,3 14 12 15,2 6 48-15,6 8 4 16,9 5 128-16,8 9-172 0,7 3 52 0,5 4 16 16,12 5-76-16,11 4 64 0,17-1-16 15,8 5-48-15,15 2 52 0,12 0 20 0,16 3-72 16,5 0-8-16,15 4 8 16,8-4 80-16,8 0-12 0,16-5-68 15,17-4 0-15,6-10 36 0,10-3-36 0,23-10 0 16,11-5 0-16,12-11-44 0,18-6 44 15,10-12 0-15,17-10-16 0,12-6-108 16,8-13-136-16,15-6 252 0,13-10-56 16,15-6-12-16,15-13 24 0,15-7 24 15,9-8 20-15,14-8 16 0,7-8-16 0,7-7-216 16,10-10 212-16,11-9-88 16,4-12 92-16,8-7 8 15,4-13-76-15,8-10-24 0,8-7 48 0,3-5 52 0,5-14-36 16,0-8 36-16,8-3 0 15,0-7 148-15,-5-3-8 0,6-7-136 16,-6-2 96-16,5-6 36 0,-4-11 16 0,0-6 40 16,0-5-180-16,0-10 76 0,-1-11-24 15,-3-8-60-15,0-8 0 0,-8-12 176 16,0-2-176-16,-8-14 32 0,-8-3-36 0,-4-9-100 16,-12-6-64-16,-12-4 128 15,-8-3-76-15,-11 0 176 0,-14-2-64 16,-6-3 124-16,-13-1 88 0,-12-6 24 0,-8 0 36 15,-11-8-160-15,-16 1-108 0,-5-3-4 16,-19 0 12-16,-9 0 64 0,-19-7-76 16,-20-2-160-16,-13-1-4 0,-14-3-48 15,-18 7 140-15,-10-1 68 0,-5 5-124 16,-4 4 116-16,-13 10 12 0,-6 14 212 0,-18 9 52 16,-6 5-152-16,-10 12 184 15,-6 1-220-15,-13 5-4 0,-8 1-72 16,-3 1 0-16,-12 0-136 0,-1 1 24 0,-4 2 28 15,-3 0-80-15,-6 1 164 0,2 3 0 16,-8 2-8-16,-1 7 8 0,-3 7 136 16,-4 8 88-16,-1 8-148 0,1 9 96 15,-10 9-60-15,2 6 136 0,-4 7-28 16,-5 7 88-16,1-1-244 0,-1 1-64 0,-3-1 0 16,4 3-64-16,3-2 64 0,1 0-36 15,3-2 24-15,5-1-24 16,0-1 28-16,-2 0-240 0,2 1 64 0,3 0-124 15,-3-2 244-15,4 1-108 0,-1 1 144 16,1-2-20-16,-1 5 96 0,1-1-48 16,3 0 112-16,0 7-100 0,1 0 76 15,0 6-80-15,3-3-8 16,0 4-44-16,8 1-20 0,1-2 56 0,0 4-128 16,7 2 88-16,0-2-100 0,5 4-40 15,-1 2 88-15,-3 3-24 0,2 3 112 0,-2 3-144 16,4 4 156-16,-5 5 88 15,5 1-80-15,-5 3 132 0,9 0-92 0,-1 3-12 16,4 0 52-16,0 0 36 0,4 3 24 16,5 0-96-16,3 0-40 0,5 0 36 0,-1-3-44 15,4 0 44-15,4 0-48 0,4 0 0 16,4 0-8-16,9 0 8 16,-1 0 0-16,4 0-4 0,5 0 4 0,3 4-88 0,-1-1-24 15,2 3-60-15,3 0 84 16,4 4 12-16,0-4-12 0,9 1-148 15,-6 0-52-15,5-2 28 0,1 2-44 16,2 2 16-16,2-3-168 0,-1 5-124 16,0 1-308-16,4 4-348 0,4-7-937 0,-8 17-2671 15</inkml:trace>
  <inkml:trace contextRef="#ctx0" brushRef="#br0" timeOffset="116129.863">28276 10582 5776 0,'0'0'1260'0,"0"0"3029"0,0 0-2789 15,0 0-136-15,0 0 40 16,0 0-112-16,0 0-264 0,0 0-260 0,0 0-364 16,0 0-84-16,44-25 184 0,-4 18 20 15,7-2-84-15,5 2-148 16,8-5-124-16,4 2-80 0,-4 1-20 0,-1 2-64 16,-3-2-8-16,0 3 4 0,-8 1-4 15,-9 5-44-15,-7 0-160 0,-4 0-120 16,-8 7 24-16,-8 3-28 0,-7 3-108 0,-5 3 124 15,-5 3 144-15,-11 6 96 0,-8 3-192 16,-7 4-64-16,-5 4-52 0,-4-2 136 0,-4 4 0 16,-3 4-84-16,-6 2 84 15,-2 4 36-15,-9-1 160 0,0 4 52 16,4 1 52-16,-3-5 84 0,3 0 64 0,8 1 160 16,4-4-4-16,9-2 16 15,7-5-136-15,8-5 32 0,11-6-132 16,10-1 0-16,3-6-40 0,16-3 28 0,8-6 84 15,12-1 76-15,3-6 8 16,17-3 0-16,0-5 24 0,8-5-20 16,0-6-44-16,-1 0 28 0,-3 4-96 0,-4-2-147 15,-1 1-37-15,-7 4-4 0,0 0-81 16,-8 2-75-16,-4 1-144 0,0 0-184 16,-8 2 28-16,-1-2-188 0,-2 3-116 15,-2-6-112-15,-7 2-252 0,1-6-240 0,-6-2-732 16,1 2-2101-16,-4-10-2251 0</inkml:trace>
  <inkml:trace contextRef="#ctx0" brushRef="#br0" timeOffset="116363.449">29296 10722 9000 0,'0'0'2377'0,"0"0"-1873"15,0 0-500-15,0 0 688 0,0 0 188 16,0 0 124-16,0 0-60 0,-83 37-376 15,51-14-128-15,-1 6-64 0,-6 3-76 16,-5 6-64-16,-4-1 0 0,-3 4-4 16,-5 4-120-16,-4-1-112 0,4 1 0 15,-4-1-144-15,1 1-264 0,6-7-104 0,-2 0-112 16,7-3 20-16,9-3-164 16,3-7 20-16,8-6-232 0,8-3-300 0,8-6-617 15,3-4-771-15,9-6-1848 0</inkml:trace>
  <inkml:trace contextRef="#ctx0" brushRef="#br0" timeOffset="116615.319">29245 11325 7280 0,'0'0'6157'0,"0"0"-5521"0,-9 67-560 15,5-36 580-15,-4 11 400 0,1 5 76 16,-6 5-276-16,6 2-300 0,-1 2-284 0,4 4-112 16,-5-2-64-16,5-1-96 0,1-3-68 0,-5-7 20 15,8-8-16-15,-4-12-60 16,4-6-96-16,0-12-188 0,4-6-188 0,0-3-100 16,7-12-132-16,2-14-156 0,6-9-144 15,1-7-440-15,1-8-985 16,2-4-339-16,-7 0-116 0,1 0-148 0</inkml:trace>
  <inkml:trace contextRef="#ctx0" brushRef="#br0" timeOffset="116789.415">29356 11525 248 0,'0'0'2100'0,"32"-70"-1616"0,-20 48 5300 0,4 7-3828 16,0 5-607-16,-1 3-233 15,2 7-36-15,-2 0-268 0,2 7-184 0,-6 5-140 16,2 5-180-16,-6 8-148 0,1 0-8 16,-8 3-52-16,0 4 48 0,-4-3 12 15,-3-4-72-15,-6-3 64 0,-2-2-104 16,2-5 88-16,-2-2-36 0,-6-3-96 15,6-4-4-15,-9 0-272 0,0-6-340 16,-4 0-256-16,0-9-300 0,-4-4-436 16,-4-7-925-16,8 6-1735 0,-19-26-2004 0</inkml:trace>
  <inkml:trace contextRef="#ctx0" brushRef="#br0" timeOffset="117198.02">28276 10153 3372 0,'0'0'5664'16,"0"0"-3183"-16,0 0-1161 15,0 0-124-15,0 0 68 0,0 0-44 16,0 0-384-16,0 0-316 0,0 0-284 0,0 0-100 16,0 0-12-16,8-38-116 15,4 41 128-15,4 4 184 0,8-1-28 16,0 0 360-16,8-3-128 0,4 4-228 0,3-7 44 15,5 3-24-15,8-3-48 0,4 0-100 16,3-3-160-16,1-4 4 0,8 1 44 0,-5 0-56 16,-3 0 0-16,0-4-220 15,-8 7-60-15,0 0-292 0,-8 0-136 16,-9-1-284-16,-3 4-356 0,-12 0-1244 0,-4 7-3445 16</inkml:trace>
  <inkml:trace contextRef="#ctx0" brushRef="#br0" timeOffset="118765.484">24802 14005 2720 0,'0'0'52'0,"0"0"576"16,12-73 4884-16,-24 44-4116 0,-8-3-3 16,-8 1-61-16,-4-1 28 0,-3 1-188 0,-10 1-228 15,-2 5-8-15,-1 6-380 0,-4 3-332 16,-3 10-60-16,-1 6-156 0,-4 3 44 15,0 10 48-15,-7 9 84 0,-6 10 48 0,-2 8-20 16,-9 12 92-16,-4 8 64 16,-4 9-72-16,-7 11 32 0,0 9-168 15,3 10-112-15,1 8 12 0,7 5-60 16,12 8 48-16,4 5-48 0,9 4-8 0,10 4 8 16,14-2 44-16,7-1-44 15,16-6-144-15,8-1 96 0,8-6-12 0,8-2-16 16,8-3-8-16,12-4 24 0,8-4-64 15,7-5 28-15,5-4 92 16,8-7-96-16,4-2 96 0,12-5-72 0,4-6 76 16,11-2 0-16,8-7 0 0,9 2-64 15,7-8 4-15,9 0-100 0,4-10-48 16,4 2 48-16,3-8-144 0,0-3 80 0,9-3 176 16,-1-6-40-16,5-3 88 0,7-7 108 15,-4-6-8-15,5-6 132 0,-1-10 40 16,-3-4-164-16,3-12-20 0,4-9-16 15,5-7 16-15,-1-8-80 0,5-9-4 0,-5-5 52 16,-4-10-56-16,-7-5-232 0,-5-7 72 16,-7-4 24-1,-9-2-12-15,-7-4 40 0,-4 0 100 16,-9-3 8-16,-12 5 4 0,-3-9 56 0,-12 5-60 0,-9-8-4 16,-11-2-72-16,-4-4-108 15,-8-7 36-15,-8 2 52 0,-8-7-64 0,-13 3-152 0,-2-4 240 16,-10 1 72-16,-7 3 60 15,-11 3 88-15,-13 3 16 0,-8 4-32 16,-13 5 140-16,-13 7-76 0,-11 10-96 0,-6 0-92 16,-13 9-16-16,-8 6 8 15,-7 0-184-15,-9 10-36 0,0-3-4 0,-2 7 88 16,-6-4 24-16,4 0-36 0,0 3-12 16,5-4 112-16,3 3-4 0,1 0 40 15,3 1 12-15,5 10 40 0,3-1 44 0,-3 11-84 16,7 2 172-16,-3 7 16 15,3 3 20-15,-5 3-196 0,6 3-12 0,4 1-56 16,-5 3 56-16,4 2 8 0,-3 1-8 16,3 3-36-16,-4 0 36 0,4-1-4 15,1 1-144-15,-1 3 72 0,9 0 64 16,-5 0-36-16,12 3 44 0,-4 1-48 0,9 2-8 16,3 0-64-16,4 1 48 15,0-1-132-15,9 2-92 0,-1 3-84 16,4-2-192-16,4 1-480 0,5-1-212 15,2 4-644-15,5-4-473 0,13 1-535 16,-13 0-1396-16</inkml:trace>
  <inkml:trace contextRef="#ctx0" brushRef="#br0" timeOffset="126146.097">23714 15537 8824 0,'0'0'1140'16,"0"0"1793"-16,0 0-1193 15,0 0-164-15,0 0-104 0,0 0-204 0,0 0-320 16,0 0-328-16,0 0-352 0,12-4-48 16,8 29 84-16,8 8 100 0,0 13 141 15,4 8-229-15,-4-4-112 0,4 7-104 0,-4-6-100 16,-4-2-16-16,3-5-80 0,-3-9-60 16,0-7-388-16,-4-9-77 15,-1-6-87-15,-2-10-96 0,-2-6-128 0,-2-10-500 16,-2-9-596-16,-3 3-1004 0,1-26-2597 15</inkml:trace>
  <inkml:trace contextRef="#ctx0" brushRef="#br0" timeOffset="126286.097">24092 15484 692 0,'0'0'10120'0,"0"0"-8183"16,0 0-789-16,0 0-400 0,0 0-128 0,0 0 44 15,-83 82-44-15,67-43-84 0,-4-1-152 0,0 6-100 16,0 7-160-16,-4 0-64 0,-4 3-60 15,5-4-52-15,-5 1-60 0,4-9-260 0,0-7-288 16,8-4-344-16,0-9-344 0,4-3-908 16,5-8-969-16,-2-9-2211 0</inkml:trace>
  <inkml:trace contextRef="#ctx0" brushRef="#br0" timeOffset="126927.783">24343 14919 5956 0,'0'0'5309'0,"0"0"-3193"15,0 0-760-15,0 0-236 0,0 0 48 16,0 0-336-16,0 0-324 0,0 0-128 0,0 0 64 16,13 77 108-16,-9-40-28 0,-1 4-280 15,1 4-72-15,-4 2-64 16,0 1-44-16,0-7-64 0,0 4 0 0,0-4-4 0,-7-3-60 15,3-6-80-15,0-3-172 16,0-4-152-16,-1-6-68 0,1-3-44 16,4-7-84-16,0-2-156 0,0-7-520 0,0 0-768 15,0-7-656-15,0-2-1761 0,4-19 25 16</inkml:trace>
  <inkml:trace contextRef="#ctx0" brushRef="#br0" timeOffset="127154.435">24408 15002 4528 0,'0'0'3124'0,"0"0"-844"0,0 0-795 16,0 0-25-16,47-70-48 0,-35 63-424 0,4 1-272 0,-4 0-236 16,8 6-80-16,-4-4 60 15,0 4-76-15,-5 0-172 0,-2 4-64 16,-1-1-88-16,-1 3 16 0,-7 4-4 0,0 5 4 16,-3 8 292-16,-5 3-256 0,-8 5-112 15,-4 1-248-15,-4 2-148 0,0-2 4 16,0 1-80-16,1-8-128 0,2-3-16 0,1-3 40 15,9-6-180-15,-2-7-324 0,5-6-400 16,4 0-953-16,1-10-2647 0</inkml:trace>
  <inkml:trace contextRef="#ctx0" brushRef="#br0" timeOffset="127531.295">24706 14662 8476 0,'0'0'1952'0,"0"0"-523"16,0 0 223-16,0 0 56 0,0 0-524 15,0 0-448-15,0 0-240 0,0 0-148 16,0 0-100-16,76 19-28 0,-72 4-20 16,0-2-28-16,0 5-64 0,-4 0-108 0,0-1 0 15,0-3-48-15,0-6-160 0,0-4-28 16,0-5-72-16,0-4 60 0,4-3-36 15,0 0 36-15,4-10 60 0,0-5 128 16,7-4-4-16,-2-8-12 0,2 2-24 16,-2 3 100-16,-2 3 44 0,-3 8 56 0,1 4 148 15,-5 4-24-15,0 3-124 16,-1 0-28-16,1 5 104 0,0 8 44 16,4 0 28-16,-3-1-76 0,-1 7-60 0,-1-2-24 15,1 2-4-15,-4 0-8 16,0 3-76-16,0-3-108 0,0 3-164 15,0-2-196-15,0 1-240 0,-4-2-288 0,1 3-532 16,-1-2-1080-16,-5 5-2977 0</inkml:trace>
  <inkml:trace contextRef="#ctx0" brushRef="#br0" timeOffset="127940.896">25157 15681 5744 0,'0'0'1704'16,"0"0"-236"-16,0 0 352 0,0 0 237 0,0 0-253 15,0 0-528-15,0 0-312 16,0 0-340-16,0 0-32 0,0 0 320 0,0 0-160 15,99-2-288-15,-63-3-160 0,-1-1-180 16,6 0-124-16,-2 0 0 0,-3-4-40 0,0 4-12 16,1-4-180-16,2-2-380 0,-7 2-220 15,4 0-268-15,-5-2-588 16,-6-1-2172-16,-1-2-3293 0</inkml:trace>
  <inkml:trace contextRef="#ctx0" brushRef="#br0" timeOffset="128279.502">25989 15252 13697 0,'0'0'2312'0,"0"0"-1308"0,0 0-656 16,0 0-52-16,0 0 436 0,0 0 644 15,36 67-556-15,-20-38-456 0,4 6-192 0,4 0 32 16,0 6-44-16,-5 4-76 16,5 2-84-16,0 0 4 0,1 1-4 15,-10-3 0-15,5-5-96 0,-4-5-244 0,0-5-196 16,0-11-176-16,-4-10-8 15,4-6-204-15,4-3-552 0,0-16-868 16,-4 1-2245-16,8-27-3291 0</inkml:trace>
  <inkml:trace contextRef="#ctx0" brushRef="#br0" timeOffset="128423.265">26487 15132 13329 0,'0'0'2116'16,"0"0"-1272"-16,0 0 28 0,0 0-252 0,-92 59-88 15,65-29 72-15,-1 4-76 0,0 11-476 16,-4-1-52-16,-4 8-148 0,-4 4-344 16,-8 8-272-16,1-1-204 0,-9 10-688 15,13-19-1328-15,-34 31-3521 0</inkml:trace>
  <inkml:trace contextRef="#ctx0" brushRef="#br0" timeOffset="137329.035">26914 12897 2964 0,'0'0'2464'0,"0"0"-2256"0,0 0 2860 0,0 0-1000 16,0 0-511-16,0 0-485 0,0 0-308 15,0 0 8-15,0 0-156 0,-80-70-240 16,72 64-164-16,0 1-148 0,0 0-48 16,-4 2 72-16,0-1-88 0,-8 4-168 15,5 0-120-15,-10 0-36 0,-3 10-232 16,-3 3-228-16,-5 3-336 0,-5 3-608 0,10 0-805 16,-24 9-1915-16</inkml:trace>
  <inkml:trace contextRef="#ctx0" brushRef="#br0" timeOffset="137547.447">25905 13100 1748 0,'0'0'1276'16,"0"0"-740"-16,0 0-476 0,-99 32-56 0,67-23 252 16,-4 3-32-16,5 1-80 0,-5 0-16 15,3-3 1164-15,-3-1-852 0,8 1-440 16,-3-2 96-16,4 3-88 0,-1-5 128 15,-4 4-136-15,4-4-92 0,4 0 40 16,-1 1-24-16,1-1-224 0,5-3-444 16,-1 4-12-16,3 2-456 0,2 1 144 15,3-1-328-15</inkml:trace>
  <inkml:trace contextRef="#ctx0" brushRef="#br0" timeOffset="137763.193">25153 13421 272 0,'0'0'1516'15,"0"0"-448"-15,0 0-76 0,-80 54 100 16,56-42 16-16,-4 1-340 0,4-1 272 0,0 1-224 15,0-4-324-15,4 4-284 0,-3 0-128 0,2-1 48 16,6 5 144-16,-1-1-104 16,-1 0-168-16,2-1-4 0,7-2-112 0,-4 3 24 15,0 0-348-15,0 0-260 16,0 3-180-16,-4 0 8 0,0 4-220 16,1-2 100-16,-2 5 288 0,-3-1 120 0,4 0 204 15,0 1 332-15,-3 2 48 0,2-2 328 16,-2 3-172-16,3-4-44 15,4 4-108-15,-4-4-8 0,4-3-136 0,4 10-1540 16</inkml:trace>
  <inkml:trace contextRef="#ctx0" brushRef="#br0" timeOffset="137855.76">24491 14443 2268 0,'0'0'1136'0,"0"0"-888"0,4 82 144 16,-4-47 1640-16,0 3-1512 0,0-3-520 15,0-6-1288-15,0 16-1580 16</inkml:trace>
  <inkml:trace contextRef="#ctx0" brushRef="#br0" timeOffset="137980.199">24567 15166 2600 0,'0'0'704'16,"0"0"-380"-16,0 0 44 0,0 0 1780 0,36 77-1912 16,-25-61-236-16,-2 4-1500 0,3 1-520 15,-5-5 312-15</inkml:trace>
  <inkml:trace contextRef="#ctx0" brushRef="#br0" timeOffset="138045.827">24758 15566 1580 0,'0'0'1304'16,"0"0"-640"-16,0 0 64 0,0 0 1084 16,56 77-1420-16,-41-61-392 0,2-1-1212 0,-2-5-508 0,6 10-380 15</inkml:trace>
  <inkml:trace contextRef="#ctx0" brushRef="#br0" timeOffset="138613.48">25080 15856 1252 0,'0'0'1200'15,"0"0"-208"-15,0 0-600 0,96 60 1912 16,-68-45-940-16,4-2-416 0,0-3-352 15,-1 3-348-15,10-3-104 0,-5-1-144 0,-1 1-8 16,1 2-68-16,0 1 24 0,-3-1 48 16,-2 4 4-16,1-3 4 0,0 4 268 15,-5-3 272-15,6 2 164 0,-6-2 233 16,5 1-237-16,1-5-408 0,2 3-16 16,1-1-256-16,3-2-24 0,1-1-676 15,4 1 20-15,-4 3-116 0,4-1-105 16,-4 1 229-16,-1-1 376 0,1 4 272 15,1 0 96-15,-6-2 228 0,1-2 104 0,0 1 76 16,-4-1 309-16,-1 1 47 0,5-5-144 16,-3 3-132-16,3-2-200 0,3-2-192 15,5-4-68-15,0 0-124 0,7-3-432 16,-3 0 116-16,8 0 20 0,0-3-20 0,4-7 60 16,-5 4 192-16,1-1-16 0,0 0 80 15,0 5 268-15,-9-1 88 0,1 0 28 16,-4 3-260-16,0 0 120 0,-4 0-244 15,-1 0-4-15,2 0-316 0,2-3-100 0,2-4-64 16,-2 0 8-16,4-1-60 0,6-5 96 16,-9 3-61-16,3 1 177 15,-2-3 220-15,-6 5 104 0,1 0 168 0,-5-2 92 16,1 2 137-16,1 1-149 0,-2 0-172 16,1-7-24-16,0 0-40 15,3-2 44-15,2-4-56 0,-2-2 0 0,1-4 64 16,4 3-12-16,-8-3 128 0,4 0-172 15,-1-1 108-15,-2 1-52 16,-1 0-12-16,-1-4-48 0,1 4-4 0,4 0-8 16,-9 0-56-16,6-2-104 0,-1 2-308 0,-1-4 256 15,-3 4 220-15,0-4 348 16,4 4 36-16,-8 4 4 0,0-5 20 0,0 3-24 16,0-2-172-16,-4-1-212 0,4 1-676 15,-1 0-700-15,-3-4-869 16,0 10-915-16,4-9-992 0</inkml:trace>
  <inkml:trace contextRef="#ctx0" brushRef="#br0" timeOffset="139146.472">29264 15293 1244 0,'0'0'872'16,"0"0"-584"-16,60-85 6000 0,-44 49-3883 0,4 1-1313 15,0-2-276-15,-5-8-192 0,9 1-372 0,-3-4-252 16,3 1-444-16,-5-1-300 16,1 4-8-16,-3-1 16 0,-2 7 55 15,-7 1-275-15,1 5 280 0,-9-4 484 16,0 8 192-16,-5-3 168 0,-7-2 52 15,1-2 336-15,-6 0 40 0,-3-3 165 16,4-7-261-16,-4 1-240 0,-3-6-172 0,3 2 52 16,0-3-140-16,-5 0-128 15,2 4-244-15,-5 6 372 0,0 0 372 0,-4 6 208 16,1 3 184-16,-1 3 316 0,4 1-168 16,-4-1-172-16,0 0-184 0,4 1-108 15,0-3-100-15,-4-2-280 0,8-2-68 16,-4-3-200-16,0 0-148 0,5-4-52 0,-1-2 60 15,0 3 36-15,0-7-8 0,0 6-4 16,4 2 52-16,-4 3-16 0,4-2 204 16,-3 7-88-16,-5 0 116 0,-4 7 8 15,0 0 40-15,0 3 100 0,-8 2-48 16,4 4 140-16,-7 0-192 0,-2 4-52 16,2-4-228-16,-5 3-672 0,0 0-212 15,0-2 164-15,5-5 287 0,-6-1 225 16,-2-5 112-16,3 3 284 0,0-2 92 0,-3 0 92 15,-1 6 296-15,-1 3 156 16,6 4 113-16,-9 2-81 0,4 3-200 16,-3 4-44-16,3 0-64 0,-4 3-64 0,4 0-192 15,1 0 52-15,-1 0-64 0,8 3 0 16,0-3 64-16,4 0 20 0,8 0-76 0,1-3 48 16,3-3 72-16,0 0 52 0,4 1-40 15,4 0 128-15,8 2-80 16,-4-1-144-16,8 4-44 0,0 0-216 0,0 4-152 15,4 4-604-15,0 6-556 0,1-5-1201 16,-2 10-2723-16</inkml:trace>
  <inkml:trace contextRef="#ctx0" brushRef="#br0" timeOffset="139527.505">27754 13671 10076 0,'0'0'3121'0,"0"0"-2193"0,0 0-916 0,0 0 612 16,0 0 532-16,76 28-288 0,-48-18-160 16,4 0-336-16,0-4-136 0,7-3 72 15,5-3-112-15,0 0-24 0,4-9-172 16,-4-1 0-16,3-2-12 0,-6-1-160 15,-2-3-384-15,-3 3-300 0,-8 1-296 16,-4 2-636-16,-8 4-1152 0,-13 2-3829 16</inkml:trace>
  <inkml:trace contextRef="#ctx0" brushRef="#br0" timeOffset="139745.872">28042 13836 784 0,'0'0'8700'0,"0"0"-7187"16,0 0-845-16,0 0 180 0,0 0 172 16,7 63 288-16,-7-37-364 15,4 2-288-15,-4 2-136 0,0 5-84 0,0-1-164 16,0-2-96-16,0 3-76 0,0-3-88 16,-4 0-12-16,4-4-64 0,-4-6-160 0,4-3-356 15,0-3-56-15,0-3-160 16,0-4-580-16,0-2-1072 0,4-1-2473 15</inkml:trace>
  <inkml:trace contextRef="#ctx0" brushRef="#br0" timeOffset="139923.29">28113 14160 5852 0,'0'0'8205'0,"0"0"-6701"0,0 0-1176 15,0 0 40-15,0 0 392 0,0 0 160 16,99-48-316-16,-71 36-320 15,4 2-224-15,-4 1-60 0,4-1-60 0,0 1-40 0,0 2-84 16,-4 1-372-16,-4 3-300 16,-9 0-196-16,2 3-472 0,-14 3-680 15,1 0-1709-15,-11 16-1815 0</inkml:trace>
  <inkml:trace contextRef="#ctx0" brushRef="#br0" timeOffset="140096.323">28042 14424 6384 0,'0'0'1988'0,"0"0"-100"0,0 0-1744 0,0 0 24 16,0 0 849-16,0 0 507 0,79 25-344 15,-47-28-468-15,7-7-388 0,2-2-220 16,-2-1-104-16,5-3-380 0,-4 4-516 16,-4-1-264-16,0 3-428 0,-9 3-905 0,1 5-3383 15</inkml:trace>
  <inkml:trace contextRef="#ctx0" brushRef="#br0" timeOffset="141176.475">28029 13271 1580 0,'0'0'6064'16,"0"0"-4288"-16,0 0-420 0,0 0 277 15,0 0-1-15,64-69-116 0,-44 46-520 16,-1-3-312-16,5 5-236 15,0-5-128-15,1 1-160 0,3-1-36 0,3 1-116 0,1-3-8 16,4 2-44-16,0-3-32 16,-1 4-156-16,1 0-500 0,-4-1-336 0,-4 4-328 15,-8 3-1048-15,0-3-2741 0</inkml:trace>
  <inkml:trace contextRef="#ctx0" brushRef="#br0" timeOffset="141428.818">28424 12636 1892 0,'0'0'1448'0,"0"0"-928"0,0 0 4184 15,0 0-2788-15,87-9-511 0,-55 5-317 16,0 4-236-16,4-2-168 0,0 2-152 16,-1 0-344-16,-3 2-104 0,0 5-80 0,0 2-8 15,-12 4-32-15,-4 6 24 16,-8 0-204-16,-4 6-188 0,-8 4-12 15,-12 3-16-15,-12 3-52 0,-4 3-256 0,-8 0-4 16,1 0-104-16,-6-5-137 0,10-5-47 16,-1-6-96-16,12-3-316 0,8-10-404 15,4-5-812-15</inkml:trace>
  <inkml:trace contextRef="#ctx0" brushRef="#br0" timeOffset="141699.268">29305 12608 1656 0,'0'0'5096'0,"0"0"-2940"0,0 0-516 16,0 0-55-16,0 0-257 0,0 0-324 0,58 79-72 15,-53-44-100-15,3 3-268 16,-4 4 68-16,-4 2-136 0,0 3-224 0,-8 1-184 15,-1 2 12-15,-2 2-100 0,-5-2-4 16,-4-2-156-16,4-3-288 0,0-8-48 16,9-2-28-16,-6-9 0 0,9-4-268 15,0-9-144-15,4-7-332 0,0-6-244 16,4 0-565-16,4-16-607 0,1 4-1756 0,-2-17 1925 16</inkml:trace>
  <inkml:trace contextRef="#ctx0" brushRef="#br0" timeOffset="141933.271">29416 12668 5744 0,'0'0'2508'0,"0"0"120"0,0 0-1495 0,0 0-853 15,0 0 232-15,0 0 408 16,0 0 68-16,0 0-244 0,0 0-180 0,87-29-120 16,-70 33-184-16,-6 2-160 15,1 3-92-15,-3-2-8 0,-9 6 12 0,0-1 0 16,-5 4 252-16,-7 6-80 0,-3 1-184 15,-9-2-144-15,-1 2-156 0,-2 3-160 0,-5-8-8 16,4 1 28-16,4-6-152 0,0 0-152 16,8-7-364-16,1-6-416 15,10 0-489-15,1-12-767 0,4 2-2496 16</inkml:trace>
  <inkml:trace contextRef="#ctx0" brushRef="#br0" timeOffset="142247.26">29767 12430 4916 0,'0'0'220'15,"0"0"2760"-15,0 0-704 0,0 0 117 0,0 0-537 16,7 82-472-16,-10-55-468 0,-1-6-592 16,-5 2-212-16,1 2-24 0,1-3-4 15,-2 0-84-15,1-3-160 0,1-3-224 16,3-3 20-16,0-7 68 0,4-3 16 15,0-3 16-15,4 0 164 0,7-9 100 0,6-4 176 16,7-3-176-16,-1-9-100 0,9 0 12 16,-4-7 88-16,4 3 4 0,-1 3 120 15,-3 4-60-15,-3 3 84 16,-1 7 84-16,-5 5-20 0,-3 7-76 16,-4 0-136-16,-3 10 0 0,-6 6 8 0,1 3-8 15,-4 9-12-15,-4 4 0 0,-8 3-556 16,-4 7-640-16,9-11-1556 0,-17 14-4477 0</inkml:trace>
  <inkml:trace contextRef="#ctx0" brushRef="#br0" timeOffset="157261.906">5470 6575 6064 0,'0'0'976'0,"0"0"-508"0,0 0 144 16,0 0 2016-16,0 0-703 0,-68-70-625 0,56 61-160 16,1-1 256-16,2 4-412 0,1-1-168 15,4 4 36-15,1 3-116 16,3 0-348-16,0 0-192 0,0 0-196 0,7 3-24 15,10 4 24-15,6 9 0 0,5 3 196 16,7 9-188-16,6 10 132 16,-1 3-140-16,-1 10-12 0,2 4 12 0,-6 2 0 0,-3-4-4 15,4 1 0-15,-8-3 4 16,-4-9-12-16,-5-10-72 0,-2-7-36 16,-6-6-224-16,2-6-96 0,-5-7-52 0,-1-2-48 15,-3-4-100-15,5-7-140 16,-1-11-144-16,-1-6-324 0,-3-7-612 15,0-7-605-15,-4 6-1435 0,-4-18-160 0</inkml:trace>
  <inkml:trace contextRef="#ctx0" brushRef="#br0" timeOffset="157514.597">5617 6343 5564 0,'0'0'1404'0,"0"0"-636"0,0 0 1304 15,0 0-203-15,0 0-269 0,0 0-404 16,0 0-236-16,0 0-140 0,0 0-136 15,0 0-112-15,-4-19-200 0,13 29-100 16,6 3 76-16,9 6 104 0,4 3-8 16,4 9-88-16,8 4-196 0,-5 7-40 15,10 5-120-15,-6 1 0 0,1 3-8 0,-4-1-40 16,4 1-40-16,-4-3-32 0,-4-1-40 16,-4-1-172-16,-4-8 28 15,-5-7-80-15,1-6 188 0,-8-3-176 0,1-9-112 16,-6-2-284-16,1-6-264 0,0-5-404 15,0 0-552-15,-4 0-629 0,-4-10-2051 16</inkml:trace>
  <inkml:trace contextRef="#ctx0" brushRef="#br0" timeOffset="163178.071">1708 10163 4500 0,'0'0'6737'0,"0"0"-5161"0,0 0-732 16,0 0-32-16,0 0 372 0,0 0-116 0,0 0-172 16,0 0-168-16,0 0-196 0,0 0-236 15,0 0-164-15,0 0 128 0,41-26 72 0,-9 26-4 16,3-3-72-16,1 3-96 0,4-3 48 16,0 0-148-16,0 0 72 15,-1-4-80-15,-3 1-8 0,4-3-44 0,-8-1-12 16,0-2-88-16,-4 2-44 0,0-4-320 15,-9 8-196-15,-2-2-224 16,-6 4-464-16,-3 4-1032 0,-8 0-1845 0,0 4-1543 0</inkml:trace>
  <inkml:trace contextRef="#ctx0" brushRef="#br0" timeOffset="163365.434">2000 10224 8280 0,'0'0'1720'0,"0"0"-635"0,0 0 203 0,0 0 240 0,-4 82-212 15,12-47-336-15,-1 0-228 16,6 9-140-16,-2 4-80 0,-3-1 60 16,1 4-248-16,2 1-220 0,-7-8-124 0,0 0-52 15,-4-9-44-15,0-4 8 0,0-4-8 16,0-2-224-16,0 0-288 0,-8 0-196 16,-3 4-164-16,-6 2-428 0,2 1-588 0,-5 1-1025 15,3-12-1555-15,-6 7 152 0</inkml:trace>
  <inkml:trace contextRef="#ctx0" brushRef="#br0" timeOffset="163506.69">1781 11115 1788 0,'0'0'4940'0,"0"0"-3184"0,0 0-128 16,0 0 253-16,0 0-601 0,0 0-428 0,0 0-232 15,0 0-228-15,0 0-116 0,0 0 140 16,0 0 76-16,15 10-4 16,13-4-128-16,0 0-24 0,8-2 60 0,-1-1-148 15,2-3-64-15,7 0-180 0,-5-3-4 16,5-7-528-16,0 1-492 0,4-1-100 0,-16 1-900 15,19-4-3465-15</inkml:trace>
  <inkml:trace contextRef="#ctx0" brushRef="#br0" timeOffset="163681.308">2689 10820 10104 0,'0'0'1973'0,"0"0"-1193"15,0 0 416-15,0 0 372 0,95 16-352 0,-67-16-480 0,0-4-352 16,4-4-260-16,0-9-124 0,0-1-76 16,-1-12-396-16,-3 2-548 15,0-3-452-15,0-4-800 0,-11 9-2017 0,-6-14-2243 16</inkml:trace>
  <inkml:trace contextRef="#ctx0" brushRef="#br0" timeOffset="163961.975">2881 10226 7140 0,'0'0'3901'0,"0"0"-3285"0,0 0 140 16,0 0 596-16,0 0-48 16,-80 80-248-16,72-39-28 0,4 6-344 0,4 5-80 15,0 5 0-15,4 3-28 0,7 3-84 16,1 4-116-16,1-1-72 0,-2 5-120 16,5 5-60-16,-4-6-40 0,1 2 4 0,2-1-80 15,-3-8-4-15,-4 1 80 16,0-7 4-16,0-7 8 0,-4-2-12 15,-4-6 28-15,0-7 57 0,0-4 75 0,-8-9-40 16,-4 0-20-16,0-8-52 0,-8 2 24 16,-4-7-156-16,-7-4-168 0,-5-1-232 15,-5-4-145-15,-2 0-87 0,-1-16-260 16,-8-9-776-16,4-10-1036 0,9 3-2729 16,-17-28-3991-16</inkml:trace>
  <inkml:trace contextRef="#ctx0" brushRef="#br0" timeOffset="164457.998">4446 10220 7796 0,'0'0'4445'0,"0"0"-3509"15,0 0-72-15,0 0 248 0,0 0 160 0,12 102-28 16,-8-55-364-16,4 8-240 15,4 4-164-15,-4 8-84 16,7 1-96-16,-2 4-128 0,-1 4-104 0,-1 4-64 0,2 2-4 16,-9-3-72-16,-1 1-192 15,1-7-208-15,-4-7-40 0,4-11 60 16,-4-11 112-16,5-16-76 0,-5-12-136 0,8-7-540 16,-1-9-896-16,-3 0-1036 0,13-25-1869 15</inkml:trace>
  <inkml:trace contextRef="#ctx0" brushRef="#br0" timeOffset="164691.302">5052 10281 6200 0,'0'0'5097'0,"0"0"-2677"0,0 0-1168 0,0 0-196 15,0 0 408-15,0 0-80 0,0 0-404 16,95 19-100-16,-59-13-260 15,8-6-168-15,3 0-51 0,2 0-85 0,3-10-196 16,-5-3-48-16,1-2-72 0,-4-2-72 0,-5 2-96 16,2-1-332-16,-9 0-145 0,-4 6-147 15,-5 4-208-15,-3 6-616 0,-12 0-1248 16,-1 6-2873-16,-10 13-3039 0</inkml:trace>
  <inkml:trace contextRef="#ctx0" brushRef="#br0" timeOffset="164947.098">5299 10306 3464 0,'0'0'132'0,"0"0"1560"16,0 0 1496-16,0 0-1612 0,0 0-271 16,-4 70 55-16,8-45-124 0,3 3-160 0,2 8-72 15,-1 5-188-15,3 6-104 16,2 7-144-16,-5 4-100 0,-1 8-160 0,6 2-148 15,-9-2-48-15,3 0-112 0,-3-5-52 16,0-7 4-16,0-13-208 16,0-9-128-16,1-10-12 0,-1-13-112 0,-1-6-124 0,1-3-196 15,0-3-292-15,0-10-644 16,0-9-1021-16,4 3-1939 0,-8-19-448 16</inkml:trace>
  <inkml:trace contextRef="#ctx0" brushRef="#br0" timeOffset="165082.003">5474 10792 1864 0,'0'0'1500'0,"0"0"636"0,0 0 3301 0,0 0-3345 16,0 0-608-16,96-48-32 0,-72 38-212 16,-1 1-324-16,1 2-360 0,0-2-276 0,-3 3-188 15,2-4-92-15,-7 4-8 0,4 0-324 16,-8 1-520-16,-1 5-440 0,-2 5-1016 16,-5 1-2933-16,-8 16-3467 0</inkml:trace>
  <inkml:trace contextRef="#ctx0" brushRef="#br0" timeOffset="165247.888">5438 11185 2660 0,'0'0'6436'0,"0"0"-4704"15,0 0-627-15,0 0 647 0,0 0-220 0,83 26-60 16,-47-26-380-16,5-10-200 16,-2-2-168-16,1-5-260 0,0-8-244 0,4 0-212 15,-5-7-8-15,-2 0-240 0,-1-2-520 16,-1-1-384-16,1-1-656 0,-12 8-2060 15,12-14-2269-15</inkml:trace>
  <inkml:trace contextRef="#ctx0" brushRef="#br0" timeOffset="165522.662">6346 9918 432 0,'0'0'10665'0,"0"0"-7789"15,0 0-1988-15,0 0-220 0,0 0 376 16,0 0 236-16,0 0-72 0,21 93-348 0,-14-47-312 16,1 9-96-16,1 12 12 15,2 12-40-15,1 10-207 0,-3 13-69 0,6 8 8 16,-3 2-56-16,0 2-100 0,0-6-144 16,0-9 132-16,0-13-72 0,-1-17-48 15,6-15-149-15,-6-9-135 0,2-13-20 16,-1-10-100-16,-5-10-88 0,6-5 36 15,-2-7-360-15,1-4-516 0,-3-11-676 16,-2-7-652-16,-3-10-2237 0</inkml:trace>
  <inkml:trace contextRef="#ctx0" brushRef="#br0" timeOffset="165704.812">6896 10715 10904 0,'0'0'5437'0,"0"0"-4553"15,0 0 364-15,81-9 348 0,-62 3-472 0,-3-1-395 16,3 4-73-16,-2-4-280 0,-2 0-208 16,6-1-144-16,-5-2-24 15,-1 1-252-15,-3-4-380 0,1 6-157 0,-10 2-175 16,1 5-628-16,-4 0-1048 0,0 0-1852 16,-20 15-873-16</inkml:trace>
  <inkml:trace contextRef="#ctx0" brushRef="#br0" timeOffset="165852.451">6872 10928 1016 0,'0'0'12181'0,"0"0"-10101"0,0 0-1376 0,0 0-100 0,0 0 80 16,0 0 196-16,0 0-40 0,0 0-80 15,96 50 108-15,-68-59-152 0,4-1-324 0,-1-5-271 16,-3-4-121-16,4 3-133 16,-8-3-487-16,4 3-272 0,-3 0-372 15,-2 7-1212-15,-3 3-2924 0,8 6-3105 0</inkml:trace>
  <inkml:trace contextRef="#ctx0" brushRef="#br0" timeOffset="172814.156">7845 10334 3676 0,'0'0'9445'15,"0"0"-7317"-15,0 0-1028 0,0 0 20 16,0 0 188-16,0 0-164 0,0 0-204 16,0 0-248-16,-32 84-179 0,32-47-113 15,-4 8-28-15,4 8-92 0,0 5-100 0,8 5-84 16,0 4-88-16,3 3-8 0,2 6-8 16,-2 3 4-16,2 3-4 0,-2 7-64 15,1-3 24-15,-3 0-144 0,-2-10-16 16,1-13-80-16,0-8 8 15,-3-21-96-15,-1-7-97 0,-1-15-75 0,1-5-172 16,-4-7-248-16,4-7-548 0,-4-9-776 16,4-10-156-16,-4 1-1533 0,0-29-1755 0</inkml:trace>
  <inkml:trace contextRef="#ctx0" brushRef="#br0" timeOffset="173031.887">7769 10451 7628 0,'0'0'4073'15,"0"0"-2845"-15,0 0-236 0,48-66 400 0,-29 47-156 16,5 0-380-16,0 3-36 0,1 3-192 16,-1 4-272-16,3 3-172 0,-3 6 0 15,0 0-48-15,0 6 8 16,-5 10-92-16,-2 3-48 0,-6 9 0 0,-2 7 164 16,-9 7-20-16,0 5-48 0,-5-2-40 15,-6 2 24-15,-5-6-32 0,0-2-52 0,-5-4-168 16,6-7-348-16,-5-6-60 0,4-6-36 15,4-7-56-15,-4-2 84 16,4-7-136-16,0-9-640 0,1-8-1048 16,2 2-821-16,-3-23-2563 0</inkml:trace>
  <inkml:trace contextRef="#ctx0" brushRef="#br0" timeOffset="173401.081">8311 9903 10272 0,'0'0'1661'0,"0"0"-969"16,0 0 648-16,0 0 252 0,0 0-200 0,0 0-384 15,0 0-356-15,0 0-232 0,0 0-112 16,75 12-88-16,-66 10 60 0,-1 7-36 0,-5 4-72 16,1 0-48-16,0 3-124 15,-4-1 0-15,0-10-88 0,0-9 16 0,4-7 0 16,-4-3-40-16,4-6-72 0,1 0-48 15,-1-12-36-15,3-1 96 16,5-9 96-16,0 0 64 0,0-6-60 0,1 2 32 16,-2 7 40-16,1 1 0 0,4 4 12 15,-4 8 24-15,0 2 172 0,0 4-72 16,-1 4 84-16,6 5 72 0,-6 4 76 0,6 6-172 16,-6 4-24-16,2 2-16 15,-5 0-104-15,-1 7 44 0,-3 2-48 16,0 6-36-16,1 0-12 0,-1 4-100 0,0 4-476 15,-4-3-256-15,7-1-284 0,1-6-276 16,-4-13-1020-16,8 7-3869 16</inkml:trace>
  <inkml:trace contextRef="#ctx0" brushRef="#br0" timeOffset="173992.018">9924 10931 4500 0,'0'0'7797'0,"0"0"-5669"0,0 0-852 16,0 0-360-16,0 0-156 0,0 0 56 0,0 0 148 15,0 0-84-15,108-13-124 16,-60 20-208-16,4-1-256 0,4 4-23 0,0-4-61 16,-5 0-64-16,5-2-60 0,0-2-84 0,-4-2 60 15,-1-6-48-15,1 0-4 16,-5-4-8-16,-2 1-120 16,-10-1-341-16,-3 1-207 0,-4 6-148 0,-11 0-128 0,-6 3-224 15,-11 0-672-15,0 3-280 16,-8 9-600-16,-4-5-1261 0,-20 15-1203 0</inkml:trace>
  <inkml:trace contextRef="#ctx0" brushRef="#br0" timeOffset="174176.021">10279 11090 2540 0,'0'0'2672'0,"0"0"-1240"0,-76 0 204 0,57-3-56 16,2-1-59-16,6 2-45 0,7-1-344 16,4 3-356-16,4 0-388 0,3 0-96 15,18 0 160-15,3 5 28 0,15 2 120 0,5 3 192 16,3-4-212-16,9 0-108 15,-4-3-156-15,0 4-44 0,-4-4-192 0,-5-3-80 16,2 0-12-16,-6 0-160 0,2 0-280 16,-6-6-264-16,1-1-128 0,-9-2-116 15,1-4-524-15,-11 1-1420 0,-6-11-4861 0</inkml:trace>
  <inkml:trace contextRef="#ctx0" brushRef="#br0" timeOffset="174480.903">10706 10601 10432 0,'0'0'1685'16,"0"0"-929"-16,0 0 228 0,83 10-100 0,-48-10 12 16,6 7-52-16,6-1-296 15,-2-1-28-15,-2 5-24 0,5 6-212 0,-8 0-124 16,-5 9-96-16,-3 4 0 0,-8 3-56 15,-3 10-16-15,-10 2-68 16,-11 3-24-16,0 7 16 0,-11 1 84 0,-10 1 44 16,-3 1 16-1,-8 3 4-15,1-2 8 0,-5 2 28 16,-7-3-40-16,2 0-60 0,-2-6 0 0,3-6-136 0,3-11-356 16,6-11-128-16,11-13-212 0,4-10-476 15,4 0-1640-15,5-26-4865 0</inkml:trace>
  <inkml:trace contextRef="#ctx0" brushRef="#br0" timeOffset="177800.465">12422 10601 6624 0,'0'0'1640'16,"0"0"856"-16,0 0-1211 0,0 0 7 15,0 0 332-15,0 0 24 0,0 0-232 16,0 0-404-16,0 0-128 0,32-2 44 16,-4 2-200-16,4 0-11 0,12 2-161 15,0 4-132-15,4 0-168 0,-1 1-148 0,5-3-24 16,-8-2-24-16,8 1-60 0,-4-3 0 15,-1 0-4-15,2-9-8 16,-6 0-276-16,-3-3-172 0,-4 1-220 16,-8 1-169-16,-5 4-347 0,-6 3-756 0,-9 3-1104 15,-5 0-2513-15,-10 7-1651 0</inkml:trace>
  <inkml:trace contextRef="#ctx0" brushRef="#br0" timeOffset="177988.714">12721 10709 5428 0,'0'0'1288'0,"0"0"1824"0,0 0-1151 16,0 0-121-16,-24 67-204 0,24-36-328 0,-4 13-200 16,4 5-36-16,0 4-136 0,-4 5-204 15,4-1-24-15,-3 3-212 16,-1 1-300-16,0-2-159 0,0-1-37 0,-1 0-341 16,1-4-171-16,1-10-132 0,-1-6-92 15,4-13-48-15,0-3-228 0,0-9-624 16,0-6-1040-16,0-5-1905 0,0-2-1083 15</inkml:trace>
  <inkml:trace contextRef="#ctx0" brushRef="#br0" timeOffset="178138.861">12669 11347 8020 0,'0'0'2512'0,"0"0"-635"0,0 0-297 16,0 0 40-16,80-60-240 0,-56 51-240 16,1-1-288-16,2 4-180 0,-3-1-156 15,4 0-224-15,0 2-196 0,-8 1-96 0,3 2-192 16,-7-3-288-16,0 5-216 15,-4 7-204-15,-8 5-316 0,-4 11-928 16,0-4-1788-16,-16 22-1637 0</inkml:trace>
  <inkml:trace contextRef="#ctx0" brushRef="#br0" timeOffset="178313.855">12630 11706 4396 0,'0'0'4476'0,"0"0"-3068"0,0 0-259 15,0 0-33-15,0 0 8 0,0 0 144 0,0 0-48 31,0 0-120-31,0 0-368 0,99 19-152 0,-62-19 12 0,2 0-212 16,1-3-64-16,3 0-132 0,-2-4-84 0,2 1-100 16,-2-4-4-16,2 4-400 0,1 0-580 15,0 0-464-15,-8-1-1324 0,12-6-3481 16</inkml:trace>
  <inkml:trace contextRef="#ctx0" brushRef="#br0" timeOffset="178497.862">13681 11218 15161 0,'0'0'2532'0,"0"0"-1816"0,0 0 156 16,88 14-52-16,-56-9-160 0,0-3-24 16,4-2-396-16,-1 0-236 0,2-2-4 0,2-5-228 15,-3 0-384-15,0 2-316 16,-8 1-164-16,-8 4-628 0,-4 0-1224 0,-8 4-2257 15,-13 8-3203-15</inkml:trace>
  <inkml:trace contextRef="#ctx0" brushRef="#br0" timeOffset="178678.76">13765 11465 11309 0,'0'0'1844'0,"0"0"-672"16,0 0-288-16,0 0 376 0,0 0 144 0,0 0 40 15,0 0-344-15,0 0-416 0,16 69 32 16,4-59-59-16,4-7-185 0,8 0-160 15,4-3-228-15,-1-3-72 0,6-3-12 16,-2-7-80-16,-3 0-244 0,4-2-236 16,0-1-253-16,-4 3-211 0,4-3-344 0,-9 7-1072 15,9-7-3296-15</inkml:trace>
  <inkml:trace contextRef="#ctx0" brushRef="#br0" timeOffset="179462.298">15515 10944 7172 0,'0'0'2116'0,"0"0"-423"0,11-79-141 16,-7 50-84-16,5-8-80 0,-2 4-268 0,1-2-184 15,0 7-196-15,1 1-244 0,-6 6-164 16,5 2-40-16,-8 7-92 16,4 1-68-16,-4 5-32 0,0 6 20 0,0 0-68 15,-4 4-48-15,-4 14 204 0,-12 11-200 16,0 13-4-16,-3 11-8 15,-5 14-56-15,-4 6 56 0,0 0-4 0,0 4 4 16,4-8-92-16,4-5-100 0,4-10-24 16,8-13 72-16,8-12 140 0,1-10-116 15,3-10-12-15,0-3-196 0,3-6-60 0,5 0 108 16,4-3 36-16,4-6 136 16,0-1-60-16,4-6 60 0,0 3 24 15,-4 8 16-15,-4-2-12 0,4 7 84 0,-4 7 60 16,0 5 140-16,-1 10 0 0,-2 7 8 15,-1 2 52-15,-1 8-48 0,-3 5-28 16,-4 1-24-16,4-1 48 0,-4 1-12 16,0-1-84-16,0 1-40 0,0-4-72 15,0 0-4-15,0-6-80 0,0-4-248 0,5-2-248 16,3-6-160-16,-1-1-380 16,1-7-672-16,1-5-832 0,2-1-2553 15</inkml:trace>
  <inkml:trace contextRef="#ctx0" brushRef="#br0" timeOffset="180070.691">16654 10731 6836 0,'0'0'1872'0,"0"0"-164"0,0 0-151 16,0 0 119-16,0 0-260 0,60 95 120 15,-56-56-452-15,-4 8-184 0,-8 5-88 16,-8 4-152-16,-5 2-144 0,-2 1-188 16,-9-1-108-16,4-5-124 0,-3-5 12 15,3-7-20 1,0-9 8-16,0-6-24 0,4-3-68 0,-1-11-4 15,2 1-44-15,-1-8-100 0,4-2-148 0,4-3-88 16,0-5 136-16,1-4-60 0,6-10 48 0,-3-2-4 16,8-4 52-16,1-6 24 0,-1-1-72 15,4-6 108-15,0 4-4 0,4 1 144 0,3 7-84 16,5 5-56-16,4 5 76 0,0 6 72 16,4 4 232-16,0 6 4 15,3 3-16-15,5 6-24 0,0 7 0 0,4 0 64 16,-4 7 8-16,4-1 12 0,0 7-84 15,0-4-96-15,-4 3-92 16,0 1-8-16,0-1-68 0,0 1-16 0,0-3-320 16,0-1-132-16,0 0-80 0,0-2-64 15,3-1 64-15,1 0-592 16,-4-3-724-16,-1-3-732 0,-3-7-1865 0,1-2-2523 0</inkml:trace>
  <inkml:trace contextRef="#ctx0" brushRef="#br0" timeOffset="180831.455">17387 10643 6776 0,'0'0'2220'0,"0"0"-460"16,0 0-359-16,0 0-45 0,4-67 52 16,-12 60-24-16,-4 4-360 0,-3 0-368 0,-6 3-136 15,1 9-40-15,-8 7-100 16,0 7-184-16,1 5 24 0,-1 9 48 16,0 5-36-16,4 6-48 0,4 4-24 0,0 4-76 15,4 1 64-15,4 1-76 16,9-1-68-16,3-3 8 0,0-7-12 15,11-9-4-15,6-3-4 0,-2-12 0 0,9-4 0 16,0-7-92-16,3-5 92 0,-3-7 4 16,4 0-68-16,0-10-36 15,-3-3-224-15,-1-2-280 0,-5-5-172 0,-3 1-176 16,0 0-460-16,-8 0-632 0,-4 3-460 16,-4 3-1605-16,0-5-1263 0</inkml:trace>
  <inkml:trace contextRef="#ctx0" brushRef="#br0" timeOffset="180972.141">17167 10999 1540 0,'0'0'6168'0,"0"0"-4212"0,0 0-483 16,0 0 131-16,0 0 52 0,0 0-296 15,0 0-280-15,0 0-260 0,88-7-152 16,-56 0-272-16,0 0-164 0,0-5-232 16,0-4 0-16,-1 0-184 0,6 0-580 15,-9-2-416-15,-5 5-1072 0,9-9-3425 0</inkml:trace>
  <inkml:trace contextRef="#ctx0" brushRef="#br0" timeOffset="181364.546">17869 10668 10965 0,'0'0'3212'0,"0"0"-1848"16,0 0-232-16,84-10 368 15,-48 1-488-15,-1-1 4 0,6-3-88 0,6-2-384 16,1-4-191-16,3 3-145 0,2-3-100 15,-1 3-108-15,-5 3-12 16,-3 3-48-16,-8 4 0 0,-8 6-72 0,-4 0 8 0,-12 10-69 16,-5 5-51-16,-7 7 148 15,-3 11 48-15,-18 4 44 0,-2 5-64 0,-14 5 64 16,2 7-8-16,-9 4-48 0,0-1 48 16,-3 3-60-16,-2 4 64 15,6-1 8-15,0-3 8 0,2 1-8 0,5-1 48 16,12-9 0-16,5-4-40 0,6-5 212 15,13-11-52-15,4-2 65 0,13-6-37 16,7-8-40-16,4-2 100 0,4-4-64 16,3-5-12-16,5-4 232 0,-1 0-12 15,6-10-196-15,-6 1-192 0,5-4-12 16,-4-3-4-16,0 0-140 0,-4-2-232 0,-5-1-204 16,1-4-60-16,-4 4-117 0,-4 0-143 15,-3-1-532-15,-2 2-632 0,-7 2-1024 0,0 0-1801 16,-4-3-1623-16</inkml:trace>
  <inkml:trace contextRef="#ctx0" brushRef="#br0" timeOffset="181568.262">18682 10792 11041 0,'0'0'1668'16,"0"0"-828"-16,0 0-116 0,0 0 276 15,0 0 156-15,0 0-120 0,-95 44-208 16,67-15-284-16,0 6-80 0,-8 6-84 0,-1 3-96 15,-2 8-76-15,-1-2-36 16,-4 7-88-16,4 0-84 0,-3-3-4 0,-1 3-80 16,0-3-188-16,5-2-288 0,-2-12-140 15,9-2-80-15,4-12-272 0,4-4-596 16,13-13-1568-16,-1-2-3205 0</inkml:trace>
  <inkml:trace contextRef="#ctx0" brushRef="#br0" timeOffset="181900.1">18842 11423 2872 0,'0'0'8533'16,"0"0"-6625"-16,-4 70-184 0,-5-38-164 15,1 10-156-15,-3 2-308 0,2 3-532 16,1 4-404-16,1 4-148 0,7-3 36 0,-4 3-48 16,4-4-48-16,0-7-48 0,0-6-188 15,4-9-232-15,3-10-88 16,1-6 136-16,-3-10 144 0,3-3 64 0,-1-3-76 0,-3-13-148 15,5-10-236-15,-1-2-592 16,-5-10-776-16,1 9-2845 0</inkml:trace>
  <inkml:trace contextRef="#ctx0" brushRef="#br0" timeOffset="182111.336">18924 11271 4304 0,'0'0'10033'0,"0"0"-8733"0,0 0-1036 0,69-64 116 16,-46 46 132-16,1 5 396 15,0 3-180-15,4 4-332 0,-3 6-176 16,2 0-72-16,-3 0-52 0,-4 9-88 16,-4 4-4-16,-4 0 0 0,-8 6-4 15,-4 4-12-15,0 2 0 0,-12 0-256 16,-4 0 8-16,-4 4-96 0,0-6-200 0,-4-9-40 16,0-3 72-16,-4-11-56 0,1 0-700 15,-1-13-1136-15,4 3-2365 0,-16-22-1083 16</inkml:trace>
  <inkml:trace contextRef="#ctx0" brushRef="#br0" timeOffset="182454.068">17777 10017 10784 0,'0'0'2553'0,"0"0"-1145"16,0 0-200-16,0 0-4 0,0 0 24 15,0 0-96-15,0 0-376 0,0 0-156 0,0 0-64 16,0 0-27-16,112-23-145 0,-68 14-120 15,4-1-100-15,-1-6-72 16,9 4-60-16,0-1 0 0,4-3-8 0,4 4-4 16,3-4-56-16,5 2 48 0,4 0-220 15,-5 1-368-15,1 0-293 0,-8 6-183 16,-8 2-244-16,-5 1-804 0,-15 1-1948 16,8 3-2593-16</inkml:trace>
  <inkml:trace contextRef="#ctx0" brushRef="#br0" timeOffset="183461.601">19770 10328 7524 0,'0'0'1864'0,"0"0"793"16,0 0-1213-16,0 0-248 0,0 0-152 0,0 0 48 16,0 0-124-16,0 0-276 15,0 0-12-15,0 0 68 0,39 104-224 16,-26-53-108-16,-5 13-88 0,-5 7-48 0,1 7-76 15,-4 8-28-15,0 3-172 0,0 6-4 16,-7-3 0-16,3 3-68 0,-5-5-20 16,-3-5-56-16,9-9-196 0,-1-6-76 15,4-13-156-15,0-10-100 0,4-11-80 16,3-11 12-16,10-9-264 0,-2-9-688 16,2-4-1012-16,2-6-2313 0</inkml:trace>
  <inkml:trace contextRef="#ctx0" brushRef="#br0" timeOffset="184148.475">20754 10166 5988 0,'0'0'4376'0,"0"0"-1907"0,0 0-565 15,0 0-684-15,0 0-40 0,79 63-164 0,-63-28-140 16,-4 7 44-16,-3 5-176 16,-5 11-136-16,-4-1-72 0,-13 6-147 15,-2 0-185-15,-13 5-44 0,-4 1-104 0,-4-1-56 16,-8-2-60-16,0-6 12 0,0-9 36 16,0-9 12-16,9-12 0 15,-1-7-72-15,8-7-184 0,0-10-96 0,4-6 11 16,5 0-123-16,-2-10 4 0,9-5-44 15,0-5-8-15,8-4 96 0,1-8-104 16,3-1-8-16,3 2 20 0,9 3 124 16,1 4 108-16,2 6 164 0,1 6-64 0,4 9 176 15,4 3 264-15,0 3 132 0,4 9-132 16,0 4 80-16,4 3-84 0,0 3 100 16,3 0 56-16,-3 0-108 0,4-3-136 15,-1 2-108-15,2-9-64 0,3-3-136 16,-5-5-232-16,5-4-396 0,1-6-104 15,-2-11-256-15,-3-2-1388 0,-8 3-1897 16,0-16-1831-16</inkml:trace>
  <inkml:trace contextRef="#ctx0" brushRef="#br0" timeOffset="184526.218">20989 9575 6232 0,'0'0'4100'0,"0"0"-2475"0,0 0-729 16,0 0 224-16,0 0 220 0,0 0-168 15,0 0-252-15,0 0-52 0,83 87-116 0,-75-40-116 16,1 7-96-16,-5 7-100 16,-4-2-112-16,0 5-96 0,0 0-164 15,0-7-68-15,0 0-12 0,0-6-184 0,0-3-228 16,0-10-164-16,0-10 28 0,7-6 104 15,1-6-88-15,-3-10-148 16,3-3-364-16,-1-3-640 0,1-3-476 0,1-6-657 16,-2-16-1975-16</inkml:trace>
  <inkml:trace contextRef="#ctx0" brushRef="#br0" timeOffset="184753.645">21149 9687 5884 0,'0'0'2184'0,"0"0"-280"0,0 0-319 0,19-67-289 15,-7 54-136-15,0 7-136 0,4-1-168 16,4 7-276-16,0 0-132 0,0 5-148 16,3 0-64-16,-2 4-52 0,-1 4-84 15,-9 0 24-15,1 3-112 0,-3-3-8 16,-9 6-4-16,0-3-8 0,0 3-204 16,-9-1 28-16,-3 2-88 0,-3-5-28 0,-5 4-112 15,-4-6-32-15,3 0-132 0,-2-4-168 16,3 1-208-16,3-6-296 15,6-1-437-15,-1 0-679 0,0-3-2648 0</inkml:trace>
  <inkml:trace contextRef="#ctx0" brushRef="#br0" timeOffset="185134.44">21587 9451 8220 0,'0'0'2408'0,"0"0"-659"16,0 0-129-16,0 0-56 0,0 0-420 16,0 0-324-16,0 0-200 0,0 0-100 0,28 67-200 15,-28-35-100-15,0 0-24 0,0-4-196 16,0-2-24-16,0 0-24 16,-4-7-200-16,4-4-108 0,0-5 148 0,4-7 32 15,-1 0-144-15,5-3 60 0,0-3 112 16,4-7-24-16,4-6-28 0,-4-3 12 15,4-2 76-15,-4-2 60 0,0 4 44 16,-1 0 16-16,-2 0 80 0,-1 6 36 16,-4 0 12-16,0 7 160 0,-4 3 64 15,3 0-24-15,-3 3-116 0,4 0-108 0,5 3-52 16,-5 6 128-16,4 4 80 0,4 3-72 16,-4 3-48-16,0 0-144 0,-1 3-4 15,2 7-124-15,-5-3-352 0,0 5-204 16,0 1-348-16,-1 6-780 0,-3-13-1304 0,0 17-3797 15</inkml:trace>
  <inkml:trace contextRef="#ctx0" brushRef="#br0" timeOffset="185339.236">21834 10451 17673 0,'0'0'2720'0,"0"0"-2244"16,0 0-344-16,0 0-132 16,0 0 536-16,0 0 289 0,103-40-365 0,-71 28-448 15,-1-2-12-15,10 1-60 0,-5 0-264 16,3 1-393-16,-3-1-199 0,-4 4-400 16,0-4-1280-16,-12 4-3016 0,4-7-3985 0</inkml:trace>
  <inkml:trace contextRef="#ctx0" brushRef="#br0" timeOffset="185712.494">22591 9824 12585 0,'0'0'1400'0,"0"0"-776"16,0 0-20-16,43 66 300 0,-31-31 532 15,-3 6 144-15,-2 4-572 0,-3 1-436 0,-4 9-220 16,0 2-96-16,-4 3-144 15,-8 1-52-15,-7-1-60 0,-2-3 0 0,2-6-96 16,-1-9-64-16,3-11 88 0,6-12-16 16,-6-3-68-16,6-10-88 0,-1-2-124 15,-4-4 40-15,4-7 8 0,0-9 40 16,0-3 84-16,4-3 108 0,0-7 80 0,4-3-76 16,0 1-64-16,4-4-60 15,0 3 20-15,4 4 92 0,5 9-4 0,2 3 100 16,6 7 136-16,2 9 148 0,1 0 72 15,-1 6-24-15,5 10 60 0,-3-1-48 16,3 4-100-16,-1 1-124 0,-3-1-36 0,1-3-76 16,3-1-8-16,-1-4-56 15,-3-3-112-15,4 2-444 16,-1-3-272-16,1-4-264 0,1 0-1204 0,-5-1-2353 16,3-2-2571-16</inkml:trace>
  <inkml:trace contextRef="#ctx0" brushRef="#br0" timeOffset="185938.394">23033 10220 14497 0,'0'0'2504'15,"0"0"-1972"-15,0 0 64 16,0 0 256-16,0 0 260 0,103-9 220 15,-75 2-615-15,8 2-377 0,4-2-112 0,-4 0-136 16,4 1-92-16,-5-4-48 16,1 4-48-16,1-4-364 0,-2 4-341 0,-3-1-271 15,-8 1-436-15,-4 0-1268 0,-4 0-3041 0</inkml:trace>
  <inkml:trace contextRef="#ctx0" brushRef="#br0" timeOffset="186196.148">23181 10401 10604 0,'0'0'1621'0,"0"0"-1581"16,0 0-28-16,0 0 576 0,0 0 496 0,0 0 408 15,0 0-700-15,0 0-16 0,0 0-192 16,0 0-164-16,87 45-136 0,-51-55-188 16,0-2-96-16,7-8-172 0,-2-2-376 15,2-1-244-15,-3-2-440 0,-5-3-384 16,-7 5-2321-16,4-5-2823 0</inkml:trace>
  <inkml:trace contextRef="#ctx0" brushRef="#br0" timeOffset="186511.056">23838 10011 15821 0,'0'0'2172'0,"0"0"-1952"0,0 0-216 16,-21 98 260-16,10-60 624 0,3 0 480 15,4-5-748-15,4-8-472 16,8-4-136-16,7-9 16 0,2-1-28 0,11-8-96 0,0-3 96 15,7-9-244-15,1-8-96 16,0-1-76-16,-4-4 48 0,-4-1 100 16,-4-2 184-16,-9 2 84 0,-2 4 36 0,-9 3 72 15,-4 4 88-15,-12 2-100 16,-8 1-96-16,-8 3-136 0,-4-1-24 16,-4 4 52-16,1 0 96 0,-2-1-88 0,1 4-96 15,4-7-124-15,4 1-280 16,0 1-392-16,9-9-884 0,3 6-1216 15,0-15-3933-15</inkml:trace>
  <inkml:trace contextRef="#ctx0" brushRef="#br0" timeOffset="186911.639">24172 9394 14173 0,'0'0'2220'0,"0"0"-2220"0,0 0-108 16,0 0 108-16,0 0 536 0,92-66 260 15,-64 50-548-15,0 3-200 0,0 1 4 0,-5 1 132 16,1 9-84-16,-7 2 132 0,-6 6 52 16,-3 10-36-16,-8 6 96 0,0 7 168 15,-8 6-56-15,-7 7-56 0,-5 2-60 16,-5 0-8-16,1 1-80 0,5-3-68 15,3-9-51-15,4-3-121 16,8-9-12-16,4 2-64 0,0-7-21 0,0-1 37 16,4 5 48-16,0-2-8 0,0 1 8 15,0 7 4-15,3 0 0 0,-7 2 4 0,5 1 40 16,-1-1-48-16,0 4 0 0,4-7-8 16,-5 4 4-16,5-7-68 15,5 3-52-15,-6-6-92 0,5 4-112 0,-3-4 44 0,-2 3 28 16,1 0 40-16,-8 3 32 0,0 1 96 15,0 5 88-15,-8-1 72 0,-8 4-72 16,-3 1-600-16,-9 0-704 0,7-7-2452 16,-14 8-5169-16</inkml:trace>
  <inkml:trace contextRef="#ctx0" brushRef="#br0" timeOffset="187018.691">24399 10476 3604 0,'0'0'5620'16,"0"0"-5620"-16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5-30T07:10:02.2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3171 1044 6460 0,'0'0'1380'0,"0"0"1156"0,0 0-1195 15,0 0-305-15,0 0 304 0,0 0 12 0,0 0-208 16,-36-23-224-16,36 23-228 16,0 0-320-16,4 0-372 0,8 0-168 0,4 7 168 15,12-3 308-15,8 2 84 16,3 0-144 0,1 1-16-16,8-4-84 0,-4 0 8 15,0-3-8-15,-1 0-24 0,-2 0-64 0,-5-6-60 0,-1 3 44 0,-7-4-44 16,-4 1-244-16,0-1-256 0,-8 0-264 15,-1 2-308-15,-2 2-428 0,-9-1-1164 0,0 4-2565 16,-4 0-3062-16</inkml:trace>
  <inkml:trace contextRef="#ctx0" brushRef="#br0" timeOffset="239.79">3347 1114 4256 0,'0'0'8001'0,"0"0"-6801"15,0 0-820-15,0 0 116 0,0 0 428 16,-49 70-60-16,46-38-96 16,-1 9 152-16,0 7-216 15,0 9-176-15,4 7-220 0,0 8-112 0,0 7-100 0,0 4-8 16,0 1-28-16,0-12-60 0,0-3-4 0,0-10 4 16,0-15 56-16,4-13-56 15,0-6-96-15,0-12-124 0,3 0-652 16,6-7-356-16,-2-2-760 0,-3-2-2613 15,5-8-2791-15</inkml:trace>
  <inkml:trace contextRef="#ctx0" brushRef="#br0" timeOffset="422.904">3306 1737 8716 0,'0'0'4237'0,"0"0"-2925"0,0 0-464 0,0 0-20 15,0 0 276-15,0 0-444 16,0 0-240-16,0 0 0 0,0 0 208 0,84-4 204 15,-52 4-416-15,4-6-208 0,-1 3-196 16,2-7 36-16,-1 4-48 0,-4 0-160 16,-1-4-292-16,1 7-392 0,-4-1-204 0,4 2-840 15,-13 2-2632-15,9 2-4017 16</inkml:trace>
  <inkml:trace contextRef="#ctx0" brushRef="#br0" timeOffset="802.261">4215 1781 9068 0,'0'0'6113'0,"0"0"-4829"0,0 0-576 0,0 0 36 0,0 0 148 0,-88-19-452 16,64 19-84-16,-4 0-76 16,5 9 52-16,-1 4-112 0,0 5-148 15,3 8-24-15,2 6 40 0,3 6 120 16,0 1-28-16,4-5 4 0,8-3-52 0,0-7-20 0,4-9-104 15,0-8-8-15,4-4-48 0,4-3-20 16,4 0 68-16,4 0 52 0,4-13 32 16,4 1-84-16,0-7-72 0,3-4-88 15,1 2-120-15,4-3-36 0,-4 6 12 0,4-1 32 16,-8 6 104-16,0 4 20 16,-9 5-24-16,2 4 88 0,-6 0 84 15,-2 0 0-15,-5 7 196 0,4-1 60 0,-8 3 112 16,0 4 32-16,0 3-32 0,0 1 8 15,0 2 109-15,0-5-73 0,0 5-324 16,0-6-88-16,0 4-172 0,7-2-144 16,1-2-265-16,5 0-103 0,2-4-120 15,9-3-364-15,0-6-552 0,8-2-592 0,-4-8-724 16,0-3-2069-16</inkml:trace>
  <inkml:trace contextRef="#ctx0" brushRef="#br0" timeOffset="1049.822">4696 1809 1368 0,'0'0'9272'0,"0"0"-6679"15,0 0-1033-15,0 0-328 16,0 0 256-16,0 0-188 0,0 0-344 0,0 0-28 16,0 0-272-16,-90 54-59 0,73-34-233 15,2 2-72-15,2-3-136 16,6-4-84-16,7 2-72 16,0-8-4-16,0 0-4 0,0-2 8 0,7 0-60 0,6-1 48 15,-1-4-60-15,3 2 72 0,1-2 0 0,5-2 0 16,-6 0-192-16,5 0-124 15,-4 0 60-15,0 0-25 0,0-2-11 0,-4-2-156 16,4 4 20-16,-4-2-160 0,0-1-316 16,-1 0-680-16,6 3-708 15,-10-4-864-15,10-3-2085 0</inkml:trace>
  <inkml:trace contextRef="#ctx0" brushRef="#br0" timeOffset="1453.211">5306 1196 416 0,'0'0'7888'0,"0"0"-3715"16,0 0-3445-16,0 0 76 0,4 90 624 15,-4-46 252-15,-4 10-860 0,-3 6 400 0,-1 4-376 16,0-1-320-16,-4 1-256 0,4-4-168 15,0-6-100-15,3-3-4 0,1-13-108 16,4-6-144-16,0-13-48 0,0-6-40 16,0-4-96-16,0-6-88 0,0-3 24 15,0 0-16-15,0 0-160 0,0-3-68 16,-3-6 252-16,-1-1 148 0,-4-6-68 16,0-3 12-16,-12-3 124 0,4 0 52 15,-4 0 228-15,-4 2 128 0,4 5-64 16,5 3 340-16,7 1 200 0,-1 8 60 15,9 3-156-15,0 0-172 0,0 0-324 0,13 0 112 16,2 3-124-16,9 3 360 0,4-1 48 16,8-3-136-16,3 1-48 0,-2-3-152 15,3 0-72-15,-1-3-12 0,-3-6-160 16,4 2-508-16,-8-3-216 0,0 4-236 0,-4 3-1044 16,-12 0-2377-16,0 3-3495 0</inkml:trace>
  <inkml:trace contextRef="#ctx0" brushRef="#br0" timeOffset="1836.762">2609 2577 6564 0,'0'0'7133'16,"0"0"-6537"-16,0 0-480 0,0 0 136 0,0 0 468 15,0 0 84-15,88-40 260 0,-40 27-148 16,11 0-188-16,13 4-224 0,4 2-40 16,8 4-48-16,3 3-36 0,9 0 8 15,0 3 28-15,3 0-124 0,8 1-99 0,5-2-45 16,0 2-4-16,7-1-12 15,4 0-84-15,6-3 28 0,-2 0-76 16,0 0 0-16,8-3-4 0,-2 0-168 16,-6-1 4-16,0 4-64 15,-7 0 135-15,-9 0-87 0,-7 0-108 0,-8-2 88 16,-5-2-152-16,-7-2-104 16,-8-4 32-16,-9 1-212 0,-7-7-332 0,-8 4-728 15,-12-5-1128-15,-12 5-1909 0,-4-8-2127 0</inkml:trace>
  <inkml:trace contextRef="#ctx0" brushRef="#br0" timeOffset="2148.801">6167 1777 13997 0,'0'0'3168'0,"0"0"-2448"0,0 0-632 15,0 0 308-15,0 0 256 16,0 0-184-16,0 0-284 0,0 0-184 0,0 0-96 15,0 0-112-15,0 0-556 0,0 0-472 16,67 44-1248-16,-67-24-4001 0</inkml:trace>
  <inkml:trace contextRef="#ctx0" brushRef="#br0" timeOffset="2287.342">6199 2070 12465 0,'0'0'5500'0,"0"0"-4944"0,0 0-472 0,0 0 152 15,0 0 452-15,0 0 204 0,0 0-184 0,0 0-684 16,0 0-24-16,0 0-316 16,52 47-456-16,-37-37-316 0,-2-4-1004 15,2 5-4005-15</inkml:trace>
  <inkml:trace contextRef="#ctx0" brushRef="#br0" timeOffset="11845.21">8354 1317 1384 0,'0'0'6096'0,"0"0"-1019"0,0 0-3789 16,0 0-436-16,0 0 244 15,0 0 256-15,0 0-100 0,0 0-196 16,0 0-200-16,0 0-356 0,0 0-180 0,0 0-16 16,49 22 377-16,-14-24-209 0,9-2-232 15,4-5 28-15,0-1-136 0,-1 1-72 16,-7-4-48-16,-3 0-12 0,-5 4-48 16,-5 0-228-16,-7-1-344 0,0 3-217 0,-8 1-163 15,0 6-420-15,-8 0-904 0,0 0-1988 16,-8 6-1965-16</inkml:trace>
  <inkml:trace contextRef="#ctx0" brushRef="#br0" timeOffset="12066.151">8586 1394 3620 0,'0'0'1488'0,"0"0"1188"0,0 0-1240 0,0 0-128 16,0 0 249-16,0 0 143 15,0 0-284-15,0 0-332 0,0 0-248 16,0 79-92-16,4-47-52 0,-4 7-248 15,0 1-52-15,0 4-112 0,-4 1-156 0,-4 6-124 16,-4-1-124-16,4-3-204 0,-5 2-56 16,2-8-32-16,-1-3 56 0,4-3-184 15,0-3-40-15,-4-7-304 0,0-3-724 16,4 0-1424-16,-4-9-3213 0,0 3 1917 0</inkml:trace>
  <inkml:trace contextRef="#ctx0" brushRef="#br0" timeOffset="12253.017">8339 2035 6624 0,'0'0'3980'0,"0"0"-2219"0,0 0-561 15,0 0-44-15,0 0 344 0,0 0-192 0,0 0-380 0,0 0-336 16,0 0-248-16,0 0-124 16,75 28-60-16,-51-21 24 0,8-7-52 15,0 0-44-15,0 0-88 16,0-7-296-16,3-2-280 0,-3-4-344 0,5-2-356 15,-10-4-948-15,-3 6-2781 0,0-12-4423 16</inkml:trace>
  <inkml:trace contextRef="#ctx0" brushRef="#br0" timeOffset="12418.428">8944 1883 6564 0,'0'0'5693'0,"0"0"-4597"16,0 0-256-16,0 0 912 0,92 56 196 0,-65-49-360 15,5-7-596-15,5-2-492 0,3-18-268 16,7-6-232-16,1-9-304 16,4-7-452-16,-5-8-288 0,6-1-324 0,-6-2-1248 15,-15 7-3121-15,4-4-3331 0</inkml:trace>
  <inkml:trace contextRef="#ctx0" brushRef="#br0" timeOffset="12717.336">9331 1374 7128 0,'0'0'3917'0,"0"0"-2261"16,0 0-892-16,0 0 88 0,-52 77 548 0,40-42 104 0,4-1-244 15,5 4-360-15,-2 6-204 0,1 5-72 0,0 2-88 0,4 3-112 16,0 6-119-16,-4 4-85 0,4 5-100 16,-4-2-24-16,0 6-88 0,4-4-4 0,-3-1 4 15,-2-2-8-15,5-6-8 16,-4-5 8-16,4-8 12 0,0-6-8 0,0-3 60 15,0-6 8-15,0-6 24 0,0-7-36 16,-4-10-52-16,4-2 52 16,-8-5-48-16,1-2-12 0,-6 0-44 0,-6-7-64 0,-5-1 12 15,-12-2-112-15,0-5-144 16,-8-2 87-16,-3-2-295 0,-2 0-100 16,1 0 12-16,5 0-272 0,3 3-708 0,4-3-1060 15,12 7-2941-15</inkml:trace>
  <inkml:trace contextRef="#ctx0" brushRef="#br0" timeOffset="13362.873">11040 1461 6108 0,'0'0'2560'15,"0"0"1669"-15,0 0-2833 0,0 0-272 0,0 0 60 0,0 0-100 16,0 0-220-16,0 0-140 0,0 0-196 15,0 0-160-15,-32 72-88 0,16-31-36 16,-4 17-108-16,-3 8 8 0,-5 10-60 0,0 10-80 16,0 3 0-16,0 6 0 0,0-6-4 15,4-9-116 1,5-14 44-16,6-18-40 0,5-12 16 0,1-18 24 0,7-8-224 16,0-7-144-16,0-3-220 0,3-13-264 15,9-5 44-15,4-15-332 0,4-11-716 16,4-10-728-16,4-7-1313 0,-8 14-43 15,8-20 820-15</inkml:trace>
  <inkml:trace contextRef="#ctx0" brushRef="#br0" timeOffset="13734.085">10985 1708 4348 0,'0'0'2344'0,"0"0"-308"0,19-67-316 15,-15 54-71-15,1 1-217 0,-2 9-140 0,1-1-172 16,0 4-276-16,4 4-236 16,8 4-72-16,0 6-20 0,4 8 52 15,4 6 120-15,-1 7-64 0,5 10-88 0,-4 6-160 16,0 3-204-16,1 3-112 15,-10 0-52-15,1 0-8 0,-4 0-8 0,1-9-52 16,-6-3-16-16,1-15-8 0,-4 0 76 16,0-14-100-16,0-4-52 0,-4-2-180 15,0-7-112-15,-4 0 24 16,-4 0-16-16,0-3-144 0,-12 0-188 0,5 0-380 16,-6-6-176-16,-7-7-56 0,0 1 264 15,-7-4 128-15,-1-3 264 0,-5 0 419 16,-2 0 313-16,3-1 593 0,5 4 319 0,7 4 96 15,4-1 72-15,3 7 44 0,10 0-232 16,7 2-44-16,0 1-168 0,4 3-196 16,0-3-116-16,8 3-108 0,7-3-40 15,9 3 124-15,4-3-4 0,12-4-144 16,0 4-72-16,4 0-124 0,4-4-8 0,-5 2-56 16,2-2-156-16,-2 1-464 15,-3 2-388-15,4 1-404 0,-12 0-1420 16,8 3-4705-16</inkml:trace>
  <inkml:trace contextRef="#ctx0" brushRef="#br0" timeOffset="14106.639">12375 1838 1148 0,'0'0'8560'16,"0"0"-6483"-16,0 0-745 0,0 0-12 0,24 73 132 15,-12-35-288-15,-1 7-144 16,-2 2-196-16,-1 1-196 0,-1 0-264 16,-7-8-240-16,4-1-124 0,0-14-208 0,-4-6-208 15,5-9-40-15,-1-7-84 0,3-3-164 16,-3-13-356-16,4-9-840 0,-4 3-2593 15,5-29-5007-15</inkml:trace>
  <inkml:trace contextRef="#ctx0" brushRef="#br0" timeOffset="14265.832">12390 1486 6856 0,'0'0'7037'0,"0"0"-5269"0,0 0-700 0,0 0 188 0,0 0-308 16,0 0-652-16,0 0-296 15,0 0-604-15,77 19-396 0,-46-13-308 16,-3 3-1384-16,12-2-4653 0</inkml:trace>
  <inkml:trace contextRef="#ctx0" brushRef="#br0" timeOffset="14515.115">13088 1676 8960 0,'0'0'6333'0,"0"0"-5325"0,0 0-484 16,-32 89 284-16,12-60 684 0,1 3-8 0,-2-1-280 15,5-3-427-15,0-5-413 0,5-1-244 16,6-3-120-16,5-3 0 0,0-4-48 16,5 2 44-16,6-3-68 15,5 0-64-15,8 2 16 0,0-4-24 0,4 0-28 16,-4 4 100-16,4-3-24 0,0-1 24 16,-5 4 0-16,-2 0 64 0,-1-1-56 0,-5 1-32 15,2-1 35-15,-6 1 13 0,-3 0-12 16,-8-1-124-16,0 2-108 15,-4-2 0-15,-11 4-184 0,-9 3-316 0,-8-3-944 16,8-3-2604-16,-25 6-3421 0</inkml:trace>
  <inkml:trace contextRef="#ctx0" brushRef="#br0" timeOffset="22089.865">15032 1746 1696 0,'0'0'288'0,"0"0"8432"0,0 0-6487 16,0 0-793-16,0 0 96 0,0 0-160 0,-43-67-52 16,34 67-340-16,-2 0-200 15,-1 0-212-15,-4 4-60 0,-5 8-63 16,-2 7-229-16,-1 6-112 0,0 10 24 0,-4 12 40 15,9 5 20-15,-2 2-84 0,10 0-36 16,2-7-72-16,9-5-160 0,0-14-68 16,9-5-40-16,2-14 24 0,10-2 112 0,-2-7-25 15,13-7 9-15,0-9-96 0,8-6-60 16,0-7-48-16,-1-2 96 0,-3-5 48 16,-4 3 136-16,-4 0 20 15,-4 1-8-15,-4 7 60 0,-4 6 0 0,-9 3 8 16,2 6 92-16,-5 3 84 0,0 5 32 15,-4 2-104-15,0 0 96 0,4 2-44 16,-4 9-164-16,7-2 0 0,-2 7 12 0,7 3 196 16,-5 3-60-16,6 4-52 15,2-1-36-15,2-3-60 0,2-2-68 16,5-4-152-16,0-7-168 0,8-4-76 16,0 0-136-16,4-5-444 0,3-5-936 0,-11 0-2392 15,17-11-3789-15</inkml:trace>
  <inkml:trace contextRef="#ctx0" brushRef="#br0" timeOffset="22468.753">16467 1841 7248 0,'0'0'4857'0,"0"0"-3337"15,0 0-656-15,0 0-68 0,0 0 576 16,0 0-32-16,0 0-84 0,0 0-128 0,0 0-32 16,75 44-307-16,-30-31-365 0,6 0-144 15,5-7-208-15,4-6-68 0,-1-9-4 16,1-7-280-16,-4-9-96 0,-1-4-120 16,-3-7-101-16,0 5-107 0,-12-1-312 15,-4 1-868-15,-16 8-1292 0,4-8-2845 0</inkml:trace>
  <inkml:trace contextRef="#ctx0" brushRef="#br0" timeOffset="22782.119">16952 1384 652 0,'0'0'9728'0,"0"0"-7539"0,0 0-929 16,0 0-20-16,0 0 48 0,-32 89 104 0,25-51-256 15,3 9-300-15,0 4-252 0,4 7-216 16,-4 2-40-16,4 4-96 0,0 8-48 0,0 2-100 15,0 5-72-15,0 3 96 0,0-3-8 16,4 1-16-16,0-4-72 0,4-9 121 16,-5-7-125-16,2-6-8 0,3-5 48 15,-4-16 40-15,4-1 56 0,-8-12 0 16,3-5 136-16,-3-8 48 0,0-4-148 0,0 0-48 16,0-3-84-16,-3-3-48 0,-5-3-120 15,-9-7-108-15,2-3-136 16,-5-3 24-16,-3-9-72 0,-2 0-61 0,5-11-151 15,0-6-424-15,5 1-628 0,3 0-392 16,7 2-484-16,5 7-13 16,0 10-1899-16,17-4-1951 0</inkml:trace>
  <inkml:trace contextRef="#ctx0" brushRef="#br0" timeOffset="23199.493">17459 1819 2844 0,'0'0'5028'0,"0"0"-3084"16,0 0-575-16,0 0-33 0,0 0 168 15,0 0-340-15,0 0-348 16,0 0-300-16,0 0-252 0,0 0-52 16,0 0 48-16,79 61 52 0,-70-61-28 0,-5 3-112 15,-1-3-36-15,-3 0 88 0,0 2 48 0,0-2 108 16,0 0 112-16,0 0-164 15,0 4-20-15,0-4-16 0,0 0 0 16,-3 0-60-16,3 0-60 0,-4 0-40 16,4 0-60-16,0 0 4 0,-4 0-16 15,4 0 0-15,0 0-12 0,-5 0-36 16,5 0-4-16,-4 0 40 0,4 0 16 16,0 0 8-16,0 0-11 0,0 0 35 0,0 3-36 15,0-3 4-15,-4 3-4 16,4 4-56-16,0 2 8 15,0 4 84-15,-4 2 0 0,4 9 16 0,-3-3-4 16,-1 2-100-16,0-2 0 0,0-1 0 0,-1-5-8 16,5 2-60-16,0-8-76 0,0-3-188 0,0-3-189 15,5-3-119-15,-1 0-4 0,4 0 0 16,-5-3-172-16,5-3-616 16,1-7-1032-16,-5 7-2909 0,-4-13-4035 0</inkml:trace>
  <inkml:trace contextRef="#ctx0" brushRef="#br0" timeOffset="23406.211">17431 1555 3392 0,'0'0'8893'0,"0"0"-6941"15,0 0-440-15,0 0 400 0,0 0 0 0,0 0-532 16,0 0-467-16,0 0-477 0,0 0-264 0,99-41-92 15,-71 32-80-15,0 2-112 16,-4 4-300-16,0 0-217 0,0 3-215 0,0 0-244 16,0 3-760-16,-9 0-2220 0,-2 10-3433 15</inkml:trace>
  <inkml:trace contextRef="#ctx0" brushRef="#br0" timeOffset="23782.205">17770 1851 6976 0,'0'0'7613'0,"0"0"-6225"15,0 0-448-15,0 0 548 0,11 82-16 16,-11-59-116-16,0-2-503 0,0-4-541 16,5-4-256-16,-1-1-56 0,0-3-76 15,0-5-44-15,3-1-160 0,1-3 15 0,1 0-139 16,-2 0 16-16,5-9 36 15,0-1 8-15,0-6-132 0,0 0-112 0,4-3 56 16,-4 3 116-16,0 0 132 0,0 0 172 16,-5 1 108-16,6 2 4 0,-5 4 4 15,-1 2 156-15,-3 4 196 0,1 3 40 16,-1 0-28-16,0 0 28 0,4 10-68 16,-5 2-60-16,1 4 88 0,0 3 72 0,5 3-40 15,-5 0-24-15,0 3 53 16,-4-2-177-16,0-1-232 0,0 0-8 0,0 0-180 15,0-5-137-15,0-2-171 0,0-2-120 16,0-6-76-16,0 0-224 0,0-5-720 16,3-2-2296-16,5-9-2533 0</inkml:trace>
  <inkml:trace contextRef="#ctx0" brushRef="#br0" timeOffset="23952.817">18335 1844 9004 0,'0'0'4609'0,"0"0"-3657"15,0 0-92-15,0 0 544 0,9 64 148 0,-9-39 8 16,-5 0-452-16,-3 1-412 16,0-1-319-16,5-6-317 0,-1-3-60 0,4-3-401 15,0-3-231-15,-4-7-196 16,4-3-264-16,0 0-684 0,0 0-2268 0,-5-16-3765 16</inkml:trace>
  <inkml:trace contextRef="#ctx0" brushRef="#br0" timeOffset="24099.419">18307 1571 9200 0,'0'0'5741'0,"0"0"-4549"0,0 0-824 0,0 0 592 0,0 0 64 16,0 0-528-16,0 0-496 0,0 0-64 16,100-22-612-16,-60 6-228 15,3-3-360 1,-6 3-1468-16,23-19-3121 0</inkml:trace>
  <inkml:trace contextRef="#ctx0" brushRef="#br0" timeOffset="24314.693">19001 1251 8140 0,'0'0'3917'16,"0"0"-2893"-16,0 0-716 0,0 0 696 0,-21 93 644 16,10-60 412-16,-1 9-352 0,0 6-464 15,0 5-343-15,-4 8-269 0,4 9-148 16,-4 3-304-16,0-1-108 0,4-1-72 15,4-8-264-15,8-12-16 0,0-11 52 16,13-10 144-16,6-11 84 0,1-7-12 0,4-2-208 16,-1-10-60-16,5 0-169 0,-3-10-63 15,3-5-184-15,-8-8-368 16,3-2-788-16,-10-3-948 0,-6 6-1769 0,-11-17-2407 0</inkml:trace>
  <inkml:trace contextRef="#ctx0" brushRef="#br0" timeOffset="24470.205">18650 1657 4956 0,'0'0'10089'0,"0"0"-8553"0,0 0-924 0,0 0 364 16,0 0 36-16,0 0 52 0,0 0-124 15,0 0-332-15,0 0-195 0,100 32-85 16,-61-26-112-16,1-3-216 0,4-3-340 16,-4 0-204-16,-1-3-197 0,2-3-271 0,-5 0-956 15,-8 2-3464-15,4-5-6561 16</inkml:trace>
  <inkml:trace contextRef="#ctx0" brushRef="#br0" timeOffset="24767.458">19379 1854 4484 0,'0'0'10237'0,"0"0"-8753"16,0 0-620-16,0 0 340 0,0 0 76 16,32 70 16-16,-20-70-312 0,8 0-219 0,4-7-281 15,8-8-340-15,-1-2-144 0,1-5-352 16,0-3-8-16,0-4 44 0,-4 4-36 15,-8 3 59-15,-8-1 61 0,-5 8 136 16,-7-1 36-16,-3 0-100 0,-13 3 160 16,-12 7 4-16,-4 3 120 0,-3 3 8 0,-10 13 64 15,6 6-136-15,-5 9 0 0,4 4 48 16,8 6 137-16,4 0-97 16,5 0-28-16,6 0-72 0,6-3-48 0,7-7-84 15,4-5-196-15,8-7-25 0,7 0 173 16,5-7-64-16,8 1-24 0,8-7-72 15,7-3-196-15,6 0-428 0,7-3-836 16,-13-4-3372-16,25-5-4517 0</inkml:trace>
  <inkml:trace contextRef="#ctx0" brushRef="#br0" timeOffset="25717.707">20240 1939 5732 0,'0'0'4768'0,"0"0"-2711"0,0 0-805 0,0 0-300 15,80-56 736-15,-52 49 160 16,0 4-432-16,4 3-500 0,-1 7-284 0,1 8-120 16,-9 7-219-16,1 7-149 0,-7 6-144 15,-9 3 72-15,-8 3 24 0,0 1-36 0,-4-5-60 16,0 1-8-16,0-8-208 0,0-9-4 15,4-8 3-15,0-6-15 16,0-7-204-16,0 0-140 0,4-3 16 0,4-7-28 0,-1-4 280 16,10-4 12-16,2-8 16 15,1-5 44-15,5-1 100 16,-1-6 72-16,-5 3 64 0,5 3 76 0,-9 0 0 0,2 11 8 16,-2 2 152-16,-2 6 208 0,-5 6 20 15,-5 7-48-15,1 0-36 0,-4 4 12 16,0 5-112-16,-4 5-160 0,1 5 100 15,-5 2 72-15,0 8-48 16,-4-4-75-16,4-3-45 0,0-2-124 0,4-11-4 16,4-3-180-16,0-6 3 0,8 0 21 15,0-6 40-15,8-7 112 0,3-3-80 0,6-6-8 16,-1 0 24-16,0-3 72 0,-1-3 4 16,1 2-4-16,0 0-48 15,0 7-4-15,-1 3 52 0,2 7 148 16,-5 2 24-16,-5 7 104 0,2 0 5 0,-6 10-37 15,2 0-88-15,-5 5-44 0,3 4 56 16,-2 4 36-16,-1-2 40 0,-5 5 120 0,1-1 32 16,0-2-140-16,-4 2-156 15,0-2-100-15,0-5-120 0,0-2-184 16,0-6-8-16,0-4-88 0,0-6-24 16,0 0-60-16,4 0-125 0,-4 0-523 0,0-3-1028 15,0-3-940-15,0 2-1805 0,0-5-2819 0</inkml:trace>
  <inkml:trace contextRef="#ctx0" brushRef="#br0" timeOffset="26147.936">21387 1749 7524 0,'0'0'5297'0,"0"0"-4173"0,0 0-568 0,0 0 328 16,0 0 872-16,0 0-12 15,5 89-384-15,-5-47-556 16,-9 2-292-16,1 1-135 0,1-7 119 0,3-4-216 0,4-5-280 16,0-7 0-16,4-9-8 0,7-4-76 15,2-9 12-15,6 0-52 0,1-9-92 16,4-11-40-16,4-2-49 0,4-3-11 0,0-11 0 15,-4 5 24-15,-5-1 84 0,-3 4 64 16,1 0 132-16,-10 2-124 0,1 1 88 16,-7 6 48-16,-1 6 112 15,-4 4 96-15,0 9 208 0,0 0-40 0,0 5-144 16,0 8-228-16,-9 6 68 0,1 10 64 16,4 3-15-16,-3 3 147 0,-2-1-4 15,9-4-124-15,0-5-140 0,0-6-160 16,5-10-264-16,6-9-61 0,6 0 21 0,2-9 52 15,5-10-116-15,4-6-512 0,4-7-1152 16,-8 3-2176-16,12-18-2425 0</inkml:trace>
  <inkml:trace contextRef="#ctx0" brushRef="#br0" timeOffset="26352.679">22256 1054 5124 0,'0'0'7449'0,"0"0"-5933"0,0 0-1060 15,0 0 464-15,0 0 648 0,0 0-132 0,0 0-388 16,-32 98-292-16,20-54-24 0,0 11 181 16,0 8-257-16,0 7-268 15,1 9-136-15,-2 4-168 0,1 3-84 0,5 2-36 16,3-8-180-16,4-10-148 0,0-13-60 16,15-15 60-16,6-15 11 0,10-10-59 15,1-14 56-15,8-3-168 0,3-16-528 0,2-10-864 16,-10 4-1252-16,14-25-3045 0</inkml:trace>
  <inkml:trace contextRef="#ctx0" brushRef="#br0" timeOffset="26550.012">22797 1190 7416 0,'0'0'4661'16,"0"0"-3029"-16,0 0-1120 0,0 0 196 15,0 0 664-15,13 80-16 16,-17-39-204-16,-5 6-380 0,2 4-172 0,-1 7-40 0,-1-5 172 15,5 4-295-15,1 1-217 0,-1-4-136 16,0-4-84-16,0-5-304 0,0-8-169 16,4-10-99-16,0-8 132 0,0-10 84 15,0-5-180-15,0-4-388 0,0-4-836 0,0-2-1176 16,-12-13-2753-16</inkml:trace>
  <inkml:trace contextRef="#ctx0" brushRef="#br0" timeOffset="26707.325">22419 1584 7868 0,'0'0'5949'16,"0"0"-4369"-16,0 0-1128 0,0 0 92 0,0 0 256 16,0 0-32-16,92-40 244 15,-49 23-56-15,9 1-468 0,1-3-208 16,3-3-196-16,-2 0-84 0,-1 0-684 0,-1-2-480 16,-1 6-652-16,-14 3-2696 0,6-2-7253 0</inkml:trace>
  <inkml:trace contextRef="#ctx0" brushRef="#br0" timeOffset="26868.315">23323 1679 7292 0,'0'0'8225'0,"0"0"-5965"0,-23 70-1172 0,18-45 112 16,-2 3-88-16,-1-2-263 15,4-3-473-15,0-4-376 0,4 0-508 0,-4-3-89 0,0 0-35 16,0-4-320-16,0-1-1056 15,0-6-2356-15,-4-2-2825 0</inkml:trace>
  <inkml:trace contextRef="#ctx0" brushRef="#br0" timeOffset="27025.539">23145 1302 16425 0,'0'0'2640'0,"0"0"-2184"0,0 0-176 15,0 0 64-15,107-76-100 16,-75 57-244-16,0 0-172 0,7 2-832 0,-2 1-712 16,-14 7-2680-16,9-4-6369 0</inkml:trace>
  <inkml:trace contextRef="#ctx0" brushRef="#br0" timeOffset="27493.701">23918 1756 8976 0,'0'0'4233'15,"0"0"-3025"-15,7 72 140 0,-7-30 156 16,0 9 44-16,-7 9-276 0,-6 3-368 16,-6 10-212-16,2 6 173 0,-3 4-57 15,-3 3-216-15,-5 3-288 0,4-4-148 16,-4-3-156-16,4-1-84 0,5-14-60 16,6-10-124-16,1-16-8 0,12-13-4 0,0-12 40 15,4-6-76-15,8-10-108 0,4-4-181 0,0-15-175 16,4-9-184-16,4-14-644 15,-5-5-884-15,2 5-1972 0,3-27-1861 0</inkml:trace>
  <inkml:trace contextRef="#ctx0" brushRef="#br0" timeOffset="27715.257">23834 1851 2796 0,'0'0'6936'16,"0"0"-3103"-16,0 0-2841 15,7-77-324-15,10 59 224 0,2-1 212 0,9 6-164 16,0 3-248-16,8 4-200 0,0 6-100 0,0 0-40 15,-4 12-68-15,0 1-40 16,-4 6-52-16,-9 0-32 0,1 4-152 16,-12-1-8-16,0 3-56 0,-8 4-128 15,-4-1-12-15,-8 1-84 0,-8 2-72 0,-4 2-64 16,1-8-128-16,-1-3-132 0,3-9-104 16,6-4-340-16,6-9-924 0,2 0-2369 15,7-12-3783-15</inkml:trace>
  <inkml:trace contextRef="#ctx0" brushRef="#br0" timeOffset="27903.589">24515 1705 9768 0,'0'0'4193'0,"0"0"-3065"0,0 0-48 0,8 69 776 0,-8-34-168 15,-4 0-444-15,-4 4-504 16,4-1-251-16,-3-1-113 0,-2 1-148 0,5-6-228 15,0-3-348-15,4-4-124 16,-4-5-173-16,4-8-279 0,0-5-228 0,0-7-724 16,4 0-2108-16,0-23-3553 0</inkml:trace>
  <inkml:trace contextRef="#ctx0" brushRef="#br0" timeOffset="28312.632">24586 1292 8596 0,'0'0'4225'0,"0"0"-2517"16,0 0-952-16,0 0-192 15,0 0 668-15,0 0 44 0,0 0-368 0,0 0-476 16,0 0-164-16,0 0 0 0,0 0-148 16,0 0-120-16,0 0-272 15,45 66-228-15,-30-55-236 16,5-9-192-16,1 4-464 0,-6-2-1156 0,5-4-3141 16</inkml:trace>
  <inkml:trace contextRef="#ctx0" brushRef="#br0" timeOffset="29609.927">24363 983 6628 0,'0'0'2716'16,"0"0"-1336"-16,0 0-119 0,0 0-109 15,0 0-272-15,0 78-72 0,0-47-100 0,-3 7-168 16,-5 6-100-16,4 3 36 0,-9 8-44 16,2 6-132-16,-2 2-152 15,2 7-84-15,-6-1-64 0,6 1-4 0,-1 0-84 16,0-3-24-16,0-4 112 16,8-5 36-16,0-11-36 0,1-5-180 0,3-10-156 15,3-4-88-15,1-6-176 0,8-6-256 16,0 0-508-16,0-6-1028 0,3-5-1941 0,-6-1-1875 15,3-4 6104-15</inkml:trace>
  <inkml:trace contextRef="#ctx0" brushRef="#br0" timeOffset="32109.116">25327 1870 1592 0,'0'0'10957'15,"0"0"-8553"-15,0 0-1236 0,0 0-76 16,0 0 32-16,-55-63-360 0,35 50-284 15,-4 3-40-15,0 3-60 0,1 4 72 16,-5 3-52-16,0 3-192 0,0 11-16 0,4 2-80 16,-4 5 9-16,8 5 23 0,0 5-20 15,0 8-40-15,8-5 36 0,5 2-8 16,3-4-112-16,4-1 0 0,0-6-124 16,7-2 16-16,9-4-100 0,0-6-145 15,8-4 173-15,3-6-100 0,6-3-244 0,7 0-356 16,3-10-484-16,-7-2-1264 0,8-10-3437 15</inkml:trace>
  <inkml:trace contextRef="#ctx0" brushRef="#br0" timeOffset="32449.165">25698 1821 6048 0,'0'0'4961'0,"0"0"-3281"0,0 0-352 0,0 0 600 16,-107 74 244-16,71-42-560 15,4-3-540-15,8-1-364 0,4-5-199 16,12-9-385-16,4 0-124 0,4-8-292 0,0-3-1 16,8 1 13-16,8-4 100 0,4-4 44 15,4-8-216-15,4-4-176 0,4 0-20 16,-1-7-20-16,-3 4 88 0,-3-2 196 0,-1 1 112 16,-5 1 12-16,1 4-12 15,-8 5 60-15,-3 4 24 0,-6 2 64 16,-3 4 24-16,0 0 260 0,0 10 224 0,0 0-80 15,0 2 40-15,0 4 48 0,0 0-40 16,-3 1-96-16,-2-5-40 0,5 1-60 16,0-8-256-16,0 2-72 0,0-7-332 15,8 0-208-15,4 0 136 0,4-10-88 0,8-9-252 16,7-6-664-16,1-4-1476 16,-8 4-3713-16</inkml:trace>
  <inkml:trace contextRef="#ctx0" brushRef="#br0" timeOffset="32666.249">26300 1209 6732 0,'0'0'4565'0,"0"0"-2785"15,0 0-1256-15,0 0 160 0,0 0 592 16,0 0 216-16,-24 86-388 0,16-42-180 0,0 7 132 16,-4 7-120-1,0 2-264-15,-4 6-295 0,4 1-173 0,-4-3-204 0,0-4 0 16,5-4-252-16,2-10-177 0,5-11 5 15,4-10 96-15,0-8-112 0,8-5 12 16,-3-10-148-16,3-2-88 0,-5 0-160 16,1-12-868-16,-4-7-2260 0,0-3-357 0,-7 0-855 15,-10-4 3728-15</inkml:trace>
  <inkml:trace contextRef="#ctx0" brushRef="#br0" timeOffset="32807.314">25937 1692 1084 0,'0'0'624'15,"0"0"4168"-15,0 0-15 0,0 0-3305 16,0 0-488-16,0 0-48 0,0 0 148 15,0 0 60-15,0 0-152 0,0 0-28 0,0 0-92 16,120-35-56-16,-68 32-264 16,8-7-288-16,3-2-116 0,-3-4-148 0,0 0-60 15,-5 0-440-15,-3 1-524 0,-4 1-80 16,-4-2-680-16,-12 7-2716 0,0-4-4257 16</inkml:trace>
  <inkml:trace contextRef="#ctx0" brushRef="#br0" timeOffset="32965.3">26682 1602 9040 0,'0'0'5005'0,"0"0"-4369"16,0 0-196-16,-8 83 668 16,4-54 636-16,-3 3-268 0,-2-4-508 0,5-2-312 0,0 0-84 15,0-8-119-15,4 1-405 16,0-6-48-16,0-4-561 0,0-2-71 16,0-4-172-16,0 0-116 0,0-3-200 0,0-3-320 15,4-3-700-15,-4-10-3389 0</inkml:trace>
  <inkml:trace contextRef="#ctx0" brushRef="#br0" timeOffset="33109.561">26730 1390 6292 0,'0'0'5349'0,"0"0"-3341"0,0 0-880 0,0 0 560 16,0 0-72-16,0 0-596 0,64-70-588 15,-48 67-432-15,0 0-128 0,4 3-216 16,-4 0-752-16,0 6-536 0,-1 1-1312 0,-2-1-3545 15</inkml:trace>
  <inkml:trace contextRef="#ctx0" brushRef="#br0" timeOffset="33368.816">27013 1673 5044 0,'0'0'6733'0,"0"0"-4789"0,0 0-552 16,0 0 652-16,-24 89-176 0,16-63-496 15,8 2-372-15,-4-3-139 0,0 1-109 16,4-4-172-16,0 0-168 0,4-3-136 16,0-3-108-16,0-4-60 0,4-1-24 15,0-6-36-15,0 2-48 0,0-7-8 0,4 0 8 16,0 0 72-16,4-10 4 16,8-3-76-16,0-6-76 0,8-3-164 15,-5-3-108-15,5-7-136 0,0 0-120 0,0 0-124 16,4-2-269-16,-4-1-1199 0,-4 6-1904 15,-8 7-1093-15,4 0-2379 0</inkml:trace>
  <inkml:trace contextRef="#ctx0" brushRef="#br0" timeOffset="33681.793">27436 1791 928 0,'0'0'9588'0,"0"0"-6447"0,0 0-2317 15,0 0-508-15,15 69 540 0,1-62 588 0,0-4-280 0,8-3-512 16,4-3-308-16,4-7-148 15,7-3-196-15,-2-5-72 0,3-6-188 0,-5 6 4 16,1-4 48-16,-12 4-52 0,0 1 100 16,-12 1 160-16,-8 3 112 15,-4 0 76-15,-4 4 120 0,-12 0-148 0,-4-1-148 16,-4 4 124-16,-4 3-92 0,-4 3-40 16,0 6-8-16,-3 10 4 15,-1 6-4-15,0 6 4 0,4 8 256 0,1-1 100 0,3 6-24 16,0-3-88-16,0 0-100 15,7-2-92-15,10-9-52 0,3-4-44 16,8-4-28-16,8-6 0 16,7-4-52-16,9-3 16 0,4-3-212 0,4-3-180 0,8 0-240 15,0-9-396-15,0-5-1120 0,-8 6-2573 0,20-9-4819 16</inkml:trace>
  <inkml:trace contextRef="#ctx0" brushRef="#br0" timeOffset="34359.143">29133 1794 4076 0,'0'0'1488'0,"0"0"3556"0,0 0-3167 16,0 0-957-16,0 0-16 15,0-70 384-15,-8 60 16 0,-4 7-176 16,4 0-312-16,-4 3-336 0,-4 6-164 0,-3 13 52 16,-2 10 24-16,-7 11 48 0,0 9 108 15,4-2 33-15,0-1-265 16,9-13-316-16,7-8-12 0,4-6-256 0,4-8-85 15,8-5-11-15,3-6 208 0,10 0 108 16,3-6 32-16,8-7-32 0,3-6-280 16,1-4 36-16,4-5-64 0,-5 3 16 0,-2-1-56 15,-1 8 152-15,-5 1 0 0,-3 8 20 16,-4 6 52-16,-4 3 48 16,0 9 124-16,0 7 140 0,0 6-16 0,-1 7 36 15,2 9 112-15,-2 4 132 0,2 5-196 0,-6 4-196 16,2 2 76-1,-9 2 204-15,0 5-12 0,-4-3-96 0,-4 1-12 16,-13-1-28-16,2-7 100 0,-5 1-48 16,-5-3-12-16,-2-7-4 15,3-9-56-15,0-4 45 0,0-9-25 0,9-9 16 16,-6-7-16-16,1-3-136 0,5-13-8 0,-6-9-52 16,6-7-116-16,-1-8-64 15,0-8 11-15,4-3-239 0,8-6-212 0,-4-6-340 16,8-7-852-16,0 17-2320 0,0-31-4217 15</inkml:trace>
  <inkml:trace contextRef="#ctx0" brushRef="#br0" timeOffset="34634.376">29687 1498 7796 0,'0'0'3877'15,"0"0"-2201"-15,0 0-720 0,0 0 692 16,0 0-48-16,80 64-388 0,-61-45-472 15,1 7-168-15,4 2-108 0,-4 0-244 0,-4 1-72 16,0-1-148-16,-4-2 12 0,-4-1-12 16,-8-2-44-16,0-8-68 0,0 2 100 15,0-8 12-15,-4-6 8 0,4 0 56 16,-4-3 92-16,4 0 88 0,-4-3 12 16,4-7-76-16,0-2-180 0,0-4-168 15,12-7-28-15,-1-2-144 0,10-7-100 16,3-3-156-16,4-2-56 0,4-2-308 15,3 4-340-15,-3 5-1012 0,4-3-2125 16,-12 8-1655-16,8-4 2196 0</inkml:trace>
  <inkml:trace contextRef="#ctx0" brushRef="#br0" timeOffset="34931.534">30261 1571 4136 0,'0'0'7669'0,"0"0"-6721"0,-32 89-268 0,16-57 1244 15,-1 3 376-15,6-6-388 0,3-4-752 16,8-10-452-16,0-4-163 15,4-9-253-15,7-2-208 0,13 0-76 0,1-2 104 16,6-11-64-16,9-7-48 0,-4-2-448 16,0-3-209-16,-4 3 169 15,-4 0 196-15,-5-1 36 0,-6 7 12 0,-6-2-52 16,-3 1 164-16,-8 4 128 0,0-2 4 16,-12-1 220-16,1 3-64 0,-2 5-44 15,-2 3 60-15,-2 5-172 0,6 0-136 0,-9 13 44 16,0 4 92-16,4 5 196 15,-4 6 144-15,0-3 112 0,4 4-124 0,4-4-316 0,0-3-12 16,8-3-440-16,0-2-412 16,4-11-92-16,4 1-104 0,12-7 72 15,5-4-892-15,-6-3-2028 0,21-18-3081 0</inkml:trace>
  <inkml:trace contextRef="#ctx0" brushRef="#br0" timeOffset="35226.957">30682 1571 4744 0,'0'0'1196'15,"0"0"3857"-15,0 0-3937 0,0 0 240 16,-7 86 960-16,3-60-132 0,0-1-500 16,-5-3-424-16,9-3-287 0,0-3-329 15,0-7-440-15,9-2-204 0,-1-4-120 16,8-3 44-16,3 0 68 0,2-10-68 16,7-2-276-16,0-6-269 0,3-6 97 0,-3 6 48 15,-1-5 48-15,1 4 136 0,-3 0-40 16,-5 4 0-16,-5-2 0 0,-2 4 332 15,-5 8 52-15,-5-2 240 0,-3 4 188 16,0 3-64-16,0 0-196 0,0 10-84 16,0 1 132-16,0 8 220 0,-3 4 92 15,-1 6 29-15,0-4 59 0,0 1-40 16,-1-4-156-16,1-3-296 0,4-7-176 0,0-1-252 16,0-5-124-16,9-4-192 0,-1-2-148 15,3-2-229-15,6-11-411 16,-6 6-2364-16,13-21-4417 0</inkml:trace>
  <inkml:trace contextRef="#ctx0" brushRef="#br0" timeOffset="35481.687">31344 1574 1332 0,'0'0'7700'0,"0"0"-6704"0,0 0 473 0,0 86 1683 15,0-51-340-15,0 7-1000 0,-4 2-528 0,-4 7-224 16,0 6-3-16,0 3-161 0,-4 0 56 15,-4 1-372-15,5-1-448 16,-9-2-80-16,8-5-52 0,-4-2-84 0,4 1-96 16,-1-8-112-16,2-4-32 0,-2-1-148 15,9-11-84-15,-3-2 48 16,7-10 100-16,0-7 32 0,0-3-41 0,0-6-179 16,4-6 124-16,8-7-4 0,4-9-76 15,4-7 124-15,-1-8-484 0,9-8-640 0,0-9-844 16,-4 10-1669-16,8-37-1903 0</inkml:trace>
  <inkml:trace contextRef="#ctx0" brushRef="#br0" timeOffset="35676.948">31519 1581 628 0,'0'0'10481'0,"0"0"-9017"0,0 0-548 0,0 0 556 16,0 0 200-16,0 0-280 0,88-64-320 0,-60 64-312 0,4 0-308 15,-4 10-180-15,3 2-56 0,-3 1-92 16,-3 4-124-16,-5-2-24 0,-5 1 12 0,-7 3-100 15,-4 0-228-15,-4 0-88 16,-12 0-72-16,-8 7 168 0,-8-1 12 0,-12 4-52 16,-7-1-196-16,-5 1-176 0,-8 2-284 15,-7-2-276-15,-6 0-616 0,18-7-885 16,-40 3-3011-16</inkml:trace>
  <inkml:trace contextRef="#ctx0" brushRef="#br0" timeOffset="36619.519">13060 3311 1044 0,'0'0'10477'0,"0"0"-7885"15,0 0-1908-15,0 0-4 0,0 0 328 16,24 85-136-16,-12-46-440 0,-5-4-172 16,6 0-160-16,-1-3-88 0,0-10-12 15,-4-4-72-15,3-1-176 16,-2-8-348-16,3-2-240 0,-5-4-196 0,1-3-828 15,1 0-1413-15,-9-22-4491 0</inkml:trace>
  <inkml:trace contextRef="#ctx0" brushRef="#br0" timeOffset="36783.559">13131 2886 5732 0,'0'0'6093'0,"0"0"-3225"0,0 0-1068 15,0 0-792-15,0 0-860 16,0 0-148-16,0 0-148 0,0 0-64 0,101-29-236 16,-69 32-344-16,-1 7-516 0,-7-4-1416 15,0 13-4309-15</inkml:trace>
  <inkml:trace contextRef="#ctx0" brushRef="#br0" timeOffset="37114.592">13558 3267 3420 0,'0'0'5632'0,"0"0"-3423"16,0 0 47-16,0 0 20 0,-4 77-428 16,-4-58-488-16,4-5-516 15,1 0-512-15,3-5-332 0,0-2 0 0,0-4-100 16,0-3-32-16,7 0-152 16,5-7-44-16,4-2 168 0,4-10 156 0,0 0-280 15,4-7-36-15,-5 5 12 0,2-2 84 0,-5 4 4 16,-5 6 144-16,1 7-72 15,-3 3-28-15,-2 3 4 0,1 0 136 16,0 3 36-16,1 6 172 0,-2 4 100 0,1-1-12 16,0 4-96-16,0 0-68 15,0 0-8-15,0 0-36 0,1 1-44 16,-2 2-4-16,1-5-4 0,0 6 0 0,4-4-420 16,0 0-284-16,4 0-72 15,7-7-544-15,5-3-748 16,-7 1-1857-16,14-7-2619 0</inkml:trace>
  <inkml:trace contextRef="#ctx0" brushRef="#br0" timeOffset="37501.682">15311 3382 15749 0,'0'0'2444'15,"0"0"-1924"-15,0 0-64 0,-32-68 20 16,21 49 112-16,-6 3-112 16,-2 4-12-16,-1 5-64 0,-4 7 49 0,-1 13-145 15,-6 9-292-15,-5 13-4 0,4 10 104 16,-4 9 140-16,4-1-8 16,5-1 20-16,6-9 52 0,10-4-136 0,3-10-168 15,8-7-12-15,4-12-156 0,11-8-76 16,9-4-56-16,4-11 68 0,8-13-80 0,8-5-76 15,0-11-89-15,-1 0-7 0,2-2 44 16,-6 6 40-16,-3 4 108 16,-4 4 8-16,-4 9 212 0,-8 9 48 0,-5 5 12 0,-2 7 136 15,-5 3 216-15,-4 6 184 16,-1 11-24-16,2-1-172 0,-1 6-180 16,0 0 9-16,0 4 15 0,0-1 20 0,0-2 4 15,3-1-208-15,6 0-24 16,-2 0-136-16,10-5-469 0,3 2-371 0,-1-6-256 15,5-3-768-15,-8-3-1852 0,12-5-2105 16</inkml:trace>
  <inkml:trace contextRef="#ctx0" brushRef="#br0" timeOffset="37914.661">16403 3369 5732 0,'0'0'936'0,"0"0"3088"16,0 0-2135-16,0 76-157 16,8-48 224-16,7 1-264 0,6-8-180 15,7-2-472-15,7-5-172 0,10-7-239 0,6-7-165 16,5-7-164-16,4-9-140 0,-4-3-76 15,0-7-84-15,-5 1-8 0,-7-4-200 0,0 4-288 16,-13 0-137-16,-6 3-107 0,-5 2-64 16,-5 1-324-16,-7 0-916 0,-4 6-1144 15,-4-6-2837-15</inkml:trace>
  <inkml:trace contextRef="#ctx0" brushRef="#br0" timeOffset="38182.432">16853 3054 3588 0,'0'0'1352'15,"0"0"2000"-15,0 0-1616 0,0 0-139 16,0 0 107-16,0 0-208 0,0 0-376 16,0 0-228-16,0 0-168 0,-56 86 40 0,56-42 88 0,0 4-168 15,0 2-108-15,5 8-136 0,-5-2-148 0,4 5-48 16,-1 5-40-16,1 5-132 0,0 2-68 16,4 0 169-16,-4 3-53 0,4 0-112 15,0-5 4-15,-4-11-4 0,4-4-8 16,0-5 0-16,-4-13 0 0,4-3-4 15,-4-9-4-15,0-4 8 0,0-6-48 0,0-10-12 16,-4 0-137-16,0-6-31 0,0 0-16 16,0-9 12-16,0-4-96 0,0-9-296 15,-4-10-124-15,4-9-332 0,0-12-964 0,0 8-2220 16,0-35-4381-16</inkml:trace>
  <inkml:trace contextRef="#ctx0" brushRef="#br0" timeOffset="38367.812">17387 3377 7292 0,'0'0'5841'0,"0"0"-4645"15,0 0-160-15,0 0 496 0,36 90 176 16,-36-59-236-16,0 1-312 0,0 1-503 0,0-2-257 16,0-2-168-16,0-1-232 0,0-2-12 15,0-5-388-15,0-2-305 0,0-2-151 16,0-9-168-16,0-1-392 0,0-7-1168 15,0 0-2405-15,-9-15-3123 0</inkml:trace>
  <inkml:trace contextRef="#ctx0" brushRef="#br0" timeOffset="38548.581">17387 3264 9380 0,'0'0'4337'0,"0"0"-2997"16,0 0-372-16,0 0 284 0,0 0 12 15,0 0-244-15,0 0-372 0,0 0-392 16,0 0-256-16,0 0-8 0,83-32-332 0,-62 32-568 16,-1 0-324-16,-1 0-676 15,-6 0-2388-15,-2 0-3741 0</inkml:trace>
  <inkml:trace contextRef="#ctx0" brushRef="#br0" timeOffset="38965.177">17749 3582 13537 0,'0'0'4080'0,"0"0"-3696"15,0 0-188-15,0 0 288 0,0 0-4 16,0 0 48-1,0 0 300-15,92 9-364 0,-60-32-232 0,0-5-116 0,4-7-116 16,4 0-12-16,-8 0-244 0,-4 3-120 0,-4 4-64 16,-5 2-36-16,-6 7 208 0,-10 6-76 15,-3 5 24-15,-8-3 12 16,-8 8 108-16,-4 0 140 0,-12 3-164 0,0 0 40 16,-7 6 136-16,-6 7-40 0,-2 6 24 15,8 7 64-15,-6 6 200 0,10 6 220 16,3 6 24-16,4 7-40 0,4 3 64 15,4 3-40-15,4 0 12 0,8 0 12 16,8-7 60 0,0-8 21-16,16-7-61 0,8-16-180 0,11-13-244 15,14-6 48-15,7-14-80 0,3-13-16 0,1-7-216 0,4-7-304 16,-4-4-173-16,-9 0-147 0,1-2-284 0,-9 2-480 16,2 1-668-16,-9 0-900 15,-12 8-2637-15,8-17-747 0</inkml:trace>
  <inkml:trace contextRef="#ctx0" brushRef="#br0" timeOffset="39149.65">18430 2632 10000 0,'0'0'2037'0,"0"0"-1113"16,0 0 220-16,0 0-84 0,0 0 12 16,-3 89 236-16,3-47-256 0,0 8-32 15,0 7 20 1,0 3-116-16,-4 6-255 0,0 2-293 0,-4 5-160 0,0 0-216 15,0-4-40-15,0 1-224 0,4-9-272 0,4-7-301 16,0-6-239-16,8-11-556 0,0-15-2484 16,20-5-4113-16</inkml:trace>
  <inkml:trace contextRef="#ctx0" brushRef="#br0" timeOffset="39548.894">18849 3365 11789 0,'0'0'5132'0,"0"0"-4372"15,0 0-56 1,-71 73 648-16,43-38-96 0,0 1 105 0,4-3-185 16,0 2-332-16,8-2-204 0,8-8-196 0,4-6-336 0,4-6-108 15,0-7-144-15,4-6-48 0,8 0-12 16,3-6 144-16,6-10 56 0,7-6-68 0,0-7-220 16,4-3-80-16,-4-6-40 0,3 0 100 15,-3-3 32-15,0 0-20 0,4 0-100 16,0-7-112-16,-4-6-193 15,0-3-123-15,-9-4-4 0,2-6-200 0,-6-5 244 0,-2-1 264 16,-10-7-36-16,1 4-16 16,0 6-240-16,0 13 548 0,0 10 268 0,1 15 456 15,-5 15-4-15,0 11-224 0,0 6 60 16,0 4 124-16,0 11 236 16,-5 8-20-16,5 9-184 0,-4 2-136 15,4 8 36-15,-4 2 12 0,4 4-48 0,0 6-16 16,0 2-96-16,0 3-184 0,0 1 36 15,0-1-48-15,0 5-196 16,-4-7-168-16,4 4-64 0,-4 2-64 16,1-6 12-16,3 4 184 0,-4-8-260 0,4-5-640 15,0-12-1556-15,0-5-2853 0</inkml:trace>
  <inkml:trace contextRef="#ctx0" brushRef="#br0" timeOffset="41691.649">21869 3657 3484 0,'0'0'4220'0,"0"0"-2456"0,0 0-860 0,0 0-283 15,0 0 343-15,0 0 240 0,0 0-112 0,0 0-144 16,0 0-296-16,0 0-96 15,4 38-68-15,-4-28-16 0,0 2-12 0,-4 1-116 16,-3 3-132-16,-6 3-164 0,1 0-40 16,-3 0 60-16,-1 4-68 0,4-4-100 15,-4 0-220-15,4 1-188 0,3-9-140 16,2-1-168-16,3-3-164 0,4-5-412 0,0-2-1028 16,4-5-2949-16</inkml:trace>
  <inkml:trace contextRef="#ctx0" brushRef="#br0" timeOffset="41950.882">22391 3363 5792 0,'0'0'3052'0,"0"0"21"0,0 0-1513 16,80 40-36-16,-48-30 196 16,0-4-144-16,4-6-504 0,3 0-436 0,6-9-292 0,2-5-188 15,5-7-156-15,0-2-276 16,3-6-496-16,-3-2-456 0,0-1-612 16,-16 10-1372-16,4-13-3325 0</inkml:trace>
  <inkml:trace contextRef="#ctx0" brushRef="#br0" timeOffset="42191.233">22655 2969 1252 0,'0'0'888'16,"0"0"4096"-16,0 0-3104 0,0 0-392 15,-28 79-71-15,24-41 119 0,4 6-28 0,0 10-184 0,-5 7-276 16,5 5-208-16,-4 5-148 0,0 4-68 0,-3 2-120 15,-1-1-64-15,4-7-196 0,-1-6-128 16,1-9-116-16,4-12-156 0,9-13-224 0,3-12 28 16,3-12 92-16,9-8-56 15,8-13-104-15,0-12-160 0,8-11-324 0,0-8-820 16,3-11-1040-16,-15 17-2521 0,8-32-1859 0</inkml:trace>
  <inkml:trace contextRef="#ctx0" brushRef="#br0" timeOffset="42484.139">23104 2670 3080 0,'0'0'1600'0,"0"0"1828"0,0 0-2224 15,0 0-156-15,0 0 189 0,0 0-21 16,0 0 172-16,0 0-100 0,52 79-216 16,-44-34-92-16,0 6 124 0,1 6-196 0,-9 6-200 15,0 4-132-15,0-1-164 0,-4 7-120 16,-9 1-196-16,-2-2-48 0,-2-1-36 15,2-5-8-15,-2-6-4 0,6-9 0 16,-2-3-108-16,2-4-24 0,7-9-40 16,0-6 16-16,4-8-16 0,0-7-24 15,0-5-72-15,0-6 24 0,0-3 72 0,0 0 4 16,4 0 92-16,0 0-8 0,0-5-88 16,3-6-136-16,-3 1-96 0,5 2-264 0,-1-5-348 15,-5 4-560-15,5-1-552 16,-8 0-653-16,4 4-1787 0,-4-7-968 0</inkml:trace>
  <inkml:trace contextRef="#ctx0" brushRef="#br0" timeOffset="48789.572">20399 2546 5136 0,'0'0'9645'0,"0"0"-7921"16,0 0-1376-16,0 0 4 0,0 0 588 16,0 0 452-16,12 95-328 0,-4-41-396 15,0 9-256-15,-4 7 17 0,4 10-29 0,-8 3 324 16,4 2-348-16,-4-3-136 0,0 5-240 15,-4-9 0-15,0-1-72 0,4-10 0 16,-4-11-156-16,4-11-172 0,4-13-156 0,4-9-209 16,4-11-223-1,0-6-380-15,0-6-828 0,-1-3-1836 0,10-25-1433 0</inkml:trace>
  <inkml:trace contextRef="#ctx0" brushRef="#br0" timeOffset="49081.347">21012 2746 6368 0,'0'0'7897'0,"0"0"-6421"0,0 0-908 0,0 0 528 16,0 0 216-16,0 0-416 0,0 0-392 15,0 0-504-15,-107 23-296 0,59 15-96 0,-8 6 148 16,1 3-40-16,3 4 124 0,4-4-48 16,4 2-28-16,5-8-72 15,3-6-52-15,8-4 176 0,8-6 184 0,3-6 60 16,14-5-12-16,3-1 140 0,0-4 160 15,12 4-128-15,7-1 152 0,9 4 20 0,4 0 0 16,4 0-12-16,1 0-48 16,6 3-100-16,0-3-72 15,6 3 56-15,-1-6-104 0,-1 6-16 16,5-3-36-16,-1-1-60 0,2 4-144 0,-1 3-600 16,-5 1-444-16,1 2-744 0,-12-6-3120 15,0 6-6053-15</inkml:trace>
  <inkml:trace contextRef="#ctx0" brushRef="#br0" timeOffset="52783.24">23216 3540 4072 0,'0'0'3164'15,"0"0"-2032"-15,0 0-704 0,0 0 88 0,0 0-232 16,0 0 2613-16,0 0-1493 16,0 0-668-16,0 0 8 0,0 0 264 15,-52-51-48-15,52 44-132 0,-4-2-172 16,4-4-180-16,0 1-80 16,0-1-104-16,0-3-84 0,8 0-148 15,5-3-12-15,2 4-40 0,1-2 40 0,4 5 36 0,0 2-24 16,4 7-48-16,-5-1-12 0,2 4-12 15,-1 4 12-15,-5 3 28 0,2-1-28 16,-2 3 0-16,-2 1 12 0,-2 0-12 16,-3 3 16-16,1-4-4 0,2 7-4 15,-7 0 40-15,0 6-40 0,-4 0 40 0,0 6-40 0,0 4-8 16,0 4 0-16,-8 1-60 16,1 1-64-16,-2 1 28 0,5-2 84 15,-4-5 4-15,8-10 0 0,0-2-80 16,0-12-132-16,4-1 40 0,4-7-68 15,4-2-144-15,0-8-48 0,8-6-216 16,1-7-384-16,-2-6-628 0,5 4-1200 0,-9 0-2437 16,6-3-1507-16</inkml:trace>
  <inkml:trace contextRef="#ctx0" brushRef="#br0" timeOffset="53136.013">23678 3509 9896 0,'0'0'1677'15,"0"0"-781"-15,0 0 292 0,0 0 508 0,16 79 196 16,-7-64-284-16,-2-2-552 16,1-6-532-16,8-4-268 0,4-3-120 0,4-7 8 15,4-5-36-15,4-4 40 0,3-7-148 16,-3-3-72-16,0 1-148 0,-4 0-96 0,0 0-76 16,-4-1-60-16,-5 8 60 15,-6 2 96-15,-9 3-12 0,-4 1 100 16,0 5 108-16,-8 1-48 0,-8 2 24 0,-4 2-72 15,0 2-16-15,-4 0 212 0,-4 6 0 16,4 7 40-16,1 5-40 0,-1 5 136 16,3 2 72-16,2 3 4 0,-1 5 60 15,3 0 20-15,2 7 92 0,-1 1-44 16,4 0-8-16,4 0 12 16,1 0-4-16,7-5-120 0,0-5-220 0,7-12 0 15,9-6-148-15,8-7 16 0,4-6 120 16,4-9-136-16,3-7-244 0,5-7-180 0,4-5-264 15,-4-5-292-15,-1 0-444 0,-2 1-1096 16,-9 6-2553-16,8-9-763 0</inkml:trace>
  <inkml:trace contextRef="#ctx0" brushRef="#br0" timeOffset="53448.478">24320 3363 10981 0,'0'0'2268'0,"0"0"-1632"15,0 0 148-15,0 0 752 0,0 0 212 16,-13 63-332-16,2-32-596 15,-2 4-272-15,-2 3-48 0,3-3 317 0,0 0-261 16,0-3-328-16,5-7-228 16,2-5-64-16,5-5-164 0,0-9-160 0,8-6-25 15,0 0 109-15,8-9 60 0,4-7-36 16,4-3-112-16,0-6-48 0,4-1 36 0,-5 0 100 16,1 5 108-16,0 2 84 0,-3 3-24 15,-2 4 88-15,1 5 48 16,1 3 24-16,-6 4 284 0,-3 0 72 0,4 7-48 15,-4 5 32-15,0 1-56 0,0 3-104 16,-1 1-104-16,2 2 68 0,-6 2-44 16,1 2 20-16,-3-1-68 0,3 3-76 0,-4-3-148 15,-1 4-472-15,1-5-272 0,-4 0-460 16,4-7-1616-16,0 5-3605 0</inkml:trace>
  <inkml:trace contextRef="#ctx0" brushRef="#br0" timeOffset="54531.318">26272 2930 8264 0,'0'0'4945'0,"0"0"-3533"0,0 0-280 0,0 0 272 15,0 0 156-15,0 0-308 0,0 0-300 16,0 0-404-16,0 0-184 16,-60 93 37-16,36-46-85 0,1 13-52 0,-9 4-56 0,-5 9-196 15,-2 6 156-15,-5 7-72 0,-4 3-48 16,-8 0-48-16,0 6 4 16,1-4-4-16,3-3-8 0,0-9-64 0,12-10 0 15,5-12-84-15,7-12-28 0,11-13 52 0,10-14-268 16,7-8-60-16,0-10-221 15,16-3-27-15,7-17-112 0,9-9-556 16,12-11-664-16,0-14-1760 0,-4 7-1405 0,15-37-1819 16</inkml:trace>
  <inkml:trace contextRef="#ctx0" brushRef="#br0" timeOffset="54781.943">26232 3149 2916 0,'0'0'912'15,"0"0"3084"-15,0 0-1016 0,48-76-1143 16,-36 63-461-16,0 4-124 0,-1-1-132 0,2 7-284 15,2 3-216-15,-2 7-188 16,6 12 172-16,1 6 256 0,1 7-164 16,-2 10 12-16,1 8-308 0,-8 7-23 0,0 7-121 15,-4 2-124-15,-4 7-60 0,-4-4-16 16,0 2-56-16,0-5-72 0,-4-5 72 16,0-7 0-16,4-6-8 0,-4-11-64 15,4-4 12-15,0-11-48 16,0-10-4-16,0-2-69 15,0-7-87-15,0-3-120 0,0 0 8 0,0 0-56 0,0-3-116 0,-3-7-356 16,-10-2-760 0,5 2-1400-16,-12-12-3085 0</inkml:trace>
  <inkml:trace contextRef="#ctx0" brushRef="#br0" timeOffset="54935.188">26105 3632 8036 0,'0'0'6585'0,"0"0"-5365"0,0 0-640 16,0 0 44-16,0 0 704 0,0 0 72 0,0 0-216 15,0 0-416-15,0 0-491 0,0 0-277 16,-16-9 0-16,27 9-84 0,9 0-1 16,8 0 13-16,4 0 68 15,8 0-132-15,8-7-240 0,4 1-172 0,3-1-320 16,5 0-496-16,-12 2-1364 0,20 2-3793 16</inkml:trace>
  <inkml:trace contextRef="#ctx0" brushRef="#br0" timeOffset="55326.317">27543 3594 4244 0,'0'0'7773'15,"0"0"-6353"-15,0 0-64 16,0 0 604-16,44 70-372 0,-36-32-232 0,-8 2-272 16,0 6-484-16,0 1-260 0,-8-3-123 0,4 1-165 15,-1-10-52-15,5-6-241 16,0-7-379-16,0-6-124 0,0-7 8 0,9-6-160 16,-5-3-564-16,4-3-820 0,-1-19-3461 15</inkml:trace>
  <inkml:trace contextRef="#ctx0" brushRef="#br0" timeOffset="55485.607">27595 3330 11297 0,'0'0'3140'16,"0"0"-1852"-16,0 0-260 0,0 0 316 0,0 0-716 15,75-9-516-15,-38 9-112 0,2 0-160 0,5 0-856 0,0 0-768 16,-12 2-2040-16,15 5-2993 15</inkml:trace>
  <inkml:trace contextRef="#ctx0" brushRef="#br0" timeOffset="55753.931">28289 3582 13341 0,'0'0'1876'0,"0"0"-1284"16,0 0 872-16,-92 63 600 0,60-41-332 15,4 3-419-15,0-3-489 0,8 1-220 0,4-1-204 16,8-4-292-16,8 1-108 0,0-2-192 15,12 2 72-15,8-3 108 0,0 0-76 16,8-1 76-16,0 1-60 0,-4 1 68 16,3-5 4-16,-3 4 48 0,0-3-40 15,-4 2 100-15,0 1-108 0,-4 3-4 16,0-3 4-16,-8 7 12 16,0-5-12-16,-8 1-88 15,0 4-32-15,0-4-72 0,-8 0-112 0,-8 3-44 0,-4-2-100 16,-4-6 12-16,-4 3-77 0,-7-1-83 15,-6-7-392-15,-6 1-820 0,11-4-2184 0,-36-3-5289 16</inkml:trace>
  <inkml:trace contextRef="#ctx0" brushRef="#br0" timeOffset="56476.227">29264 3842 1228 0,'0'0'2540'0,"0"0"4869"0,13-77-5973 16,-10 46-440-16,1-5 96 16,0 2 40-16,4 2-64 0,-8 10 36 0,0 6-388 15,0 6-100-15,0 3 228 0,-4 7-196 0,-4 7-128 16,-8 12 53-1,-3 7-269-15,-6 12-60 0,-2 12-28 0,-5 8 40 0,4 5-40 16,4-6-72-16,4-3-72 16,8-7-72-16,8-11-132 0,4-8 48 15,0-11 0-15,4-5-36 0,8-6-112 0,4-6 76 16,8 0-4-16,0-6-104 0,8-6 20 0,-4-11 11 16,7-2-59-16,-3-1-108 15,-4-2 36-15,-4-1 44 0,-4 7 124 16,-4 3 120-16,-4 0 76 0,-5 10 100 0,-3 2 32 15,-4 7 4-15,0 0-136 0,0 0-68 16,0 0 68-16,0 9 48 16,0 4 48-16,0 4 76 0,0 8 8 0,9 0-44 15,-1 0-40-15,3 4-84 0,6-4-12 16,3-3-96-16,7-3-36 0,6-3-420 16,2-2-216-16,5-9-796 0,-4-2-1188 15,-4-3-2257-15,3 0-3215 0</inkml:trace>
  <inkml:trace contextRef="#ctx0" brushRef="#br0" timeOffset="56832.383">30579 3686 4544 0,'0'0'7185'0,"0"0"-5661"0,0 0-484 0,0 0 652 15,0 0 256-15,0 0-508 0,-80-32-400 16,65 48-320-16,-6 6-188 0,2 9-55 15,-1 5-29-15,0 8-36 0,4 1-64 16,0-1-92-16,8-2-64 16,0-5-192-16,8-5-24 0,0-9-300 0,4-4-160 15,8-10-52-15,4-6 28 0,7-3 95 0,5-9-219 16,9-7-568-16,-1-6-1180 16,-12 3-1636-16,11-13-1897 0</inkml:trace>
  <inkml:trace contextRef="#ctx0" brushRef="#br0" timeOffset="57231.37">30763 3823 5188 0,'0'0'6593'0,"0"0"-4537"16,-8 72-664-16,-5-33 564 15,2-2 196-15,3-1-332 0,-1-5-435 0,5-9-465 16,4-3-500-16,0-9-420 0,8-4-156 16,5-6 32-16,6 0 116 15,1-6 4-15,12-10-164 0,0-6-208 0,0-3-36 16,0-5 36-16,-1-1 96 0,1 0 135 15,-4 2-3-15,0-3 4 0,-4 1 36 16,-3 5-160-16,-6 1 256 0,-7 5 12 16,0 5 132-16,-4 5 40 0,0 6 32 15,0 4-56-15,-4 0-148 0,0 4-220 16,4 9 220-16,0 5 12 0,0 12 84 0,4 5 233 16,-8 9 47-16,0 4-84 0,0 9-24 15,0 6-28-15,-8 4-48 16,0 6-68-16,-8 3-80 0,4-4-40 0,-4 5-4 15,-4-4 96-15,5-6-24 0,2-3-68 0,-2-14-4 16,2-6-40-16,6-12-44 16,3-6-24-16,0-10-4 0,4-4 52 15,-4-8 0-15,-1-4-60 0,1 0 24 0,-7-4-36 16,-1-5 20-16,-4-7 100 16,-8-6-156-16,-1-3-64 0,2-10-80 0,-1-7-177 15,0-5-71-15,5-7-756 0,-1-3-1324 0,12 12-2592 16,3-28-2241-16</inkml:trace>
  <inkml:trace contextRef="#ctx0" brushRef="#br0" timeOffset="57498.211">31619 3845 5168 0,'0'0'6609'0,"0"0"-4945"0,0 0-16 0,0 0 496 16,0 0-192-16,0 0-544 0,0 0-276 15,0 0-467 1,0 0-153-16,0 0-32 0,-60 101-56 0,33-56-72 0,2-1 188 16,1 0-128-16,13-9-232 0,-1-7-180 0,7-2-104 15,5-10-76-15,0-6 24 0,13-3 44 16,2-7-56-16,9 0 12 0,1-10-36 0,6-6-64 16,1-6-20-16,4-3-100 0,0-8-108 15,-1 2-72-15,2-4-197 16,-1-6-479-16,-1-1-856 0,5-9-1708 0,-16 13-797 15,16-31-1563-15</inkml:trace>
  <inkml:trace contextRef="#ctx0" brushRef="#br0" timeOffset="57691.556">32046 3163 7840 0,'0'0'1064'0,"0"0"3169"0,0 0-2949 16,0 0-36-16,0 0 308 0,0 0-172 15,0 0-364-15,-65 94-152 0,54-49 264 16,3 2-111-16,-5 7-125 0,2 3-184 0,-5 4-156 15,0 2-148-15,-1-2-180 0,-2 3-120 16,-1-5-108-16,4-1-8 16,0-5-352-16,1-8-160 0,6-6-168 0,5-11-180 0,4-6-136 15,4-9-557-15,8-10-459 16,8-3-332-16,8-16-708 0,-4 4-2525 16,15-24-1119-16</inkml:trace>
  <inkml:trace contextRef="#ctx0" brushRef="#br0" timeOffset="57849.425">32097 3823 600 0,'0'0'2620'0,"0"0"1832"15,0 0 581-15,0 0-2913 0,0 0-180 0,0 0-340 16,20 82-164-16,-20-53-288 0,0 0-320 16,-4-1-223-16,-4 0-93 0,4 1-20 15,-4-4-20-15,0 0-276 0,4-6-196 16,1-6-12-16,3-3-256 0,-5-4-240 16,5-3-120-16,0-3-64 0,0 0-25 0,0-7-379 15,5-7-1204-15,-2 3-2728 16,5-17-4237-16</inkml:trace>
  <inkml:trace contextRef="#ctx0" brushRef="#br0" timeOffset="57998.078">32157 3686 7552 0,'0'0'8345'0,"0"0"-6621"0,0 0-1068 16,0 0 304-16,0 0 180 0,0 0-104 16,0 0-503-16,80 6-241 0,-52-3-292 15,0 0-12-15,4 1-585 0,3-1-255 16,1 1-444-16,0-1-1000 0,-8-3-2840 15,7 5-4461-15</inkml:trace>
  <inkml:trace contextRef="#ctx0" brushRef="#br0" timeOffset="58161.598">32667 3838 13105 0,'0'0'2744'0,"0"0"-1924"0,0 0 472 16,-92 74 772-16,61-46-248 15,-1 3-603-15,4 1-333 0,4 0-240 0,3-7-252 16,10 4-184-16,3-6-192 0,4-5-12 15,4-2-168-15,4 0 48 0,4-7 24 16,3 2-76-16,6-5-140 0,2-3-196 16,5-3-36-16,4 0-144 0,4-9-237 0,-4-2-1099 15,-4 2-3296-15,0-11-6753 0</inkml:trace>
  <inkml:trace contextRef="#ctx0" brushRef="#br0" timeOffset="59883.622">27993 4826 4680 0,'0'0'484'0,"0"0"128"0,0 0 4953 16,0 0-3377-16,0 0-452 0,0 0-316 16,0-73-464-16,-7 60-104 15,-6 4-160-15,1 2-152 0,-4 0-76 0,-3 7-84 0,-5 0-64 16,0 14-184-16,-8 4-128 16,0 11 0-16,0 13 0 0,0 5 108 0,0 3-28 15,8 5 88-15,5-7-16 0,6-7-64 16,6-10-92-16,7-9-96 0,0-8-60 15,11-8-28-15,2-4-12 0,6-2 0 16,5-8-44-16,4-11 56 0,0-4-72 16,8-9 8-16,-4 1-20 0,-4-1 12 15,0 2 48-15,-4 3-52 0,-5 4-96 0,-3 8 84 16,0 5-48-16,0 3 96 0,-4 7 12 16,0 7 212-16,0 12 300 15,4 10 144-15,0 3-48 0,4 9-64 16,-4 6 172-16,0 2-52 0,-1 1-72 15,-2 4 104-15,-1 0-92 0,-9-1-88 16,-3 5-60-16,0-1 9 0,-7 0 123 0,-5 0 60 16,-4-2-96-16,-5-5-124 0,2-6-80 0,-1-5-76 15,1-11 36-15,-2-2-12 16,1-11-72-16,5-2 60 0,-2-6-24 16,2-7 12-16,2 0-60 0,2-10-72 0,-2-6-228 15,2-3-64-15,3-9-156 0,0-4 0 16,-1-10-149-16,2-2-171 0,-5-7-492 15,8-6-1292-15,-1 15-2456 0,5-24-2121 0</inkml:trace>
  <inkml:trace contextRef="#ctx0" brushRef="#br0" timeOffset="60134.127">28347 4851 7564 0,'0'0'3865'0,"0"0"-2481"15,0 0-376-15,92-6 584 0,-72 15-48 0,4 1-612 16,-8 5-364-16,0 9 96 15,-8 1 172-15,0 3-104 0,-3 7-244 16,-5 0-220-16,0 3-16 0,-5 1 5 16,-3-2-85-16,-4-2-28 0,5-3-132 0,-6-7 0 15,5-6-8-15,1-6 8 0,7-10 60 16,0-3 100-16,0-3 20 0,0-10-192 16,7-12-48-16,9-7-180 0,0-12 44 15,8-8-96-15,-4-1-49 0,4-1-47 16,0-1-72-16,0 8-152 0,-5 6-144 0,2 6-428 15,-1 6-600-15,-9 11-1084 0,10-1-2821 16</inkml:trace>
  <inkml:trace contextRef="#ctx0" brushRef="#br0" timeOffset="60414.762">28798 4991 12377 0,'0'0'2996'0,"0"0"-1740"0,-24 82-148 0,16-50 580 0,0 3-52 16,5-7-647-16,3-5-457 0,0-7-400 15,11-7-132-15,9-9 0 16,4 0 12-16,4-9-12 0,3-7-48 0,6-7-108 16,-1-5-16-16,-4-1-68 0,-4-3-4 15,-5 4 47-15,-3 0 65 16,-4 2 24-16,-8 4 96 0,0 6-136 0,-8 0 140 16,0 4 8-16,-12-2-72 0,0 6 60 15,-4 2-36-15,-4-1-40 0,1 7-8 16,-2 0 92-16,1 13-120 0,5 2-4 0,-2 8 128 15,6-2 108-15,-2 5-96 0,9-7-12 16,4-3-192-16,0-3-432 0,0-1-272 16,9-5-548-16,3-1-896 0,-1-3-1840 15,13-6-2225-15</inkml:trace>
  <inkml:trace contextRef="#ctx0" brushRef="#br0" timeOffset="60713.473">29264 4889 8988 0,'0'0'3225'0,"0"0"-1653"0,0 0-120 0,0 0 244 15,20 92-268-15,-20-60-224 0,0 3-92 16,-4-4-200-16,1-5-159 0,3 0-169 16,0-7-332-16,0-8-252 0,7-4-108 15,5-7 0-15,4 0 60 0,0-9-112 16,8-7-8-16,-4-6 8 0,3-7-116 16,1 1-28-16,1-1 71 0,-5-3 89 15,-1 4 84-15,1 0 60 0,-3-2-76 0,-6 9-32 16,-3-2 108-16,-4 7 0 0,0 7 60 15,-4 6 148-15,0 3 60 0,0 3-159 16,0 10-101-16,0 3 176 0,0 10 68 16,0 2 52-16,0 2 36 0,0 6 20 0,0-4-56 15,0-4-108-15,0 1-196 0,0-6-72 16,0-4-340-16,5-4-372 16,2-8-141-16,-3-4 97 0,8-3-60 0,-4-10-600 15,4 1-2304-15,3-16-5097 0</inkml:trace>
  <inkml:trace contextRef="#ctx0" brushRef="#br0" timeOffset="60948.139">29934 4889 12345 0,'0'0'2456'16,"0"0"-1764"-16,0 0 492 0,15 72 476 16,-6-36-36-16,-1 9-296 0,-1 5 141 0,10 5-101 15,-6 5-656-15,2 3-184 0,-2 1 4 16,1 5-244-16,-8 1-204 0,1-3-36 0,-5 0-48 15,0-4-96-15,0-9 12 16,-9-10-156-16,5-5-52 0,-4-11 52 16,4-9 12-16,4-9-60 0,-3-7-40 0,-1-3-128 15,4-13-28-15,0-9-556 0,-5-10-381 16,5-5 89-16,0-9-376 0,5-7-688 16,-1 9-2200-16,3-36-2385 0</inkml:trace>
  <inkml:trace contextRef="#ctx0" brushRef="#br0" timeOffset="61180.702">30121 4803 6216 0,'0'0'6605'16,"0"0"-5557"-16,0 0-768 0,0 0 716 15,80-37 540-15,-61 32-256 0,5 5-232 16,0 0-180-16,1 0-120 0,-2 11-188 16,1-5-232-16,-4 7-196 0,-1-3-132 0,-2 2-60 15,-9 4-36-15,-1 0-88 16,-7 0 40-16,0 7 72 0,-11-2-64 15,-10 8 68-15,-6-2 68 0,-4 3 8 0,-6 2 100 16,-3-1-108-16,-3 1 0 0,-1-4-48 0,0-2-328 16,5-5-64-16,2-4-184 15,1-4-252-15,12-1-608 0,5-8-1612 16,2-1-2725-16</inkml:trace>
  <inkml:trace contextRef="#ctx0" brushRef="#br0" timeOffset="61367.769">30982 5397 18813 0,'0'0'3101'0,"0"0"-2045"0,0 0-284 0,0 0-96 15,0 0-580-15,0 0-96 0,0 0-544 16,0 0-688-16,-92 10-673 0,75-10-3483 15,-14 0-8797-15</inkml:trace>
  <inkml:trace contextRef="#ctx0" brushRef="#br0" timeOffset="76420.138">6234 5585 9804 0,'0'0'5373'0,"0"0"-4001"0,0 0-576 16,0 0-264-16,0 0 492 16,0 0-140-16,0 0-284 0,0 0-76 0,0 0-48 15,0 0 117-15,116-4 219 0,-64-5-388 16,8-4-84-16,0-3-160 15,-4-3-108-15,-1 0-60 0,-7 0 40 0,4-3-52 16,-8 3-132-16,-5 0-168 0,2 3-244 16,-5 0-160-16,-8 0-125 0,0 6-291 15,-9 3-1016-15,-7 5-1800 0,-8 2-1037 0,-4 0-1359 16</inkml:trace>
  <inkml:trace contextRef="#ctx0" brushRef="#br0" timeOffset="76590.425">6610 5534 5836 0,'0'0'4540'0,"0"0"-2803"15,0 0-217-15,-69 89-48 0,62-48-188 16,3 4-276-16,-4 9-176 0,8 5-68 16,-4 8-176-16,4 0-76 0,0-1-120 0,0 1-160 15,0-6-164-15,-5-4-68 0,5-12-84 16,0-8-184-16,0-9-88 16,0-5-108-16,0-10-172 0,0 0-216 15,0-7-500-15,-4-3-992 0,4 0-1777 0,-3-3-1199 0</inkml:trace>
  <inkml:trace contextRef="#ctx0" brushRef="#br0" timeOffset="76746.561">6498 6229 4316 0,'0'0'5248'0,"0"0"-2135"15,0 0-1053-15,92-48-260 0,-57 36-160 16,-3 2-272-16,4-2-548 0,-8-1-188 0,4 3-240 16,-4-3-164-16,3 0-224 0,-6 1-4 15,-1-1-168-15,0 4-212 0,-13 2-372 16,1 7-304-16,-3 4-572 0,-9 5-1480 15,-5 19-2585-15</inkml:trace>
  <inkml:trace contextRef="#ctx0" brushRef="#br0" timeOffset="76917.186">6546 6550 1840 0,'0'0'5532'0,"0"0"-811"0,0 0-3801 0,0 0-52 15,0 0 484-15,0 0-68 16,0 0 72-16,100 22-160 0,-61-31-32 0,4-7-200 15,10-3-295-15,-5-6-341 0,3-5-220 16,-3 5-108-16,4 3-204 0,-4 0-489 0,0 6-247 16,-1 0-260-16,-11 7-1448 0,16 2-4149 15</inkml:trace>
  <inkml:trace contextRef="#ctx0" brushRef="#br0" timeOffset="78031.255">7634 6067 7128 0,'0'0'1960'0,"0"0"841"15,0 0-1013-15,0 0-772 0,0 0-96 0,0 0 136 16,-49-70-100-16,38 64-224 0,-1 6-8 0,-4 0 0 16,-1 13-124-16,-6 5-308 15,3 14-196-15,-4 12 28 0,-4 14 48 0,5 5 32 16,-1 7 16-16,7-6 36 0,2-7-51 0,7-13-145 16,-1-12-52-16,9-13-4 15,0-7-4-15,0-12-136 0,4 0-73 16,13-8-143-16,3-12 136 0,3-8 92 0,9-11-20 15,0-2-124-15,-1 0-52 16,6 4-32-16,-5 4 92 0,-4 8 40 16,4 6 60-16,-4 9-12 0,-1 10 12 0,1 3 160 0,0 13 88 15,0 10 196-15,0 5 84 16,-4 11 60-16,0-1-64 16,-9 3-132-16,2 7 84 0,-6 7-48 0,1 2-12 15,-7 4 49-15,-5 6-49 0,0-4-4 16,-9 5 428-16,-2-6-160 0,-10-1-220 15,2 0-140-15,-5-10-52 0,-4-4-36 0,4-12 0 16,0-8-60-16,4-9 60 16,0-12 0-16,5-5-12 0,-2-4-60 0,6-13-180 15,-6-8-12-15,2-9-88 0,-5-11 28 16,8-6 144-16,3 0-160 0,5-5 76 16,4 11 60-16,0-1 20 0,8 10 64 15,5 1-24-15,2 2-60 0,2 1 44 16,7 2-8-16,-5-2-36 0,9 0 12 15,0-2 20-15,4 5-129 0,0-3-175 0,-1 6-216 16,5-4-516-16,1 7-600 0,-5 0-716 16,-5 7-1588-16,6-1-2769 15</inkml:trace>
  <inkml:trace contextRef="#ctx0" brushRef="#br0" timeOffset="78983.216">9411 6213 5804 0,'0'0'5745'15,"0"0"-3585"-15,0 0-688 0,-13 76-400 16,21-60 208-16,5-4-4 0,2-1-260 0,5-8-344 16,4-3-220-16,12 0 72 15,0-16 181-15,8-3-197 0,0-10-120 0,-1-9-136 16,1-10-128-16,0-2-64 16,0-8-56-16,-4-2-4 0,-5 0-104 0,-3-1-116 15,-4 1 28-15,-4 0 8 0,1 3-80 16,-6-4 20-16,1 1-60 0,-8 0-37 15,-4-1 13-15,-4 4-72 0,0 2-28 16,-4 5-108-16,0 9 132 0,-4 13 220 16,0 9 148-16,0 9 36 0,4 10 0 0,-4 3-148 15,4 13-60-15,-4 9 208 16,0 14 80-16,-4 12 168 0,0 12 32 0,0 13 52 16,0 6-64-16,-3 7-24 0,2 7-96 15,-3 5 68-15,5 8 28 0,-2-8 12 16,1-9-60-16,4-19 24 0,4-16 33 0,0-21 15 15,4-18-140-15,4-11-128 16,8-7-96-16,5-16 96 0,2-10 44 16,5-12-44-16,0-16-144 0,7-9-293 15,-3-7-63-15,0 0 72 0,-8 0 112 16,0 0 120-16,0 4-48 0,-8-2 24 0,0-1-108 16,-4 0-152-16,-4-1 84 0,-4 3 40 15,0 7 172-15,-4 9 184 0,4 10 84 16,-4 9 16-16,4 12 36 0,-4 11 172 0,0 6 60 15,0 3-96-15,4 0-188 0,-4 6-72 16,0 13 196-16,0 7 0 16,4 9 76-16,-4 12-28 0,0 7 0 0,0 6-36 15,0 4-28-15,-4 9-136 0,0 3-56 16,-4 0 0-16,-4 4-12 0,4-5-124 0,0-1-132 16,1-11-24-16,2-5-184 15,5-11-136-15,0-9-212 0,0-12-676 16,8-7-1016-16,4-13-1817 0,-4-6-1683 0</inkml:trace>
  <inkml:trace contextRef="#ctx0" brushRef="#br0" timeOffset="79294.442">10701 5953 3268 0,'0'0'10881'0,"0"0"-8917"0,0 0-800 16,0 0-60-1,20 86 172-15,-20-61 44 0,4-3-323 0,-4 3-461 0,0-5-320 16,4-1-152-16,-4-6-64 0,5-4-84 0,-1-6-24 16,-4 0-76-16,7-3 4 0,-3-3 48 15,0-6 132-15,4-7 84 0,4-3-72 16,0-7-12-16,4 1-156 0,4-4 20 16,0 7 3-16,0 0 21 0,3 3 4 15,1 6 24-15,0 6-16 0,1 2-80 0,-6 5-40 16,1 5 172-16,-8 5 44 0,4 6 4 15,-4 3 44-15,-4 3-36 0,0 0 4 16,-4 5-12-16,0-2-220 16,-4 0-232-16,0 0-280 15,4-6-796-15,-4-3-1560 0,0 3-3861 16</inkml:trace>
  <inkml:trace contextRef="#ctx0" brushRef="#br0" timeOffset="79834.597">11510 5684 4984 0,'0'0'7465'0,"0"0"-4997"0,0 0-944 0,0 0-20 16,0 0-176-16,92 5-260 16,-60-5-216-1,0-5-344-15,0-9-299 0,3 1-149 0,-3-5-60 16,0-1-56-16,0-1-285 0,-8 1-387 16,-4 4-176-16,-4 5-412 0,-5 7-1004 15,-6 0-2500-15,-10 9-2889 0</inkml:trace>
  <inkml:trace contextRef="#ctx0" brushRef="#br0" timeOffset="79986.497">11558 5975 3172 0,'0'0'7236'0,"0"0"-4707"0,0 0-637 0,0 0-596 16,0 0-316 0,0 0-100-16,0 0 156 0,100 70-288 0,-64-67-308 0,-1 0-196 15,5-3-244-15,0-6-36 0,4-4-124 16,-1-3-268-16,2-2-564 0,2-1-616 0,-11 0-2692 15,20-6-5057-15</inkml:trace>
  <inkml:trace contextRef="#ctx0" brushRef="#br0" timeOffset="80381.935">12817 5270 6704 0,'0'0'8621'0,"0"0"-7213"15,0 0-760-15,0 0 280 0,-56-73-28 16,48 67 92-16,-3 0-128 0,2 2-448 0,1 4-344 16,-3 4-72-16,-2 14-48 0,-2 11-48 15,-6 12 32-15,-3 17 64 16,1 12 8-16,-5 6 68 0,4 6-64 0,0-2-12 16,5-10 0-16,6-13 0 0,5-16 8 15,4-16 76-15,4-9-84 0,0-10-132 16,4-3-64-16,8-3-12 0,4-6 88 0,5-10-40 15,2 1-96-15,1-8 24 16,4 7 0-16,-4 3 24 0,0 4 60 16,-1 9-36-16,1 0 64 0,-7 16 120 15,-6 3 0-15,-3 9 268 0,1 7 160 0,-9 6-60 16,0 1-40 0,0 3-120-16,0 2 0 15,0 1-4-15,-9 3-56 0,5-1-40 0,-4 8-108 0,1-5-4 16,-2 5-152-16,1-4-428 0,4 1-308 0,1-9-200 15,-1-4-540-15,0-11-1384 0,4-2-3621 16</inkml:trace>
  <inkml:trace contextRef="#ctx0" brushRef="#br0" timeOffset="81629.838">13885 5498 2408 0,'0'0'1228'0,"0"0"2120"0,0 0-1284 0,0 0-616 16,0 0-455-16,0 0 23 0,0 0 196 0,0 0-160 15,68 52-148-15,-61-34-132 0,-7 8-164 16,0 0-84-16,0 2-128 0,-4 4 12 0,-11 3-112 16,-1 0-64-16,-5 0-144 15,2 0 20-15,-5-7-20 0,0 4-76 0,1-7 72 16,-10 1-72-16,6-1-12 0,-5-3-64 0,0-6-132 16,-1 0 12-16,1-4-24 15,5-2-28-15,-1-3 24 0,4-4 92 0,8-3 116 16,0 0 4-16,4-3 8 0,0-7 64 15,8 1-24-15,-3-4-48 16,7 0-4-16,0 0-92 0,0 0-4 0,4 4 100 16,7-3 0-16,2 5 76 0,6 1-16 15,5 3-56-15,4 3 44 16,4 3 4-16,0 10 60 0,4 3 144 0,-5 6-132 16,-3 3 16-16,0 0-132 0,-4 4 52 15,-4-1-60-15,0-3-160 0,0-6-296 0,3-2-24 16,-2-7 56-16,7-7-132 0,0-3-276 15,7-13-868-15,-11 3-1328 16,16-16-3085-16</inkml:trace>
  <inkml:trace contextRef="#ctx0" brushRef="#br0" timeOffset="81877.526">14694 5591 1564 0,'0'0'2988'0,"0"0"3024"0,0 0-3811 15,0 0-601-15,0 0-288 16,-84 35-268 0,52-7-212-16,-4 4-212 0,4 13-236 0,0 2-124 15,1 4-40-15,3 6 112 0,3 0 268 0,6 4-148 16,7-8-112-16,0-1-84 0,12-11-48 0,0-10-36 16,4-5-40-16,12-11-132 0,4-8-4 15,4-4-56-15,4-3 0 0,4-10-28 16,-1-5-312-16,5-7-136 0,-4-4-236 15,4-2-172-15,-5 0-592 0,-3-2-1116 0,-11 11-2769 16,-2-6-3223-16</inkml:trace>
  <inkml:trace contextRef="#ctx0" brushRef="#br0" timeOffset="82039.567">14371 5934 4736 0,'0'0'432'0,"0"0"4740"0,0 0-3023 15,0 0-529-15,0 0-192 0,0 0-424 16,0 0-452-16,0 0-132 0,0 0 312 15,0 0-228-15,0 0-208 0,107 54-136 16,-62-51-72-16,2-3-88 0,5 0-232 16,-1-3-616-16,5-7-320 0,0-2-764 0,-11 2-2569 15,22-10-3275-15</inkml:trace>
  <inkml:trace contextRef="#ctx0" brushRef="#br0" timeOffset="83046.547">16291 5029 10396 0,'0'0'2405'16,"0"0"-841"-16,0 0-312 0,0 0 104 16,0 0 92-16,4 82-268 0,-4-34-264 0,0 6-196 15,0 12-136-15,-4 8-159 16,0 5-85-16,4 4-52 0,-3 5-80 0,3 5-112 15,0-1-96-15,0 6-56 0,0-3 48 0,0 1-136 16,0-4-220-16,0-4-84 16,0-9-149-16,3-8-131 0,1-14-128 15,4-6-384-15,5-16-792 0,-2-10-1924 0,6-12-2225 16</inkml:trace>
  <inkml:trace contextRef="#ctx0" brushRef="#br0" timeOffset="86875.008">15507 5188 9352 0,'0'0'3013'0,"0"0"-1581"0,0 0-584 16,0 0-332-16,0 0 216 0,0 0 572 16,0 96-264-16,0-44-228 0,0 9-64 15,0 12-284-15,-5 4-132 0,1 5-28 16,0 4-124-16,-3 3-68 0,-1-1-40 0,-1 5 8 16,2-8-80-16,-1-2-4 0,0-14 4 15,3-7-108-15,1-18-232 16,4-16-76-16,0-9-36 0,4-13-260 0,9-6-208 15,-2-9-396-15,2-7-1296 0,10-25-3129 16</inkml:trace>
  <inkml:trace contextRef="#ctx0" brushRef="#br0" timeOffset="87146.804">15957 5639 12345 0,'0'0'2356'0,"0"0"-1500"0,0 0 88 16,0 0 300-16,0 0-528 15,0 0-184-15,-104 57-188 0,72-31-224 0,-3 2-116 16,3-3-4-16,-1-3-8 0,10 1-64 16,-1-4 24-16,4-1-52 15,0 2-84-15,4-1 48 0,4 0 40 0,4 0 44 16,4 0-56-16,4 3 108 0,0 3 168 16,8 1 28-16,0-1-36 0,8 4-12 0,4 0-16 15,0-2-44-15,3 3 240 16,5-2-144-16,4 0-24 0,9-5-152 0,-6-4-8 15,9-6-72-15,-4-1-356 0,4-3-520 16,-5-2-460-16,-7-1-1112 0,4 0-4009 16</inkml:trace>
  <inkml:trace contextRef="#ctx0" brushRef="#br0" timeOffset="88544.472">17244 5553 3816 0,'0'0'5508'0,"0"0"-4524"0,0 0-636 0,71-67 169 0,-51 51 575 15,1 7 324-15,-6-1-212 0,1 7-108 0,0 3-144 16,-5 0-96-16,2 3-124 0,-1 10-156 0,-5 2-72 16,-2 11 84-16,-5 9 108 15,0 6-272-15,-9 7-96 0,-2 7-180 16,-9 1-27-16,-4 4-25 0,-4 1-92 0,-3 0 8 0,-1-5-8 16,-5-2 48-16,-2-2-4 15,3-8-40-15,-4-6 52 0,5-10-52 16,-2-6 0-16,14-9 4 0,3-10-12 0,-1-3-156 15,14-6-309-15,-1-10 41 0,-1-6 32 16,5-3 112-16,4-10-72 0,0-1 68 16,0 1-8-16,4 0 96 0,1 7 36 15,3 2 100-15,-4 11-40 0,3 2-48 16,2 7 148-16,3 3 12 0,-5 3 160 16,10 0 36-16,-6 5 16 0,9 6-4 15,5 1 24-15,-2 7-60 0,5 0-36 16,4 6-40-16,-1 1 0 0,5 3-108 0,5-1 12 15,-6 3 52-15,1-1-64 16,0-2 0-16,-4-3 0 16,3-5-204-16,-3-5-284 0,0-5-236 0,1-4-348 15,-6-6-948-15,-7 0-964 0,4-9-3553 0</inkml:trace>
  <inkml:trace contextRef="#ctx0" brushRef="#br0" timeOffset="90047.185">17726 5003 6764 0,'0'0'3100'0,"0"0"-1899"0,0 0-633 16,0 0-184-16,0 0 244 0,0 0 100 15,0 0-168-15,0 0-156 0,0 0 28 16,0 0-4-16,40 35-24 0,-36-12-4 0,-1 2-144 16,-3 3-32-16,0 5-88 0,0-2-48 15,-3-2-76-15,-5-1 36 0,-1-2-48 16,1-3-52-16,5-2-36 15,-1-9-12-15,0-1-72 0,0-5-48 0,4-4-104 16,0-2 60-16,0 0 88 0,4-2 112 16,7-11 64-16,2-10 152 0,6-5-92 15,2-4-60-15,3-3-8 0,-5 4 8 0,1-1 40 16,0 9 60-16,0 4 176 16,-4 5 56-16,3 0-96 0,-2 8 24 0,-2 3 92 15,2 3 144-15,-6 0 12 0,6 9-100 16,-6 5-200-16,2 0-24 0,-2 2-36 15,1 6 24 1,-3 3 0-16,-2-1-124 0,1-2-48 0,0 0-72 0,4 0-52 16,0 0-368-16,0 3-272 0,4-2-280 15,-4 6-120-15,4-11-1368 0,0 15-4293 16</inkml:trace>
  <inkml:trace contextRef="#ctx0" brushRef="#br0" timeOffset="91480.861">20013 4905 4288 0,'0'0'8265'0,"0"0"-6621"0,0 0-1100 15,0 0-276-15,0 0 472 0,0 0 240 16,0 0-196-16,95-51-424 0,-59 26-236 16,4-3-64-16,-4-7-8 0,4 3-52 15,-4 3 48-15,-1 3-48 0,-7 7-12 16,-7 7-76-16,-6 6-20 0,-2 6-140 15,-10 3 112-15,-3 16 136 0,-3 6 60 16,-10 10 76-16,-6 7-124 0,-5 5 88 0,-1 4-52 16,-3 6 4-16,4 3-52 0,-4 4-64 15,5 0-4-15,3 5 68 0,-4-2 8 16,5-3 0-16,-2-5 80 0,5-7-28 0,4-8 28 16,5-5 48-16,7-11-88 15,0-6-36-15,0-7-12 0,0-5-112 0,7-7 52 16,5-3-52-16,0 0 52 0,8-6-28 15,-4-8 12-15,4 3 76 0,0-3 0 16,0 6-48-16,-9 4-88 16,2 4 36-16,-5 10 100 0,-1 6 208 0,-3 6 112 15,0 9 52-15,1 8-164 16,-5-1-60-16,4 6-140 0,0 0-4 0,0-2-4 16,-1 5 0-16,5-1-12 0,-3 4 12 15,3 1 8-15,-4-1 4 0,-4 1 0 16,3 3 40-16,1-3-4 0,-4 0-40 0,0-7 52 15,0 4-8-15,0-7-48 0,0 0 4 16,0-6 52-16,0 0-12 16,-4-6-40-16,4 0-8 0,-3-4-44 0,-1-6 36 15,0-4-40-15,0 2-100 0,-5-8-160 16,-2 2-160-16,-2-6-40 0,-2 1-52 16,-6-6-124-16,-2 0-224 0,-1-3-660 15,0 0-1545 1,-15-16-3811-16</inkml:trace>
  <inkml:trace contextRef="#ctx0" brushRef="#br0" timeOffset="102666.098">17833 5950 8764 0,'0'0'2805'15,"0"0"-1961"-15,0 0-256 0,0 0 188 16,0 0 480-16,0 0-136 0,0 0-44 0,0 0-420 16,0 0-384-16,0 0-48 0,0 6 84 15,24-12 120-15,8-1 188 0,8-2-56 16,8-1-240-16,-5 1-188 0,2-1-128 15,2 1-4-15,-7 2-4 0,0-2-80 16,0-1 72-16,-5 1-368 0,1-4-168 0,0 0-140 16,-3 0-88-16,-2-5-304 0,-4 2-876 15,-6 3-2240-15,-5-6-2757 16</inkml:trace>
  <inkml:trace contextRef="#ctx0" brushRef="#br0" timeOffset="102932.127">18722 5403 2584 0,'0'0'8653'0,"0"0"-7113"0,0 0-572 0,0 0 184 15,0 0 108-15,-4 81-60 0,0-54-184 0,4 9-452 16,0 2-268-16,-4 6-24 15,4 4-152-15,0 3-108 0,0-1-4 16,0 4-8-16,0 0-4 0,-5-4-140 0,5 2-164 16,0-1-172-16,0-6-236 0,9-7-152 15,-5-7-272-15,4-3-372 16,3-9-860-16,-2-6-2149 0,-1-4-2579 0</inkml:trace>
  <inkml:trace contextRef="#ctx0" brushRef="#br0" timeOffset="103358.908">19085 5703 7704 0,'0'0'5565'16,"0"0"-4305"-16,0 0-616 0,0 0-344 15,0 0 164-15,0 0 268 0,0 0 64 0,0 0-204 0,0 0-208 16,95-11-248-16,-67 15-92 0,0 3-44 16,-5-5-48-16,5 2-76 0,-4-2-184 15,-3 2-236-15,-2-4-240 0,-3 2-156 0,-8 3-600 16,0-5-1360-16,-8 9-2861 0</inkml:trace>
  <inkml:trace contextRef="#ctx0" brushRef="#br0" timeOffset="103532.642">19044 5953 9940 0,'0'0'3277'0,"0"0"-1841"0,0 0-856 16,0 0-176-16,0 0 304 0,0 0 348 0,0 0-412 0,0 0-200 0,92 32-308 15,-60-32-60-15,4-7-76 0,4-3-420 16,-1-2-448-16,6-1-392 0,-6 1-884 16,-11-2-2469-16,8-5-3695 0</inkml:trace>
  <inkml:trace contextRef="#ctx0" brushRef="#br0" timeOffset="104215.839">19607 5775 4516 0,'0'0'7489'0,"0"0"-6429"0,0 0-524 16,0 0 100-16,0 70 348 0,0-42 36 16,0-3-108-16,0 1-328 0,4-3-288 0,-1-4-196 15,5-7-92-15,5 1-8 16,-6-7-12-16,5-3-136 0,0-3 148 0,8 0 180 16,0-6 4-16,-5-7-184 0,10-5-44 15,-1-2 40-15,-4 1-80 0,3-2 8 16,-3-2-12-16,-3 4 76 0,-2 0 12 15,-7 3 0-15,1 0 124 0,-9 3 76 0,0 4 44 16,0-4-96-16,0 4-12 0,-9-4-36 16,1 0-40-16,1 1 88 15,-1-5-148-15,-1-2-12 0,1 0-24 0,5 3 20 16,-5-2 16-16,3 5 0 16,1 0 0-16,0 3 4 0,0 5-4 0,1 1 88 15,-1 1 48-15,4 0 0 0,-8 3 8 16,3 0-20-16,1 0-112 0,-3 0-12 15,3 0 0-15,-4 0 0 0,4 3-4 16,-5 0 0-16,6-3 0 0,-1 4-44 0,0-4-4 16,0 2 4-16,4-2-60 0,0 0 20 15,-4 0 28-15,4 3 52 16,0-3 0-16,0 0 8 0,-5 0 0 0,5 4 12 16,0-4 60-16,0 0-24 0,0 0-36 15,0 0 60-15,0 0 0 0,0 0-24 0,0 0 8 16,0 0-56-16,0 0 0 15,0 0 8-15,0 0 52 0,0 0-12 16,0 0 28-16,0 0 32 0,0 0 16 0,0 0 8 16,0 0 40-16,0 0-24 0,0 0 56 15,0 0 4-15,0 0-12 0,-4 0-136 16,4 0-52-16,0 0-8 0,0 0-4 16,0 0-44-16,0 0 36 0,0 0 12 15,0 0 12-15,0 0 60 0,0 0-12 0,0 0-8 16,-3 0 8-16,3 0-60 0,-4 0-72 15,0 0-16-15,0 3-44 16,0-3-28-16,0 6-8 0,-4-2 32 0,4 2-20 0,0 0-64 16,0 7-12-16,0-4 96 15,0 7 124-15,0 0-76 0,0-4-192 16,0 1-160-16,4 0-40 0,-4-3 12 0,4 3 44 16,0-4-144-16,0-2-484 0,0-2-724 15,0-1-2229-15,0-1-3411 0</inkml:trace>
  <inkml:trace contextRef="#ctx0" brushRef="#br0" timeOffset="115661.275">8431 5877 13697 0,'0'0'2212'0,"0"0"-1444"15,0 0-680-15,0 0 48 0,0 0 276 0,0 0 380 16,0 0-40-16,0 0-300 15,0 0-204-15,11 54-140 0,-3-45-108 0,4 1-84 16,4-4-260-16,-4 1-332 0,4-2-264 16,0 5-292-16,-4-3-788 15,-5-1-2433-15,-3 7-2239 0</inkml:trace>
  <inkml:trace contextRef="#ctx0" brushRef="#br0" timeOffset="115796.082">8462 6322 6948 0,'0'0'2852'0,"0"0"-1679"16,0 0-989-16,0 0 420 0,0 0 328 0,0 0-64 16,0 0-588-16,0 0-280 0,0 0-316 15,96 50-872-15,-76-50-1505 0,12 0-5015 0</inkml:trace>
  <inkml:trace contextRef="#ctx0" brushRef="#br0" timeOffset="120374.185">10706 6842 6836 0,'0'0'3888'16,"0"0"-3179"-16,0 0 231 0,0 0-72 15,0 0 236-15,0 0 32 16,0 0 272-16,0 0 4 0,0 0-416 0,-21-51-392 16,21 57-204-16,0 7-216 15,8 9 60-15,5 13 72 0,-2 7 40 16,1 12-56-16,4 2-188 0,-4 9-63 0,-3-6 35 16,2-2-84-16,1-5-8 0,-4-5-4 0,0-5-145 15,0-11-135-15,0-9-112 0,-5-9 16 16,2-3-124-16,-1-10-172 0,0 0-364 15,-4-4-752-15,0-9-592 0,0 1-752 16,0-17-2729-16</inkml:trace>
  <inkml:trace contextRef="#ctx0" brushRef="#br0" timeOffset="120533.407">10669 6931 2480 0,'0'0'9385'0,"0"0"-7809"15,0 0-788-15,-83 95-68 16,55-54 160-16,-4 1 236 0,0 2-208 0,4-6-364 15,4-10-316-15,9-9-228 0,6-5-356 16,1-14-624-16,8 0-332 0,0-10-428 16,4-13-880-16,0 1-1485 0,9-28-347 15</inkml:trace>
  <inkml:trace contextRef="#ctx0" brushRef="#br0" timeOffset="120680.156">10582 6873 5412 0,'0'0'3172'0,"0"0"-783"16,0 0-885-16,0 0-264 0,75 13-12 0,-50-7-48 0,-6 1-212 15,9 0-176-15,-4-2-172 16,8 6-152-16,0-5-272 0,0 2-196 16,8 3-236-16,-4 1-464 0,3-2-468 0,1 3-96 15,-12-4-1320-15,8 7-3161 0</inkml:trace>
  <inkml:trace contextRef="#ctx0" brushRef="#br0" timeOffset="121106.024">11311 7854 7644 0,'0'0'5713'0,"0"0"-4557"16,0 0-572-16,0 0 32 0,28 93 424 15,-24-58 32-15,4 2-148 16,-8 5-248-16,0-2-320 16,0 2-184-16,0-3-100 0,-5-8-72 15,5-1 0-15,-3-12-84 0,-1-5-224 0,0-7-132 0,4-6-152 0,-4-4-236 16,-4-11-528-16,4-1-1512 0,-12-22-3873 15</inkml:trace>
  <inkml:trace contextRef="#ctx0" brushRef="#br0" timeOffset="121262.159">11155 7569 10528 0,'0'0'2773'0,"0"0"-2073"0,0 0-412 0,0 0 232 0,84-13-240 16,-60 10-280-16,8-3-672 15,4 2-712-15,-12-3-1329 16,16 5-3379-16</inkml:trace>
  <inkml:trace contextRef="#ctx0" brushRef="#br0" timeOffset="121533.614">11840 7643 6672 0,'0'0'6509'0,"0"0"-5389"0,0 0-528 0,-35 85 352 15,19-53 696-15,-8-1-208 0,4-3-156 16,4 2-348-16,0-8-348 15,12-7-211-15,0-2-333 0,4-4-36 0,8-2-148 16,5 0 104-16,6-1 44 0,5 0 0 16,0 1 0-16,4-1 0 0,0 3-8 15,0-2-77-15,-5 2 13 0,1 1-16 0,-3 2 16 16,-2 1 72-16,-3 4-4 16,-4 2 8-16,4-5 40 15,-8 5-32-15,-4 1 48 16,0-1 28-16,-4 0-15 0,0 3-73 0,-8-3-61 0,-4 0-63 15,-4 4-92-15,1-2-100 0,-10-2-100 0,1 0-156 16,-4 2-128-16,0-6-332 0,-3-2-492 16,-1-4-716-16,12-2-2649 0,-20-7-4827 15</inkml:trace>
  <inkml:trace contextRef="#ctx0" brushRef="#br0" timeOffset="122080.326">13096 8045 6412 0,'0'0'5317'32,"0"0"-4725"-32,0 0-412 0,-4-89 112 0,4 61 220 15,-4-1 96-15,0 8 304 0,0-5-168 0,-8 6-100 0,4 7 120 16,0 1 140-16,-4 9-52 0,0 3-128 0,4 3-220 15,-8 9-76 1,4 7-136-16,0 14-108 0,0 7-52 16,-3 9-20-16,6 8 44 0,1 2 16 15,5-1-40-15,-1-10-68 0,4-6-64 0,0-11 0 0,0-12-108 16,7-10-36-16,1-9-28 0,9-7 64 0,2-12 56 0,9-12-104 16,0-7-148-16,0-3-88 15,0 0 12-15,0 3 160 0,0 6 48 0,-4 9 36 16,4 11 76-16,-5 5 16 15,-3 7 44-15,1 0 0 0,-6 13 136 16,-2 6 120-16,-2 4-36 0,-3 2 24 0,-4 0-108 16,4 4 24-16,0-4-76 0,0 0 0 15,3 1-32-15,6-6-52 16,-1-6-120-16,4-1-444 0,4-3-268 0,4 0-304 16,0-7-636-16,-4-1-1084 0,8-2-3677 15</inkml:trace>
  <inkml:trace contextRef="#ctx0" brushRef="#br0" timeOffset="127440.422">14729 7643 1188 0,'0'0'10293'0,"0"0"-7953"0,0 0-760 15,0 0-272-15,0 0-4 16,0 0-464-16,0 0-288 0,-79 21-88 0,75 4 28 15,-1 8 44-15,5 5 72 0,0 3-159 16,-3 3-217-16,3 0-88 16,0 1-84-16,0 3-60 0,0-11 0 0,3 1-204 0,6-9-221 15,-1-4-207-15,3-11-124 0,2-8-212 16,6-6-412-16,5-9-968 16,-7-5-2557-16,11-18-3035 0</inkml:trace>
  <inkml:trace contextRef="#ctx0" brushRef="#br0" timeOffset="127848.399">14996 7801 7856 0,'0'0'4685'0,"0"0"-3729"0,4 67 76 0,-4-32 388 15,0 5 156-15,0-1-204 16,0-4-440-16,4-9-456 0,4-12-304 16,4-10-172-16,4-4 0 0,0-10-60 0,5-12-24 15,-2-10-164-15,5-2-156 16,-4-7-60-16,0-1-76 0,-4-2 120 0,-1 5 24 0,-2 5 72 15,-1 5 40-15,-5 6 72 16,2 8 64-16,-1 8-16 0,-4 7-36 16,7 0 200-16,-2 17 360 0,2 2 284 15,10 9-72-15,-6 10-328 0,5 3 56 16,0 7 4-16,4 6 40 0,0 3-12 0,-4 6 72 0,-1 8-60 16,-6-2-64-16,-5 8-60 31,-8-7 12-31,0-4-16 0,-4-9 272 15,-9-6 157-15,6-13-345 0,-9-6-152 0,4-10-64 0,-4-3-36 16,0-7-36-16,-4-5-12 0,0-1 0 0,-4-6-132 16,0 0-16-16,-4-2-8 0,1-11-28 0,-1 1-176 15,-4-11 19-15,0-3-63 16,-4-2-156-16,9-4-24 0,2-3-40 16,5-2-544-16,12 1-220 0,8 1-848 15,4 1-672-15,8 8-1313 0,20-6-1919 16</inkml:trace>
  <inkml:trace contextRef="#ctx0" brushRef="#br0" timeOffset="128082.911">15992 7624 220 0,'0'0'11733'16,"0"0"-9021"-16,0 0-1300 0,0 0-88 16,0 0-100-16,0 0-412 0,0 0 84 0,-56 75-252 15,33-43-292-15,3 6-120 0,0 0-136 16,0 0 4-16,8 0-88 15,4 1 48-15,4-1-52 0,4-1 1 0,4-2-9 16,4-3-5-16,8-3 5 16,4-11 117-16,4-1 7 0,4-9-76 15,0-3 4-15,3-5-52 0,1-13-84 0,0-7-185 16,0-5-179-16,0-7-128 0,0-2-168 16,-1-8-308-16,-3 1-668 15,-7 6-1420-15,3-26-3881 0</inkml:trace>
  <inkml:trace contextRef="#ctx0" brushRef="#br0" timeOffset="128299.364">16287 7153 11985 0,'0'0'2932'16,"0"0"-2016"-16,0 0-284 0,0 0 188 16,0 0 528-16,40 96 4 0,-24-53-280 15,-8 8-452-15,4 10-191 0,-4 6-77 0,0 9-208 16,-4 3-144-16,0 3-48 0,0-2-304 0,0-4-197 15,-4-15 29 1,8-11 56-16,-4-18 60 0,8-13 12 0,0-16-196 16,4-3-384-16,4-19-916 0,-5 3-1336 15,10-25-2613-15</inkml:trace>
  <inkml:trace contextRef="#ctx0" brushRef="#br0" timeOffset="128446.424">16746 7715 1644 0,'0'0'9837'0,"0"0"-7193"16,0 0-752-16,8 73-380 0,-8-42-264 0,0 2-144 15,0-2-52-15,-4 4-200 0,-4-3-111 16,-1 0-29-16,2-4-240 16,3-2-292-16,-4-11-180 0,4-2-184 0,-1-6-228 0,1-7-48 15,-3 0 76-15,-1-7-273 0,0-8-571 16,0-5-1416-16,0 4-2900 0,-9-15-4189 16</inkml:trace>
  <inkml:trace contextRef="#ctx0" brushRef="#br0" timeOffset="128581.198">16618 7624 13937 0,'0'0'2848'0,"0"0"-1952"0,0 0 424 0,0 0-48 16,87-7-540-16,-59 7-12 15,0-4-187-15,8 1-353 0,1-3-180 32,2-4-276-32,1 7-637 0,-1-3-271 0,2 6-720 15,-13 0-2504-15,8 0-4809 0</inkml:trace>
  <inkml:trace contextRef="#ctx0" brushRef="#br0" timeOffset="128759.685">17300 7619 3100 0,'0'0'9337'0,"0"0"-6469"0,0 0-1760 16,0 0 288-16,-73 87-28 0,45-57-108 0,1 9-140 15,3 3-295-15,0-2-217 0,9 2-100 16,2-7-136-16,9-3-208 16,4-4-164-16,8-5-52 15,8-8 52-15,8-2-60 16,0-7-24-16,7-3-12 0,6-3 0 0,3-5-120 0,-5-6-220 15,1-3-208-15,4-3-61 0,0-2-415 0,0 0-1444 16,-12 6-3224-16,11-9-5621 0</inkml:trace>
  <inkml:trace contextRef="#ctx0" brushRef="#br0" timeOffset="129317.518">19140 7778 5004 0,'0'0'7777'0,"0"0"-6477"16,0 0-656-16,0 0 176 0,0 0 0 16,-87 51 0-16,67-12 24 0,-1 4-288 15,6 2-260-15,2 0 36 0,6-8-88 16,7-7-244-16,0-8-24 0,7-13-184 15,6-7 108-15,2-2 100 0,2-2 112 0,3-11-12 16,-1 1 4-16,9-8-104 0,-4 4-72 16,4 4-28-16,0 5 16 0,4 7-16 0,0 7 40 15,0 12 60-15,0 10 0 0,-4 8 144 16,0 8 160-16,0 9-168 16,-9 4 24-16,-3 5-64 0,-4 0 28 0,-4 0 60 15,-8 2 132-15,0 4-48 0,-8-3-72 16,-12 5-24-16,-4-5 8 15,-3-3 40-15,-5-8-24 0,0-7 33 0,0-14 207 16,0-4-60-16,0-11-180 0,0-11-88 16,4-4-36-16,1-4-72 0,-1-17 0 0,7-8-340 15,2-13-204-15,-1-6-17 16,7-13 125-16,2-10-196 0,3-9-480 16,4-4-1260-16,4 20-2244 0,4-25-3209 0</inkml:trace>
  <inkml:trace contextRef="#ctx0" brushRef="#br0" timeOffset="129581.409">19693 7718 4044 0,'0'0'8641'0,"0"0"-7149"0,0 0-508 0,84-12 712 0,-59 12-392 16,-10 5-516-16,-2 12-76 16,2 2-160-16,-6 6-136 0,2 7-64 0,-7 2-192 15,0 11-76-15,-4 3-12 0,0 6-64 16,-12-1 40-16,1 5-44 0,-6-7 4 0,6-7 8 15,-2-11 68-15,9-14 96 16,1-13 53-16,3-6 227 0,3-6-12 16,5-13-228-16,9-11-184 0,7-11-36 0,4-11-424 15,3-4-256-15,9-1-13 16,-4 0-259-16,3 6-604 0,2 3-736 16,-2 10-820-16,-3 7-1865 0,-8 9-915 0</inkml:trace>
  <inkml:trace contextRef="#ctx0" brushRef="#br0" timeOffset="129828.875">20288 7708 1736 0,'0'0'8088'15,"0"0"-3671"-15,0 0-2705 0,-9 67-372 16,1-32-164-16,1 4-20 0,-5-2-8 0,7 2-88 16,-2-11-331-16,7 1-341 15,0-14-244-15,12-2-144 0,0-10-8 0,3-3 4 16,5 0 4-16,5-16 0 0,-1-3-144 16,4-6-160-16,0 0-48 0,-1-7-60 15,-3 0 35-15,-4 4 181 0,-5-1-8 0,-2 4 116 16,-9 6 88-16,-4 3 88 0,0 0 20 15,-13 3 12-15,-2 3-72 16,-5 1-32-16,-4 3 92 0,-3 2-104 0,2 4-4 16,1 7 8-16,0 8-4 0,1 8-4 15,3-1 12-15,3 4 0 0,2-4-12 0,7-7-184 16,3 2-300-16,1-4-360 16,4-5-716-16,0-1-1620 0,17-7-4261 15</inkml:trace>
  <inkml:trace contextRef="#ctx0" brushRef="#br0" timeOffset="130119.626">20706 7703 784 0,'0'0'12345'0,"0"0"-9217"15,0 0-2084-15,-4 85 72 0,0-54 332 0,-8 2-56 16,8-7 89-16,-4-5-453 0,8-9-592 16,0-1-280-16,4-8-100 15,12-3-56-15,-1-3-8 0,6-8-88 0,7-7-180 16,0-4-100-16,0-4-168 0,0 0-12 15,0 1 48-15,-5 0 103 0,1 6 53 16,-4 3 12-16,-8 4 120 0,0 8 112 16,0 4 60-16,-8 0 48 0,-4 7 340 15,0 4 124-15,0 6-16 0,0 2-35 16,0 6-145-16,-4 2-4 0,4-2 52 16,-4 4 156-16,4-8-196 0,0 5-212 15,-4-8-64-15,4-1-288 0,0-8-304 16,0 0-112-16,4-2-37 0,0-7-307 0,4 0-1268 15,0-3-2760-15,8-16-3345 0</inkml:trace>
  <inkml:trace contextRef="#ctx0" brushRef="#br0" timeOffset="130330.403">21355 7703 8536 0,'0'0'6757'16,"0"0"-5301"-16,0 0-1068 0,13 79 368 15,-10-42 504-15,5 8 232 0,-4 9-79 16,9 3-397-16,-6 13-304 0,5 3 228 15,0 13-396-15,0 3-256 0,-4 9-108 16,0 1-96-16,-4 2-84 0,-4-2-60 16,-7-4-228-16,-2-12-120 0,-3-13-160 0,5-16 24 15,-6-17 52-15,5-15 104 16,1-11 24-16,-2-11-144 0,1-17-965 16,0-18-1511-16,5-12-1748 0,-1-17-685 0,0 10-2178 15,-9-44 7595-15</inkml:trace>
  <inkml:trace contextRef="#ctx0" brushRef="#br0" timeOffset="130562.621">21328 7734 11281 0,'0'0'3116'0,"0"0"-2308"15,0 0 184-15,79-45 96 16,-43 34-332-16,4-3 24 0,8 2 116 16,0 5-504-16,3 0-248 0,1 5-144 0,-4 2-52 0,-4 0-108 15,-9 9 0-15,-3 7-48 16,-11 1 100-16,-10 4 108 0,-7 8 12 15,-8 3 244-15,-11-1 52 0,-13 10-40 0,-12 1 0 16,-8-1 24-16,-8 4-48 0,-4-1-88 16,-4-3-140-16,8-6-16 0,9-7-524 15,3-8-404-15,12-5-436 16,9-5-1100-16,-1-7-3925 0</inkml:trace>
  <inkml:trace contextRef="#ctx0" brushRef="#br0" timeOffset="130694.414">22395 8172 16233 0,'0'0'4480'15,"0"0"-4344"-15,0 0-136 0,0 0-808 16,0 0-528-16,-88-22-512 0,65 19-2132 16,-21-3-5953-16</inkml:trace>
  <inkml:trace contextRef="#ctx0" brushRef="#br0" timeOffset="132780.723">1824 10029 4652 0,'0'0'8929'15,"0"0"-7397"-15,0 0-968 0,0 0 244 16,0 0 448-16,99-5-292 0,-58-2-164 16,6 1-228-16,9-4-68 0,4 1-80 0,8-1-96 15,8-3-60-15,-1 3-84 16,9 1-172-16,4-4 49 0,0 4-61 0,3-1-8 15,1 1-41-15,7-1 37 0,-3 4 12 16,7-4 0-16,5 1 61 16,3-1 19-16,5 1-76 0,0-3 0 0,-1-5-4 0,4 2-193 15,6-2-211-15,-7-2-32 16,2 1 156-16,7-5 192 0,2 4 80 16,2 0 8-16,4-1 40 0,1 6 32 0,7-2-64 15,-3-1 40-15,-1 5-48 0,4-4-60 0,1 0 60 16,8-3 80-16,3 0 32 0,0 0-16 15,8-3-36-15,0-1-60 16,2 4-64-16,-2 0-108 16,0 3 52-16,5-3 20 0,-2 3-8 0,1 4 108 15,1-1 8-15,-5 4-8 0,1 6-52 16,-4-1-36-16,-1 4 76 0,0 0 4 0,4 0 8 16,1 4 84-16,-1 2-72 0,0 0-12 15,-4-3 0-15,2 4 0 16,-6-4 16-16,4 0-12 0,0-3-4 0,0 3 60 15,-3-3 48-15,3 4-44 0,-7-4-4 16,-1 0-36-16,0 2-24 0,1-2 0 0,-1 5 4 16,1-5 44-16,-1 2-40 0,-3 1-8 15,-5 0-4-15,1 0-152 16,-5 0 56-16,4-3 52 0,-3 4-136 0,-1-4 0 16,1 0 56-16,3 0 128 0,-3-4 60 15,-1 4-60-15,1 0-72 0,-1 0 64 16,0 0 8-16,5 0 0 0,-1 0 104 0,1 4-100 15,3-1 52-15,5 3-4 0,-1 0-52 16,0 5-100-16,5-5-56 16,0 2-276-16,7-1 88 0,-4 0 28 15,9-2 80-15,-1 2 188 0,0 0-40 16,0-4 84-16,4 0-56 0,5 0 60 16,3 4 136-16,5-1 24 0,-1 0 24 0,4 7-172 15,0 0-8-15,4 3 80 0,4 3-84 16,1 1-12-16,7 1 12 0,-3 2 4 15,2-2-4-15,2 5-252 0,-1-4 240 16,4 3-64-16,0-2 76 0,1-1 100 0,-1 0-100 16,3-2-104-16,2-1 104 0,-1 0 124 15,4-5-12-15,0 6-40 0,1-1-72 16,3 0-124-16,-4 0 124 0,4-3 28 16,-4 3 144-16,4-3 0 0,-4 4-172 0,0-5-16 15,0-3 16-15,1 1 100 0,4-1-12 16,-1 2-88-16,0-5-4 15,4 1-132-15,-4 3 24 0,3-1 112 0,-2 7 92 16,0 0-92-16,-5 1-76 0,-5 1-20 16,5 2-88-16,-4 3 120 0,1-1-72 15,-5 0 136-15,-8 4-244 0,1-1 244 16,-1 4 36-16,-4-4 28 0,-4 5-56 16,0-2 184-16,-3 1-108 0,-5 2-20 0,4-1-56 15,4-1-4-15,1-5-4 16,-1 3 160-16,4-5-160 0,-4 0-44 15,0 1 44-15,1-1-4 0,-1 0 4 0,0 4 64 16,0-7 44-16,-3 3 64 0,0-2-172 16,-1-4 8-16,-4 0 164 0,4 1-120 15,-3-8-4-15,-6 4 12 0,6-4-60 0,-9-2-96 16,5 2 88-16,-10-1 8 16,2-5-4-16,-5 2 4 0,1-1 8 15,-13 0-8-15,1-4 60 0,-9 3-60 0,-4-2 48 16,-11-1-48-16,-12-1-56 0,-9 2 52 15,-16 2-96-15,-11-3-132 16,-8 4-344-16,-20-1-328 0,-12 0-452 0,-16 4-928 16,-13-4-2265-16,-22 4-2555 0</inkml:trace>
  <inkml:trace contextRef="#ctx0" brushRef="#br0" timeOffset="134446.418">3031 10509 1616 0,'0'0'5036'0,"0"0"1041"0,0 0-4181 16,0 0-624-16,0 0 168 16,0 0-8-16,0 0-288 0,0 0-340 0,0 0-364 15,0 0-148-15,-4 9-88 0,28-2 89 0,8 5 191 16,4-2 16-16,8 2-272 15,7-5 0-15,2-4-216 0,-1-3 136 16,-1 0-64-16,1-12-36 0,-4-4-40 0,-1 0-8 16,2-6-76-16,-10 0-204 15,-7 3-204-15,0 0-144 0,-8 2-137 16,-9 4-319-16,-2 7-856 0,-9 3-1808 0,-4 3-1777 16,-8 3-1671-16</inkml:trace>
  <inkml:trace contextRef="#ctx0" brushRef="#br0" timeOffset="134627.147">3306 10636 6776 0,'0'0'1756'0,"0"0"608"0,0 0-1027 0,-15 89-185 15,15-48 220-15,4 7-40 16,-1 6-156-16,5 3-272 0,1 3-212 0,-1 3-92 16,-5 1-196-16,1 0-72 0,-4-3-76 15,0-5-244-15,0-5-12 0,0-10-120 16,-4-8-224-16,4-8-60 0,0-10-196 0,-3-5-204 15,3 0-424-15,-4-4-956 16,4-3-2565-16,-13-3-2699 0</inkml:trace>
  <inkml:trace contextRef="#ctx0" brushRef="#br0" timeOffset="134794.909">3291 11176 6704 0,'0'0'3900'0,"0"0"-1819"0,0 0-793 0,0 0 256 16,103-26 120-16,-79 23-312 0,0 0-296 15,4 0-236-15,-5 3-320 0,1-7-316 16,1 4-184-16,-1 0-172 0,-9 0-340 16,-2 0-320-16,-2 3-312 0,-7 6-556 0,0 7-1404 15,-4-1-1937-15,-8 17-3546 16</inkml:trace>
  <inkml:trace contextRef="#ctx0" brushRef="#br0" timeOffset="134967.727">3302 11537 2584 0,'0'0'6360'0,"0"0"-3363"16,0 0-1209-16,0 0-408 0,0 0-72 16,0 0-284-16,0 0-432 0,0 0 0 15,0 0 332-15,0 0-140 0,100-3-248 0,-69-6-172 16,6-4-216-16,-1 1-148 16,0-4-16-16,-1-3-532 0,1 0-268 15,1 3-336-15,-14 4-1004 0,12-5-3356 0</inkml:trace>
  <inkml:trace contextRef="#ctx0" brushRef="#br0" timeOffset="135494.698">4948 11376 8672 0,'0'0'4673'0,"0"0"-3365"16,0 0-716-16,0 0 64 0,0 0 384 15,0 0 92-15,0 0-272 16,0 0-404-16,-24 72-308 0,13-49-136 0,-2 2 60 16,2 1-72-16,2-4-160 0,-3-6-232 15,5 0-76-15,-1-7-36 0,-1 1-168 16,5-1-336-16,0-2-692 0,1-4-860 0,3-3-2265 15,-4 0-2071-15,4-13 6740 0</inkml:trace>
  <inkml:trace contextRef="#ctx0" brushRef="#br0" timeOffset="135931.005">6060 10547 572 0,'0'0'10284'0,"0"0"-7487"0,0 0-1129 15,0 0-372-15,0 0 36 16,0 0-40-16,92 10-212 0,-53-4-312 0,1 3-272 15,4-3-240-15,-1-2-35 0,2-1-113 16,-6-3-12-16,1 0-96 0,-4-7 0 16,-1-5-132-16,2-1-245 0,-9 1-183 0,-1-7-244 15,1 3-312-15,-12 3-896 0,0 1-2672 16,-11 2-2885-16</inkml:trace>
  <inkml:trace contextRef="#ctx0" brushRef="#br0" timeOffset="136116.028">6402 10643 3648 0,'0'0'6640'0,"0"0"-4635"16,-16 82-613-16,12-41 16 0,4 11 124 15,0 4-40-15,0 4-372 0,0 7-336 16,0 0-296-16,4 2-84 0,-4 1-184 16,5-6-124-16,-5-7-96 0,0-9-352 0,0-16 8 15,0-7 28-15,0-10-100 0,0-8-208 16,0 0-312-16,4-7-716 15,-4 0-2204-15,0-7-2677 0,0-5 1117 0</inkml:trace>
  <inkml:trace contextRef="#ctx0" brushRef="#br0" timeOffset="136263.65">6395 11211 1420 0,'0'0'9613'0,"0"0"-7201"0,0 0-804 16,0 0 116-16,79-39-200 15,-55 33-416-15,-4 0-216 0,3-1-208 0,-2 1-280 16,3 0-248-16,-9-4-156 0,5 4-240 0,-8 0-368 15,1-1-184-15,-6 7-300 0,-3 0-704 16,0 7-2448-16,-8 8-1937 0</inkml:trace>
  <inkml:trace contextRef="#ctx0" brushRef="#br0" timeOffset="136429.105">6423 11448 1160 0,'0'0'8260'0,"0"0"-6183"16,0 0-641-16,0 0 396 0,0 0-172 15,107 10-376-15,-68-10-100 0,6-10-204 0,2 1-232 32,5-7-56-32,-4-3-240 0,3-7-452 0,2-5-88 0,-6-7-396 15,5-6-136-15,-4-1-212 0,-4-6-384 0,0 1-1008 16,-17 9-2880-16,1-13-4901 0</inkml:trace>
  <inkml:trace contextRef="#ctx0" brushRef="#br0" timeOffset="136628.665">7012 10312 10484 0,'0'0'4901'16,"0"0"-4397"-16,0 0-152 0,0 0 584 16,72 70 416-16,-44-34-100 0,0 1-264 15,3-2-304-15,-3 3-380 0,-3-7-304 0,1 2-24 16,-1-5-464-16,-1-9-268 0,-4-3-260 15,3-9-88-15,1-7-708 0,-7-7-2176 16,6-19-4069-16</inkml:trace>
  <inkml:trace contextRef="#ctx0" brushRef="#br0" timeOffset="136798.371">7446 10179 8172 0,'0'0'7077'0,"0"0"-5565"0,0 0-1028 16,-91 64-100-16,55-31 200 0,-5 16 324 15,-2-2-108-15,0 7-384 0,-2 1-296 16,6-2-108-16,3 1-12 0,-5-6-220 16,10-1-404-16,-5-2-184 0,8-1-292 15,0-2-1012-15,9-13-2769 0,-5 4-4843 16</inkml:trace>
  <inkml:trace contextRef="#ctx0" brushRef="#br0" timeOffset="143162.072">7546 10931 8916 0,'0'0'4709'0,"0"0"-3785"0,0 0-920 0,0 0 320 0,0 0 320 16,84 0-144-16,-56 3-220 0,-5 0-168 15,1-3-60-15,4 0-12 0,0 0-40 16,-4 0-12-16,4 0-444 0,-5 0-308 16,-3 0-376-16,-3 0-1156 0,-2 0-3537 0</inkml:trace>
  <inkml:trace contextRef="#ctx0" brushRef="#br0" timeOffset="143365.272">7649 11164 8688 0,'0'0'3009'0,"0"0"-1117"16,0 0-436-16,0 0-552 0,0 0-460 15,0 0-196-15,0 0 140 0,0 0 244 16,0 0-72-16,84 8-328 0,-52-8-72 16,3 0-160-16,1 0 0 0,5-6 0 15,-2-3-420-15,1-1-456 0,-3 0-240 16,-2 1-608-16,-12 3-2309 15,9-7-3151-15</inkml:trace>
  <inkml:trace contextRef="#ctx0" brushRef="#br0" timeOffset="143717.569">8478 10468 10424 0,'0'0'3221'0,"0"0"-1653"15,0 0-1000-15,0 0-556 16,0 0 300-16,0 0 392 0,0 0 388 0,108-3-252 16,-61 9-212-16,5-3-76 0,0-1-344 15,0-2-100-15,0 0-108 16,0 0 0-16,-5-2 0 0,-3-4-48 0,0-4-64 16,-9-2-388-16,-3 2-312 0,-8 0-360 0,1 4-856 15,-14-1-1920-15,-7 7-1629 0</inkml:trace>
  <inkml:trace contextRef="#ctx0" brushRef="#br0" timeOffset="143912.453">8769 10613 9732 0,'0'0'1253'0,"0"0"-573"0,0 0 140 16,-24 99 380-16,20-52 120 0,0 12-216 15,4-1-312-15,-3 10-24 0,3 2-260 0,-5-3-248 16,5-4-160-16,-4-10-100 15,4-4-4-15,0-12-168 0,0-8-152 16,0-13 4-16,0-3-188 0,0-10-252 0,4-3-276 16,1 0-352-16,-2-10-668 0,1-5-873 15,0 2-1467-15,4-12-247 0</inkml:trace>
  <inkml:trace contextRef="#ctx0" brushRef="#br0" timeOffset="144061.852">8773 11137 28 0,'0'0'4684'0,"0"0"-2016"15,0 0 92-15,36-66-367 0,-16 53-409 0,-1 1-460 16,5 3-332-16,1-2-376 0,3 3-196 15,0-3-128-15,3 5-136 0,5-3-64 16,-4 2-180-16,0 0-16 0,-4 1-40 16,0 0-56-16,-9 6-292 0,-3 0-468 15,-4 10-352-15,-8 9-480 0,-4 6-920 16,0-2-2605-16,-19 17-2587 0</inkml:trace>
  <inkml:trace contextRef="#ctx0" brushRef="#br0" timeOffset="144229.178">8904 11376 7808 0,'0'0'1932'0,"0"0"-1196"0,0 0-39 16,0 0 99-16,0 0 0 0,0 0 172 16,0 0 44-16,0 0-16 0,0 0-16 15,0 0-108-15,92 21-144 0,-64-23-172 0,4-4-212 16,0-5-244-16,3 2-100 0,1 0-16 16,1-4-548-16,-5 3-276 0,3 1-28 15,1 0-700-15,-12 2-624 16,12-9-3149-16</inkml:trace>
  <inkml:trace contextRef="#ctx0" brushRef="#br0" timeOffset="144429.039">9630 10976 8068 0,'0'0'7301'0,"0"0"-6093"0,0 0-1196 15,0 0 376-15,0 0 120 16,0 0-12-16,83 2 108 0,-55-2-88 15,0-6-72-15,8-2-52 0,0-6 12 16,0-2-172-16,0 0-184 0,3 4-48 0,-3-1-256 16,0 1-368-16,0 2-248 0,-4 4-300 0,0 3-956 15,-9-1-2376-15,5 4-3617 0</inkml:trace>
  <inkml:trace contextRef="#ctx0" brushRef="#br0" timeOffset="145112.365">10988 10550 4972 0,'0'0'1576'0,"0"0"3397"15,0 0-3745-15,0-63-412 0,0 44 164 16,-3 2 16-16,3-2 184 15,-4 7-172-15,-1-1-132 0,1 5-320 0,0 1-152 16,4 3-72-16,-8 4-28 0,1 4 12 16,-2 8-316-16,-6 10 0 0,-6 14-168 0,-3 11 20 15,1 13 76-15,-1 3 20 0,4 1 4 16,4-3 40-16,0-4-64 16,4-6-52-16,5-10 28 0,7-10-100 0,-5-4-76 15,5-13 28-15,5-3-28 0,2-8 76 16,1 0 24-16,8-3 172 15,4 0 48-15,0 0 4 0,0 4-52 0,-1-2-84 16,2 4 80-16,-6 5-60 0,-2 1 64 16,-2 4 120-16,2 6 28 0,-9 3 24 15,3 1 100-15,-7 2 12 16,4 3-40-16,-4 5 36 16,0-7-72-16,0 2-132 0,-4-5-76 15,4-7 0-15,0-4-112 0,0-8-96 0,0-4-332 0,4-3-112 0,4-7-124 16,5-8-768-16,2-7-1020 15,-2 3-2993-15,6-19-2618 0</inkml:trace>
  <inkml:trace contextRef="#ctx0" brushRef="#br0" timeOffset="145412.009">11359 10906 2672 0,'0'0'9685'16,"0"0"-8269"-16,0 0-680 0,24 89 664 0,-24-54 276 15,0-7-84-15,0-3-112 0,0-5-508 16,0-11-423-16,0-9-453 0,4 0-96 15,4-6-44-15,3-10 44 0,2-9 156 16,6-8-152-16,1-4-4 0,1-5-144 0,-2 4-148 16,-3 4-13-16,0 4 53 15,-8 5 20-15,0 10 48 0,-8 5-12 16,0 3 100-16,-8 5 84 0,-8 2-112 16,1 0 4-16,-10 0 36 0,1 9-36 0,0 1 116 15,1 5-4-15,3 2 8 16,0-2-4-16,4-2 4 0,0-1-96 0,8 1-88 15,0-3-320-15,4-7-700 0,4 0-1028 32,0-3-1828-32,0-6-2405 0</inkml:trace>
  <inkml:trace contextRef="#ctx0" brushRef="#br0" timeOffset="145765.034">11809 10322 12837 0,'0'0'1512'0,"0"0"-540"0,0 0 400 15,0 0-92-15,0 0-160 16,0 0-88-16,0 0-388 0,0 0-240 0,0 0-136 16,0 0-124-16,56 79-20 0,-56-54-76 15,0 7 0-15,-4 3-44 0,-4 3 4 16,-5 3-8-16,2 5-84 0,-1-9-124 16,-4 1-36-16,8-3-36 0,-3-4 48 15,2 2 40-15,5-7-16 0,4-1-48 0,0-3-100 16,8-4-12-16,4 5 12 15,0-4 84-15,4-3 76 0,0 0 124 16,0-1 72-16,0 2 12 0,0-2 0 0,-5 1 148 16,2 3-112-16,-5 0 40 0,-1 4 228 15,-3-1 92-15,0 3-104 0,0 4-108 0,-4-1-72 16,0 1-40-16,0 0-24 0,0 6 28 16,-4-4-16-16,-7 7 40 0,3-3-28 15,-1 3 60-15,-2 0-20 0,-1-6 48 16,0 0 32-16,4-7-144 0,0-8-60 15,-1-5-108-15,6-5-464 0,-1-7-308 16,4 0-372-16,-4 0-1112 0,0-14-3509 16</inkml:trace>
  <inkml:trace contextRef="#ctx0" brushRef="#br0" timeOffset="146471.69">13562 10811 380 0,'0'0'7280'0,"0"0"-2607"15,0 0-3613-15,0 0-108 16,0 0 172-16,8 76 368 0,-8-41-288 16,0 2-388-16,0 5-364 0,0-4-180 0,0 1-152 15,0-11-108-15,0 0 0 0,-3-9 0 16,-2-6-4-16,5-1-8 0,-4-5-48 16,0-3-344-16,4-4-232 0,-4 0-156 0,-4-4-484 15,5-9-952-15,-6 1-2749 16,-7-20-2775-16</inkml:trace>
  <inkml:trace contextRef="#ctx0" brushRef="#br0" timeOffset="146611.485">13466 10512 13301 0,'0'0'1988'0,"0"0"-1096"0,0 0-64 0,0 0 300 16,0 0-132-16,0 0-260 0,0 0-708 15,0 0-28-15,0 0-236 16,0 0-488-16,92-25-424 0,-68 34-1140 15,-4 1-3073-15,0 6-4659 0</inkml:trace>
  <inkml:trace contextRef="#ctx0" brushRef="#br0" timeOffset="146964.287">13921 10794 12269 0,'0'0'1632'15,"0"0"-872"-15,0 0 564 0,0 0 336 0,0 0-8 16,0 0-524-16,0 0-664 0,0 0-356 15,0 0-96-15,0 0 0 16,-56 80 36-16,40-58-48 0,-4 0-12 0,5 1 0 16,-2 0 4-16,1-5-4 0,4 1-48 15,4-2-12-15,8-5-52 0,-3 1-108 0,3-1-36 16,7 1 124-16,5 0-40 16,8-4 36-16,8 1 140 0,4-4 8 15,0-3 40-15,4 0-28 0,-1-3 64 0,1 0-72 16,-3 3 4-16,-6 1 76 0,1-1 160 15,-4 0 36-15,-8 3-84 16,4-3-84-16,-12 7 32 0,0-1 4 0,0 4-76 16,-8-1-60-16,0 5 60 0,-4-5-68 31,-4 4-4-31,-1 4-104 0,-6-8-176 0,2 4-88 16,2-6-132-16,-1 2-160 0,0-5-264 0,0 2-448 0,1-3-728 15,-2-2-1828-15,-6-1-2977 0</inkml:trace>
  <inkml:trace contextRef="#ctx0" brushRef="#br0" timeOffset="147614.366">15343 10966 4440 0,'0'0'5652'0,"0"0"-3823"16,0 0-573-16,-4-66-164 0,-4 49-68 15,-8 5-52-15,4-1-200 0,-8 6-124 0,-4 5-20 16,1 2-160-16,-1 6-48 16,0 10-112-16,-1 13-16 0,2 5 28 0,3 14 44 15,4 7 4-15,4-2-100 0,4 1-52 16,8-3-92-16,0-9-112 0,8-11-8 0,4-9-4 16,4-9-124-16,4-10 16 15,3-6 8-15,5-13 100 0,0-9 0 16,4-11-56-16,-4-1-300 0,4-5-32 0,-8 1 20 15,0 3 148-15,-4 0 60 0,-4 7 88 16,-1 1 68-16,2 8-8 0,-6 6-40 16,-2 3 48-16,-1 7-116 0,0 6 108 15,-1 0 12-15,2 13 232 0,-1 6 48 16,3 6 28-16,-2 7-188 0,-1-1-72 16,-1 5 28-16,5-4-12 0,0-1-64 0,4-5-84 15,4-5-76-15,8-4-368 16,4-11-328-16,4 0-380 0,7-6-476 0,-10 0-1472 15,14-15-5781-15</inkml:trace>
  <inkml:trace contextRef="#ctx0" brushRef="#br0" timeOffset="148345.044">16295 10804 8308 0,'0'0'4277'0,"0"0"-2785"0,0 0-420 15,80-22 424-15,-57 22-300 0,2 10-272 16,-5 9-184-16,-5 9-92 0,-2 4-172 15,-9 6-160-15,0 3-96 0,-4-2-112 16,0-4-104-16,0-11-4 0,0 2 0 0,-4-10-12 16,4-3-96-16,0-7-88 15,0-3 0-15,0-3-12 0,0-3-32 0,4-6-152 16,3-13 72-16,10-5 88 0,-2-4 36 16,5-4 0-16,1 0 96 15,-2 3 88-15,1 4 8 0,4 6 4 0,-4 5-60 16,0 12 60-16,-4 2 184 0,-4 6 96 0,-4 9-32 15,-1 6-40-15,-7 9 36 16,0 1-84-16,0 0-4 0,-7-2-20 0,-1 3 24 16,0-6-64-16,4-9-88 0,-1 0 4 15,2-5-4-15,3-5-8 0,0-4-4 16,0-7-68-16,8-6-28 0,4-8 52 16,3-5 40-16,6-7-76 0,3 2 72 0,4 2-64 15,-4 4 72-15,3 6 0 0,-3 7-4 16,0 8 4-16,-4 4 0 15,0 0 4-15,-4 16 64 0,-4 3 140 0,0 6 28 16,-4 1-12-16,-4 2-12 0,0 1 12 16,-4 0-52-16,0-1-8 15,0-3-3-15,0 1-37 0,0-4-44 0,0-3-76 16,-4-3-88-16,4-6-189 0,0-4-319 16,0-3-148-16,0 1-160 15,0-4-364-15,7-4-840 0,-3-3-1028 0,9-11-2845 0</inkml:trace>
  <inkml:trace contextRef="#ctx0" brushRef="#br0" timeOffset="148681.577">17172 10865 10544 0,'0'0'3001'0,"0"0"-1733"0,0 0-572 16,0 0 360-16,0 0 632 0,0 0 32 16,-12 92-560-16,4-54-419 0,0 4-109 15,0-8-40-15,4-5-240 0,4-4-256 0,0-9-96 16,8-4-108-16,4-5-16 0,0-7 52 15,4 0-24-15,3-13 88 0,9-9 0 16,0-3-196-16,0-10-64 0,0 0 112 16,4 0-88-16,-8-1 136 0,0 2 0 0,-1 5 44 15,-6 1-8-15,-2 6 68 16,-6 6 4-16,-1 6 8 0,-4 8-8 16,-4 2 0-16,3 12 112 0,-3 7 180 15,0 6-24-15,0 7-148 0,-3-1-12 16,-1 4 16-16,0 0 56 0,4-3-24 0,0 0-60 15,0-7-60-15,0-2-36 0,4-11-180 16,3-6-84-16,6-6-28 0,-1-3-108 16,4-9-97-16,-1-10-183 0,10-10-480 15,-1-6-984-15,4-3-2080 0,-9 5-1593 16,13-14-931-16</inkml:trace>
  <inkml:trace contextRef="#ctx0" brushRef="#br0" timeOffset="148880.84">17981 10276 12837 0,'0'0'2044'16,"0"0"-1236"-16,0 0-256 0,0 0-100 0,0 0 556 0,0 0 544 16,-17 93-512-16,6-49-428 15,3 5-28-15,-4 4 169 0,4 4-293 16,0 0-144-16,4 4-136 0,4-7-180 0,0 1-24 16,0-5 12-16,8-6-108 0,0-3-172 15,-4-3-240-15,8-11-65 0,0-8 25 16,-1-7-24-16,6-10-64 0,3-2-532 15,-1-6-1140-15,2-6-1680 0,7-13-2317 16</inkml:trace>
  <inkml:trace contextRef="#ctx0" brushRef="#br0" timeOffset="149105.422">18403 10376 1772 0,'0'0'10617'0,"0"0"-9725"0,0 0-816 0,0 0 436 16,4 79 132-16,-12-38 556 0,-4 0 116 15,0 7-324-15,4-1-176 16,-4-3 4-16,5 5-208 0,-6-2-268 0,5-1-176 16,1 1-168-16,-1 3 0 0,3 1-132 15,1 1-16-15,4-8-292 16,0-6-148-16,0-10 60 0,0-6 160 0,4-12 60 16,1-6 60-16,3-4-124 0,-5-7-296 15,1-6-32-15,4-6-44 0,-8 0-228 16,0-6-284-16,0-5-652 0,0 9-1977 15,-12-20-2027-15</inkml:trace>
  <inkml:trace contextRef="#ctx0" brushRef="#br0" timeOffset="149269.924">18132 10662 12465 0,'0'0'1696'0,"0"0"-836"0,0 0-232 0,0 0-276 16,0 0 176-16,0 0 668 15,0 0-124-15,0 0-540 0,107-26-204 0,-66 14-264 16,2-5-64-16,1 4-132 0,-4 1-336 15,0 2-308-15,-4 4-100 0,-5 6-132 16,-3 0-252-16,-3 3-1612 0,-5 10-3397 16</inkml:trace>
  <inkml:trace contextRef="#ctx0" brushRef="#br0" timeOffset="150882.192">18746 10836 6472 0,'0'0'2688'0,"0"0"-595"16,0 0-885-16,0 0 68 0,0 0 256 15,0 0 12-15,0 0-228 0,0 0-416 16,0 0-348-16,0 0-272 0,0 0 4 16,4 29-40-16,-12 12-12 0,-1 0-76 15,2 1-72-15,-1-7-84 0,4-8-8 16,0-4-80-1,4-7-68-15,0-6-296 0,0-4-208 0,4-6-240 0,4 0-248 16,-4 0-844-16,0-6-2036 0,-4-13-2961 0</inkml:trace>
  <inkml:trace contextRef="#ctx0" brushRef="#br0" timeOffset="151046.075">18793 10585 5976 0,'0'0'6877'0,"0"0"-5441"0,0 0-384 0,0 0 28 0,0 0 104 15,0 0-184-15,41-67-484 0,-26 61-516 16,13 0-60-16,0 0-76 0,4 2-368 16,4 4-376-16,-1 0-252 0,-3 4-656 0,-4 2-1184 15,4 6-3641-15</inkml:trace>
  <inkml:trace contextRef="#ctx0" brushRef="#br0" timeOffset="151262.37">19192 10966 9852 0,'0'0'1149'0,"-12"92"-749"0,4-47 396 16,-4 12 504-16,0 9 148 0,0 4 76 16,0 0-504-16,1 3-252 0,-2 0-128 15,5 4-160-15,-3-4-212 0,2-1-132 16,-2-2-40-16,-1-6-88 0,3-7-8 16,2-10-48-16,-1-11 0 0,4-5-48 15,-1-12-140-15,1-9-84 0,4-4-60 0,0-6-40 16,0-6-148-16,0-10-324 0,0-10-288 15,0-9-196-15,4-9-36 0,5-10-348 16,-1-6-369-16,-5 12-1031 0,5-37-1172 16</inkml:trace>
  <inkml:trace contextRef="#ctx0" brushRef="#br0" timeOffset="151463.222">19132 10937 9276 0,'0'0'1540'0,"0"0"-279"15,36-79-97-15,-16 53-8 0,0 1-60 0,-1 3-188 16,6 3-196-16,3 3-180 0,-4 7-48 15,0 2-164-15,-1 7-184 0,1 0-128 16,-4 10 92-16,-8 5 12 0,0 8-100 16,-8 6 132-16,-4 9-140 0,0 3 132 15,-12 6-72-15,-8 1-64 0,0-1-208 0,0-1-172 16,1-12-4-16,-2-9-72 0,10-9-52 16,-2-5-104-16,9-11-180 0,1 0-380 15,3-11-1272-15,3-17-3369 0</inkml:trace>
  <inkml:trace contextRef="#ctx0" brushRef="#br0" timeOffset="151766.527">19845 10300 8584 0,'0'0'1952'0,"0"0"-1167"0,0 0-25 16,0 0 468-16,0 0-112 16,0 0 96-16,0 0-32 0,0 0-236 15,-4 94-152-15,-4-39-176 0,-3 2-128 16,2 6-8-16,-2-3-40 0,3 1-28 16,4-1-120-16,-5 1-208 0,2-4-84 0,3-3-4 15,0-4-80-15,4-8-244 0,0-8-416 0,4-8-40 16,7-10 84-16,10-13-116 15,3-3-376-15,4-15-516 0,4-8-644 16,3-6-2193-16,-7 4 365 0,8-10 868 0</inkml:trace>
  <inkml:trace contextRef="#ctx0" brushRef="#br0" timeOffset="151898.103">20105 10849 3784 0,'0'0'2576'0,"0"0"320"16,0 0-71-16,0 0-809 0,0 0-188 16,0 0-340-16,7 79-484 0,-7-57-92 0,-7 4-32 15,-1-1-136-15,-1 4-172 16,-2-4-135-16,-1-2-193 0,-1-5-196 15,6-2-48-15,-1-6-144 0,3-7-393 16,1 0-231-16,0-3-244 0,1 0-340 0,-1-6-1012 16,4-1-2881-16,-4-12-3655 0</inkml:trace>
  <inkml:trace contextRef="#ctx0" brushRef="#br0" timeOffset="152046.605">20037 10709 12045 0,'0'0'2044'0,"0"0"-856"0,0 0 84 0,0 0-92 15,0 0-216-15,0 0 16 0,0 0-440 16,83-16-392-16,-59 16-148 16,0 7-68-16,4 2-296 0,0 0-324 0,0 4-284 15,4 3-704-15,-9-4-1304 0,14 11-4521 16</inkml:trace>
  <inkml:trace contextRef="#ctx0" brushRef="#br0" timeOffset="152262.97">20722 10836 12449 0,'0'0'2100'0,"0"0"-540"0,0 0 16 16,0 0-468-16,-76-16-52 0,53 22-40 0,-1 14-568 15,-4 8-144-15,0 7-23 16,3 6 23-16,1 4 84 0,5-1 84 16,3-2-196-16,8-4-276 0,4-4-44 0,4-5-88 15,0-4-48-15,4-6-88 0,12-6-204 0,4-6-113 16,8-7-23-16,7-7-136 15,6-9-528-15,-2-10-1020 0,-7 7-1856 16,12-12-2065-16</inkml:trace>
  <inkml:trace contextRef="#ctx0" brushRef="#br0" timeOffset="152728.463">20961 10992 11521 0,'0'0'2364'15,"0"0"-1400"-15,0 0 304 0,0 0 84 0,0 0 140 0,-72 79-116 16,57-63-416-1,-2 0-399-15,6-4-125 0,7 1-72 0,0-7-108 0,4 1-256 16,0-7-172-16,0 3-92 0,8-3 92 0,3 0-20 16,6-7-89-16,2-2 25 0,5-7-24 0,0 4-232 15,0-1-12-15,-5 4 72 0,-2 5 184 16,-9 4 32-16,-1 4 84 0,-2 8 152 16,-5 4 208-16,0 6 160 0,0 0-16 15,-9 4 88-15,6-5 36 0,-1 0-172 16,0-9-304-16,4-3-72 0,0-5-160 0,8-4-96 15,8-4 24-15,-1-12-260 0,10-6-244 16,3-7-652-16,0-6-592 16,7-2-136-16,1-1 624 0,-4-4 107 15,3-2-495-15,1-4-140 0,-3-6 344 0,3-2 108 16,-4-5 1640-16,-4 4 260 16,0 3 1240-16,-5 9 412 0,-7 10 428 0,-1 10-312 15,-2 12-347-15,-9 7-353 0,0 6-212 16,-4 9 192-16,0 10-36 0,0 9-124 15,-12 12-276-15,-4 4 32 0,0 9 84 16,-4 1-175-16,0 7-13 0,4-4-244 0,0 0-376 16,4-2-180-16,5-8-48 0,2-3-60 15,5-6-256-15,0-6-156 0,0-7-84 16,5-3 19-16,-1-9-71 0,-1-3-212 16,-3-3-368-16,0-7-484 0,0 0-60 0,0-5-160 15,-7-4-1061-15,-6-7-1255 0,-2-2 1796 16,-2-5-424-16</inkml:trace>
  <inkml:trace contextRef="#ctx0" brushRef="#br0" timeOffset="152862.066">21280 11078 2216 0,'0'0'3052'0,"-44"-67"-348"16,24 38-760-16,4 6-291 0,8 8 35 16,4 5 36-16,4 7-300 0,0 0-452 15,0 0-340-15,12 3-188 0,4-3 160 16,8-1-136-16,8 1-248 0,0 0-160 16,0 0-56-16,3 0-4 0,-3-3 0 0,4-1-208 15,-4 1-356-15,3 0-324 16,-7-4-516-16,4 4-632 0,-11 3-2533 15,7-4-2667-15</inkml:trace>
  <inkml:trace contextRef="#ctx0" brushRef="#br0" timeOffset="153013.764">21858 10887 10104 0,'0'0'3969'0,"0"0"-2997"16,0 0 224-16,19 77-244 0,-19-46 284 16,0 0 128-16,0 1-448 0,0 0-416 15,0-3-160-15,0-4-144 0,0-3-196 0,5-6-172 16,-1-3-84-16,3-4-280 0,1-2-132 15,0-7-44-15,-3-4-432 0,6-6-520 16,-7-5-932-16,4 2-3049 0,-8-15-2706 0</inkml:trace>
  <inkml:trace contextRef="#ctx0" brushRef="#br0" timeOffset="153161.915">21929 10744 9352 0,'0'0'5881'0,"0"0"-4149"0,0 0-936 0,0 0-336 16,0 0-68-16,0 0 496 0,0 0-192 15,0 0-588-15,0 0-8 0,0 0-100 16,0 0-232-16,60 15-392 0,-49-8-348 16,2 3-364-16,-1-4-1012 0,-5 6-3485 0</inkml:trace>
  <inkml:trace contextRef="#ctx0" brushRef="#br0" timeOffset="153647.782">22232 11239 12117 0,'0'0'2232'0,"0"0"-532"0,-8 80-212 15,8-58-536-15,4-3-336 0,4-3-136 16,3-10-212-16,6-3 4 0,7-6 288 16,4-13-220-16,12-9-112 0,3-10-228 15,1-6-220-15,4-1-72 16,-4-3 96-16,-1 4 76 0,-3 4 72 0,-3-1-196 15,-5 2-100-15,-9 5-48 0,-3 2-88 16,-4 10 64-16,-8 6 228 0,-4 7 64 0,-4 3 64 16,0 3 12-16,-4 6-52 0,-8 0-124 15,4 7 172-15,-8 6 52 0,0 1 308 16,1 2 160-16,-2-1-132 0,2 5-80 16,-2-3-96-16,6-1-160 0,-6 0 0 15,6-6-60-15,3 0-28 0,3-4-84 0,-3-5-112 16,5-5 76-16,3 2 48 0,-4-4 36 15,4 0 0-15,-4 0 40 16,-5-4 44-16,-2 2 40 0,-5-2 124 0,-4 4 48 16,-8 0-120-16,4 6-44 0,-4 11-8 15,9-1 480-15,-2 10-160 0,10-1-172 16,-2 3-88-16,2 1 52 0,7-4 96 16,4-5-24-16,4-6-88 0,11-3 52 15,9-5 184-15,8-4-4 0,16-2-96 16,3-8-76-16,9-5 24 0,9-6-180 0,2-1-48 15,-3 2-208-15,3-5-328 16,-6 5-188-16,-2-2-532 0,-19 8-1544 16,12-8-4829-16</inkml:trace>
  <inkml:trace contextRef="#ctx0" brushRef="#br0" timeOffset="154797.246">22088 11014 3816 0,'0'0'1068'0,"0"0"-1052"0,0 0-12 15,0 0 776-15,0 0 1780 0,0 0-772 16,0 0-383-16,0 0-289 0,0 0-68 15,-7-45 80-15,7 40-8 0,0 0-52 16,0 3-172-16,0 2-280 0,0 7-332 16,0 11-112-16,0 14 60 0,0 12 88 15,0 4 48-15,3 6-124 0,1-3-60 16,0-4-84-16,0-5-92 0,5-11-8 0,-2-5 0 16,5-11-48-16,1-5 48 15,-2-7 64-15,6-3 56 0,2-3 16 0,1-13 32 16,0-9-68-16,3-4-16 0,2-9-84 15,3 1-8-15,-4-5-4 16,0 0-108-16,-5 1-112 0,5 3-148 0,-3 3-24 16,-2 0-332-16,5 3-396 0,-4 1-680 15,-4 8-2332-15,8-8-2869 0</inkml:trace>
  <inkml:trace contextRef="#ctx0" brushRef="#br0" timeOffset="155372.641">24296 11176 10648 0,'0'0'2373'0,"0"0"-1733"16,0 0-552-16,0 0-36 0,0 0 380 0,0 0 464 16,0 0 340-16,0 0-552 15,0 0-372-15,0 0-64 0,0 0-12 0,-64 16-28 16,40 12-8-16,0-2-40 0,9 2-12 16,2-9-60-16,9-3-88 0,4-3 0 15,9-7 0-15,2 0 0 0,10 1 184 0,2-4-132 16,5 0-44-16,0 0-12 0,-4 0 4 15,4-3 0-15,-9 4-8 0,1 3 4 16,-8-2 0-16,-3 4-96 0,-2 5 100 16,-3-2 12-16,-4 4 112 0,0 3-76 15,-4 0 4-15,-12 1 32 0,4-2 28 16,-8 1-52-16,1-3-52 0,2-3 4 0,-2-4-4 16,-1 2-8-16,0-8-208 15,4 2-184-15,4-5-76 0,0 0-164 16,4 0-152-16,1-8-44 0,7-3-368 0,0-5-788 15,0 4-2213-15,11-13-1543 0</inkml:trace>
  <inkml:trace contextRef="#ctx0" brushRef="#br0" timeOffset="155715.659">24870 11214 12553 0,'0'0'2052'16,"0"0"-996"-16,-16 79 164 0,-5-44 168 0,2 3 0 15,-9 0-44-15,4-5-359 0,4-5-365 16,8-9-328-16,4-7-292 0,8-5-28 0,0-4-188 16,8-3 60-16,9-6 68 0,2-10 28 0,9-6-108 15,0-3-369-15,7-4-167 16,-3-3 20-16,-4 6 60 0,-4-2 160 16,1 6 32-16,-6 0-72 0,-3-1-80 0,-4 0 16 15,0 5 268-15,-4 1 224 16,-4 9 76-16,0 1 188 0,-4 7 60 15,4 0 148-15,-4 10 164 0,4 5-56 0,-4 4-60 16,0 3-188-16,0 8 28 0,0-2 84 0,-4 0 0 16,0-2 56-16,4-1-156 15,0-6-268-15,0-5-60 0,0-9-292 16,0-2-40-16,4-3 48 0,3-3-84 0,2-9-396 16,6-4-760-16,-6 3-2364 15,7-16-3197-15</inkml:trace>
  <inkml:trace contextRef="#ctx0" brushRef="#br0" timeOffset="156118.699">25435 10506 5396 0,'0'0'5148'0,"0"0"-3871"0,0 0 131 15,4 72 76-15,-11-26-76 0,-10 11 56 0,-2 6-388 16,-5 7-180-16,0-1-64 16,0 5-152-16,-4-7-168 0,8-4-280 0,0-6-75 15,5-6-145-15,6-7-12 0,5-5-8 16,4-11-52-16,0-9-49 0,4-7-27 16,8-5 16-16,4-1-24 0,4-6 80 15,4 3-68-15,-1-3-52 0,5 0 16 0,0 4 56 16,-4-1-20-16,1 3 44 0,-10 4 20 15,1-1 64-15,-4 1 8 16,-4 3-4-16,-3-1 48 0,-2 1 76 16,-3-3 72-16,0-2-40 0,0 3 4 0,-8-5-16 15,0 0 4-15,-4-2-52 0,-4-1-96 16,-3-3-48-16,-2 0-268 0,-3 0-124 16,-4 0 40-16,0 0 68 0,0-3-60 15,-3-1-36-15,4-2-40 0,-5 3-200 16,4-4-436-16,4-3-504 0,7 5-1056 15,2-5-2701-15</inkml:trace>
  <inkml:trace contextRef="#ctx0" brushRef="#br0" timeOffset="156729.164">26169 11262 7036 0,'0'0'3268'15,"0"0"-2135"-15,0 0-501 0,0 0 224 16,-88-14 228 0,64 28-160-16,0 7-220 0,1 8-48 0,-5 6-8 0,3 7 84 15,5 6-200-15,1-4-136 0,2-3-148 0,6-6-76 16,7-7-172-16,-1-9-100 0,5-5 4 15,5-9 16-15,7-5 76 0,-1-3 8 16,13-9 116-16,0-7-120 0,4-6-60 16,4-5-360-16,0-1-36 15,-4 6 120-15,-5 2 12 0,1 7-12 16,-3 7-12-16,-6 9 60 0,1 0 44 0,-4 16 232 0,-3 9 12 16,-2 4 308-16,-3 8 64 0,0 4 28 15,-4 7-64-15,0 0-164 16,0 3 176-16,0 2-52 0,0 2-112 0,-8-1-96 0,-8 3 72 15,-3 0 136-15,-5 4-16 16,-8-4-68-16,-4-7 104 16,0-3 172-16,-4-5 76 0,4-7-68 0,0-6-156 0,1-7-119 15,7-9-97-15,0-10-112 0,4-3 48 16,8-13-60-16,0-9-160 0,12-10-349 16,0-9-51-16,4-7 120 0,8-12-304 15,8-6-312-15,4-4-868 0,-4 15-1852 0,8-24-2873 16</inkml:trace>
  <inkml:trace contextRef="#ctx0" brushRef="#br0" timeOffset="157411.882">26714 11268 1616 0,'0'0'2608'0,"0"0"-848"0,0 0-44 0,0 0-56 0,0 0-356 15,0 0-223-15,0 0-41 16,0 0-84-16,0 0-184 0,0 0-152 15,-8-6-80-15,8 2 56 0,4 1-136 0,-4-1-236 16,4 4-136-16,-4-3-24 0,0 3-16 16,0 0 40-16,0 0-12 0,0 0 20 15,0 0 56-15,0 0 32 0,0 3-24 16,-4 4 16-16,4-3 20 0,-4-1-12 16,0 3 4-16,4 1-16 0,-4-2-40 0,1 2-8 15,3 3-76-15,-4 2 4 0,0 4 44 16,-1 6 28-16,1 0 12 0,0 3-28 15,-3 4 64-15,3 0-36 0,-5 3-52 16,1 0-24-16,1-4-48 0,-5 3 60 16,3 2-60-16,-2-1 48 0,3 3-56 0,-4-1 0 15,0 7 4-15,-1 3 28 16,2 8-36-16,3 5-48 0,0 6 48 16,0 7-8-16,0 0-52 0,0 4-52 0,4-1 52 15,4-10-184-15,0-6-76 16,0-17 100-16,0-4-12 0,4-17-100 15,4-9-140-15,4-7-20 0,0-3 56 0,0-6 24 16,4-14-160-16,-4-2-284 0,4-6-472 16,0-8-408-16,-4 3-813 0,0 3-1495 15,-5-17 28-15</inkml:trace>
  <inkml:trace contextRef="#ctx0" brushRef="#br0" timeOffset="157658.474">26670 11382 9260 0,'0'0'2181'16,"0"0"-669"-16,0 0-604 0,0 0-60 0,0 0 120 16,0 0 88-16,81-57-396 0,-58 54-336 0,5 3-4 15,0 0 16-15,0 3-80 16,-8 6-32-16,4 4-64 0,-9 0-156 16,-3 5-4-16,-3 5 8 0,-5-1-8 0,-4 3-4 15,-8 8-60-15,-9-2 52 0,-7 1 12 16,-7 0-108-16,-5-4 44 0,-4 1 64 15,-4-4 44-15,8-5 0 0,0-5-44 0,5-2-172 16,3-4-212-16,4-5-220 16,8 2-344-16,4-6-380 0,8 0-1288 15,4 0-3125-15</inkml:trace>
  <inkml:trace contextRef="#ctx0" brushRef="#br0" timeOffset="157955.373">27922 11623 5196 0,'0'0'10565'15,"0"0"-9097"-15,0 0-1420 0,0 0-40 16,0 77 564-16,-9-36 20 0,-2 7 208 16,-6 0-420-16,2-4-196 0,7-3-136 15,-1-10-48 1,9-6-184-16,0-6-48 0,9-5-148 0,3-9-308 16,-1-5-116-16,10-8-132 0,3-15-344 0,-4-2-1068 0,-5 2-3253 15</inkml:trace>
  <inkml:trace contextRef="#ctx0" brushRef="#br0" timeOffset="158116.447">28069 11322 15369 0,'0'0'2548'16,"0"0"-1484"-16,0 0-304 0,0 0 204 16,0 0-244-16,96-35-528 0,-73 29-192 15,9-1-132-15,0 1-284 0,5 3-312 16,-6 0-376-16,5 3-364 0,-8 0-884 0,-5 3-2437 15,-6 10-3247-15</inkml:trace>
  <inkml:trace contextRef="#ctx0" brushRef="#br0" timeOffset="158355.181">28336 11668 12985 0,'0'0'1932'16,"0"0"-1620"-16,0 0 444 0,-4 66 320 15,4-47 324-15,-4-3-328 0,4-2-548 0,0-2-420 0,4-6-96 16,4 1 20-16,4-4-28 0,0 0-100 15,3-3 92-15,2-6 8 0,7-5 8 16,-5 3 80-16,1-5-88 0,1 1-4 16,-2 5-8-16,-3 0-76 0,-4 7 84 15,0 0 4-15,-4 3 8 0,-4 11 176 0,4-3 48 16,-4 8-48-16,0 4-112 16,0-4-72-16,-4 0-8 0,4 1-40 15,4-8-72-15,0 1-100 0,4-4-480 0,0-6-144 16,4 1-308-16,-4-4-760 0,8-4-3021 15</inkml:trace>
  <inkml:trace contextRef="#ctx0" brushRef="#br0" timeOffset="158947.145">29412 11684 14693 0,'0'0'1472'0,"0"0"-980"0,0 0-396 0,0 0 180 16,75-33 408-16,-47 31 20 0,9 2 24 0,6 0-20 16,5 0-144-16,11 6-212 0,6-3-168 15,2 4-172-15,5 2 36 16,-5-2-48-16,-3 2 0 0,-8 1-60 0,-8 2 48 15,-8 1-72-15,-12-1 20 0,-8 4-276 16,-16 7-136-16,-8 2-52 0,-16 7 148 16,-16 6 36-16,-8 3 48 0,-11 4-12 15,-5-1 172-15,-9 4 136 0,6 0 8 16,-5-1 128-16,4 0-88 0,8-1 40 16,5-5 208-16,11 0-48 0,8-7-76 0,8 2-64 15,12-4-8-15,8-4 8 16,8-3 76-16,13-2-12 0,10-1 112 15,9-2 56-15,8-9-96 0,-1-1-84 0,9-10-44 16,0 0-112-16,4-3 4 16,-8-10 80-16,4 1-88 0,-13-5-48 0,6 2-356 15,-10-1-232-15,-3-3-260 0,-4 0-200 16,-5 0-564-16,-2 0-852 0,-5 6-2321 16,-4-6-1775-16</inkml:trace>
  <inkml:trace contextRef="#ctx0" brushRef="#br0" timeOffset="159183.896">30407 11884 6716 0,'0'0'2168'16,"0"0"-888"-16,0 0-283 0,0 0 235 16,0 0 56-16,0 0-32 0,0 0-124 15,-83 48-180-15,59-27-168 0,-8 2-228 16,-3 2-324-16,-6 4-220 0,-2 3 40 0,-1 3-44 15,-4-4 44-15,0 5-52 0,1-3-8 16,-2 3-92-16,-2 2 96 0,-1-3-168 16,9 0-212-16,-5-4-84 0,12-1-228 15,0-5-48-15,12-3-56 0,8-6-340 0,8-3-760 16,4-7-2001-16,8-3-1563 0</inkml:trace>
  <inkml:trace contextRef="#ctx0" brushRef="#br0" timeOffset="159445.486">30460 12332 3180 0,'0'0'10669'16,"0"0"-9529"-16,0 0-888 0,-32 98 76 0,15-54 592 15,2 7 524-15,-9 3-424 16,4 6-440-16,0 1-228 0,0-1-104 0,1 1-152 15,-2-1-96-15,-3-7-36 0,5 2-36 0,3-14-4 16,4-6-120-16,-1-10-184 0,10-9 24 16,-1-6-36-16,4-7-140 15,0-3-196-15,4-10-268 0,3-6-228 0,10-9-448 16,3-10-336-16,-1-9-393 0,1 8-859 16,12-27-1624-16</inkml:trace>
  <inkml:trace contextRef="#ctx0" brushRef="#br0" timeOffset="159627.894">30476 12525 1056 0,'0'0'4916'0,"32"-69"-2048"0,-21 52-139 15,-3 5-417-15,5 1-468 0,-6 6-628 16,5 2-532-16,4 3-176 0,-4 0 48 0,4 3 56 16,0 7-156-16,0 2-164 0,-4 4-120 15,-1 3-72-15,-6 3 56 0,-5 3-108 16,0 1-36-16,-12 5 76 0,-4-1-64 16,-4-2-24-16,-8 0-148 0,0-5-48 15,0-4-84-15,0-7-100 0,1-2-72 0,-5-10-140 16,-1 0-112-16,1-10-412 15,1-5-492-15,-9-8-744 0,12 1-2281 16,-23-16-1535-16</inkml:trace>
  <inkml:trace contextRef="#ctx0" brushRef="#br0" timeOffset="159962.385">29408 11220 12645 0,'0'0'1920'0,"0"0"-1012"0,0 0-392 15,0 0-48-15,0 0 304 16,0 0-92-16,0 0-148 0,0 0-88 0,0 0-52 15,119-13 0-15,-71 17-156 0,12 5-80 16,7-3 176-16,5 5-148 0,11-5-76 16,9 2 0-16,8-1-8 0,4 3-16 15,-1 0-84-15,-3-5 0 0,0 8-72 16,-5-6-416-16,-3 5-284 0,-4-2-332 0,-9 2-496 16,-3 4-1116-16,-20-3-1261 0,12 10-2419 15</inkml:trace>
  <inkml:trace contextRef="#ctx0" brushRef="#br0" timeOffset="160138.615">31547 12097 18549 0,'0'0'2692'0,"0"0"-1779"0,0 0-625 0,0 0-188 15,0 0-96-15,0 0-8 0,0 0-104 0,0 0-424 16,-83-32-513-16,74 32-803 0,-14-3-3556 16</inkml:trace>
  <inkml:trace contextRef="#ctx0" brushRef="#br0" timeOffset="162390.193">4032 12856 8536 0,'0'0'3229'0,"0"0"-1757"0,0 0-508 0,0 0-216 15,0 0-80-15,0 0 164 0,0 0 200 16,0 0 80-16,84 15-188 0,-53-8-352 16,5-1-228-16,0 0-112 0,0-3-60 15,-5 1-64-15,-3-4-108 0,4 0-44 16,-4 0 40-16,0-10 4 0,-4 4-280 0,4-7-308 15,-5 3-232-15,-2 1-164 0,-5-4-568 16,0 7-1032-16,-9-1-2589 0,-7 5-3303 16</inkml:trace>
  <inkml:trace contextRef="#ctx0" brushRef="#br0" timeOffset="162581.442">4314 12947 8612 0,'0'0'1812'0,"0"0"-807"0,-7 74-69 16,7-33 204-16,0 13 40 0,4-1-84 0,-1 8 168 16,1-1-492-16,0-6-416 0,0 0-220 15,-4-6-132-15,5-7-4 16,-5-6-136-16,0-10-220 0,4-6-328 0,-4-2-496 16,0-5-620-16,0-5-1348 0,0-4-3485 15</inkml:trace>
  <inkml:trace contextRef="#ctx0" brushRef="#br0" timeOffset="162731.364">4346 13351 10288 0,'0'0'1289'15,"0"0"-1241"-15,0 0 700 0,0 0 744 16,88-17-52-16,-64 15-320 0,0 2-184 16,-4-4-280-16,4 1-432 0,-4 3-224 15,-1-3-64-15,-2 3-344 0,-2 0-436 0,-2 0-512 16,-9 6-540-16,3-2-2209 0,-7 15-1475 0</inkml:trace>
  <inkml:trace contextRef="#ctx0" brushRef="#br0" timeOffset="162914.822">4395 13616 664 0,'0'0'5340'0,"0"0"-4128"0,0 0 176 16,0 0 344-16,0 0-31 0,0 0-397 15,0 0-452-15,0 0-508 0,0 0-180 0,0 0 392 16,0 0 232-16,27 11-20 15,5-11-208-15,4-6-300 0,0-1-196 0,-4-5-64 16,3-1-152-16,-3-10-356 0,0 1-344 16,0-6-416-16,-8 5-932 0,8-18-2605 15</inkml:trace>
  <inkml:trace contextRef="#ctx0" brushRef="#br0" timeOffset="163132.376">4988 12439 11117 0,'0'0'2800'0,"0"0"-2672"0,0 0 152 0,0 0 716 16,0 0 636-16,71 83-192 0,-54-61-444 0,-6 0-420 15,6 3-272-15,-2 0-252 16,-2-2-52-16,2-4-284 0,2-6-536 0,-6-3-164 15,5-10-356-15,4 0-708 0,-8-7-1000 16,8-15-2449-16</inkml:trace>
  <inkml:trace contextRef="#ctx0" brushRef="#br0" timeOffset="163283.382">5351 12357 10064 0,'0'0'2353'0,"0"0"-1141"15,0 0-108-15,0 0 156 0,-84 47-220 16,52-18-120-16,-4 6-204 0,1 3-164 0,-2 6-196 15,-3 1-280-15,-3 3-76 0,-2-1-120 16,-2-3-300-16,-1 1-72 16,-3-3-212-16,-9-7-400 0,4-1-452 0,8-8-552 15,-24 2-3729-15</inkml:trace>
  <inkml:trace contextRef="#ctx0" brushRef="#br0" timeOffset="163562.252">3677 12579 8944 0,'0'0'1684'0,"0"0"-655"0,0 0 583 16,0 0 152-16,0 0-404 0,0 99-376 15,4-55-240-15,0 6-228 0,4 11-96 16,-4 9-100-16,4 6-136 0,-5 7-88 15,2 8-96-15,-1 5-4 0,0 6 4 16,4 5-8-16,-4 1-52 16,3 0-100-16,6-3-244 0,-2-13-88 0,2-5-4 0,2-18 12 15,2-12-172-15,-2-13-224 0,6-12-556 16,-6-13-792-16,1-7-1009 0,5-5-2103 16</inkml:trace>
  <inkml:trace contextRef="#ctx0" brushRef="#br0" timeOffset="163896.883">5709 12484 8916 0,'0'0'4501'0,"0"0"-4145"0,0 0 104 16,0 0 500-16,0 0 160 16,0 0-272-16,0 0 32 0,0 0-88 15,76 50-168-15,-72-12-232 0,0 11-84 16,-4 8-136-16,0 6-52 0,0 7-108 0,0 6 100 16,0 6-112-16,0 4-16 0,0 3-24 15,0 3 40-15,0-3 12 16,-4 0-12-1,4-3 0-15,-4-10-12 0,4-9 0 0,-4-11-144 0,4-11-152 16,0-12-108-16,4-15-296 0,0-11-584 0,0-7-1576 0,3-13-3993 16</inkml:trace>
  <inkml:trace contextRef="#ctx0" brushRef="#br0" timeOffset="164057.605">6159 13008 14793 0,'0'0'2360'0,"0"0"-1716"0,0 0 212 0,0 0 332 0,0 0-212 16,0 0-524-16,92-4-392 0,-60-2-60 15,0-3-156-15,-1-4-552 0,-3 3-356 0,0 2-364 16,-7 1-1536-16,-10 7-5093 16</inkml:trace>
  <inkml:trace contextRef="#ctx0" brushRef="#br0" timeOffset="164230.271">6060 13433 13537 0,'0'0'2036'0,"0"0"-1872"0,0 0-152 0,0 0 480 16,0 0 160-16,0 0 4 0,79-3-12 16,-47-6-320-16,0-7-128 0,4-3-196 0,4-1-60 15,-4-2-744-15,-1 0-528 16,-11 6-1328-16,4-6-4733 0</inkml:trace>
  <inkml:trace contextRef="#ctx0" brushRef="#br0" timeOffset="164780.611">7282 12890 11881 0,'0'0'1928'0,"0"0"-1244"0,0 0-104 15,0 0 516-15,21 89 524 16,-14-41-360-16,2 9-400 0,3 10-384 0,-5 3-208 16,2 9-24-16,-1 0 72 15,-1 7 36-15,1-4-35 0,-4-2-185 0,-4-4-132 16,5-9 0-16,-5-7-217 0,0-13-235 0,0-12 16 15,0-8 56-15,0-13-168 16,0-3-188-16,0-9-360 0,0-2-604 0,0-6-748 16,0-3-1897-16,-9-20-3271 0</inkml:trace>
  <inkml:trace contextRef="#ctx0" brushRef="#br0" timeOffset="165012.155">7295 13021 9532 0,'0'0'1641'0,"0"0"-589"0,0 0 48 0,0 0 308 16,79-61-360-16,-55 59-296 0,0 2-140 16,4 2-128-16,0 4 184 0,-4 4 48 0,3 3-300 15,-6 0-132-15,-1 1-16 0,-9 6-12 16,-3 2-48-16,-8 4-36 0,0 2-4 16,-8 7-156-16,-7 4-12 0,-5-2-48 15,-1-2-304-15,-7-3-52 0,5-6 24 0,-1-8-112 16,4-1-136-16,1-8-324 15,2-3-384-15,6-6-376 0,2 0-952 16,-3-19-3093-16</inkml:trace>
  <inkml:trace contextRef="#ctx0" brushRef="#br0" timeOffset="165407.46">7772 12287 11837 0,'0'0'2144'0,"0"0"-1220"16,0 0-820-16,0 0 296 16,0 0 696-16,0 0 384 0,0 0-248 15,49 63-532-15,-38-34-284 0,-2 3-112 0,-5 0-124 16,4 3-116-16,-8-4-56 15,3 1-8-15,-3-4-12 0,0-2-244 0,0-5-100 16,4-7 100-16,-4-5 84 0,0-5 52 16,0-4-40-16,4 0-72 0,0-4-28 15,1-8 112-15,6-7 76 0,1 0-4 0,1-6-44 16,2 0 32-16,1-2 28 16,9 8-40-16,-6 0 100 0,5 7 264 15,4 6-252-15,-4 2 48 0,-5 4 16 0,2 6 144 16,-5 7-108-16,-1 0-40 15,-3 6-12-15,-3 0-60 0,-2 3 12 0,-3 3-12 16,0 1-312-16,-4 2-220 0,0 1-332 16,0 3-788-16,-4-10-1244 0,-3 11-4149 15</inkml:trace>
  <inkml:trace contextRef="#ctx0" brushRef="#br0" timeOffset="166363.297">8597 13208 5196 0,'0'0'5196'0,"0"0"-3263"15,0 0-697-15,0 0 108 0,0 0 132 16,0 0 16-16,0 0-148 0,0 0-412 16,0 0-312-16,0 0-252 0,-3-17-200 0,14 17-160 15,6 0 140-15,7 0 120 16,8 4-135-16,-1-4-1 0,9 0-32 16,0 0-100-16,4-6-44 0,-5 0-20 0,6-8-93 15,2 3-307-15,-7-3-192 0,8 2-236 16,-5-1-288-16,-11 3-1088 15,13-6-3016-15</inkml:trace>
  <inkml:trace contextRef="#ctx0" brushRef="#br0" timeOffset="166599.675">9561 12681 13033 0,'0'0'3072'0,"0"0"-1808"0,0 0-448 0,0 0-12 0,0 0 4 16,0 0 340-16,0 0-516 16,0 0-436-16,0 0-63 0,24 88 39 0,-15-49-76 15,3 2-96-15,-1 7-96 0,6-1-477 16,-6 4-379 0,2 0-160-1,-2 6-328-15,1 4-984 0,-3-17-2092 16,-2 26-2449-16</inkml:trace>
  <inkml:trace contextRef="#ctx0" brushRef="#br0" timeOffset="169028.446">2821 14879 9880 0,'0'0'2921'0,"0"0"-1281"0,0 0-592 0,0 0 108 15,0 0-136-15,0 0-288 0,0 0-276 16,0 0-124-16,0 0 60 0,0 0 428 0,115 65-248 16,-75-48-208-16,4-1-132 0,-5-7-84 15,2 1-52-15,-6-4-11 16,1-3-13-16,4-3-72 0,-5 0-4 0,2-3-80 0,-5-3-85 15,4-4-439-15,-5 3-344 16,-3-2-252-16,-5 2-600 0,-2 5-1164 16,-5 2-2505-16</inkml:trace>
  <inkml:trace contextRef="#ctx0" brushRef="#br0" timeOffset="169228.869">3055 15240 6280 0,'0'0'4024'0,"0"0"-2455"16,0 0-785-16,0 0-120 0,0 0 316 0,0 0 168 0,76 67-104 15,-44-62-444-15,4-1-80 0,0-1-112 16,-1-3-72-16,1-3-104 0,-8-1-140 0,4-4-92 16,-4-3-12-16,-4 5-52 0,-4-2-328 15,3-6-292-15,-2 4-396 0,-5 1-852 16,-4 0-2369-16,-5-4-4119 0</inkml:trace>
  <inkml:trace contextRef="#ctx0" brushRef="#br0" timeOffset="169528.636">3111 14602 9276 0,'0'0'2813'15,"0"0"-1369"-15,0 0-808 16,0 0 20-16,0 0 304 0,0 0-156 16,0 0 68-16,92-7-44 0,-53 20-224 0,14 0-148 15,-5 6-40-15,3 0-124 0,-3 6-72 16,3 0-108-16,-6 5-28 0,-2 1-24 16,-2 4 16-16,-13 0 20 0,-5 9-88 15,-7 1 52-15,-12 9-60 0,-4 3-56 0,0 3-64 16,-12 3-88-16,-8 4 36 15,0-4-60-15,1 2-124 0,-9-5-208 0,0-4-112 16,0 3-252-16,0-9-824 0,4-12-1432 16,-12 9-4357-16</inkml:trace>
  <inkml:trace contextRef="#ctx0" brushRef="#br0" timeOffset="178247.268">6207 14741 8688 0,'0'0'2945'0,"0"0"-1961"16,0 0-12-16,0 0 256 0,-24-69 4 15,21 52-328-15,-1 11-84 16,-1 0-212-16,5 3-228 0,0 3-380 0,0 0-36 15,5 9-184-15,-1 10 220 0,7 6 132 16,1 17 216-16,4 12 44 0,4 12-172 0,-4 11-96 16,4 9-28-16,-1 8-44 0,2 5-52 15,-1 9-96-15,-1 0 92 0,1-2 8 16,1-9-8-16,-6-8-36 0,2-17 40 16,-2-14 8-16,-2-16-8 0,-6-17 8 15,1-12-8-15,0-7-44 0,4-6 36 16,-4 0 8-16,3-16 180 0,6-5 92 0,-2-18 68 15,2-9-60-15,3-9-168 16,-5-4 8-16,2-5-108 0,-6 0-8 0,6 2 80 16,-6-3-84-16,1 3 0 0,1 5-52 15,-6-5 40-15,5 7 4 16,-3 0-4-16,-6 7 0 0,1-2 8 0,-4 11-80 0,0 2-64 16,0 5-96-16,-4 5-144 15,-4 10-176-15,0 0-100 0,-4 10-148 0,0 5-368 16,-4 4-1020-16,5 4-1885 0,-17 14-1915 15</inkml:trace>
  <inkml:trace contextRef="#ctx0" brushRef="#br0" timeOffset="178438.855">6283 15373 5788 0,'0'0'5445'0,"0"0"-3841"16,0 0-460-16,0 0 32 0,0 0 60 0,0 0-176 15,0 0-268-15,0 0-212 16,0 0-104-16,0 0-68 0,80-54-200 16,-61 39-76-16,1 1-120 0,1 3-12 0,-2 0-40 15,5-2-120-15,0 7-268 16,4 3-344-16,0 0-404 0,8 3-424 0,-13 0-2520 16,14 0-3889-16</inkml:trace>
  <inkml:trace contextRef="#ctx0" brushRef="#br0" timeOffset="179160.904">8187 14991 8008 0,'0'0'2756'0,"0"0"-1739"16,0 0-249-16,0 0-64 0,0 0 312 15,64 96 84-15,-60-58 208 16,-4 7-252-16,-4 3-376 0,-7 6-236 0,-6 3-224 16,-3 0-36-16,1-3-12 0,-6-3 60 0,-3-7-12 15,4-6-24-15,-4-3-60 0,-4-6-24 16,4-4-16-16,-3-8-24 16,3-3-24-16,-4-7-20 0,5-3-28 0,3-4-208 0,0 0 24 15,-1-11-60-15,6-1-76 16,-1-4 76-16,0-3-40 0,0-3-48 15,4-6 60-15,4 2-36 0,0 0 124 0,8 1-64 16,0 3 112-16,4 6-76 0,0 0 40 16,8 3-92-16,4 1 264 15,4 2 16-15,4 4 96 0,4 3-44 0,4 3-64 16,4 0 192-16,4 9-48 16,-1 1 88-16,5 9-100 15,-4 1 24-15,4 8-148 0,0-2 100 0,-5 4-48 16,1 3-16-16,-4-5-48 0,0 0 0 0,0-1-12 15,-4-2-136-15,3-3 24 0,-3-7 76 0,0-2-324 16,0-4-388-16,0-6-256 16,4-3-664-16,-4 0-1056 0,12-18-2693 0</inkml:trace>
  <inkml:trace contextRef="#ctx0" brushRef="#br0" timeOffset="179446.832">9259 15129 2632 0,'0'0'11781'16,"0"0"-10369"-16,0 0-1100 0,-80-32 56 15,45 28 292-15,-5 4 184 0,-1 4-288 0,-2 8-348 16,4 4 16-16,-2 10 68 16,1 6-144-16,5 9-24 0,3 3 84 15,4 7 0-15,8 3 0 0,8 3-100 16,0-3-32-16,12-1 44 0,4-1-116 15,8-8-4-15,3-5-8 0,6-11-100 16,3-5 52-16,4-11 56 0,0-6 4 0,7-6 44 16,1 0-48-16,0-10-4 0,0-9-192 15,-5-2-404-15,6-5-308 0,-9 1-316 16,-5-4-820-16,-10 9-2497 0,-6-5-3947 0</inkml:trace>
  <inkml:trace contextRef="#ctx0" brushRef="#br0" timeOffset="179611.855">8833 15449 8824 0,'0'0'5157'0,"0"0"-3853"16,0 0-852-16,0 0-240 15,0 0-124-15,0 0 116 0,0 0 212 16,0 0 268-16,95-3-52 0,-51-3-236 0,0-4-224 16,3-2-64-16,6-1-108 15,-5-3-88-15,3 0-380 0,-3 1-600 16,-1 1-664-16,-6 2-2869 0,-1-4-4895 0</inkml:trace>
  <inkml:trace contextRef="#ctx0" brushRef="#br0" timeOffset="179781.719">9900 14998 9500 0,'0'0'6349'0,"0"0"-5233"16,0 0-604-16,97 4-80 15,-62-8-244-15,5-3 44 0,-1-1-44 0,2-3-188 16,2-3 0-16,1-3-200 0,-4-2-480 16,4 1-252-16,-9-7-364 0,-7 8-944 0,0-5-3497 15</inkml:trace>
  <inkml:trace contextRef="#ctx0" brushRef="#br0" timeOffset="179970.081">10111 15055 5640 0,'0'0'5673'0,"-4"77"-3713"0,4-39-992 16,4 10 656-16,5 2 116 0,-5 5-196 0,0-5-396 15,0 1-464-15,-1-1-416 0,-3 2-208 16,4-1-60-16,-4-4-340 0,0-6-268 16,0 0-28-16,0-9-140 0,0-4-208 0,0-5-776 15,0-7-980-15,-7-6-1205 16,-10-7-635-16</inkml:trace>
  <inkml:trace contextRef="#ctx0" brushRef="#br0" timeOffset="180129.16">9988 15659 432 0,'0'0'1980'0,"0"0"6180"0,0 0-5787 15,0 0-973-15,0 0 188 0,0 0-248 16,104-70-348-16,-72 60-204 0,0 1-248 16,3-3-148-1,1 2-172-15,-4-3-148 0,0 4-72 0,-8-1-96 0,0 3-160 16,-9 5-284-16,2 2-308 0,-13 0-204 0,-4 5-412 15,0 16-908-15,-13 4-1813 0,-6 3-443 16</inkml:trace>
  <inkml:trace contextRef="#ctx0" brushRef="#br0" timeOffset="180267.307">10072 15891 3360 0,'0'0'680'0,"0"0"6333"0,0 0-5601 0,0 0-1144 16,0 0-64-16,0 0 180 0,0 0 228 0,0 0 412 15,60 60 56-15,-25-67-224 16,5-8-296-16,0-5-300 0,4-5-112 0,0-3-104 15,-4-7-44-15,3 3-272 0,-2-3-472 16,-6 0-148-16,-7 7-1268 0,8-11-3289 16</inkml:trace>
  <inkml:trace contextRef="#ctx0" brushRef="#br0" timeOffset="180502.657">10845 14553 11821 0,'0'0'4808'0,"0"0"-4072"0,35 102-352 16,-22-60 112-16,2 8 720 16,-2-1-28-16,-2-8-556 0,1 1-496 15,1-8-136-15,2 0-4 0,-2-4-340 0,2-9-484 16,5-8-188-16,0-10-92 0,4-6-824 15,-4-6-2228-15,8-30-3433 0</inkml:trace>
  <inkml:trace contextRef="#ctx0" brushRef="#br0" timeOffset="180630.492">11112 14471 5548 0,'0'0'9133'15,"0"0"-7965"-15,-80 80-800 0,44-40-4 0,-7 12 260 16,-6 5 428-16,-3 3-564 0,1 1-488 15,-1-3-232-15,0 1-472 16,5-1-604-16,15-14-1544 0,-16 13-3329 0</inkml:trace>
  <inkml:trace contextRef="#ctx0" brushRef="#br0" timeOffset="181210.989">12259 15659 5412 0,'0'0'7945'15,"0"0"-6697"-15,0 0-1136 0,0 0 0 16,0 0 432-16,0 0 476 16,0 0-208-16,-28 85-512 0,13-59-292 0,-2 0-4 15,-3-4 120-15,5 0-124 0,-2-3-36 16,2-4-264-16,-2-2-196 0,6-7-460 16,3 5-720-16,4-9-2589 0,-8 1-3947 0</inkml:trace>
  <inkml:trace contextRef="#ctx0" brushRef="#br0" timeOffset="182094.316">14076 14608 4408 0,'0'0'2812'0,"0"0"336"15,0 0-1999-15,0 0-369 0,0 0 536 16,0 0-8-16,60 69-264 0,-49-30-268 16,-2 3-152-16,-5 8-140 0,-4 1-28 15,0 6 0-15,-13 4-124 0,2 2-108 0,-6 1-140 16,-6-2-72-16,-1-1 36 0,0-4 52 15,-4-9-40-15,0-7-48 0,0-6 72 16,1-6-80-16,3-7 4 0,-4-2-8 16,4-8-136-16,0-3-172 0,4-2-72 15,0-7 12-15,0 0 96 0,4 0 100 16,4-14-140-16,4 0-108 0,-3-10 72 16,3-4 60-16,3-1-24 0,5 4-28 15,0 0 224-15,0 3 32 0,13 5 84 0,-2 8 148 16,6-1 172-16,2 7-60 15,5 3-48-15,4 0 36 0,4 6-36 0,4 5 24 16,4-3-48-16,0 6 84 0,3-3-88 16,1 6-96-16,0 2-88 0,0-1-52 15,0 5 44-15,-1 3-88 0,1-1 8 16,0 3 0-16,-8 2-356 0,4-2-104 16,-8 0-368-16,0-2-304 0,-4-7-980 15,-9-3-1941-15,9 0-2695 0</inkml:trace>
  <inkml:trace contextRef="#ctx0" brushRef="#br0" timeOffset="182894.38">14283 13621 6260 0,'0'0'3208'0,"0"0"-1531"0,0 0-569 0,12 78-36 16,-4-36 160-16,0 6 128 0,0 3-156 15,0 3-324-15,0 3-336 16,0 3-64-16,0 6-136 0,-4 4-88 0,4 4-144 16,-5 2 60-16,2-3-160 0,-5 0-4 15,4-9 40-15,-4-7-48 0,4-13-48 16,0-9-28-16,-4-13-80 0,4-10-80 0,0-5-68 15,-1-7-240-15,2 0-120 0,-5-7-32 16,4-8-112-16,4-7-780 16,-8-10-1496-16,4 3-2781 0</inkml:trace>
  <inkml:trace contextRef="#ctx0" brushRef="#br0" timeOffset="183161.975">14363 13608 8748 0,'0'0'4073'0,"0"0"-2949"0,0 0-388 16,0 0 108-16,0 0 100 0,0 0-160 16,76-57-240-16,-57 53-208 0,-2 4-200 15,-1 4 72-15,3 3-60 0,-6 1-84 16,-2 9-64-16,-3-2 0 0,-4 8 8 0,-4-1 52 16,0 6 28-16,-8 4-16 15,-3-3-60-15,-6 3 52 0,2-5-64 16,-2-2-92-16,2-5-252 0,-5-1-100 0,3-3-140 15,-2-3 12-15,-1-3-24 0,-1-1-188 16,2-3-288-16,-1 1-452 0,1-4-504 16,-6-3-845-16,9 0-1699 0</inkml:trace>
  <inkml:trace contextRef="#ctx0" brushRef="#br0" timeOffset="183695.505">14809 13062 4560 0,'0'0'3176'0,"0"0"-20"16,0 0-1871-16,0 0-565 0,0 0 616 15,0 0 164-15,16 82-208 0,-11-43-348 16,-5-1-328-16,0 3-236 15,0 0-156-15,0-3-140 0,-5 0-40 0,5-6-44 0,0-3-16 16,0-7-68-16,0-7-40 16,5-8 16-16,-2-4-164 0,5-3 48 0,0 0 216 15,0-12 0-15,4-5-88 0,0-5 84 16,4-3-76-16,-4-3 80 0,-1-2 4 16,2 2-40-16,2 3 44 0,-6 0 48 15,3 5-36-15,-1 5 0 0,-2 2-4 16,-2 2-8-16,-3 9-8 0,0 2-40 15,4 0-52-15,-3 2 100 0,-1 5 12 0,3 3 36 16,-3 3-40-16,4 3 4 0,-3 0 36 16,2 3-48-16,-3 3-48 0,0 3-176 15,-4 0-444-15,4 1-280 0,-4 6-276 16,0-13-1148-16,0 16-2521 0</inkml:trace>
  <inkml:trace contextRef="#ctx0" brushRef="#br0" timeOffset="183923.184">15167 13890 13537 0,'0'0'2136'15,"0"0"-1620"-15,0 0-360 0,0 0 352 0,0 0 760 16,0 0 24-16,0 0-568 15,0 0-384-15,92-63-72 0,-64 59-84 16,0-3-180-16,4 7-4 0,-4-2-4 0,4 2-156 16,-1 0-400-16,1-3-188 0,5 0-124 15,-1-3-204-15,-5-5-912 0,-7 3-2761 0,4-9-4227 16</inkml:trace>
  <inkml:trace contextRef="#ctx0" brushRef="#br0" timeOffset="184180.272">15849 13386 5108 0,'0'0'8429'0,"0"0"-6973"16,0 0-700-16,0 0-160 0,0 0 252 16,0 0 288-16,0 0-336 0,0 0-576 15,0 0-76-15,24 63 132 16,-16-28-96-16,-4 6-12 0,4 6-100 0,-4-3-60 15,0 8 0-15,-1-1-12 0,2 2-60 16,-5-2-416-16,4 0-276 0,0-6-108 0,-4-4-184 16,8-6-208-16,-1-7-288 15,2-5-692-15,-5-10-1809 0,4-4-2267 0,-1-6 4641 16</inkml:trace>
  <inkml:trace contextRef="#ctx0" brushRef="#br0" timeOffset="184879.865">16347 14707 1592 0,'0'0'7700'0,"0"0"-6320"0,0 0-591 0,0 0-9 16,0 0 244-16,0 0-260 16,0 0-648-16,0 0-116 0,0 0-320 0,0 0 128 15,-4 0 192-15,8 0 40 16,-4 0 164-16,4 0 88 0,0 0 176 0,-4 0 100 15,4 0 288-15,0 0-80 0,0 0-80 16,0 0 108-16,4 0 48 0,4 0-140 0,4 0-164 16,3 0-12-16,6-3 0 15,6-4-183-15,5-6-61 0,8 3-124 16,0-5-120-16,4-1-48 0,-1 3-8 16,-2-3-64-16,-2 0-156 0,-3 4-321 0,-4-2-279 15,-4 6-52-15,-4 2-200 0,-5 1-652 16,-10 5-1276-16,-5 5-3441 0</inkml:trace>
  <inkml:trace contextRef="#ctx0" brushRef="#br0" timeOffset="185066.105">16431 15100 3284 0,'0'0'9285'16,"0"0"-7529"-16,0 0-984 0,0 0-384 15,0 0 328-15,0 0 560 0,0 0 20 16,91 4-288-16,-47-11-348 0,8-3-208 16,0 2-160-16,4-3-160 0,-4-2-68 15,4 1-64-15,-5 2-8 0,1-2-308 0,0-4-512 16,-1 2-276-16,5 2-264 16,-16 5-2756-16,12-2-5793 0</inkml:trace>
  <inkml:trace contextRef="#ctx0" brushRef="#br0" timeOffset="185395.18">17908 14008 15029 0,'0'0'1848'0,"0"0"-1848"0,0 0 84 0,0 0-84 16,0 0 956-16,0 0 488 0,5 89-368 16,-1-45-600-16,0 4-136 15,0 9 24-15,0 4-83 0,0 2-13 0,-1 7-124 16,2 2-60-16,-1 2-84 0,4-1 0 16,-4 3 0-16,0 0 0 0,-1-3 0 0,6 1-132 15,-5-5-208-15,0 1-109 16,0-4-171-16,3-2-64 0,-3-7 60 15,0 0-128-15,5-9-208 0,-5-4-496 0,0-5-828 16,-4-7-1681-16,0-10-1611 0</inkml:trace>
  <inkml:trace contextRef="#ctx0" brushRef="#br0" timeOffset="187414.203">19762 14697 6432 0,'0'0'6061'0,"0"0"-4809"16,0 0-1076-16,0 0 4 15,0 0-68-15,0 0 812 0,0 0 436 16,0 0-612-16,8 86-388 0,-8-58-272 0,0-2 8 15,0-1-20-15,0-3-36 16,0-2-40-16,4-5-112 0,-4-5-72 16,3-1-288-16,-3-6-240 0,4 0-268 0,0-3-396 15,-4 0-1068-15,0-12-3025 0</inkml:trace>
  <inkml:trace contextRef="#ctx0" brushRef="#br0" timeOffset="187580.986">19802 14452 9368 0,'0'0'5577'0,"0"0"-4241"0,0 0-960 15,0 0-316-15,0 0 316 0,0 0 232 16,0 0-140-16,0 0-468 0,95-31-468 16,-67 24-392-16,0 4-156 0,-8 0-892 0,7 3-3613 15</inkml:trace>
  <inkml:trace contextRef="#ctx0" brushRef="#br0" timeOffset="187870.448">20228 14764 8308 0,'0'0'5869'0,"0"0"-4141"15,0 0-948-15,0 0-308 0,0 0 76 0,0 0 536 16,8 69-368-16,-8-62-716 0,4-4-40 0,-4 0-240 15,7-3-164-15,-2 3-60 0,3-3 8 0,3 0-12 16,6 0 72-16,-6-3 72 0,6-6 72 16,-2 2 92-16,2-2 112 0,-6-1 84 15,1 1 4-15,-3 3 84 0,-2 1 68 0,-3 3 204 16,0 2-60-16,0 0-196 0,1 7-24 16,2 2 0-16,-3 0 8 0,0 4-32 15,-4 3-52-15,4-4-12 0,0-2-364 16,0-1-176-16,0-2-164 0,4-4-824 15,0 0-1304-15,0-3-3165 0</inkml:trace>
  <inkml:trace contextRef="#ctx0" brushRef="#br0" timeOffset="188230.609">21188 14135 12613 0,'0'0'5568'0,"0"0"-4912"16,0 0-656-16,88-13 0 0,-45 3 292 0,2 1 520 15,-2 0 296-15,2-1-488 0,2-3-423 16,5 1-197-16,-5-1-85 0,1 0-195 16,-8 1-328-16,-4 2-148 0,-5 4-128 15,-10 3-472-15,-5 3-1132 0,-8 0-2593 0,-12 6-4039 16</inkml:trace>
  <inkml:trace contextRef="#ctx0" brushRef="#br0" timeOffset="188411.955">21360 14418 10376 0,'0'0'4653'0,"-20"75"-4073"15,16-29-504-15,-4 4 112 0,-1 4 476 16,2 3 680-16,-1-3-552 0,-1-6-656 15,1-7-136-15,5 0-432 0,-1-9-424 0,4-4-100 16,0-6-176-16,0-2-920 0,0-15-2321 16,0 2-2351-16,0-7 4896 0</inkml:trace>
  <inkml:trace contextRef="#ctx0" brushRef="#br0" timeOffset="188560.826">21364 14772 6340 0,'0'0'8045'16,"0"0"-6445"-16,0 0-896 0,0 0 552 15,91-40-184-15,-59 30-92 0,-4-3-148 16,4 1-408-16,-4-1-276 0,4-3-148 0,-5 0-40 16,-3 4-468-16,0 2-264 15,-7 1-156-15,-6 6-580 16,-3 3-1372-16,-4 0-2625 0,-8 12-3699 0</inkml:trace>
  <inkml:trace contextRef="#ctx0" brushRef="#br0" timeOffset="188715.327">21343 15090 1720 0,'0'0'7352'0,"0"0"-6164"16,0 0-724-16,0 0 633 0,0 0 843 15,100-18-156-15,-65 1-528 0,2 2-596 0,3-4-312 16,-5 0-252-16,1 3-52 0,-4 0-44 16,0 0-560-16,-4 6-536 0,0 4-696 15,-4 3-1076-15,0 3-1601 0,4 0-2694 0</inkml:trace>
  <inkml:trace contextRef="#ctx0" brushRef="#br0" timeOffset="188923.308">22715 15049 19201 0,'0'0'3909'0,"0"0"-3185"0,0 0-60 0,0 0-72 15,0 0-40-15,0 0 484 16,0 0-580-16,0 0-376 0,0 0-80 0,0 0-144 16,0 0-276-16,7 6-336 0,-14-2-268 15,-2 2-728-15,1-3-1985 0,-20 13-4235 16</inkml:trace>
  <inkml:trace contextRef="#ctx0" brushRef="#br0" timeOffset="198249.651">16248 15674 6804 0,'0'0'6313'16,"0"0"-4397"-16,0 0-812 0,0 0-188 0,0 0 76 15,0 0-40-15,0 0-204 0,0 0-344 16,0 0-248-16,0 0-100 0,-16 24-48 16,16 4 56-16,0 16 132 0,0 10-52 15,-8 9 28-15,0 4-64 0,-4 0 4 16,-4 3-40-16,4-5-72 0,-4 0-40 0,4-7-32 16,4-14 20-16,4-6 48 0,4-13-92 15,0-9-232-15,8-3-260 16,8-13 12-16,0 0-124 0,12-10-112 0,0-9-580 15,3-6-1168-15,-3-1-1921 0,8-18-1723 0</inkml:trace>
  <inkml:trace contextRef="#ctx0" brushRef="#br0" timeOffset="198442.026">16507 15805 5764 0,'0'0'5953'0,"0"0"-4813"15,0 0-580-15,-28 95 256 16,20-47 472-16,0 6-96 0,3 3-72 0,1 3-392 15,4 4-348-15,-3-1-24 0,-1 3-172 16,0-2-80-16,-4 0-104 0,-1-4-356 0,6-9-236 16,-1-6-48-16,0-11 268 15,4-12 48-15,0-2-84 0,0-8-348 16,-4-5-312-16,0-5-452 0,-5-2-1056 0,2 0-2949 16</inkml:trace>
  <inkml:trace contextRef="#ctx0" brushRef="#br0" timeOffset="198695.78">15777 16481 4892 0,'0'0'6537'15,"0"0"-5305"-15,0 0-988 0,0 0 216 16,41 70 720-16,-18-48 68 0,5 3-120 16,4 1-320-16,3-1-288 0,-2-2-164 15,-1-2-12-15,-5 3-36 0,5-3-60 16,-8-5-28-16,0-3-64 0,-4 0 52 15,3-7 64-15,2-6 240 0,3 0-52 16,3-13-144-16,5-2-132 0,5-14-87 16,-6-2-49-16,9-5-48 0,-4-5-96 0,0 3-245 15,-1 3-207-15,-7-1-184 0,0 3 36 16,0 3-300-16,-8 5-976 16,-4 6-2404-16,-4-3-3413 0</inkml:trace>
  <inkml:trace contextRef="#ctx0" brushRef="#br0" timeOffset="199677.442">17184 16186 5228 0,'0'0'4896'0,"0"0"-3043"0,0 0-801 15,0 0-660-15,0 0 220 16,0 0 540-16,36 93-200 0,-36-53-296 0,0 2-368 16,0 2-176-16,-8 0-52 0,4-9-60 15,0 0-24-15,-1-12 16 16,5-4-128-16,0-7-188 0,13-5-216 0,-2-7-88 15,6-7 36-15,11-10 48 0,0-10 72 16,4-9-112-16,-1-5 176 0,1-3-116 0,0-3 320 16,-4 5 204-16,-9 4 268 15,6 6 140-15,-9 7 92 0,-4 9-44 0,-1 10-48 16,-7 2-120-16,1 4-72 0,-1 7 152 16,-4 6 296-16,0 6-32 0,0 3-260 15,-4 6-196-15,-5-3-64 0,5 1 36 16,-3-1-24-16,3-5-84 0,4-7-40 15,0-4-152-15,0-6-8 0,4-3 36 16,7 0 124-16,2 0 12 0,-2-10 136 0,6 1-148 16,-2-4 0-16,1-2-72 0,0 2 60 15,-4 3 12-15,4 3-112 0,-5 2-52 16,-2 2 152-16,3 3 12 0,-5 0 112 16,2 3-104-16,-1 2 156 0,0 6 84 15,-5-5 36-15,6 2-24 0,-5 3-48 16,0-2-28-16,0 4-12 0,-4-4-72 15,4-2-88-15,-4 3-12 0,0-1 0 16,0 4-136-16,-4-1-332 0,0 1-128 0,-4 4-100 16,-4-3-160-16,4 5-380 0,0-2-824 15,-1-1-2037-15,6-7-2403 0,-1-2 4676 16</inkml:trace>
  <inkml:trace contextRef="#ctx0" brushRef="#br0" timeOffset="200029.022">18116 16224 3708 0,'0'0'8053'0,"0"0"-5921"0,0 0-868 0,0 0-128 16,0 0 120-16,-24 82 8 0,20-57-296 16,0 0-504-16,0 2-232 0,0-5-168 15,4 3-64-15,0-9-12 0,0 0-96 16,0-4-136-16,4-2-52 0,4-7-8 15,1-3 96-15,2 0 120 0,6-8 80 0,-2-3 4 16,5-8-68-16,0 0-76 0,0 0 60 16,-5 1 16-16,2-2 0 0,-6 8 8 15,2 2 16-15,-5 4-76 0,-1 3-12 16,-3 3 36-16,-4 0 100 0,0 9 284 0,0 3 172 16,0 8-48-16,-4 2-104 0,0 3-108 15,1-3 24-15,-5 0-96 0,8-5-124 16,0-4-56-16,0-5-64 0,4-8-188 15,7 0-120-15,6-2 60 0,2-15 0 16,1-2-248-16,8-9-564 0,0-3-832 16,4-4-840-16,-8 9-1325 0,12-18-335 15</inkml:trace>
  <inkml:trace contextRef="#ctx0" brushRef="#br0" timeOffset="200231.052">18765 15830 5776 0,'0'0'180'0,"0"0"4452"0,0 0-3359 0,0 0 59 15,0 0 304-15,13 79-208 0,-13-37-196 16,-4 3-280-16,-1 5-224 0,-3 4-200 0,1 2-128 16,-5 3-92-16,3 5-76 15,-2-1-148-15,-1-3-84 0,4-3-112 0,0-10-352 16,0-5 108-16,8-14 148 0,0-8 124 16,0-8-76-16,8-9-224 15,-4-3-56-15,8 0-32 0,0-13-272 0,-4-5-656 16,-1 1-1296-16,2-11-2781 0</inkml:trace>
  <inkml:trace contextRef="#ctx0" brushRef="#br0" timeOffset="200391.751">18486 16272 9020 0,'0'0'4413'0,"0"0"-3249"16,0 0-492-16,0 0 168 0,0 0 252 0,17 76 20 15,7-70-164-15,8 1-260 16,4-7-272-16,7-5-112 0,5-6-160 15,-4-3-144-15,4-5-264 0,-5-2-396 0,2 2-232 16,-6-4-392-16,-7 11-1296 16,0-7-3637-16</inkml:trace>
  <inkml:trace contextRef="#ctx0" brushRef="#br0" timeOffset="201077.241">20161 15763 3512 0,'0'0'7352'0,"0"0"-6259"16,0 0-261-16,0 0 164 0,43 74 256 16,-43-39 220-16,0 5-300 0,-12 9-332 15,-4 1-228-15,-8 1-96 0,-4 6-112 0,-8 1-160 16,0-5-156-16,-3 4-88 0,-6-6-44 15,2-6 44-15,4-4 60 0,-2-9-52 16,1-4 32-16,1-6-40 0,7-5-96 0,-4-5-40 16,8-5 52-16,4-4 80 15,4-3-72-15,5-3-108 0,2-8 52 16,5-1 32-16,8-7-60 0,0-2-84 0,8-9-40 16,5 2 124-16,2-4-36 15,5-1 96-15,4 3-168 0,-1 2 268 0,5 2 4 16,4 6 56-16,-4 5 152 0,0 8 32 15,-4 4-96-15,4 3 0 0,4 10 0 0,-4 5 24 16,4 7-52-16,0 8-20 16,0-3-28-16,0 3-20 0,-1 2-44 15,1-1-8-15,0-3-8 0,0 4-164 0,0-6-492 16,0-1-176-16,3-6-240 16,-3 0-828-16,-12-3-1248 0,8 0-3709 0</inkml:trace>
  <inkml:trace contextRef="#ctx0" brushRef="#br0" timeOffset="202306.983">21542 16221 1552 0,'0'0'3984'0,"0"0"1060"16,0 0-3567-16,0 0-489 0,0 0 16 15,0 0 272-15,0 0-140 0,0 0-264 16,0 0-316-16,-83 51-196 0,71-23-52 15,0 10-48-15,-3-3-88 0,2 3-160 0,5-6 36 16,5-10-48-16,-1-6-4 16,4-6-132-16,7-10-84 0,5 0 108 15,8-7 40-15,4-5-16 0,4-11-48 0,4-2-172 16,0-3 60-16,-4-1 100 0,-1 0 148 16,-7 7 8-16,-3 4 52 0,-2 4-48 15,-7 4-12-15,-3 8-112 0,-1 2 76 0,-1 7 36 16,1 1 436-16,-4 9 20 15,0 5-160-15,0 3-88 0,0-3-36 0,-7 1 24 16,7-4-24-16,0-10-172 0,0 0-92 16,3-5-192-16,5-4 12 0,4-4-8 15,4-8-116-15,-4-1-200 0,8-6-500 16,-5-3-804-16,2 6-2133 0,-1-16-1995 16</inkml:trace>
  <inkml:trace contextRef="#ctx0" brushRef="#br0" timeOffset="202590.784">22193 15700 3160 0,'0'0'2188'0,"0"0"3292"0,0 0-4067 16,-13 79-349-16,9-43 244 0,-4 1 64 0,5 4-84 15,-1 4-332-15,-5 0-328 16,5-1-308-16,-4-3-240 0,1 3-80 0,-2 0-244 15,1 2-288-15,-3-2 40 0,-2-3 84 16,5-2 132-16,1-4 180 0,3-7-44 16,4-9 136-16,0-3-96 0,8-3 4 15,3-7 44 1,2-6-60-16,6 0-24 0,1 0-4 16,1-6 68-16,2-7 8 0,1 4-28 0,0-8-144 0,-4 5-356 0,-1-4-772 15,-2 0-976-15,-6 7-1825 16,-3-10-1719-16</inkml:trace>
  <inkml:trace contextRef="#ctx0" brushRef="#br0" timeOffset="202824.66">21882 16098 5684 0,'0'0'5144'0,"0"0"-3551"0,0 0-709 15,0 0-376-15,0 0 368 16,0 0 204-16,0 0 176 0,0 0-252 0,87 11-348 0,-47-11-276 16,4 0-72-16,-1 0-160 0,5-5-40 0,1-1-104 15,2-1-4-15,1-3 0 0,0 3-164 16,-5-2-376-16,-2 3-324 16,-2 3-376-16,-4-4-708 0,-11 4-2817 0,4 0-4935 15</inkml:trace>
  <inkml:trace contextRef="#ctx0" brushRef="#br0" timeOffset="203534.173">23108 15627 6900 0,'0'0'4577'0,"0"0"-2821"16,0 0-1172-16,0 0-532 0,0 0 516 15,0 0 820-15,32 85 16 0,-32-31-488 16,-4 10-396-16,-7 6-128 0,3 3-84 0,-5 0-148 16,2-7-4-16,3-5-156 0,-1-7-52 15,2-7-20-15,-1-9-88 0,4-2-160 0,-5-11 124 16,5-5 72-16,4-8 64 16,0-9-28-16,0-3-96 0,4 0-52 0,5-6 236 15,3-7 52-15,8-6 32 16,-1-3-84-16,5-3-48 0,4 0 40 15,-4 1 4-15,1 6 4 0,-2 5 4 0,1 7 96 16,0 6-16-16,-9 0-84 0,2 6 76 16,-6 3 144-16,-2 7-96 15,-5 0 12-15,-4 4 24 0,0-1-12 0,-4 3-16 0,-5-4-32 16,-2 5-16-16,-1-4-8 16,-4-3 20-16,0 0 16 0,-4-4-28 15,0-2 0-15,1-4-80 0,2 1-4 16,-3-7-208-16,4 0 64 0,0 0-4 0,4-4-184 15,5-5-184-15,3-4-148 0,-1-3-244 16,5-6-144-16,5 3-496 0,6-3-704 16,10 0-1741-16,-6 3-2587 0,9-3 5092 15</inkml:trace>
  <inkml:trace contextRef="#ctx0" brushRef="#br0" timeOffset="203830.879">23570 16208 6224 0,'0'0'6053'0,"0"0"-4725"15,0 0-476-15,0 0 284 16,0 0 244-16,0 0-264 0,-32 76-388 0,25-50-264 16,-1-5-204-16,4-1-40 0,4-1-100 15,0-6-120-15,0-3-48 16,8-5-12-16,3-1 60 0,2-4 4 0,6 0 44 0,2-6 28 16,-1-7 8-16,3-7-84 0,5-1-196 15,0-5 72-15,0 1-20 0,0-4 32 16,0 4 40-16,-4-1-112 0,-5 4-4 15,-2 3-44-15,-10 3 104 0,-3 4 128 16,-4 1 72-16,-4 6-68 0,-7-5-8 0,-2 6-40 16,-6-2 36-16,3 6-100 15,-4 0 32-15,0 3-48 0,0 7-24 16,4 2-48-16,0 2-52 0,4 2 60 0,0 0-220 16,8 3-392-16,0-4-788 0,4-2-1408 15,0 0-2745-15</inkml:trace>
  <inkml:trace contextRef="#ctx0" brushRef="#br0" timeOffset="204343.474">23957 16156 4972 0,'0'0'9157'15,"0"0"-7153"-15,0 0-1636 0,0 0 92 16,0 0 732-16,0 0 188 0,107 7-512 0,-70-16-428 15,6-7-284-15,-3-3-92 0,8-2-64 16,-8-3-204-16,-1-1-320 16,-2 0-88-16,-5 3-224 0,-9 0-212 0,1-2-612 15,-11 10-788-15,-2 1-1749 0,-7-4-1963 16</inkml:trace>
  <inkml:trace contextRef="#ctx0" brushRef="#br0" timeOffset="204477.181">24335 15777 2764 0,'0'0'1044'0,"0"0"1496"0,0 0 756 0,-71 69-1527 16,47-28-437-16,0 10 56 0,1 7-84 16,2 5-100-16,1 1-96 0,5-4-268 15,2-3-284-15,5-6-292 0,8-11-264 16,0-10-320-16,8-15-296 0,12-8 148 16,5-10 244-16,6-10-48 0,1-12-176 0,4-7-452 15,0-6-1004-15,-12 9-2301 0,8-18-1399 16</inkml:trace>
  <inkml:trace contextRef="#ctx0" brushRef="#br0" timeOffset="204796.25">24579 15537 1384 0,'0'0'2320'0,"0"0"1932"0,0 0-1444 16,0 0-1251-16,0 0-613 16,0 0 60-16,0 0 144 0,0 0 172 0,0 0-76 15,16 93-196-15,-25-39-228 0,-2 6 36 16,-6 11-148-16,2-2-259 15,-9 1-217-15,5 0-112 0,2-10-120 0,6-9-96 16,2-13-257-16,9-15 61 0,0-8 84 16,12-5 88-16,4-10 72 0,0 0 48 15,8-10 0-15,3-5-40 0,1-4-56 0,0-7-24 16,0 1 68-16,-4 3 52 0,1 2 0 16,-10 8 0-16,-2 5-60 0,-2 4-72 15,-3 3 132-15,-4 6 48 0,4 10 160 16,-8 6-4-16,4 3-56 0,-4 7-100 0,0 1-44 15,0 1-4-15,0-2-48 0,0-3 48 16,0-1-72-16,0-5-112 16,4-4-280-16,0-7-196 0,4 1-88 0,4-3-324 15,0-4-988-15,-4-3-2448 0,4-3-3869 16</inkml:trace>
  <inkml:trace contextRef="#ctx0" brushRef="#br0" timeOffset="205345.682">25359 15935 6796 0,'0'0'1740'0,"0"0"472"0,0 0-555 15,0 0-713-15,0 0-4 16,0 0 312-16,0 0-184 0,0 0-432 0,0 0-312 16,0 0-76-16,-79 83-16 15,63-64-20-15,0 0-28 0,9-7-72 0,-2-1-52 0,9-3-48 16,0-2-4-16,4 1 4 0,4 2 84 16,4 5 4-16,0-2 72 15,8 1-12-15,0 2-12 0,-1-1-140 0,5-2 40 16,-3 4 100-16,-2-3-28 0,-3-1 40 15,1 1-48-15,-6 0-40 0,-3-4-12 16,0 5-48-16,-3-6 40 0,-5 3 44 16,0 1 16-16,-9 1 68 0,-3 2-92 15,-4-2-40-15,1 3-48 0,-2-7-108 0,-2 4-232 16,2-6-64-16,6-1-88 0,-2-3-120 16,10-3-92-16,3-3-176 15,0-10-688-15,3-3-1416 0,6-3-2049 0,10-16-2415 16</inkml:trace>
  <inkml:trace contextRef="#ctx0" brushRef="#br0" timeOffset="205494.305">25818 16008 2600 0,'0'0'8144'0,"0"0"-5427"16,0 0-1169-16,0 0-288 0,0 0-16 0,31 85 68 16,-31-62-248-16,-11-1-416 0,3 1-416 0,-4-4-196 15,4-1-36-15,-4-1-96 16,8-8-488-16,-4-3-412 0,4 1-76 15,-4-7-356-15,4 0-1244 0,-3 0-3213 0</inkml:trace>
  <inkml:trace contextRef="#ctx0" brushRef="#br0" timeOffset="205644.255">25782 15852 7248 0,'0'0'4217'15,"0"0"-1749"-15,0 0-1320 0,0 0-368 16,0 0 424-16,0 0-360 0,104-9-532 15,-72 9-312-15,7 0-260 0,1 6-684 16,0 1-612-16,-9-4-1608 0,14 3-4785 0</inkml:trace>
  <inkml:trace contextRef="#ctx0" brushRef="#br0" timeOffset="205977.338">26300 16074 5308 0,'0'0'9589'0,"0"0"-7801"0,-75 96-1016 16,42-61 576-16,1 6 96 0,5-6-116 0,7-6-379 15,7-8-513-15,9-10-436 0,4-5-24 16,9-6-124-16,10-3 148 16,5-7 60-16,8-9-60 0,4-10-12 0,0-2-204 15,4-7 8-15,0 0-44 0,-1-4 20 16,-3 2 99-16,5-2-3 0,-10-3 4 16,1 1-124-16,0-7-24 0,-4-3 0 15,-4 0 48-15,-4 0 88 0,-4 6 80 16,-5 4 64-16,-7 6 64 0,0 12 44 15,-4 14 284-15,0 3 68 0,0 9-72 0,0 0-203 16,-4 9 11-16,-3 7-184 16,-5 9 36-16,0 10-48 0,0 9 120 0,-1 4 36 15,6 6 28-15,-5 3-16 0,3 1-168 16,6-1-40-16,-1-7-164 0,4-1-513 0,0-12-135 16,4-2 48-16,12-9-216 0,-1-5-1144 15,2-8-1932-15,11 0-1829 16</inkml:trace>
  <inkml:trace contextRef="#ctx0" brushRef="#br0" timeOffset="207212.061">14355 17437 8476 0,'0'0'4645'0,"0"0"-3249"15,0 0-928-15,0 0-152 0,0 0 112 16,0 0 392-16,0 0 172 0,0 0-272 16,24 89-424-16,-20-54-64 0,-4-1-120 15,-4 5 12-15,-4 2-40 0,-4 1-8 16,-8 2-16-16,0 3-56 0,-8-1 96 15,-4-2-52-15,0 0 64 0,-7-3-28 16,3-6 0 0,0-4-72-16,-4-1 36 0,4-11 12 0,4-5-36 15,1 0-24-15,3-9-132 0,4-5-40 0,3 0 12 0,2-8-64 16,6-5-20-16,2-6-28 0,3-6-36 16,0-4 100-16,8-6-88 0,0 3 32 0,0 0 152 15,4 4 64-15,4 9-40 16,4 3 88-16,0 6 224 0,4 7-24 0,8 3-128 15,0 0-20-15,11 13 132 0,1 3 76 16,4 10 72-16,0-1-48 0,4 6 24 16,-5-2-112-16,6 3-172 0,-10 0 24 0,5-4-48 15,-4 4 0-15,0-4-412 16,0-2-400-16,0-1-104 0,-1 3-184 16,1-2-260-16,0-4-1416 15,-12-2-2473-15</inkml:trace>
  <inkml:trace contextRef="#ctx0" brushRef="#br0" timeOffset="208100.262">14729 17008 5988 0,'0'0'5429'0,"0"0"-3673"16,0 0-716-16,0 0-660 15,0 0 40-15,0 0 384 0,0 0 112 16,0 0-268-16,9 76-264 16,-5-34-148-16,0 8-76 0,-1 4-24 0,1 3-132 0,0 1 8 15,0-1-12-15,0-5-72 0,1-8-88 0,2-6-64 16,-3-4 12-16,0-5-24 16,0-7-36-16,0-6-76 0,5-4-204 0,-6-5-228 15,1-4-408-15,4-3-644 0,-4 0-901 16,0-10-2315-16</inkml:trace>
  <inkml:trace contextRef="#ctx0" brushRef="#br0" timeOffset="208387.096">14774 16983 3740 0,'0'0'6592'0,"0"0"-5223"0,0 0-793 0,0 0 100 0,0 0 432 15,0 0-144-15,0 0-260 0,0 0-240 16,91-7-208-16,-68 14-60 16,-2-1-80-16,-5 4-28 0,0 2-80 0,-9 4 60 15,2 0 20-15,-5 3-12 0,-4 3 108 0,-4 6-8 16,-9-2-52-16,2 3 0 0,-6-1-64 16,2-2-48-16,-1-4-4 0,-4-6-8 15,4 0-108 1,0-4-164-16,4-1 0 0,0-9-76 0,0 2-88 0,0-4-248 15,-3 0-312-15,2-6-284 0,2-5-668 16,-2-1-597-16,2 2-2371 0,-1-8 1700 0</inkml:trace>
  <inkml:trace contextRef="#ctx0" brushRef="#br0" timeOffset="208965.342">15084 16662 628 0,'0'0'8852'16,"0"0"-7019"-16,0 0-957 0,0 0 16 0,0 0 484 15,0 0-116-15,0 0-480 0,20 86-404 16,-16-67-304-16,4 3-68 0,-4-3 56 16,0-3-60-16,4 0-112 0,-5-7 12 15,2 1-36-15,-5-7-16 16,4 0 64-16,0 0 40 16,-4-3 36-16,4 0 12 0,0-6 52 15,0-7 72-15,3 1-24 0,2-4-12 0,-1-3-76 0,-1 3-4 16,2-3 0-16,-1 3 44 0,0 0-4 0,-1 7-40 15,-3 0-8-15,5 2 52 0,-5 3 12 16,0 4-56-16,3 0-8 0,-3 4 0 16,5 3 12-16,-2 5 112 0,-3 1-48 15,0 6-76-15,0-4 84 0,-4 8-80 16,4-4-4-16,-4 3-236 0,0-3-160 0,5 3-212 16,-5 3-272-16,4 0-384 0,-4 2-920 15,0-9-1861-15,0 11-2355 0</inkml:trace>
  <inkml:trace contextRef="#ctx0" brushRef="#br0" timeOffset="211127.031">16037 17640 1344 0,'0'0'6020'0,"0"0"-3752"16,0 0-847-16,0 0-677 15,0 0 40-15,0 0 452 0,0 0-84 16,83 0-196-16,-52 0-212 0,1 0-296 16,1 0-100-16,3 0-112 0,-4-6-28 0,-1-4-44 15,1 0-156-15,-4-5-8 16,0-1-76-16,-5 0-332 15,2 3-140-15,-9 4-112 0,-1 0-296 0,-11 4-348 0,0 3-712 0,-4 2-2201 16,-8 7-2835-16</inkml:trace>
  <inkml:trace contextRef="#ctx0" brushRef="#br0" timeOffset="211362.772">16108 17891 2736 0,'0'0'8529'16,"0"0"-6721"-16,0 0-1080 0,0 0-220 16,0 0 500-16,0 0 228 0,0 0-452 15,0 0-476-15,0 0-84 0,0 0 96 16,84-16-84-16,-56 9-28 0,8-2-140 16,-8 4-68-16,3-2-320 0,-3 0-372 15,0 4-80-15,-4-4-208 0,4 4-340 0,-4 3-908 16,-4 0-2321-16,-1 0-3283 0</inkml:trace>
  <inkml:trace contextRef="#ctx0" brushRef="#br0" timeOffset="-213530.338">17598 17279 1512 0,'0'0'7548'0,"0"0"-4991"0,0 0-765 16,0 0-624-16,0 0-84 0,0 0 172 16,0 0-188-16,0 0-144 0,0 0-260 0,0 0-164 15,52 72-84-15,-48-59-12 0,0 3-52 16,-1-1-48-16,-3 5-108 15,0 2-27-15,-7 3-73 0,-9 4-40 0,4-1-56 16,-11 4 0-16,-1 3-76 0,-4-3-165 16,-4-1-63-16,-4 4-12 0,-1-2 48 15,-2-5 36-15,-1 0-24 0,4-2-28 0,1-4 52 16,-2-6 24-16,10 1 12 16,3-9 76-16,0-2 32 0,7-6 16 15,6 0 8-15,-1-3-20 0,4-8-76 0,4-6-36 16,0-2-40-16,0-7 64 15,4-2 96-15,0 6-60 0,8-1-36 16,4 8 60-16,0 2 40 0,-1 6 72 0,10 7 148 16,-1 0 24-16,4 3-12 0,3 11 100 15,10 2 24-15,-2 5-40 0,1 2 4 16,0 5-136-16,0 1 4 0,-5 2-116 16,1 4-172-16,0 0-764 0,0 4-464 0,0-2-1520 15,-4-8-321-15,4 15-3119 0</inkml:trace>
  <inkml:trace contextRef="#ctx0" brushRef="#br0" timeOffset="-209207.707">19527 17462 6916 0,'0'0'7273'0,"0"0"-5645"0,0 0-288 0,0 0-584 16,0 0-100-16,0 0 96 0,0 0 68 16,0 0-200-16,0 0-216 0,0 0-40 15,28 0 25-15,7 0 147 0,5-3-128 0,8-2-176 16,-5-2-148-16,6-3-12 15,-2-3-68-15,5-3-4 0,-8 0-36 0,4-6 28 16,-9 3-344-16,2-1-180 0,-9 8-125 16,-8 3-155-16,-9 5-252 0,-7 4-1068 15,-8 6-2360-15,-4 13-1321 0</inkml:trace>
  <inkml:trace contextRef="#ctx0" brushRef="#br0" timeOffset="-209019.451">19635 17681 7868 0,'0'0'4777'0,"0"0"-3149"16,0 0-580-16,0 0-668 0,0 0 44 16,0 0 344-16,0 0 424 0,0 0-132 15,111 20-264-15,-63-30-320 0,-5 0-292 16,6-3-184-16,-6-1-12 0,-4-6-256 16,2-2-308-16,-5-4-148 0,-4 4-140 0,-1-4-700 15,-15 11-2276-15,4-8-3097 16</inkml:trace>
  <inkml:trace contextRef="#ctx0" brushRef="#br0" timeOffset="-208749.52">19996 16983 10945 0,'0'0'2664'0,"0"0"-1828"15,0 0-784-15,0 0 692 0,0 0 828 16,81 32-156-16,-50-20-592 0,9 4-444 15,4-3-172-15,0 3-36 0,4 3-48 16,-5 0-80-16,-3 2-44 0,1 2-4 16,-2 3-72-16,-7 5 76 0,-8 1 0 15,-9 6-84-15,-6 4 80 0,-5 2 4 16,-4 6-120-16,-13-2 32 0,2 4 28 0,-9-5 48 16,0-3 0-16,-4-3 12 0,0-9-88 15,0-3-132-15,0-8-136 0,1-1-188 16,-5-4-224-16,4-6-264 0,-1-7-932 15,6 0-2597-15,-9-3-3387 0</inkml:trace>
  <inkml:trace contextRef="#ctx0" brushRef="#br0" timeOffset="-208102.985">22348 17215 5976 0,'0'0'4268'16,"0"0"-3095"-16,0 0-69 0,0 0 512 15,0 0 112-15,0 0-52 0,32 97-364 16,-36-58-344-16,-5 9-296 0,-2 2-100 16,-6 5-144-16,-2 2-172 0,-1 0-147 0,-5 4-37 15,-3-9-68-15,2 3-4 0,-7-4 0 16,1-4-60-16,-4-5 56 0,0-7-4 16,1-4-53-16,-1-2-39 0,0-10-80 0,0-3 8 15,4-6-56-15,5-8-40 0,-1-2-196 16,4-2 244-16,3-8 208 15,2-6-184-15,7-3-160 0,0-7-72 0,3 1 180 16,2 0 176-16,7 6 64 0,0 5-164 16,3 6 36-16,10 2 72 0,-1 6 64 0,12 0 260 15,0 0-40-15,8 8 52 16,3 9-52-16,5-2 64 0,0 5 8 16,0-1-36-16,3-1-24 0,-3-1-108 15,1 1-116-15,-2-1-8 0,1 2 0 16,-4-4-136-16,0 2-240 0,-4-5-348 15,-8 1-36-15,-1-5-20 0,1-1-512 0,-7 0-724 16,2-4-1164-16,-11 0-2809 0,4-6 937 16</inkml:trace>
  <inkml:trace contextRef="#ctx0" brushRef="#br0" timeOffset="-207797.054">22746 17075 860 0,'0'0'10569'0,"0"0"-8877"0,0 0-1184 0,0 0 320 15,0 0 796-15,12 89 0 0,-12-48-380 16,0 6-556-16,0 7-272 0,-4 4-12 15,-4-1 156-15,0 3-208 0,0-3-228 16,4-6-124-16,-4-6-76 0,5-11-132 16,3-8-96-16,0-10 0 0,0-9-100 15,0-5-160-15,0-2-112 0,0-2-160 16,0-11-344-16,7-4-412 0,-3-8-540 16,0 6-1725-16,0-29-1055 0</inkml:trace>
  <inkml:trace contextRef="#ctx0" brushRef="#br0" timeOffset="-207602.786">22734 17110 2856 0,'0'0'1240'0,"0"0"4340"0,0 0-4071 0,0 0-149 16,0 0-96-16,0 0-112 0,0 0-220 15,0 0-164-15,0 0-196 16,91 21-76-16,-78-7-100 0,-1-5-64 0,-5 1-48 16,-3 2-124-16,-4 4-84 0,0 3-64 15,-8 4 36-15,-3-1-48 0,-9 6-184 16,-5 0-176-16,-3-2-144 0,1-3-16 15,0-4-240-15,2-4-232 0,1-5-232 16,4 0-364-16,5-10-312 0,2 0-1245 16,1-7-3195-16,5-12 6160 0</inkml:trace>
  <inkml:trace contextRef="#ctx0" brushRef="#br0" timeOffset="-207217.924">23048 16931 808 0,'0'0'10841'0,"0"0"-8429"0,0 0-1108 15,0 0 152-15,0 0 84 0,0 0-252 0,0 0-444 16,24 77-428-16,-24-51-184 16,0-1-88-16,0 3-96 0,-3 2-48 15,3-9-72-15,-4 2-48 0,0-8-212 16,4-5 16-16,0-7 24 0,0-3-64 15,0 0-132-15,8-3 132 0,3-7 172 16,-2-5 120-16,2-1 64 0,6-6 76 0,-9-1 32 16,7 2-44-16,-2-2-16 0,-6 4 24 15,5 3 88-15,-3 6 88 0,-2 4-16 16,1 3-24-16,0 3 0 0,-3 0 0 0,2 0-24 16,1 9-52-16,-4 1-8 15,8 6 32-15,-4-1-44 0,-4 8-16 16,4 2-84-16,-4 1 32 0,0-1-44 0,0-3-440 15,-4 4-316-15,0-4-200 0,0 0-128 16,0-3-708-16,0-6-1296 0,0 5-3509 16</inkml:trace>
  <inkml:trace contextRef="#ctx0" brushRef="#br0" timeOffset="-206470.611">23678 17736 900 0,'0'0'9044'0,"0"0"-6479"0,0 0-505 16,0 0-408-16,0 0-256 0,0 0-260 16,0 0-216-16,0 0-256 0,0 0 40 15,76-5-8-15,-41 5-295 0,2 0-173 16,3 0-116-16,-5 5-100 0,5-5-12 15,-3 2-52-15,2-2-140 0,1-2-293 0,-1-5-111 16,6-3-124 0,-6-3-248-16,1-2-856 0,-8 3-2300 0,4-11-3137 0</inkml:trace>
  <inkml:trace contextRef="#ctx0" brushRef="#br0" timeOffset="-206053.185">24977 17221 7068 0,'0'0'7625'0,"0"0"-6229"15,0 0-704-15,0 0 188 0,0 0 516 16,20 83-48-16,-20-58-412 0,4 4-508 0,-4 5-211 16,0 4-21-16,-7 4-4 15,-6 9-92-15,-6-1-100 0,-5 4-8 0,-4 0-4 16,-4-6-100-16,4-4-68 0,0-5 32 15,0-8 136-15,4-6-48 0,4-6-85 16,0-5-147-16,0-5 36 0,8-7 24 16,1-2 12-16,-2 0 16 0,5-8-4 15,1-5-48-15,-2-3-4 0,5-5-8 0,0-9-12 16,0-2-28-16,4-2 72 0,0-1 152 16,0 6 8-16,0 3 76 15,4 12 76-15,0 0 268 0,9 8-60 16,-2 2 56-16,6 4 4 0,2 0 48 0,5 7-28 15,8 5-72-15,-4 1-24 16,4 0-96-16,0 6-16 0,-1-1-80 0,-3 1-36 16,4 1-40-16,-4-1-88 0,-4 0-56 15,4 0-172-15,-4-3-72 0,0 3-248 16,-4 0-248-16,-1 3-332 0,1-2-1004 0,-12-5-2020 16,5 8-2829-16</inkml:trace>
  <inkml:trace contextRef="#ctx0" brushRef="#br0" timeOffset="-205677.301">25842 17412 2764 0,'0'0'9565'0,"0"0"-7389"15,0 0-1304-15,0 0 384 0,0 0 200 16,0 0-252-16,103 44-224 0,-70-32-392 16,2-5-332-16,5-1-124 0,3-3-72 0,-2-3-60 15,6 0-8-15,-2-9-504 0,-6-1-416 16,1 1-176-16,-8-4-564 0,-12 7-2116 16,-5 6-2269-16</inkml:trace>
  <inkml:trace contextRef="#ctx0" brushRef="#br0" timeOffset="-205519.744">25877 17764 3116 0,'0'0'9261'15,"0"0"-7565"-15,0 0-1280 0,0 0 568 16,0 0 524-16,0 0-148 0,88 54-448 0,-48-48-496 16,4-3-280-16,3-3-136 0,5-9-244 15,8-7-444-15,0-6-248 16,4 0-508-16,-16 2-2564 0,16-8-4609 0</inkml:trace>
  <inkml:trace contextRef="#ctx0" brushRef="#br0" timeOffset="-205235.348">26878 17614 1668 0,'0'0'11213'0,"0"0"-7405"15,-13 77-2876-15,10-49-16 0,3 4 348 16,0-3-324-16,7-7-344 15,10-10-376-15,7-8-208 0,4-4-4 0,7-16-8 16,1-9-116-16,4-4-56 16,0-7-72-16,-4-1-24 0,0 2-12 0,-8 3 160 15,-9 1 64-15,-7 8 56 0,0 0 60 16,-12 9 36-16,0-3 40 0,-4 8 44 16,-11-3-56-16,-2 1-76 0,-11 2-48 0,0-1 0 15,-7 1-4-15,-9 3-92 0,-4 2-100 16,-4 4-60-16,1 7-64 0,-13 12-364 15,0 12-448-15,-8 13-1348 0,16-8-2845 16,-36 34-5011-16</inkml:trace>
  <inkml:trace contextRef="#ctx0" brushRef="#br0" timeOffset="-194853.059">4606 17217 860 0,'0'0'7796'0,"0"0"-6956"0,0 0-464 15,0 0 204-15,0 0 233 0,0-72 423 16,0 65 12-16,4 4-80 0,-4-1-188 16,0 4-276-16,4 0-216 0,-1 4-116 15,5 6-100-15,5 3 24 0,-2 5-36 0,1 8 60 16,-4 12-120-16,-8 9 128 15,0 11-92-15,-4 9-152 0,-12 2-72 0,-8 1-8 16,-4-7 12-16,0-5 56 0,-8-7-60 16,1-4 60-16,-9-5-72 0,4-5-72 15,-4-5-28-15,5-3-32 0,-2-8 20 16,6-7-24-16,7-8 136 0,0-6 116 0,12-3-116 16,0-14-88-16,0-2-32 0,4-2-104 15,0-11-20-15,5 0 32 0,-1 0 52 16,8 1-100-16,0 3 64 0,4 2 60 15,3 3 136-15,9 11 0 0,0-1 148 16,4 7-88-16,4 6 104 0,0 0-92 16,8 0 64-16,-1 9 76 0,5 1-104 15,1 6 16-15,-1 3-116 0,-1 0 44 0,1 6-52 16,-4-2 8-16,0 2-8 0,-4-6 12 16,0 3-12-16,-4-6-12 15,-5-3-76-15,-3-1-84 0,-4-5-100 0,0 0 12 16,-8-4-112-16,0 0 88 0,0-3-128 15,-4 0-136-15,4 0-436 16,0-3-588-16,-4-7-728 0,4 0-2293 0,-4 1-1915 16,0-14 6213-16</inkml:trace>
  <inkml:trace contextRef="#ctx0" brushRef="#br0" timeOffset="-194676.208">4900 17602 10516 0,'0'0'2337'15,"0"0"-1777"-15,0 0 152 0,0 0 916 0,0 0-272 16,84 0-228-16,-69 0-376 16,6-3-248-16,-5-1-200 0,3-2-232 15,2 0-72-15,-6-4-44 0,5 4-236 0,-4 3-372 16,0-3-224-16,1 2-476 0,-10 4-968 16,1 0-2045-16,-8 7-1971 0</inkml:trace>
  <inkml:trace contextRef="#ctx0" brushRef="#br0" timeOffset="-194503.353">5036 17712 7552 0,'0'0'4241'16,"0"0"-2821"-16,0 0-1164 0,0 0 24 15,0 0 672-15,0 0 432 0,0 0-172 16,0 0-416-16,0 0-268 0,83 42-268 16,-63-38-188-16,1-1-72 0,2 0-44 15,-3-3-40-15,8-3-412 0,-4-4-420 16,8-5-204-16,0-1-760 0,-9 3-1132 15,10-3-3633-15</inkml:trace>
  <inkml:trace contextRef="#ctx0" brushRef="#br0" timeOffset="-194203.445">5581 17712 4376 0,'0'0'3240'0,"0"0"1033"0,0 0-3353 16,0 0 0-16,13 74 800 0,-9-55 72 15,0-6-408-15,-1-1-632 16,1-5-472-16,4-4-132 0,1-3-24 0,2 0-52 15,1-6-60-15,4-7 220 0,0-6 0 16,0 0-36-16,4-6-196 16,-4-4-108-16,-9 4-40 0,6 0-36 0,-5 2 128 15,-4 4 56-15,-4 0 0 0,0 3-36 16,0 0 24-16,-4 3-100 0,-4 4 100 0,-5-1 12 16,-6 4-148-16,3 0-8 0,-3 0 68 15,-2 1-48-15,1 5 40 16,5 0-28-16,-2 0-12 0,6 0-96 0,-2 11-64 15,1-2-12-15,5 4 0 0,-6 3-28 16,5 6-208-16,5-3-460 0,-1 7-456 16,0-1-844-16,0-6-1613 0,4 7-2659 15</inkml:trace>
  <inkml:trace contextRef="#ctx0" brushRef="#br0" timeOffset="-193936.381">6414 17675 5672 0,'0'0'8933'0,"0"0"-7813"0,0 0-1056 15,0 0-64-15,0 0 804 0,0 0 364 16,0 0-304-16,0 0-384 15,0 0-160-15,88 9-36 0,-60-6-164 0,4-3-116 16,-1 0-4-16,1 0-72 0,4-3-184 0,-4-2-312 16,-4-2-232-16,-4-3-32 15,0 4-316-15,-12-3-1124 0,-5 2-2585 0,-7 4-4063 16</inkml:trace>
  <inkml:trace contextRef="#ctx0" brushRef="#br0" timeOffset="-193770.901">6466 17780 5520 0,'0'0'6901'0,"0"0"-5853"0,0 0-960 15,0 0 484-15,0 0 376 0,0 0 264 0,92 38-476 0,-64-35-300 16,0-3-176-16,4 0-260 0,-1-9-124 16,1-4-472-16,-4-3 36 0,4-3-336 15,-4-7-632-15,-9 11-1713 0,2-14-3015 16</inkml:trace>
  <inkml:trace contextRef="#ctx0" brushRef="#br0" timeOffset="-193483.579">6689 17399 7160 0,'0'0'6793'0,"0"0"-5905"0,0 0-700 15,0 0-176-15,0 0 468 0,0 0 212 0,92 13-92 16,-72-1-312-16,8 1-152 0,-4 6-52 16,-5 4-84-16,5-2-52 0,-3 8 4 15,-6 0-64 1,-3-1 112-16,-4 0-212 0,0-2-64 0,-4-4 140 0,-4 3 72 16,0-2 60-16,0-2-44 0,-12 2-92 0,4 0 36 15,-8-1 92-15,0-3-212 0,-3 3-316 16,-2 0-192-16,-7 0-448 15,-4 0-420-15,1 3-645 0,3-5-2271 0,-16 6-456 0</inkml:trace>
  <inkml:trace contextRef="#ctx0" brushRef="#br0" timeOffset="-192487.213">7841 17323 4852 0,'0'0'1104'0,"0"0"1964"0,0 0-2176 16,0 0-364-16,0 0 169 0,0 0 551 15,0 0-36-15,0 0-376 0,0 0-428 16,0 0-172-16,23-19 80 0,-14 34 236 0,-1 4-32 15,-5 7-108-15,1 2-52 16,-4 7-176-16,0 3 4 0,-7 3-28 0,-6 4-84 0,-6 3-16 16,-2-4-8-16,2-3 32 15,-5-2-8-15,0-8-28 0,0-2 16 16,0-7 20-16,4-6-32 0,0 0-52 16,1-10-68-16,2 0 68 0,6-6 76 15,-2 0-76-15,2-6-88 0,3-3-196 16,-5-4 60-16,6-3 64 0,-1-3-12 0,-5-3-16 15,10 3 52-15,-1 0-28 0,4 3 52 16,0 4 112-16,0 5 52 16,7 0 24-16,6 4-16 0,2 3 76 0,6 0 100 15,3 0 12-15,8 0-124 0,0 6 64 16,3 1-40-16,5 3-12 0,-1-2-12 16,2 6-112-16,-2-2 40 0,5 4-52 0,-4 0-112 15,0 0 108-15,-4 3-8 0,3-3-308 16,2 0-276-16,-6 3 48 15,5-7-516-15,-8 1-1036 0,-8-7-2217 0,8 5-2379 16</inkml:trace>
  <inkml:trace contextRef="#ctx0" brushRef="#br0" timeOffset="-191168.279">8148 16679 5792 0,'0'0'4620'0,"0"0"-3255"0,0 0-365 0,0 0-668 15,0 0 316-15,0 0 784 0,0 0-148 16,0 0-424-16,0 0-500 0,0 0-200 15,0 0 260-15,23 69 72 0,-19-31-208 0,1 6 24 16,-1 7-112-16,-4-1-192 16,0 5 0-16,0-7-8 0,0-3-4 0,0-12-176 15,0 0-172-15,3-14-28 0,-3-3 4 16,0-4-68-16,4-5-132 16,0-7-448-16,-4 0-964 0,4-4-896 0,-4 1-2221 15,0-19-791-15</inkml:trace>
  <inkml:trace contextRef="#ctx0" brushRef="#br0" timeOffset="-190903.811">8187 16693 1540 0,'0'0'5032'0,"0"0"-2536"16,0 0-1244-16,0 0-579 0,0 0 239 16,0 0 344-16,0 0-204 0,0 0-304 0,0 0-356 0,0 0-168 15,0 0 80-15,64-25 112 16,-52 32-152-16,-4 2-28 0,-4 0-88 0,4 4-136 15,-8 0 116-15,0-1 20 0,0 5-12 16,0-4 12-16,-4 2-96 16,-4-2 20-16,0 0 4 0,-4 0-76 0,-4-4-52 15,0 1-344-15,0-4-140 0,0 0-180 16,4-6-24-16,-4 0-324 0,5 0-400 0,-2 0-112 16,-2-6-297-16,2-4-827 0,6 1-1664 15,-1-1 2196-15</inkml:trace>
  <inkml:trace contextRef="#ctx0" brushRef="#br0" timeOffset="-190504.222">8470 16418 8688 0,'0'0'4017'0,"0"0"-3101"0,0 0-688 0,0 0 536 15,0 0 860-15,0 0-276 0,0 0-596 16,0 0-308-16,0 0-88 0,36 66 148 16,-32-38-24-16,0-2-212 0,0 3-188 15,0 0-80-15,-4-4-60 0,4-6-208 16,-4 0-160-16,4-10-4 0,-4-2 4 16,4-7-52-16,0 0 20 0,-1 0-60 15,6-10-16-15,-5 1 228 0,4-4 80 16,-4-6 88-16,-1 0 140 0,1 0 0 15,1 0 204-15,-1-3-56 0,-4 3-36 0,4-3 76 16,0 2 64-16,0 8-68 0,-1-1-36 16,5 3-12-16,1 4 28 0,-5 0-40 15,3 6-124-15,1 0 0 0,1 6 92 16,-1 7 28-16,-5 3 4 0,5 3 0 16,-4 6-12-16,1 1-112 0,-5 2-64 0,0-2-516 15,0 2-312-15,4-3-908 0,-4 5-892 16,0-11-2149-16,0 6-2702 0</inkml:trace>
  <inkml:trace contextRef="#ctx0" brushRef="#br0" timeOffset="-189928.532">8848 17310 836 0,'0'0'5684'0,"0"0"-667"16,0 0-3621-16,0 0-644 0,0 0 200 16,0 0 444-16,0 0-132 0,0 0-384 15,0 0-324-15,0 0-224 0,0 0-124 0,-19 7-60 16,27-5-48-16,7 2 84 15,5-4 60-15,8 3 12 0,0-3-24 16,8 0 48-16,-4-7-144 0,0 0-76 0,0-1-60 16,-4-3 0-16,-4 2-112 0,0 4-192 15,-5-9-208-15,1 5-200 0,-4 0-160 16,0-1-368-16,0 3-692 0,-8 1-1156 16,0 3-2981-16</inkml:trace>
  <inkml:trace contextRef="#ctx0" brushRef="#br0" timeOffset="-189479.156">9761 16884 7536 0,'0'0'4673'0,"0"0"-3613"16,0 0-588-16,0 0 164 0,0 0 676 0,84 26 28 15,-72-10-420-15,8 3-316 0,-5 6-172 16,-2 7-128-16,-2 3 4 16,1 3-28-16,-7 6-96 0,-5 1-72 0,-5 2-104 15,-10 1-4-15,-6 3-8 0,-3 0 4 16,-3-4 0-16,-9-1-8 0,4-9-4 0,0-9 8 16,4-5-72-16,0-4-92 0,5-10 20 15,-1-2 0-15,7-4 28 16,-2-3 20-16,6 0-12 0,2-13 64 0,3 0-148 15,-1-10-196-15,6-2-28 0,-1-6 36 16,4-1 208-16,0-3 68 16,0 7-16-16,4 2 60 0,8 10-40 0,3 1 104 0,2 9 300 15,2 1 120-15,1 5-148 16,5 5-136-16,-1 4-52 0,4 7 16 16,-1 0 24-16,1 2-12 0,0 1-4 0,0 3-96 15,0-2-12-15,0-1 0 0,-4 0-208 16,0-7-224-16,-5 1-136 0,1-3-152 15,0-3-320-15,0-5-564 0,0-2-652 16,-8 0-1689-16,-4-9-1859 0</inkml:trace>
  <inkml:trace contextRef="#ctx0" brushRef="#br0" timeOffset="-189294.716">10259 17176 1044 0,'0'0'12653'0,"0"0"-10097"0,0 0-1708 0,0 0-204 16,0 0 208-16,92 19-4 16,-72-19 36-16,4 4-348 0,3-4-316 0,1 0-124 15,0-7-96-15,0 1-124 0,-4 0-376 16,4-4-244-16,-4 4-200 0,-5 0-364 16,-2-1-1212-16,-6 4-2661 0,-7 3-4187 0</inkml:trace>
  <inkml:trace contextRef="#ctx0" brushRef="#br0" timeOffset="-189137.239">10427 17456 7292 0,'0'0'4453'0,"0"0"-3337"16,0 0-860-16,0 0 228 0,0 0 380 16,51 67 120-16,-31-64-140 0,1-3-332 0,6-3-512 15,1-8-300-15,3-7-656 16,1-1-548-16,-8 0-1400 0,12-13-4441 15</inkml:trace>
  <inkml:trace contextRef="#ctx0" brushRef="#br0" timeOffset="-188883.219">11016 17326 5836 0,'0'0'6329'16,"0"0"-3529"-16,0 0-1880 0,0 0-352 0,28 82 180 15,-16-60 500-15,0-3-436 0,4-3-540 16,4-6-260-16,3-4 256 15,-2-6 12-15,3 0-108 0,4-9-72 0,-5-7-100 16,1-3-184-16,0-3-12 0,0-7-148 16,-8 4-48-16,4-5 72 0,-8 3 76 15,0 2 168-15,-4-2 72 0,-8 2-4 16,0 6 8-16,-12-3-208 0,-8 6-48 16,-4 4 256-16,0-1 88 0,-4 10-88 15,-4 3-16-15,-4 3-168 0,-3 13-148 0,-5 6-140 16,0 10-504-16,8-4-1408 15,-24 20-3473-15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5-30T07:17:39.399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1796 2504 6096 0,'0'0'6893'0,"0"0"-5545"0,0 0-352 0,0 0-628 15,0 0 276-15,0 0 152 16,0 0-152-16,0 0-112 0,0 0-52 16,0 0-280-16,-32-47-4 0,45-3 72 0,6-18-48 15,9-11-12-15,0-7-96 16,8-6 0-16,-1-6-4 0,6-1-108 0,-1-9-40 16,3 1-48-16,1-5 76 0,-4 5-84 0,-4 5-64 15,0 7 100-15,-9 10 0 16,-3 5-4-16,-3 12-32 0,-6 9 8 0,2 5-8 15,-6 13-4-15,-2 6-36 16,2 5 64-16,-3 16-28 0,-4 0-96 16,5 11-136-16,2 3-100 0,9 0 180 0,4 12 244 15,7 7 16-15,6 11 16 0,10 8-24 16,2 9-4-16,7 10 4 16,-1 1 108-16,1 5-104 0,0-3 44 0,-13 1-36 15,1-7-12-15,-8-4 108 0,-8-1-108 0,-4-9 0 16,-5 2 88-16,-6-4-80 15,-1-3 140-15,-9-1-140 0,-3 2-8 0,-3-9-136 16,-13 6-112-16,-4-2 12 16,-8 1-24-16,-12 7 40 0,-8-4 152 0,-12 2 68 0,-7 2 88 15,-9 2 12-15,-7-5-40 16,-9 1 100-16,0-2-60 0,-3-7-96 0,-1 1 8 16,4-4 0-16,5-2-12 0,7-5 28 15,12-1-28-15,12-4-88 0,9-1 76 16,11-2-164-16,12-5 92 0,11 2 84 15,6-7 8-15,7 0-8 0,0-3-112 16,16-6-364-16,7-13 404 16,14-10 72-16,14-10 172 0,13-9-144 0,8-9-28 0,7-3-8 15,5-4-44-15,4-3 52 16,0-6 0-16,3 0 4 0,-4-1 48 0,5 1-52 16,-8-1-184-16,-4 8 180 15,-5 6-84-15,-2 2 12 0,-15 7 68 16,-5 7-52-16,-14 9 60 0,-11 12 48 0,-8 10-44 15,-12 13 0-15,-8 3 96 0,0 0 64 16,-8 10 72-16,-12 6-124 0,-3 9-112 16,-9 7-56-16,-5 12 56 0,-10 6 52 15,-5 5 60-15,-8 8 84 0,-7 7 52 0,-9 13-108 16,-7 6-68-16,-9 12 16 16,-4 7 36-16,-3 6 24 0,-5 3 60 0,4 2-108 15,5-8 60-15,3 1 24 0,8-5 172 16,9-6-120-16,11-5 56 0,12-7-96 15,8-16-184-15,8-13 48 0,13-16-60 0,10-18-44 16,6-10-92-16,3-9-84 16,4-5-220-16,0-2-140 0,0 0-48 15,8-2-80-15,8-5 24 0,-1-3-96 16,9-3-644-16,-4-3-664 0,-4 1-1997 0,1-11-3407 16</inkml:trace>
  <inkml:trace contextRef="#ctx0" brushRef="#br0" timeOffset="2269.643">16343 2371 6976 0,'0'0'5069'0,"0"0"-4133"16,0 0-464-16,0 0-396 0,0 0 100 16,0 0 156-16,0 0-52 0,0 0 12 15,0 0-52-15,0 0 48 0,0 0 64 16,32 17 12-16,-16-14-188 0,4 0 28 15,0-1-116-15,3 2-36 0,2-4 24 0,3 3-24 16,3-3-44-16,1 0 84 16,4 0-4-16,3-3-76 0,6-3 52 0,-2 0-60 15,6-1 44-15,-2 3-48 0,1-2-12 16,0 4-64-16,0-2 76 16,0 4 0-16,3 0-88 0,-3 0 88 0,4 0-4 15,-1 4 0-15,-2-4-4 0,3 2-116 16,-9-2-36-16,4 0 144 0,2 0-176 0,-1 0 180 15,3 0 12-15,1 0 220 0,0 0-220 16,-1-2-40-16,2 2-240 0,-1 0 232 16,-1 0 44-16,-3 0 4 15,4 2 0-15,-1 1-64 0,-2 4 52 16,3 0-60-16,3 1 72 0,-3-1 4 0,4 3-4 16,0-2 64-16,-1-1-116 0,4 3 52 15,-3 0-12-15,4-4 12 0,0 3 76 16,0-2-76-16,-4-1 0 0,4 0 112 15,-4 1-104-15,-1-4-8 0,1 3 52 0,-4 0-52 16,0 1-68-16,-1-1 60 0,-3 1 16 16,3-1 48-16,-2-3-8 15,3 3-48-15,-1-1 52 0,1-5-48 0,4 0-4 0,-4 0 104 16,3 0-100-16,1 0-4 16,-4-5 12-16,4 3-4 0,-5-2-4 0,1 1-4 15,0 0 76-15,-1 0-24 0,-2 3-52 16,-1-3 0-16,-1 3-72 0,-3 0 72 15,0 0-4-15,-4 0 0 0,4 0-64 16,-4 0 68-16,3 0 8 0,-2-4 56 16,2 1-64-16,-4 0-4 0,6 0-12 15,-6-3 16-15,5 2 0 0,4-2 0 16,-5 0 0-16,2-1 4 0,-2 1-4 16,6 3-68-16,-2-4 68 0,1 1 64 15,0 3-64-15,3-3-8 16,2-1 4-16,-1 1-44 0,-1-3-44 0,-3 2-48 15,3 4 28-15,1-3 64 0,-3 3 0 16,2-1 44-16,1 1-40 0,-4 3 28 0,3-4 32 16,1 4-4-16,0 0-12 0,-1 0 4 0,2 0-4 15,3 0 0-15,0 0-12 0,-5 0 12 16,5 0 0-16,0 0-4 16,3 0 8-16,1 0-4 0,4 0 4 0,0 0-4 15,-1 0 4-15,1 0 60 16,3 0-64-16,-3 0-12 0,5 4 8 0,-2-1 8 15,-3-3-8-15,3 4 8 0,-3-1-8 16,4 0-44-16,-5 3 48 16,1-4-64-16,1 5 64 0,-2 0 0 0,-3-4 36 15,4 4-36-15,0-4-12 0,3 3 12 0,-3-3 0 16,3 0 28-16,5-3-16 0,-4 3 0 16,4-3-4-16,-5 0 56 0,6 0-56 15,-2 4-4-15,-4-4 40 0,5 0-40 16,-4 0-8-16,0 0-20 0,-4 3-88 15,-1-3 100-15,5 3 4 0,-5 0 8 16,1 0-40-16,0-3-8 0,4 3 48 16,-4-3 0-16,0 4-28 0,3-4 40 0,-3 3-12 15,3-3 0-15,-3 3 4 16,0 0 60-16,0 0-24 0,-1 1-36 0,-3-2-4 16,0-2 0-16,-4 4-4 0,4 2 4 15,-4-3 4-15,0 1-4 0,0 2-52 16,-1 0 48-16,4 0-60 0,-3 1 60 15,8-1 0-15,-4-2 4 0,7 3-4 16,-3-5 0-16,5 2 4 0,-2-2 0 0,4 2-8 16,-3-4-92-16,0 2 100 0,4 2 0 15,-5-4 76-15,5 3-72 0,-4-3 0 16,4 4 40-16,-1-4-44 0,2 3-36 16,-2 0-16-16,0-3 12 0,6 0 32 15,-2 2 16-15,1-2-16 0,-1 4 72 16,1-1-16-16,4-3-48 0,-4 7 8 15,-1-7-16-15,-3 6-28 0,0-3 36 16,3-1 0-16,-3-2-12 0,0 5 8 0,3-3-8 16,1-2-32-16,0 0 44 0,8 0 0 15,-5 0 0-15,9 0 0 16,-1 0 4-16,1-2 60 0,0-3-52 0,0 3 56 0,-5 2-60 16,1-3-16-16,-4 3-48 15,-1 0 44-15,1 0 24 0,-5 3-20 16,5-3 16-16,-1 2 24 0,2 3-28 0,2-3-8 15,-3-2 4-15,0 0 0 16,-5 4 8-16,1-4 56 0,-8 0 24 16,-5 0-76-16,-3-4 128 0,-8 4-92 0,-1-2 64 15,-6-3 44-15,-9 3-80 0,-5-1-76 16,-7 0-4-16,-8 0-96 16,-7 0-44-16,-6-1-508 0,-3 4-384 0,-3 0-196 15,-6 0-688-15,-27 0-3981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5-30T07:14:59.3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2406 1774 9564 0,'0'0'4745'16,"0"0"-4101"-16,0 0-228 0,0 0 88 0,0 0 448 15,0 0-80-15,0 0-244 0,0 0-244 16,16-3-188-16,7 1 100 16,14-2 220-16,10 1 300 0,6-3-328 0,2-1-292 15,5 2-112-15,-5-6-72 0,1 5-8 16,-4-7-4-16,-4 1 12 0,0-1-12 16,0 0 0-16,-4-3-72 0,-1 0-148 15,-3 0-268-15,-4 1-316 0,-8 2-288 16,-4 4-496-16,-8 2-1076 0,-9 4-2141 15,-7 3-3391-15</inkml:trace>
  <inkml:trace contextRef="#ctx0" brushRef="#br0" timeOffset="186.295">2522 2060 7536 0,'0'0'6593'0,"0"0"-5453"0,0 0-752 16,0 0-376-16,0 0 544 0,0 0 532 0,84-3 24 15,-49 0-212-15,5-3-204 16,3-4-172-16,-2-2-132 0,2-1-172 0,-3 0-184 16,0-3-36-16,-4 1-48 0,4-5-440 15,0-2-136-15,-4 0-60 0,0 0-340 16,-5-4-748-16,-7 7-2100 0,0-10-2401 16</inkml:trace>
  <inkml:trace contextRef="#ctx0" brushRef="#br0" timeOffset="488.329">2848 1257 11205 0,'0'0'4164'16,"0"0"-3964"-16,0 0 40 0,0 0-28 0,76-19 728 16,-44 13 104-16,4 6-316 15,-1 0-76-15,10 6-76 0,-2 7-196 0,5 3-164 16,3 9 80-16,-2 0-236 0,-6 4-48 15,-2 2 0-15,-6 5 72 16,-7 2-36-16,-5 3-32 0,-6 6 200 0,-6 5-156 0,-2 5 4 16,-9 0-16-16,-4 7 12 15,-12-1-12-15,-4 0-40 0,-4-2 52 16,-4-8-60-16,1 1-168 0,-9-6-148 0,-1-7-112 16,1-2-156-16,1-4-76 0,-1-4-152 0,0-9-264 15,1-3-876 1,11-6-2248-16,-16-3-3329 0</inkml:trace>
  <inkml:trace contextRef="#ctx0" brushRef="#br0" timeOffset="1029.685">5658 1495 8476 0,'0'0'5861'15,"0"0"-4845"-15,0 0-1008 0,0 0 396 16,0 0 728-16,0 0 96 0,0 0 4 0,99-9-400 16,-63 9-136-16,8-3-136 0,3-1-147 15,5-2-181-15,-4 0-76 16,0-4-96-16,-1 1 12 0,1-4-64 0,5-1 4 15,-6 2-12-15,-3-3-276 0,0 2-309 16,-9 1-107-16,-3 1-236 16,-4 5-484-16,-4 3-1492 0,-12 3-3001 0,-8 0-3707 15</inkml:trace>
  <inkml:trace contextRef="#ctx0" brushRef="#br0" timeOffset="1217.817">6028 1632 9608 0,'0'0'4865'0,"0"0"-4121"16,-9 95-292-16,9-48 604 0,0 7 360 16,0 3-76-16,0 4-224 0,5 0-520 0,-5-5-256 15,0 5-208-15,0-8-120 16,0-2-12-16,0-6-120 0,0-7-316 16,0-10-176-16,0-2-108 0,0-7-152 0,0-3-336 15,-5-3-1396-15,5-5-2909 0,-11 3-4078 16</inkml:trace>
  <inkml:trace contextRef="#ctx0" brushRef="#br0" timeOffset="1401.396">6111 2169 13209 0,'0'0'2220'0,"0"0"-1468"0,0 0 336 0,0 0 704 16,92-6-568-16,-76 6-320 0,4-5-91 15,0 3-377-15,0-2-240 0,0-2-192 16,3 4-4-16,1-5-220 0,1 3-348 15,-5 4-173-15,-1 0-275 0,-2 6-368 16,-6 7-788-16,-3 4-692 0,-4-2-1241 16,-8 14-915-16</inkml:trace>
  <inkml:trace contextRef="#ctx0" brushRef="#br0" timeOffset="1571.779">6176 2457 1120 0,'0'0'940'0,"0"0"8397"0,0 0-7113 15,0 0-956-15,0 0-48 0,0 0-16 16,0 0-340-16,0 0-172 0,0 0-252 15,0 0 124-15,0 0 340 0,11 32-100 16,25-39-195-16,-4-2-245 0,7-1-124 16,2-2-116-16,-2-4-76 0,5-3-48 15,0 3-148-15,0-3-360 0,8 3-317 0,-5 3-115 16,5 5-480-16,-12 3-1660 0,12 3-4305 16</inkml:trace>
  <inkml:trace contextRef="#ctx0" brushRef="#br0" timeOffset="2204.411">9394 1495 4924 0,'0'0'7421'0,"0"0"-5697"0,0 0-552 15,0 0 288-15,0 0-216 0,0 0-112 0,0 0-88 16,0 0-276-16,0 0-308 15,-95-25-68-15,59 25 33 0,-8 3-197 16,-3 7-164-16,-9 5-64 0,0 1-72 0,-4 7 24 16,-4 2-72-16,0 7 108 0,-3 0-108 15,-1 2-100-15,9 4 159 0,-1 3 1 0,8-3-4 16,8 1-8-16,9-4-36 0,7-3 60 16,7-1-12-16,10-6 60 15,6-1 4-15,5-6 8 0,9-3-8 16,6-2 140-16,9-3 76 0,12-1-3 0,3-2-21 15,10-7 32-15,7 0-80 0,0 0 8 16,-1-3-24-16,0-8-128 0,-2 6 8 16,-1-2-12-16,-5 5 0 0,-3-3-8 15,0 3-112-15,-9-2-448 0,-3 4 67 16,-8 0-31-16,-7 0-212 0,-9 0-580 0,-5 6-1252 16,-3 1-2448-16,-16 12-3353 0</inkml:trace>
  <inkml:trace contextRef="#ctx0" brushRef="#br0" timeOffset="2393.637">8610 2377 5064 0,'0'0'8489'0,"0"0"-6729"16,0 0-992-16,0 0 532 0,0 0 108 0,0 0-68 16,92 7-196-16,-60-7-303 0,3 0-345 15,1-3-156-15,3-1-112 0,6-2-132 16,2 0 0-16,-2-1-88 15,2 1-8-15,1 0-36 0,-5-1-120 0,6 7-388 16,-6-2-281-16,2 2-235 0,-2 2-456 0,-11 3-1588 16,11 3-4369-16</inkml:trace>
  <inkml:trace contextRef="#ctx0" brushRef="#br0" timeOffset="3035.995">11331 990 7536 0,'0'0'6133'15,"0"0"-5221"-15,0 0-708 0,0 0 464 0,0 0 452 16,-43-70 72-16,26 61-68 0,1 6-460 16,4 3-236-16,-8 3 24 0,4 13-36 15,-8 9-224-15,0 17-68 0,-4 12-16 16,1 12 28-16,-1 10-52 0,0 7-12 0,-4 6-24 16,4-3-44-16,-3 3 0 15,6-7-4-15,5-6-8 0,1-15 8 0,6-10 4 16,6-17-4-16,3-8-60 0,0-10-172 15,4-7-280-15,0-6-208 0,8-3-64 16,3-10 24-16,6-2 44 0,3-10 84 16,3 3 84-16,1-4 120 0,0 8 188 15,-3 9 76-15,-2 2-12 0,-3 8 176 16,0 8 136-16,-4 9 76 0,-4 9 192 16,0 4 268-16,-1 8 112 0,-2 0-20 0,-1-2-184 15,0 5-236-15,-4-1-136 0,4-3-112 16,-4 4-8-16,4 3-80 15,-4-1-8-15,7 1-52 0,-3-6 52 0,5-1-48 16,2-6-220-16,1-7-408 0,4-3-248 16,5-6-68-16,-6-3-564 15,-2-5-1316-15,6-9-3297 0</inkml:trace>
  <inkml:trace contextRef="#ctx0" brushRef="#br0" timeOffset="4222.463">12566 1202 2672 0,'0'0'6980'15,"0"0"-5043"-15,0 0-1001 0,0 0-324 0,0 0 484 16,0 0 328-16,0 0-168 16,28 96-236-16,-28-55-220 0,0 8-160 15,-4 4-140-15,-12 8-156 0,0 2-76 0,-4 0-132 16,-4 1-16-16,-8-7 76 15,4-6 24-15,-4-3-4 0,-3-11-20 0,3-5-100 16,0-5-28-16,0-8-68 0,8-8-76 16,1-4-128-16,2-7-76 0,1 0 0 15,5-10-76-15,2-9-84 0,-2-3 124 0,7-6-16 16,3-1 76-16,5-6 8 0,0-1 64 16,9 5 60-16,6-1 28 0,2 7 96 15,-2 3 0-15,5 3 220 0,1 6-72 16,-2 7 0-16,1 0 0 0,1 2 48 15,-2 4-12-15,5 0 24 0,-4 4 48 16,3 5-36-16,-2 4 12 0,3 6-12 16,4 0-84-16,-5 10-16 0,5-1-8 0,-4 3-36 15,4-1-76-15,0 1-60 0,4-5-88 16,7 2-228-16,-3-6-200 0,5 1-160 16,-6-8-320-16,5-2-260 0,-8-3-64 15,0-8-520-15,-12 4-1049 16,4-6-2923-16</inkml:trace>
  <inkml:trace contextRef="#ctx0" brushRef="#br0" timeOffset="11174.038">13897 1279 328 0,'0'0'6736'0,"0"0"-5164"0,0 0 1113 0,0 0-1313 16,3-70-172-16,-6 57-48 15,-5 5 32-15,-4-3-24 0,0 5-192 16,-8 4-328-16,0 2-200 0,-4 2-48 0,-4 11-148 16,-4 5-24-16,-7 12-24 0,-1 5-48 15,0 6-4-15,-4 6-44 0,8 7-28 16,1 7 0-16,7 6-60 0,7 3 52 16,1 2-64-16,13-2-12 0,3-6 0 15,4-10-48-15,7-7-24 0,14-12 12 16,3-7 20-16,8-9 44 0,7-6-40 0,-3-6 0 15,8-7-24-15,-4 0 60 0,3-9 4 16,-2-7-92-16,-2-4-68 16,-7-2-200-16,0-3-172 15,-8-4-208-15,-5 4-144 0,-6 3-664 0,-5 2-1492 16,-12 1-3841-16</inkml:trace>
  <inkml:trace contextRef="#ctx0" brushRef="#br0" timeOffset="11339.253">13423 1762 9624 0,'0'0'2013'16,"0"0"-937"-16,0 0 248 0,0 0 332 0,0 0-252 15,103-10-400-15,-71 4-276 0,4-7-372 16,4 0-248-16,4 1-56 0,0-4-52 16,3-3-368-16,1 3-520 0,0 0-180 0,0-4-688 15,-12 8-2548-15,11-6-4549 0</inkml:trace>
  <inkml:trace contextRef="#ctx0" brushRef="#br0" timeOffset="11734.024">14422 1374 11237 0,'0'0'5540'0,"0"0"-5056"15,0 0-24-15,112-35 168 0,-64 16-120 16,8-3-40-16,7 0 192 0,1-3-60 0,12 0-320 15,-1-1-112-15,2 3-104 16,-6 4-60-16,-3 5-4 0,-12 7 0 0,-12 7-112 16,-8 0-44-16,-12 12 56 0,-13 4-168 15,-7 9 108-15,-4 6-20 0,-20 11 32 16,-8 6 0-16,-8 3-72 0,-7 6 24 0,-5 3 48 16,-4 0 112-16,-4 1 36 0,-3-1 12 15,-5 4 100-15,0 0-104 0,1-1 0 16,-1-3 88-16,8 0-8 0,4-10 84 15,16-8-28-15,12-7-68 0,9-9 8 16,11-4-24-16,4-5 40 0,7-3 36 0,13 3 92 16,8-4-44-16,8-4-36 15,8-4 84-15,3 0 8 0,9-5-44 0,0-5-24 16,4 0-100-16,-4-8-72 0,0 1-8 16,-5-5-152-16,-3 1-264 0,-4 4-224 15,-4-7-168-15,0 0-192 0,-5-4-788 16,-11 5-2808-16,4-11-4245 0</inkml:trace>
  <inkml:trace contextRef="#ctx0" brushRef="#br0" timeOffset="11960.032">15435 1396 13549 0,'0'0'1684'0,"0"0"-1468"0,0 0 196 0,0 0 184 16,0 0 620-16,0 0-104 15,0 0-472-15,0 0-444 0,-80 74-108 0,52-39 92 16,-3 9-8-16,-10 7-172 0,-2 12-4 16,-9 4-8-16,-4 5-36 0,1 6-12 15,-5-6-160-15,0-3-212 0,0-8 4 0,4-6 32 16,8-11-48-16,12-9 96 16,4-10-160-16,13-6-312 0,7-9-1136 15,4-7-1977-15,8-3-2427 0</inkml:trace>
  <inkml:trace contextRef="#ctx0" brushRef="#br0" timeOffset="12218.955">15407 2098 12685 0,'0'0'1908'15,"0"0"-1100"-15,12 83-68 0,-12-43 612 0,0 12-104 0,0 5-92 16,-4 4-304-16,-1 5-316 0,2 4-160 15,-1 3-155-15,-4 0-125 0,0-2-96 16,0-5-48-16,4-6-233 0,0-13-191 16,4-12-16-16,0-12-12 0,0-10-40 15,0-10-120-15,4-3-68 0,0-9-240 16,-1-10 184-16,6-14-324 0,-1-11-752 0,3-7-869 16,-2 7-2071-16,3-36-340 0</inkml:trace>
  <inkml:trace contextRef="#ctx0" brushRef="#br0" timeOffset="12382.935">15530 2219 8408 0,'0'0'2124'0,"0"0"-927"0,0 0 159 16,0 0-236-16,0 0-396 0,0 0-236 0,80-3-160 15,-68 13 12-15,4 2 300 0,-4 1-16 16,-5 3-204-16,2-1-160 0,-5 7-100 0,-4 1-48 16,0 2-112-16,-13 4-296 0,-2 0-260 15,-1-1 8-15,-4-6 88 16,-4-3 64-16,0-6-92 0,0-3-52 0,-3-10-144 15,-1 0-116-15,-4-10-348 0,8-3-1133 16,-20-12-2443-16</inkml:trace>
  <inkml:trace contextRef="#ctx0" brushRef="#br0" timeOffset="12788.38">14327 860 5472 0,'0'0'4740'0,"0"0"-2859"15,0 0-349-15,0 0-88 16,0 0-120-16,0 0-240 0,0 0-204 0,0 0-204 16,0 0-196-16,0 0-64 0,0 0 108 15,95-28 24-15,-59 21-156 0,8 1-40 16,4-4-75-16,8 3-93 0,7-1-16 0,14 2-32 16,2-8-76-16,9 2-56 15,-1-1 4-15,5 0 44 0,0 1-52 16,-8-1-156-16,-5 0-100 0,-11 1-24 0,-9 2-193 15,-11 1 121-15,-8 5-76 16,-8 1-256-16,-12 0-136 0,0 3-276 16,-8 0-660-16,-4 0-896 0,-8 3-1817 0,0 4-2451 15</inkml:trace>
  <inkml:trace contextRef="#ctx0" brushRef="#br0" timeOffset="13584.715">17112 988 7504 0,'0'0'1688'0,"0"0"-704"15,0 0 1369-15,0 0-597 0,0 0-468 16,0 0-304-16,0 0-224 16,0 0-168-16,0 0-120 0,24 0 44 15,-16 21 308-15,0 11-128 0,0 13-112 0,-1 8 0 16,-2 17-135-16,-1 7-217 0,-4 11-124 15,4 11-32-15,0 9 32 0,-4 3-100 16,4 6-8-16,-4-2 8 0,0-4-8 16,0-9-136-16,4-13-248 0,-4-11-21 0,7-13-191 15,2-15-48-15,3-9-76 0,0-9-92 16,4-7-348-16,-5-5-692 0,9-8-980 16,-12-5-1817-16,12-7-3179 0</inkml:trace>
  <inkml:trace contextRef="#ctx0" brushRef="#br0" timeOffset="14485.173">18845 1292 7808 0,'0'0'1128'0,"0"0"965"0,0 0-357 0,0 0-516 16,0 0-496-16,0 0-220 0,0 0 48 16,0 0 44-16,0 0 152 0,72 79 20 15,-60-31-100-15,-4 12-152 16,0 7-84-16,-8 8-68 0,-4 12 88 16,-8-4-36-16,-8-1-196 0,-4-6-88 0,-4-6 88 0,-4-7-24 15,0-8-28-15,0-11 17 0,1-4-77 16,-1-7-48-16,4-8-8 0,0-6-44 15,0-6 52-15,5-7-60 0,2-2-180 16,5-4-113-16,1-7 53 0,7-5 44 16,-5-8-144-16,6-5-76 0,-5-6 24 0,-1-4 284 15,2-4-52-15,3 4-84 16,-1 7 232-16,2 2-36 0,7 11-64 0,0 2 100 16,0 6 8-16,0 5-56 0,4 2-76 15,8 0 100-15,7 2 36 0,9 8 144 16,0 0 80-16,12 2 68 0,-3 4-168 0,2 0-16 15,1 3 88-15,-5-3-48 16,6 3 48-16,-1-2-64 0,-5 1 28 16,5 1-64-16,-5 0-84 0,6 0-12 0,-5 3-80 15,-1 0 68-15,-3 0-292 0,0 1-16 16,-4-4-168-16,-4 0-28 0,-4-3 0 0,0-1-40 16,0-1-136-16,-8-5-252 15,0 0-480-15,0-2-516 0,-5-4-849 16,-3-3-1811-16,0-3-1195 0</inkml:trace>
  <inkml:trace contextRef="#ctx0" brushRef="#br0" timeOffset="17694.905">17689 1720 10965 0,'0'0'772'0,"0"0"1504"0,0 0-1416 15,0 0-232-15,0 0 180 16,0 0 252-16,0 0-144 0,0 0-424 0,0 0-400 15,-7 26-84-15,23-23 56 0,7 4 172 16,5 2 108-16,9-3-40 0,-5-3-216 0,3 4-80 16,-3-7 64-16,0 0-72 0,-4-4-72 15,4-4-136-15,-4-5-212 0,-5 1-304 16,1-8-240-16,-3-2-408 0,-6-1-876 16,-6 4-2757-16,-2-9-3591 0</inkml:trace>
  <inkml:trace contextRef="#ctx0" brushRef="#br0" timeOffset="18053.001">17925 1279 8716 0,'0'0'1552'0,"0"0"-815"0,0 0 343 16,0 0 288-16,0 0-36 0,0 0-412 16,-32 70-432-16,28-42-96 0,4 8-56 15,0 2 12-15,0 6-112 0,0 7-36 16,0 3-64-16,8 6 48 0,-4 7-84 0,3-3-88 15,2 2 64-15,-1-2-28 16,0-1 36-16,4 1 4 0,-4-1-76 16,0-3 124-16,-1 1 48 0,2-4-84 0,-5-2 72 15,0-5 184-15,0 1-60 0,-4-4-116 16,0-6-32-16,0 1-12 0,0-1-16 16,0-9-8-16,-4-4-52 0,0-6-12 0,-4-3-44 15,3-9 44-15,5 0-44 16,-7-8 60-16,3-2-64 0,0 0-24 15,-8 0-208-15,0-6-124 0,-9-6-12 0,2-7-36 16,-5-7-224-16,0-5-88 16,1-7-64-16,-1-6-136 0,3-2-164 0,6 2-352 15,2 3-344-15,6 0-661 0,3 13-835 16,4-14-1320-16</inkml:trace>
  <inkml:trace contextRef="#ctx0" brushRef="#br0" timeOffset="18338.95">18351 1416 12 0,'0'0'11193'0,"0"0"-9577"0,0 0-1080 0,0 0 292 16,0 0 436-16,0 0 140 15,0 0-336-15,0 0-560 0,0 0-300 0,-48 86-32 16,40-44-4-16,1 8 12 0,3 7-64 15,4 6-44-15,0 4-68 0,4 6 52 16,3 0-60-16,1 7 8 0,5-5-8 16,-2 1-184-16,1-2 100 0,0-8-164 15,4-6 88-15,4-5-124 0,0-11-36 16,3-6-200-16,5-12-136 0,0-14-312 16,0-6-544-16,8-8-612 0,-12-8-1021 15,16-28-2123-15</inkml:trace>
  <inkml:trace contextRef="#ctx0" brushRef="#br0" timeOffset="18583.463">19291 1461 5276 0,'0'0'6529'16,"0"0"-5645"-16,0 0-500 0,80 25 252 0,-52-13 508 15,4 10 48-15,-4-3-24 16,0 11-424-16,0-3-300 0,0 9-124 15,-5 2 0-15,-3 3-88 0,-3 10 4 0,-6 3-116 16,1 6-8-16,-8 1-40 16,-4 2-12-16,-8 0-60 0,-3-2-168 15,-10-4 56-15,1-3-72 0,-3-3-60 0,-5-4-152 16,4-6 16-16,-8-5-28 0,4-8-200 16,0-3-188-16,-4-9-512 0,4-6-900 15,9-7-3149-15,-1-13-2091 0</inkml:trace>
  <inkml:trace contextRef="#ctx0" brushRef="#br0" timeOffset="19017.989">20503 1933 10288 0,'0'0'2621'0,"0"0"-1185"0,0 0-136 16,0 0 32-16,0 0-80 0,92 55-368 15,-57-49-196-15,9-4-344 0,4 2-212 16,-5-4-44-16,6-6-88 0,-2-7-12 0,-6 1-272 15,2-5-240-15,-4-2-264 0,-2 3-24 16,-5 1-244-16,-9-2-1172 0,-6 8-2901 16,-17 6-3159-16</inkml:trace>
  <inkml:trace contextRef="#ctx0" brushRef="#br0" timeOffset="19171.842">20726 2146 10636 0,'0'0'2401'16,"0"0"-1525"-16,0 0-404 0,8 73 624 0,8-51 400 15,3 0-60-15,5-3-416 0,4-3-504 16,8-10-344-16,5-6-172 0,2 0-4 16,5-15-280-16,3-11-244 0,5-5-232 0,0-5-292 15,0-4-812-15,-16 5-2292 0,16-13-3565 16</inkml:trace>
  <inkml:trace contextRef="#ctx0" brushRef="#br0" timeOffset="19437.486">21575 2013 12285 0,'0'0'2912'0,"0"0"-2272"16,4 89-528-16,4-61 456 0,-1-2 616 0,1-8 232 16,5-4-448-16,2-8-708 0,9-6-212 15,4-6 16-15,0-13-64 16,8-11-12-16,-1-4-136 0,1-4-72 0,1-3 24 16,-9 6 16-16,-1 0 128 0,-11 3 40 15,-4 10 12-15,-8 3 52 0,-4 3 20 16,-8 6 64-16,-11-3 8 0,-9 7-68 0,-9 3 20 15,-3 3 64-15,1 0-28 16,-6 6-132-16,2 7 0 0,0 0-68 16,2 3-52-16,5 3 108 0,5-4-144 0,3 1-164 15,3 0-244-15,6 0-432 0,7-4-480 16,4 2-1436-16,0-5-4705 0</inkml:trace>
  <inkml:trace contextRef="#ctx0" brushRef="#br0" timeOffset="20167.164">22814 1137 8068 0,'0'0'3877'0,"0"0"-2217"0,0 0-580 0,0 0-160 15,0 0-52-15,0 0-172 0,0 0-24 16,0 0-44-16,103-83-172 15,-71 50-160-15,0-5-136 0,3 4-76 0,-3-1-32 16,-4 7-52-16,-7 5-76 0,-1 8-8 16,-9 9-28-16,1 6-36 0,-7 6-12 15,-5 16 160-15,0 16 88 0,0 16 144 0,-13 12-108 16,-7 11-112-16,-3 6 72 16,-1-1-84-16,-4-3-220 0,4-2-76 15,4-11 92-15,4-6 204 0,4-5 112 0,4-14 144 16,4-10-128-16,0-8-128 0,4-5-160 15,0-5 52-15,4 0 100 16,5-1-68-16,-2 1 4 0,5 0-4 0,4 3 76 16,0 0 64-16,4 6-16 0,0 0 160 0,-1 7 0 15,6 3 224-15,-1 3-176 16,-5 0-84-16,5 2 84 0,-4 2 196 16,0-1-76-16,-4-4-156 0,0 4-52 0,-4 1-96 15,0-4-60-15,-4 0 32 16,0 0-44-1,-4-7-208-15,-4 0-12 0,0-2 52 0,0-3-40 16,-4-4 24-16,-4-1-120 0,-4-5-36 0,0-7-92 16,0-2-216-16,0-4-572 0,4-7-1320 0,-4-12-4449 0</inkml:trace>
  <inkml:trace contextRef="#ctx0" brushRef="#br0" timeOffset="20796.437">25654 1552 7960 0,'0'0'4325'0,"0"0"-2601"0,0 0-488 15,0 0-112-15,0 0-92 0,17 67-76 0,22-51 124 16,14 0-236-16,10 0-160 0,5-4-88 15,-1-2-195-15,5-10-345 0,-5-4-56 16,-7-8 0-16,0-7-48 0,-4-3-281 16,-4-10-131-16,-5-3-188 0,-2-3-36 15,-10-3-260-15,1-1-888 0,-12 11-2200 16,0-11-2437-16</inkml:trace>
  <inkml:trace contextRef="#ctx0" brushRef="#br0" timeOffset="21099.87">26395 1013 5276 0,'0'0'5749'16,"0"0"-4221"-16,0 0-632 0,0 0 320 0,-95 57-208 16,75-22 100-16,4 6-52 0,0 9-268 15,4 11-112-15,8 6-100 0,4 5-72 16,0 8-140-16,0-1-120 16,4 10-84-16,0 0-28 0,0 4 148 0,4 2-12 15,-3 0 25-15,2 0-65 0,-3-6-180 16,0-10-48-16,4-2 52 0,-4-7-40 0,4-10-12 15,-4-7 8-15,0-4 76 16,0-9 36-16,0-5-12 0,-4-12-36 16,0-5-8-16,0-8-56 15,0-7-4-15,0-3-4 0,-4-3-68 0,-4-9-208 16,-8-8-40-16,0-5-84 0,-4-11-73 16,1-1-75-16,-5-8-404 0,-1-5-180 0,5-4-636 15,-3 0-864-15,10 10-2033 0,-2-20-1571 16</inkml:trace>
  <inkml:trace contextRef="#ctx0" brushRef="#br0" timeOffset="21267.617">26802 1613 4424 0,'0'0'9025'0,"0"0"-6989"0,0 0-504 0,80 31 372 15,-56-24-176-15,-9-1-487 16,6-3-697-16,-6 0-516 0,5-3-28 0,1 0-316 15,-2-3-197-15,-3 0-239 0,0-3-508 16,-4 6-1232-16,-4-3-3172 0,-8 6-4737 16</inkml:trace>
  <inkml:trace contextRef="#ctx0" brushRef="#br0" timeOffset="21416.332">26762 1965 8612 0,'0'0'5577'0,"0"0"-5045"0,0 0 324 0,0 0 1108 15,0 0-284-15,103-16-492 0,-62 4-408 0,2-11-332 16,6 1-239-16,2-3-209 0,1-4-229 16,-4 4-463-16,-1 0-432 0,-2 2-424 15,-13 7-2356-15,3 0-5113 0</inkml:trace>
  <inkml:trace contextRef="#ctx0" brushRef="#br0" timeOffset="22049.72">27862 1602 2672 0,'0'0'3012'0,"0"0"4037"16,0 0-5305-16,0 0-760 0,0 0-292 15,0 0 72-15,0 0-280 16,32-63-148-16,-13 32-200 0,5-1 24 15,0-3-72-15,1 1-28 0,3 1-60 0,-5 5-12 0,1 2 12 16,-4 8 52-16,-1 2-44 16,2 3-16-16,-5 7-24 0,0 6 32 15,0 0 88-15,-1 6-28 0,2 10 104 0,-2 3 20 16,5 10 84-16,1 3-32 0,-6 6-16 16,5 6 48-16,0 3-60 0,-4 4-60 15,0 2 0-15,0 5-88 0,-1 2 40 0,-2 1 32 16,-5-7-8-16,-1 0-52 15,2-13-28-15,-1-6-44 0,3-6-48 16,-3-10-100-16,1-4-20 0,-5-5-92 0,3-7-180 16,1-3-248-16,5-6-296 0,-2-13-572 15,2-1-1096-15,2-20-3133 0</inkml:trace>
  <inkml:trace contextRef="#ctx0" brushRef="#br0" timeOffset="22258.659">28667 1314 12941 0,'0'0'1728'0,"0"0"-1436"0,0 0 400 16,0 0 700-16,0 0-200 0,-96 74-280 15,68-41-180-15,-7 13-276 0,-6-2-68 16,2 10-84-16,-10 2-48 0,2 6-96 16,4 1-88-16,-10 4-24 0,1-4 0 15,0 0-48-15,5-6-12 0,4-2-144 16,6-11-184-16,1-6-76 0,12-8-196 0,5-12-108 15,2-3-168-15,10-4-236 16,-1-9-880-16,8-2-2793 0</inkml:trace>
  <inkml:trace contextRef="#ctx0" brushRef="#br0" timeOffset="24152.173">28790 863 3336 0,'0'0'1628'0,"0"0"-1628"16,0 0 64-16,0 0 1692 0,0 0 1176 15,0 0-1343-15,0 0-741 0,0 0-104 0,0 0 300 16,0 0 44-16,0 0-108 16,0 0-240-16,32-54-92 0,-32 54-16 0,0 0-52 15,0 0-172-15,4 0-76 0,-4 0-28 0,0 0-20 16,0 0-16-16,4 0-60 15,-4 4-112-15,0-4-96 0,4 3 0 16,-4 0 0-16,4 3 4 0,-1 1 84 0,6-4-16 16,-5 4 0-16,0-1 16 0,0 0-16 15,-4-3 0-15,4-3-24 16,-4 3 28-16,0-3-4 0,0 3-24 0,0-3 0 16,0 0-40-16,0 0 40 0,0 4-44 15,0-4-4-15,3 0-36 16,-3 3 36-16,5 0 60 15,-1 3-52-15,-4-2 4 0,4 5 40 0,0-3-40 16,0 7 48-16,0 3-56 0,-1-1 92 0,-3 5-88 0,4-1-8 16,-4 0 48-16,0 2 0 0,0 2-40 15,0 3-4-15,0-1-4 0,-4-3 0 16,1 0-52-16,3 1 40 0,-4-4-72 16,4-4 84-16,-4-2 4 0,4-3 8 15,0-3-4-15,-4 2 4 0,4-6 48 16,-4 3-8-16,4-2-4 0,0-1 12 0,0 3-52 15,0-6 4-15,0 6-7 16,0-6-5-16,0 4-61 0,0-1-27 16,0-3-20-16,0 3 0 0,0-3-4 0,0 3 40 15,0-3 0-15,0 3 60 0,0-3 0 16,0 0 0-16,0 0 0 0,0 0 0 16,0 0-48-16,0 0-28 0,0 0-32 15,0 0-16-15,0 0 16 0,0 0-76 16,0 0-48-16,0 0-124 0,0 0-60 0,0 0-148 15,0-3-192-15,0 0-384 16,0-3-620-16,0 0-716 16,0-4-1605-16,0-9-843 0,0 66 1316 15</inkml:trace>
  <inkml:trace contextRef="#ctx0" brushRef="#br0" timeOffset="24525.063">28866 800 3604 0,'0'0'272'0,"0"0"-76"0,0 0 144 16,0 0 3696-16,0 0-2264 0,0 0-699 0,0 0-481 0,0 0 136 15,35-26 128-15,-22 23-16 0,-5 1-44 16,8-2-216-16,-4 1-132 15,-1 3 20-15,2-4-120 0,-6 4-48 0,1 0-64 16,1 0-12-16,-9 0-28 0,4 0-72 16,-1 4-12-16,-3-1-24 0,0 3-16 15,0 0 40-15,0 0 48 0,0 5 60 0,0 2-60 16,0 1 0-16,-3 0-160 0,-6 2 0 16,1-7-148-16,4 4 28 15,-3-7-16-15,-1 4-48 0,-1-4-64 0,2-3 0 16,-1 4-96-16,-5-4-168 0,6-3-96 15,-1 3-248-15,0-3-104 16,-1 0-140-16,2-3-460 0,3-4-913 0,-4 4-2015 16,4-9-639-16</inkml:trace>
  <inkml:trace contextRef="#ctx0" brushRef="#br0" timeOffset="24919.719">29165 492 2568 0,'0'0'2180'0,"0"0"-1700"0,0 0 4052 0,0 0-2303 16,0 0-833-16,0 0-468 0,0 0 144 16,0 0-76-16,0 0-236 15,0 0-152-15,0 0-112 0,71 70-76 0,-71-44-128 16,0 2-92-16,0-2-28 0,-4-1-168 15,0-3-4-15,0-3-112 0,4-7-160 16,0-5 4-16,0-4 8 0,0 0-72 16,0-3-16-16,0 0-24 0,4-6 24 15,4-1 112-15,1-2 160 0,2-4 40 0,1-2 36 16,0-1 200-16,0 0-188 0,1 3 100 16,-6 0 48-16,5 4 88 0,-4 2 28 15,-4 4-68-15,0-1-8 0,0 4-76 16,0 0 24-16,0 0-28 0,-4 4-8 0,4 3 0 15,0-1 48-15,4 6 24 16,-4 1 24-16,4 6-60 0,0 1-60 0,-5 2-88 16,1 0-296-16,5 3-344 0,-5 0-336 15,0 7-740-15,0-9-2388 0,-1 18-4209 16</inkml:trace>
  <inkml:trace contextRef="#ctx0" brushRef="#br0" timeOffset="25166.005">29471 1539 12805 0,'0'0'3912'0,"0"0"-3524"0,0 0-384 16,0 0 552-16,0 0 768 15,0 0-64-15,0 0-212 0,92 16-415 16,-64-13-221-16,-4 1-120 0,4 3-88 0,-1-7-196 15,1 2-8-15,0-2-240 16,0-2-280-16,4-9-201 0,4-1-227 0,-1-7-472 16,-7 0-2316-16,9-10-3981 0</inkml:trace>
  <inkml:trace contextRef="#ctx0" brushRef="#br0" timeOffset="25415.972">30368 1139 1136 0,'0'0'12413'15,"0"0"-9949"-15,43 68-1748 0,-19-37 268 16,4 10 876-16,4 4-188 0,-4 0-543 16,4-1-341-16,0 0-304 0,0 1-208 15,0-3-116-15,-1-5-152 0,-3-2-8 0,0-3-84 16,-3-7-64-16,-1-6-188 15,-5-6-136-15,-3-4 12 0,-4-6-148 0,4-3-133 16,-4-6-419-16,4-10-780 0,-4-6-1060 16,-1 3-2089-16,2-16-1843 0</inkml:trace>
  <inkml:trace contextRef="#ctx0" brushRef="#br0" timeOffset="25570.327">30982 1194 3768 0,'0'0'10257'16,"0"0"-8313"-16,0 0-916 15,0 0 52-15,0 0 100 0,-88 79-236 0,56-38-164 16,-8 3-76-16,-4 7-203 0,-3 1-249 16,-5 4-204-16,-1 1-48 0,-5 1-124 15,-2 2-312-15,-4-3-221 0,-1-4-331 16,7 5-912-16,9-16-3316 0,-27 12-7133 0</inkml:trace>
  <inkml:trace contextRef="#ctx0" brushRef="#br0" timeOffset="30401.729">6494 2838 8036 0,'0'0'5441'16,"0"0"-4449"-16,0 0-412 0,0 0 100 15,0 0 288-15,0 0 28 0,0 0 16 16,0 0-212-16,0 0-288 0,-20 3-36 0,20 13 60 16,0 6-144-16,-4 13-64 15,4 9-35-15,0 8-53 0,-4 5 16 16,0 3-40-16,0 4-56 0,-4-1-88 0,4 4-72 16,-4 0-4-16,0-1-44 0,1 1 0 15,-2-6-184-15,1-8-120 16,4-9 0-16,1-6-49 0,-1-13 73 0,4-8 12 15,0-8-112-15,0-9-220 0,0-3-420 16,7-13-428-16,-3-10-548 0,4-5-700 16,-4 3-2429-16</inkml:trace>
  <inkml:trace contextRef="#ctx0" brushRef="#br0" timeOffset="30562.75">6391 2996 11957 0,'0'0'1380'0,"0"0"-780"0,0 0-172 15,-80-2 308-15,52 8 116 0,-4 7-132 16,4 0-196-16,4-1-340 0,1 1-184 0,6 0-136 16,10-4-112-16,-2-6-428 0,5 0-168 15,4-3-88-15,0-3-276 16,0-9-392-16,4-4-721 0,5-9-547 0,-2 2 40 16,10-19 428-16</inkml:trace>
  <inkml:trace contextRef="#ctx0" brushRef="#br0" timeOffset="30682.411">6290 2807 520 0,'0'0'4064'0,"0"0"-1640"0,0 0-140 0,84-11-463 15,-52 22-165-15,0-2-56 16,0 1-200-16,0 2-380 0,0 1-40 16,-1-1-276-16,1-2-368 0,4-1-336 0,-4 1-4 15,5 0-516-15,-2-1-260 0,1 1-532 16,-8-1-896-16,8 10-3329 0</inkml:trace>
  <inkml:trace contextRef="#ctx0" brushRef="#br0" timeOffset="31051.402">6251 4426 4788 0,'0'0'9341'0,"0"79"-8329"0,0-35-808 15,4 14 148-15,0 8 540 0,-4 3 128 16,3 5 140-16,-3 2-236 0,4 0-168 16,-4 4-256-16,0 0-208 0,5 2-160 0,-5-3-56 15,0-7-76-15,0-1 0 16,0-7 0-16,0-13-8 0,0-13-40 15,0-10-40-15,0-15-68 0,4-7-88 0,0-6-208 16,0-6-136-16,0-13 64 0,-1-7 68 16,1-15-60-16,-4-13-152 0,0-6-392 15,-7-13-660-15,-5 18-1248 0,-8-36-2757 16</inkml:trace>
  <inkml:trace contextRef="#ctx0" brushRef="#br0" timeOffset="31282.845">6239 4517 4152 0,'0'0'7401'15,"0"0"-6081"-15,0 0-644 0,0 0 164 0,0 0 320 16,0 0-520 0,0 0-148-16,83-60 204 0,-62 67 160 15,-6 6-252-15,5 2-212 0,1 4-96 0,-2 1-76 0,-3-2-60 0,-4 5 8 16,-3-1 4-16,-2 0-24 16,-3-3 24-16,-4 3-28 0,0-2 76 15,-4 1-48-15,-8-2-40 0,0 4-132 0,-3-4-72 16,-6 3-208-16,-3-6-184 0,0-3-100 0,1-3-132 15,-1-4-192-15,-4-6-164 16,0 0-316-16,-8-3-536 0,4-13-524 16,8 6-1725-16,-4-15 81 0</inkml:trace>
  <inkml:trace contextRef="#ctx0" brushRef="#br0" timeOffset="31632.662">6733 4060 11117 0,'0'0'1680'0,"0"0"-584"0,0 0 220 0,0 0 116 16,0 0-164 0,60 89-204-16,-52-56-148 0,0-2-352 0,-5 1-260 15,1 2-168-15,0-2-132 0,-4-1 0 0,0-5 0 16,0-3-4-16,0-7-8 0,0-10-4 15,0-3-100-15,5-3-80 0,-5 0-80 16,0-9-20-16,4-2 36 0,0-1 48 16,0-6 72-16,3-2 76 0,2-2-16 15,3 3 76-15,3 0 52 0,-2 0-44 0,-2 6-8 16,6 4-44-16,-6 6 44 0,1-1 64 16,-4 4 32-16,4 0-84 0,-4 4-12 15,0 5 0-15,4 4 0 0,-8 2 12 16,0 8-12-16,-1 6-216 0,2 1-212 0,-5 5-300 15,0 1-552-15,0-4-960 16,0-7-2449-16,-8 3-3891 0</inkml:trace>
  <inkml:trace contextRef="#ctx0" brushRef="#br0" timeOffset="32270.031">7832 4917 3920 0,'0'0'1524'0,"0"0"144"0,0 0 316 16,0 0-71-16,0 0-333 0,0 0-304 16,0 0-164-16,0 0-92 0,0 0-40 15,-75 7-52-15,67-3-64 0,5-4-152 0,3 0-60 16,0 0-32-16,0 0-96 16,0 0-352-16,3 0-172 0,9 3-100 0,4 0 100 15,4 3 172-15,8 1 84 0,0-1-183 16,0 0-73-16,0-4-37 0,0-2-59 15,0 0-184-15,0-8-124 0,-2-5-264 16,6-3-140-16,-4 1-276 0,-4 2-752 16,-3 1-1368-16,3-2-4017 0</inkml:trace>
  <inkml:trace contextRef="#ctx0" brushRef="#br0" timeOffset="32667.667">8487 4867 13149 0,'0'0'2092'0,"0"0"-956"0,0 0-488 0,0 0 72 15,0 0 156-15,0 0-200 0,0 0-308 16,0 0-232-16,79 25-12 0,-59-44 32 0,-1-3 64 16,-2-3-220-16,3-7-24 15,-5-1-304-15,2 3-40 0,-10 1 124 16,1 6-4-16,0 4 28 0,-8 4-40 0,0 2 76 15,0 7 184-15,-8-1 40 16,-7 1 12-16,-2 3-52 0,-3 3 0 16,-3 0-88-16,-1 3 88 0,3 7 76 0,2 5 72 15,3 4 84-15,0 3 0 16,4 10-20-16,4 4 20 0,4 1-12 0,0 8 12 16,4-1 12-16,0 0 0 0,4 0-24 0,4-4-84 15,4-6-124-15,4-12-12 16,-5-2-56-16,10-11-52 0,-1-6-52 15,-1-3 52-15,5-5-12 0,1-9-16 0,-5-5-108 16,3-6-64-16,-3 0-156 16,1-8-188-16,-2-1-316 0,1-4-288 0,-4-4-800 15,0 14-2181-15,4-26-1975 0</inkml:trace>
  <inkml:trace contextRef="#ctx0" brushRef="#br0" timeOffset="32908.423">9009 3942 7564 0,'0'0'6033'0,"0"0"-5261"0,0 0-416 0,0 0 400 15,0 0 464-15,0 0-64 0,-17 74-180 0,17-36-264 16,-4 6-4-16,4 7 24 0,0 7-316 16,8 2-164-16,-4 4-92 0,0 6-148 0,4 2-12 15,-4 4-4-15,0 1-80 0,0-5-52 16,0-4-80-16,0-5-4 15,4-6 96 1,0-9-192-16,0-14-100 0,-1-1-24 0,6-14-84 16,-1-7-104-16,-1-6-324 0,2-6-404 0,2-6-700 0,-6-3-1765 15,2-17-2043-15</inkml:trace>
  <inkml:trace contextRef="#ctx0" brushRef="#br0" timeOffset="33276.536">9383 4077 13121 0,'0'0'1880'0,"0"0"-1380"0,0 0-284 0,0 0 84 16,0 0 156-16,0 0 836 16,23 76-56-16,-14-33-356 0,2 12-340 15,1 5-52-15,-3 4 24 0,2 3-236 0,-3 0-31 0,-3 2-61 16,-1-2-116-16,-1-1-68 16,1-5-8-16,-4-7-88 0,4-10-88 15,-4-11 39-15,4-12 81 0,-4-9-20 16,4-8-36-16,-4-4-124 0,0 0-84 15,0-9-136-15,0-8-148 0,0-5-48 16,-8-6-240-16,0-7-500 0,-4 0-992 0,-7 0-748 16,6 10-1789-16,-15-11 65 0</inkml:trace>
  <inkml:trace contextRef="#ctx0" brushRef="#br0" timeOffset="33409.232">9207 4568 3876 0,'0'0'5732'16,"0"0"-3307"-16,0 0-245 15,0 0-424-15,0 0-120 0,0 0-464 0,0 0-288 0,0 0-136 16,0 0-224-16,0 0-112 15,0 0-96-15,60-2-168 0,-28-5-87 0,7-3-61 16,2-3-269-16,2-6-315 0,1 0-208 16,0 0-348-16,0-3-712 15,-9 10-2284-15,14-7-2757 0</inkml:trace>
  <inkml:trace contextRef="#ctx0" brushRef="#br0" timeOffset="33668.933">9916 4382 12417 0,'0'0'3784'0,"0"0"-2656"0,0 0 48 0,0 0-48 0,0 0-52 15,-39 72-248-15,22-49-159 16,2 2 35-16,-1 1-196 0,4-1-220 16,3 0-156-16,2-6-132 0,3 0-80 0,4-6-64 15,4 0 24-15,3-1 60 0,10-2 60 16,3-1-52-16,8 2-44 0,-1-6 0 16,1 2 24-16,4-1-36 0,0-3 12 15,-8 3-4-15,0 0-68 0,-4 1 60 16,-4 3 104-16,-4-2 4 0,-4 6-4 0,-8-2 0 15,0 4-44-15,0 1-40 0,-8 2-116 16,-8-1-149-16,-4 1-195 16,0 1-144-16,-8-1-228 0,-4-4-764 0,-7 5-1016 0,11-8-2929 15,-28 6-2383-15</inkml:trace>
  <inkml:trace contextRef="#ctx0" brushRef="#br0" timeOffset="35217.297">12199 3051 6776 0,'0'0'2596'0,"0"0"-955"0,0 0-241 16,0 0 80-16,8 72-188 15,5-39-260-15,6 2-368 0,1 9-104 16,8 0 8-16,0 7-100 0,8-4-256 0,3 5-76 16,10-5 4-16,-2-6-132 0,9-2 36 15,4-11-32-15,3-2 52 16,5-7-56-16,0-7-8 0,0-5 0 0,3-4-8 16,2-3-140-16,2 0 0 0,0-6 4 15,9-4 80-15,4-2 64 0,8 2-4 0,3 0-168 16,1-2 172-16,3 3 108 15,1 2-104-15,0 0 28 0,3 2-20 0,-3-2-16 16,-1 3 4-16,1 1-48 0,4 3 8 16,-1 0 40-16,5 0 4 0,-1 7 144 15,5 2 40-15,-5 3 44 0,0 5 40 16,-2 2-272-16,-2 6-76 0,-7 1-132 0,-1-1 148 16,1 3 60-16,-1-3-4 15,-2 4 4-15,-2-6 0 0,1-1 96 16,-9 0-8-16,-7 0-28 0,-13 2-52 0,-7 1-16 15,-12 3-32-15,-8 0 32 16,-12 8 8-16,-12 1 24 0,-4 4 124 0,-12 1-28 16,0 5-32-16,-8-5-16 0,-1-4-24 15,-2-7-48-15,-1-8 76 0,3-11 20 16,6-9 40-16,3-3-136 0,-4-6-172 16,0-10-428-16,4-6 96 0,-4-6 220 0,0-1 12 15,4-5 24-15,0-2 12 16,8-1 88-16,8-5-36 0,7-2 8 0,5-8 116 15,8-2-16-15,5 1 72 0,6 2-4 0,1 3-32 16,3 4 40-16,5 5 212 16,-4 2 52-16,4 8-104 0,0 1-12 0,-5 5-84 15,5 4 84-15,-4 0-52 16,0 6 152-16,-4 4 12 0,0 2 12 16,-1 1-4-16,2 6 40 0,-6-3 36 0,5 3-100 15,-4 3-60-15,4 3-76 0,-5 1-20 16,6 2-88-16,-2 0-20 0,1 2 20 15,7-3 52-15,1 2-52 0,0 1 0 16,8 1 0-16,-1-3 8 0,1 3 0 16,5-1 0-16,-2-2 40 0,-3 4-36 0,3-4-12 15,1 4 0-15,-1-7 48 16,6-3 28-16,2 1-4 0,1-4-68 0,3-4 4 16,2-2 116-16,1-3-28 15,10-1-84-15,0-2 0 0,4-1 60 0,0-3-8 16,-1-1-52-16,5 3 60 0,-1-3-24 0,0-2-24 15,-2 1-24-15,-1-5-84 16,-1 1-4-16,-3 3-56 0,-1-3 84 0,1-5 8 16,-9 2-56-16,1 0-76 0,-4 2 160 15,-9 2 24-15,-3-2 0 0,-12 8-56 16,-8-1-152-16,-8 6-208 0,-8 1-344 16,-8-1-448-16,-9 4-504 0,-2 3-2088 15,-9-7-4109-15</inkml:trace>
  <inkml:trace contextRef="#ctx0" brushRef="#br0" timeOffset="49265.129">23925 5153 52 0,'0'0'9552'0,"0"0"-8364"0,0 0 741 16,0 0-237-16,0 0-268 16,0 0-444-16,-48 85-24 0,44-56-16 15,-3 7-152-15,3 4-80 0,0 5 72 16,0 9-292-16,-5 2-148 0,2 12-95 0,-5 5-101 16,-1 3-96-16,-2 9-36 0,-1 1-4 15,-4 9 4-15,0 1-8 0,0 5-4 16,1 1 8-16,-6 6 52 0,1 3-60 15,0 3-12-15,-4 7 4 0,0 4 8 0,-4 7-4 16,1 8 8-16,-5 6 0 0,0 3 56 16,4 7-60-16,-3-2-96 15,-1 3 36-15,0 1 0 0,-4 1-60 0,8 3 68 16,-4-3 52 0,0-3 0-16,1 0-60 0,3-2 0 15,-4 2 52-15,8 0 0 0,-4-1 8 0,4 1 20 0,0 3-20 16,4-4-97-16,0 4 49 0,0-1-136 15,1 9 88-15,-1-3-28 0,0-2-44 16,3 0 20-16,2 0 4 0,-1-4 24 0,1 5 120 16,2-2 0-16,2 4 56 15,-2 1-56-15,-3 2-112 0,5 4 100 16,-2-4-84-16,-2 7 84 0,2 0-64 0,2 2 68 16,-1-3-88-16,4 4-64 0,-1 0 156 15,2-3 4-15,3 2 44 0,-4 2 32 0,8-5-40 16,0-3-36-16,0-3-72 15,0 1 72-15,4-1 0 0,-4-4 0 0,4 3 0 16,-3-2 8-16,3-7-16 0,0-2 4 16,0-4 4-16,0-6 44 0,0-2-44 15,0-15-12-15,-5-2-124 0,5-10 40 16,-4-6 84-16,0-12-196 0,4-7 96 16,-4-9-36-16,0-10 40 0,4-10 44 15,0-9-132-15,0-9-36 0,0-11-76 16,0-9-24-16,4-5-136 0,0-7-180 0,0-10-440 15,-4-3-648-15,4-13-432 0,-4-10-613 16,0 4-515-16,0-25-1256 16</inkml:trace>
  <inkml:trace contextRef="#ctx0" brushRef="#br0" timeOffset="50166.053">23662 5121 7796 0,'0'0'1272'0,"0"0"-276"15,0 0 909-15,0 0-321 0,0 0-300 16,0 0-380-16,0 0-336 0,0 0-344 15,0 0-148-15,0 0 200 0,44-4 160 0,-4 4 256 16,12 4-236-16,12-4-172 0,7 0-60 16,5 3-216-16,7-3-16 15,5 4-56-15,0-1 60 0,4 0-128 0,7 3-16 16,5-3 148-16,7 4 80 0,5-1-80 16,11-6-4-16,8 3-80 0,9-1 84 0,4-2 56 15,11 5-56-15,4-3-212 16,9 2 64-16,7 2-12 0,5 4 88 0,7 3 8 15,0-1-52-15,5 1 108 0,-2 3-192 16,1-1 192-16,5 1-116 16,-5 0 108-16,4 0-76 0,-7 0 92 0,7-1 0 15,-5-1 0-15,6-3 0 0,4 0 48 16,-2-5-36-16,6-3 108 0,-1-3-120 16,0 0-12-16,-8 0-76 0,-4 0 88 15,-7-6 4-15,-5 3 148 0,-8-1-152 0,-8 4-28 16,-7-2 24-16,-4 2 4 15,-13 0-12-15,-3 0-72 0,-9 0-40 0,-15 0-176 16,-9 0-160-16,-12 0-184 0,-11 0-20 16,-16 2-168-16,-12-2-400 15,-13 4-524-15,-19-1-2105 0,-20 0-1503 0</inkml:trace>
  <inkml:trace contextRef="#ctx0" brushRef="#br0" timeOffset="51049.234">24523 5470 7248 0,'0'0'1740'0,"0"0"1009"16,0 0-1149-16,0 0 36 0,0 0-100 16,0 0-316-16,72 98-232 0,-64-53-276 15,-4 9-308-15,-1 7 0 0,5 5-88 0,5 7-20 16,-2 7-128-16,6 5 28 0,-2 7-136 15,2 0-56-15,2 1 56 16,1-5-48-16,-3-5-12 0,2-13-4 0,1-10-68 16,-1-16 72-16,2-12 56 0,3-9 116 15,-4-10-76-15,7-13 0 16,-3 0-32-16,8-17 129 0,0-11 99 0,0-10-60 16,3-10-40-16,-2-9-72 0,3-4-72 15,-8-2 52-15,-1-4-92 0,1 1 32 0,-4-7-40 16,-4 3-96-16,0-3-4 0,-8 3 28 15,4 3-72-15,-8 10-76 0,-4 6-44 16,0 10-225-16,-4 13 65 0,0 3-124 16,-8 6-212-16,-4 5-268 0,-4 9-680 15,0 1-932-15,0 4-1965 16,-8 0-1367-16</inkml:trace>
  <inkml:trace contextRef="#ctx0" brushRef="#br0" timeOffset="51236.929">24678 6067 6704 0,'0'0'6405'0,"0"0"-5425"0,0 0-628 16,0 0 420-16,0 0 972 0,0 0-208 15,0 0-488-15,0 0-548 0,0 0-60 0,100 13 256 16,-45-23-136-16,5 1-335 16,4-4-225-16,-4 4-72 0,-1-1-233 15,-6 3-219-15,-1 7-216 0,-1 0-168 0,-3 4-720 16,-16 2-1376-16,11 10-4165 0</inkml:trace>
  <inkml:trace contextRef="#ctx0" brushRef="#br0" timeOffset="51734.876">26527 6232 7948 0,'0'0'4637'0,"0"0"-3133"0,0 0-820 16,0 0 360-16,0 0 780 0,0 0-488 15,52 108-344-15,-48-57-408 0,-4 17-20 0,0 9-128 16,0 16-83-16,-12 6-169 16,0 8-100-16,-4 5-76 0,-4 0-4 0,4-2-4 15,-4-8 0-15,9-14-184 0,-2-18-69 16,5-17-15-16,4-13 12 0,4-21 0 16,0-10-208-16,0-9-208 0,4-3-184 15,4-13-156-15,5-12-332 0,-2-14-516 16,1-9-920-16,0 10-1609 0,0-45-1039 15</inkml:trace>
  <inkml:trace contextRef="#ctx0" brushRef="#br0" timeOffset="51942.67">26599 6394 4760 0,'0'0'7453'0,"0"0"-5693"16,0 0-884-16,0 0 80 0,96-72 260 16,-68 61-200-16,3 3-264 0,1 1-308 15,0 7-88-15,0 0 72 0,-4 2-48 16,-4 9-112-16,-5 2-148 0,-6 8-112 0,-5 5 92 15,-8 9-92-15,-8 6 64 0,-9 6-72 16,-11 4-132-16,-3-3-176 0,-5-4-44 16,4-2 20-16,0-14 16 0,4-9-28 15,4-7-76-15,9-7-196 16,2-5-324-16,5-13-476 0,8-6-1000 0,0-1-2329 0,8-21-2579 16</inkml:trace>
  <inkml:trace contextRef="#ctx0" brushRef="#br0" timeOffset="52233.555">27149 6391 6704 0,'0'0'4052'0,"0"0"-2535"16,0 0 39-16,15 93 276 15,-15-55-164-15,-3-4-248 0,-5-2-216 16,4-3-520-16,-1-11-296 0,5-5-228 0,0-2-160 16,9-11-184-16,2 0-48 0,6-7 88 15,2-6 20-15,5-9 64 0,4-4-60 16,0-2-4-16,-4-7-24 0,0 3-12 0,-4 0 76 15,0 3 72-15,-8 4-124 0,-5 3-120 0,-7 3 24 16,0 3 96-16,-15 3 128 16,-1 4 8-16,-9 6 8 0,2 3 4 15,-5 0 100-15,4 12-16 0,0 7 4 16,0 7-4-16,5-1 76 0,-2 4-172 0,10-7-12 16,3 1-232-16,3-8-484 0,5-5-360 15,0-2-936-15,0-3-1088 0,9-5-2517 16,6-13-559-16</inkml:trace>
  <inkml:trace contextRef="#ctx0" brushRef="#br0" timeOffset="52436.029">27778 5724 10604 0,'0'0'1905'0,"0"0"-1333"0,0 0 728 0,0 0 604 15,0 0-188-15,-32 92-532 0,12-41-340 16,1 13-76-16,-5 5 48 0,3 4-123 15,2 1-257-15,3-5-240 0,4-5-196 16,3-4-128-16,9-9-584 0,0-7-213 16,0-6-99-16,13-8-44 0,2-16-352 0,10-3-104 15,-1-11 40-15,4-6-244 0,3-11-893 16,-6 1-1555-16,10-9-220 0</inkml:trace>
  <inkml:trace contextRef="#ctx0" brushRef="#br0" timeOffset="52791.522">27926 6400 1668 0,'0'0'4076'0,"0"0"-1528"0,0 0 93 16,0 0-501-16,11 89-448 0,-18-54-156 15,-10 4-264-15,2-2-308 0,-2 2-116 16,6-5-40-16,3-4-100 0,-1-9-248 16,9-4-216-16,0-8-244 0,5-6-40 0,7-3-68 15,3 0 60-15,9-3 44 0,0-6 0 16,8-1-108-16,0 1 100 0,4-2-84 16,-4 9 12-16,0 2-40 0,-1 2-36 15,-3 11 76-15,-4 6 80 0,1 7 4 16,-1 2 4-16,-5 4 120 0,-3 6 80 0,0 4-68 15,-4-1-64-15,-4 3 112 0,-4 4-64 16,-4 2 64-16,-8-1 21 0,-8-2-105 16,-3 3 68-16,-9-5-48 0,0 0-60 15,-4-10 28-15,4-10-4 0,0-6 12 16,4-7 0-16,0-7-12 0,4-5-20 0,4-14-64 16,0-5-124-16,0-6-92 0,8-7 96 15,8-3-136-15,0-6 36 16,12-4-45-16,8-2-15 0,8-4 72 0,4 3 76 15,8 0-52-15,4 4-60 16,3 0 0-16,5 2-48 0,8 1-164 0,-4 6-192 16,8 4-660-16,-21 5-1260 0,25 1-3557 15</inkml:trace>
  <inkml:trace contextRef="#ctx0" brushRef="#br0" timeOffset="53476.651">29559 6499 10164 0,'0'0'3109'0,"0"0"-1333"16,0 0-696-16,0 0-252 0,0 0-8 16,0 0 256-16,0 0-228 15,107 42-300-15,-62-40-132 0,2-2-52 0,5-7-60 16,0-1-120-16,3-11-160 0,-3-1-24 16,4-5-96-16,-4-4-392 0,0 4-96 15,-8-4-248-15,-4 1-364 0,-5 6-876 0,-11 0-1144 16,-3 5-2645-16</inkml:trace>
  <inkml:trace contextRef="#ctx0" brushRef="#br0" timeOffset="53834.196">30097 5978 8624 0,'0'0'2148'0,"0"0"-847"16,0 0-49-16,0 0 220 0,0 0-88 15,0 0-184-15,0 0-492 0,0 0-240 0,-79 57-12 16,75-22-16-16,-5 10 76 15,5 3 56-15,4 2-36 0,0 4-156 0,0 3-112 16,0 4-123-16,4 2-97 0,5 0-36 16,-2 1 60-16,1 3 4 0,0-4-76 15,1-2 0-15,2-4-48 0,-3 0 44 16,4-6-84-16,-4 3 88 0,0-4 8 0,-4 1-4 16,0-1-4-16,-4 2 12 15,0-11 60-15,0 1-20 0,-8-10-4 16,0-7 0-16,0-3-40 0,-4-3 0 0,4-6-8 15,-3-1 4-15,2-2 44 16,-7-4-36-16,4 1-12 0,-4-7-4 16,-4 0-116-16,-4 0-40 0,-3-10-93 0,-1-3-51 15,0-3-12-15,-4-3-184 0,4-6-236 16,4 2-328-16,0-8-312 0,5 0-624 16,2-5-768-1,6 11-1857-15,-2-20-1543 0</inkml:trace>
  <inkml:trace contextRef="#ctx0" brushRef="#br0" timeOffset="54558.426">30651 6480 10064 0,'0'0'2493'0,"0"0"-1049"15,0 0-344-15,0 0 108 0,0 0-172 16,0 0-380-16,0 0-188 0,0 0 408 15,99 4-144-15,-59-4-268 0,8 0-168 0,-4 0-140 16,-4-4-56-16,3-6-100 0,-6 4 0 16,-2-4-208-16,-3 4-160 0,-8-3-204 15,0 5-164-15,-8-2-336 0,-4 6-604 16,-9 0-1064-16,-3 0-2453 0,-3 6-2363 0</inkml:trace>
  <inkml:trace contextRef="#ctx0" brushRef="#br0" timeOffset="54718.379">30783 6645 7596 0,'0'0'3212'0,"0"0"-1351"16,0 0-457-16,0 0 196 15,0 0 28-15,0 0-364 0,95 44-392 0,-59-44-284 16,7 0-280-16,2-5-188 0,-6-6-68 16,5-3-52-16,0-3-304 0,-4-3-196 15,-5-2-276-15,-3-3-544 0,-8 9-1260 0,4-15-3641 16</inkml:trace>
  <inkml:trace contextRef="#ctx0" brushRef="#br0" timeOffset="54944.065">31053 6077 8220 0,'0'0'2560'0,"0"0"-1287"15,0 0 339-15,0 0 284 0,-4 95-168 16,8-51-364-16,5 7-480 0,-6 6-188 15,1 7-36-15,-4 7-188 0,0-2-276 16,-4 3-192-16,4-2-4 0,0-6-108 16,0-10-296-16,12-13-340 0,8-6-88 15,8-13 84-15,4-9-92 0,8-9-340 0,3-4-680 16,5-14-816-16,-12 2-2013 16,20-20-1331-16</inkml:trace>
  <inkml:trace contextRef="#ctx0" brushRef="#br0" timeOffset="59614.711">32093 6273 4528 0,'0'0'1240'15,"0"0"-656"-15,0 0-272 0,0 0-144 16,0 0 40-16,0 0 2336 16,0 0-1280-16,0 0-231 0,0 0-125 0,0 0-80 15,-56-21 72-15,48 14 24 0,1-3-44 16,-2 4-268-16,1 3-40 0,1-1 60 15,3 1-16-15,0 3-148 0,-5 0-124 16,5 7-100-16,-7 6 36 0,-1 2-8 0,-4 11 32 16,-5 5 0-16,2 8 0 15,-5 5-72-15,0 4-88 0,5-1 28 0,-6 5-75 16,9-5-25-16,1-3 16 16,6-6-88-16,1-5-60 0,8-8 12 0,0-10-157 15,13-5-295-15,-2-7-132 0,13-3-88 16,4-9-104-16,4-10-372 0,4-4-800 15,-4 2-2816-15,7-15-4085 0</inkml:trace>
  <inkml:trace contextRef="#ctx0" brushRef="#br0" timeOffset="59898.124">32169 6578 14409 0,'0'0'1712'0,"0"0"-1256"15,0 0-284-15,-5 86 700 0,5-66 276 16,0-8-508-16,5-5-568 0,11-7-72 15,8 0 0-15,4-14 80 0,4-5-80 16,0-9-284-16,3-1-36 0,1-3-96 0,-4 1 20 16,-4 3 0-16,-4-2 172 0,-5 8-84 15,-10 4-56-15,-5 1 16 0,-4 4 100 16,-8 4-44-16,-12 6 216 0,-8 3 76 16,-4 0 0-16,-8 9 136 0,5 7 380 15,3 8 96-15,0 1-128 0,4 0-136 0,0 0-88 16,8-3-88-16,8 0-172 0,3-6-100 15,6-6-568-15,3-1-424 16,3-5-292-16,10-2-1004 0,-1-2-2357 0,4-2-2455 0</inkml:trace>
  <inkml:trace contextRef="#ctx0" brushRef="#br0" timeOffset="60207.558">32607 6419 7628 0,'0'0'5537'0,"0"0"-4673"15,0 0-372-15,-16 84 1060 16,0-56 156-16,4 4-632 0,-3-1-316 0,2-6-268 16,5-2-236-16,4-4-208 0,4-7-48 15,0-1-148-15,4-9-72 0,9-2-172 16,-2-2 100-16,10-12 132 0,-2-2-48 0,5-6-124 16,0 0-28-16,-5 0 4 15,2 3 168-15,-1 3 4 0,-5 4 32 16,-2 5 92-16,-5 4 60 0,-1 3 0 15,1 0 308-15,1 3 88 16,-5 4 0-16,0 5-36 0,-1 1-16 0,5 2-88 0,-4-2-72 16,1 3-24-16,-1-4-12 0,0 1-136 15,3-3-12-15,-3-3-64 0,0 0-92 0,5-5-360 16,-5 1-284-16,-4-3-292 16,3 0-596-16,1 0-1232 0,0-10-3553 0</inkml:trace>
  <inkml:trace contextRef="#ctx0" brushRef="#br0" timeOffset="60485.123">33038 6452 4500 0,'0'0'8453'15,"0"0"-6989"-15,0 0-984 0,0 0 340 0,0 0 992 16,0 0-404-16,0 0-400 0,0 0-448 0,-52 72-168 16,40-55 32-16,-4-2-60 0,8 1-240 15,0-7-124-15,-1 4-96 0,6-7-16 16,3 1 16-16,0-1-12 0,7-2-64 15,6-2-168-15,-2 1 36 0,10 1 72 0,-1-1 36 16,-5 3 36-16,6 1 12 0,-6-1-36 16,-2 5 120-16,-6 0 64 0,1 3 8 15,-4-2 40-15,-4 3 28 0,0-2 8 16,0 4 112-16,-4-5-24 0,-4 1-76 0,1-4-44 16,3-2-44-16,-1-4-8 15,1-3-148-15,-4 0-244 0,5-7-256 16,-1-5-500-16,0-7-988 0,4 6-1804 0,0-22-2029 15</inkml:trace>
  <inkml:trace contextRef="#ctx0" brushRef="#br0" timeOffset="60716.088">33300 6140 11717 0,'0'0'1624'15,"0"0"-1520"-15,0 0 428 0,0 0 1072 16,0 79 28-16,-4-46-296 0,4 1-488 0,-4 4-248 15,4 1 0-15,0-2-128 0,0 2-168 16,0-1-304-16,4-6-52 16,0 0-44-16,0-4-244 0,1-3-124 0,-1-6-36 15,-4-3 32-15,4-6-36 0,-4-4-148 16,0-3-376-16,-4 1-676 0,-5-4-716 16,-3-4-1981-16,1 1-111 0,-9-10 296 0</inkml:trace>
  <inkml:trace contextRef="#ctx0" brushRef="#br0" timeOffset="60847.85">33105 6534 1032 0,'0'0'4988'15,"0"0"-2480"-15,0 0-220 0,0 0-335 0,-80-29-289 16,76 29-340-16,4 0-456 0,0 0-380 16,8 6-4-16,5-2 256 15,7 3 12-15,-1-1-272 0,9-6-164 0,0 0-132 16,4 0-76-16,0 0-108 0,-4-4-76 16,0 2-324-16,-4-3-340 0,-5 5-320 15,-2 0-420-15,-2 0-1236 0,-2 5-4465 0</inkml:trace>
  <inkml:trace contextRef="#ctx0" brushRef="#br0" timeOffset="61549.115">33376 6711 8432 0,'0'0'1580'0,"0"0"-1272"0,0 0 248 16,0 0 1141-16,0 0 211 15,0 0-272-15,0 0-496 0,0 0-432 16,0 0-164-16,0 0 156 0,0 0 48 16,0 0-28-16,-28 32-208 0,21-6-256 15,2-7-140-15,1-3-116 0,4-3-12 0,4-4-36 16,5-6-88-16,2-3-156 0,9-3 24 15,3-6-180-15,2-11-128 0,3 1-124 16,0 0 72-16,-4 1 112 0,-4 1 92 0,-1 4 176 16,-6 5 64-16,-5 4 96 15,-1 4 88-15,-3 0 116 0,-4 6 280 16,0 6 176-16,0 5 20 0,0-1-4 0,-4 3-172 16,0-3-60-16,1-1 0 0,-1-5-64 0,4-1-96 15,0-2-100-15,0-4-96 16,4-3-44-16,3-3-28 0,10-10-64 15,2-6-108-15,1 0-268 0,4-9-312 0,-1-2-172 16,5-3 152-16,-3-3-268 16,-1-2-552-16,4-3-536 0,-4-4-961 15,-1-2-991-15,-7-1 1544 0,-4 4 964 0,-3 6 1644 16,-5 8 1788-16,-4 16 1444 0,0 3 40 16,0 8-919-16,0 3-957 15,0 7-504-15,0 2 8 0,0 10 136 0,0 4-156 16,0 5-8-16,0 7 32 0,0 3-188 15,0 0-68-15,0 0-24 0,0 1-124 0,0 2-256 16,-4-6-156-16,-5 3-88 0,1-6-76 16,1-5-80-16,-6 3-76 15,5-8 12-15,-3-3-232 0,2-3-212 0,-3-4-48 0,-3-2-80 16,-5-3-12-16,-4 0-152 16,-1-7-148-16,-3 0-268 0,-3 0 212 15,4-7 672-15,-1-3 412 0,4-3 76 0,3-3 76 16,10 0 616-16,3 4-92 0,3 2-320 15,5 4-112-15,13 3-4 16,2 3 304-16,9 0 4 0,4 0-248 0,8-3-160 16,0 3-64-16,8-4-88 15,-4-2-24-15,3 0-268 0,-11 0-624 0,-8-1-1316 16,-11 1-3761-16</inkml:trace>
  <inkml:trace contextRef="#ctx0" brushRef="#br0" timeOffset="62502.342">24829 9131 11189 0,'0'0'2024'0,"0"0"-676"16,0 0-36-16,0 0 436 15,0 0-268-15,100 48-292 0,-52-42-420 16,12 1-316-16,0-7-172 0,7 0-87 0,1-4-9 16,-4-5-28-16,4-4-156 0,-8-3-12 0,-5 0-72 15,1-6-196-15,-8 3-97 0,-8-3-171 16,-1 2-156-16,-7 1-144 15,-4 4-232-15,-4-5-560 0,-4-2-992 0,-12 10-2341 16,0-17-2191-16</inkml:trace>
  <inkml:trace contextRef="#ctx0" brushRef="#br0" timeOffset="62849.214">25495 8550 1564 0,'0'0'2752'0,"0"0"-1084"0,0 0-304 16,0 0-856-16,0 0 516 0,0 0 1417 15,0 0-1105-15,-84 57-520 0,77-28 164 0,3 3 64 0,4 6-112 16,0 3-232-16,0 6-180 16,0 4-124-16,11 3-36 0,-3 0-52 15,5 6 36-15,2 1-48 0,-2-1-112 16,-2 7-12-16,6 0 96 0,-6-1-108 16,1 1-28-16,-4-4-32 0,0-2 8 15,-4-7-48-15,0-4 40 0,0-3-88 0,0-5 48 16,-4 0 12-16,0-8-20 0,-8-2 56 15,-4-1-36-15,0-5 4 0,-4 0-28 16,0-4 0-16,0-6-36 0,-4-6 48 16,-4-1-60-16,-4-6-220 0,-4-3-84 15,-3 0-84-15,-1-3-28 16,-4-6-12-16,1 2 8 0,-6-3-268 0,2-2-280 16,2-1-332-16,2 1-540 0,3-4-864 0,8 3-2209 15,-4-10-1123-15</inkml:trace>
  <inkml:trace contextRef="#ctx0" brushRef="#br0" timeOffset="63668.653">27161 8407 6300 0,'0'0'1536'0,"0"0"3369"0,0 0-3125 15,0 0-304-15,0 0-512 0,0 0-216 16,0 0 164-16,0 0-64 0,52 105-124 16,-41-45-116-16,-3 6-192 0,1 8 32 0,-5 2-107 15,-4 0 35-15,0-2-144 16,0-5-136-16,0-5-36 0,0-4-48 0,-4-6-12 15,4-7-4-15,-5-5-116 0,1-13 112 16,4-14-100-16,0-5-40 0,0-10-80 16,0 0-64-16,9-13 147 0,-2-3 9 15,5-12 16-15,8 0-40 16,-4-5-32-16,0 5 44 0,0 6-60 0,0 6 16 16,4 6-28-16,-4 7 84 0,0 3 100 15,-1 10 36-15,2 9 280 0,-2 3 160 0,-3 6-100 16,4 0-36-16,-4 2-84 0,0-2-39 15,0-3-145-15,1-6-36 0,2 1-60 16,5-11-221-16,3 1-83 0,2-10-124 16,6 0-292-16,-3-7-336 0,8-5-576 15,-4-4-772-15,-4 3-1849 0,12-6-1219 0</inkml:trace>
  <inkml:trace contextRef="#ctx0" brushRef="#br0" timeOffset="63966.444">28045 9128 9020 0,'0'0'4457'0,"0"0"-2809"0,0 0-452 15,0 0 112-15,0 0-268 0,0 0-144 0,0 0-40 16,-84-29-224-16,56 51-300 0,-7 10-104 16,-1 3-8-16,4 6 13 15,4-2-29-15,8-8-36 0,5-2-168 0,6-10 0 0,5-6-108 16,4-7-84-16,0-6-125 0,4 0-119 16,12-6 80-16,8-7 52 15,4-3 12-15,8-6-88 0,4 0-144 0,-1-1 80 16,2 8 148-16,-2 2 136 0,-7 6 120 0,0 7 40 15,-8 0 4-15,-5 3 220 0,-6 10 192 16,-1 4 100-16,-5-3-64 16,-2 6 12-16,-1-1-64 0,0 0-56 0,0 0-128 15,-1-3-116-15,5-3-100 0,-4-3-108 16,9-8-220-16,-2 3-148 0,6-5-204 16,2-11-288-16,5-5-428 0,0-6-1044 0,-4 3-2461 15,12-16-3107-15</inkml:trace>
  <inkml:trace contextRef="#ctx0" brushRef="#br0" timeOffset="64234.291">28654 8963 6564 0,'0'0'5005'15,"0"0"-825"-15,0 0-3076 0,0 0-392 0,0 0 264 16,0 0 68-16,0 0-224 0,0 0-296 16,-71 82-208-16,51-56-36 0,0-1-48 0,8-3-192 15,4 1-40-15,4-7-84 16,4-4-40-16,0 1-20 0,4-3-88 15,9-5 84-15,2 2 52 0,5 2 12 0,0-2-52 16,4 2 28-16,0-2 48 16,-4 6 60-16,3-5-8 0,-3 6-80 0,-3 2 44 15,-6 0 40-15,1-1-64 0,-8 1-20 16,-4 3-20-16,0-3 48 0,0 3-16 16,-12 0-72-16,-3-2-168 0,-2 2-28 15,-7-5 72-15,0 3-156 0,-3-4-340 0,-1-1-588 16,4-2-1116-16,-12-1-3233 15</inkml:trace>
  <inkml:trace contextRef="#ctx0" brushRef="#br0" timeOffset="65001.278">30025 8369 6948 0,'0'0'1464'16,"0"0"3005"-16,0 0-3129 0,0 0-168 0,8 69-288 16,-12-45 76-16,0 1-192 0,0-4-212 15,1 2-188-15,-1-1-196 16,4-6-48-16,0-3-76 0,0-4 64 0,0-3-28 16,0 1-32-16,0-4-4 0,0-3-40 15,0 3 40-15,0-3 52 0,0 0-28 16,0 0 0-16,-5 0-20 0,5 0-40 0,0 0 48 15,0 0-60-15,-4 0-4 16,4 0-144-16,0 0-36 0,0-6-156 0,-4 3-20 16,4-1-56-16,0-2-116 0,0 3-112 15,0 0-16-15,-4 0-20 0,4 0 16 16,-4 3 8-16,4-4-156 0,-3 4 100 16,-1 0 276-16,4 0-140 0,-4 0-24 0,-1-3 340 15,1 3 92-15,4 0 164 16,0 0-72-16,0 0-133 0,0 0-99 0,0-3-312 15,-4 0-868-15,4 3-2628 0,-7-3-203 16</inkml:trace>
  <inkml:trace contextRef="#ctx0" brushRef="#br0" timeOffset="65632.187">29754 9210 3616 0,'0'0'2608'0,"0"0"-492"0,0 0-612 16,20-76-303-16,-16 54-73 0,-4 6-104 16,4-4-184-16,-4 6-116 0,0 1 4 0,-4 0-124 15,-3 1-36-15,-2 5-32 16,-3-3-152-16,-4 4-136 0,4-1-28 0,-8 5-84 15,5 2-48-15,-2 0 36 0,-2 9-28 16,-1 7 80-16,-1 10 216 0,-2 11-132 16,-1 11 8-16,4 6 52 0,-3 7 20 15,-1 2 64-15,7-6-76 0,6-7-168 0,3-14-112 16,8-11-48-16,0-9-44 0,8-13-44 16,7-3 76-16,5-10 4 0,8-11-52 15,8-9-148-15,0-8-328 0,-1-3-52 16,-3-3 100-16,0-1 56 0,-8 5 124 15,0 4 36-15,-7 8 76 0,-2 6 84 16,-7 9 60-16,-4 4 52 0,-4 5 44 16,0 4 40-16,0 4 64 0,0 11 16 15,0 4 156-15,5 6 84 0,-5 4 40 16,0 3-100-16,0 0-172 0,0-1-28 16,3 1-32-16,1-6-112 0,0-4-48 15,4-7-88-15,0-5-304 0,0-4-40 0,8-6 76 16,0-6-92-16,0-6-136 0,8-8-264 15,-4-5-448-15,3-4-660 16,-3 7-1001-16,4-17-2263 0</inkml:trace>
  <inkml:trace contextRef="#ctx0" brushRef="#br0" timeOffset="66181.762">30061 8394 3636 0,'0'0'3148'0,"0"0"-1028"0,0 0-156 15,0 0-167-15,0 0-305 0,0 0-280 0,0 0-256 16,0 0-256-16,0 0-228 0,0 0-124 15,0 0-88-15,4 49 96 0,-4-21 212 16,-8 7-16-16,0 6-208 0,0 0-124 16,0 9 48-16,0 2 84 0,1 5 136 15,3 3-64-15,-1 1-167 0,1 2-73 16,0 3-88-16,4-1 0 0,-4-2-92 16,4-6-4-16,0-3 4 0,8-14-4 15,1-4-60-15,2-10-36 0,10-11 12 16,-2-8 80-16,1-7 0 0,8-3 4 0,0-10 0 15,4-6-160-15,-4-3-85 0,0-5-71 16,-5 2-144-16,-3 3-64 16,-4 3-164-16,-4 1-180 0,0-2-320 15,-8 1-248-15,-4 0-504 16,0 6-1917-16,-8-12-1319 0</inkml:trace>
  <inkml:trace contextRef="#ctx0" brushRef="#br0" timeOffset="66384.986">29874 8832 5624 0,'0'0'1716'0,"0"0"-328"0,0 0 140 16,0 0 209-16,0 0-213 0,0 0-344 15,0 0-388-15,0 0-276 0,0 0 0 16,0 0-16-16,24 51 60 0,4-51 256 0,8 4-176 16,3-4-172-16,1 0-140 0,4 0-180 15,3-4-52-15,-2 1 4 16,2-1-52-16,-3-1-48 0,0 2-368 0,0-3-328 15,0-1-204-15,0 3-304 0,3-4-652 0,-15 3-2477 16,16-1-4387-16</inkml:trace>
  <inkml:trace contextRef="#ctx0" brushRef="#br0" timeOffset="66911.258">30929 8880 8748 0,'0'0'5473'0,"0"0"-4477"0,0 73-492 0,0-34 676 16,-3 5 516-16,-1 3-212 15,-4-2-556-15,0-4-392 0,8-3-304 16,0-9-208-16,4-3-24 0,4-8-124 0,3-2 16 15,10-9-12-15,-1-7-88 16,-1-7-24-16,9-15-96 0,0-7-64 0,0-6 4 16,-4-3 8-16,-1-3-76 0,-2 3 76 15,-9 2 120-15,4 5 76 0,-9 6 36 16,6 6 148-16,-9 6 0 0,4 7 320 16,-8 3 112-16,0 3-76 0,0 0-136 15,3 6-96-15,-3 3-16 0,0 4 224 16,0 3-28-16,0 4-36 0,0-1-36 0,-3 0 24 15,3-7-48-15,0-3-140 0,0-2-68 16,0-4-84-16,0-3 84 0,0 0 0 16,7-6 12-16,6-5 24 0,-2-1-36 15,6-1-108-15,2 0-4 0,-3 4 52 16,0 6-24-16,-4 3-52 0,4 3 136 16,-4 11 12-16,-4-2 208 0,0 9 12 15,0-1 0-15,-4 2 84 0,0 1-35 16,-4-4-5-16,4 0-32 0,-4-4-52 0,4-2-120 15,-4-3-72-15,4-3-48 0,-4-7-72 16,4 0-172-16,0 0-168 0,8 0-209 16,0-7-307-16,8-6-480 0,-1-3-1012 15,-2 3-2020-15,11-12-1453 0</inkml:trace>
  <inkml:trace contextRef="#ctx0" brushRef="#br0" timeOffset="67181.036">31603 9103 8536 0,'0'0'6009'16,"0"0"-4169"-16,0 0-956 0,0 0 108 15,0 69 448-15,4-53-268 0,-4-7-175 0,4 1-489 16,4-7-300-16,4-3-76 0,4 0-48 16,7-13-48-16,5-5-36 15,4-8-324-15,4-2-52 0,-3-1-125 0,-6 1 41 16,1 3 80-16,-8 6 64 0,-8 2-24 16,-4 4-4-16,-8 7 76 0,0 0 144 0,-8-1 124 15,-12 7 112-15,0 0 60 0,-8 0 20 16,-4 7 68-16,0 5 92 15,4 7-60-15,-3 0-96 0,3 0-48 0,3 4-76 0,6-4-72 16,7-6 0-16,0-3-256 16,8-5-340-16,4-1-236 0,0-4-152 15,8 0-904-15,4-9-912 0,4-1-2421 0,16-13-1671 16</inkml:trace>
  <inkml:trace contextRef="#ctx0" brushRef="#br0" timeOffset="67449.92">32057 8876 11765 0,'0'0'2464'0,"0"0"-1720"15,0 0 276-15,0 0 332 0,0 0-52 16,0 0-76-16,0 0-296 0,0 0-292 16,-48 74-127-16,40-61-121 0,1-1-260 0,3-2-128 15,4-3-112 1,0-2-32-16,4 2-12 0,7-1 20 0,2 1-21 16,6 0-51-16,-2-2 12 0,7 2 76 0,-5 6 112 15,5-5-60-15,0 6 68 0,0 2 72 16,-4 0 244-16,-4-1-60 0,-4 5-123 15,-9-5 159-15,5 1-36 0,-8-3-88 16,0 2-48-16,0-2-12 0,0-3-56 16,-8-1-48-16,5-2-4 0,-5-7-148 15,4 0-152-15,0-7-236 0,4-5-241 16,0-8-151-16,0-8-248 0,4-7-468 0,4-9-548 16,3 9-2665-16,6-28-1311 0</inkml:trace>
  <inkml:trace contextRef="#ctx0" brushRef="#br0" timeOffset="67641.724">32508 8531 7948 0,'0'0'6301'0,"0"0"-5253"0,0 0-796 0,0 0 364 16,0 0 520-16,36 70 288 0,-36-39-416 15,0 5-408-15,0 4-116 0,-4 5 296 16,-1 3-15-16,-3 0-293 0,4-4-180 16,1-3-184-16,3 0-108 0,3-9-36 15,5-3-12-15,5-8-132 0,2-4-16 16,-2-4 28-16,6-7-88 0,-3-3-96 0,0-3-205 15,-4-3-151-15,0-3-120 0,-4-5-476 16,-8 3-804-16,0-5-808 0,0 7-1693 16,-20-11-703-16</inkml:trace>
  <inkml:trace contextRef="#ctx0" brushRef="#br0" timeOffset="67781.146">32297 8896 7672 0,'0'0'4361'0,"0"0"-2421"0,0 0-524 15,0 0-600-15,0 0-348 0,0 0 4 0,0 0-124 16,0 0 148-16,0 0-16 0,91 7-160 15,-40-14-256-15,5-2-64 16,-3-4-152-16,-1 1-344 0,-5-1-544 0,-8 0-628 16,-11 3-2488-16,0 1-5181 0</inkml:trace>
  <inkml:trace contextRef="#ctx0" brushRef="#br0" timeOffset="68748.079">25228 10906 4316 0,'0'0'5684'0,"0"0"-4687"15,0 0-585-15,0 0 1992 0,0 0-760 16,0 0-548-16,0 0-388 16,0 0-88-16,-96 16-100 0,65 6-40 0,-1 6-36 15,0 11 8-15,0 5 48 0,0 7 36 16,8 3-24-16,0 0-148 0,5 0 41 16,6-3-57-16,5-13-116 0,8-13-88 0,0-10-140 15,8-8-4-15,12-7 0 16,8-15 68-16,4-10 4 0,12-8-72 15,0-11-324-15,-1-11-256 0,6 1-53 0,-6-2 37 16,2-1 32-16,-6-1-24 0,-3 4-96 16,-4 1-80-16,-1-1 80 0,-6 0-284 15,-5-1 160-15,-1-1 156 0,-6-1 196 16,-6-1-100-16,1 1-168 16,-4-1 572-16,0 6-16 0,-4 6 168 0,0 5 308 0,0 12 172 15,0 10-48-15,0 6 164 16,0 11 72-16,0 2-128 0,0 2-184 15,0 15-72-15,-4 5 176 0,4 13 124 0,-4 9 48 16,0 11 20-16,-3 4-64 16,3 8 36-16,-5 7 96 0,5-2-148 0,-4 4-279 15,1 1-161-15,3-8-128 0,-1 2 4 16,5-9-8-16,0-7-96 0,0-8-137 16,5-11-203-16,6-11-136 0,5-7-112 15,4-7-112-15,4-11-164 0,0-4-492 0,4-9-436 16,-4-6-976-16,-4 4-2133 15,8-13-1619-15</inkml:trace>
  <inkml:trace contextRef="#ctx0" brushRef="#br0" timeOffset="69052.528">25703 11157 12029 0,'0'0'1904'0,"0"0"-1308"0,0 0-296 16,23 73 532-16,-14-60 700 0,2-5-272 15,6-8-644-15,2 0-320 0,9-14-28 0,0-5-12 16,4-10-104-16,3-7-152 0,-3-5-12 15,4 3-160-15,-4-4-60 0,-4 9-72 16,-4 0-56-16,-8 4 28 0,-4 7 160 0,-12 3 0 16,0 6 0-16,-8 4 160 15,-12 3-64-15,-8 6-20 0,0 0 44 0,-4 8 52 16,4 9 160-16,0 5 40 0,1 7 20 16,3 3 100-16,4 6-24 15,4-1-24-15,0 5-64 0,8-1-48 0,4-3-28 16,0-3-8-16,4 1-120 0,4-8-4 15,4 1-12-15,7-7-48 0,2-3-4 16,7-3-96-16,0-7-168 0,-1-3-140 16,1-6-148-16,4 0-104 0,-4-6-136 15,4-3-324-15,0-1-1064 0,-8-3-2897 16,12 1-2982-16</inkml:trace>
  <inkml:trace contextRef="#ctx0" brushRef="#br0" timeOffset="69532.893">26440 11048 10604 0,'0'0'2721'0,"0"0"-1881"0,0 0-384 0,0 0 728 16,0 0 492-16,0 0-256 16,-76 39-476-16,60-20-392 0,4 0-88 0,0 3 156 15,3-3-195-15,6 0-289 0,-1 0-76 16,4-3-60-16,0-4 0 0,4 2-4 15,-1-9-132-15,6 2 3 0,3-7 25 16,4 0 8-16,0-3 28 0,4-9-48 0,-1-5 8 16,1-2-44-16,1 1 44 15,-2-2-8-15,1 4 24 0,0-3-64 16,-4 10-36-16,0-1 24 0,-4 7-20 0,-1 3 8 16,-2 3 84-16,3 10 100 0,-5 6 48 15,2 3-40-15,3 6 8 16,-8 5 140-16,3 2-68 0,-2 3 32 0,-1 6 64 15,-4 1 36-15,0 6 48 0,0 6-24 0,-13 0-100 16,6 4-20-16,-9-1-28 16,0 3-36-16,-4-3 36 0,0 4-44 0,0-7-52 15,5-3-60-15,-2-4 60 0,2-8-8 16,2-4 0-16,2-10-48 0,-2-5 56 16,5-11 8-16,-3-2 64 0,-2-6 52 15,2-4-124-15,-10-4-48 0,-2-3-40 16,-1-5-8-16,-8-4-48 0,4-3-196 0,-7 0-160 15,3-6-88-15,0 0 64 16,4-8-44-16,8-1-444 0,3-2-796 0,6 2-488 16,7-1-432-16,4 2 323 15,0 12-623-15</inkml:trace>
  <inkml:trace contextRef="#ctx0" brushRef="#br0" timeOffset="69893.324">27331 10978 11009 0,'0'0'2980'16,"0"0"-1148"-16,0 0 252 0,0 0-16 16,0 0-652-16,73 70-591 0,-45-67-461 0,11-3-148 15,5-8-56-15,12-9-28 16,7-8-12-16,1-4-120 0,0-2 0 0,-4-4-412 15,-4 3-288-15,-12 1-141 0,-5-1-35 16,-11 3-364-16,-8 4-1096 0,-8 9-2320 16,-12-7-2953-16</inkml:trace>
  <inkml:trace contextRef="#ctx0" brushRef="#br0" timeOffset="70167.489">27575 10592 8612 0,'0'0'1876'16,"0"0"-1464"-16,0 0 209 0,0 0 991 15,-8 76 304-15,12-41 44 0,3 3-624 16,2 6-424-16,-1 7-300 0,3 6 0 16,-2 3 72-16,3 5-272 0,-5 0-143 15,2-1-89-15,-5 3-164 0,4-3 104 16,-4-1-120-16,-1-3 0 0,-3-3-4 0,0 0-92 16,0-5-125-16,0-1-71 15,-3-7-24-15,-5-3-60 0,-5-7 84 0,2-2 84 16,-5-6 60-16,0-7 12 0,-1 0 40 15,-2-6-40-15,-5-4 40 0,-4-2-28 0,0-4 84 16,-4-3 32-16,-4-3 4 16,-3-10-464-16,-2-6-528 0,2-7-988 15,7 7-1064-15,-11-22-2569 0</inkml:trace>
  <inkml:trace contextRef="#ctx0" brushRef="#br0" timeOffset="71051.112">29993 10766 9068 0,'0'0'2401'16,"0"0"-1377"-16,0 0 12 0,0 0 372 16,-95 26 252-16,54-7-316 0,-6 9-360 15,-1 7-236-15,-3 6-112 0,-1 1-12 16,3 2-124-16,10-2-112 0,7-4-167 0,8-7-53 15,8-2-48-15,13-6-112 0,3-5-8 16,3-3-40-16,18 2 40 0,2-5 48 16,5-1-48-16,4 0-4 0,3-4-44 0,-3 0 48 15,5 2 4-15,-5-2 56 0,-4 2-12 16,-5 0-40-16,-3 4 68 16,-8 0-16-16,-8 2 24 0,-4 5 36 0,0 5 16 15,-12 1-16-15,-8 3-36 0,-3-1-12 0,-5-3-72 16,0 0-4-1,4-6-176-15,3-3-160 0,6-6-120 0,3-3-125 16,7-7 1-16,2 0-60 0,3-14-276 0,0-5-496 16,3-9-604-16,14-10-648 0,-6 7-2217 15,21-28-2375-15</inkml:trace>
  <inkml:trace contextRef="#ctx0" brushRef="#br0" timeOffset="71299.375">30153 11100 6704 0,'0'0'5761'0,"0"0"-4093"0,0 0-756 15,32 78 572-15,-29-49 132 0,-3 1-28 16,0-2-284-16,0-3-451 0,0-3-257 0,4-6-196 16,0-7-184-16,9-2-144 0,-2-4-60 15,6-3 72-15,7-6-84 0,-1-10 0 16,5-3-300-16,0-4 20 0,0-2-24 0,0-1 28 16,-8 5-41-16,-4 2-11 15,-4 3-64-15,-8 0 52 0,-4 6 24 16,0 1 60-16,-16-1 48 0,-5 1 36 0,2 6-24 15,-9-1 0-15,0 4 48 0,-4 4 24 16,4 5-108-16,0 4-76 0,9-1-212 16,-5 1-160-16,4 3-68 0,4-3-344 15,0-1-844-15,8-1-2945 0,-5-3-3035 16</inkml:trace>
  <inkml:trace contextRef="#ctx0" brushRef="#br0" timeOffset="71918.481">30691 10312 6188 0,'0'0'2648'0,"0"0"-551"16,0 0-877-16,0 0-96 0,0 0 120 16,40 108 220-16,-36-54-188 0,-4 13-200 0,0 3-164 15,-4 2-116-15,-4 4-52 16,-1 1-208-16,2-7-72 0,-5 0-339 0,3-9-125 15,5-5-73-15,1-8-99 0,3-7-92 16,0-5-80-16,0-8-68 0,3-6-112 16,6-9-176-16,3-7-160 0,-1-6-388 0,6 0-596 15,-2-13-704-15,2 1-1541 0,7-20 777 16</inkml:trace>
  <inkml:trace contextRef="#ctx0" brushRef="#br0" timeOffset="72233.25">30998 10865 10796 0,'0'0'2173'0,"0"0"-1297"16,0 0-432-16,0 69 644 0,0-37 344 16,0 3 20-16,0 1-456 0,0-2-492 15,0-5-188-15,0-7-120 0,8-7-140 0,-1-5-56 16,10-4-124-16,-2-6-12 0,5-6-108 16,4-7-184-16,4-9-248 0,0-3-252 15,0 0-40-15,-4-5-72 0,-4 2 68 16,-5 2-156-16,-2 5-184 0,-1 1 192 0,-9 8-81 15,-3 2 1201-15,0 7 400 0,0 3 941 16,-3 0 43-16,-5 13-128 0,-5 6-92 16,6 3-160-16,-1 4 28 0,-5 2-140 15,6 3-192-15,-1 1-196 0,0-3-140 16,3 0-20-16,5-6-64 0,0-5-220 0,0-5-60 16,9-4-204-16,-1-2-176 15,3-4-172-15,6-3-160 0,-2 0-176 0,2-10-292 16,3-2-704-16,-5 2-1272 0,5-12-3209 15</inkml:trace>
  <inkml:trace contextRef="#ctx0" brushRef="#br0" timeOffset="72501.082">31766 10353 10664 0,'0'0'2389'0,"0"0"-1677"0,0 0 128 16,0 0 1248-16,-8 96-192 0,1-55-424 16,3 10-592-16,0 2-164 0,0 8 77 15,-1-1-225-15,1 3-352 0,0-2-132 16,4 0-84-16,0-11-44 0,0 1-136 0,0-6-148 16,4-10-156-16,5-4-37 0,-5-9 21 15,0-3 48-15,-4-12-60 16,4-1-172-16,-4-6-396 0,0 0-408 0,0-2-292 15,-4-9-888-15,0 2-1745 0,-9-13-187 16</inkml:trace>
  <inkml:trace contextRef="#ctx0" brushRef="#br0" timeOffset="72664.471">31483 10868 9488 0,'0'0'2785'0,"0"0"-885"16,0 0-676-16,0 0-216 0,0 0-136 0,0 0 8 15,0 0 132-15,0 0-180 0,0 0-160 16,0 0-232-16,76 25-148 0,-36-25-148 15,0-12-108-15,8-4-36 0,-5-3-268 16,6-3-268-16,-2-1-196 0,-3-2-160 16,0 6-208-16,-9-1-452 0,-7 8-1188 15,-4-1-3529-15</inkml:trace>
  <inkml:trace contextRef="#ctx0" brushRef="#br0" timeOffset="72818.266">32078 10830 11805 0,'0'0'2640'0,"0"0"-1704"0,-5 92-196 0,-3-55 684 15,4 5 168-15,-3 0-352 0,-1-4-424 16,3-4-332-16,1-2-115 0,4-10-177 16,0 1-60-16,0-8-132 15,4-4-44-15,1-6-160 0,-1-5-197 0,0 0-159 0,-1-5-148 16,5-9-284-16,-4-5-644 16,0-2-1232-16,1 1-2797 0,-5-12-1683 0</inkml:trace>
  <inkml:trace contextRef="#ctx0" brushRef="#br0" timeOffset="72975.775">32026 10700 8916 0,'0'0'5097'0,"0"0"-3797"0,0 0-708 0,0 0 808 15,0 0 492-15,0 0-548 0,0 0-488 16,75 6-480-16,-51-6-243 0,0 0-133 16,8 0-197-16,-4-6-559 0,0-1-292 0,0 1-220 15,-5 2-640-15,-3 2-1868 16,0 2-2325-16</inkml:trace>
  <inkml:trace contextRef="#ctx0" brushRef="#br0" timeOffset="73221.147">32356 10915 10256 0,'0'0'3965'0,"0"0"-3181"0,-16 84-520 0,8-57 300 0,8 2 1100 16,-4-6-256-16,4-8-488 0,0-5-540 16,12-4-172-16,0-6-48 0,4 0-52 15,4-6-96-15,3-7-12 0,2-6-304 16,3-4-136-16,0 1 84 0,-4 0-36 15,-5 0 72-15,-3-1-36 0,-4 5 48 0,-3 2 84 16,-6 3 224-16,-3 4 64 16,-3-1 36-16,-10 4 0 0,2 2 84 0,-6 4 64 15,2 0-16-15,-6 7-72 0,1 6-112 16,5-1-32-16,-6 1 44 0,10-4-60 16,-1 1-184-16,4-4-432 0,4-2-300 15,0-2-280-15,4-2-720 0,0 0-2889 0,4-9-3047 16</inkml:trace>
  <inkml:trace contextRef="#ctx0" brushRef="#br0" timeOffset="73784.729">32667 10839 11873 0,'0'0'2476'0,"0"0"-1680"0,0 0 516 0,0 0 600 16,0 0-280-16,4 73-448 0,-4-57-540 0,0-3-339 15,0-1-101-15,0-1-100 0,0-6-104 16,0-2-120-16,4 1 12 0,0-4 12 15,3 0 24-15,10-7-76 0,-2-3-133 16,2-5-179-16,3 2-16 0,-1-6 60 0,2 3 52 16,-2 3 20-16,1 1 60 15,-4 3 112-15,4 5 124 0,-4 1 48 0,-4 3 0 16,-5 0 72-16,6 3 272 0,-5 4 196 16,-4 2-88-16,-1 4-160 15,1 3-84-15,-4-1 12 0,5 1 60 0,-5 3 0 16,0-3-111-16,0-3-169 0,0-3-24 15,0-1-145-15,4-3-147 0,0 1-160 16,0-7-120-16,3 0-200 0,6-3-64 16,2-7-376-16,6-2-480 0,3-5-524 15,-1-2-645-15,5-3 477 16,0 0 772-16,0-4-84 0,-4 1-52 0,0 3 1772 16,-5 4 444-16,-6 4 2784 0,-1 4 736 0,-9 8-1627 15,-3 2-385-15,0 0-404 16,0 0-216-16,0 0-88 0,0 7-152 0,-7 1-164 15,-1 5-248-15,-8 3-279 0,4-1-121 0,-4 5-64 16,4-4-156-16,4 0-60 16,0-4-8-16,4 4 8 0,0-3-4 15,4 0-92-15,0 2 36 0,0-2 48 0,0 1-48 0,8 1-40 16,-5-3-44-16,2 5-12 16,3-2 96-16,-4 1-28 0,0 3 76 15,0-3-84-15,4 0-37 0,-4 0 21 0,0 3-68 16,0-3-136-16,-4 3-112 15,0-3-144-15,0 3-64 0,-12 2-80 16,0-1-272-16,-9 2-292 0,-6-3-204 0,-1 3-176 16,-3-3-288-16,3-3-377 15,-21 7-1859-15</inkml:trace>
  <inkml:trace contextRef="#ctx0" brushRef="#br0" timeOffset="74444.046">26562 12741 8644 0,'0'0'5089'0,"17"70"-3245"15,-13-35-548-15,3 6-328 0,-2 4 20 16,-1-1-116-16,0-9-288 0,-4-3-340 16,8-13-244-16,-8-3-12 0,7-10-132 0,-3-3-176 15,5-3-156-15,-1-6-164 16,3-10-344-16,2-6-572 0,-6-10-1184 0,1 10-3061 16,-4-20-2054-16</inkml:trace>
  <inkml:trace contextRef="#ctx0" brushRef="#br0" timeOffset="74598.249">26575 12395 3828 0,'0'0'6308'0,"0"0"-3827"0,0 0-989 0,0 0-532 0,0 0 188 16,0 0-584-16,95-16-492 0,-70 16-72 0,-1 0-596 15,-1 0-312-15,-3 0-432 0,0 4-1332 16,4 2-2501-16</inkml:trace>
  <inkml:trace contextRef="#ctx0" brushRef="#br0" timeOffset="74861.987">26897 12656 456 0,'0'0'9352'16,"0"0"-7919"-16,9 83-649 0,-5-56 900 0,0 9 540 16,-1-8-140-16,-3 0-704 15,8-8-656-15,-4-1-336 0,5-10-192 0,-2 1-196 16,1-4-84-16,9-6-28 0,-6 0 52 15,6 0 56-15,2-10-132 0,1-2-8 0,0-1-88 16,0 4 48-16,0-1 36 0,-5 0 76 16,2 4 20-16,-2 3 48 15,-2 3 0-15,-2 0-8 0,2 3-48 0,-2 3 60 16,1 1 44-16,1 3-32 0,-6-1-4 16,5 0-8-16,0 1-48 0,0 3-24 15,1-4-76-15,-2 5-332 0,1-2-260 0,-4 1-292 16,4-1-664-16,-4 1-1172 15,-1 0-2897-15</inkml:trace>
  <inkml:trace contextRef="#ctx0" brushRef="#br0" timeOffset="75865.809">28869 12566 2980 0,'0'0'2160'0,"0"0"-624"0,0 0-248 15,0 0 152-15,0 0 185 0,0 0-145 0,0 0-332 16,0 0-212-16,0 0-116 15,0 0 16-15,5 13-76 0,-1-13-88 16,-4 0-56-16,0 0-60 0,0 0-88 0,0 0-76 16,0 0-76-16,0 0 28 0,0 0-40 15,0 0-12-15,0 0-72 16,0 0-100-16,0 0 28 0,0 0-64 0,0 0-72 0,0 0 0 16,0 0-12-16,0 0 0 15,0 0-4-15,0 0-4 0,0 0-52 16,0 0 12-16,0 0 40 0,0 0-4 0,0 0 0 15,0 0 0-15,0 0-36 16,0 0 48-16,0 0 8 0,0 0 0 0,0 0 4 16,0 0 0-16,0 0 0 0,0 0 36 15,0 0-44-15,0 0-4 0,0 0 4 16,0 0 0-16,0 0-4 0,0 0 0 0,0 0 4 16,0 0-4-16,0 0 0 15,0 0-48-15,0 0 36 0,0 0 0 16,0 0-76-16,0 0 76 0,0 0 4 0,0 0-40 15,0 0-12-15,0 0-36 16,-4 0-88-16,-1-3-36 0,5 3 24 16,0-4 40-16,-3 4-16 0,3-3 24 0,0 3-36 15,0-3-84-15,0 1-52 16,-4-2 88-16,4 4 48 0,0-3 72 16,0-1-48-16,0 4-112 0,-4 0-148 0,4-3-100 15,0 3-140-15,-4 0-184 0,0 0-920 16,0-3-2989-16,-4 0-4527 0,36 25 9244 15</inkml:trace>
  <inkml:trace contextRef="#ctx0" brushRef="#br0" timeOffset="78414.487">28910 12602 628 0,'0'0'3140'16,"0"0"-1756"-16,0 0-592 15,0 0-76-15,0 0 468 0,0 0 136 16,0 0-244-16,0 0-123 0,0 0-245 0,0 0-156 16,0 0-132-16,-16-58 52 15,8 55 40-15,4 1-56 0,-4 2-116 16,0-5-60-16,-4 5-116 0,4 0-16 0,-4 5-8 15,-4 0-52-15,0 4 40 0,0 7 72 0,-4 4 76 16,0 2 288-16,4 10 96 16,0 3-224-16,1 6 8 0,2 4-48 15,2 2 0-15,3-2-28 0,-5-4-52 0,9-6-108 0,4-7-48 16,0-9-24-16,4-9-76 16,13-4-60-16,-6-6-4 0,9 0-80 15,1-12 20-15,2-7-120 0,5-4-144 16,-4-6-76-16,4 1-100 0,-4-4 256 15,-5 3-100-15,2 1-108 0,-5-1 120 16,0 4-100-16,-5-1 52 0,2 4 116 0,-6-3 40 16,1 3 128-16,1 6 100 15,-9 2 64-15,4 6 112 0,-4 4 80 16,0 2-8-16,0 2 24 0,3 2-84 0,-3 8 148 16,0 6 112-16,4 0 96 0,-4 9-52 15,0 1-76-15,0-1-60 0,0 0-112 0,0 0-132 16,0-6-112-16,0-2 0 15,4-4-160-15,4-4-168 0,1-6-176 0,-2-3-176 16,1 0-48-16,5-3-92 0,-2-6-336 16,1-8-1008-16,0 8-2177 15,0-14-1775-15</inkml:trace>
  <inkml:trace contextRef="#ctx0" brushRef="#br0" timeOffset="78757.11">29208 12515 9260 0,'0'0'2505'0,"0"0"-1469"0,0 0-424 0,0 0 568 16,0 0 560-16,16 74-308 0,-16-47-408 15,0 6-432-15,0 2-188 0,-3 0-88 16,-1-1-44-16,0-1-196 0,-5-5-76 16,5-3-8-16,4-6-176 0,0-2-156 15,0-5-224-15,0-9-52 0,4-3 24 16,9 0 120-16,-2-12-84 0,6-4-56 15,2-3-132-15,1-8-96 16,1 2 128-16,-6 0 420 0,1 3 216 0,0 3 76 16,-5 3 0-16,2 4 176 0,-1 2 304 0,-5 4 128 15,2 6-16-15,-1 0 12 0,-4 0 56 16,3 6-100-16,-2 4-148 0,-1-1-8 0,0 7-20 16,-4 1-28-16,4-3-36 15,-4-1 0-15,0 0-136 0,0-1-184 0,0-6-4 16,4 1-364-16,-4-3-344 0,0-4-240 15,3 3-180-15,1-3-376 0,0 0-1288 16,5-3-2617-16,2-10-1459 0</inkml:trace>
  <inkml:trace contextRef="#ctx0" brushRef="#br0" timeOffset="79182.204">29659 12697 8868 0,'0'0'3005'0,"0"0"-1825"0,0 0-656 0,0 0 412 0,4 92 588 0,-8-60 52 16,-4-1-392-16,0 1-580 0,0-7-188 15,4 0-60-15,4-6-124 0,0-3-220 16,0-6-12-16,7-3-172 0,6-7-84 0,2 0 12 16,6-3 60-16,3-4-60 15,-1 0-128-15,5-2-8 0,-4 7 144 16,4 2 188-16,-4 0 40 0,-5 6 8 0,6 6 112 16,-5 7 36-16,0 2 24 15,-4 6 72-15,-5 1-108 0,2 4-100 0,-9 4-24 16,3-3 88-16,-7 6-100 0,0-1 48 15,0 3 64-15,-7 1 36 0,-5-2 12 16,-1 2 8-16,-2-4-8 0,-1-3 0 16,-4 0-52-16,4-10-44 0,-4 0 44 0,4-8-36 15,-4-1 28-15,4-7-16 16,-4-2 28-16,0-5 68 0,4 2 16 16,-4-4 108-16,5-6-60 0,-2-10-75 0,6 0-169 15,-2-9-60-15,13-5-25 0,0-1-123 16,5-4-24-16,7 0-8 0,3 0 44 15,9-3-36-15,4 0 0 0,0 0 36 16,8 3-12-16,-4 0-24 0,3 4-84 16,2 1-44-16,-1 2-104 0,-1 6-168 15,-3 3-396-15,-4 3-252 0,0 3-604 0,-8 4-1305 16,0 3-2339-16</inkml:trace>
  <inkml:trace contextRef="#ctx0" brushRef="#br0" timeOffset="79501.001">31814 12614 2540 0,'0'0'0'16</inkml:trace>
  <inkml:trace contextRef="#ctx0" brushRef="#br0" timeOffset="79825.029">30842 12836 9428 0,'0'0'2581'0,"0"0"-1353"0,0 0-440 16,0 0 464-16,0 0 168 0,80 22-104 15,-48-22-304-15,3-2-412 0,6-11-172 16,-2-3 0-16,5-3-100 0,0-3-96 16,0-4-132-16,0-6-96 0,-1-3-4 15,-3 0-264-15,-4 0-296 0,-5-2-200 16,-3 1-148-16,-3 5-280 0,-5 2-364 16,-9 4-760-16,2 6-1917 0,-9-4-611 0</inkml:trace>
  <inkml:trace contextRef="#ctx0" brushRef="#br0" timeOffset="80133.039">31260 12293 312 0,'0'0'5160'0,"0"0"-3288"0,0 0-640 0,0 0-92 15,0 0 245-15,-63 73-49 0,51-42-188 16,3 5-196-16,2 5-84 0,-1 7 28 16,4 6-136-16,-5 3-28 0,6 0-236 15,-1 6-212-15,-4-2 36 0,0 0-36 0,0-2-76 16,0 2-12-16,0-1-48 15,-4-3-40-15,0-3 64 0,4 1 0 16,1-8-24-16,-2-3-52 0,1-3-28 0,4-3-68 16,0-8-12-16,1-5-36 0,3-6-24 15,0-7-28-15,0-5-72 16,0-4-84-16,-4 0-36 0,4-3 8 0,0 0 52 16,0-3 48-16,-5-3-40 0,-3-4-132 15,1-3-76-15,-1-5-4 16,-1-8 28-16,-2 1-168 15,7-6-40-15,0-8-328 0,4 1-744 0,0 0-741 16,0 6-587-16,11-15-1920 0</inkml:trace>
  <inkml:trace contextRef="#ctx0" brushRef="#br0" timeOffset="80367.513">31519 12709 4044 0,'0'0'4248'16,"0"0"-3132"-16,0 0-316 16,0 0 349-16,32 70 899 0,-24-45-424 0,0 4-364 15,0 0-376-15,-4-1-248 16,-4 1-44-16,5-1-64 0,-5-6-356 0,0-2-172 16,0-7-24-16,3-1-196 0,-3-5-152 15,0-5-196-15,4-2-276 0,-4-2-168 16,4-11-160-16,0-6-632 0,0-1-2461 15,4-17-1735-15</inkml:trace>
  <inkml:trace contextRef="#ctx0" brushRef="#br0" timeOffset="80535.426">31691 12404 12357 0,'0'0'2140'0,"0"0"-1280"15,0 0-508-15,0 0 352 0,0 0 676 16,0 0-352-16,0 0-452 0,91-47-396 15,-70 40-180-15,-2 1-148 0,1 3-540 16,0 1-548-16,0-3-464 0,-8 5-1216 16,8 0-3277-16</inkml:trace>
  <inkml:trace contextRef="#ctx0" brushRef="#br0" timeOffset="80865.182">31949 12712 12837 0,'0'0'2144'0,"0"0"-1452"15,-7 90-20-15,7-65 1056 0,0 0-192 0,7-9-436 16,10-9-696-16,-2-7-320 0,5 0 0 16,8-13 52-16,4-6-16 15,0-8-120-15,4-3-380 0,-4-3-96 0,-1-5-36 16,-3 7-64-16,-3-1-124 0,-9 7-88 16,-8 2 32-16,-4 5 108 0,-4 4 8 15,0 2-140-15,-12 2-192 0,-8 4 424 16,-1 3 548-16,2 3 128 0,-9 9 368 0,4 10 196 15,-4 7 64-15,0 9-52 16,4 3 8-16,1 6-56 0,-1 1-136 16,3 6-112-16,6-3-40 0,-1 2-24 15,4-3 48-15,-1-2-28 0,10-10-120 16,3-6-244-16,3-10-72 0,10-10-60 16,6-9-16-16,2 0 0 0,3-12-24 0,4-8-48 15,3-2-244-15,1-10-116 0,0 0-196 16,0 1 68-16,-4-1-16 0,4 1-636 15,-4-4-1244-15,-9 8-2781 0</inkml:trace>
  <inkml:trace contextRef="#ctx0" brushRef="#br0" timeOffset="81079.753">32707 12004 6368 0,'0'0'5257'0,"0"0"-4381"0,0 0-764 16,0 0 348-16,-17 67 952 15,10-29 416-15,-5 6-296 0,-1 5-496 0,2 7-188 16,-1 5 80-16,-4 3-224 0,4-1-240 16,0-6-259-16,0-7-193 15,4-6-12-15,8-8-245 0,0-11-243 0,0-5-280 16,12-11-124-16,4-3-264 0,8-6-692 16,7 0-1104-16,-6-6-2513 0,19-10-1555 15</inkml:trace>
  <inkml:trace contextRef="#ctx0" brushRef="#br0" timeOffset="81436.342">32978 12589 2872 0,'0'0'10429'0,"0"0"-7913"16,-48 69-1536-16,23-34 88 0,-2 4 596 15,-4 1-76-15,7-8-267 0,3-3-737 16,10-10-460-16,7-6-124 0,-1-7-120 0,5-2 0 16,5-4-64-16,3-7-56 15,7-3-4-15,9-12-60 0,4-3-25 0,0-7-179 16,4-3 44-16,-4-3 196 0,4-3-40 15,-4-3 40-15,-4-5-88 16,4-4-196-16,-5-1 132 0,-3-7 76 0,0 1 60 16,-4 0-224-16,-5 3-440 0,2 6 356 15,-5 14 340-15,-1 7 252 16,2 11 500-16,-5 13 44 0,-4 3-108 0,4 3-52 16,-4 9 88-1,0 4-28-15,0 6 12 0,0 9 72 16,-4 5 24-16,-4 5-36 0,-4 3-140 0,0 3-108 0,0 0-72 15,0 8-112-15,-4-5 28 0,0 1-40 16,0 2-72-16,4-6-12 0,5-2-148 0,-6-4-8 0,9-3-16 16,-4-7-84-16,8-2-84 15,0-3-76-15,0-9-188 0,0 0-208 16,8-4-464-16,1-8-1196 0,2 2-3797 0</inkml:trace>
  <inkml:trace contextRef="#ctx0" brushRef="#br0" timeOffset="81559.226">33356 12969 9532 0,'0'0'5525'16,"0"0"-4201"-16,0 0-800 0,0 0 272 0,0 0 376 15,0 0-840-15,0 0-332 0,0 0-776 16,0 0-488-16,0 0-692 16,-47 14-4005-16</inkml:trace>
  <inkml:trace contextRef="#ctx0" brushRef="#br0" timeOffset="87015.017">15391 5317 3676 0,'0'0'2360'0,"0"0"3321"0,0 0-4489 16,0 0-276-16,0 0 124 0,0 0-60 16,0 0-76-16,0 0-92 0,-80-33-208 0,72 28-184 15,-3 5-112-15,2-2-36 0,-3 2 60 16,5 0-16-16,-2 0 88 0,-2 9-36 15,3 3-100-15,-5 11-76 0,6 9-68 16,-1 9 80-16,0 13-56 0,8 3-76 16,-5 4 0-16,5-1-64 0,5-9-8 15,7-11-8-15,-5-10-40 0,10-11-12 16,-2-13-36-16,5-3-16 0,1-3-92 0,2-12 80 16,1-11-84-16,4-2-264 0,-4-6-192 15,0-8-20-15,-4-3 40 0,-4 0 76 16,-1 5 12-16,-2 2 20 0,-9 0-44 15,0 10 116-15,-4-1 268 0,0 11 196 16,0 2 200-16,-8 6 100 0,3 7 144 16,5 0 68-16,-4 4-128 0,4 5-108 15,-4 4-92-15,4 3 52 0,0 6 0 0,0 7 60 16,0-1 48-16,4 0-60 0,0 5-28 16,-4-5-72-16,5 1-136 15,-1-7-48-15,0-3-68 0,-4-6-104 0,7-7 24 16,-7-3-12-16,8-3-108 0,-3 0-228 15,3-3-108-15,-1-7-92 16,1-2-220-16,5-4-796 0,-6-3-2261 0,5 3-1983 16,0-10 1493-16</inkml:trace>
  <inkml:trace contextRef="#ctx0" brushRef="#br0" timeOffset="87311.677">15953 4801 5564 0,'0'0'740'0,"0"0"936"0,0 0 552 0,0 0-911 16,0 0-433-16,0 0 276 0,0 0 124 16,24 85-204-16,-16-37-300 0,-1 15-32 15,2 4-240-15,3 9-64 0,-1 0-112 16,5-3-136-16,-4-1-124 0,4-10-72 15,0-8-72-15,0-14 72 0,0-10 8 0,0-11 92 16,0-10-100-16,0-9-64 0,3 0-96 16,-2-7-136-16,-6-8-224 15,2-4-272-15,-2 0-336 0,-7-4-636 0,0-2-1240 16,-4 3-2193-16,-8 3-387 0,5 3 5412 16</inkml:trace>
  <inkml:trace contextRef="#ctx0" brushRef="#br0" timeOffset="87481.411">15841 5273 3788 0,'0'0'1496'0,"0"0"3472"16,0 0-3459-16,0 0-229 0,0 0-124 16,0 0-4-16,0 0-156 0,0 0-260 15,0 0-56-15,0 0-72 0,0 0-140 16,76 58-124-16,-36-58-160 0,-5 0-128 16,6-7-56-16,-2-6-60 0,1 5-284 0,4-6-172 15,0 2-576-15,-5-4-584 16,-7 6-2616-16,9-6-4981 0</inkml:trace>
  <inkml:trace contextRef="#ctx0" brushRef="#br0" timeOffset="88302.346">17208 5188 9896 0,'0'0'2777'16,"0"0"-1617"-16,0 0-296 15,0 0 368-15,0 0 256 0,0 0-312 0,79 69-120 16,-66-42-380-16,-6 3-300 0,1 3-168 0,-8 1-88 16,0-2-32-16,0 0-80 15,0-7-8-15,0-3-208 0,0-5-172 16,0-5 52-16,0-9 48 0,0-3 20 0,0 0-80 15,4-13 20-15,1 0 72 16,-1-8 100-16,3-5 24 0,-3-5-36 0,4 2 24 16,1-1 28-16,2 3 56 0,5 4 4 15,0 8 48-15,-1 3 56 16,2 5 80-16,-2 3 76 0,2 4 48 0,-6 4-28 16,2 5 0-16,-5 3 28 0,-1 7-52 15,-3 0-84-15,1 1 8 0,-5-1-20 16,4-6-64-16,-4-4-48 0,0-3-4 15,0-6 4-15,4 0 44 0,-4-6-44 0,7-6-160 16,-3-7 152-16,9-7-124 0,-2 0-40 16,-3-2 12-16,9 6 12 0,-6 3 76 15,5 6 72-15,0 4 0 0,-4 6 120 16,0-1 68-16,0 4 188 0,0 7 16 16,0 2-36-16,-5 4-28 0,2-1-48 15,-1 4 0-15,-4 3 36 0,3 0 49 16,-7 1-37-16,4 2-88 0,-4 0-120 15,0 0-120-15,0-3-4 0,0-3-236 0,0-3-256 16,5-4-173-16,-5-6-87 16,4 1-48-16,4-4-264 0,-1-10-628 15,10-9-1108-15,-6 7-2861 0,14-23-1167 0</inkml:trace>
  <inkml:trace contextRef="#ctx0" brushRef="#br0" timeOffset="88574.473">18100 5203 7536 0,'0'0'6505'15,"0"0"-4937"-15,0 0-940 0,28 83 124 0,-24-55 1040 16,-4-6-112-16,0-2-304 0,0-10-563 16,4-8-509-16,0-2-300 15,8 0 0-15,0-9 4 0,4-7-8 0,4-6-116 0,-5-3-244 16,6-4-188-16,-1 0 63 16,-5 1 93-16,-2 3 100 0,-2-1-60 15,-3 7 228-15,-4 3-8 16,-4 3 52-16,-4 5 80 0,-7-3 136 15,-6 5 36-15,-2 4 72 0,-1-3 12 0,-5 5-60 0,6 0 32 16,3 7-20-16,0-1-100 0,4 7 4 16,0-1-112-16,8 2-4 0,-3-2-132 15,7 1-80-15,0-3-320 0,0-4-236 16,0 0-316-16,7-3-956 0,5-3-1724 16,-4-3-1649-16,16-14-1923 0</inkml:trace>
  <inkml:trace contextRef="#ctx0" brushRef="#br0" timeOffset="88847.642">18591 4949 12913 0,'0'0'2244'16,"0"0"-1336"-16,0 0-120 0,0 0 540 0,-32 93 160 15,12-65-156-15,-5 5-311 0,6-5-329 16,3 0-208-16,-1-6-216 0,10-6-268 16,3-3-48-16,4-7-124 0,4 1-68 15,8-1-28-15,4 0 112 0,4-3 8 16,4 4 64-16,3-4 84 0,1 3 0 15,0 1 4-15,-4-1 44 0,0 6 16 16,-5-2 56-16,2 6 120 0,-9-4 28 16,-4 5-100-16,-4-1-72 0,0-5-92 15,-4 3-4-15,0-4-60 0,0-4-156 0,0-3-172 16,0-3-132-16,-4-3-53 16,-4-3-119-16,4-11-164 0,-1-4-332 15,5-5-792-15,0-9-704 0,0 6-1913 0,0-25-983 0</inkml:trace>
  <inkml:trace contextRef="#ctx0" brushRef="#br0" timeOffset="89033.273">18913 4629 12377 0,'0'0'2528'0,"0"0"-1256"0,0 0-108 16,0 0-52-16,80 85-64 0,-65-46 320 16,2 5-203-16,-2 7-313 15,2 4-140-15,-2-2-96 0,-2 4-268 0,-2-6-324 16,1-1-24-16,-3-8-348 0,-2-7-256 0,5-6-36 0,-4-7 156 15,0-10 204-15,0 1-60 16,-8-7-133-16,0-2-295 0,0-2-392 0,-8-2-668 16,-4 0-852-16,-4-2-2229 0,5-5-791 15</inkml:trace>
  <inkml:trace contextRef="#ctx0" brushRef="#br0" timeOffset="89163.752">18933 5188 836 0,'0'0'3168'0,"0"0"-980"0,0 0 2348 15,0 0-2363-15,0 0-445 0,0 0-508 0,-28-71-4 16,47 63-76-16,6-5-68 0,6 1-372 15,5-8-164-15,1 1-120 16,2-3-208-16,-3 0-128 0,0-1-80 0,-4 1-340 0,-1 2-540 16,-6 1-556-16,-5 7-888 15,-1-1-4121-15</inkml:trace>
  <inkml:trace contextRef="#ctx0" brushRef="#br0" timeOffset="89756.15">19802 4797 9532 0,'0'0'312'15,"0"0"2225"-15,0 0-1313 0,0 0 144 16,0 0-32-16,31 99 8 16,-19-48-96-16,-3 9-280 0,-2 10-320 15,1 3-100-15,0 6-60 0,1 3-87 16,-2 1-85-16,-3 2-148 0,0-5-76 0,0 0-92 0,0-14-4 16,0-5-8-16,-4-14-112 15,8-12-44-15,-4-10-52 0,0-9-97 16,0-9-35-16,3-7-268 0,-2-4-148 0,-1-8-252 15,4-14-412-15,-4-6-608 0,0-9-1072 16,-4 10-2469-16</inkml:trace>
  <inkml:trace contextRef="#ctx0" brushRef="#br0" timeOffset="89996.579">19913 4949 12389 0,'0'0'1860'15,"0"0"-760"-15,0 0-660 16,0 0 300-16,0 0 280 0,80-70-4 15,-60 64-204-15,8 3-284 0,-4 0-248 0,-1 3-60 16,5 0-112-16,-8 10-56 0,0 2-44 16,-8 8 0-16,-4 5 32 15,-4 2-40-15,-4 6-4 0,-4 2 4 0,-8-3-88 16,-4-4-32-16,1-3-28 0,-2-5-60 16,-2-7-96-16,-1-7-40 0,-5-3-196 0,5-3-248 15,1 0-108-15,-1-6-168 16,0-8-320-16,8-1-804 0,0-1-1769 15,0-12-1407-15</inkml:trace>
  <inkml:trace contextRef="#ctx0" brushRef="#br0" timeOffset="90530.697">20296 4394 7764 0,'0'0'4373'0,"0"0"-3185"16,0 0-512-16,16 83 308 0,-12-55 392 16,0 3 128-16,-4-1-456 0,0-5-668 0,0-3-380 15,4-3-48-15,-1-9-88 0,5-1-36 16,-4-6-136-16,5-3 24 0,-2 0-12 15,1-6 52-15,0-4 68 0,1-5-8 16,2-5 84-16,-3-1 16 0,1-2 84 16,-2-2 12-16,1 2 76 0,0 4-76 15,0 4-4-15,0 5 140 0,0 0 88 0,-1 7 48 16,6 3 0-16,-5 0-108 16,3 3 44-16,2 10-24 0,-2 1-12 0,2 0 100 15,-1 5-100-15,-1 0-112 16,2 4-8-16,-6 0-64 0,5-2-76 0,-7 2-328 15,3-4-360-15,-5 6-448 0,1-3-516 16,0-3-2192 0,-4 12-4013-16</inkml:trace>
  <inkml:trace contextRef="#ctx0" brushRef="#br0" timeOffset="90716.737">20750 4985 5988 0,'0'0'11341'0,"0"0"-9637"16,0 0-1544-16,0 0-160 15,0 0 332-15,0 0 316 0,83-36 268 16,-55 21-564-16,4 2-352 0,5-5-184 0,-2 1-180 16,1 1-368-16,0 0-408 0,-1 4-640 15,-11-1-2208-15,16-9-4177 0</inkml:trace>
  <inkml:trace contextRef="#ctx0" brushRef="#br0" timeOffset="91231.328">21295 4626 14853 0,'0'0'2296'0,"0"0"-1676"0,0 0-100 15,33 83 588-15,-25-58 164 0,7-3-140 16,-2-3-623-16,2-3-389 0,-2 0-112 16,2-3 8-16,2-4 128 0,-2-3-68 15,5-6-76-15,-1 0-12 0,2-6 4 16,-1-7-64-16,-1-6-76 0,2 3 4 0,-1-6 36 16,-5 3 12-16,6 0-4 0,-6 3-8 15,-2-3-1-15,-2 0-3 16,-3-6-116-16,1-1 8 0,2-6-12 0,-7 1-48 15,0-8-48-15,-4 2-16 0,0-2 28 16,0 2 32-16,-4-3 28 0,-4 13 8 16,-3 2 248-16,2 5 88 0,-3 15 108 15,0 0 308-15,-4 10-76 0,0 6-136 16,-7 8 36-16,-1 7-48 0,0 5 0 0,-1 5-24 16,6 2-84-16,-1 1-15 15,0 5-49-15,4 3-8 0,5 1 20 0,-2 6-48 16,5 0-24-16,5 3 0 15,-1 3-40-15,4 1 4 0,0-2 64 0,4-1-40 16,7-5-36-16,2-8-60 0,2-10 60 16,9-6-4-16,-5-14 0 0,9-5-60 15,4-10-32-15,5 0-24 0,-1-16-40 16,3-3-153-16,1-9 9 16,-5-5-148-16,6 2-108 15,-1-4-64-15,-9 0-100 0,1 0-312 16,-4 1-644-16,-11 4-872 0,6-8-3049 0</inkml:trace>
  <inkml:trace contextRef="#ctx0" brushRef="#br0" timeOffset="91538.877">22116 3603 1264 0,'0'0'5400'0,"0"0"-3516"0,0 0 340 16,0 0-3-16,28 76-405 15,-20-38-316-15,1 10-364 0,-5 10-208 0,-1 5 56 16,-3 14-56-16,0 5-232 0,-3 7-184 16,-6 3-51-16,1-1-73 15,0-5-192-15,1-10-28 0,7-8-108 0,0-18-60 16,11-9 0-16,6-12-96 0,2-10-24 15,5-7 8-15,0-5-104 0,-5-7 36 16,9 0-125-16,-3-7-171 0,3-7-168 0,0-10-284 16,-4 2-576-16,-1-6-888 0,-7 6-1580 15,8-13-1393-15</inkml:trace>
  <inkml:trace contextRef="#ctx0" brushRef="#br0" timeOffset="92248.876">22683 3714 15369 0,'0'0'1220'0,"0"0"-1220"0,0 0 0 16,0 0 64-16,0 89 1348 0,0-28 264 0,-5 9-552 16,5 9-384-16,0 3 73 0,0-2-49 15,5-1-352-15,6-5-304 0,-3-8-108 16,8-12 0-16,0-10-84 0,4-12-12 16,-1-9 0-16,2-9-160 0,-5-3-156 15,3-11-72-15,-6 0-73 0,-2-6-63 16,-3-11-224-16,-4-4-404 0,-4-2-1020 15,0-3-884-15,-4 4-2045 0,-24-3-895 0</inkml:trace>
  <inkml:trace contextRef="#ctx0" brushRef="#br0" timeOffset="92385.144">22535 4257 2508 0,'0'0'4152'0,"0"0"-2216"16,0 0-280-16,0 0 785 0,-80-54-353 16,80 52-252-16,0-3-568 0,8 3-280 0,12-4 28 15,8 2 60-15,11-5-260 0,10-4-379 16,2 0-237-16,9-6-200 0,-1-2-372 15,1-2-469-15,-4-3-479 0,4 1-896 16,-20 3-2664-16,23-7-4369 0</inkml:trace>
  <inkml:trace contextRef="#ctx0" brushRef="#br0" timeOffset="92630.76">23400 3949 9308 0,'0'0'6313'15,"0"0"-5557"-15,0 0-408 0,-60 89 572 16,32-54 1076-16,0 1 4 0,0-5-447 0,4 0-793 15,12-6-456-15,1-2-136 0,6-4-72 16,5-3-96-16,5 0-4 16,10 0-68-16,1-4 0 0,4 4-48 0,8-2-120 15,-4-6-124-15,4 5-60 0,-4-1-24 16,-1-2 12-16,-3 3 48 16,-8-1 95-16,0 2 53 0,-8-1 32 0,-4-1 48 15,0 4 160-15,-7 0 12 0,-10 3 124 16,-7 4-136-16,-4 2-236 0,-4 2-496 0,-11 3-1232 15,-5-2-880-15,8-2-2133 0,-39 8-3411 16</inkml:trace>
  <inkml:trace contextRef="#ctx0" brushRef="#br0" timeOffset="93698.648">2310 8457 10876 0,'0'0'5405'0,"0"0"-4097"16,0 0-824-16,0 0-52 15,0 0 648-15,0 0 228 0,100 36-251 0,-52-23-353 16,8-7-136-16,8 0-168 0,-1-6-100 15,5 0-92-15,-1 0 20 16,1-10-24-16,0 1-36 0,-4-7-92 0,0-3-76 16,-4 0-8-16,-1-2-68 0,-4-2-236 15,-2 1-136-15,-5-4-204 0,-9 7-132 16,-7 3-45-16,-4 4-399 0,-12 3-880 0,-8 9-1028 16,-4 0-2597-16,-16 9-2419 0</inkml:trace>
  <inkml:trace contextRef="#ctx0" brushRef="#br0" timeOffset="93893.106">2473 8728 8280 0,'0'0'5925'0,"0"0"-4737"0,0 0-924 0,0 0-88 16,0 0 392-16,96 19 440 0,-48-13-164 15,8-3-104-15,4 1-312 0,8-1-144 16,-5-3 92-16,1 0 248 0,0-7-184 0,-5-5-272 15,1-4-168-15,-4-4-388 16,-4-5-612-16,-1-7-400 0,-6-6-772 0,-13 7-2348 0,3-29-4381 16</inkml:trace>
  <inkml:trace contextRef="#ctx0" brushRef="#br0" timeOffset="94230.952">2836 7617 10888 0,'0'0'4097'0,"0"0"-3101"16,0 0-580-16,116-7 20 16,-69 7 596-16,9 9 300 0,0 1-244 0,0 6-196 0,8 3-284 0,0 0-267 15,-1 6-173-15,5 1-168 0,-5 3 12 16,1 2-4-16,-4 1-8 15,-4-1-68-15,0 8-124 0,-9-1 8 0,-2 10-25 16,-14-1-7-16,-6 14-28 0,-14 2 12 16,-11 8 60-16,-4 4 168 0,-16 8 4 15,-8 3 12-15,-8-1-4 0,-7 5-8 0,-5-2-96 16,-7 1-48-16,-10 0-248 0,-3-1 12 0,-7-2-12 16,3 0-52-16,-3-4-368 0,-1-5-776 15,0-11-784-15,9-11-2857 16,18-17-2243-16,-18-3 7340 0</inkml:trace>
  <inkml:trace contextRef="#ctx0" brushRef="#br0" timeOffset="97099.156">2080 9862 6764 0,'0'0'300'16,"0"0"5113"-16,0 0-3489 0,0 0-436 0,0 0-224 16,0 0-100-16,0 0-204 15,0 0-360-15,0 0-172 0,-76 72-108 16,60-47-76-16,0 4-52 0,-1 3-32 15,-2 3-16-15,6 3-20 0,-2 3 20 0,11 1-20 16,0 2-100-16,4 0-24 0,4-2-60 16,8-1-124-16,4-3-108 0,3-5-84 15,6-8-160-15,-1-6-128 0,0-10-180 16,8-9-208-16,-4-3-192 0,3-16-544 16,-7-1-1244-16,7-21-2637 0</inkml:trace>
  <inkml:trace contextRef="#ctx0" brushRef="#br0" timeOffset="97371.05">2394 10064 3396 0,'0'0'756'0,"0"0"5536"0,0 0-3979 0,0 0-377 15,92 86 40-15,-69-57-92 0,-3-7-68 16,-3-3-416-16,-2-3-407 0,2-9-425 16,-6-4-300-16,-3-3-148 0,4 0-12 0,4-7 0 15,-4-6-44-15,4-2-64 16,-4-11-196-16,0 0-68 0,0-5-40 15,-9-1-20-15,2 0 56 0,-5 4 36 0,0 3 124 16,0 6 36-16,-5 6 0 0,2 3 72 16,-9 4 132-16,-4 2 0 0,0 2 40 15,-8 2-172-15,0 0 0 0,5 0 4 16,-2 6 96-16,6 0-100 0,2 7-12 16,2-1-132-16,2 5 96 0,5 1-28 0,0 2-8 15,1-5-36-15,3 4-317 16,0-3-255-16,0-3-260 0,0 3-632 15,3 0-1108-15,-3-3-2569 0,8-7-3095 0</inkml:trace>
  <inkml:trace contextRef="#ctx0" brushRef="#br0" timeOffset="97798.036">2848 9864 364 0,'0'0'9012'0,"0"0"-6047"0,0 0-509 0,0 0-156 15,0 0-496-15,8 73-296 0,-4-53-548 16,0 2-303-16,0-2-293 0,0 1-204 16,5-2-152-16,-6-3-8 15,1-3 12-15,0-5 36 0,0-3-48 0,-4-3 0 0,4-2-84 16,0 0-52-16,0 0-44 16,0 0-64-16,4 0-21 0,0 0-63 15,0 0 96-15,4 0-84 0,-4 0-64 0,3 0-24 16,2-7-12-16,-1-1 0 0,4-9 60 0,-4-5-28 15,-1-6-132-15,-2-7-428 16,-1-6 4-16,-1-1 184 0,1-2-228 16,-3 4 120-16,-1 4 60 0,0 7 304 0,-4 7 372 15,0 9 128-15,0 4 220 16,0 2 252-16,0 7 76 0,0 0-64 0,0 0-128 16,0 7 88-16,0 2-16 0,0 4 104 15,3 6 32-15,5 7 164 0,1 2 56 16,-2 4 104-16,1 6 60 0,0-3-336 15,1 3-220-15,-2 0-292 0,-3 0-100 0,0-3-352 16,4-6-236-16,-4-4-76 0,-4-6 48 16,4-3 48-16,0-7-252 15,-4-2-700-15,4-1-1232 0,-4-6-2901 0</inkml:trace>
  <inkml:trace contextRef="#ctx0" brushRef="#br0" timeOffset="98131.328">3295 9829 1656 0,'0'0'7048'0,"0"0"-4207"0,0 0-1161 0,11 86-184 16,-7-51 256-16,5 3-40 15,-2-2-504-15,1-3-228 0,1 0-276 0,-1-5-372 16,3-2-332-16,-3-7-88 0,0-6-312 16,0-7-112-16,0-6-40 0,-4 0 40 15,4-10 180-15,0-5-36 0,0-8 32 0,0-2-60 16,0-1 24-16,-4 0 152 0,4 8 68 15,-4 3 144-15,0 4-92 0,-1 5 16 16,6 6 84-16,-5 0 96 0,0 4 328 16,4 2 108-16,-5 6-12 0,6 5-52 15,-1-1-176-15,-4 3 40 0,3-1-36 16,1-5-16-16,-3 3-116 0,-1-7-164 16,0 1-160-16,-4-7-220 0,4-3-72 15,-4 0-124-15,3-10-152 0,-3-5-80 16,4-11-468-16,0-9-640 0,1-5-1220 0,-1 4-2433 15,4-30 241-15</inkml:trace>
  <inkml:trace contextRef="#ctx0" brushRef="#br0" timeOffset="98447.363">3653 9392 1808 0,'0'0'1004'0,"0"0"6308"0,0 0-4371 0,0 0-1013 0,32 95-516 16,-24-48-192-16,4 7 40 15,0 4-120-15,0 2-64 0,4 0-179 0,3 3-121 16,-2-2-220-16,-2 2-228 0,2-5-160 15,-6-12-168-15,6-4-12 0,-10-10-228 16,1-13 84-16,-4-10 44 0,0-5 4 16,1-4-204-16,-5 0-296 0,0 0-85 15,0-4 25-15,-9-2-64 0,-6 0-248 16,-6-1-476-16,-3-2-492 0,-8 3-60 0,-3-1 284 16,-5 4 359-16,0-3 125 15,0 3 1240-15,8 3 912 0,4-3 517 16,13-1 275-16,2 4 16 0,13-3-272 0,0 0-456 15,9 3-296-15,2-6-168 0,14 0 244 16,3-4-36-16,7-4-272 0,1-7-220 16,8-4-136-16,0-7 64 0,-5-3-172 15,6-3-76-15,-10 3-508 0,1-4-688 16,0 8-552-16,-12 5-1988 0,4 1-3501 16</inkml:trace>
  <inkml:trace contextRef="#ctx0" brushRef="#br0" timeOffset="98781.936">4171 9899 3484 0,'0'0'12253'0,"0"0"-10193"0,0 83-1416 16,0-58 120-16,0 0 620 0,4 0-132 16,0-6-259-16,0-5-449 0,0-8-332 0,8 1-212 15,0-4-168-15,0-3-64 16,8 0 16-16,-1 0 8 0,2 0 28 16,3 0 48-16,0 0 80 0,4 0 44 0,-1 6-64 15,5 7 72-15,4 2 148 0,-4 8 44 16,4 2-132-16,-4 5 112 15,0-2 20-15,-4 2-108 0,0 3-24 0,-5 5 48 16,-3 0-8-16,-4 1 20 0,-4 5 0 0,-4 3 72 16,-8-3-32-16,0 4 68 0,-8 0-24 15,-9-3 172-15,2-8-144 0,-5-5-232 16,-8-2-276-16,1-9-64 16,-5-9 124-16,-1-5 84 0,6-7-76 0,-5-7-56 15,8-14-52-15,0-8 88 0,4-9-28 16,8-6-20-16,8-7-16 0,4-4-12 0,8-5 183 15,8 0 25-15,8-7 20 16,0 1-164-16,8-7-320 0,-1-3-420 16,1 2-652-16,0 2-688 0,-12 18-3229 0,12-16-3875 15</inkml:trace>
  <inkml:trace contextRef="#ctx0" brushRef="#br0" timeOffset="111651.311">7267 8404 9652 0,'0'0'4329'0,"0"0"-3213"16,0 0-376-16,0 0-336 0,0 0 272 0,0 0 492 16,0 0-108-16,0 0-204 0,0 0-308 15,64-3-36-15,-25 3 0 0,6 3-35 0,6-3-105 16,1 0-80-16,-4 0-12 0,3 0-40 16,-3 0-8-16,0-7-88 15,-4 1-84-15,-1-3-24 0,-2 2-36 0,-5-5-60 16,-4 2-144-16,-8 4-88 0,-5-3-108 15,-3 2-144-15,0 4-197 16,-7-3-175-16,-6 6-440 0,-3 0-784 0,0 0-740 16,-3 0-1025-16,-6 0-987 0,-15 3-392 15</inkml:trace>
  <inkml:trace contextRef="#ctx0" brushRef="#br0" timeOffset="111866.48">7585 8417 4528 0,'0'0'6088'16,"0"0"-4839"-16,0 0-109 0,0 0 68 15,0 0 244-15,-39 89-60 16,39-57-224-16,4 9-260 0,8 6-380 0,0 7-172 16,-5 4-124-16,6 1 48 0,-1 6-48 15,-5 1 12-15,1 0-132 16,-3 4-4-16,-1 0-64 0,-4-7-44 0,4-3-72 0,-4-8-52 16,0-8-92-16,0-5-4 15,-4-7-124-15,0-5-204 0,4-4-288 0,-9-4-200 16,1-6-468-16,1-1-920 0,3-5-2525 15,-13-4-2295-15</inkml:trace>
  <inkml:trace contextRef="#ctx0" brushRef="#br0" timeOffset="112047.503">7594 9303 12269 0,'0'0'2884'16,"0"0"-1696"-16,0 0-392 0,92-27 764 15,-65 19-284-15,-3-3-288 0,4 3-75 16,-4-5-281-16,0 3-368 0,-5-3-240 15,5 4-24-15,-3-1-216 0,-6 1-160 16,2 3-197-16,-10 2-227 0,5 4-412 0,-7 0-684 16,-1 10-872-16,-4 2-1433 15,-9 15-1995-15</inkml:trace>
  <inkml:trace contextRef="#ctx0" brushRef="#br0" timeOffset="112213.916">7589 9499 5956 0,'0'0'6221'0,"0"0"-5105"0,0 0-420 15,0 0 40-15,0 0 612 0,0 0-136 16,0 0 4-16,0 0-160 0,76 54-272 16,-44-47-200-16,8-4-148 0,0 0-108 15,4-3-119-15,-1 0-81 0,2-3-128 16,2-3-4-16,5-1-80 0,0 1-161 16,4-1-299-16,-1 1-224 0,5 0-224 0,0-4-672 15,-16 4-1256-15,24-4-3669 16</inkml:trace>
  <inkml:trace contextRef="#ctx0" brushRef="#br0" timeOffset="112718.332">9179 8782 7324 0,'0'0'8849'0,"0"0"-7413"16,0 0-584-16,92 6-544 0,-53-3 100 16,6 0 80-16,-6-3 432 0,5 0-240 0,-4 0-192 15,4 0-147-15,0-6-65 16,0 0-140-16,4-1-136 0,-5-2-4 16,-3-1-384-16,-4 1-173 0,0 3-231 15,-8-1-332-15,-9 1-972 0,-6-1-3116 0,-9 7-5145 16</inkml:trace>
  <inkml:trace contextRef="#ctx0" brushRef="#br0" timeOffset="112915.897">9310 9076 9700 0,'0'0'8637'0,"0"0"-7161"0,0 0-1196 0,0 0-192 15,0 0-4-15,0 0 124 0,0 0 292 16,81 7 180-16,-38-10-95 0,9-3-197 15,8-4-208-15,0 3-120 0,0 1-20 16,-1-2-40-16,-3 1-256 0,-5 3-216 0,-2 1-185 16,-6 3-135-16,2 0-368 0,-17 0-1112 15,15 9-3384-15</inkml:trace>
  <inkml:trace contextRef="#ctx0" brushRef="#br0" timeOffset="113565.955">11602 7969 4060 0,'0'0'9449'0,"0"0"-7981"0,12-91-1076 15,-12 58-228-15,0-2 100 0,0 10 292 16,-4 9 612-16,0 10-276 0,-4 6-276 16,0 3-200-16,-4 13-72 0,0 9-100 0,-4 13 40 15,-4 13-4-15,-3 13-24 16,-2 5-12-16,-3 10-76 0,-3 7 76 0,-1-4-36 15,-4 5-75-15,4-5-85 0,0-9-48 16,8-6-197-16,0-9-131 0,9-14 100 16,2-13 80-16,5-11 52 0,5-8-112 15,3-6-120-15,0-2-124 0,0-4-16 16,0 3 76-16,7 0 148 0,10 0 244 0,2 7 0 16,1 5 8-16,1 4 52 0,2 11 12 15,1 7 100-15,-4 11 172 16,-1 3 72-16,-6 2-48 0,2 2-136 0,-2 2-24 15,-2-7 0-15,1 5-100 0,-3-5-108 16,6-5-12-16,-2-7-184 0,2-3-168 16,-3-9-76-16,4-7-76 0,-4-7-196 15,4-3-112-15,-4-2-396 0,4-7-412 16,-4 0-656-16,0-3-1969 0,-4-13-1879 16</inkml:trace>
  <inkml:trace contextRef="#ctx0" brushRef="#br0" timeOffset="113947.691">12598 8283 9352 0,'0'0'7989'0,"0"0"-6841"0,16 70-824 15,-12-32-152-15,-4 14 256 0,0 2 660 0,-9 9 32 16,2 3-535-16,-5 4-357 15,-4 3-140-15,0 1 8 0,0-5 0 16,-3-6-24-16,2-9 12 0,-3-12-72 0,4-7-8 16,0-13 4-16,-3-6-8 0,-5-7-72 15,3-2-72-15,-7-7 0 16,5-3-52-16,-5-10 52 0,4-3-16 0,4-6-8 16,1-8 71-16,-2-1-51 15,10-1-80-15,-2 1 68 0,9-1-48 16,4 7 88-16,0 3 32 0,17 6-44 0,-2 5 48 0,5 6 84 15,8 5 104-15,0 0 32 16,4 9-16-16,4 7-112 0,0 0 88 16,3 6-96-16,-7 0 4 0,-4 1-4 0,0 2-4 15,-8 0-4-15,-4 1-184 0,4-1-236 16,-5 1-220-16,-2-4-320 0,2 3-668 16,2-3-1088-16,-9-5-3149 0,8 1-2675 0</inkml:trace>
  <inkml:trace contextRef="#ctx0" brushRef="#br0" timeOffset="114501.093">13814 8283 6596 0,'0'0'2660'0,"0"0"-811"15,0 0-1013-15,0 0-364 0,0 0 128 0,0 0 216 16,0 0 260-16,-81 58-120 0,57-24-148 0,-4 11 24 15,4 6-64 1,1 9-4-16,-1 6-140 16,0 11-120-16,8-1-40 0,0 0-52 15,4 4-96-15,4-11-108 0,4-8-48 0,4-7-88 0,4-16-72 0,4-9 12 16,8-11-12-16,0-5 0 16,4-7-60-16,0-6-64 0,4 0-8 0,0-12-148 0,-1-7-220 15,-3-3-256-15,1-7-288 16,-10 0-612-16,-7 8-1220 15,-4-5-3353-15</inkml:trace>
  <inkml:trace contextRef="#ctx0" brushRef="#br0" timeOffset="114642.668">13378 8899 8008 0,'0'0'5605'0,"0"0"-4185"0,0 0-376 15,0 0-56-15,101 32 536 0,-58-29-296 16,5-3-200-16,0-3-544 0,8-10-360 15,-4-2-124-15,3-8-392 0,-3 0-424 16,0 2-508-16,0-2-816 0,-16 4-2352 0,15-3-4857 16</inkml:trace>
  <inkml:trace contextRef="#ctx0" brushRef="#br0" timeOffset="115029.903">14471 8560 13729 0,'0'0'1820'0,"0"0"-488"0,0 0-452 16,115-35 280-16,-67 18-336 0,4 2-116 0,4-2-112 16,4 3-216-16,-1-3-176 15,0 4-68-15,-3 1-136 0,-4 5-68 16,-3 4 60-16,-14 3-172 0,-3 0-40 0,-9 14-60 16,-10 0-132-16,-13 12-40 0,0 3 192 15,-17 9 68-15,-6 6 44 0,-13 5-60 16,0 3 60-16,-8 3 148 0,-4-1 56 0,-3 4 80 15,-5-2 48-15,0 1 148 16,0 0-28-16,0 1 0 0,1-4-36 0,3-4 40 16,4 1-4-16,16-9 8 0,4-4-43 15,13-6-109-15,7-7-160 0,8-3-60 16,8-3 60-16,12-3 72 0,7 0 36 16,13-3 84-16,4-5 28 0,12-3 180 15,4-5 60-15,3 0-256 0,-3 0-108 0,0-11-12 16,0-4-84-16,-9-1-56 15,1-5-184-15,-4-3-148 0,-8 2-204 16,-1-3-160-16,-7 0-113 0,0-2-307 0,-4 0-708 16,0 2-820-16,-4-2-2057 0,-8 9-1711 15</inkml:trace>
  <inkml:trace contextRef="#ctx0" brushRef="#br0" timeOffset="115229.087">15431 8624 8200 0,'0'0'1052'0,"0"0"3801"0,0 0-3881 0,0 0-468 16,0 0 128-16,-96 88 540 16,68-50 224-16,-8 3-204 0,-3 11-412 15,-5-2-292-15,-4 7-124 0,-8 3-95 16,0 1-113-16,0 6-156 0,-3-4-48 16,-5 0-181-16,8-6-135 0,1-6-76 15,3-10-168-15,12-5-212 0,0-9-336 0,12-7-908 16,8-7-1872-16,12-13-2401 0</inkml:trace>
  <inkml:trace contextRef="#ctx0" brushRef="#br0" timeOffset="115532.824">15518 9251 15397 0,'0'0'2996'16,"-16"77"-2024"-16,12-33-812 0,-3 13 24 0,-1 10 352 16,-5 9 708-16,6 7-187 0,-5 2-621 15,3 1-244-15,5 3-124 0,1-3-68 16,3-4-72-16,0-6-108 16,0-6-124-16,3-9-36 0,6-14 112 0,-1-12 8 15,3-13 11-15,2-5-31 0,2-15-76 16,-2-2-88-16,-2-12-120 0,5-13-184 15,0-10-228-15,0-10-128 0,0-8-220 16,0-11-280-16,0-6-356 0,-1-10-857 16,-6 17-1907-16,7-41-583 0</inkml:trace>
  <inkml:trace contextRef="#ctx0" brushRef="#br0" timeOffset="115695.013">15730 9347 10997 0,'0'0'2460'0,"0"0"-888"15,0 0-568-15,0 0-272 0,0 0-124 16,0 0 236-16,0 0-96 0,75 70-280 0,-67-44-184 15,0 2-132-15,-8 0-148 0,0 7 4 16,0 0-8-16,-16 0-84 16,1 4-320-16,-6-6-28 0,-3 0-184 0,-4-2-36 15,0-5 16-15,-4-7 200 0,4-10 8 16,-3-4-224-16,-1-10-648 16,0-10-1012-16,9-1-1805 0,-18-22-471 0</inkml:trace>
  <inkml:trace contextRef="#ctx0" brushRef="#br0" timeOffset="116049.482">14200 8019 3192 0,'0'0'1288'16,"0"0"3916"-16,0 0-2987 0,0 0-85 16,91-18-340-16,-59 11-152 0,8 1-292 0,4 3-344 15,12 0-256-15,4-1-164 0,11 1-184 16,8 0-144-16,5-3-111 0,12 0-85 15,8-1 28-15,3 1-88 16,1-5-8-16,3 3-273 0,-7-2-315 16,-4-2-280-16,-9-1-312 0,-7 0-196 0,-8 1-640 15,-21 1-2416-15,9-3-3769 0</inkml:trace>
  <inkml:trace contextRef="#ctx0" brushRef="#br0" timeOffset="116896.77">17112 8054 5764 0,'0'0'1844'0,"0"0"3665"0,-8 102-3429 0,8-48-336 15,0 12-504-15,0 8-104 16,0 8-60-16,-4 4-116 0,-4 13-167 0,-3-1-261 16,-6 11-96-16,2 5-292 0,-5 3-60 15,3 3-80-15,2 1 40 0,2 0-44 16,5-10-8-16,1-7-52 0,7-2-144 16,0-12-40-16,0-11-32 0,7-3-52 15,6-12-48-15,-1-14-73 0,12-6-147 0,0-15-200 16,8-16-452-16,7-13-960 0,5-13-964 15,-13-6-2649-15,25-35-1091 0</inkml:trace>
  <inkml:trace contextRef="#ctx0" brushRef="#br0" timeOffset="117175.922">17702 9251 15381 0,'0'0'2028'0,"0"0"-1384"0,0 0-508 15,0 0-136-15,0 0 704 0,0 0 608 16,0 0-80-16,0 0-323 0,116 11-301 15,-61-9-188-15,5-2-164 0,3 0-76 16,-3-7-108-16,4-5-72 0,-1-9-344 16,2-9-224-16,3-4-244 0,-9-5-77 0,1 1-343 15,-9-2-1056-15,-10 10-2412 16,-1-14-3073-16</inkml:trace>
  <inkml:trace contextRef="#ctx0" brushRef="#br0" timeOffset="117463.072">18140 8725 6688 0,'0'0'1948'0,"0"0"-164"16,0 0-123-16,-71 76 343 0,58-41-200 0,5 5-340 15,8 5-264-15,0 9-180 16,4 3-68-16,9 7-208 0,-2 3-15 0,1 6-317 16,-3 0-156-16,2 0-88 0,-3 2-8 15,1-1-28-15,-2-1-36 0,-3-1-96 16,4 5 0-16,-4-6 0 0,0 1-8 15,-4-9-124-15,0-2 12 0,0-7 8 0,0-6 28 16,-4-11-12-16,0-2-12 0,4-5-40 16,-8-11-8-16,4-4-60 0,-8-5-29 15,0-7 13-15,-4-3 0 0,-3 0-8 16,-9-13-200-16,0 1-172 0,-4-10-172 16,0-8-336-16,-4-1-720 0,8 5-2216 0,-8-24-3029 15</inkml:trace>
  <inkml:trace contextRef="#ctx0" brushRef="#br0" timeOffset="117869.986">19117 8851 4244 0,'0'0'5264'0,"0"0"-3767"0,0 0-981 16,0 0-120-16,0 0 592 16,0 0 664-16,-32 83-40 0,28-32-240 0,-5 13-244 15,1 5-196-15,1 7-76 16,-1 4-172-16,-1-1-164 0,2-6-139 16,7-6-189-16,0-10-192 0,3-15-112 0,14-10-473 15,-2-17-119-15,13-11-16 0,8-8-116 16,0-18-368-16,-5 4-1636 0,18-34-4481 15</inkml:trace>
  <inkml:trace contextRef="#ctx0" brushRef="#br0" timeOffset="118229.993">19766 8741 10648 0,'0'0'3113'0,"0"0"-1657"0,4 102-700 16,-4-52 668-16,-4 7 452 0,-4 6-4 15,-4 4-475-15,0 3-637 0,-4 4-408 16,-4 1-196-16,-4-2 28 0,-8 0-112 0,1-6-60 16,-1-7-12-16,-4-8-60 0,-1-12-88 15,5-11 16-15,1-7 12 16,-1-12-136-16,4-7-140 0,5-9-40 0,-1-13-36 16,11-10 7-16,1-13 41 15,9-8 44-15,-1-7-144 0,4-6-284 0,0 0-568 16,4 2-16-16,7 6 324 0,6 10 452 15,7 14 436-15,-1 9 180 0,5 12 568 16,7 10 252-16,6 0 28 16,-1 10 8-16,8 2-112 0,-1 8 52 0,5 1-184 15,-5 3-24-15,2-3-100 0,-10 2-172 16,2-8-136-16,-9 2-172 0,-1-8-8 0,-4-3-72 16,-2-6-208-16,-1 0-220 0,0-9-304 15,-9-7-228-15,6-6-648 0,-10-1-2484 0,2-11-4593 16</inkml:trace>
  <inkml:trace contextRef="#ctx0" brushRef="#br0" timeOffset="118449.18">20268 8804 12913 0,'0'0'1576'0,"0"0"-920"0,39 70-416 15,-30-35 512-15,2 6 836 0,-3 6 148 16,-4 5-608-16,1 2-532 0,-5 3-208 0,0 7-132 15,0-5-63-15,-13 8-81 0,2 0-28 16,-10-3-76-16,-3-5 52 16,1-7-60-16,-1-5-140 0,4-10-116 0,-1-7-145 15,6-14-27-15,4-4 16 0,2-12 32 16,5-3-84-16,4-16-272 16,0-10-424-16,8-8-900 0,0 4-1120 0,12-27-3385 0</inkml:trace>
  <inkml:trace contextRef="#ctx0" brushRef="#br0" timeOffset="118639.98">20618 9116 9080 0,'0'0'8693'16,"0"0"-6281"-16,0 0-1352 0,76-13-476 15,-36 0-267-15,0-3 47 16,0-1 144-16,-1 3-244 0,1-5-264 15,0 2-200-15,0 2-284 0,-4-2-389 0,-8 5-175 16,0 2-616-16,-13 4-1280 0,-6 0-3385 16</inkml:trace>
  <inkml:trace contextRef="#ctx0" brushRef="#br0" timeOffset="118796.783">20750 9306 14189 0,'0'0'2684'0,"0"0"-780"0,0 0-1044 0,0 0-124 0,15 73 44 15,2-67 109-15,-2-6-225 16,9 0-400-16,4-10-264 0,8-5-196 16,-4-5-128-16,4-8-393 15,-5-4-415-15,6-3-940 0,-10 7-2684 0,10-14-4125 16</inkml:trace>
  <inkml:trace contextRef="#ctx0" brushRef="#br0" timeOffset="119079.711">21280 9128 10092 0,'0'0'5793'16,"0"0"-4205"-16,-21 82-388 0,18-49 184 16,-1-2 20-16,4-6 101 0,0-3-333 0,7-9-608 15,6-7-368-15,2-6-196 0,2 0-12 16,7-12-232-16,3-4-116 16,5-9-220-16,1-5-72 0,-6 2 20 0,4-4 15 15,-6 4-3-15,-1 0-148 0,-9 3-40 16,-2-1-88-16,-9 4 268 0,-4 3 628 15,-4-1 60-15,-13 8 312 0,-2-1-52 0,-1 3 60 16,-4 8 60-16,4 2-36 16,0 0-72-16,-4 9-40 0,0 3-36 0,-3 4-60 15,-1 0-116-15,0 1-80 0,4-3-108 16,0 0-224-16,4-5-424 16,0 1-444-16,4-3-744 0,4-2-2576 0,-8 2-2701 0</inkml:trace>
  <inkml:trace contextRef="#ctx0" brushRef="#br0" timeOffset="119756.764">21750 8076 9532 0,'0'0'6405'31,"0"0"-5785"-31,0 0-620 0,0 0-468 0,0 0 468 16,35-82 704-16,-18 63 128 0,3 4-224 0,-1-4-376 0,2 3-168 15,-1-1-52-15,-1 2 0 0,1 2 36 16,-4 4 64-16,4-1 24 0,-8 3 24 16,4 5-40-16,-4 2-8 0,0 0-24 15,-4 12 44-15,-4 10 64 0,-4 10 504 0,0 10-116 16,-4 15-160-16,-4 6-80 0,-12 10-3 15,0 3 43-15,-3 3-44 0,2-2-180 16,-3-5-64-16,9-11-24 0,6-4-24 16,5-12 12-16,4-8-52 0,0-1-8 15,9-8-72-15,-1-5 24 0,3-4 0 16,6-7-60-16,-2-5-148 0,9-4-84 16,-4-3 64-16,3-3-5 0,2-4 61 0,-5-2-12 15,-5-1-108-15,-2 7 36 16,-2 3 108-16,-3 7 196 0,-4 8 76 0,1 7 92 15,-5 10-8-15,0 7 72 0,0 5-28 0,-5 0-8 16,1 4-40-16,4-1-44 16,0-2 9-16,0 3 3 0,0-4 116 15,4 0-8-15,-4 0-52 0,0 1-48 0,0 3-20 16,0-4-108-16,0 0 4 16,0 5-8-16,0-5-124 0,0 0-116 0,-4-6-208 15,0 1-65-15,0-1-95 0,1-7 24 0,-1-2-28 16,4-10-48-16,-4 0-128 15,4-6-192-15,-4-7-296 0,-1-3-172 16,1-3-408-16,-7 0-2565 0</inkml:trace>
  <inkml:trace contextRef="#ctx0" brushRef="#br0" timeOffset="142998.947">25188 654 12029 0,'0'0'4512'0,"0"0"-3576"16,0 0-824-16,0 0 60 0,0 0 572 15,0 0 312-15,0 0-324 0,0 0-316 16,0 0-220-16,0 0-12 0,8 54 108 15,-4-26 325-15,0 7-205 0,1 1-192 0,-5 8-124 16,4 0-24-16,-4 7 76 0,0 5-88 16,0 8-52-16,0 3 4 0,0 2-12 15,0 12 8-15,0-2 0 0,0 7-8 16,0 3-4-16,0 0 0 0,-4-4-4 16,4 0 8-16,0 2-96 0,0-7-52 15,0-2 148-15,4 2-60 0,-1-1 52 16,5-3-4-16,0 4-168 0,1-1 8 0,2 0 100 15,-3 3 60-15,0 4-36 0,-4 1-36 16,0 4 80-16,0-2-8 0,-4 3-36 16,4-3-28-16,-4-3-105 0,0-7 57 15,0-5 28-15,4-5 36 0,-4-12 0 16,4-3-76-16,0-9 40 0,4-7 92 16,0-10 0-16,0-6 4 0,-1-9-8 0,6-3-52 15,-5-6-76-15,3-4 136 16,2 0 44-16,-2-4 20 0,6-9 20 0,-6 0 0 15,6-2-8-15,-2-4 20 16,-2-3-84-16,2-1 0 0,-3-2 72 16,0-1-84-16,4-2-8 0,-4-1-52 0,4 1-60 15,0 2 116-15,0 1-4 0,0 3-80 16,-1 2 4-16,2 5 36 16,2 3 48-16,-3 2 4 0,1-1 0 0,2 5 0 15,1 0 52-15,5 4-56 0,-2-5-12 16,5 7 12-16,7-4 288 0,6-2 28 0,6 0 37 15,5-1-173-15,4-2-144 0,8-4-36 16,3 4-8-16,1-4 8 16,8 1 4-16,7-1 44 0,5-1 28 0,4 0 8 0,3 1-84 15,9-4-12-15,0 5 12 16,-1-5-8-16,9 5-32 0,4-1 40 16,-1 1 12-16,4 2 0 0,5-2 0 0,-1-1-4 15,1 0-4-15,-1 1-4 16,2-1-60-16,-2 3 48 0,1-2 8 0,3-2 0 15,0 6 4-15,1-3 0 0,7 2 12 16,-3 4 36-16,-1-6 0 0,4 5-48 16,1 0-48-16,-5-1-12 15,5 4 52-15,0-4 8 0,-5 1 8 0,4-3 4 16,-3-1-4-16,-5 1 4 0,5-4 32 0,-9 1-44 16,5-1-148-16,-5 0 144 15,-3-3 4-15,-1 7 4 0,-7-4 12 16,-1 7 44-16,-7 0 0 0,-4 0 0 0,-8-1-56 15,-9 3 4-15,0 1-8 16,-6-2 0-16,-6-2-12 0,-7 3 4 0,-4-5 4 16,-4 2 4-16,-4-2-4 0,-5-1 4 15,-8 1 0-15,2-1 48 0,-5-2-48 16,-1-1 8-16,-7 0 4 0,0 0 36 0,-4 1 12 16,-4-1-52-16,0 1 40 0,-8 2-40 15,0-2 80-15,-4 6-28 0,0-1 0 16,-5 0 0-16,1 4 12 0,1 1-24 15,-5-5-36-15,4 3 36 0,-4-2-44 0,4-4-4 16,0 1 0-16,0-4 8 16,-1-3-4-16,-3-6-4 0,8 0 0 0,-3-10-44 15,-1 0 44-15,4-6-12 0,-1-6-96 16,6-7 100-16,-5 1 8 16,3-8 48-16,-2-2 12 0,2-10 12 0,1-9-72 15,-3-7 0-15,-2-10-84 0,1-5-36 16,0-4 48-16,0 0-96 0,0-3 56 15,0 4-200-15,0-1-140 0,4 1 223 16,-8-2-199-16,4 1 200 0,-1 4 8 0,2 6-48 16,-1 6 168-16,-4 16 100 15,0 12 240-15,-4 20-236 0,3 10-4 0,-3 9 88 16,0 9 8-16,0 6 40 0,0 0-16 16,-3 4 12-16,-1 3-80 0,4 0-44 0,0 0-8 15,-4 0 0-15,4 0-12 0,0 0-76 16,0 0 16-16,0 0 12 15,0 0 0-15,0 0 48 0,0 0-52 0,0 0 52 16,0 0-36-16,0 0 0 0,0 0 44 16,-4 0 0-16,4 0 4 15,-4 0 12-15,0 0 36 0,-1 3 0 0,-2-3-40 16,3 0 80-16,-4 4-28 0,0-4-48 16,-4 0 60-16,-4 0-72 15,0 0-4-15,-4-4 0 0,1 1-4 0,-6 1-52 0,-3-1-100 16,0-1 148-16,0 2 12 15,-3-2-120-15,-5 4 20 0,-4-3 28 16,1 3 60-16,-6 0-96 0,-2 0 104 0,-5 0 0 16,-4 0-8-16,0 3 12 0,-4 1 24 15,0-2-24-15,-3 2-4 0,-1-1 4 16,0 2 8-16,-3-1-4 0,-5 3 44 16,4-4-48-16,-7 3-64 0,3-3 64 15,0 1 8-15,1-1 4 0,3-1 108 16,-4-2-112-16,0 0 92 0,-3 0-100 15,-1 0 0-15,0-2-12 16,0 2 4-16,1-3 8 0,-5-1-28 16,1 1-20-16,-1 0 12 0,1 0 36 0,-5 3-8 15,0-3-4-15,0 3 12 0,1 0 0 0,-5 0-36 16,0 3 36-16,-7 0-60 0,3 0 56 16,-4 0-60-16,5 4 64 0,-1-5-8 15,0 5-4-15,1-1 4 0,-5 1-52 16,1-1 60-16,-1 0 12 0,0 1-12 15,0 2 0-15,-3 1-12 0,3-1 12 0,5 1-8 16,-5-1-4-16,4 0 0 0,1 4-48 16,-1 0 52-16,0 3 0 0,5-3-68 15,-5 2 76-15,0 2 64 0,1-1-64 16,-1 3-4-16,0-4 4 0,5 4-4 16,-5-3 4-16,9 3 0 0,-5-3 4 15,8 0-4-15,1-1-84 0,7-1 84 16,-4-1 0-16,5-1 0 0,2-5 40 0,2 2-40 15,7-6 44-15,0 4-44 0,0-7-8 16,5 0 4-16,3 3-4 0,-4-3 8 16,4 0-64-16,1 0 64 0,-1 0 0 15,0-3-72-15,1 3 60 0,-5-3-124 16,8-1 64-16,-4 4-4 16,0 0 64-16,0 0-36 0,1 0-12 0,-1 0 60 15,0 7 0-15,1-1 0 0,2 0 68 0,1 7 20 16,-3 0-76-16,-1-1 36 0,0 4-40 15,-3 3 64-15,3-2-60 0,-4 2 24 16,0-1 52-16,5 1 8 0,-1-3 52 0,3 0-144 16,6 0 44-16,7-7 24 0,4 1 16 15,8-4-4-15,4-3-12 16,5 1 28-16,7-1-16 0,-1-3 28 0,5 0-52 16,4 0 12-16,0 0-60 0,0 0-12 15,0 0 0-15,0 0-156 0,0 0-64 16,4-3-172-16,0-1-232 0,5 1-332 0,2 0-788 15,-7 0-1388-15,9-3-5013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5-30T07:17:50.279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7996 18075 364 0,'0'0'680'0,"0"0"-264"0,0 0-228 15,0 0-188-15,0 0-96 0,0 0 96 16,0 0 0-16,4-83-288 0,0 64-636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5-30T07:18:40.099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1872 2821 4500 0,'0'0'9865'0,"0"0"-8537"0,0 0-892 16,0 0 196-16,0 0 732 0,0 0-156 16,0 0-376-16,0 0-368 0,-12 0-268 15,12 7-64-15,0 10-36 0,5 1 136 0,-2 11 144 16,1 16-23-16,4 12-85 0,-4 13 60 15,0 10 0-15,0 8-160 16,-4 7-144-16,0 7 36 0,0 3-56 0,-4 6-4 16,0 0-12-16,0-3-56 0,0-4 64 15,4-8 0-15,-4-14-152 0,4-18 68 16,0-14-92-16,0-15 48 0,4-9-136 0,-4-11-24 16,4-5-61-16,0-3-167 15,-4-7-116-15,4 0-232 0,0-13-324 16,4-3-432-16,-4-10-792 0,0 5-832 0,-4-40-2745 15</inkml:trace>
  <inkml:trace contextRef="#ctx0" brushRef="#br0" timeOffset="252.502">1824 3019 8220 0,'0'0'5601'0,"0"0"-4713"0,4-67-572 16,-4 42 452-16,9 0 760 0,-2-1-328 15,9 7-256-15,4 0-244 0,4 2-248 16,4 6-172-16,4-3-124 0,8 9-80 0,-5 5-76 16,6 0 0-16,-6 0-64 0,-3 12-152 15,-4 6 8-15,-5 9 36 0,-2 4-48 16,-5 7 184-16,-8 8 32 0,-8 1 8 16,0 7 52-16,-4-4-56 0,-12 1 124 0,-4-3-124 15,0-4 60-15,-4-3-60 16,0-9-52-16,4-6-20 0,0-7-236 0,0-6-132 15,1-1-432-15,2-2-524 0,-2-7-436 16,3 0-1344-16,-9-9-4441 0</inkml:trace>
  <inkml:trace contextRef="#ctx0" brushRef="#br0" timeOffset="564.552">2247 3000 7628 0,'0'0'4549'0,"0"0"-3625"0,0 0-376 0,0 0 160 16,75 3 532-16,-59 7-224 0,-4 3-304 16,0 2-244-16,0 8-208 15,0 2-12-15,-4 7-240 0,0 10 164 0,-4-2-172 0,0 5-8 16,-4-4 0-16,0-3-200 0,0-6 156 16,0-9 52-16,0-11 76 0,0-3-16 15,0-9 64-15,0 0 224 0,0-3 92 16,4-6 172-16,-1-5 244 0,6 0-236 0,-5-9-268 15,8-3-143-15,-4-2-77 16,4-1-80-16,-1 7 8 0,2 0-48 16,-1 0-12-16,4 2-56 0,-1-2-56 0,-2 3-20 15,2 3-185-15,2-3-219 0,-2 3-220 16,-3 1-188-16,8-4-408 16,-4 2-748-16,0 5-1780 0,0-4-2117 0</inkml:trace>
  <inkml:trace contextRef="#ctx0" brushRef="#br0" timeOffset="881.104">2773 3219 6552 0,'0'0'5253'0,"0"0"-4481"0,7 86-148 15,-7-57 672-15,0-4 508 0,4-9-360 0,-4-3-704 16,5-10-368-16,3 0-76 0,-1-3 244 16,1 0-52-16,9 0-184 0,-6-6 40 0,9 0-116 15,-4-7-80-15,4 0-148 16,4-6-12-16,-5-4-220 0,6 1-24 15,-9-3-36-15,3-1 12 0,-2 4 20 0,-6 3 16 16,2 1 84-16,-9 5 124 0,-4 2 36 16,0 5 172-16,-8 0 12 0,-8 0-136 15,0 6-44-15,-4-3 0 0,3 3 68 16,-2 3-68-16,-1 3-4 0,4 4-88 16,0 3 4-16,1 2 84 0,2 1-60 15,1 3 8-15,4-3-120 0,4-3-96 16,4 3-372-16,0-7-224 0,0 0-408 15,0-2-464-15,12-4-748 0,0-3-637 16,4-10-1295-16,-4 1 352 0,12-10 3465 0</inkml:trace>
  <inkml:trace contextRef="#ctx0" brushRef="#br0" timeOffset="1118.991">3223 3196 1384 0,'0'0'1212'0,"0"0"4256"0,0 0-3476 16,0 0-803-16,68 80-57 15,-61-67 68-15,-3-4-112 0,4-5-420 0,-3-4-112 16,3 0 184-16,-1-4 56 0,1-5-112 15,5-4-156-15,2-6-268 16,-3 0-260-16,4-3-112 0,-4 0-60 0,-4-1 36 0,-4 8-72 16,0 3 160-16,-4 1 48 15,-4 5 220-15,-4 2-60 0,-8 2-152 0,-3 2 160 16,-9-4-164-16,0 4 164 0,0 0-156 16,0 6 88-16,0 4-100 15,4-3-124-15,-1 2 28 0,6 0 20 0,3-2-8 16,4 3-200-16,4-1-520 0,5 1-620 15,-6 3-1140-15,5-4-3829 16,4 4-455-16</inkml:trace>
  <inkml:trace contextRef="#ctx0" brushRef="#br0" timeOffset="1487.761">3433 3251 7384 0,'0'0'6449'0,"77"13"-4981"0,-42-10-508 0,10 0 472 16,-2-3-200-16,-7 0-532 15,3-6-172-15,-2-4 156 0,-1-6-248 16,0-6-288-16,-5-3-148 0,1-1-152 0,-4-2-444 15,0-4-308-15,-4 3-92 0,-8-2-312 0,0-1-456 16,-8 3-528-16,-8 1-373 16,0 2-15-16,-8 0 288 0,-12 1 280 15,-4 3 156-15,-8 0 1956 0,4 3 784 0,0 6 2276 16,5 4-56-16,3 6-600 16,8 3-627-16,-1 0-517 0,10 3-424 15,-5 10-204-15,-1 8-16 0,5 5-112 0,0 12 156 16,1 7 444-16,-1 6-256 0,4 9-160 15,0 6-112-15,-4 8-116 0,0 5-188 16,0 3-92-16,-1 1-84 0,-2-3 28 16,-1-8-52-16,4-5-24 0,0-9-48 0,4-4-60 15,0-4-36-15,0-3-28 0,0-5 112 16,0-4-36-16,0-7-108 0,0-8-164 16,-4-4-216-16,-1-6-148 0,-2 3 108 15,-5-7 180-15,-8 4-120 0,-8-4-392 16,-4 2-456-16,-11-6-452 0,-13-2-308 15,-12 0-1825-15,12-3-423 0,-52 0 821 0</inkml:trace>
  <inkml:trace contextRef="#ctx0" brushRef="#br0" timeOffset="1771.425">1541 4286 6384 0,'0'0'5345'0,"0"0"-4857"0,-80 3-308 0,65-3-128 15,3-3 1312-15,7 3 332 16,5-2-716-16,0-3-420 0,9 3-76 0,3-2-24 16,12 1-28-16,8 0 48 0,11 0-88 15,5-1-12-15,12 1-12 0,8 0 144 16,12 0 0-16,7-3-180 16,9-1-188-16,11-2-48 0,5-4 64 0,-1 0-15 0,9-2-45 15,3 2-100-15,1-6-64 16,-1 3 64-16,5-3 0 0,-5 7 0 0,1-2 0 15,-9 3 68-15,-3 0-68 0,-5 2-4 16,-7-1-108-16,-4 1-241 16,-9 2-511-16,1 1-592 0,-8 0-844 0,-24 3-2932 15,15-10-5497-15</inkml:trace>
  <inkml:trace contextRef="#ctx0" brushRef="#br0" timeOffset="1950.734">4788 3816 9036 0,'0'0'7305'0,"0"0"-5837"16,0 0-852-16,0 0 96 16,0 0 576-16,0 0 185 0,0 0-261 0,0 0-464 15,0 0-372-15,9 70-208 0,-9-61-160 16,0 1-8-16,0-3-200 0,4-5-344 16,-4 1-216-16,0-3-152 0,0 0-269 15,0 0-1219-15,0 0-3220 0,-13 0-6265 0</inkml:trace>
  <inkml:trace contextRef="#ctx0" brushRef="#br0" timeOffset="3513.014">6805 2977 4012 0,'0'0'9061'0,"0"0"-7345"0,0 0-1200 16,0 0-300-16,0 0 424 0,0 0 460 16,0 0-48-16,0 0-56 0,0 0-260 0,75-6-172 15,-43 6-128-15,5-2-20 0,6-2 129 16,0-3 27-16,6 5-172 0,-1-5-124 16,3 4-80-16,-3-3-64 0,-4 3-60 15,0-4-24-15,-4 4-48 0,-9-3-44 0,1-1-124 16,-4 1-172-16,0 0-108 0,-9-1-156 15,-2 1-153-15,-2 3-143 0,-6-1-460 16,-9 4-716-16,0 0-960 0,0 0-2485 16,-16 4-2135-16</inkml:trace>
  <inkml:trace contextRef="#ctx0" brushRef="#br0" timeOffset="3723.19">7076 3048 5944 0,'0'0'5801'15,"0"0"-3665"-15,0 0-996 0,0 0-472 0,-4 69 384 16,8-40 328-16,0 2-200 0,0 5-212 16,-1 5-296-16,1 7-160 15,-4 6-184-15,0 6-135 0,-7 6-21 0,-5 4-172 0,-1-6 0 16,2-10-180-16,3-7-49 16,-1-12-151-16,6-5 28 0,3-11-36 15,-4-4-200-15,4-2-244 0,0-4-452 0,0-2-700 16,0-7-1208-16,0 0-3369 15</inkml:trace>
  <inkml:trace contextRef="#ctx0" brushRef="#br0" timeOffset="3882.467">7024 3568 6612 0,'0'0'6925'0,"0"0"-5317"16,0 0-852-16,84-19 112 0,-52 12 472 15,-1 2-344-15,-3-2-160 0,0-2-188 0,0 2-320 16,-5-2-268-16,2 2-60 15,-1 1-364-15,-9 0-188 0,2 2-316 16,-6 4-328-16,-2 0-544 0,-5 10-880 0,-4 0-2513 16,-9 11-547-16</inkml:trace>
  <inkml:trace contextRef="#ctx0" brushRef="#br0" timeOffset="4053.71">7035 3864 64 0,'0'0'11421'0,"0"0"-9553"16,0 0-1076-16,0 0 104 0,0 0 452 0,0 0-16 15,0 0-220-15,101 66 64 0,-54-62-248 16,13-4-260-16,0-6-255 0,7-5-133 0,-3-4-120 16,-4-3-160-16,-1-6-220 15,-3-1-265-15,-7 0-235 0,-2-3-280 16,1 2-460-16,-8-7-788 0,-8 12-2372 0,3-21-4317 16</inkml:trace>
  <inkml:trace contextRef="#ctx0" brushRef="#br0" timeOffset="4280.312">8004 2571 10376 0,'0'0'5121'15,"0"0"-4289"-15,43 70-504 0,-22-32 192 0,-1 10 792 16,-5 0-68-16,6-2-316 0,-2 3-528 15,-3-5-312-15,5-2-88 0,-2-7-368 16,-3-3-252-16,4-10-200 0,0-7-228 16,0-5-304-16,-1-10-744 0,2 0-1945 15,-6-6-1547-15,5-20 400 0</inkml:trace>
  <inkml:trace contextRef="#ctx0" brushRef="#br0" timeOffset="4433.004">8450 2657 900 0,'0'0'11557'0,"0"0"-9649"16,0 0-1248-16,0 0 8 0,-75 73 496 0,43-40 116 16,-4 0-356-16,-4 9-532 0,0 2-244 15,-3-3-148-15,-2 7-188 16,-2-3-476-16,-1 3-360 0,0-4-444 0,12-8-2380 0,-19 11-5669 16</inkml:trace>
  <inkml:trace contextRef="#ctx0" brushRef="#br0" timeOffset="5156.975">9817 3223 9488 0,'0'0'4761'0,"0"0"-3485"0,0 0-572 15,0 0-180-15,24 98 312 16,-16-56 424-16,0 5-180 0,-5-3-300 15,5-3-268-15,-3 1-268 0,-1-11-184 0,0-3-60 16,3-1-4-16,-3-9-264 16,0-8-196-16,0-1-108 0,1-9-124 0,-1 0-288 15,-4-6-804-15,4-3-1136 0,-4-20-3389 16</inkml:trace>
  <inkml:trace contextRef="#ctx0" brushRef="#br0" timeOffset="5300.957">9881 2889 9700 0,'0'0'5009'0,"0"0"-4001"0,0 0-596 0,0 0 316 15,0 0-140-15,0 0-380 0,95-7-208 16,-63 7-568-16,0 0-600 0,-8 0-596 16,16-3-3681-16</inkml:trace>
  <inkml:trace contextRef="#ctx0" brushRef="#br0" timeOffset="5583.562">10642 3028 9760 0,'0'0'5565'0,"0"0"-4329"0,0 0-256 15,-60 86 588-15,36-56-136 0,0-3-212 16,0-2-407-16,8-5-449 0,9-4-244 0,2 0-120 16,5-7-96-16,0 1-16 15,9 2 100-15,6-2 8 0,1-1-8 0,8 2-108 16,0 1-48-16,0-3 32 0,4 1 76 15,0 2 48-15,-4 1-72 0,-1-3 76 16,1 6 8-16,-4-4 8 0,-4 4-8 16,0 0-48-16,-4 3 0 0,0 0-12 15,-8 3-100-15,0-3-97 0,-4 1 29 0,0-5-40 16,-4 4-24-16,-8-5 24 0,-4-2-64 16,-4 1-120-16,-4-4-196 15,-4 1-512-15,1-4-884 0,3 0-1884 0,-25-6-2525 16</inkml:trace>
  <inkml:trace contextRef="#ctx0" brushRef="#br0" timeOffset="6347.125">13144 3235 6460 0,'0'0'3000'0,"0"0"-1167"0,0 0-537 16,0 0 28-16,0 0-8 0,0 0 144 15,-92 6-232-15,68 10-312 0,-4 6-204 16,0 10-176-16,0 6-60 0,5 7 36 0,3 2 24 16,3 1-147-16,6-3-73 0,7-4-168 15,4-13-148-15,0-2-4 0,4-10 0 16,7-7-48-16,6-6 44 0,3-3-64 0,7-9-24 16,1-13-124-16,0-4-21 15,4-6-51-15,-4-2-24 0,0-5 36 16,0 4 84-16,-4-2 60 0,-5 2 16 0,2 3 36 15,-5 3 72-15,-1 7 4 0,-2 6-56 16,-2 6 16-16,1 7 48 0,-3 3 140 0,2 6 212 16,5 7 12-16,-4 6-156 15,4 7-12-15,-4-1 60 0,0 6-3 16,-1-1-45-16,2-2-60 0,2-3-148 16,2-6-72-16,3-5-36 0,-1-9-160 15,9-1-193-15,0-4-199 0,0 0-24 16,4-9-88-16,-4-5-444 0,4 2-844 0,-8 2-1744 15,16-9-2401-15</inkml:trace>
  <inkml:trace contextRef="#ctx0" brushRef="#br0" timeOffset="6591.549">14252 3191 13449 0,'0'0'2996'0,"0"0"-1988"0,0 0-464 0,-100 0 184 15,67 9 388-15,6 4-164 0,-4 6-76 16,6 3-291-16,1 3-161 0,8 5-60 16,4-2-100-16,5 0-104 0,7 3-88 15,0 5-72-15,3-1-12 0,5 0-36 16,5-7-124-16,2-2-44 0,5-5 24 16,5-4-136-16,6-11-144 0,1-3-137 0,8-3-35 15,-1-12-224-15,10-8-472 16,-6-5-792-16,-11 2-1992 0,12-18-2537 0</inkml:trace>
  <inkml:trace contextRef="#ctx0" brushRef="#br0" timeOffset="7014.43">14634 3165 3088 0,'0'0'8857'0,"0"0"-6057"0,0 0-1640 0,-20 80-332 16,8-39 500-16,-4 3 76 15,0 3 100-15,8-1-311 0,1-9-429 0,7-5-452 16,0-10-312-16,3-9-48 0,9-3-192 15,4-5-40-15,4-5 48 0,8-5-8 16,0-9-125-16,4-4-71 0,-1-8-100 16,1 1-52-16,-4 0-12 0,-4-1 12 15,0 0 208-15,-4 5 48 0,-4 2 96 0,3 3 232 16,-6 9 4-16,2 2 296 0,-2 5 344 16,2 5 48-16,-2 8-224 0,-1 9-48 15,-1 4-76-15,5 9-108 0,-4 6-76 16,4 6 100-16,-4 7 25 0,4 7 95 15,-8 8 48-15,0 1-84 0,-8 7-88 16,0-1-56-16,-8 1-16 0,-7-5-12 0,-6-2 4 16,5-10-40-16,-7-2-12 15,7-14-108-15,-5-6 36 0,10-9-44 0,-6-11 56 16,6-5-12-16,-1-9 48 0,0-4-96 16,-4-4-152-16,-4-5 20 0,-4-10 0 0,-4-3 12 15,1-7 8-15,-5-9-176 0,-5-6-64 16,-2-4-108-16,3-6-12 0,4 0-121 15,4 0 81-15,8 4-136 0,12 1-108 16,8 2-188-16,0-1-1012 0,12 11-1056 16,20-18-3193-16</inkml:trace>
  <inkml:trace contextRef="#ctx0" brushRef="#br0" timeOffset="7260.496">15558 3144 10256 0,'0'0'5361'0,"0"0"-4105"0,0 0-700 0,0 0 212 16,0 0 304-16,0 0-32 15,0 0-244-15,-92 72-336 0,77-31-83 0,-5 11 95 16,4 2 268-16,0-1-244 0,8 1-144 16,4-3-112-16,4-13-132 0,4-6-24 0,8-7 24 15,8-12-28-15,-1-4-80 16,9-2-60-16,0-7-24 0,4-13-60 0,4-9-208 15,0-4-200-15,0-12-212 0,-4-3-85 16,0 0-259-16,0-7-668 0,-4-3-1156 16,-9 9-2012-16,9-24-2617 0</inkml:trace>
  <inkml:trace contextRef="#ctx0" brushRef="#br0" timeOffset="7463.119">15889 2569 3524 0,'0'0'8385'16,"0"0"-5909"-16,0 0-1456 0,0 0-380 15,0 0 328-15,0 0 284 0,0 0 40 16,4 82-84-16,-4-35-344 0,0 13-99 0,0 10 83 16,0 6-268-16,0 4-156 0,-8 3-112 15,0 2-156-15,-4-2-156 0,0-4-132 16,0-5-204-16,0-8-184 0,8-8-72 0,4-18-48 16,0-10-41-16,8-12-75 0,8-15-232 15,4-3-472-15,8-15-672 16,4-10-952-16,-8 4-2709 0,8-26-1623 0</inkml:trace>
  <inkml:trace contextRef="#ctx0" brushRef="#br0" timeOffset="7613.507">16160 3391 13149 0,'0'0'2520'0,"0"0"-1388"0,-12 88-336 16,0-46 108-16,4 0 152 0,-4-2-80 16,0-8-424-16,8-3-384 0,0-14-168 0,1-5-128 15,3-7-240-15,0-3-180 0,0-3-76 16,3-9-124-16,1-8-252 15,0-5-836-15,0 3-2148 0,-4-20-3473 0</inkml:trace>
  <inkml:trace contextRef="#ctx0" brushRef="#br0" timeOffset="7731.253">16116 3082 8052 0,'0'0'6049'0,"0"0"-4309"0,0 0-672 16,0 0 84-16,0 0-324 15,0 0-348-15,88 32 60 0,-72-23-272 16,7 1-268-16,-3-3-348 0,4-1-496 0,-3 4-576 15,-2-8-960-15,9 5-4581 0</inkml:trace>
  <inkml:trace contextRef="#ctx0" brushRef="#br0" timeOffset="7924.746">16670 3251 4332 0,'0'0'10729'0,"0"0"-8533"15,-52 76-784-15,28-40 180 0,-4-3-432 16,4 3-191-16,9-4-325 0,2-4-308 0,9-3-236 15,4-2-92-15,4 0-8 16,9-4-76-16,2-5 64 0,9 0-120 16,0-1-36-16,8-1-100 0,0-6-80 0,0 1-28 15,4-4-269-15,-4-3-271 0,-1 0-736 16,-7 0-2304-16,4-3-4301 0</inkml:trace>
  <inkml:trace contextRef="#ctx0" brushRef="#br0" timeOffset="8653.397">18275 3403 1616 0,'0'0'9132'16,"0"0"-7335"-16,0 0-825 0,0 0-148 15,0 0 400-15,-83-7 68 0,59 24-236 0,0 5-340 16,-8 7-172-16,0 9-68 0,4 2 52 15,0 2-176-15,4-3-168 0,13-5-144 16,3-9-40-16,4-5-208 0,4-10-72 16,8-8 24-16,3-2 72 0,10-2 124 0,-1-12-12 15,8-5-112-15,4-6-16 16,-1 0-128-16,1-1-4 0,0 5 96 0,4 4 100 16,0 8 124-16,-5 9 0 0,5 0 12 15,-4 19 148-15,0 6 36 0,0 10-60 16,-1 9 48-16,1 11-36 0,0 2 392 15,-4 6-320-15,-4 0-88 0,-7 4 40 16,-6 0 72-16,-11-4 0 0,0 5 36 16,-15-8 76-16,-5 0-40 0,-5-6 133 15,-3-7-13-15,0-5-72 0,0-8-60 0,0-8-52 16,5-7-84-16,-1-7-32 0,4-8-40 16,1-4-12-16,-5-9 0 15,7-11-68-15,2-7-4 0,2-12-4 0,2-10-104 16,3-11 96-16,8-6-108 0,0-10-280 15,0-4-84-15,4 4 96 0,7 1-65 16,6 4-19-16,-2 8-160 0,5 2-260 16,5 5-584-16,-1 1-288 0,-1 14-1080 0,9-12-3033 15</inkml:trace>
  <inkml:trace contextRef="#ctx0" brushRef="#br0" timeOffset="8900.867">18929 3260 9260 0,'0'0'4605'0,"0"0"-3393"0,0 0-180 0,0 0 504 16,0 0 128-16,32 77-132 0,-24-62-596 16,0 2-475-16,-1-2-269 0,6 1-92 15,-5 7-28-15,-5-5-72 0,1 8-12 16,-4 5-96-16,0 1-160 0,0 1-60 16,0-2 83-16,0-6 153 0,0-6 92 15,0-6 84-15,4-7 40 0,1-6 57 16,7 0-69-16,-1-6-16 0,6-10-36 0,7-6 0 15,4-9-56-15,-1-5-4 16,5-8-84-16,-5-1-136 0,1-2-169 0,-3 0-219 16,-1 1-136-16,-4 5-272 0,-8 3-776 15,-1 10-1168-15,-2-7-2993 0</inkml:trace>
  <inkml:trace contextRef="#ctx0" brushRef="#br0" timeOffset="9185.104">19351 3309 5368 0,'0'0'8069'15,"0"68"-6637"-15,-4-32-336 0,0 2 552 16,0 3 240-16,4-10-364 0,0-5-515 16,8-10-401-16,5-6-268 0,6-8-172 15,-3-2-48-15,12-2-120 0,0-14-36 16,8-6-228-16,0-6-124 0,-1-5-120 16,-3-2 19-16,-4 4 125 0,0-2 36 0,-12 5 132 15,0 0-48-15,-12 2 72 16,-4 1 40-16,-4 3 32 0,-8 3 100 0,-8 3 92 15,0 6 104-15,1 7 84 16,-2 3-148-16,5 10-8 0,-3 9-40 16,2 6-24-16,-2 3 64 0,3 4 104 0,4 0 28 15,-1-7-244-15,10 0-12 0,3-8-544 16,0-4-432-16,7-7-240 0,6-3-352 16,2-3 140-16,2-3-820 0,11-16-3297 0</inkml:trace>
  <inkml:trace contextRef="#ctx0" brushRef="#br0" timeOffset="9474.946">19893 3254 3100 0,'0'0'10481'0,"0"0"-8469"0,0 0-1156 0,12 76-24 15,-12-47 740-15,0-4 32 16,-4 1-264-16,0-10-563 0,4-1-501 16,0-8-220-16,8-1-56 0,0-6-100 0,4 0-56 15,3-3-24-15,6-7-64 0,-1-2-84 16,-1-4-37-16,2-3-11 15,-1 0 8-15,-5 0 152 0,2 0 44 0,-6 3 100 16,-3 4 28-16,-3 5 44 0,-1 3 148 16,-4 4 316-16,0 0 84 0,-4 11-123 15,-1 3-109-15,-3 7-88 0,1 0 28 0,-1 5 12 16,-5 2 68-16,6-6 136 16,3 1 36-16,4-8-412 0,0-5-96 0,0-4-216 15,4-6-112-15,-1 0-56 0,5 0-100 16,5-9-160-16,-2-4-229 0,6-6-887 0,-6 3-2528 15,6-12-3589-15</inkml:trace>
  <inkml:trace contextRef="#ctx0" brushRef="#br0" timeOffset="9733.668">20367 3238 1828 0,'0'0'8360'15,"0"0"-6891"-15,4 76 107 0,-4-41 716 16,-4 10-4-16,4 2-332 0,0 4-408 0,0 6-443 15,4 4-437-15,1 2-256 0,2 6-124 16,-3 5-132-16,0 5-80 16,-4-3-76-16,0 1-80 0,-4-4-76 0,0-10-72 15,-3-5-16-15,-2-8 4 0,-3-6-28 16,5-5-56-16,-6-7-40 16,5-10-25-16,1-6-27 0,3-7 16 0,4-6-52 15,0-6-108-15,0-13-484 0,0-6-612 16,8-12-392-16,3-12-376 0,-2 12-1713 15,2-39-3599-15</inkml:trace>
  <inkml:trace contextRef="#ctx0" brushRef="#br0" timeOffset="9967.247">20475 3260 820 0,'0'0'10405'15,"0"0"-9097"-15,0 0-824 0,0 0 372 0,71-83 536 16,-46 62-224-16,3-2-480 0,0 4-392 15,3 3-184-15,1 7-24 0,0 6-12 0,-4 3-72 16,0 0 68-16,-9 12-20 0,2 7-44 16,-10 4 40-16,-7 6-36 0,-4 5 260 15,-8 4 272-15,-7 0-188 0,-13 6-124 16,-4 2-32-16,-4-2-128 0,-4 3 24 16,-7-5-44-16,2-2 16 0,2 0-68 15,7-12-172-15,0 0-528 16,8-9-520-16,12-9-620 0,4 0-2928 0,5-10-5817 0</inkml:trace>
  <inkml:trace contextRef="#ctx0" brushRef="#br0" timeOffset="10116.249">21312 3740 11805 0,'0'0'8112'0,"0"0"-7112"0,0 0-988 16,0 0-12-16,-81 12-648 0,53-8-12 15,2-1-284-15,5 1-2084 16,-14-2-7161-16</inkml:trace>
  <inkml:trace contextRef="#ctx0" brushRef="#br0" timeOffset="11518.923">4642 5257 10332 0,'0'0'4937'0,"0"0"-3541"15,0 0-1136-15,0 0-148 0,0 0 396 16,0 0 680-16,95 35-36 0,-55-22-308 16,8-4-260-16,-1 1-196 0,5-3-107 0,-5-2-73 15,-2 2-140-15,-6-3-68 16,1-4-8-16,-3 0-100 0,-9 0-184 15,-1 0-73-15,-3-4-99 0,-8 1-168 0,-4-1-188 16,-5 4-400-16,-7 0-852 0,0 0-1912 16,-19 0-2749-16</inkml:trace>
  <inkml:trace contextRef="#ctx0" brushRef="#br0" timeOffset="11682.433">4561 5613 6624 0,'0'0'7297'0,"0"0"-6473"0,0 0-708 15,0 0-116-15,0 0 856 16,104 19 212-16,-60-16 224 0,8-3-124 0,3 0-384 16,1-3-308-16,0-3-220 0,0-4-256 15,-4-3 0-15,-1-2-84 0,-2-5-320 16,-2-1-180-16,-7-2-156 0,0-3-160 16,-4-2-640-16,-8 9-892 0,-4-19-2985 0</inkml:trace>
  <inkml:trace contextRef="#ctx0" brushRef="#br0" timeOffset="11966.182">5132 4966 5564 0,'0'0'6601'0,"0"0"-5069"0,0 0-1176 16,0 0 188-16,0 0 428 0,0 0 360 15,95-10-168-15,-67 13-92 16,8 4-296-16,0 5-324 0,3 1-208 0,2 6-12 15,-2 0-232-15,1 6-52 0,-12 7-180 16,0-1 64-16,-4 8-16 0,-9 6-36 16,-2-1 12-16,-13 7-88 0,0 3 100 15,-9-1-48-15,-6 8 48 0,-9-1 24 16,-4-3 84-16,-4 4 40 0,-4-5-64 0,-3 2 0 16,-2-7-84-16,1-4-28 0,-3-5-60 15,6-7-288-15,2-10-520 16,7-6-784-16,8-9-2073 0,-4-10-4487 0</inkml:trace>
  <inkml:trace contextRef="#ctx0" brushRef="#br0" timeOffset="13214.704">7072 5073 260 0,'0'0'10697'16,"0"0"-8517"-16,0 0-948 0,0 0-320 0,0 0 148 15,0 0-16-15,0 0-116 16,0 0-104-16,0 0-220 0,0 0-140 15,107-19-112-15,-62 13-68 0,2-4-56 0,1-2-68 16,-1-4-52-16,2 3-96 0,-6-6-4 16,1 2-4-16,-4 3-4 0,-1-2-4 15,-3-1-68-15,-4 6-12 0,-4 0-100 16,-4 5 28-16,-4-1-16 0,-4 7-24 16,0 0 28-16,-4 13-56 0,0 4 20 15,-4 8 204-15,0 7 12 0,-1 12 84 16,-3 7 0-16,1 9 64 0,-1 4 36 0,0 8 60 15,-4 5-212-15,4-1-40 0,-4 0 40 16,0-3 8-16,-4-3 56 16,0-7 88-16,0-5-28 15,-1-8-44-15,5-5-76 0,0-6 24 0,0-14-60 16,0-3-12-16,0-13-12 0,0 1-84 0,5-10-40 16,-5 0-228-16,4 0-172 0,-4 0-208 0,0-7-228 15,-9 0-364-15,5-1-1196 16,-15-11-4301-16</inkml:trace>
  <inkml:trace contextRef="#ctx0" brushRef="#br0" timeOffset="13397.612">7430 5648 14573 0,'0'0'2516'0,"0"0"-1588"0,0 0-620 15,0 0 652-15,0 0 276 0,108-38-408 16,-80 26-231-16,8-5-281 0,-4-3-184 0,-1 6-132 15,1-2-212-15,-4 0-301 16,0 4-275-16,-4 1-276 0,-8 8-548 0,-9 3-1244 16,-3 3-3133-16,-8 16-3370 0</inkml:trace>
  <inkml:trace contextRef="#ctx0" brushRef="#br0" timeOffset="13564.593">7374 6004 1812 0,'0'0'11789'0,"0"0"-9701"0,0 0-1272 15,0 0 8-15,0 0 436 0,0 0-300 16,0 0-80-16,0 0-88 0,0 0-184 0,97-16-123 16,-54-4-193-16,9-5-220 15,-5-1-72-15,2-2-316 0,-2 0-180 16,-3 2-113-16,0 1-183 0,0 3-272 0,-4 2-1020 16,-9 8-1976-16,9-4-4681 15</inkml:trace>
  <inkml:trace contextRef="#ctx0" brushRef="#br0" timeOffset="14507.889">9753 4810 520 0,'0'0'796'0,"0"0"1788"0,0 0 3044 15,0 0-3447-15,0 0-405 0,0 0-504 16,0 0 8-16,0 0-264 0,8 74-48 15,-4-34-116-15,-4 11-164 0,0 6-176 0,0 7-36 16,-4 1-48-16,-7 3-88 0,-6 1-72 16,-3 1-144-16,1 0-64 0,-6-5-12 15,-3-12 73-15,0-9 15 0,4-5-16 16,1-11-120-16,-5-3 12 0,0-6-12 16,0-2-60-16,4-9-220 0,-4-4-97 15,9-4 13-15,-1-4 20 0,8-8-80 16,-1-7-128-16,2-2 64 0,2-6 20 0,1-4 108 15,5-1 92-15,-5-3 92 0,4 4 68 16,0-1 20-16,4 9 88 0,0 4 12 16,4 3 136-16,4 7 76 0,3 0-4 15,6 2-8-15,7 4 8 0,-1 3 76 16,9 0 108-16,5 6 0 0,2 7 0 16,1 0-40-16,0 2-96 0,-4 1-84 0,0 3-88 15,-5 0-20-15,-3 1-76 16,-3-1-96-16,-6-1-244 0,5 2-100 15,-9-1 12-15,6-6-172 0,-1-1-172 16,-5 1-180-16,6-7-644 0,-1 0-932 0,-1-6-1821 16,5 0-1643-16</inkml:trace>
  <inkml:trace contextRef="#ctx0" brushRef="#br0" timeOffset="14772.967">10661 4956 6596 0,'0'0'6745'0,"0"0"-5461"0,0 0-768 0,0 0-24 15,-84 95 364-15,61-48 424 16,-1 8-180-16,-4 2-156 0,8 3-260 0,1 4-124 16,6-1-96-16,1-3-75 0,9 0-85 0,-1-5-148 15,4-11-148-15,11-6-8 16,1-12-48-16,12-8-8 0,0-5 52 15,8-7-40-15,0-6-176 0,0-6-157 0,3-7-143 16,-3-5-188-16,0-8-212 0,-4 1-544 16,-8-4-932-16,-8 7-2709 0,-8-9-4595 15</inkml:trace>
  <inkml:trace contextRef="#ctx0" brushRef="#br0" timeOffset="14948.714">10482 5410 288 0,'0'0'12253'0,"0"0"-9989"0,0 0-1608 16,0 0-380-16,0 0 392 0,0 0 504 0,0 0 172 16,0 0-228-16,0 0-348 15,104 51-400-15,-68-61-188 0,3 1-180 0,1-7-376 0,-3 3-220 16,6-6-336-16,-7 3-272 16,4-1-864-16,-13 6-2944 0,10-5-5513 15</inkml:trace>
  <inkml:trace contextRef="#ctx0" brushRef="#br0" timeOffset="15458.861">11279 5064 1772 0,'0'0'9008'0,"0"0"-6583"16,0 0-561-16,92 0-92 16,-57 0-124-16,2 0-220 0,2-3-440 0,1-7-356 15,4 1-255-15,-4-7-217 0,3-7-148 16,-2 1-12-16,-5 0-112 0,3-3-265 16,-7 0-119-16,0 0-104 0,-8 2-96 0,0 7-212 15,-9 0-488-15,-7 7-896 0,1 5-1784 16,-9 4-1309-16</inkml:trace>
  <inkml:trace contextRef="#ctx0" brushRef="#br0" timeOffset="15652.125">11645 4972 600 0,'0'0'7796'0,"0"0"-5572"0,0 0-731 0,-39 79-201 16,35-44 168-16,-5 7 64 0,9 2-244 0,0 7-140 16,0-1-124-16,0 5-124 0,0-2-296 15,0 1-256-15,0-3-204 16,0-3-136-16,0-7-96 0,0-6-244 0,0-10 36 15,5-6-84-15,-1-9-200 0,0-1-108 16,0-5-264-16,0-1-616 0,3-3-928 16,-7-3-1469-16,0-7-587 0,0 0-932 0,0-5 5492 15</inkml:trace>
  <inkml:trace contextRef="#ctx0" brushRef="#br0" timeOffset="15773.676">11614 5528 1880 0,'0'0'6468'0,"0"0"-2403"0,0 0-2305 15,0 0-496-15,0 0 304 0,0 0-156 16,84-39-220-16,-60 34-324 0,-1 0-272 15,-3-1-216-15,4 3-232 0,0 0-148 0,-4-3-60 16,0 2-184-16,0-2-304 0,-1 6-380 16,-6 0-236-16,-5 0-324 15,-8 6-936-15,0 4-2041 0,-8 15-863 0</inkml:trace>
  <inkml:trace contextRef="#ctx0" brushRef="#br0" timeOffset="15935.591">11653 5740 1016 0,'0'0'7840'0,"0"0"-5155"0,0 0-1021 0,0 0-556 15,0 0 28-15,0 0 20 0,0 0 136 16,0 0 188-16,0 0-308 0,120 23-380 16,-72-30-316-16,8-2-135 0,-1-7-89 0,1-4-80 15,0-5-172-15,4-4-220 0,-8-2-180 16,4-7-233-16,-9-3-339 0,1-3-340 16,-4-2-828-16,-12 12-2796 0,3-14-4405 15</inkml:trace>
  <inkml:trace contextRef="#ctx0" brushRef="#br0" timeOffset="16131.226">12383 4788 10888 0,'0'0'2001'0,"0"0"-485"16,0 0 364-16,0 0-88 15,87 91-144-15,-59-53-232 0,-3 1-299 0,-2-1-513 16,1-6-504-16,-4-4-100 0,4-5-400 15,-1-11-84-15,5-3-89 16,0-9-195-16,0 0-308 0,4-12-572 0,-12-1-1176 16,12-15-3653-16</inkml:trace>
  <inkml:trace contextRef="#ctx0" brushRef="#br0" timeOffset="16297.981">12837 4734 1472 0,'0'0'12141'16,"0"0"-10281"-16,0 0-940 0,0 0 164 15,-99 44-256-15,71-15 12 0,-8 6 188 0,3 2-408 16,-2 5-312-16,3 3-200 16,0-1-108-16,0 0-40 0,0-2-412 15,4-2-452-15,0-1-472 0,5-1-836 16,7-9-2804-16,-8 6-4409 0</inkml:trace>
  <inkml:trace contextRef="#ctx0" brushRef="#br0" timeOffset="16910.436">15108 5035 1108 0,'0'0'340'0,"0"0"8304"16,0 0-6327-16,0 0-861 0,0 0-368 0,0 0 144 16,-44 89-56-16,20-54-188 0,-8 3-100 15,0 0-276-15,0 0-196 0,1 0-84 0,6-2-64 16,6-11-136-16,3-6-20 0,8-3-104 15,8-7-8-15,0 1-4 16,4-4 4-16,12 4 76 0,4-1 20 0,8 4-88 16,3-4-4-16,1 2 0 0,4-3 4 15,-3 3-4-15,-1 1 8 0,-9-3-8 16,-3 1 8-16,-5 3 64 0,-2-1-4 0,-5 4-24 16,-4 3 60-16,-1-3 4 15,-3 6-3-15,0-3 23 0,-3 0-44 16,-9-3-88-16,-1 1 12 0,2-9 0 0,-1 3-12 15,4-9-80-15,-4-2-137 16,0 0-135-16,4 0-88 0,0-7 4 16,-4-1-80-16,9-9-364 0,-1-2-428 0,-1-3-488 15,5-6-680-15,0-1-1769 0,9 7-1855 16,6-14 3280-16</inkml:trace>
  <inkml:trace contextRef="#ctx0" brushRef="#br0" timeOffset="17239.619">15442 5331 248 0,'0'0'10697'15,"0"0"-8085"-15,0 0-952 0,0 0 0 0,88 44-52 16,-72-25-120-16,-12 3-148 0,0 4-283 16,-4 2-257-16,0-2-124 0,0-5-324 15,4 2-280-15,-4-7-72 0,4-4-120 16,0-5-36-16,4-1 20 0,0-6-56 16,4 0-124-16,0-6-8 0,4-3-112 0,0-10-196 15,3 0-49-15,2-4-195 16,-5-3-312-16,3 1-32 0,-2 0 128 15,-2-3 224-15,-2 2 216 0,-2-2 72 0,-3 2 72 16,1 3 508-16,-5 4 120 0,-1 4 360 16,-3 5 316-16,4 7-80 0,-4 3-68 15,4 0-124-15,0 10-28 0,0 2 180 16,5 7 36-16,-2 6-160 0,1 5-16 0,5 1-60 16,-6 4 60-16,1-6-63 0,0-1-253 15,0-6-220-15,0 1-132 0,4-7-381 16,0 0-107-16,0-7-36 15,-1-4-164-15,6 2-548 0,-2-7-988 0,-2 0-2336 0,6-7-3765 16</inkml:trace>
  <inkml:trace contextRef="#ctx0" brushRef="#br0" timeOffset="17452.358">16340 5321 4940 0,'0'0'8121'0,"0"0"-5601"16,0 0-1152-16,0 0-276 0,0 0 4 15,0 0-124-15,-69 76 124 16,50-41-195-16,-1 3-309 0,8-3-132 0,3 0-108 16,5-9-172-1,4-7-180-15,4-6-132 0,13-8-244 0,-2-5 88 16,13-3 56-16,0-12-48 0,4-9-144 0,4-9-221 16,0-6-291-16,0-2-648 0,0-4-656 0,-4 1-944 0,-8 13-1793 15,4-24-1887-15</inkml:trace>
  <inkml:trace contextRef="#ctx0" brushRef="#br0" timeOffset="17780.544">16705 4747 6400 0,'0'0'4204'0,"0"0"-1663"15,0 0-1193-15,0 0-440 0,0 0 164 0,0 0 84 16,0 0 176-16,-15 85-204 0,7-44-296 16,4 7-92-16,-1 6 77 0,-2 3-249 0,-1 3-232 15,4 4-152-15,-5-4-112 16,2 1-72-16,3-7-8 0,4-7-208 15,0-9-148-15,8-16 180 0,4-6 64 0,4-6-72 16,4-7-124-16,0-3-12 0,3-3-25 16,-2-7 61-16,-1-2 12 0,-1-1 108 15,-3 0 100-15,-8 4 64 0,0 5 8 16,-4 4 64-16,1 4 280 0,-5 5 188 16,0 7-43-16,3 6-137 0,-3 3-112 15,0 7-44-15,0-3 8 0,0-1 88 16,4-2-52-16,4-7-144 0,0-3-96 0,4-10-80 15,4-2-184-15,0-4-28 0,3 0-132 16,2-13-96-16,3 0-161 16,-5-6-231-16,5 0-508 0,-3-3-980 0,-10 5-2288 15,2-8-3709-15</inkml:trace>
  <inkml:trace contextRef="#ctx0" brushRef="#br0" timeOffset="18316.78">17686 5461 6672 0,'0'0'6405'16,"0"0"-4337"-16,0 0-796 15,0 0-460-15,84 0 560 0,-36 0 64 16,11 0-192-16,5 0-491 0,4-7-289 16,-4 1-236-16,-1-4-228 0,1 1 0 0,-4-7-60 15,0-6-120-15,-1-1-160 16,1-5-209-16,-9-1-215 0,-2 2-104 0,-10 0-420 16,-7-1-796-16,-12 9-1992 0,-12-10-2537 15</inkml:trace>
  <inkml:trace contextRef="#ctx0" brushRef="#br0" timeOffset="18500.267">18295 5035 7248 0,'0'0'1752'0,"0"0"717"0,0 0-1085 0,-15 93-60 16,10-46 304-16,5 4 220 0,-4 2-208 16,0 8-428-16,-3-4-540 0,-1-3-404 15,-1-2-268-15,2-12-36 0,7-8-320 16,0-9 40-16,0-14 24 0,3-9-272 0,14 0 40 15,2-19-264-15,5-8-312 0,8-6-340 16,4-9-1136-16,-8 4-1989 0,16-22-1583 16</inkml:trace>
  <inkml:trace contextRef="#ctx0" brushRef="#br0" timeOffset="19363.191">18758 4797 1828 0,'0'0'9293'15,"0"0"-7049"-15,0 0-952 0,0 0-208 16,0 0 72-16,0 0 144 0,-8 87-192 15,0-37 20-15,-1 13-264 16,6 4-59-16,-5 5-57 0,0 2-104 16,4-5-248-16,-4 2-164 0,0-8-232 0,4-6-84 0,0-10-64 15,4-8-92-15,0-10 48 0,8-11 68 16,3-11-8-16,6-4-48 0,-2-3-88 16,6-10-8-16,7-5-76 0,-4-12 35 0,0 2-83 15,3-6 96-15,-3 3 48 16,-4-1 60-16,-1 4 0 0,-2 3 64 15,-6 9 80-15,-2 3 52 0,-1 10 132 0,-8 3 296 16,4 7 156-16,-4 6-15 0,0 3-181 16,0 6-132-16,0-3-100 0,0 3-32 15,0-6-4-15,4 0-32 0,-1-5-88 16,6-5-96-16,3-7-184 0,-1 3-72 0,6-5 88 16,3-7-53-16,-1-5-159 0,5-7-316 15,4 0-528-15,0-4-692 16,0 1-196-16,0 0-208 0,-1 6-93 0,-3 3 645 15,1 3 940-15,-5 4 924 16,-9 6 728-16,1 0 644 0,-3 0 413 0,-5 4 303 16,-4 5 140-16,0 1-288 0,0-1-468 0,-4 7-332 15,-5-4-152-15,-3 8-111 16,1-5-161-16,-2 2-220 0,6-2-168 0,-1-3-124 16,-1-1-204-16,5-5 0 0,4-3-108 15,0-3-52-15,0 0-116 16,9 0 84-16,-1-3 20 0,3 0 16 15,6-7-40-15,-2 4-44 0,5-11-28 0,1 5 47 16,2-7 29-16,1 0 92 0,4 0 28 16,0-3-340-16,0-7-88 15,4 0-160-15,3-3-176 0,5-1 36 16,1-9-292-16,-2 1-188 0,-3-7 4 0,-1-3-20 16,-3 0 160-16,-8-3 620 0,1 6 516 15,-10 1 540-15,-2 12 536 0,-6 6 92 0,-3 14 172 16,0 5 64-16,0 10-264 0,-4 0-400 15,5 13-52-15,-5 6 240 0,4 6-112 16,-1 14-316-16,1 5-123 0,0 7-73 16,4 5 32-16,4 1 476 0,0 1-64 0,-1-1-412 15,2-3-324-15,-1-6-12 0,-4 0-216 16,4-7-108-16,-4-4-28 16,-1-7 88-16,-2-8 20 0,-1-6 88 0,-4-4-96 15,0-5-52-15,-4-1-72 0,-8-6-97 16,-4 3-75-16,0-3-328 0,-8 0-128 15,0-3 328-15,-3-3 196 0,2-4-80 0,1 1 40 16,-4-4 296-16,4 0 148 0,1-3 76 16,3-3 140-16,3 6-68 15,6-3 116-15,11 7 120 0,0-1-20 0,11 1-140 16,13-4 296-16,8 0 244 0,9-2-36 16,6-1-128-16,1-3-48 15,8-3-220-15,-5 2-216 0,2 1-40 16,-6 4-424-16,-3-1-504 15,-4 0-364-15,-5 3-924 0,-10 4-3353 0,3-1-4963 0</inkml:trace>
  <inkml:trace contextRef="#ctx0" brushRef="#br0" timeOffset="19981.968">21602 4705 6732 0,'0'0'4581'0,"0"0"-2225"16,0 0-396-16,0 0-768 0,0 0 372 0,92 42 104 0,-40-28-364 15,15 0-391-15,10-8-345 16,2-6-276-16,5-6-112 0,0-3-168 16,-5-8-12-16,-3 2-48 0,-9-2-168 0,-3-2-172 15,-12 7-280-15,-12-1-229 0,-5 4-327 16,-14 2-580-16,-10 4-908 0,-7 0-1769 0,-8 3-1167 15</inkml:trace>
  <inkml:trace contextRef="#ctx0" brushRef="#br0" timeOffset="20148.059">22196 4784 2520 0,'0'0'576'0,"0"0"5360"0,-80 54-3843 16,60-25-413-16,1 9 12 0,6 6-104 16,2 14-88-16,7 5-192 0,4 7-132 15,-4 6-392-15,4 4-224 16,-8-4-136-16,3 0-299 0,-2-9-125 0,3-14-253 0,0-8-187 15,4-13 4-15,0-10 20 16,0-9-148-16,4-7-304 0,0-6-580 16,3 0-1120-16,-2-6-2373 0,-1-13-3515 0</inkml:trace>
  <inkml:trace contextRef="#ctx0" brushRef="#br0" timeOffset="20294.739">21993 5401 2964 0,'0'0'10217'16,"0"0"-7849"-16,0 0-1488 0,0 0-56 15,0 0 760-15,99-29-248 0,-67 23-372 0,5-1-516 16,2 1-448-16,-3 0 0 0,-4 2-204 0,0 1-296 16,-4 3-184-16,-8 0-296 15,-5 0-252-15,-11 10-512 0,-4 6-920 16,0-4-1797-16,-23 17-575 0</inkml:trace>
  <inkml:trace contextRef="#ctx0" brushRef="#br0" timeOffset="20446.886">22073 5626 1656 0,'0'0'824'16,"0"0"4340"-16,-80 60-2536 0,56-41-771 0,4 4-477 15,12-8-64-15,4 1-96 0,4 0-116 16,9 3-200-16,10-3 48 16,13 0 136-16,12-3-160 0,7-4-232 0,13-9-151 15,4-3-253-15,4-13-292 0,3-9-12 16,-3-11-268-16,-4 2-241 0,-4-8-163 16,-5-2-192-16,-3-1-448 0,-20 8-1280 0,7-18-4189 15</inkml:trace>
  <inkml:trace contextRef="#ctx0" brushRef="#br0" timeOffset="20646.476">22989 4521 4608 0,'0'0'9065'15,"0"0"-7321"-15,0 0-412 0,55 70 480 0,-34-38 16 16,-6 2-283-16,-2 1-661 0,2 1-508 15,-2-8-376-15,2-3-84 0,2-3-388 16,7-9-160-16,-5-6-157 0,9-7-111 16,4-7-524-16,0-8-968 0,-4-5-2104 0,7-12-1717 15</inkml:trace>
  <inkml:trace contextRef="#ctx0" brushRef="#br0" timeOffset="20800.083">23475 4479 5136 0,'0'0'612'0,"0"0"5973"0,0 0-4849 16,0 0-712-16,0 0-44 0,-96-28 96 15,68 41-144-15,-4 12-220 0,-3 7-144 0,-1 8-28 16,-8 12-112-16,0 2-112 16,-4 3-60-1,5-3-60-15,3-3-196 0,4-3-136 0,5-8-548 16,3-1-380-16,7-4-368 0,5-6-892 0,8-11-2861 0,0-2-4951 16</inkml:trace>
  <inkml:trace contextRef="#ctx0" brushRef="#br0" timeOffset="21033.089">23890 5134 11461 0,'0'0'7380'0,"0"0"-5580"15,0 0-1436-15,0 0-12 0,0 0-48 16,95 0 1-16,-63-6-281 0,0-1-24 0,4-3-449 16,3 2-219-16,-7-3-224 0,0 5-544 15,-8-1-1256-15,-8 5-3445 0</inkml:trace>
  <inkml:trace contextRef="#ctx0" brushRef="#br0" timeOffset="21198.218">23750 5372 7264 0,'0'0'9017'16,"0"0"-6993"-16,0 0-1640 0,0 0 20 0,0 0 344 16,0 0 512-16,0 0-47 0,0 0-365 15,84 44-412-15,-41-44-208 0,9-9-228 16,0-1-72-16,0 1-364 0,0-1-432 16,-4 0-385-16,-9 3-1047 0,-7 5-2796 0,-4-1-6065 15</inkml:trace>
  <inkml:trace contextRef="#ctx0" brushRef="#br0" timeOffset="21782.613">25009 4394 5824 0,'0'0'6537'0,"0"0"-5093"16,0 0-812-16,0 0 328 0,0 0 660 15,0 0 64-15,-36 90-688 16,12-46-448-16,-8 10-244 0,-3 2-60 0,-5 4-36 15,3 1 24-15,6-7-48 0,4-3-76 16,2-6-108-16,9-5-52 0,1-4-120 16,2-8-108-16,9-3 0 0,0-6 72 15,0-3 16-15,4-5-80 0,0-3-104 16,8-2 104-16,0 5 28 0,4 1 48 16,0 7 84-16,1 2 68 0,-2 9 44 0,1 8 108 15,0 3 116-15,-4 6 156 0,-4 4-88 16,4 1 64-16,-4-2 8 0,-4 4-44 15,0-3-316-15,0-3-4 0,4-4-12 0,0-6-88 16,4-3-300-16,3-9-432 16,2-4-240-16,2-6-412 15,-2-4-996-15,2-6-3137 0</inkml:trace>
  <inkml:trace contextRef="#ctx0" brushRef="#br0" timeOffset="22420.894">25447 4772 4772 0,'0'0'796'0,"0"0"5221"0,0 0-4049 0,0 0-596 16,0 0-24-16,0 0 132 0,0 95-232 15,0-53-268-15,0 5-308 0,-4 0-208 16,0 1-124-16,0-1-84 0,4-2-188 16,-3-3-68-16,3-7-8 0,0-4-296 0,0-5-220 15,3-5-304-15,5-2-288 16,0-5-676-16,1-5-2332 0,6-2-3477 0</inkml:trace>
  <inkml:trace contextRef="#ctx0" brushRef="#br0" timeOffset="22660.073">26145 5426 7068 0,'0'0'6053'0,"0"0"-4337"15,0 0-1152-15,0 0-60 0,0 0 588 0,-8 77 196 16,-1-63-660-16,-2 5-628 16,-1 1-184-16,0-1-296 0,-4 0-104 15,0 0-196-15,4 0-200 0,0-3-468 0,0-3-1064 16,4-1-2893-16</inkml:trace>
  <inkml:trace contextRef="#ctx0" brushRef="#br0" timeOffset="23313.97">27013 4677 10044 0,'0'0'2165'16,"0"0"-505"-16,0 0-16 15,24 89-40-15,-24-52-84 0,0 5-216 0,-11 2-656 16,-2 3-236-16,-7 2-60 0,0-5-96 15,-4 4-36-15,-4-8-87 0,4-1-21 16,-4-7-100-16,5-4-4 16,-1-6 4-16,4-6 36 0,0-6 0 0,4-4-48 15,-4-3-64-15,4-3-120 0,-4 0-133 0,5-3-107 16,-2-6 20-16,6-1 16 0,-2-3-40 16,5 4 48-16,1-7-36 0,7 0-64 15,0 4 60-15,0-5 52 0,7 5 104 16,1-1 116-16,8 4 148 15,1 6 260-15,-2 0 260 0,6 3 96 0,2 0-124 16,1 0-100-16,4 6-60 0,-4 3 92 0,4-2-56 16,0 2-28-16,0 0-12 15,0 1-108-15,4 0-139 0,-5-4-81 16,-3-3-281-16,4 1-279 0,-4-4-256 16,4 2-288-16,-9-2-524 0,2 0-1220 0,-5 4-3793 15</inkml:trace>
  <inkml:trace contextRef="#ctx0" brushRef="#br0" timeOffset="23492.514">27408 5238 4500 0,'0'0'7365'0,"0"0"-4941"16,0 0-1476-16,0 0-144 0,0 0 376 16,0 76 192-16,-8-56-216 0,-5-1-424 0,2-4-500 15,-1 5-232-15,-4-1-100 0,-1-3-316 16,-2 3-256-16,3 0-92 0,-7-3-112 0,2-1-468 15,-3 2-988-15,9-9-1973 16,-9 3-2355-16</inkml:trace>
  <inkml:trace contextRef="#ctx0" brushRef="#br0" timeOffset="23863.663">28113 5016 8656 0,'0'0'6137'0,"0"0"-5141"16,0 0-996-16,0 0-140 0,0 0 140 15,0 0 316-15,0 0-144 0,0 0-172 16,75-6-360-16,-43-3-220 0,5-4-256 15,-10 3-972-15,21-7-3405 0</inkml:trace>
  <inkml:trace contextRef="#ctx0" brushRef="#br0" timeOffset="23978.324">28874 4956 1864 0,'0'0'10745'0,"0"0"-9125"0,0 0-1596 16,0 0-24-16,0 0-444 15,79-45-332-15,-62 37-712 0,6-6-3013 0</inkml:trace>
  <inkml:trace contextRef="#ctx0" brushRef="#br0" timeOffset="24131.77">29316 4877 7736 0,'0'0'6485'0,"0"0"-4997"0,0 0-1064 15,0 0 728-15,0 0 332 0,0 0-416 0,0 0-540 16,0 0-380-16,0 0-148 15,84-10-388-15,-61 4-656 0,-2-1-524 0,-5 1-800 16,7-4-3969-16</inkml:trace>
  <inkml:trace contextRef="#ctx0" brushRef="#br0" timeOffset="24490.516">30352 5042 4924 0,'0'0'9041'16,"0"0"-8053"-16,0 0-712 0,0 0-60 15,0 0 500-15,59 72 460 16,-59-43 160-16,-15 0-540 0,-5 2-220 0,0 4-148 16,-4-3-220-16,0-4-124 0,-4-2-76 15,9-3-8-15,-5-9-168 0,3 0-372 16,1-4-132-16,5-7-52 0,-2-3-68 0,6-3-352 15,3-10-844-15,0 2-2353 16,8-16-3899-16</inkml:trace>
  <inkml:trace contextRef="#ctx0" brushRef="#br0" timeOffset="24916.2">31165 4426 6260 0,'0'0'6117'16,"0"0"-4473"-16,32 63-784 0,-28-28-52 0,3 7 644 15,-7 2 44-15,0 3-132 16,-4-2-448-16,-3 2-452 0,-5 5-176 0,0-5-79 16,-8 3-113-16,-8-1-96 0,-4 1-4 15,1 1-189-15,-10-3-111 0,2-4 36 16,-1-6 96-16,4-6 4 0,3-7-28 0,10-9 12 15,-1-10 64-15,0-2-112 0,5-4-124 16,2 0-172-16,1-10 124 0,1-3-4 16,3-2 76-16,3-5-200 0,5-5-164 15,4-3-308-15,4-8-80 0,9 1-336 16,-2 1 116-16,10-1 520 0,-6 10 784 16,1 6 76-16,4 9 632 0,-4 3 108 15,4 7 92-15,4 7 80 0,0 3-44 0,4 5-140 16,4 5-304-16,3 5-176 15,-3 0-28-15,4 3 88 0,0 2-36 0,4-5-164 16,0 2-172-16,4 0-12 0,-1-5 0 16,6 0-184-16,-2 0-372 15,1-3-164-15,-1 0-4 0,-2 0-248 0,-17-6-1408 16,11-1-4633-16</inkml:trace>
  <inkml:trace contextRef="#ctx0" brushRef="#br0" timeOffset="25919.479">31197 3542 9732 0,'0'0'4873'0,"0"0"-3665"15,0 0-884-15,0 0 208 16,0 0 536-16,0 0 240 0,35 84-216 0,-22-50-240 16,-5 8-232-16,3 2-155 0,2 4 19 0,-6 0-60 15,1 2-40-15,-4 4-104 0,0-6-124 16,0 3-152-16,-4-10-4 0,0-3-52 15,0-3-152-15,0-10-100 0,0-6-44 0,5-6-4 16,-2-6-24-16,1-1-113 16,0-6-79-16,4 0-152 0,-4-6-296 15,1-7-712-15,2-9-988 0,1 5-1925 0,-4-14-1907 16</inkml:trace>
  <inkml:trace contextRef="#ctx0" brushRef="#br0" timeOffset="26155.013">31309 3523 1948 0,'0'0'2932'0,"0"0"1512"0,0 0-2623 0,0 0-765 16,0 0-8-16,0 0 336 15,0 0-352-15,0 0-236 0,0 0-36 0,0 0 80 16,83-18-136-16,-63 25-296 0,-5 2-164 16,2 0-96-16,-6 1-96 0,-2-1-52 15,-5 5-48-15,0-6 40 0,-4 5 8 16,-4-1 0-16,-9 2 0 0,-2 2-48 15,-2-1-52-15,-6-2-108 0,3 0-112 16,-4-3-112-16,0-1 0 0,4-6-136 0,-4 0-68 16,4 0-192-16,1-3-444 15,2 0-688-15,6-6-1321 0,2-1-2439 16</inkml:trace>
  <inkml:trace contextRef="#ctx0" brushRef="#br0" timeOffset="26533.585">31591 3182 380 0,'0'0'10524'0,"0"0"-8443"0,0 0-1025 16,0 0-80-16,12 85 520 0,-8-57-264 15,-4 0-316-15,0 5-612 0,0-7-288 16,0 2-16-16,0-6-148 0,0-3-272 15,0 0-184-15,0-3-32 0,4-7 100 16,0-2 84-16,0-4-76 0,4-3-100 16,0 0 60-16,-1 0 300 0,2-10 168 0,3 1-64 15,-5-7 100-15,10 0 64 0,-6-3 8 16,6 0 120-16,-6 3 72 0,6 0 56 16,-6 1-92-16,1 2 52 0,1 3 136 0,-6 1-52 15,1 6-72-15,-3-1 8 16,2 4-96-16,-3 0-64 0,-4 4 28 0,4 8 120 15,-4-2 88-15,0 9-100 0,0-3-132 16,0 6-80-16,0-3-288 16,0 3 12-16,0 0-652 0,0-3-284 0,0 0-736 15,0-3-2409-15,0 0-2419 0</inkml:trace>
  <inkml:trace contextRef="#ctx0" brushRef="#br0" timeOffset="26728.299">31826 3749 7564 0,'0'0'5885'0,"0"0"-3821"0,0 0-1488 16,0 0-308-16,0 0 616 0,0 0 600 0,0 0-368 16,0 0-368-16,104-9-456 0,-76 3-232 15,4-5-60-15,4 5-264 16,-5-6-468-16,5-1-472 0,0 0-480 0,-12 4-1260 15,12-13-4057-15</inkml:trace>
  <inkml:trace contextRef="#ctx0" brushRef="#br0" timeOffset="26935.241">32424 3394 5852 0,'0'0'2184'0,"0"0"2141"0,0 0-3493 15,0 0-260-15,0 0 820 0,0 0 492 16,15 85-396-16,-15-52-556 0,0 1-392 16,0 2-112-16,0-2-88 0,0 4-220 0,0-3-120 15,0-1-160-15,0-5-292 16,-3 1-196-16,3-9-212 0,0-5-324 0,3-3-428 16,6-7-1340-16,7-6-3421 0</inkml:trace>
  <inkml:trace contextRef="#ctx0" brushRef="#br0" timeOffset="27732.743">32767 3991 12105 0,'0'0'3028'0,"0"0"-2436"16,0 0-516-16,31-79 492 0,-10 51 488 16,2-5-336-16,5-2-436 15,0 7-284-15,0 3-88 0,0 2 76 0,0 4-72 0,-4 7 72 16,-5 1 12-16,-6 5 60 16,-6 3 100-16,1 3 0 0,-8 0 52 15,4 0-4-15,-4 6-24 0,0 4-48 0,-4 2 168 16,0 11 64-16,-3 2-136 0,-6 6-84 15,-2 8-148-15,3 5-84 16,-4 5 80-16,0 5-12 0,-4-4-92 0,0-3 100 16,0 2 8-16,0-6 8 0,4-4-8 15,4-11-68-15,4-2-152 0,4-4-76 16,1-6 52-16,3-4-28 0,0-5-96 16,0-4-164-16,3-3-112 0,5 0-164 0,4-3 44 15,4-4 348-15,-4-2 264 16,4 2 64-16,-4 4 12 0,-5 0 76 0,2 3 280 15,-5 0 196-15,0 10 92 0,0-1-108 16,-4 4-172-16,4 3-80 0,-1 0-64 16,1-1-144-16,1 5-60 0,-1-1 12 15,0 3-40-15,4 0 88 0,-1 3 12 16,2 1 40-16,-5 0-44 16,4 2 108-16,-5 1 8 0,5-1 148 0,-4-2-84 15,5-1-68-15,-5-3-116 0,3 0-8 0,1 1-52 16,-3-4 44-16,3 3 8 0,-1 4-8 15,1-1 12-15,-4 0-60 16,4 8 64-16,-8-3-4 0,4 3 84 0,-4 1-80 16,0 5-4-16,0-5 124 0,-7 4-24 15,2 1-16-15,-3-2 116 0,-3-2 8 16,3-3-36-16,-1-3-164 0,-2-1 76 0,3-3-84 16,-5-2 0-16,6-2-84 0,-5-4-64 15,-1-1-60-15,6-3-176 0,-10 0-268 16,2-1-320-16,-2-2-332 0,-2-4-952 15,3 0-1993-15,-12-6-1791 0</inkml:trace>
  <inkml:trace contextRef="#ctx0" brushRef="#br0" timeOffset="37714.372">5080 8111 3588 0,'0'0'8409'0,"0"0"-6861"16,0 0-848-16,0 0-256 16,0 0 72-16,0 0 64 0,0 0-12 0,0 0 92 15,0 0-16-15,7-10-208 0,21 10-4 16,8 0 132-16,12 5 64 0,8-3-188 15,8 1-196-15,0-3 0 16,-5 0-60-16,5 0 20 0,-4 0-56 16,0-5 44-16,0-2-116 0,-6-2-76 0,2-1 4 0,-3 1-4 15,-6-1-96-15,-3 0-184 16,-8 2-96-16,0 1-208 0,-8 3-164 0,-8 1-100 16,-1 3-228-16,-10 0-352 0,-1 7-436 0,-8 6-540 15,0-8-825-15,-21 15-2495 0</inkml:trace>
  <inkml:trace contextRef="#ctx0" brushRef="#br0" timeOffset="37951.531">5108 8487 1148 0,'0'0'9000'0,"0"0"-7595"15,0 0-661-15,0 0-140 0,0 0 108 16,0 0-116-16,0 0-252 0,0 0 376 15,0 0 500-15,0 0-372 0,119 3-304 16,-59-6-160-16,4-1-148 0,-1-3 32 16,5 5-68-16,-1-1-140 0,-3-4 12 15,4 0-72-15,-9 1 0 0,1 0-184 0,-8-3-160 16,-3 2-88-16,-2 2-260 0,-8-6-120 16,-2 2-156-16,-1-1-392 0,-8 1-704 15,-13 3-1901-15,2-10-1835 0</inkml:trace>
  <inkml:trace contextRef="#ctx0" brushRef="#br0" timeOffset="38282.825">5649 7693 12685 0,'0'0'2024'0,"0"0"-1080"0,0 0-592 15,0 0-164-15,0 0-8 16,0 0 168-16,0 0 200 0,0 0 356 0,72 32-140 16,-28-16-260-16,4-1-272 0,3 1-72 15,1 0-72-15,8 0-76 16,-4-1 48-16,0 2-52 0,-5-1 52 0,-3 0-60 0,-4 2-8 16,-4 2-100-16,-8-1 20 15,-9-1-32-15,-3 5-52 0,-3 2 72 16,-9 3 4-16,-8 7 84 0,0 7 12 0,-17 9 0 15,-6 6-180-15,-9 3 56 0,-5 7-108 0,-6-1 120 16,-5 5-160-16,-7-1-148 16,-5-4-136-16,-4 4-240 0,-4 0-336 15,0-1-296-15,-3-6-268 0,15-11-865 0,-28 14-3219 16</inkml:trace>
  <inkml:trace contextRef="#ctx0" brushRef="#br0" timeOffset="40973.666">8534 7975 8584 0,'0'0'2933'0,"0"0"-1705"15,0 0-436-15,0 0-244 0,0 0 96 0,0 0 316 16,0 0-120-16,0 0-140 0,0 0 8 15,0 0 228-15,48 19-200 16,-5-12-160-16,6-1-136 0,2-3-76 0,1 0-72 16,4-3 24-16,-5 0-96 0,1 0-15 0,-4-6-153 15,0 0 20-15,-8-4-68 16,0 1-4-16,-5-1-148 0,-3-2-265 16,-4 2-159-16,-7 1-108 0,-6 4-288 0,-2 3-412 15,-10-1-592-15,-3 3-696 16,0 0-1653-16,-20 3-1235 15</inkml:trace>
  <inkml:trace contextRef="#ctx0" brushRef="#br0" timeOffset="41176.373">8729 8093 5488 0,'0'0'4260'0,"0"0"-3200"16,0 0-519-16,0 0-1 0,-12 95 344 15,12-51 288-15,0 4-172 0,0 6-96 16,0 3-348-16,0 3-156 0,0 7 0 15,0 0-228-15,0-1-84 0,-8 1 60 16,-4-6-12-16,4-4-48 0,0-6-16 16,-3-10-72-16,2-9-4 0,1-4-4 15,1-3-368-15,3-6-320 0,-5-2-208 0,1-4-128 16,5-4-412-16,-1-4-864 0,-4-1-1953 16,-1-4-1303-16</inkml:trace>
  <inkml:trace contextRef="#ctx0" brushRef="#br0" timeOffset="41384.777">8605 8725 8552 0,'0'0'5121'0,"0"0"-3629"0,0 0-924 15,0 0-392-15,0 0 552 16,0 0 592-16,0 0-348 0,97-26-208 0,-74 26-104 16,1-6-172-16,4 3-196 0,4 0-112 15,0-1-96-15,3 1-84 0,-3 3 0 0,0-4-76 16,0 4 72-16,0-2-312 15,-4 2-316-15,-4 0-188 0,-4 2-200 16,-1 9-256-16,-6 1-780 0,-2 1-1036 0,-11 9-2509 16</inkml:trace>
  <inkml:trace contextRef="#ctx0" brushRef="#br0" timeOffset="41596.646">8706 9029 6536 0,'0'0'4080'0,"0"0"-2715"15,0 0-341-15,0 0-336 16,0 0 76-16,0 0 156 0,0 0-192 0,0 0-236 0,0 0-56 16,0 0 556-16,15 45-152 15,17-43-300-15,7-2-36 0,2 0-64 16,-2-2-136-16,1-4-148 0,1-5-20 0,2 3-76 16,-3-5-60-16,4 1-144 15,-5 1-344-15,1 2-172 0,1-1-140 16,-6 1-184-16,5 3-484 0,-12-1-1196 0,7-2-3073 15</inkml:trace>
  <inkml:trace contextRef="#ctx0" brushRef="#br0" timeOffset="44632.426">24451 6264 116 0,'0'0'8468'15,"0"0"-6632"-15,0 0-739 0,0 0-173 16,0 0-8-16,0 0 152 16,0 0-196-16,0 0-268 0,0 0-136 0,-16-60-208 15,8 53-48-15,0 1 12 0,-3 3-48 16,-2-4-4-16,-2 4 76 0,-2 0-48 16,-3 0-112-16,-3 3-88 0,-5 0 0 0,-4 3-76 15,-3 7 28-15,-6 2-64 16,1 4 24-16,-3 3 40 0,-5 3 48 0,4-3-8 15,0 4 4-15,4-2 4 0,1 2 0 16,2 0-12-16,5-5-48 0,9 5 60 16,3-5 44-16,8-1-40 0,4-2 52 0,8-2-48 15,0 4-4-15,16-5 156 16,3 1 164-16,9 0-104 0,9-4 76 16,3 1-36-16,3-4-76 0,1 0-100 15,4-3-8-15,-4 0-72 0,-1-3 4 16,-3 0-4-16,1 0-4 0,-6 0 0 15,1-3-172-15,-8 0-296 0,-4 0-136 0,-1 0-164 16,-10 3-232-16,-2 0-488 0,-7 0-1316 0,-4 0-3509 16</inkml:trace>
  <inkml:trace contextRef="#ctx0" brushRef="#br0" timeOffset="44839.64">23877 6817 7928 0,'0'0'4685'15,"0"0"-3549"-15,0 0-812 16,0 0-316-16,0 0 288 0,0 0 524 16,0 0 148-16,0 0 32 0,0 0-80 0,88 18-316 15,-48-15-248-15,4-3-172 0,3 0-96 16,5 4-80-16,-3-4-8 16,-2 0-4-16,-3 0-108 0,3 3-136 0,-7-3-416 15,4 3-276-15,-4 1-248 0,-4-4-780 16,-4 2-2357-16,4-2-3367 0</inkml:trace>
  <inkml:trace contextRef="#ctx0" brushRef="#br0" timeOffset="45350.669">25495 6397 8896 0,'0'0'4593'16,"0"0"-3009"-16,0 0-348 0,0 0-736 16,0 0-28-16,0 0 372 15,0 0 336-15,100 0-272 0,-57 0-212 0,5 0-148 16,4-3-268-16,0 0-171 0,-4 0-109 16,0 0 0-16,-1-1-13 0,-7-2-315 0,4 0-232 15,-4 0-208-15,-4-1-104 0,-9 4-208 16,-2 0-712-16,-14 3-1276 0,-2 0-2801 15</inkml:trace>
  <inkml:trace contextRef="#ctx0" brushRef="#br0" timeOffset="45569.133">25750 6422 6948 0,'0'0'4157'0,"0"0"-3157"0,0 0-256 0,0 0-80 15,-52 70 288-15,44-38 320 0,-3 7-68 16,-2 5-124-16,5 8-204 0,-3 0-152 15,2 6-136-15,1 2-112 0,-3 0-148 0,3-2-108 16,-1-5-48-16,-2-1-40 16,7-8-72-16,0-6 0 0,0-3-60 15,4-10-52-15,0-2-140 0,0-11-200 0,0 1-120 16,8-10-184-16,0 1-200 0,-1-4-412 16,2-4-884-16,-1-3-2116 15,3-12-2417-15</inkml:trace>
  <inkml:trace contextRef="#ctx0" brushRef="#br0" timeOffset="45762.903">25598 6909 3648 0,'0'0'8709'0,"0"0"-7189"16,0 0-1508-16,0 0 280 0,0 0-180 0,0 0 964 16,0 0 468-16,0 0-440 0,0 0-460 15,105-13-252-15,-70 9-96 16,-3 1-148-16,4-2-88 0,0-2-60 0,-1 3-36 15,-3 1-136-15,4-3-396 0,-3 3-332 16,-1 1-180-16,-5-3-440 0,-3 5-1504 0,0-2-4429 16</inkml:trace>
  <inkml:trace contextRef="#ctx0" brushRef="#br0" timeOffset="46184.419">26650 6534 12385 0,'0'0'2136'0,"0"0"-1428"0,0 0-228 15,0 0 64-15,0 0 64 0,-88 88 216 16,61-46 16-16,-1 5-240 0,4 5-72 0,0-2-124 15,9 1-96-15,-2 0 8 0,10-3-208 16,-1-4-104-16,8-6-4 0,0-6-192 0,15-3-64 16,2-7-16-16,2-7-8 15,9-5-12-15,0 0-236 0,8-10-212 16,-1 0-428-16,6-7-664 0,-9-2-1140 16,7-21-3541-16</inkml:trace>
  <inkml:trace contextRef="#ctx0" brushRef="#br0" timeOffset="46614.811">27300 6489 1800 0,'0'0'9084'0,"0"0"-7515"16,0 0-725-16,0 0 184 0,24 83 144 15,-20-58 100-15,-1 7-292 0,2 0-276 16,-5 3-260-16,0 0-112 15,-5 3-112-15,-6 0-108 0,-5 3-104 0,-8 0 16 16,0 4-20-16,-8 3-4 0,0-4 0 16,-3 1 4-16,-1-5 44 0,8-8 28 15,0-6-28-15,0-7 24 0,8-10-8 0,1 1 44 16,-2-7-8-16,5-3-100 0,4 0-92 16,1-6-92-16,-2-7-72 0,9-6 0 15,0-3-4-15,4-11-72 0,0 0-112 16,8-6-124-16,9 1 108 0,2 0 176 15,1 10 44-15,0 4 68 0,-4 10 20 16,4 7 152-16,-4 3 224 0,0 4 176 16,-1 4 60-16,6 6-52 0,-5 1-72 0,3 6-64 15,2 2-164-15,-1 3-44 0,3 0-64 16,1 0-8-16,0 4-44 16,4-4-56-16,-4 0-52 0,0 0-188 0,-4 1-148 15,4-1 200-15,-5 0-16 0,1-6-364 16,-3 0-292-16,-2-7-144 15,-3-2-612-15,-3-1-1329 0,2-6-2679 16</inkml:trace>
  <inkml:trace contextRef="#ctx0" brushRef="#br0" timeOffset="47082.615">27961 6517 5032 0,'0'0'10513'0,"0"0"-9121"16,0 0-1392-16,0 0-684 0,0 0 684 16,0 0 576-16,0 0 320 15,0 0-252-15,0 0-228 0,0 0-216 0,-16-44-152 16,16 44-48-16,0 11 0 0,0 1 60 16,5 3 212-16,-1 10 60 0,0 2 20 15,-1 1-20-15,1-2-16 0,0 2-12 0,0-3-48 16,9 4-60-16,-6 3-40 0,5 0 16 15,0 5-15-15,0 1-73 16,1 1-72-16,-6 6 40 0,-3-1 44 0,0 0-96 16,-4 0-4-16,-4 1-4 0,-7-1-64 15,-6 1-76-15,-3-4-145 0,-8 4-47 16,-4-4-160-16,-7 0-144 0,-5-3-164 16,-4-3-128-16,1-7-400 0,-9-3-600 15,15-4-2529-15,-34-6-4227 0</inkml:trace>
  <inkml:trace contextRef="#ctx0" brushRef="#br0" timeOffset="59931.137">28894 6870 5764 0,'0'0'6881'0,"0"0"-5113"0,0 0-796 0,0 0-608 16,0 0 128-16,0 0 208 15,0 0-52-15,80 0-56 0,-56 10-148 0,-1 2-112 16,5 5-84-16,0 5-152 0,0 3 16 16,-4 1-64-16,-5 2-40 0,2 4 68 15,-9-3-64-15,-4 6-12 0,-4-5-16 16,-4 6 16-16,-4-1 72 0,-13 3 76 0,-2-3-136 16,-1 0 48-16,-4-3 28 0,-4-1 20 15,0-5-20-15,0-4-16 0,1-6 0 16,-10-1-8-16,5-1 32 0,-3-5-24 15,3 0 4-15,-8-6 32 0,8 1-108 16,-3-4-56-16,-1-4-200 0,3-6-52 16,-3-1-32-16,5-6-92 0,3-5-60 15,-4-3-172-15,9 0-152 0,2-7-540 16,1-3-712-16,12 9-1825 0,-8-14-2595 16</inkml:trace>
  <inkml:trace contextRef="#ctx0" brushRef="#br0" timeOffset="60108.368">28654 7013 808 0,'0'0'8232'16,"0"0"-5623"-16,0 0-1893 0,0 0-228 0,0 0 520 15,0 0 268-15,76 22-256 0,-60-8-132 16,4-2-128-16,0 4-180 0,0 3-200 16,8-4-220-16,0 2-84 0,4-2-28 15,3 1-48-15,2-6-108 0,-1-1-272 16,3-2-300-16,1-1-152 0,4 0-360 0,0-3-840 15,-16 1-2585-15,11-4-3583 0</inkml:trace>
  <inkml:trace contextRef="#ctx0" brushRef="#br0" timeOffset="60514.755">30014 7424 5412 0,'0'0'8541'0,"0"0"-7165"0,0 0-1196 0,0 0-180 16,-84 65 464-16,64-43 276 0,4 3 216 16,4 5-300-16,8-2-248 0,0 2-176 15,4-2-84-15,4-2-48 0,8-8-28 16,4 1 124-16,4-6 100 0,3-5-136 15,5-3-76-15,4-5-76 0,5 0-8 0,-2-13-52 16,9 0-156-16,-5-6-48 16,2-3-100-16,-5 0-4 0,-5-6 40 15,1-2-24-15,0 2 60 0,-8-2 36 0,-5 0-12 16,-2 2 72-16,-9-5-28 0,-5 5 216 16,-3-1 88-16,-7 0 112 0,-9 1-128 15,-4 3 4-15,0 2 196 0,-8 4-184 0,0 7 48 16,-4 5-136-16,-8 7-132 0,1 0-192 15,-9 7 40-15,0 8-228 16,-4 4-256-16,-4 6-628 0,0 0-860 0,17-2-1861 16,-21 12-1655-16</inkml:trace>
  <inkml:trace contextRef="#ctx0" brushRef="#br0" timeOffset="68424.038">9976 8497 8128 0,'0'0'4485'0,"0"0"-3501"16,0 0 108-16,0 0-96 0,0 0 256 15,0 0-184-15,0 0-80 0,0 0-132 16,0 0-304-16,-24-23-212 0,37 23-72 15,2 0 72-15,13 0 221 0,0 0-113 16,0 0-312-16,4 0-76 0,0-3-48 0,0-4-12 16,-4 0 0-16,3-5-268 0,1-1-193 15,0 1-147-15,-4 2-12 16,-4 1-200-16,-5 2-496 0,-6 7-1560 0,-9 0-3017 0,-4 16-2791 16</inkml:trace>
  <inkml:trace contextRef="#ctx0" brushRef="#br0" timeOffset="68621.683">10156 8753 11549 0,'0'0'2276'0,"0"0"-1388"0,0 0-536 0,0 0 280 16,0 0 560-16,0 0-176 0,0 0-360 16,0 0-176-16,95 54-136 0,-63-54-196 15,4 0-140-15,7-10-8 0,2-2-88 16,7-4-476-16,-1 0-496 0,-3 1-448 15,3-2-776-15,-14 8-2509 0,10-7-4035 16</inkml:trace>
  <inkml:trace contextRef="#ctx0" brushRef="#br0" timeOffset="69042.298">11670 8049 1892 0,'0'0'9937'0,"0"0"-7817"0,0 0-1208 0,0 0-132 16,0 0 576-16,0 0-192 0,95 5-288 15,-63-5-324-15,4-5-196 0,4-6-160 16,-4 2-40-16,3-3-56 0,1-1-100 16,-4-3-40-16,0-3-304 0,-4 3-180 0,-4 4-192 15,-8 2-244-15,-4 1-360 0,-8 5-824 16,-5 4-2613-16,-6 0-3075 0</inkml:trace>
  <inkml:trace contextRef="#ctx0" brushRef="#br0" timeOffset="69229.5">11857 8143 1292 0,'0'0'6744'0,"0"0"-2523"16,-8 67-2769-16,8-32 132 0,0 7 24 15,0 5-36-15,0 1-304 0,4 2-400 0,0 1-260 16,0 0-208-16,3-3-252 16,-2 2-136-16,-5-6-12 0,4-2-56 0,-4-7-324 15,0-9-144-15,4-4-120 0,-4-3-212 16,4-7-428-16,-4 1-1288 0,0-7-3065 15,0 0-3579-15</inkml:trace>
  <inkml:trace contextRef="#ctx0" brushRef="#br0" timeOffset="69528.487">11861 8706 8400 0,'0'0'4185'0,"0"0"-2821"16,0 0-188-16,0 0 496 0,80-42-60 15,-57 33-384-15,1 3-468 0,4-5-396 0,0 2-268 16,0 4-96-16,0-6-160 15,-4 8-452-15,-5 0-268 0,-2 3-144 16,-10 3-16-16,-3 11-412 0,-4 0-496 16,-11 12-716-16,-6 0-1413 0,-6 2 1133 15,-5-2 220-15,0-1 1588 0,0 0 1136 16,0-6 2020-16,4-3 224 0,4-2 360 0,8-6-100 16,1-2-363-16,11-1-493 0,0-3-516 15,4 2-360-15,11 2-20 0,5-4 228 0,8 5-36 16,4-3-108-16,4-4-380 0,3 0-212 15,2-7 28-15,6-2-100 16,-2-7-104-16,-2-7-68 0,1-5-292 0,4-4-396 16,-5-2-400-16,5-5-732 0,-16 11-1996 15,4-17-3985-15</inkml:trace>
  <inkml:trace contextRef="#ctx0" brushRef="#br0" timeOffset="69722.18">12710 7785 9520 0,'0'0'5217'0,"0"0"-4297"0,0 0-40 16,0 0 316-16,88 67-244 0,-69-41 224 0,1-1-552 16,-1 3-536-16,2 1-88 15,3-4-332-15,0 0-560 0,-1-9-204 16,5-6-208-16,4-10-656 0,-8 0-2060 0,8-19-3157 15</inkml:trace>
  <inkml:trace contextRef="#ctx0" brushRef="#br0" timeOffset="69867.489">13080 7715 8068 0,'0'0'4425'0,"0"0"-3301"0,-95 86-376 15,58-42 88-15,-6 7 56 0,-6 3 84 0,-2 3-144 16,3-3-324-16,1-4-408 15,6 2-100-15,2-8-324 0,11 0-728 16,0-2-652-16,12-13-2308 0,0 2-5461 0</inkml:trace>
  <inkml:trace contextRef="#ctx0" brushRef="#br0" timeOffset="70632.681">13825 7985 4092 0,'0'0'6332'0,"0"0"-4799"15,0 0-101-15,0 0-176 0,0 0 16 16,0 0-204-16,0 0-348 0,0 0-312 16,0 0-88-16,0 0-60 0,4 79 108 0,-4-37-136 15,-4 8 4-15,0 4-128 16,0 7-44-16,-4 6-52 0,0 2 44 15,0 4-56-15,1-3-4 0,-2-7-56 0,5-5-52 16,4-14 100-16,0-6-128 0,8-6 140 16,8-4 0-16,-4-5 4 0,8-4-8 15,0-3-44-15,8-7-24 0,-1-6 72 16,1 1 48-16,4-4-36 0,0-4 48 16,8-5 4-16,-4-1 8 0,0 1-68 15,3-1-4-15,2 1-4 0,-2 2 4 16,1 4 8-16,1-3 64 0,-2 6-20 15,-3-3-52-15,3-1 0 0,-3 4 8 0,5 0 64 16,-10-3-24-16,-3 0 0 0,0 0 100 16,-4 0 60-16,0-4 0 15,-4-2 244-15,-5-1-40 0,2 1-132 0,-6-4-60 16,2 1-3-16,-5-1 3 0,-4-7 0 16,-1-1-28-16,1-4-36 0,-4-8-72 15,0-5-84-15,0-6-76 0,-4-10-8 0,-7-7-168 16,-2-8-76-16,-2-4-221 15,-2-7-167-15,-2 1-116 0,-1 2-148 16,0 11-412-16,0 12-308 0,4 13-560 0,8 16-609 16,-3 6-2627-16</inkml:trace>
  <inkml:trace contextRef="#ctx0" brushRef="#br0" timeOffset="71255.29">15678 7908 4636 0,'0'0'1552'0,"0"0"1432"0,0 0-1304 16,0 0 121-16,0 0-325 15,0 0-48-15,0 0-332 0,0 0-388 0,0 0-372 16,-84 93-128-16,56-49-20 0,1 4-92 16,-5 9 16-16,-1 0-100 0,-3 0-12 15,5 1-12-15,3-11-88 0,4-3-20 0,8-12 32 16,4-13 12-16,9-3-48 15,3-9-220-15,0-1-180 0,3-2 40 16,9-2 188-16,4 2 108 0,4-1 88 0,0 3 40 16,4 4 60-16,-5 2 136 0,2 7 196 15,-1 3 28-15,-5 4-36 0,-2 9 0 16,-2 0 172-16,-7 2-136 0,0-1-112 16,0-1 48-16,-4-4-40 0,0 2-72 15,4-5-112-15,1-6-72 0,2-3-4 16,-3-3-96-16,4-10-268 0,5 1-324 15,-2-7-152-15,5 0-116 0,-4-13-136 0,7-3-564 16,2-6-1393-16,-9 3-3087 16</inkml:trace>
  <inkml:trace contextRef="#ctx0" brushRef="#br0" timeOffset="71563.043">16140 8297 5016 0,'0'0'6941'0,"0"0"-5625"0,0 0-336 0,0 0 56 15,0 0 384-15,20 88-16 0,-24-60-248 16,-1-3-432-16,2-6-456 0,3 0-208 16,0-5-60-16,3-5-88 0,6-5 4 15,7-4-4-15,4-4 84 0,4-5-152 16,4-10-80-16,-1-3-92 0,1-3-44 16,-4-5 16-16,-4 2 84 0,0 3 112 0,-4-1 48 15,-4 4 56-15,-4 3 56 16,-8 0 8-16,0 2 104 0,-8 5-112 0,-8-1 8 15,0 4-8-15,-7 2 0 0,2 4-56 16,-7 3 40-16,4 10-80 16,-4 10 96-16,0-1 12 15,0 6 136-15,5 0-148 0,3-3-4 16,0-3-120-16,8-3-596 0,4-3-532 0,1-4-776 0,7-2-1985 16,0-7-3055-16</inkml:trace>
  <inkml:trace contextRef="#ctx0" brushRef="#br0" timeOffset="71929.395">16698 7861 7096 0,'0'0'6785'0,"0"0"-5141"0,0 0-1004 16,0 0 400-16,0 0 148 0,0 0-352 0,0 0-136 16,0 0-324-16,80-23-252 15,-69 23-124-15,2 0-56 0,2 5-116 0,-3 4 72 16,-4 7-32-16,-8 9-16 0,0 4-12 0,0 5-120 15,-12 7 156-15,-4 5-12 16,0-3 136-16,-3 2-8 0,2-1 4 16,2-2-104-16,2-8 44 0,10 2-44 0,3-8-52 15,0-2 12-15,11-4 24 16,6-3 0-16,3 0 64 0,-1-3-64 16,1-1 124-16,4 4 60 0,1 1-48 0,-6-1 76 15,1 3 36-15,-4 4 84 0,-4 2 0 16,0 0-108-16,-8 4-28 0,-1-1-24 15,1 5-48-15,-4-1-4 0,0-3 4 16,0-1 0-16,-4 2 4 0,1-2-4 16,-5-3-88-16,4-2-108 0,0-1-24 0,0-6-212 15,-1-3-140-15,2-3-136 0,-1-7-284 16,-4 0-624-16,4-6-1516 0,-8 0-3593 16</inkml:trace>
  <inkml:trace contextRef="#ctx0" brushRef="#br0" timeOffset="72545.692">19068 7934 4440 0,'0'0'728'15,"0"0"5309"-15,0 0-4725 16,0 0-192-16,-103-19 224 0,67 19-20 0,-4 0-92 16,-7 3-476-16,2 10-252 0,-6-1-172 15,3 8-120-15,-4 5 44 0,-3 4-12 16,3 5-72-16,-1 5-48 0,6 5-52 0,3 0-12 16,8 4-60-16,8-3-8 0,13-1 8 15,6-9 4-15,9 0 60 0,0-10-64 16,16 1 4-16,12-5 4 0,4-4 4 15,8-4 60-15,8-3 0 0,8-8-72 16,-1-2-112-16,9 0-184 0,-5-2-80 16,1-5-32-16,-4 0-156 0,-4 0-176 15,-8 2-440-15,-9 5-944 0,-10 0-2897 16,-13 0-3987-16</inkml:trace>
  <inkml:trace contextRef="#ctx0" brushRef="#br0" timeOffset="72708.449">18462 8760 40 0,'0'0'11957'0,"0"0"-9533"0,0 0-972 16,0 0-288-16,0 0-284 15,0 0-164-15,0 0-12 0,0 0 164 16,88-7-272-16,-32-5-108 0,4-1-184 0,4 3-132 16,-1-2-116-16,1-1-56 0,0 3-220 15,-5 1-556-15,-3 3-312 0,0 2-116 16,-12 2-1044-16,4 2-3869 0</inkml:trace>
  <inkml:trace contextRef="#ctx0" brushRef="#br0" timeOffset="73096.213">19854 7966 7884 0,'0'0'4909'16,"0"0"-3877"-16,0 0-372 0,123-41-28 0,-59 31 540 15,7 1 100-15,1-1-248 0,0 0-348 16,-4-2-320-16,-1-1-148 0,1 1-112 16,-9-1-96-16,-3 1-76 0,-3-2-228 15,-6-2-336-15,-7 7-200 0,-4-1-248 16,-8 1-736-16,-9 3-1216 0,-6 2-2817 0</inkml:trace>
  <inkml:trace contextRef="#ctx0" brushRef="#br0" timeOffset="73307.218">20359 7918 9852 0,'0'0'2589'16,"0"0"-1785"-16,0 76-208 0,0-27 708 0,4 7 468 15,0 8-212-15,5 2-292 16,-5 4-548-16,-1 3-220 0,5 0-208 0,-4-3-72 15,-4-3-88-15,4-6-132 0,-4-8-12 16,5-8-48-16,-1-11-160 0,-1-8-180 16,9-10 32-16,-4-4-32 0,0-5-128 0,0-7-148 15,0 0-172-15,-4 0-380 16,-1-7-496-16,-3-5-472 0,0 2-1069 16,-11-12-2211-16</inkml:trace>
  <inkml:trace contextRef="#ctx0" brushRef="#br0" timeOffset="73462.62">20279 8483 4760 0,'0'0'7661'0,"0"0"-5925"0,0 0-1052 16,0 0 144-16,0 0 428 15,0 0 36-15,88 0-200 0,-56-7-344 0,12 2-260 16,3-9-144-16,6 2-100 0,3-9-196 16,0-2-48-16,3 1-340 0,-4-7-248 15,5 4-244-15,-8 1-104 0,0-1-476 0,-16 10-1176 16,11-8-3253-16</inkml:trace>
  <inkml:trace contextRef="#ctx0" brushRef="#br0" timeOffset="73778.537">21722 7911 11657 0,'0'0'5716'15,"0"0"-4640"-15,0 0-988 0,-83 7-4 0,55 9 140 16,-4 16 240-16,-5 9 284 0,1 9-160 16,8 15-40-16,5 4 317 0,3 11-285 0,5-1-252 15,6 3-172-15,1-8-156 16,8-8-4-16,4-9-152 0,13-12-148 15,11-13-144-15,7-10 71 0,12-12-87 0,9-10-168 16,4-10-196-16,8-19-452 16,-20 6-1256-16,23-27-3505 15</inkml:trace>
  <inkml:trace contextRef="#ctx0" brushRef="#br0" timeOffset="74129.296">22324 7922 7736 0,'0'0'6485'0,"0"0"-5741"0,0 0-188 16,0 0 448-16,28 91 216 0,-28-55 344 0,0 1-388 16,0 8-480-16,-8 2-248 0,-5 7-71 15,-7 7-61-15,-3-1-168 0,-9 4-144 16,0-1 44-16,1-2-48 0,-1-8-48 16,0-4-112-16,8-12 4 0,0-9 72 15,7-8 84-15,-2-7-12 0,6-7 12 16,-2-6-172-16,7-3 27 0,-4-10-87 0,0-6-72 15,0-6-24-15,4-11-4 16,4 2 104-16,0-11-80 0,0 1-60 0,4-1-84 16,0 0-16-16,4 8 24 0,4 8-24 15,4 7 168-15,4 6 176 0,4 13 124 0,-1 3 100 16,5 3 296-16,4 13 208 16,4 6 12-16,0 0-40 0,4 4-12 15,4-1-76-15,-4-6-84 0,4 0-64 0,-1-3-36 16,2-3-111-16,-6-3-153 15,5-1-40-15,-4-2-229 0,4-2-111 16,-4-1-380-16,-4-1-332 0,0-3-348 0,-8 0-1472 16,4-12-4657-16</inkml:trace>
  <inkml:trace contextRef="#ctx0" brushRef="#br0" timeOffset="74379.203">23177 7947 9864 0,'0'0'5093'0,"0"0"-4249"0,7 70-568 0,-3-36 352 16,-4 5 664-16,0 2 160 0,0 3-352 15,0 5-512-15,4-2-272 0,-4 0-48 0,0 7-15 16,0-2-181-16,-8-2-68 16,-4 4-8-16,-7-3-24 0,-2-1-289 0,-7 1-59 15,-4 0 12-15,-3-3-88 0,-9-1 12 16,0 1-72-16,-8-1-176 15,-3-2-188-15,-5-4 96 0,-4 1-180 0,-4-4-832 16,17-9-2049-16,-45 8-3723 0</inkml:trace>
  <inkml:trace contextRef="#ctx0" brushRef="#br0" timeOffset="78099.383">5538 11226 4076 0,'0'0'1120'15,"0"0"1740"-15,-80 4-2472 0,52-2 64 16,0 3 700-16,1-3 321 0,3 2-181 16,3-1-232-16,6-1 4 15,2-2-148-15,6 0-108 0,3 3-124 0,4-3-88 16,0 0-204-16,4 4-144 0,7-4-136 15,10 3-40-15,10 4 140 0,9-4 104 0,12 3 200 16,8-2-100-16,7 1-172 16,5-1-132-16,0-4-4 0,3 0-60 0,2-4 52 15,2-1 20-15,-3-5-72 0,-1-3-44 16,-2 1-4-16,-6-1 0 16,1 1-240-16,-8-5-284 0,-4 1-136 0,-9 3-16 15,-3 1-212-15,-12 2-364 0,-9 4-724 16,-6 6-1989-16,-17 0-1939 0</inkml:trace>
  <inkml:trace contextRef="#ctx0" brushRef="#br0" timeOffset="78321.478">5521 11719 5956 0,'0'0'5865'0,"0"0"-4917"0,0 0-820 16,0 0-128-16,0 0 0 0,0 0 408 15,0 0 356-15,0 0 108 0,101 48 108 0,-46-46-276 16,8-2-204-16,10 0-276 0,2 0-152 16,1 0-20-16,3-2-44 0,-2-5 4 15,-2-3-12-15,-4 1-212 0,-2-7-296 16,-5 0-72-16,-8-3-300 0,-5 0-396 16,-7-1-868-16,-12 6-2129 0,-4-19-1487 15</inkml:trace>
  <inkml:trace contextRef="#ctx0" brushRef="#br0" timeOffset="78629.669">6139 10944 7824 0,'0'0'5237'15,"0"0"-4573"-15,0 0-660 16,0 0-4-16,92-32 760 0,-48 29 112 0,7-3-284 15,9 3-80-15,9 3-48 0,2 0-100 16,0 0-248-16,2 6-112 0,-6 6-96 0,-3 7 36 16,-8 8-4-16,-13 1 52 0,-3 4 4 15,-8 2-4-15,-12 8 12 0,-9 2 12 0,-6 7 260 16,-10 9-160-16,-10 4 40 16,-13 6 8-16,-8 3-112 0,-3 2 4 15,-9-1 32-15,-1 2 40 0,-6-6-36 0,-1-1 32 16,-3-8-120-16,6-7-16 15,6-6-304-15,3-14-236 0,12-8-316 0,8-10-400 16,12-7-752-16,1-9-3105 0</inkml:trace>
  <inkml:trace contextRef="#ctx0" brushRef="#br0" timeOffset="82883.259">9060 11043 784 0,'0'0'8260'0,"0"0"-4367"16,0 0-2529-16,0 0-368 16,0 0 0-16,0 0 0 0,0 0-128 0,0 0-52 15,0-6-120-15,12 6-228 0,7 0-104 16,9 0 4-16,8-5 68 0,5 3-144 16,-2-2-96-16,5-2-75 0,0-3-25 0,-1-3-44 15,-3-2-4-15,4 1-36 0,0-2 0 16,-8 2-12-16,4-3-76 0,-4 3-329 15,-4 1-215-15,-8 2-172 0,-1 0-164 16,-7 3-424-16,-8 7-868 0,-4 0-1772 16,-4 0-1693-16</inkml:trace>
  <inkml:trace contextRef="#ctx0" brushRef="#br0" timeOffset="83101.295">9287 11106 3604 0,'0'0'7152'0,"0"0"-5687"0,0 0-749 16,-20 70-28-16,16-35 392 0,0 2-48 0,4 8-288 15,0-1-32-15,0 4-256 0,-3 4-184 0,3-5-84 16,-9 6-52-16,5-1-132 0,-8-2-4 16,4-2-88-16,0-7-144 15,4-2-156-15,-4-9 92 0,1-4-188 0,2 0-272 16,1-7-312-16,0-6-568 15,4-4-917-15,-4-6-2611 0</inkml:trace>
  <inkml:trace contextRef="#ctx0" brushRef="#br0" timeOffset="83275.258">9267 11633 12285 0,'0'0'2104'0,"0"0"-1448"0,0 0-252 15,0 0 828-15,84-15-100 16,-65 11-392-16,5 1-188 0,1-4-120 15,3 0-152-15,3 2-224 0,1-4-56 16,0-2-328-16,0 3-336 0,-4-3-260 0,-4 8-332 16,-9 3-580-16,-3 0-964 15,-7 7-2621-15</inkml:trace>
  <inkml:trace contextRef="#ctx0" brushRef="#br0" timeOffset="83445.29">9323 11865 4956 0,'0'0'6613'0,"0"0"-5757"0,0 0-536 16,0 0 256-16,0 0 328 0,0 0 132 16,0 0-96-16,0 0-100 0,0 0 80 15,92 31-328-15,-49-34-260 0,5-6-136 0,4-4-152 16,3-3-44-16,1-2-304 0,4-3-276 16,-4 6-336-16,4-1-388 0,-20 3-828 15,19 1-2893-15</inkml:trace>
  <inkml:trace contextRef="#ctx0" brushRef="#br0" timeOffset="84212.34">11602 11065 8160 0,'0'0'4125'0,"0"0"-3269"0,0 0 36 16,0 0-284-16,0 0-28 0,0 0-52 15,-80-70-112-15,48 70-136 16,0 0-120-16,-3 6-60 0,-5 4 88 0,0 5-164 16,-4 7-12-16,5 1-12 0,-2 2 76 15,1 4-28-15,1-1 164 0,7 4-88 16,4 1 36-16,4 0 16 0,8-1-28 15,4 4-24-15,12-8-12 0,0 1-52 16,4-4 52-16,12-6-36 0,4-2 84 16,8-6 36-16,7 3 64 0,2-11 108 0,2-3-124 15,5-3-60-15,0-8-88 16,0-1-96-16,-5-4-36 0,-2 1-428 16,-5 2-224-16,-4 0-152 0,-9 7-116 0,1-1-176 15,-12 7-356-15,-4 0-976 0,-4 3-2121 16,-4 14-1179-16</inkml:trace>
  <inkml:trace contextRef="#ctx0" brushRef="#br0" timeOffset="84375.559">11243 11608 1384 0,'0'0'5824'0,"0"0"-2960"0,0 0-931 0,0 0-453 16,0 0-96-16,0 0-304 0,-36 66-348 16,48-56-184-16,12-4 172 0,4 4 128 15,4-7-268-15,4-3-104 0,8 0-216 16,-1-10-164-16,6-5-48 0,-2-1-48 15,5-3-212-15,4-4-192 0,-1 0-640 16,-3 2-392-16,4-5-860 0,-20 7-2889 16,12-12-4475-16</inkml:trace>
  <inkml:trace contextRef="#ctx0" brushRef="#br0" timeOffset="84607.466">12279 10947 10544 0,'0'0'4637'16,"0"0"-3405"-16,0 0-472 0,96 25 0 15,-53-15 164-15,-2 0-248 0,2-1-64 0,1-3-64 16,0-2-184-16,3-4-192 0,-2 0-172 16,2-7-12-16,-3-2-268 15,0-1-356-15,-5-3-84 0,-7 0-200 0,-4-2-304 16,-8 2-768-16,-3 4-2096 15,-13-4-2753-15</inkml:trace>
  <inkml:trace contextRef="#ctx0" brushRef="#br0" timeOffset="84795.071">12554 10989 5764 0,'0'0'5761'0,"0"0"-4661"15,-12 89-408-15,12-45 348 0,0 6 124 0,0 4 192 16,0 3-252-16,0 1-352 15,0 2-260-15,0 1-248 0,0-1-232 0,0-6-12 16,0-4 0-16,0-8-280 0,0-14-152 16,0-5 100-16,0-10-24 0,0-8-104 0,0 2-184 15,4-7-360-15,1 0-736 16,-2-7-1252-16,-3-2-1893 0,0-10-1043 0</inkml:trace>
  <inkml:trace contextRef="#ctx0" brushRef="#br0" timeOffset="84947.085">12463 11420 4892 0,'0'0'8229'16,"0"0"-6665"-16,0 0-1160 16,0 0 124-16,0 0 164 0,91-12 84 0,-67 8-32 15,4-3-140-15,3 2-148 0,1-5-160 0,5 0-296 16,-5-2-92-16,3-1-264 0,-3 0-212 16,-4-2-336-16,0 2-336 0,-1 0-676 15,-10 3-2713-15,3 1-3403 0</inkml:trace>
  <inkml:trace contextRef="#ctx0" brushRef="#br0" timeOffset="85400.228">13498 10937 13045 0,'0'0'2356'0,"0"0"-1828"16,0 0-440-16,-40 81 64 15,24-37 440-15,1 9 576 0,-2 8-184 16,2 6-248-16,7 2-100 0,-1-3-160 0,6-1-120 15,3-8-260-15,0-7-96 0,3-8-116 16,14-14-180-16,7-11-56 16,4-8-100-16,4-9-100 0,11-7-184 0,2-14-400 15,-10 0-1108-15,16-26-2809 0</inkml:trace>
  <inkml:trace contextRef="#ctx0" brushRef="#br0" timeOffset="85745.443">14172 10931 9520 0,'0'0'5305'16,"0"0"-4245"-16,0 0-504 0,16 93 40 16,-12-52 148-16,-4 0 540 0,0 6-108 15,-8-3-308-15,3 5-324 0,-6 1-179 16,-1 4-217-16,-8 4-40 0,0 2-48 0,-4-3-60 16,-4-6-12-16,-3-4-96 0,-1-12 0 15,0-3-40-15,4-13 3 16,-4-3-15-16,4-13 16 0,4-3-64 0,0-6-48 15,8-10 76-15,-4-6-100 0,4-7 36 16,8-3-76-16,0-2-36 16,8-2 100-16,0 8 48 15,12-1 96-15,8 11-12 0,4 5 28 0,4 6 96 0,8 7 296 16,-4 0-40-16,4 7-108 0,-1 2-24 16,1 4-124-16,1 0-88 0,-10-1 84 0,4 1-68 15,-3-1 60-15,-3-2-112 0,-1-4-504 16,0-2-496-16,-1-4-1000 0,-3 0-1976 15,4-7-2833 1</inkml:trace>
  <inkml:trace contextRef="#ctx0" brushRef="#br0" timeOffset="85957.15">14993 10999 10888 0,'0'0'5813'0,"0"0"-5065"16,0 0-552-16,31 84-32 0,-27-42 144 0,0-1 848 15,-4 4 216-15,4-1-508 16,-4 4-355-16,0-1-97 0,0 4-144 16,0-1-180-16,0 2-88 0,-12 2-4 0,0-7-116 15,-7 0-160-15,-2-5 4 0,-3-3-65 16,-4-4-35-16,-4-7-172 16,-7 0-200-16,-5-2-352 0,-12-4-744 15,17-9-2056-15,-41 3-3213 0</inkml:trace>
  <inkml:trace contextRef="#ctx0" brushRef="#br0" timeOffset="87930.965">9291 13008 1528 0,'0'0'6912'15,"0"0"-5412"-15,0 0-363 0,0 0-225 16,0 0 12-16,0 0 132 0,0 0-32 16,0 0 48-16,0 0-196 0,0 0-228 15,51 73-252-15,-58-45-176 0,-9 7-32 0,0 4-92 16,-8 1 40-16,1 5-36 16,-5-1-88-16,0 2 0 0,0-2 36 0,-4-6 16 15,4-3 60-15,0-7-112 0,0-3-12 16,4-6-100-16,-4-2 96 0,5-9-132 15,-2 3 52-15,9-8 20 0,1-3-44 0,2 0-4 16,1-14-76-16,5-5-156 0,3-6-28 16,-1-3 24-16,5-7 124 15,5 0 36-15,6 0 28 0,6 4-16 0,2 6 40 16,1-2 80-16,8 8 56 16,-3 4 8-16,-2 5 248 0,5 0-32 15,0 7 0-15,0 3 12 0,0 0-24 0,3 10-100 16,1 3 124-16,0 2-136 0,-4 8-92 15,0 2-16-15,0 3 8 0,-5 5-52 16,1-2-36-16,0 4 16 0,-3-3-4 0,-2 0-244 16,-3-6-116-16,5-5-76 15,-6-5 28-15,5-3-192 0,-4-7-504 0,4-4-980 16,-8-2-2381-16,4-5-2471 0</inkml:trace>
  <inkml:trace contextRef="#ctx0" brushRef="#br0" timeOffset="88200.493">10335 13011 7884 0,'0'0'6393'16,"0"0"-5633"-16,0 0-608 0,0 0 176 15,-104 32 148-15,72-10 416 0,-4 3-36 0,8 7-212 16,-3 6-116-16,3 4-24 15,4 5-88-15,8 7-108 16,0 3 8-16,8-1-72 16,4 3-60-16,4-9-88 0,4-3-88 0,12-8-4 0,4-10-8 0,0-11-100 15,8-8 56-15,4-7-124 0,0-3-36 16,3-13-84-16,1-9-148 0,5-3-224 16,-6-7-148-16,-7 0-452 0,-5 1-736 15,-6 5-2097-15,-10-6-2583 0</inkml:trace>
  <inkml:trace contextRef="#ctx0" brushRef="#br0" timeOffset="88349.62">10036 13369 8520 0,'0'0'4857'0,"0"0"-3397"0,0 0-832 16,0 0-188-16,0 0-12 0,0 0 136 0,0 0 92 16,0 0-84-16,0 0-68 0,92 36-120 15,-45-55-336-15,1-7-48 16,4-2-540-16,0-4-316 0,-4 3-376 0,-13 7-860 15,9-11-2969-15</inkml:trace>
  <inkml:trace contextRef="#ctx0" brushRef="#br0" timeOffset="88586.919">10925 12900 13341 0,'0'0'4116'0,"0"0"-3796"0,0 0-132 0,0 0 156 16,103 6 200-16,-71-6 340 0,0-3-236 15,-1-7-380-15,5 1-172 16,5-7-48-16,2 4-48 0,-3-8-560 0,-4 5-236 16,0 2-324-16,-8 0-692 0,-9 4-1396 15,-2-1-4137-15</inkml:trace>
  <inkml:trace contextRef="#ctx0" brushRef="#br0" timeOffset="88740.749">11155 12998 4516 0,'0'0'8741'0,"0"0"-7193"0,-15 99-828 0,15-57 136 0,0 8 536 16,0 1-8-16,0-1-308 0,0 1-380 0,0-3-344 15,0-4-192-15,0-2-160 0,0-5-392 16,0-8-288-16,0-4-128 0,-4-5-52 0,-1-8-252 15,1-2-476-15,0-10-712 16,-3 0-2649-16,-5 0-3607 0</inkml:trace>
  <inkml:trace contextRef="#ctx0" brushRef="#br0" timeOffset="88891.844">11076 13372 6128 0,'0'0'8801'0,"0"0"-7077"0,0 0-916 15,79-21 440-15,-47 11-424 0,-4 1-300 16,4-1-132-16,0 0-184 15,0-2-160 1,-4 2-48-16,0-2-428 0,-4 5-352 0,-9 1-132 0,2 6-140 16,-10 0-724-16,-7 3-2076 0,0 19-1857 15</inkml:trace>
  <inkml:trace contextRef="#ctx0" brushRef="#br0" timeOffset="89045.532">11096 13684 6808 0,'0'0'5685'0,"0"0"-3481"16,0 0-1412-16,0 0-604 15,0 0 64-15,0 0 204 0,0 0 492 0,0 0 16 16,100 28-312-16,-64-41-208 0,7-2-164 16,-3-4-280-16,0-3-380 15,0 2-208-15,-5 2-276 0,1 2-292 0,-4-1-692 0,-8 9-2449 16,0-3-4591-16</inkml:trace>
  <inkml:trace contextRef="#ctx0" brushRef="#br0" timeOffset="90372.392">13662 12802 8796 0,'0'0'3277'0,"0"0"-1617"15,0 0-684-15,0 0-284 0,0 0 568 0,0 0 80 16,71 73-84-16,-67-23-312 0,-4 14-372 16,-4 2-168-16,-7 4-136 0,-2 0-112 15,2-7-60-15,-6 1-44 0,2-10-52 16,2-3-4-16,-2-7-4 0,2-9-212 16,2-9 0-16,3-11 64 0,4-2 8 0,0-9-36 15,4-4-44-15,0 0-56 0,0-4-8 16,0-5 12-16,0-3-52 15,4-2 24-15,4-2 136 0,4 4-12 0,0-1 48 16,4 4-24-16,4 2 60 0,0 4 52 0,3 3 48 16,-3 0 12-16,1 3 184 15,-6 6 128-15,-3 1 20 0,-4 6 48 0,-8 0-12 16,0 4-52-16,0-1-132 16,-3-1-84-16,-6 1 8 0,-3-6-48 0,-4 2-4 15,0-5-68-15,0 0-196 0,1-4-36 16,3-6-112-16,0 0-168 0,0 0 8 0,8-3-36 15,-1-7-276-15,5-3-568 16,0-5-848-16,0 2-1689 0,13-20-1835 16</inkml:trace>
  <inkml:trace contextRef="#ctx0" brushRef="#br0" timeOffset="90814.718">14295 13414 7400 0,'0'0'6761'0,"0"0"-5853"0,-8 70-552 15,-12-38 244-15,1 5 356 16,-9 8 72 0,4 0-212-16,0-4-300 0,4-6-176 0,8-3-168 15,4-4-172-15,4-5-84 0,4-4 24 0,8-4-16 0,3-8-32 16,10-7-64-16,3 0 48 0,4-7 112 16,4-6-136-16,3-5-24 0,1-4-36 15,-4-1 8-15,4 4 52 0,-5 0 12 16,-3 6 40-16,0 7 44 0,-7 6-32 15,3 0 84-15,-9 16 184 0,5 4 112 0,-4 7-24 16,-4 5-76-16,0 6-108 16,-4 7 48-16,0-1 72 0,-4 8-88 15,0 1 76-15,-4 7-12 0,0 1 36 0,-8 2 40 16,-8 0 152-16,0 1 296 0,-4-7-187 16,-4-3-97-16,-4-3-84 0,4-7-156 15,-4-8-88-15,-4-8-36 0,5-9 12 16,3-6-72-16,-4-13-80 0,8-3-28 15,1-13-40-15,2-13 16 0,9-13-48 16,1-4-112-16,2-9 12 0,5-2-13 0,12 1-47 16,4-2 72-16,8 4 136 0,8-1 44 15,4 5 84-15,4-4 0 0,4 0-116 16,-1 4-136-16,5-2-112 0,0 2-108 16,-4 4-360-16,3 0-796 0,-14 15-1160 15,14-18-3557-15</inkml:trace>
  <inkml:trace contextRef="#ctx0" brushRef="#br0" timeOffset="91348.06">15574 13347 520 0,'0'0'12445'0,"0"0"-10477"0,-83-3-1088 15,66 6-76-15,-2 10 416 16,6 3-220-16,6 10-180 0,-1 5-292 0,4 11-248 15,0-1 36-15,4 3 40 0,0-9 104 16,8-3-191-16,3-10-161 0,6-9-108 16,2-10-4-16,5-6-4 0,0-13 4 15,4-9 0-15,4-13-8 0,0-4-145 0,4-12-51 16,-4 0-48-16,3-7 40 16,-3 1 80-16,5 0-24 0,-5-3 52 15,-4-4-136-15,-5 0-84 0,-3 1-4 0,-5 2-24 0,-2 7 172 16,-9 10-12-16,0 5 196 15,-4 14 184-15,0 5 48 0,0 10 148 16,0 10-84-16,0 3-40 0,0 3-160 0,0 14-48 16,0 11 88-16,0 9 60 15,-8 15-28-15,4 8 64 0,-5 10-108 16,2 3 56-16,-1 0-76 0,0 0-104 0,0-3-12 16,0-6-328-16,4-7-184 0,0-6-60 15,0-14-52-15,4-8-100 0,0-7-252 16,12-9-504-16,0-7-1020 0,-4-6-2437 15,4-6-1751-15</inkml:trace>
  <inkml:trace contextRef="#ctx0" brushRef="#br0" timeOffset="91763.554">16076 13477 836 0,'0'0'3000'0,"0"0"6021"0,0 0-6873 16,0 0-652-16,84 64-16 0,-61-58-324 0,5-6-88 16,0-3-188-16,4-13-360 0,0-9-239 15,0-3-97-15,0-7-184 0,-1-3-261 16,-3-4-215-16,-3 7-8 0,-9 0 44 15,-1 7 84-15,-11 6 88 0,-4 3 84 0,-4 6 136 16,-11 3-88-16,-9 3-36 16,-4 7 164-16,-8 4 16 0,4 12 56 0,-3 9 232 15,3 7 48-15,0 6-160 16,4 3-52-16,0 3-128 0,12 1 0 0,0-4 92 16,7-2-88-16,6-8-8 0,3-12-124 15,8-6 28-15,8-13-124 0,8 0 84 16,4-15 124-16,4-8-184 0,3-2-272 0,-3-7-232 15,-4 0-428-15,4 3-148 16,-8 1 284-16,0 5 472 0,-4 4 304 16,0 7 216-16,-5 5 408 0,6 5 448 0,-6 2 240 15,1 0 184-15,5 9-24 0,-2 1 28 16,1-1-116-16,8 0-111 16,0-2-125-16,0-4-268 0,8-3-304 0,3-10-176 0,6-6-184 15,2-5-156-15,1-5 36 16,0-5-240-16,-4-4-280 0,-1-1 48 0,-7-2-124 15,0 4-257-15,-12 2-539 0,-4 0-680 16,-12 4-744-16,-4-1-1393 0,-4 7-139 16,-16-9 408-16</inkml:trace>
  <inkml:trace contextRef="#ctx0" brushRef="#br0" timeOffset="91995.449">17008 12849 3896 0,'0'0'4116'16,"0"0"-1656"-16,0 0-491 0,0 0-681 16,0 0-452-16,-79 44-92 0,67-12 176 0,4 7 92 15,0 5 28-15,0 6-92 0,8 8-116 16,-4 5-60-16,0 7-164 15,4 0-195-15,0 6-193 0,-4 4-92 0,0 3-128 16,0 2-48-16,0-3 0 0,0 1-100 16,-4-7 64-16,-4-2-13 0,4-9-135 15,0-1 76-15,-4-10 8 0,1-6 16 16,-6-4 80-16,2-9 4 0,-2-6-36 0,-3-8-76 16,1-7-168-16,-5-11-64 15,-4-3 76-15,4-7 20 0,-4-9 28 16,1-9-140-16,-1-7-196 0,7-9-512 0,1-9-816 15,9 11-1264-15,7-18-4153 0</inkml:trace>
  <inkml:trace contextRef="#ctx0" brushRef="#br0" timeOffset="92584.69">18048 13347 8824 0,'0'0'1436'0,"0"0"-507"0,0 0 407 16,0 0 144-16,0 0-52 0,0 0-236 16,-75 102-244-16,59-58-108 0,4 7 84 15,0 3 4-15,8-3-208 0,4-10-256 0,4-6-224 16,4-9-164-16,8-13-76 16,0-7-76-16,3-6-32 0,9-6 24 15,0-14-12-15,8-8-76 0,0-7-72 0,-4-3-60 16,4-3-76-16,0-3 64 0,-8 5-28 15,0 1-48-15,-9 9-24 16,-2 4 32-16,-13 6 112 0,-1 6 124 0,-3 4 88 16,-11 6 60-16,-9 3 232 0,-5 0 68 15,1 8 116-15,-4 9-180 0,1 2-104 16,3 6-32-16,0 0-76 0,0 1-24 16,8-4-84-16,4-6-432 0,4 1-460 0,8-5-972 15,0-6-2312-15,0 4-2621 16</inkml:trace>
  <inkml:trace contextRef="#ctx0" brushRef="#br0" timeOffset="92714.123">18539 13487 6460 0,'0'0'8249'0,"80"0"-6313"15,-45 0-704-15,9-10 64 0,4 1-328 0,-8-7-432 16,-1-3-208-16,-3-3-156 16,-4-3-124-16,-1-1-48 0,2-9-524 15,-6 0-516-15,1 0-276 0,0-4-656 0,-7 6-1844 16,-10 8-1637-16,-2-5-1650 0</inkml:trace>
  <inkml:trace contextRef="#ctx0" brushRef="#br0" timeOffset="92945.465">18897 13036 1552 0,'0'0'10229'15,"0"0"-8121"-15,0 0-956 0,-52 76-320 16,49-37-216-16,-5 1-128 0,8 9 204 0,0 8 224 16,4 4-204-16,3 4-136 0,1 9-84 15,0 1-224-15,-3 8-48 0,-5-3 12 16,0 1-88-16,0-3-60 0,0-8 16 15,-9-4-52-15,1-9-36 0,1-5 48 16,-6-8-56-16,1-6 56 16,1-10-52-16,-2-6-4 0,-2-9-4 0,-2-7-60 15,2-6-72-15,-5-3-236 0,-4-13 16 0,-1-6-40 16,2-13-48-16,3-9-220 0,0-7-176 16,4-13-356-16,5-5-976 0,-2 11-2337 15,2-34-3031-15</inkml:trace>
  <inkml:trace contextRef="#ctx0" brushRef="#br0" timeOffset="93124.43">19579 13002 3252 0,'0'0'12157'0,"0"0"-9941"16,87 2-796-16,-51 5 244 0,0-4-592 15,0-3-539-15,-1 0-329 0,6 0-204 16,-2 0-184-16,5-3-8 0,0-6-88 0,0-2-169 15,0-1-271-15,-8-3-48 16,-1-2-436-16,-10 4-1280 0,-6-5-3301 16</inkml:trace>
  <inkml:trace contextRef="#ctx0" brushRef="#br0" timeOffset="93311.911">19858 12998 8516 0,'0'0'5461'0,"0"0"-4233"16,-17 105-524-16,17-50 112 0,0 3 564 0,0 4 156 15,0 1-376-15,0-2-368 16,0-5-291-16,0 2-237 0,0-10-264 16,0-7-96-16,0-10-413 0,0-9-159 0,0-9-64 15,0-3 8-15,0-7-244 0,4-3-716 16,-4-3-1088-16,0-4-1865 0,0-12-1127 16</inkml:trace>
  <inkml:trace contextRef="#ctx0" brushRef="#br0" timeOffset="93457.34">19785 13452 5196 0,'0'0'1172'0,"0"0"6117"0,0 0-5053 0,0 0-948 16,0 0 0-16,0 0-84 0,0 0-188 16,92 16-284-16,-64-7-271 0,4-2-145 15,4-1-100-15,4-6-92 0,-1 0-76 16,1-9 4-16,4-4-52 0,-4-6-280 16,4-3-253-16,-8-3-171 0,4-1-152 15,-5 1-284-15,1-1-1172 0,-12 7-3092 0,12-3-3689 16</inkml:trace>
  <inkml:trace contextRef="#ctx0" brushRef="#br0" timeOffset="93750.725">20746 12804 6644 0,'0'0'1128'0,"0"0"1180"15,0 0-1612-15,0 0-307 0,0 0 315 16,0 0 324-16,-68 74 128 15,64-52-68-15,0 0-284 0,0 3-84 0,4 11 64 16,0-3-16-16,0 9-32 0,0 6 4 16,0-1-168-16,0 4-84 0,0 0-60 15,-4 0 144-15,4-4-123 0,0-5-157 16,0-4-172-16,4-3-120 0,4-10 0 16,4-2-8-16,0-5-40 0,4-5-136 15,4-7-68-15,4 1-53 0,0-7-59 0,4 0-100 16,0-9-156-16,4-1-176 0,-4-6-312 15,-1-3-588-15,1-3-888 0,-8 6-1921 0,8-19-1927 16</inkml:trace>
  <inkml:trace contextRef="#ctx0" brushRef="#br0" timeOffset="94116.392">21399 12700 1552 0,'0'0'9433'0,"0"0"-7369"15,4 79-640-15,-8-35-12 0,-3 11 16 0,-2 1 4 16,-3 8-132-16,1-4-276 16,-2 1-256-16,2-1-259 0,-6-3-157 15,-2 0-132-15,3-6-136 0,-5-4-84 0,2-2-56 16,-5-6-140-16,4-8 16 16,-3-9 32-16,-2-3-8 0,1-6-60 0,-4-7-77 15,-4-2 25-15,4-4 60 0,0-4-72 16,0-9-12-16,13-6 148 0,-1-6 132 15,8-3-72-15,4-7-160 0,4 0 24 16,4 0-36-16,7 6 140 0,10 4 116 0,3 9 296 16,4 3 144-16,0 10-40 0,4 3 40 15,0 0 8-15,-4 7 17 0,0 5-113 16,-5 4-76-16,5 0-8 0,-4 1-4 16,0-6 16-16,-5 3-4 0,1-2-200 15,1-5-76-15,-2-4-180 0,-3 0-244 16,5-3-228-16,-2 0-136 0,1-6-257 15,-4-5-535-15,4-1-944 0,-4 2-1908 16,7-12-1665-16</inkml:trace>
  <inkml:trace contextRef="#ctx0" brushRef="#br0" timeOffset="94310.439">21862 12934 4744 0,'0'0'2756'15,"0"0"2665"-15,0 0-4337 0,47 80-340 0,-31-45 352 16,-8 9 196-16,5 4 404 0,-6 6-396 15,1 0-424-15,-4 3-184 16,0-3-107-16,-4 0-173 0,0 3-216 0,-4-3-144 16,-12-3-52-16,-4-4-244 0,-4-2-216 15,-4-7-37-15,-4-5-111 0,0-8-184 16,-3-3-188-16,-5-10-548 0,8-2-1188 16,-24-4-3653-16</inkml:trace>
  <inkml:trace contextRef="#ctx0" brushRef="#br0" timeOffset="94926.161">23200 13525 4728 0,'0'0'6737'0,"0"0"-4641"15,0 0-700-15,0 0-576 16,0 0-92-16,0 0 232 0,0 0-44 0,0 0-80 15,-8 73-344-15,-3-38-212 0,-2 3-72 0,-2 0-24 16,-2 0-64-16,2 1 4 0,-2-9-76 16,2 0-48-16,2-8-12 0,2-6-100 15,7-6-144-15,0-5-184 0,4-5-232 0,0 0-240 16,15-9-576-16,6-7-792 0,3 0-2489 16,19-28-3871-16</inkml:trace>
  <inkml:trace contextRef="#ctx0" brushRef="#br0" timeOffset="95682.541">24009 12919 928 0,'0'0'8200'0,"0"0"-4939"0,0 0-1489 16,0 0-1064-16,0 0 36 0,0 0 724 15,0 0 40-15,87-16-232 0,-39 10-348 16,5-7-304-16,6 4-224 16,1-8-119-16,4 2-185 0,0-1-96 0,-5-3 0 15,-4 2-108-15,1-5-285 0,-7 4-127 0,-6-1-52 16,-2 2-100-16,-10 2-200 0,-11 5-608 16,-8 4-1316-16,-12 3-3297 0</inkml:trace>
  <inkml:trace contextRef="#ctx0" brushRef="#br0" timeOffset="95895.623">24296 12903 8412 0,'0'0'3001'0,"0"0"-1553"15,0 0-504-15,-40 73 8 16,36-38 532-16,0 12 148 0,0 4-128 0,4 9-332 16,0 4-440-16,4 0-184 15,4-1-183-15,-4-2-185 0,4-7-180 0,0-7-96 0,-1-9-268 16,2-9-1-16,3-4 1 15,0-12 60-15,-4-4-148 0,3-5-160 16,2-4-248-16,-1-7-572 0,-1-12-972 0,2 7-2365 16,-2-24-2467-16</inkml:trace>
  <inkml:trace contextRef="#ctx0" brushRef="#br0" timeOffset="96040.957">24412 13122 9940 0,'0'0'5341'0,"0"0"-4021"0,0 0-908 0,0 0 84 15,0 0 852-15,0 0-60 0,83 38-436 16,-43-34-436-16,0-2-260 16,8-2-156-16,3-8-160 0,1-9-208 0,4-2-156 15,-1-3-220-15,1 0-336 0,-15-1-1164 16,10-11-3309-16</inkml:trace>
  <inkml:trace contextRef="#ctx0" brushRef="#br0" timeOffset="96263.68">25396 12671 3980 0,'0'0'9717'0,"0"0"-8397"15,0 0-1032-15,0 0 364 0,0 0 552 16,0 0 96-16,-72 82-204 16,52-44-412-16,8 7-124 0,0 3-120 0,4 9-52 0,4 0-11 15,0 3-85-15,0-2-160 16,0-5-132-16,4-1 0 0,0-5-72 0,4-9-168 15,8-5-149-15,0-8-99 0,8-10-48 16,0-5 12-16,11-10-148 16,1-6-152-16,5-13-476 0,-5-1-1220 0,7-24-3601 0</inkml:trace>
  <inkml:trace contextRef="#ctx0" brushRef="#br0" timeOffset="96647.393">25954 12614 7644 0,'0'0'6593'0,"0"0"-5357"0,0 0-948 0,11 86 244 16,-11-52 724-16,4 4 448 15,0 6-344-15,1 2-556 0,-1-2-428 0,-1 3-119 16,1 4-65-16,-4 0-36 0,0 6 16 0,-11-3-172 16,-6 3-36-16,-3-2 24 15,-3-5-124-15,-5-6-20 0,0-5 48 0,0-7 96 16,4-10 8-16,0-6-120 0,4-13-81 15,0-3-3-15,0-7-108 0,4-12-84 16,4-6-40-16,0-6 48 0,8-11-84 16,1-2 68-16,3-7-120 0,3 2-64 15,5 5-88-15,9 11 68 0,-2 10 312 16,1 7 300-16,0 13 200 0,4 3 488 0,0 6 128 16,4 7-40-16,-4 3-64 0,8-1 48 15,0 4-116-15,4-2-108 0,-1-2-159 16,1-2-193-16,4-3-184 0,0-8-12 15,-1-2-329-15,2 0-159 0,-1-9-144 16,-1-3-188-16,1-7-188 0,-4-6-800 16,-4 6-2444-16,0-20-2645 0</inkml:trace>
  <inkml:trace contextRef="#ctx0" brushRef="#br0" timeOffset="96831.022">26472 12728 196 0,'0'0'10801'0,"0"0"-9325"0,0 0-864 0,47 76 624 15,-31-44 240-15,0 7-36 16,0 2-376-16,0 7-412 0,0-1-60 0,0 0 460 16,-4 4-480-16,-8 0-304 0,-4-3-172 15,0-1-96-15,-13-2-48 0,-2-1-172 16,-5-5-204-16,-4-6-164 0,-4 0-36 16,-4-7-76-16,-4-4-64 0,0-7-176 0,-3-8-540 15,11-4-912-15,-17-6-2945 0</inkml:trace>
  <inkml:trace contextRef="#ctx0" brushRef="#br0" timeOffset="97414.681">27906 12703 8896 0,'0'0'4269'16,"0"0"-3065"-16,0 0-848 0,0 0-152 0,-96 9 336 16,60 1 356-16,-3 0-60 15,-2 5-368-15,2 4-280 0,-5 4-100 16,0 2-80-16,-3 4 4 0,2 6 124 0,2 6 124 16,-2 0 24-16,10 1-16 0,11-1-72 15,4 0-36-15,16-9 76 16,4-1 8-16,12-6-96 0,12-6-52 0,8-2 28 15,7-9 108-15,5-1 228 0,8-7-312 16,0 0-148-16,4-9-160 16,-1-1-144-16,-7-3-124 0,1 5-332 0,-14-3-184 15,-7 3-620-15,-8 4-1232 0,-17 2-4029 0</inkml:trace>
  <inkml:trace contextRef="#ctx0" brushRef="#br0" timeOffset="97594.407">27344 13436 9532 0,'0'0'4493'0,"0"0"-2765"16,0 0-648-16,0 0 0 0,0 0 240 0,0 0-84 16,0 0-224-16,0 0-67 0,111 48-373 15,-46-51-260-15,6-7-152 16,8-6-88-16,5-3-72 0,0-3-40 0,0-1-324 16,-5 1-276-16,-3 0-113 0,-4 3-87 15,-9 0-332-15,-7 0-984 0,-12 7-2152 16,4-4-3501-16</inkml:trace>
  <inkml:trace contextRef="#ctx0" brushRef="#br0" timeOffset="97830.687">28950 12700 8020 0,'0'0'8349'0,"0"0"-6177"0,0 0-1324 16,83 6-516-16,-43-9 72 0,0-3-28 15,4-1-84-15,-4 1-252 16,-1 0-40-16,5-4-100 16,-4 0-264-16,0 4-468 0,-9-3-312 0,-3 2-656 15,-11 1-2412-15,-6-3-5765 0</inkml:trace>
  <inkml:trace contextRef="#ctx0" brushRef="#br0" timeOffset="97996.447">29085 12823 5684 0,'0'0'6573'0,"0"0"-5029"0,-44 93-1164 0,36-49 264 16,0 10 1156-16,0 3 88 0,0 0-220 16,4-2-596-16,1-2-451 0,-1-5-305 15,4-4-316-15,0-6-124 0,0-2-365 0,0-8-131 16,7-6-88-16,-3-6 0 15,0-7-240-15,0-2-812 16,0-4-1340-16,0-6-3261 0</inkml:trace>
  <inkml:trace contextRef="#ctx0" brushRef="#br0" timeOffset="98263.165">29037 13208 7504 0,'0'0'6965'0,"0"0"-4537"0,0 0-1052 0,0 0-392 15,0 0-16-15,0 0-368 0,0 0-176 16,96-44-192-16,-64 44-224 15,3 0-8-15,1 0-352 0,-4 5-516 0,-4 5-112 16,-4 2 96-16,-8 1-244 0,-8 6-476 16,-8 4-36-16,-4-1 416 15,-16 7 368-15,-8-1 392 0,-8 5 464 0,-3-2 492 16,-6-4 508-16,2 3 132 0,-1-5-56 0,4 1-212 16,8-4-244-16,8-7-284 15,9 2 0-15,11-8 12 0,4 1-52 0,11-4-112 16,17-3 248-16,8 1 232 0,12-4-220 15,12-4-152-15,4-9-292 0,3 0-156 16,1 1-28-16,-4-1-380 0,-1 4-360 16,-7-4-240-16,-16 7-1480 0,0-4-7041 0</inkml:trace>
  <inkml:trace contextRef="#ctx0" brushRef="#br0" timeOffset="99235.446">5641 15563 6584 0,'0'0'4461'0,"0"0"-2933"16,0 0-368-16,0 0-56 0,0 0 240 15,0 0-220-15,0 0-328 0,0 0 92 16,99 39 372-16,-30-39-380 0,14 0-272 16,5-6-195-16,0-4-209 0,-4-3-92 0,-5-2-112 15,-3 1-148-15,-5-1-228 0,-7-5-133 16,-4 4-15-16,-4-3-76 0,-4 4-204 15,-13-1-640-15,-11 6-1516 0,-8 4-4033 16</inkml:trace>
  <inkml:trace contextRef="#ctx0" brushRef="#br0" timeOffset="99420.35">5924 15942 3240 0,'0'0'1004'16,"0"0"3608"-16,0 0-2740 0,0 0-803 0,0 66-93 15,32-53 500-15,16-7 252 16,16-6-32-16,11-6-424 0,9-10-400 16,4-9-432-16,-1-7-352 0,-8-4-88 0,2 3-180 15,-5-9-40-15,-12 3-184 0,-5 2-456 16,-8 2-652-16,-10 9-1468 0,-9-2-4081 16</inkml:trace>
  <inkml:trace contextRef="#ctx0" brushRef="#br0" timeOffset="99701.53">6546 15161 4136 0,'0'0'9029'0,"0"0"-8001"0,0 0-724 0,107-14 516 15,-58 14 276-15,-2 0-296 16,9 4-192-16,-4 6-200 0,3 1-200 15,-3 6-96-15,-4 8-112 0,-4 4-36 0,-9 7-88 16,-7 1-24-16,-7 10 12 16,-10 4-64-16,-11 9-20 0,0 3 96 15,-15 8 36-15,-13 0 20 0,-4 1 68 0,-4 1 88 16,-8 1-12-16,-3-5-76 0,-2-3-232 16,-3-6-116-16,5-5-388 0,-1-14-300 15,16-12-828-15,-8-10-3473 0</inkml:trace>
  <inkml:trace contextRef="#ctx0" brushRef="#br1" timeOffset="116614.685">24463 11937 5672 0,'0'0'2132'0,"0"0"-1264"0,0 0 400 16,0 0-852-16,-83-63 369 16,55 54-117-16,0-1-52 0,-8 4-168 0,0 3-52 15,0 3-12-15,-4 5 148 0,-3 9-88 16,-5 2-116-16,-1 9 48 15,-2 3-108-15,-5 4 56 0,-4 10-212 0,-3 6 52 16,-1 5-48-16,-3 4-116 0,-6 7-4 16,6 6-56-16,-1 6-60 0,4 4 112 15,5 3-4-15,6 1-52 0,10 5 56 16,7 1-28-16,12-5 36 0,4 4 100 0,16 0 16 16,4-3-16-16,4-4 28 0,20 1-116 15,4-1-12-15,8-3 4 0,8-3-4 16,11 1 0-16,1-4 0 0,8-10-8 15,8-6-32-15,0-6 28 0,7-9 12 0,1-7 0 16,8-7 8-16,3-5-8 16,1-4-48-16,7-7-28 0,1-2-92 0,8-1-44 15,-1-6 124-15,12 1 76 0,1-1 0 16,0 0 12-16,7 3-4 16,-7-3-96-16,-8 0-164 0,-1-3 48 0,-7 0 64 15,-5-12 128-15,-3-10 24 0,-1-7 228 16,-3-2 8-16,0-8-160 0,-1-6 12 15,-7 1-76-15,-9-3 4 0,-3-3-12 0,-7-2 44 16,-10 1-40-16,-11 4 44 16,-5-3-4-16,-3-2 4 0,-8 1 24 0,-4-2-64 15,0-5 0-15,-4-2 52 0,-4-8 48 16,0-4 40-16,-4-7 112 16,-4-3-128-16,0-4 0 0,-5-3-136 0,-3 0-76 0,0 3 12 15,0 3-36-15,-7 7 28 16,-5 6 56-16,-4 7 16 0,0 6 8 15,-8 10 0-15,0-1-8 0,-4 6-52 0,-4 4 52 16,-7 0-8-16,-5 4 60 16,-8-2-68-16,-4 4 16 0,-4 0-84 0,-3 1-92 0,-5 3-56 15,-3-4-28-15,-2 2 144 16,-6 6-84-16,-1 4-16 0,-4 8 40 16,1 2 28-16,-5 10-4 0,-3 3 0 15,3 13 48-15,0 7 56 0,4 1-144 0,1 3-300 16,11 4-276-16,8-5-588 15,17 2-889-15,10-9-599 0,10 0-1520 0</inkml:trace>
  <inkml:trace contextRef="#ctx0" brushRef="#br1" timeOffset="117000.304">25153 11572 8656 0,'0'0'2120'0,"0"0"-819"16,0 0-545-16,60-72 200 15,-32 40 260-15,3-6-112 0,5-3-400 16,7-1-380-16,2-5-24 0,2-5-152 0,5 5-76 16,0-4 16-16,-4 7-40 0,0 3-48 15,-5 2-8-15,-3 5-128 16,-3 6-48-16,-6 1-364 0,-4 5-280 0,1 7-116 15,-11-2-68-15,-2 8-208 0,-6 6-692 16,-9 0-805-16,0 6-2203 0</inkml:trace>
  <inkml:trace contextRef="#ctx0" brushRef="#br1" timeOffset="117220.674">25332 11778 9592 0,'0'0'1885'0,"0"0"-793"0,0 0-224 16,0 0 524-16,0 0 136 0,0 0-420 15,87-94-552-15,-55 53-320 0,8-7-64 0,4-3 88 16,0-3-176-16,0 1-84 0,-1 1 0 16,1 1-12-16,0 7-184 0,-8 2-272 15,-5 8-328-15,-3 2-148 0,0 7-228 16,-7 2-464-16,-10 4-1133 0,2-3-2755 0</inkml:trace>
  <inkml:trace contextRef="#ctx0" brushRef="#br1" timeOffset="117775.217">25080 11462 404 0,'0'0'7752'0,"0"0"-6612"0,0 0 1977 15,0 0-1001-15,0 0-520 0,0 0-704 16,0 0-792-16,0 0-100 0,0 0-312 0,0 0-368 16,0 0-424-16,-11 44-532 15,7-28-1225-15,4 9-2699 0</inkml:trace>
  <inkml:trace contextRef="#ctx0" brushRef="#br1" timeOffset="117946.557">25025 11814 744 0,'0'0'6948'0,"0"0"-4204"0,0 0-507 0,0 0-201 16,0 0-336-16,0 0-444 0,0 0-376 0,0 0-424 15,0 0-212-15,0 0-144 16,87 37-100-16,-63-37-396 0,8-2-304 16,4-4-316-16,4-4-500 0,-12 3-1056 0,16-3-3569 15</inkml:trace>
  <inkml:trace contextRef="#ctx0" brushRef="#br1" timeOffset="118915.571">26407 10446 6688 0,'0'0'2788'0,"0"0"-683"0,0 0-441 15,16-77-560-15,-16 65 20 0,0 5-128 16,-3 4-300-16,-14 3-384 0,2 6-312 16,-5 7-92-16,-5 9-44 0,2 8 60 0,-5 3 72 15,0 3 4-15,0 2-8 16,4 0-4-16,4-7-64 0,8-1 68 0,5-5-64 15,7-6-52-15,0-4 60 0,3-5-12 16,13 0 16-16,4-7 60 16,8 3 4-16,0-6 84 0,4 3-4 0,0-3-80 0,-4 3 96 15,0 1 52-15,0-1-80 0,-9 6 4 16,1-2 36-16,-8 5 60 16,4-1 52-16,-8 1-100 0,0 1 88 0,-3-1-16 15,-2 1 76-15,1-3 24 0,-4 2 24 0,0-5-100 16,-4 1-84-16,-4-1-4 15,0 0 16-15,-4-4-36 0,-4 3-112 16,1-4-124-16,-2-2-132 0,2 0-40 16,-2-2-244-16,2-4-128 0,2-7-60 0,-2 1-320 15,7-7-1048-15,0 2-2081 16,4-14-1963-16</inkml:trace>
  <inkml:trace contextRef="#ctx0" brushRef="#br1" timeOffset="119413.355">26659 10347 8552 0,'0'0'2004'16,"0"0"-867"-16,0 0 615 0,0 0-120 0,0 0-320 15,0 0-4-15,0 0-260 0,39 73-360 0,-39-42-76 16,0 1-280-16,-3 0-212 0,-1 0-80 0,0-3-40 16,-1-1-340-16,5-6-212 15,0-5 0-15,0-9 60 0,0-4 60 16,5-4 48-16,3 0 12 0,3-6 152 0,6-7-80 15,-6-5-136-15,9-8-144 0,-4-3 164 16,4-3 164-16,-4 1 0 16,4 2 200-16,-4 4 52 0,0 5 4 0,-5 5 112 15,-2 5 200-15,-1 8 96 0,-5 2-96 16,-3 0-52-16,0 8 148 0,0 5 52 16,0 3-80-16,-3 3-88 0,-5 0-72 15,4-3-52-15,-1-3-84 0,1-4-88 16,4-6-88-16,0 0-48 0,0-3 24 15,0-3 52-15,9-6 48 0,3-4 12 16,4-4 0-16,-1-4-8 0,2 2-68 16,-2 1 28-16,6 1-28 0,-2 4 68 0,1 4 8 15,-3 2 44-15,-2 7-44 0,-3 0 0 16,0 10 48-16,-8 7 212 0,4 2 36 16,-4-1-36-16,-4 4 20 0,0-4 52 0,0 6 112 15,-4-2-68-15,0 0-32 16,-4-3-136-16,4-4-160 0,0-1-48 15,4-5-4-15,-4-6-104 0,4 0-16 0,0-3-72 16,0 0-184-16,0 0-168 0,4 0-68 16,0 0-24-16,4-6-180 0,4-1-420 15,0 1-688-15,4 0-820 0,8-10-2137 16</inkml:trace>
  <inkml:trace contextRef="#ctx0" brushRef="#br1" timeOffset="119783.626">27555 10318 10212 0,'0'0'2673'0,"0"0"-1297"16,0 0-328-16,0 0 372 16,0 0-76-16,0 0-152 0,-80 10-420 15,60-7-416-15,1 3-212 0,-2 4-8 16,2 2-88-16,-1 5-48 0,3 1 0 0,2 6 0 16,2 4-4-16,6-3 0 15,-1 0-44-15,8-3-12 0,0-6-16 0,0-3-68 16,8-3 8-16,4-8 28 0,8-2-28 0,0-2-60 15,4-11-84-15,-1-6-64 16,5-3 24-16,0-5-12 0,-4 0 36 16,0 2 84-16,-4 2 52 0,-8 4 60 0,0 3 100 15,-8 9 64-15,-4 5 8 16,0 2 76-16,0 0 164 0,0 9 32 16,-8 7-24-16,0 3 48 0,4 4-36 0,-4-4-52 15,4 0-48-15,0-5-196 0,4-3-36 16,0-5-96-16,0-3-76 15,8-3-12-15,0 0 52 0,4-9-40 0,4-7-260 0,4-6-344 16,0-3-252-16,4-7-412 16,-1-7-352-16,5 1-620 0,-8 10-1541 15,4-30-1839-15</inkml:trace>
  <inkml:trace contextRef="#ctx0" brushRef="#br1" timeOffset="119961.319">27937 9769 9864 0,'0'0'2345'16,"0"0"-1641"-16,0 0-80 0,0 0 532 15,0 0 328-15,0 0-12 0,-24 86-284 0,13-35-48 16,-1 12-140-16,-4 7 205 16,0 6-441-16,-4 1-404 0,8-5-324 15,4-8-36-15,0-7-336 0,8-16-208 0,8-12 68 16,4-13 111-16,11-13-71 0,2-6-172 16,6-17-200-16,5-7-456 0,5-9-700 15,-2-5-784-15,-3-6-381 0,0-4 205 16,-8 13-120-16,3-23-1651 0</inkml:trace>
  <inkml:trace contextRef="#ctx0" brushRef="#br1" timeOffset="120152.301">28296 9747 9080 0,'0'0'2657'0,"0"0"-1313"15,0 0-160-15,0 0 292 0,0 0 40 16,0 0-280-16,0 0-252 0,-32 85-236 16,25-43-4-16,-6 2-16 0,5 7-323 15,-4 4-201-15,0 2-116 0,5 2-88 0,-6 5-60 16,9-6-108-16,-4-5-309 15,8-2-143-15,0-10-84 0,0-9-56 16,8-9 48-16,9-11-4 0,2-10-52 0,5-2-316 16,0-11-616-16,8-5-836 0,-12-1-1821 15,12-11-1771-15</inkml:trace>
  <inkml:trace contextRef="#ctx0" brushRef="#br1" timeOffset="120584.502">28547 10188 6732 0,'0'0'4837'0,"0"0"-3429"0,0 0-504 16,0 0 236-16,-28 70 356 16,28-54-240-16,0-3-488 0,8-7-484 0,4-3-76 15,8-3 76-15,0 0 68 0,4-9-116 16,4-4-116-16,0-10-120 0,4 1-140 16,-4-3-236-16,-1 0-168 0,-7 3 4 15,0 2-4-15,-12 1 60 0,-4 10 176 0,-4-1 120 16,0 1 60-16,-12 2 128 0,-8 5 112 15,-4 2 24-15,-4 0 64 0,0 2-16 16,1 11 152-16,-5 6 12 0,-1 6-52 16,2 11-36-16,-1 1 32 0,0 8 76 15,9-3 0-15,-1 2-220 0,7-9-148 0,13-3-36 16,4-11-232-16,0-4-372 16,21-8-100-16,3-9-4 0,8-7-128 0,7-12-472 15,-7 5-1120-15,24-25-2613 0</inkml:trace>
  <inkml:trace contextRef="#ctx0" brushRef="#br1" timeOffset="120838.364">29021 10071 13193 0,'0'0'2116'15,"0"0"-1736"-15,0 0 32 0,-83 63 452 16,55-40 364-16,4-4-92 0,7-3-488 16,10-7-436-16,7-3-212 0,0-2-148 15,7-2 88-15,14-2 60 0,3 5 56 16,4-3-52-16,0 2 64 0,4-2-68 0,-4 4-12 15,-5 8 8-15,-3 2 4 0,-4-2 64 16,-4 10 8-16,-8 1 88 16,-4 3 96-16,-4-2-12 0,-8 2-36 0,-4-3-88 15,1-6-48-15,-2 1-28 0,6-10-44 16,-2-4-120-16,1-6-232 0,9-4-212 0,3-8-240 16,0-10-168-16,0-9-68 15,11-8-400-15,9-6-1160 0,-4 11-1921 16,8-30-1187-16</inkml:trace>
  <inkml:trace contextRef="#ctx0" brushRef="#br1" timeOffset="121020.171">29444 9626 12017 0,'0'0'1824'16,"0"0"-896"-16,7 86-336 0,-7-45 504 16,-7 10 616-16,-1 2 8 0,0 2-752 0,-1 2-484 15,6 3-292-15,-1 1-192 16,0-4-96-16,4-3 20 0,4-4-228 15,3-8-268-15,6-10-64 0,2-10 284 0,2-10 216 16,-2-2-148-16,2-10-196 16,-6 0-148-16,-3-6-316 0,-3-7-572 0,-5 4-1148 15,-5-10-2777-15</inkml:trace>
  <inkml:trace contextRef="#ctx0" brushRef="#br1" timeOffset="121165.022">29252 10118 13581 0,'0'0'2172'0,"0"0"-2164"15,0 0 500-15,0 0 452 0,100-12 228 16,-61 5 104-16,10-2-768 0,-2-5-340 16,5 6-184-16,-4-5-232 0,3 4-576 15,-6-1-312-15,-6 3-432 0,-7 2-1616 16,4-2-3241-16</inkml:trace>
  <inkml:trace contextRef="#ctx0" brushRef="#br1" timeOffset="123946.215">32603 9382 12177 0,'0'0'2116'0,"0"0"-1924"0,0 0-104 16,0 0-88-16,0 0 0 16,0 0-24-16,0 0-1068 0,0 0-968 0,0 0-2917 15</inkml:trace>
  <inkml:trace contextRef="#ctx0" brushRef="#br1" timeOffset="130271.351">30471 9443 5684 0,'0'0'5553'0,"0"0"-3645"0,0 0-876 15,0 0-120-15,0 0 272 0,0 0-288 16,0 0-224-16,0 0-252 16,0 0-224-16,-99 63-144 0,75-41-52 0,4-3-48 15,0 0 36-15,5-3-48 0,-2-4 8 0,9 1 4 16,1-3-40-16,2 2 16 15,5-2-4-15,0-3 4 0,5 2 60 16,6-2-60-16,5-1 72 0,4-3 64 0,4 0 48 16,4-1-100-1,4 3 148-15,-4-3-152 0,0 5 40 0,0 2 20 16,-9 1-60-16,-2 3-8 0,-6-1 44 0,2 1-40 16,-9 3 0-16,-1 0 44 0,-3 4 76 15,0-6 0-15,-3 5 136 16,-6-2-128-16,-3-4-44 0,-4-4-48 0,4 1-40 0,1-8-172 15,-6 5-60-15,10-7-128 16,-5 0-232-16,3-7-40 0,2-5-204 16,3-4-424-16,4-7-1012 0,-4 4-1741 0,4-15-1619 15</inkml:trace>
  <inkml:trace contextRef="#ctx0" brushRef="#br1" timeOffset="130593.923">30746 9464 7428 0,'0'0'4901'0,"0"0"-4021"0,0 0-484 0,0 0 860 16,0 0 480-16,-11 70-468 16,3-47-328-16,4 2-304 0,-1-6-256 0,1-3-256 15,4-4-124-15,0-2-84 0,0-3-24 16,4-4-4-16,1-3-84 16,3 0-24-16,-1-6 60 0,10-5-12 0,-6-4-220 15,6-3-192-15,2-6-132 0,-3 2-60 16,0 0 20-16,-4 0 16 0,4 0 132 0,-5 3-16 15,-2 0-572-15,-5 2 656 0,4 11 540 16,-8 4 500-16,0 2 252 0,0 2-76 16,4 11 60-16,-4 3 148 15,0 3-140-15,0 3-148 0,0 0-184 0,3-3-16 16,2 1-84-16,3-2-160 0,-4-5-152 16,4-2-4-16,-5-6-156 0,6-2-264 0,-5-3-72 15,0 0-76-15,0-8-124 16,0-3-460-16,-1 2-1084 0,1-13-3313 15</inkml:trace>
  <inkml:trace contextRef="#ctx0" brushRef="#br1" timeOffset="130953.926">31221 8797 7928 0,'0'0'6009'0,"0"0"-5377"16,0 0-364-16,0 71 488 15,-13-33 684-15,-2 3-224 0,-5 4-316 0,0 6-376 16,0 2-216-16,0 4-136 0,0 0-172 16,4-3 0-16,1 0-52 0,6-12-44 15,5-3-248-15,4-14 40 0,0-10 96 0,8-3 36 16,4-6 60-16,8 1 56 16,0-3 56-16,4-1 120 0,4 0-120 15,0 4-4-15,0-1-4 0,-5 0 16 0,1 4-8 16,-4-1 52-16,0 4-52 0,-8-4 0 15,0 4 76-15,-3-3 24 0,-2-1 44 16,-7 0-44-16,4 1 24 0,-4-3 8 16,0-5-32-16,-8 5 32 0,-4-1-8 0,-4 0-124 15,0-2-124 1,-8 3-180-16,1-5-76 0,-5-2-112 0,4 0 12 16,-4 0 32-16,4-2-344 0,-4-5-728 0,4-6-988 15,8 3-1549-15,1-5-2735 16</inkml:trace>
  <inkml:trace contextRef="#ctx0" brushRef="#br1" timeOffset="131210.339">31623 9385 6796 0,'0'0'7353'16,"0"0"-5725"-16,0 0-1316 0,0 0 80 16,0 0 108-16,0 0 144 0,0 0 308 15,0 0-228-15,0 0-184 0,107 14-296 0,-66-25-232 16,2-5-12-16,1-3 0 0,0-6-328 16,-8 3-372-16,3-8-296 0,-7 5-372 15,-12 3-1316-15,5-10-2717 0</inkml:trace>
  <inkml:trace contextRef="#ctx0" brushRef="#br1" timeOffset="131446.712">31934 8950 6960 0,'0'0'4549'0,"0"0"-3665"0,0 0-372 0,0 0 352 16,-56 79 368-16,44-46 140 16,4 4-52-16,0 5-356 0,0 5-328 15,4 3-144-15,0 5-64 0,4 5-72 0,-3 0-152 16,3 1 16-16,-5-1-120 0,5-2-88 15,0-4-12-15,0-4 12 16,0 1-12-16,5-10 0 0,-5 0 0 0,3-8-32 16,1-5 16-16,0-9 16 15,-4-6-12-15,4-7-72 0,-4-3-60 16,0-3-260-16,0 0-120 0,0-3-28 0,0-7-16 16,0-5-308-16,0-12-804 0,0 8-2124 15,-4-21-1441-15</inkml:trace>
  <inkml:trace contextRef="#ctx0" brushRef="#br1" timeOffset="131619.712">32177 9318 5428 0,'0'0'8049'16,"0"0"-6717"-16,0 0-60 0,0 0 400 0,0 0-388 16,24 89-156-16,-24-64-264 0,-9 0-328 15,2-1-352-15,-1-2-184 0,4-7-8 16,0-2-140-16,-4-7-348 0,8-3-300 0,-8 1-208 15,4-4-200-15,0-10-828 0,-5 4-3273 16,-2-19-4859-16</inkml:trace>
  <inkml:trace contextRef="#ctx0" brushRef="#br1" timeOffset="131781.712">32256 8969 12197 0,'0'0'4432'0,"0"0"-3908"16,0 0 184-16,0 0 476 0,0 0-400 15,0 0-292-15,0 0-300 0,84-3-192 16,-68 3-152-16,4 3-632 0,0 0-396 16,-5 0-344-16,-2 7-996 0,-1-7-2265 0,-12 13-4131 15</inkml:trace>
  <inkml:trace contextRef="#ctx0" brushRef="#br1" timeOffset="132094.013">32432 9264 5896 0,'0'0'6361'0,"0"0"-5481"15,0 0 264-15,0 0 660 0,0 0-268 0,0 0-252 16,0 0-316-16,0 0-332 0,0 0-256 16,95 61-112-16,-71-74-208 15,0 0-48-15,1-3-12 0,-2-3-192 0,-3 0-136 16,-5 0-12-16,2 0-28 0,-6 4 24 0,-7-2 112 16,1 2 60-16,-5 2-72 0,-5-3 32 15,-2 3 104-15,-5 1-140 0,-4 5 28 16,-4 7 72-16,0 4-76 0,0 11 224 0,-3 8 184 15,-1 5 224-15,3 7-76 16,2 4-72-16,-5 1 96 0,4-2 24 16,4 1 48-16,4-7-136 0,4-7-168 0,4-6-124 15,4-10-36-15,8-3-64 0,8-6 88 16,3-2 4-16,9-15 0 0,4-5-420 16,4-6-380-16,4-7-68 0,0 0-212 15,0 3-640-15,-5 1-604 0,2 2-389 16,-14 6-1839-16</inkml:trace>
  <inkml:trace contextRef="#ctx0" brushRef="#br1" timeOffset="132481.786">32850 9128 7028 0,'0'0'3961'0,"0"0"-3125"0,0 0 84 15,-59 92 772-15,38-61 8 0,6-2-260 16,-1-3-328-16,4-4-328 16,8-6-352-16,-1-10-264 0,5-3-164 0,5-3 0 0,3 0 0 15,3-9 216-15,10-4 12 16,-2-6-232-16,1-6-204 0,1 0-240 15,-2-1 28-15,5 3 24 0,-8-2-52 0,4 0-108 16,0-4-20-16,-5-2 100 16,6-1-112-16,-5-10 76 0,3-2-44 0,2-7 236 15,-1-9-452-15,3-7-684 0,1-2-420 16,4-5-793-16,0 4-1495 0,-4 14 1708 16,-5 8 2452-16,2 13 968 0,-10 9 828 15,-2 10 352-15,-5 10-316 0,0 0-316 16,-4 6 161-16,0 0 63 0,0 0-560 15,0 0-360-15,-4 3-380 0,-4 3-140 16,3 1 92-16,1 2 72 0,1 3-4 16,-1 1-28-16,0 7-60 0,-4-1-76 0,4 6 120 15,-1 3 408-15,2 11-200 0,-5 3-208 16,0 2-124-16,-1 6-24 0,-2 4-52 16,-1 0-140-16,-4 0-76 0,4 0-240 15,0-6-408-15,4-1-132 0,4-2-176 0,4-7-192 16,0 0-772-16,0-13-2124 0,0 4-2425 15</inkml:trace>
  <inkml:trace contextRef="#ctx0" brushRef="#br1" timeOffset="133313.587">27320 11081 7704 0,'0'0'7153'0,"0"0"-5417"0,0 0-1200 15,0 0-276-15,-16 97 272 0,12-49 556 16,0 4-268-16,-4 1-268 16,4-2-248-16,4-7-132 0,0-5-64 0,0-11-108 0,0-9-92 15,4-6 4-15,4-7-56 16,0-3-148-16,4-3-332 0,0-6-236 16,0-7-164-16,0-6-532 0,-5 4-1520 0,-7-18-3337 15</inkml:trace>
  <inkml:trace contextRef="#ctx0" brushRef="#br1" timeOffset="133482.39">27368 10766 7188 0,'0'0'6249'0,"0"0"-4401"0,0 0-1068 0,0 0-252 16,0 0 20-16,0 0-28 0,0 0-244 0,0 0-276 15,99 66-412-15,-74-47-456 16,3 1-416-16,-1-1-464 0,-3-3-2313 15,-4 6-3575-15</inkml:trace>
  <inkml:trace contextRef="#ctx0" brushRef="#br1" timeOffset="133760.999">27714 11125 8432 0,'0'0'4349'0,"0"0"-3609"0,0 0-28 16,-24 79 800-16,17-53-20 15,-1-8-192-15,3 2-440 0,5-7-504 0,0-4-312 16,0-3-44-16,9-2-48 0,-2-4-28 15,5-4 76-15,4-9-12 0,0 1-316 0,0-4-128 16,0-2 12-16,0 1 184 16,0 4 148-16,0 3 28 0,4 2-4 15,-4 1 28-15,4 3 48 0,-1 4-60 0,5 0 72 16,-3 4 212-16,-6 6 84 16,1 2 36-16,5 4-84 0,-10 1-76 15,-3 1-164-15,5 1 112 0,-10-3-68 0,1 3-52 16,0-3 0-16,-4 0-12 0,0-4-172 15,0 1-336-15,0-1-232 0,4-1-404 16,-4-3-1024-16,0-1-2413 0,0-7-4139 16</inkml:trace>
  <inkml:trace contextRef="#ctx0" brushRef="#br1" timeOffset="133944.442">28431 10941 10184 0,'0'0'6301'0,"0"0"-4885"0,0 0-836 0,0 0 676 0,0 0 148 16,100 16-555-16,-68-16-301 0,8-10-296 15,0 0-180-15,3-2-72 0,-2-1-96 16,-6 1-424-16,1-1-381 0,-12 2-231 16,-5 9-720-16,-6 2-1900 0,-13 0-1953 15</inkml:trace>
  <inkml:trace contextRef="#ctx0" brushRef="#br1" timeOffset="134088.404">28622 11018 6856 0,'0'0'4757'16,"0"0"-2965"-16,0 0-1004 0,0 0 348 15,-3 82 396-15,-1-54-240 0,0 4-268 0,-4 0-328 16,-1-4-204-16,2 0-200 16,3-2-292-16,0-4-12 0,0 1-292 15,0-5-332-15,0 2-236 0,0-5-364 0,0-5-640 16,-4 0-1996-16,0-7-2221 0</inkml:trace>
  <inkml:trace contextRef="#ctx0" brushRef="#br1" timeOffset="134248.389">28579 11300 3056 0,'0'0'9229'16,"0"0"-7125"-16,0 0-544 0,0 0 264 0,96-42-612 16,-65 30-440-16,-3-2-224 0,0 5-240 15,-4 0-308-15,0 2-12 0,-8 1-296 16,-1 6-376-16,-6 0-212 0,-1 0-252 15,-4 3-468-15,-4 7-528 0,-12 2-28 0,-4 10-853 16,-4 1-1071-16,-8 2 1096 0</inkml:trace>
  <inkml:trace contextRef="#ctx0" brushRef="#br1" timeOffset="134372.047">28699 11376 652 0,'0'0'3312'15,"0"0"908"-15,0 0-1760 0,-88 72-163 16,80-65-441-16,8 0-548 0,0-7-556 0,12 0-340 16,4 0 72-16,12-7 256 15,-1-2-256-15,14-7-288 0,-2-3-184 16,5 0-12-16,4-4-8 0,4 4-80 0,-1 3-36 15,5 1-848-15,-4 5-196 0,4 7 100 16,-16 0-1348-16,16 0-4621 0</inkml:trace>
  <inkml:trace contextRef="#ctx0" brushRef="#br1" timeOffset="135001.17">29794 10944 11061 0,'0'0'2232'15,"0"0"-700"-15,0 0 44 16,0 0-504-16,0 0-208 0,0 0-124 0,0 0-248 16,-68 80-112-16,61-46-28 0,-1 8-56 15,-1-1 68-15,9-6-24 0,0-4-216 16,0-6-124-16,5-6-80 0,7-5-52 0,3-5-232 15,1-9-212-15,8 0 28 16,4-9-152-16,0-8-112 0,4-1-244 16,4-5-424-16,-4-2-376 0,0 0-216 0,-1-4-81 15,-3 7 65-15,-8-1 944 0,0 5 1144 16,-7 4 728-16,-6 9 1128 0,-3 2 225 0,-4 3 63 16,0 3 24-16,0 2-736 15,-4 6-292-15,0 1-188 0,1 1-104 16,3-4-56-16,0 1-220 0,0-7-240 0,7 0-140 15,5-3-80-15,4 0-104 0,0-6 52 16,0-7-60-16,3-2-60 16,2-1-332-16,-6 0-132 0,-2-4 12 0,-6 8 72 15,-3-1 60-15,0 4 100 0,-4 2 72 16,-4 0 108-16,-7 5 12 0,-6-2 4 16,2 1 76-16,-2 3 4 0,-2 0-40 15,-1 0-80-15,4 9-100 0,-4 2-72 16,4 1 72-1,0 1 140-15,9-1-164 0,-6-1-564 16,9-2-1024-16,0 0-1224 0,0 1-2801 0</inkml:trace>
  <inkml:trace contextRef="#ctx0" brushRef="#br1" timeOffset="135312.396">30332 10978 6492 0,'0'0'6657'0,"0"0"-6097"16,0 0-368-16,0 0 468 15,0 0 124-15,0 0 460 0,0 0-164 0,16 80-460 16,-16-60-288-16,0-5-132 0,4-2-200 16,0 0-72-16,-4-7 12 0,8 0-16 15,0-6-8-15,-1 0-4 0,2-6 88 16,7-4-12-16,0-5-172 0,-1-2-16 16,6-1-120-16,-1-1-52 0,-5 3 148 0,-3 4 24 15,0 1 88-15,-4 8-24 0,0 3 136 16,-8 0 312-16,5 10 244 15,-5 2 16-15,0 5-80 0,0 5-24 0,-5 0-60 16,1 0 8-16,-4 0-16 0,8-3-56 16,-4-3-224-16,4-4-120 0,0-5-68 15,0-3-52-15,8-4-64 0,5-7-268 16,-2-9-160-16,5-6-264 0,4-3-384 16,4-7-1176-16,-8 7-2333 0,8-17-2115 15</inkml:trace>
  <inkml:trace contextRef="#ctx0" brushRef="#br1" timeOffset="135646.524">30790 10490 7248 0,'0'0'5933'0,"0"0"-4045"0,0 0-1384 0,0 0-88 15,0 0 660 1,8 69 548-16,-8-34-176 0,0 3-460 0,0 4-247 16,0 2-173-16,4 2-216 0,0-6-188 0,0 5-164 15,1-7-60-15,-2 0-196 16,-3-10-180-16,4-3-13 0,-4-2 33 0,4-6 64 15,-4-5 84-15,0-5-196 0,0-1-196 0,-4-3-164 16,-8-3-288-16,0 0-624 16,-3 0-68-16,-9-3 312 0,3-8 556 15,-7 3 244-15,0-5 147 0,0-3 377 0,0-1 168 16,5-2 632-16,3 4 169 0,5 2 31 16,2 4 292-16,5 5 256 0,8 1-248 15,0 3-456-15,8 0-376 0,5 0-76 16,10 0 296-16,5 0 160 0,4 0-324 15,3-3-208-15,10-3-108 0,-6 0-40 16,1-7-220-16,0 2-360 0,-4 0-260 16,4-3-320-16,-9 6-820 0,-3 1-1933 15,4-3-1951-15</inkml:trace>
  <inkml:trace contextRef="#ctx0" brushRef="#br1" timeOffset="135960.312">31236 10807 3092 0,'0'0'3140'0,"0"0"2885"0,0 0-3961 16,0 0-588-16,0 0 40 0,-35 67-96 0,19-41-156 15,-4-1 16-15,0-3-379 0,0 0-309 16,8-2-228-16,4-5-220 0,0-5-144 16,8-4-12-16,0-2-36 0,0-2-84 15,0-2 24-15,8 0-76 0,0-2 28 16,8-4 48-16,0-8-40 0,4 2-92 16,0-8-40-16,-1 5-49 0,2-1 49 15,-6 0 0-15,-2 6 24 0,-2 4 72 0,-7 3 88 16,0 3 28-16,1 0 68 0,-5 3 316 15,4 6 172-15,-4 4-16 16,0 3-155-16,0-4-73 0,3 5 24 0,-3-1-4 16,0-4-80-16,0-2-112 0,4 0-64 15,0-4 40-15,4-4-48 16,-4 3-72-16,4-5-136 0,4 0-180 0,1-11-96 16,6 3-245-16,-3-9-211 0,4 5-444 15,-4-5-1008-15,-1-2-1960 0,-2 7-1049 16,-1-7-1298-16</inkml:trace>
  <inkml:trace contextRef="#ctx0" brushRef="#br1" timeOffset="136094.294">31483 10849 2964 0,'0'0'1252'0,"0"0"7345"0,0 0-6109 16,0 0-1316-16,0 0-104 0,0 0-4 15,0 0 4-15,0 0-284 0,0 0-320 16,0 0-208-16,-7 51-244 0,3-48-12 0,4 3-208 16,0-3-316-16,-4 0-220 15,0 0-240-15,-5 1-400 0,2-1-1532 16,-9-3-4349-16</inkml:trace>
  <inkml:trace contextRef="#ctx0" brushRef="#br1" timeOffset="136242.423">31492 10624 5108 0,'0'0'9037'16,"0"0"-6033"-16,0 0-1728 0,0 0-244 0,0 0 32 15,0 0-248-15,0 0-376 0,0 0-440 0,0 0-48 0,87-30-464 16,-75 30-364-16,0 0-156 0,4 5-196 15,-8 0-908-15,0 2-1760 0,-4 2-765 16,-4 7-1831-16</inkml:trace>
  <inkml:trace contextRef="#ctx0" brushRef="#br1" timeOffset="136755.293">31623 10811 536 0,'0'0'1500'0,"0"0"6588"0,0 0-7031 16,0 0-865-16,0 0 180 0,0 0 640 0,0 0 532 15,28 72-120-15,-24-59-544 0,4-3-268 16,-4-1-128-16,-1 1-200 15,1-4-112-15,-4 4 12 0,5-1-48 0,-1-2-136 16,-4 2-68-16,0-3-8 0,4 0-72 16,-4-2-172-16,4-4-16 0,-4 0-12 15,0 0 100-15,0 0 76 0,4 0 172 0,-4-4 48 16,0 2 228-16,3-5 68 0,-3-3-192 16,4 1-152-16,1-4 0 0,-1 4-144 15,-4-1 92-15,4 4-36 0,-4 0 28 16,4 0-40-16,-4 6-160 0,0-4-16 0,0 4 88 15,0 0 52-15,0 0 4 0,0 0 128 16,0 0 4-16,0 0 120 16,0-3-48-16,0 0-72 0,0 0-140 0,0-3-24 15,0-1 64-15,4 1-12 0,-1 0-28 16,1-1 80-16,0 3 48 0,-4-1-76 16,5 5 36-16,-1-3 0 0,-4-1-36 15,4 1 28-15,-4-1 52 0,4 4 8 16,-1-2 52-16,5-2 152 0,-4 2-28 0,5-4-64 15,-5 2-36-15,7-3 24 16,-2-1-28-16,-2 1-72 0,1-3-52 16,0 4 52-16,1 2 76 0,-2 1 88 0,-3 3 88 15,0 0 36-15,0 0-4 0,-4 7-8 16,4 2 96-16,0 0 0 0,-4 4-64 16,0 4-148-16,0-2-36 0,0 1 72 0,0 0 24 15,0-4-164-15,0-2-56 16,0 3-52-16,4-7 44 0,-4 0-100 15,4 1-200-15,-4-4-176 0,0 0-160 0,0 0-164 16,0 0-172-16,0 1-408 16,0-1-816-16,-4 0-2485 0</inkml:trace>
  <inkml:trace contextRef="#ctx0" brushRef="#br1" timeOffset="137714.596">30129 11515 6564 0,'0'0'6481'0,"0"0"-4817"15,0 0-696-15,0 0-324 0,0 0 92 16,0 0 244-16,0 0 216 16,0 0 200-16,0 0-300 0,0 0-271 0,100 29-245 15,-68-23-228-15,7-6-88 0,1 0-84 16,4-3-180-16,0-7 0 0,4-2-96 16,-5-4-252-16,6 0-136 0,-10 1-244 15,1 2-121-15,-12-1-211 0,-8 6-424 16,-8 4-1120-16,-9 2-2200 0,-10 2-1353 15</inkml:trace>
  <inkml:trace contextRef="#ctx0" brushRef="#br1" timeOffset="137896.912">30344 11597 5396 0,'0'0'5016'0,"0"0"-3871"16,0 0-605-16,-20 93 316 0,20-55 620 16,0 6 124-16,0-2-88 0,0 2-264 0,4 4-412 15,-4-7-296-15,4 1-380 16,0-5-160-16,0-5-64 0,-4-6-216 0,4-7-124 15,0-10-76-15,4 1 52 0,-4-10-80 16,4 0-184-16,-4 0-596 16,3-7-1212-16,-2-11-3089 0</inkml:trace>
  <inkml:trace contextRef="#ctx0" brushRef="#br1" timeOffset="138029.562">30308 11868 4984 0,'0'0'8613'0,"0"0"-7245"0,0 0-1152 15,0 0 400-15,0 0 352 0,0 0-24 16,76 32-128-16,-36-32-300 0,3 0-356 0,5-10-160 16,5 1-464-16,2-4-312 15,1 0-416-15,-17 4-1292 0,6-4-4501 0</inkml:trace>
  <inkml:trace contextRef="#ctx0" brushRef="#br1" timeOffset="138444.235">31670 11839 5824 0,'0'0'6553'0,"0"0"-4529"0,0 0-928 16,0 0 248-16,0 0 172 0,0 0-176 15,0 0-488-15,-79 35-300 0,55-16-236 0,4 7-196 16,-3-1-48-16,3-3-68 0,3 1-4 16,6-4 0-16,3-7-12 15,4-9-60-15,4 0 12 0,0-3 12 0,4 0-4 16,4-3-44-16,8-4 24 0,7-1 60 16,5-9-172-16,4 2-36 0,-4-1-84 15,4 3-12-15,-4 0-28 0,-4 11 52 16,0 2 120-16,-9 0 120 0,-2 5 52 15,-1 11 0-15,-9-3 260 0,5 10 96 0,-8-4-28 16,0-1 4-16,0-1-52 16,4-2-76-16,-4-2-44 0,0-6-148 15,5-4-12-15,-1 0-132 0,3-3-188 0,1 0-364 16,5-6-136-16,-2-4-264 0,1 0-1172 16,0-2-2901-16,4-8-2755 0</inkml:trace>
  <inkml:trace contextRef="#ctx0" brushRef="#br1" timeOffset="138731.328">31998 11823 6552 0,'0'0'8405'0,"0"0"-6493"15,0 0-1108-15,0 0 88 0,0 0 372 0,0 0-68 0,-12 83-295 16,7-64-525-16,5-3-364 16,0-4-12-16,0-1-108 0,0-3-160 15,0-4-85-15,5-2-59 0,3-2-112 0,-1 0-12 16,1-2 144-16,5-8 12 15,2-3 36-15,2 1 72 0,-2-4 184 16,1 3 76-16,0 1-36 0,-4 2 48 0,0 4 60 16,-4 0 116-16,0 6 116 15,-4 0 104-15,0 3 92 0,-4 6-60 16,0 1-148-16,0 5-108 0,0 2-76 0,-8-5 28 16,8 1-124-16,0-4 0 0,0 1-160 15,0-3-268-15,8-5-144 0,4-2-40 16,4 0-152-16,8-9-796 0,-5 2-1324 15,17-12-3013-15</inkml:trace>
  <inkml:trace contextRef="#ctx0" brushRef="#br1" timeOffset="139083.457">32480 11846 1788 0,'0'0'12101'0,"0"0"-10081"0,0 0-868 16,-100 57 728-16,68-38-224 0,9 0-195 15,-1-7-277-15,11-1-460 0,9-6-444 16,0-5-280-16,4 0-76 0,4 0-192 15,9-5-8-15,2-6 120 0,5-1 44 16,4-4-8-16,4-6-84 0,-1 0-112 16,1-1-24-16,0 2 148 0,-3-5 72 15,3 0-52-15,0-2-37 0,-1-4-43 16,1-3-40-16,-4-6 60 0,-4 0-148 0,0-7-364 16,-4-3-496-16,-4 4-60 15,0 3 108-15,-8 11 516 0,-1 12 676 16,1 10 384-16,-4 8 272 0,0 3-108 0,0 7-160 15,-4 8-4-15,-3 5 84 16,-1 8 4-16,-5 3-92 0,6 5-36 16,-5-1 48-16,0 3 120 0,4-1-12 0,0 5-132 15,-4-7-224-15,8 3-144 0,-4-3-140 16,0-4-348-16,4 2-244 0,-4-1-40 16,0-7-152-16,4 0-452 0,-4-3-1308 0,5-5-2257 15,3-8-3835-15</inkml:trace>
  <inkml:trace contextRef="#ctx0" brushRef="#br1" timeOffset="139470.53">33257 11312 6080 0,'0'0'2716'16,"0"0"149"-16,0 0-1405 0,0 0-216 0,0 73 460 15,0-47-232-15,0 0-272 16,4 8-280-16,-4-2-368 0,0 9-184 0,-4 0-40 16,-4 4-72-16,-5-1-76 0,2 7 16 15,-9-4-40-15,-5-3-152 0,6 2-4 16,-5-8 0-16,0-4-72 0,0-8 60 16,8-8 12-16,0-5-4 0,4-7-104 15,5-2-148-15,-2-4-84 0,1 0 120 16,1-6-84-16,7-4 48 0,-4-6 96 0,4-3 24 15,0-6 64-15,0-4 12 0,0-2-40 16,4-4 100-16,-1 2-60 16,5 3-112-16,-4 4-100 0,1 10 164 0,-1 6 20 15,0 10 88-15,-1 0 96 0,5 7 88 16,5 5 96-16,2 4-108 0,1 1 124 16,8 1-112-16,0 1-40 0,4 0-20 15,4 1-76-15,-1-1-44 0,5-3-4 16,-4-1-588-16,0 1-600 0,-8-6-612 15,-4 3-3032-15</inkml:trace>
  <inkml:trace contextRef="#ctx0" brushRef="#br1" timeOffset="139762.803">33564 12208 10981 0,'0'0'10256'0,"0"0"-8171"15,0 0-2085-15,0 0-408 0,0 0-40 16,0 0 348-16,0 0-8 0,0 0-413 16,0 0-1063-16,0 0-3720 0</inkml:trace>
  <inkml:trace contextRef="#ctx0" brushRef="#br0" timeOffset="151167.983">9366 15665 1488 0,'0'0'9160'0,"0"0"-7207"16,0 0-625-16,0 0-584 16,0 0 104-16,0 0 656 0,0 0-104 15,0 0-292-15,0 0-400 0,0 0-244 16,0 0-60-16,32 22 140 0,8-18 41 0,4-2-233 15,4-2-112-15,4 0-140 0,-4-2-88 16,3-8 48-16,-7 1-48 0,0-7-12 16,0 0-340-16,-8-3-132 0,0 3-197 15,-5 0-207-15,-10 4-348 0,-6 1-824 16,-7 6-2084-16,-8 2-889 0,-4-1-3210 16</inkml:trace>
  <inkml:trace contextRef="#ctx0" brushRef="#br0" timeOffset="151363.518">9594 15779 6460 0,'0'0'6021'0,"-12"80"-4641"0,12-33-544 0,0 14 108 0,0 9 500 16,0-1-220-16,0-2-264 16,3-3-492-16,-3-8-336 0,9-4-132 15,-5-8-96-15,4-9-248 0,3-10-220 0,2-6-52 16,-2-6-16-16,-3-3-112 0,1-1-476 15,-5-3-1160-15,0 0-2033 0,-8 1-1435 0</inkml:trace>
  <inkml:trace contextRef="#ctx0" brushRef="#br0" timeOffset="151521.568">9626 16291 8280 0,'0'0'4601'0,"0"0"-3873"16,0 0-144-16,0 0 744 0,99-4-84 15,-71 1-264-15,4 0-324 0,0 1-436 0,4-9-220 16,-4 5-48-16,3-4-432 0,1 1-352 16,-8 3-192-16,-4 2-360 0,-8 1-2809 15,-12 6-4083-15</inkml:trace>
  <inkml:trace contextRef="#ctx0" brushRef="#br0" timeOffset="151710.792">9653 16563 5548 0,'0'0'5196'0,"0"0"-3951"0,0 0-769 0,0 0 416 16,0 0 112-16,80 20-92 0,-44-20-120 15,0 0-16-15,8-7-176 0,3-6-132 16,1 1-268-16,5-8-200 0,-2 1-36 16,1-2-636-16,-5-5-528 0,1-2-424 15,-16 9-1372-15,8-13-3813 0</inkml:trace>
  <inkml:trace contextRef="#ctx0" brushRef="#br0" timeOffset="151899.643">10682 16027 9852 0,'0'0'5633'15,"0"0"-4537"-15,0 0-796 0,84 0 308 0,-45 0 48 0,1-6-224 16,-1 0-280-16,6-7-152 15,-2 0-184-15,5 4-348 0,-4-4-384 32,0 2-588-32,-12 6-1172 0,0 2-3593 15</inkml:trace>
  <inkml:trace contextRef="#ctx0" brushRef="#br0" timeOffset="152030.45">10805 16298 8052 0,'0'0'8549'0,"0"0"-7729"15,0 0-820-15,0 0 0 0,0 0 188 0,0 0 284 16,0 0-16-16,103 6-136 0,-58-12-260 16,2-8-60-16,1-2-492 0,3-3-348 15,1 0-280-15,-12 7-976 0,20-10-3325 0</inkml:trace>
  <inkml:trace contextRef="#ctx0" brushRef="#br0" timeOffset="152404.267">11677 15687 8896 0,'0'0'5157'0,"0"0"-2997"0,0 0-688 0,0 0-620 16,0 0 156-16,92 13-20 0,-44-13-108 15,3 0-383-15,9-13-289 0,4 0-208 16,0-5-52-16,0-8-205 0,0 1-119 0,-9 3-196 16,1 0-100-16,-12 2-332 15,-4 8-476-15,-12 6-912 0,-9 2-2101 0,-19 4-2431 16</inkml:trace>
  <inkml:trace contextRef="#ctx0" brushRef="#br0" timeOffset="152584.576">11960 15818 7476 0,'0'0'5657'0,"0"0"-4385"0,-8 66-716 16,8-24 136-16,0 9 552 0,0 9 72 0,4 3 120 15,-4 4-688-15,0 3-468 0,0 3-60 16,0-7-88-16,0-2-132 16,0-6-68-16,-4-11-80 0,4-9-288 0,0-13-188 15,8-6-272-15,5-12-352 0,-2-7-740 0,2-4-840 16,-2-18-2065-16</inkml:trace>
  <inkml:trace contextRef="#ctx0" brushRef="#br0" timeOffset="152753.545">11980 16148 3572 0,'0'0'9389'0,"0"0"-7133"0,0 0-1464 16,0 0 176-16,0 0 196 0,0 0 32 15,0 0-120-15,100-10-404 16,-65 10-272-16,14 0-168 0,3-3-91 0,3-3-141 0,9-4-121 15,-5-3-391-15,6-2-500 16,-6 3-252-16,-3-2-576 0,-12 5-2064 0,3-1-1509 16</inkml:trace>
  <inkml:trace contextRef="#ctx0" brushRef="#br0" timeOffset="153011.431">13144 15618 7868 0,'0'0'2952'0,"0"0"-1487"15,0 0-865-15,0 0 180 16,-48 66 800-16,36-27-44 0,-4 8-272 16,0 10-436-16,0 0-200 0,4 7-80 0,1 3 16 15,-2 2-152-15,5-2-120 0,1-3-280 16,7-5-12-16,0-7-108 0,4-11-160 15,7-10-392-15,9-8-84 0,8-11 56 0,4-8-224 16,4-8-520-16,4-14-936 0,-9-1-1809 16,21-29-2603-16</inkml:trace>
  <inkml:trace contextRef="#ctx0" brushRef="#br0" timeOffset="153396.3">13917 15523 8896 0,'0'0'5661'0,"0"0"-4717"16,8 66-564-16,-8-31 436 0,0 13 700 16,0 3 180-16,-4 3-380 15,-4 2-499-15,4 4-321 0,-5 1-172 0,2 0-44 16,-5-2-112-16,-8-2-168 0,4 1 0 16,-8-4-60-16,0-6 0 0,0-8-36 0,0-1-36 15,-3-11-64-15,-1-5-68 0,4-4-100 16,-4-10-25-16,4-2 25 0,0-7-76 15,8-10 12-15,-4-6 88 0,8-9 60 16,0-10 108-16,4-4 36 0,0-1-120 16,8-8-164-16,0 7 0 0,0 6 260 15,4 6 160-15,8 14 204 0,4 4 68 0,1 5 8 16,2 6 164-16,5 0 80 16,0 3-108-16,4 7-112 0,0 0-24 0,-1 3 64 15,1 1 8-15,0 7 25 0,0-6-113 16,-4 4-68-16,0 0-100 0,-4-3-84 15,0 0-12-15,-5 1-60 0,2-9-184 16,-6 5-252-16,6-7-317 0,-2 0-191 16,1-6-480-16,0-2-1404 0,0-4-2369 0,1-19-3251 15</inkml:trace>
  <inkml:trace contextRef="#ctx0" brushRef="#br0" timeOffset="153611.067">14482 15731 10064 0,'0'0'3949'0,"0"0"-3521"0,0 0 4 16,45 71 400-16,-38-40 808 16,-3 8 28-16,0-2-420 0,0 5-480 15,-4 3-196-15,0-4-35 0,0 3-77 16,0-2-232-16,-12 2-216 0,1 0-12 0,-6-3 0 16,-7 0-84-16,0-3-244 0,-8 1-108 15,5-7-133-15,-6-4-163 0,2-2-196 0,-9-1-424 16,0-6-760-16,9-7-1116 15,-29 2-3509-15</inkml:trace>
  <inkml:trace contextRef="#ctx0" brushRef="#br0" timeOffset="155048.462">16710 16180 2968 0,'0'0'1852'0,"0"0"2868"0,0 0-2923 15,0 0-517-15,0 0 188 16,0 79-16-16,4-47-396 0,-4 3-308 0,4-5-316 16,0 0-324-16,0-5-108 0,3-6-100 15,6 0-148-15,-5-6-296 0,3-3-32 16,2-8-228-16,-2-2-396 0,2 0-1044 0,-6-22-3085 16</inkml:trace>
  <inkml:trace contextRef="#ctx0" brushRef="#br0" timeOffset="155230.036">16718 15846 3876 0,'0'0'7269'16,"0"0"-5205"-16,0 0-728 0,0 0-504 0,0 0-4 16,0 0 36-16,0 0-228 0,0 0-612 15,0 0-24-15,88 13-284 0,-60-4-588 16,0 4-436-16,-1-1-644 0,-3-1-2465 15,4 4-4319-15</inkml:trace>
  <inkml:trace contextRef="#ctx0" brushRef="#br0" timeOffset="155777.186">15829 16573 4396 0,'0'0'8517'15,"0"0"-6449"-15,0 0-1012 16,0 0-340-16,0 0-92 0,-36 86-252 0,16-61-372 15,5-3 0-15,2 1-100 0,6-4 0 16,3-4-344-16,0-5-344 0,4 0-384 16,0-4-576-16,0-6-793 0,4 0-2327 15</inkml:trace>
  <inkml:trace contextRef="#ctx0" brushRef="#br0" timeOffset="156178.64">17351 16383 1248 0,'0'0'784'0,"0"0"-408"16,0 0-204-16,0 0 128 0,0 0 1080 16,0 0-456-16,0 0-924 0,0 0-92 0,0 0-608 15,0 0-580-15,0 3-1080 16,-4-3 1812-16,0 0 345 16</inkml:trace>
  <inkml:trace contextRef="#ctx0" brushRef="#br0" timeOffset="156342.81">17351 16383 1332 0,'-16'0'936'0,"16"0"-492"0,0 0 1488 0,0 0 2632 0,4 0-2807 0,-4-3-433 15,0 3-136-15,0 0-172 16,0 0-68-16,0 0-116 0,0 0-284 16,0 0-224-16,0 6-52 0,0 1 28 0,0 2 280 15,0 7-208-15,-4-4-176 0,-3 7-196 16,3-3-24-16,-9 3-112 0,2-3-296 16,-2 3-176-16,2-7-172 0,-1 2-76 0,-1-5-212 15,2-2-516-15,3-1-620 16,3-6-1925-16,1 0-2743 0</inkml:trace>
  <inkml:trace contextRef="#ctx0" brushRef="#br0" timeOffset="157030.704">17861 16338 2888 0,'0'0'4724'0,"0"0"129"0,0 0-3729 0,0 0-668 15,0 0 40-15,0 0 324 0,0 0 324 16,0 0 0-16,0 0-352 0,80-26-276 16,-60 18-120-16,0-3-92 0,4-1-56 15,-5-1-68-15,9-6-120 0,-4 0-60 0,4 0 0 16,-4-6-64-16,4-5-116 16,-4 3-4-16,-4 2 0 0,0-5 24 0,-4 5 36 15,-9-3 0-15,2 5-8 0,-9 5 56 16,0-1-20-16,-4 2-76 0,-8 2-100 15,0 5-40-15,-8-3 264 0,-1 7 44 16,-2 6-80-16,-5 0 84 0,0 6 252 16,0 11-92-16,-3 8-48 0,-1 7 36 15,4 9 48-15,0 3 40 0,0 7-52 16,7 3-72-16,2 6-16 0,7-3 16 16,4 1-16-16,8-7-32 0,0-4-64 15,8-6 8-15,12-9 160 0,0-3-20 16,8-11-140-16,0-1-8 0,4-11-48 0,0 1 48 15,4-4 4-15,-1-3-4 0,5-3-60 16,-5-4-136-16,6 1-236 0,-5-7-416 16,-1 0-364-16,-3 1-608 0,-4-1-2280 0,0-6-3669 15</inkml:trace>
  <inkml:trace contextRef="#ctx0" brushRef="#br0" timeOffset="157176.668">18921 16462 9580 0,'0'0'6421'0,"0"0"-4873"0,0 0-568 0,0 0-120 16,0 0-176-16,0 0-120 0,0 0-564 15,0 0-244-15,0 0-528 16,0 0 124-16,28-13-388 0,-25 7-976 0,2-10-3277 16</inkml:trace>
  <inkml:trace contextRef="#ctx0" brushRef="#br0" timeOffset="158040.176">20324 15748 8036 0,'0'0'3997'15,"0"0"-2705"-15,0 0-8 0,0 0-580 16,0 0 88-16,0 0 88 0,0 0 124 15,115 38-140-15,-64-33-240 0,5-5-292 0,4 0-112 16,0-5-160-16,-4-4-60 16,0-5-12-16,-1-1-144 0,-3-2-460 0,-7 5-232 15,-6 2-92-15,-7 1-408 0,-8 2-884 16,-12 5-1721-16,-12 2-1399 0</inkml:trace>
  <inkml:trace contextRef="#ctx0" brushRef="#br0" timeOffset="158227.633">20591 15923 4316 0,'0'0'6981'0,"0"0"-5365"15,-5 92-560-15,5-48 236 0,0 13 28 16,-4 0-40-16,4 0-624 0,-4 0-400 0,4-6-256 16,0-3-108-16,0-10-388 0,4-10-196 15,5-1 156-15,-5-13 24 0,3-1-80 16,5-7-300-16,-8-2-1088 0,5-4-2337 0,-6-6-3159 15</inkml:trace>
  <inkml:trace contextRef="#ctx0" brushRef="#br0" timeOffset="158392.367">20578 16198 6444 0,'0'0'6825'0,"0"0"-4581"15,0 0-1476-15,0 0-380 0,0 0 232 0,0 0 148 16,0 0 244-16,100 45-348 0,-56-45-312 15,8 0-168-15,7-6-72 16,10-7-112-16,-2-3-100 0,1-3-596 0,-1 3-312 16,1-3-440-16,-9 3-1064 0,-14 4-2301 15,2-2-4251-15</inkml:trace>
  <inkml:trace contextRef="#ctx0" brushRef="#br0" timeOffset="158922.261">22288 16142 4744 0,'0'0'8481'15,"0"0"-6517"-15,0 0-1024 0,0 0-648 0,0 0-80 16,0 0 264-1,0 0 440-15,-4 73-420 0,4-32-288 0,-9 1-132 16,6-5-28-16,3 1-48 0,0-9-88 16,0-7-96-16,0-6-296 0,0-4-176 15,3-5-16-15,1-7-96 16,1 0-656-16,-5-3-1420 0,0-20-3989 16</inkml:trace>
  <inkml:trace contextRef="#ctx0" brushRef="#br0" timeOffset="159061.38">22221 15735 9168 0,'0'0'4933'0,"0"0"-4289"0,0 0-516 0,0 0 60 16,114 0-188-16,-73 3-60 0,6-3-1476 16,-11 3-1377-16,24-3-3983 0</inkml:trace>
  <inkml:trace contextRef="#ctx0" brushRef="#br0" timeOffset="159326.81">22949 15967 9352 0,'0'0'6205'0,"0"0"-5161"15,0 0-584-15,0 0 412 0,-99 76 492 16,71-57-456-16,7 3-396 0,6-2-512 16,2-5-12-16,9 1 4 0,4 0 8 0,4 0-60 15,13 0 8-15,3 3 52 16,8-3 84-16,-1-1-24 0,10 1-16 15,-5-3-40-15,3 4-4 0,-3 2 52 0,-4-5-48 16,-4 0-4-16,-8 2-4 0,0-4 0 16,-8 4 4-16,-4-3 4 15,-4 0-4-15,0-1-96 0,-8 1-48 0,-9 3-100 16,-2-4-148-16,-5 1-72 0,-4-3-28 16,4-1-176-16,-4-3-320 0,0-6-1080 15,9 0-2489-15,-5-3-4787 0</inkml:trace>
  <inkml:trace contextRef="#ctx0" brushRef="#br0" timeOffset="159861.497">24551 16170 9128 0,'0'0'4173'0,"0"0"-3473"0,0 0-372 16,-8-83 0-16,4 68 104 0,-8 2 84 0,0 6 60 16,0 7 140-16,-8 10 116 15,0 12-176-15,-3 10-80 0,-1 6-44 0,-1 6 116 16,1 4-40-16,5-3-292 16,3-5-168-16,8-8-148 0,8-2-76 0,0-15-72 15,4-2-120-15,7-10-72 0,6-3 192 16,2-6 52-16,5-10 92 0,4-6-72 15,4-4-132-15,0-5-48 0,-4 1-40 0,0 2 100 16,-8 6 112-16,-1 6 20 0,-2 4 60 16,-2 5-8-16,-2 4-60 15,-2 3 72-15,2 3 96 0,-5 10 152 0,3-1 60 16,2 4 8-16,2 0-84 0,2 3-88 16,-2 1-144-16,5-5-4 15,0 1-8-15,4-3-36 0,0 0-76 0,4-7-48 16,0 0-292-16,4 1-324 0,-1-7-336 15,1 0-868-15,-8 0-2032 0,8 0-2089 16</inkml:trace>
  <inkml:trace contextRef="#ctx0" brushRef="#br0" timeOffset="160256.613">25707 15874 6552 0,'0'0'6765'16,"0"0"-5381"-16,0 0-856 0,0 0 240 16,-77 0 248-16,38 13-344 0,-1 9-240 15,-4 4-224-15,0 6-32 0,0-1-28 16,4 1 24-16,1-3 60 0,11-4 0 15,8-3 4-15,8-9-16 0,8-1-76 0,4 2-132 16,4-3-8-16,12 3 56 0,0 2-60 16,8-4 8-16,4 5-8 0,4-5 0 15,-4-2 48-15,-1 2 0 0,1 1 64 16,0-3 20-16,-8 2-8 0,0-3-4 16,-8 2 16-16,-4 1 0 0,-4 3 132 15,-4 2 252-15,-8 2-287 0,-4 3-141 16,-8-3-92-16,0 3-193 0,0-3-87 0,-4 0-84 15,8-6-100-15,4-3-208 0,1-3-148 16,2-7-340-16,9 0-724 16,0-11-960-16,0-2-2629 0,13-15-2310 0</inkml:trace>
  <inkml:trace contextRef="#ctx0" brushRef="#br0" timeOffset="160417.307">25873 16148 10925 0,'0'0'4080'0,"0"0"-3100"0,0 0 108 15,0 0 152-15,0 0 4 0,25 76 12 16,-25-54-380-16,0 0-411 0,-4-3-261 16,4 0-204-16,-4-2-132 0,4-5-329 15,0-2-235-15,0-1-192 0,0 0-264 16,0-5-852-16,0-1-2212 0,0-3-2741 0</inkml:trace>
  <inkml:trace contextRef="#ctx0" brushRef="#br0" timeOffset="160563.156">25997 15951 7916 0,'0'0'7629'0,"0"0"-6161"0,0 0-1468 15,0 0-88-15,0 0-12 16,0 0-248-16,96-53-560 0,-69 39-772 0,-6 4-2241 16,3-2-3835-16</inkml:trace>
  <inkml:trace contextRef="#ctx0" brushRef="#br0" timeOffset="160979.11">26229 16093 6232 0,'0'0'8429'0,"0"0"-6749"0,0 0-1184 15,-21 80 300-15,21-61 600 0,0-3 108 0,0 0-504 16,4-3-635-16,4-4-357 0,1 1-8 16,-2-4-60-16,1 0-149 0,0 0-119 15,0-1 48-15,0-3 76 0,0-2 116 16,4 0 28-16,0 0-12 0,0 0-64 15,4-2 16-15,-4-3 20 0,4 3 88 16,-4 2-36-16,4-4 44 0,-5 1-8 0,6 3-76 16,-6 0 28-16,1 0 0 0,1 0 60 15,-10 0 48-15,5 7 100 0,-8 0 256 16,4 1-16-16,-4 5-48 0,0-1-24 16,0 2-108-16,0-2-87 0,0-2-121 15,0-4-48-15,0 1-73 0,4-7-39 16,5 0-8-16,2 0 20 0,6-7 4 15,-2-5-28-15,5-4 0 0,3 0-20 0,-2-1 68 16,-1 3 76-16,-5 0 36 16,6 5 12-16,-10 2 8 0,-2 4 0 15,2 3 128-15,-7 0 120 0,4 3-40 0,-3 4-8 16,3 2 0-16,-5 0-40 0,1 4-20 16,4 0-27-16,-4-1-61 0,1 5-60 15,2-4-8-15,1-1-173 0,-4 1-111 0,4-4-72 16,0 1-724-16,-4 0-212 15,0-4-820-15,0 0-2272 0,-4 7-2373 0</inkml:trace>
  <inkml:trace contextRef="#ctx0" brushRef="#br0" timeOffset="161440.078">27112 16208 5716 0,'0'0'3936'0,"0"0"-1639"0,0 0-1069 15,0 0-680-15,0 0 340 0,4 76 268 0,-15-29-100 16,-5 8-196-16,0 8-244 0,0 7-48 15,-4 4 44-15,0 5 296 0,4 0-384 16,0-3-256-16,4-5-148 0,5-8-120 0,2-6-168 16,5-13-200-16,0-6-68 15,5-12-116-15,2-7-36 0,1-6 84 16,0-7 8-16,1-3-160 0,-6-3-388 0,1-3-380 16,0-13-412-16,-4-3-216 0,4 0-909 15,-4-19-2827-15</inkml:trace>
  <inkml:trace contextRef="#ctx0" brushRef="#br0" timeOffset="161665.961">27213 16163 7220 0,'0'0'4513'0,"0"0"-3269"0,0 0-596 16,0 0-328-16,0 0 248 0,0 0 216 16,0 0-204-16,0 0-240 0,0 0-88 15,0 0 84-15,75 45 12 0,-75-10-124 0,0 3-136 16,-4 4-48-16,-7-4-40 15,-2-1-48-15,-2 2-276 0,-2-8-376 16,2-6-356-16,-2-6-220 0,2-5-268 0,6-9-32 16,1-5 103-16,8-15-1239 0,0-1-2476 15,0-22 5016-15</inkml:trace>
  <inkml:trace contextRef="#ctx0" brushRef="#br0" timeOffset="161830.825">27655 15691 4760 0,'0'0'7137'15,"0"0"-5793"-15,0 0-632 16,0 0 312-16,0 0 376 0,0 0-328 0,0 0 176 16,43 70-412-16,-43-29-420 0,0 3-172 15,0 3-220-15,-8 2-24 0,1-5-148 16,3-3-340-16,0-3-152 0,-1 1-220 0,5-5-372 16,-4 1-956-16,4-10-1645 15,0 10-2119-15</inkml:trace>
  <inkml:trace contextRef="#ctx0" brushRef="#br0" timeOffset="162111.267">27726 16383 4316 0,'0'0'4900'0,"0"0"-443"16,0 0-3429-16,0 0-260 0,20 79 340 0,-16-67 48 15,8-2-256-15,4-7-368 0,8-3-288 16,4-3-36-16,4-9 0 0,8-8-12 16,-5-5-120-16,10-4-76 0,-10-2-268 15,-3 2-36-15,-4 3 56 0,-8 5 100 0,-8 4 28 16,-8 2 32-16,-4 5 88 0,0-2 100 15,-13 5-100-15,-6 1-104 0,-5 6-40 16,-4 0 144-16,0 6 124 0,-4 10 24 16,0 6 60-16,1 8-36 0,3 1-24 15,3 7-40-15,2 0-100 0,3 0-8 16,4-2-44-16,8-3-64 0,4-3-140 16,4-5-304-16,8-6 72 0,8-3 60 0,8-7 60 15,4-5-100-15,8-4-228 0,3 0-520 16,5-13-988-16,-12 0-2273 15,16-9-2823-15</inkml:trace>
  <inkml:trace contextRef="#ctx0" brushRef="#br0" timeOffset="162660.187">28933 16218 6260 0,'0'0'6205'15,"0"0"-4993"-15,-23 88-336 0,19-59-120 16,4-3 304-16,8-7-300 16,11-10-300-16,9-5-236 0,13-4-52 0,2-13 112 15,5-6 84-15,7-7-96 0,-3-3-224 16,0 2-40-16,1-9 80 0,-6 8-88 15,-8-1-60-15,-2 4 8 0,-10 2 44 0,-7 4-188 16,-3 0 12-16,-10 0-124 16,-3 0-52-16,-4 3 112 0,-11-3 52 15,-6 7 144-15,-3-1 52 0,-3 3 0 0,-1 7 36 16,-4 3-20-16,0 7 68 0,0 12-20 16,-4 6-4-16,0 7 88 0,4 8-36 15,-4 4-108-15,4 5 12 0,0 2 56 16,9 3 100-16,3-3 76 0,8-7-76 15,4-6-172-15,4-2-80 0,16-11 80 16,4-6-8-16,8-4 8 0,0-5-88 0,7-7-124 16,9-3-132-16,0-3-176 15,4-10-352-15,0-3-552 0,-9 1-1244 0,13-15-2549 16</inkml:trace>
  <inkml:trace contextRef="#ctx0" brushRef="#br0" timeOffset="162832.267">29810 16065 8200 0,'0'0'5573'0,"0"0"-4505"16,0 0-564-16,0 0 296 0,0 83 280 15,0-54-152-15,4 2-288 0,4-2-320 16,4-4-320-16,4 0 0 0,0-2-304 0,3-7-328 16,6-4-96-16,-1 1-268 15,4-10-380-15,0-3-640 0,3-3-1161 0,-11-3-2783 16</inkml:trace>
  <inkml:trace contextRef="#ctx0" brushRef="#br0" timeOffset="162977.543">30192 16129 1812 0,'0'0'6836'15,"0"0"-3827"-15,0 0-1497 0,-91-6-356 16,55 18-160-16,-4 7-328 0,1 4-276 16,-9 8-68-16,4 4-64 0,-4 3-72 0,4 4-140 15,0-2-48-15,5-1-64 16,3-4-212-16,4-4-600 0,8-1-624 0,4-16-872 15,4 5-3409-15</inkml:trace>
  <inkml:trace contextRef="#ctx0" brushRef="#br0" timeOffset="163410.394">30647 15577 5592 0,'0'0'4348'0,"0"0"-3183"0,0 0-525 16,0 0-292-16,0 0 240 15,0 0 624-15,0 0-24 0,0 0-280 16,-44 79 20-16,32-29-60 0,-4 7 24 0,0 13-132 16,0 3-100-16,-4 4-156 0,5-1-116 15,-5-4-120-15,3-1-160 0,2-5-56 16,3-8-52-16,3-8-112 0,6-5-228 0,3-10-124 15,7-12 136-15,10-4-40 16,3-11 52-16,3-8-116 0,5 0-148 16,4-15-184-16,4-11-480 0,0-2-1092 0,-13 2-2153 15,2-12-2263-15</inkml:trace>
  <inkml:trace contextRef="#ctx0" brushRef="#br0" timeOffset="163601.143">30392 15929 5196 0,'0'0'8013'0,"0"0"-6237"16,0 0-932-16,0 0-400 0,0 0 56 0,0 0 256 15,0 0 136-15,-36 67-300 0,44-52-248 16,7-2-100-16,10 0-48 0,3-4-116 0,7-6-80 16,6 0-96-16,-2-3-160 15,5-3-100-15,0-6-200 0,-4-4-72 16,-5 1-92-16,-7-1-252 0,0 0-832 0,-7 4-1248 15,-10-4-2845-15</inkml:trace>
  <inkml:trace contextRef="#ctx0" brushRef="#br0" timeOffset="163913.697">30783 16033 3452 0,'0'0'10697'0,"0"0"-9221"0,0 0-976 0,-5 76 280 0,10-59 548 15,6-1-320-15,10-7-492 16,2-4-356-16,9-5-40 0,4 0 40 15,8-8-160-15,4-9-440 0,-1-2-236 0,1-2-76 16,-4-2-124-16,-8 4-196 0,-5 0-176 0,-3 4 428 16,-11-2 300-16,-9 5 200 15,-8 3-12-15,0-1-100 0,-12 4-4 16,-8-1 368-16,-4 1 68 0,-4 2 296 16,-4 4 520-16,4 4-16 0,-4 9 24 15,4 3-168-15,5 9-40 0,-5 3 8 0,4 10-12 16,0 0-180-16,3 7-60 0,-2 2-4 15,7 1 136-15,0-3 12 16,4-5-332-16,12-8-184 0,0-6-208 0,7-7-456 16,10-9 76-16,3-4 80 0,8-6 112 0,4-6-128 15,4-10-380-15,3-10-1024 16,-7 6-2925-16,16-20-4047 0</inkml:trace>
  <inkml:trace contextRef="#ctx0" brushRef="#br0" timeOffset="164203.973">31388 16037 392 0,'0'0'10256'0,"0"0"-4791"16,0 0-4561-16,0 0-496 0,-32 67 288 0,20-42 484 16,5 2-176-16,-6-3-380 0,9-2-480 15,4-3-144-15,0-7-180 0,4-2-356 16,4-1 20-16,0-5 236 0,8-4 208 16,0 0 20-16,4-7 44 15,4-5-152-15,0-7-60 0,0 3 36 0,-1 0 184 16,-3 0 0-16,5 0 4 0,-6 4 0 15,-3 1-4-15,1 6 8 0,-6 2 64 0,1-1 200 16,-8 4 12-16,4 0 80 0,-4 10 40 16,0-1-60-16,-4 4-28 15,4 3 36-15,-4 3-84 0,0-3-24 0,0 3-75 16,0-3-169-16,0-4-169 0,0 1-439 16,0-1-284-16,0-2-124 0,4-3-312 15,3 0-1172-15,-2-5-2221 0,7-2-2367 16</inkml:trace>
  <inkml:trace contextRef="#ctx0" brushRef="#br0" timeOffset="164543.394">32065 15906 6624 0,'0'0'9049'0,"0"0"-7617"0,0 0-1296 15,0 0 236-15,0 0 272 0,-88 61 180 16,60-45-148-16,9 3-420 0,-1-3-252 15,4-4-4-15,4 4-4 0,4-3-56 16,0 0-4-16,4-4 4 0,4 1 56 0,0 3-128 16,12-5-128-16,3 3 136 15,6-3 124-15,3 3 8 0,0 1 76 16,-1-3 16-16,1 1 32 0,-3 0 64 0,3 3 0 16,-9-4-12-16,1 4 36 0,-4-4-12 15,-8-3-12-15,0 4 144 0,0-1 316 0,-4-2-327 16,0 6-197-16,-4-4-60 15,-4 1 28-15,0 3-16 0,-4-5-80 16,4-1-4-16,-3 0-256 0,3-2-180 0,-1-1-269 16,5-4-235-16,0 0-224 0,4-4-516 15,0-4-1412-15,8-5-2289 0,9-13-3019 16</inkml:trace>
  <inkml:trace contextRef="#ctx0" brushRef="#br0" timeOffset="164679.703">32408 16021 1788 0,'0'0'12665'0,"0"0"-11129"16,0 0-1256-16,-32 79 168 0,20-53 360 16,0-4 304-16,0 0-448 0,4-3-464 15,4-6-200-15,4-4-212 0,0-2-488 16,0-4-300-16,4-3-184 0,0 0-516 16,0-6-1244-16,0-7-3709 0</inkml:trace>
  <inkml:trace contextRef="#ctx0" brushRef="#br0" timeOffset="164843.066">32404 15811 6412 0,'0'0'10393'0,"0"0"-8745"16,0 0-1264-16,0 0 8 0,0 0-12 0,0 0-60 16,0 0-224-16,88 10-96 0,-64-10-660 15,4 0-264-15,-9 0-312 0,1 0-748 16,-3-3-2076-16,-10 0-2741 0</inkml:trace>
  <inkml:trace contextRef="#ctx0" brushRef="#br0" timeOffset="165381.149">32759 16196 11721 0,'0'0'2160'0,"0"0"-1260"16,0 0 268-16,-52 85 272 0,35-56-288 0,2-8-672 15,7-1-420-15,4-4-60 0,4-7-108 16,0-5-4-16,4-1 48 0,8-3 16 15,4 0 12-15,3-7 36 0,9-6 0 16,8-2-60-16,-4-4-164 0,5-4-160 16,-6 4 100-16,1 0 172 0,-9 3 28 0,-2 1 32 15,-5 2 4-15,-4 4-64 0,-8-4 112 16,-4 7 36-16,0-4 200 0,0 4-100 16,-12-1 100-16,3 7 148 0,-6 0-152 0,-2 0-156 15,-2 10-16-15,-5 5 52 16,0 5-100-16,0-1-12 0,1 0-84 0,2-3-212 15,5-1-544-15,4 2-428 0,5-9-1004 16,7 3-1765-16,0-8-615 0,7-3-488 16</inkml:trace>
  <inkml:trace contextRef="#ctx0" brushRef="#br0" timeOffset="165610.314">33152 16192 1488 0,'0'0'8736'0,"0"0"-6227"15,0 0-841-15,0 0-68 0,0 0-312 16,0 0-284-16,0 0-32 15,0 0-16-15,0 0-164 0,0 0-196 0,45 64-279 16,-45-61-317-16,0 0-97 0,0 0-99 16,8-3 4-16,4 0 192 15,4 0 0-15,4-3 96 0,4 0-88 0,3 0-8 16,1 3 8-16,0 0 76 0,0 3 52 0,0 6-55 16,-4 7-81-16,-5-2-8 15,-2 4-5-15,-2 1-59 0,-2 0-64 0,-6 0-384 16,-3 1-396-16,5-2-468 0,-5-8-1264 0,0 6-3861 15</inkml:trace>
  <inkml:trace contextRef="#ctx0" brushRef="#br0" timeOffset="166964.137">27711 15802 548 0,'0'0'2192'0,"0"0"-1852"0,0 0-108 15,0 0-60-15,0 0 152 16,0 0 184-16,0 0 768 0,0 0-404 16,0 0-208-16,0 0 260 0,0 0 136 0,3-29 28 15,-3 29-31-15,0 0-133 0,0 0-156 16,0 0-40-16,0 0 72 0,0 4-268 15,0 2-132-15,0 0 28 0,0 1-64 16,0 2-36-16,0 1-52 0,0 2-28 16,-3 1 64-16,-1 3 120 0,0 2 4 0,-1 6-152 15,-3-3-124-15,1 8 24 0,-1 0 0 16,-5 2-48-16,2 4-128 0,-2 1-8 16,2-3-12-16,-5 3 0 0,0-1-52 15,-1 3 60-15,2 0-8 0,3 3-72 16,-4 1 72-16,4-1-40 0,0-3 44 0,0 3-64 15,1-3 8-15,-2-3 60 16,2-3 0-16,2-6 0 0,5-4-8 16,0-3-60-16,0-7 24 0,4-6-64 0,0 1-24 15,0-7-76-15,0 0-20 0,0 0-68 16,4 0 28-16,0-3 12 16,0-1-4-16,1 1-32 0,2-3-184 0,-3 0-172 15,0-4-348-15,4 4-728 0,-3-4-925 16,-1 1-639-16,-1 0-2532 0</inkml:trace>
  <inkml:trace contextRef="#ctx0" brushRef="#br0" timeOffset="171131.123">20694 16627 5412 0,'0'0'4108'0,"0"0"-2764"0,0 0-895 16,0 0-369-16,0 0 176 0,0 0 564 15,0 0 556-15,0 0-148 0,-60-25-332 16,56 25-144-16,4-4-28 0,0 4 16 0,0 0-36 15,0 0-40-15,0 0-100 0,0 0-152 16,0 0-116-16,0 0-92 0,0 0-92 16,4 0-60-16,4 0-48 0,5-2-4 15,10-1 84-15,1-4 52 0,11 4-4 16,6-4-36-16,-1 4 4 0,-1 0-20 16,2 0-76-16,-2 3-8 0,-3-4-4 0,-4 2-4 15,0-3-36-15,-1 3 36 0,-3-1-64 16,0-3-128-16,-7 3-200 15,-2-1-80-15,-3 4-228 0,0-3-356 0,-4 3-428 16,-4 0-900-16,-4 0-1580 0,0 0-1381 16</inkml:trace>
  <inkml:trace contextRef="#ctx0" brushRef="#br0" timeOffset="171770.791">22311 17659 6796 0,'0'0'5357'0,"0"0"-4041"0,0 0-616 15,0 0 108-15,-39 67 412 0,35-39-180 16,0 7-212-16,4 0-344 0,0 0-176 15,8-3-88-15,4-4-60 0,4-9 36 16,0-3-60-16,-1-9-76 0,10-7-56 0,-1-7-4 16,-1-9-196-16,5-10-112 0,-4-2 28 15,0-7-116-15,-4 4-24 16,0-1 88-16,-8 0 132 0,0 4 156 0,-8 6 44 16,-1 2 96-16,-3 4 68 0,0 4 32 15,-3 5 16-15,-9 1 48 0,-1 3-88 0,-2 0-148 16,-1 3-24-16,0 0-12 15,0 0 12-15,4 3-48 0,0 4-28 16,0 2-72-16,4 3-48 0,5-1-100 0,-1-3-564 16,4 3-732-16,0-5-1496 0,0 0-3209 15</inkml:trace>
  <inkml:trace contextRef="#ctx0" brushRef="#br0" timeOffset="171927.487">22674 17694 7476 0,'0'0'5925'0,"0"0"-4253"0,0 0-752 15,84 10 232-15,-52-10 492 16,-4-3-280-16,7-14-656 0,1-5-476 0,0-6-232 16,1-7-68-16,2-6-408 0,-3 0-440 15,-4-1-312-15,-4 1-284 16,-13 15-1308-16,1-9-3141 0</inkml:trace>
  <inkml:trace contextRef="#ctx0" brushRef="#br0" timeOffset="172160.591">22941 17345 600 0,'0'0'1840'0,"0"0"6332"0,0 0-6423 0,0 0-765 16,0 0 212 0,-35 85 112-16,35-53-4 0,0 6-276 0,3 4-212 15,5 2-92-15,0 4-76 0,1 5-124 0,2 2-160 16,-7 2-168-16,4 0-64 16,-3-1-88-16,2 2-40 0,-3-1 0 15,0 0 4-15,4-3 40 0,-4 0 4 0,0-6 20 16,-4-4 25-16,0-9-49 15,0 1-40-15,-4-14-4 0,-4-4-4 0,-4-5-4 16,0-7-213-16,0-6-147 0,-8 0-124 16,4-12 0-16,-4-4-52 0,1-6-156 15,-5-11-192-15,0-4-612 0,3-3-1132 16,2 0-2825-16,-13-16-3007 0</inkml:trace>
  <inkml:trace contextRef="#ctx0" brushRef="#br0" timeOffset="172478.166">23319 17402 7776 0,'0'0'6413'0,"0"0"-3717"0,0 0-1556 16,0 0-756-16,0 0 268 0,0 0 524 15,109 3-176-15,-66-3-367 16,9 0-317-16,-1-3-112 0,5-7-56 0,0-2-148 16,0-1-64-16,-4-3 64 0,-5 0-376 15,-7 0-341-15,-8 3-295 0,-12 0-300 16,-3 4-540-16,-14 6-1204 0,1 1-2189 15,-8 2-1395-15</inkml:trace>
  <inkml:trace contextRef="#ctx0" brushRef="#br0" timeOffset="172646.964">23622 17430 5284 0,'0'0'520'16,"0"0"4757"-16,0 0-3953 16,-28 76-556-16,28-44 248 0,0 10 120 0,4 2-152 0,5 4-84 15,3 3-60-15,3-1-72 16,-2 1-180-16,-2 0-268 0,2-3-188 15,-2-7-132-15,-7-3-220 0,4-6-256 16,-8-7-152-16,4-5-116 0,-4-8-148 16,5-2-628-16,-5-7-1184 0,0-3-2617 15</inkml:trace>
  <inkml:trace contextRef="#ctx0" brushRef="#br0" timeOffset="172792.212">23789 17780 9940 0,'0'0'2077'0,"0"0"-1157"0,0 0 368 16,88-10 24-16,-60 4-468 0,8 3-408 16,-4 0-288-16,4-4-140 0,0 1-8 15,-4-1-340-15,0-2-764 0,-13 6-860 16,9-4-2565-16</inkml:trace>
  <inkml:trace contextRef="#ctx0" brushRef="#br0" timeOffset="172948.988">24631 17875 13329 0,'0'0'3900'0,"0"0"-3368"0,0 0-196 0,0 0 44 0,0 0-168 16,0 0-212-16,0 0-456 16,0 0-924-16,0 0-440 0,0 0-1248 15,0 0-5953-15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5-30T07:22:27.773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7557 2563 12509 0,'0'0'2388'0,"0"0"-1972"0,0 0-416 0,0 0-12 16,0 0 12-16,0 0 464 0,0 0 156 0,0 0-120 15,0 0-128 1,0 0-100-16,5 0-72 0,-1 0-28 0,-4 0 40 16,4-5 84-16,4 5 36 0,-1 0-160 0,2 0-60 15,-1 0 12-15,3 0-28 0,-3 0-8 16,1 0-80-16,2 0-8 0,-3 0 0 15,5 0-12-15,-6 0-100 0,5 5 0 16,4-3 28-16,0 8-28 0,0-4 28 16,4 4-252-16,3 2-232 0,2-2-212 15,6-2-32-15,1-1-132 0,9-7-216 0,-2 0-228 16,5 0-500-16,-9-2-1089 0,14-8-2703 16</inkml:trace>
  <inkml:trace contextRef="#ctx0" brushRef="#br0" timeOffset="1083.018">17291 2682 1136 0,'0'0'5096'16,"0"0"1241"-16,0 0-5393 0,0 0-820 0,0 0 184 15,0 0 212-15,0 0 348 16,0 0 68-16,0 0-436 0,0 0-76 16,0 0 84-16,52-6 256 0,-39 6-296 0,-2 0-220 15,5 0-64-15,4 0-60 0,4 0-16 16,0 0-60-16,8 0 4 16,0 0 80-16,4 0-96 0,-1 0-32 0,5 0-8 15,4 0 4-15,0 0-96 0,0-6-52 16,-4 3-184-16,3-4-96 15,-3 1-64-15,-8 0-152 0,0-1-188 0,-4 1-476 0,-5-1-1060 16,-10 0-2033-16,-2 2-2371 0</inkml:trace>
  <inkml:trace contextRef="#ctx0" brushRef="#br0" timeOffset="11216.035">10566 1079 6188 0,'0'0'6025'16,"0"0"-4125"-16,0 0-788 0,0 0-320 15,0 0 64-15,0 0-100 16,-88 73-148-16,64-44-200 0,5 6-224 0,-6 6 12 16,5 0-24-16,1 5-24 0,-1 0-76 0,-1 2-64 15,2-3-8-15,3-4-44 16,4-10 36-16,4-5-116 0,0-11-220 0,8-9-272 15,-4-1-224-15,4-5-448 0,0-5-820 16,0-3-1765-16,-4-5-1723 16,4-3 1013-16</inkml:trace>
  <inkml:trace contextRef="#ctx0" brushRef="#br0" timeOffset="11436.009">10120 1289 1508 0,'0'0'1044'0,"0"0"5732"0,0 0-5043 15,0 0-1065-15,0 0-220 0,-80 80 244 0,64-49 252 16,8 4-184-16,0 3-280 16,4 0-176-16,4 3-152 0,4-5 36 0,8-3-188 15,0-3-12-15,8-8-4 0,4-10 16 16,7-8 264-16,9-4 16 0,4-10-280 16,9-6-104-16,2-9-96 0,4-11-76 0,5 3-76 15,1-9-344-15,2-2 0 16,1-1-312-16,-1 1-1057 15,-3-1-2063-15,-16 7-2188 16</inkml:trace>
  <inkml:trace contextRef="#ctx0" brushRef="#br0" timeOffset="11704.266">11307 253 6836 0,'0'0'7413'0,"0"0"-5973"0,0 0-748 15,0 0 256-15,0 0 376 0,0 0-344 16,0 0-320-16,0 0-292 0,0 0-236 16,-75 89 28-16,66-54 72 0,5 7 24 15,4 2-140-15,0-2-116 0,0-1-12 0,4-10-72 16,5-2-256-16,2-14-172 0,6-5-52 15,6-10 16-15,1-3-156 0,8-9-380 16,3-8-552-16,-3-5-980 0,-8 3-2341 16,12-13-1603-16</inkml:trace>
  <inkml:trace contextRef="#ctx0" brushRef="#br0" timeOffset="11969.523">11618 394 3100 0,'0'0'3112'0,"0"0"1292"0,0 0-3203 16,3 69 27-16,1-49 500 0,1-5 60 15,-1-2-544-15,4-10-444 0,-1 0-392 16,2-3-212-16,3-3 12 0,3-6 124 0,1-4-64 16,0-3-268-16,4-4-216 15,-3-1-40-15,-2-1-52 0,1-3-12 0,-4 2 12 16,-4 4-12-16,0 3 60 0,-8 3-12 16,0 1 36-16,0 5 0 0,-12 1 164 0,-4 2 60 15,0 2-88-15,1 2 88 0,-2 2 12 16,6 11 112-16,-6 3-64 15,6 0-36-15,-2 6 60 0,5 0-72 0,1 1-152 16,3-2 4-16,4 0-152 0,0 0-1056 16,0-1-1208-16,0-8-2933 15,4 4-1427-15</inkml:trace>
  <inkml:trace contextRef="#ctx0" brushRef="#br0" timeOffset="12436.771">12029 339 588 0,'0'0'9036'0,"0"0"-7219"0,0 0-417 0,0 0 720 16,7 80-136-16,-7-55-300 0,0-2-564 15,0-4-472-15,0 0-368 16,-4-7-216-16,4 1-64 16,0-7-60-16,0 0-76 0,0-6-144 15,0 0-36-15,4 0-4 0,0 0-96 0,4-6-4 0,4-3 76 16,0-4 136-16,8-3-52 0,-4 1-112 0,4-1 36 15,-1 0 136-15,1 3 192 0,-3 3-128 16,-2 3 132-16,-2 7 4 0,-2 0 148 16,-3 0 176-16,-4 7-24 0,0 3 108 15,1 3-28-15,-5-1-216 0,0 4 44 16,0-3 24-16,0 3 16 0,0-7-116 16,0 1-20-16,0-7-108 0,0 0-4 15,0-3-136-15,0 0-144 0,7-6-140 16,-3-1-72-16,8-2 256 0,4-4 52 15,-4 1 72-15,8-1 36 0,-4 3 4 0,4 0-80 16,-4 5 92-16,0 5 60 0,0 0 24 16,-1 0 336-16,-3 5 0 0,4 5 72 15,-4 6-64-15,4-3-36 0,-8 6-60 16,0 0-16-16,1 0 72 0,-6 1-92 16,1-6-92-16,-4 5-144 0,0-5 48 0,0-5-48 15,0-3-120-15,0 1-380 16,0-7-248-16,0 0-128 0,0 0-452 0,-4 0-1668 15,1 0-4481-15</inkml:trace>
  <inkml:trace contextRef="#ctx0" brushRef="#br0" timeOffset="12918.709">12745 390 7140 0,'0'0'5813'0,"0"0"-3893"0,0 0-1040 0,0 0 312 16,0 0 604-16,8 86-44 15,-16-61-327-15,5 1-601 0,-1-4-472 0,4-6-224 16,0 0-128-16,0-7-84 0,0 1-132 16,7-8-76-16,-3 2 24 15,8-4-32-15,0 0-93 0,0-6 77 16,4-6 52-16,0-5-104 0,4 1-84 0,-4-6 48 0,0 6 100 16,-4-3 96-16,0 7 12 0,-4 2 72 15,-4 7 36-15,0 3 88 0,-1 0 224 16,-3 3 144-16,4 7-40 0,-4 5 52 15,0 4-112-15,0 0 36 0,0 4-32 16,0-4 68-16,0-4-36 0,0-2-63 16,0-3-241-16,0-4-12 0,0-6-72 0,0 0-49 15,9 0-39-15,-5-4-60 0,0-1-48 16,3-2 52-16,-3-6 44 16,9 0 12-16,-2-1-12 0,1-3-60 0,0 1-48 15,4 0 8-15,0 1 64 0,-4 5 24 16,4 4 196-16,-8 3 112 0,4 3 132 0,-4 0-24 15,0 3 64-15,0 3-40 16,-4 4-36-16,4-1 12 0,-8 4-76 16,4 2-32-16,-4 1 92 0,0 3 16 0,0 4-48 15,0-4-88-15,-4 4-84 0,-4-2-4 16,4-1-240-16,-4-2-340 0,4-5-196 16,4-3-44-16,0-7-236 0,0-3-604 15,4 0-1052-15,0-7-2557 0,7-12-2007 0</inkml:trace>
  <inkml:trace contextRef="#ctx0" brushRef="#br0" timeOffset="13278.036">13391 388 6340 0,'0'0'8577'16,"0"0"-6957"-16,0 0-1332 15,-52 68 200-15,40-35 524 0,-4 2 488 0,8-1-316 16,0 2-404-16,8-5-343 0,0-5-245 16,0-7-96-16,8-3-96 15,4-7-112-15,4-3-92 0,8-6-16 0,-1 0-61 0,5-9-19 16,4-7-44-16,0-6-240 16,0-4-76-16,0-6-124 0,-4 5 44 0,0-3 72 15,-4 2 148-15,-4 3 108 0,-4-1-232 16,-4 10 56-16,-8 3 588 15,4 7 12-15,-8 2 576 0,0 4 232 0,0 10-124 16,0 3-228-16,-4 6-24 0,0 7-12 16,0 2-76-16,-1 4 100 15,1-4 180-15,1 1-148 0,3-10-324 0,0-6-164 16,0-7-328-16,7-2-172 0,6-4-28 16,-2-10 64-16,10-3 44 0,-1-10-392 15,3-5-792-15,-7 6-2660 0,12-19-2777 0</inkml:trace>
  <inkml:trace contextRef="#ctx0" brushRef="#br0" timeOffset="13616.86">14024 108 4180 0,'0'0'6364'0,"0"0"-3351"16,0 0-2149-16,5 94-332 0,-5-52 588 16,0 6 800-16,0-1 108 0,0 4-516 0,4 1-687 15,3-5-317-15,1-3-228 16,5-3-280-16,-2-6-156 0,5-9-268 0,0-4-24 15,-1-6 71-15,-2-6 25 0,-1-4-124 16,-4-3-160-16,-4 0-316 0,-4-3-652 16,0 0-684-16,-12-3-520 0,-4 0-1193 15,-4-3 701-15,-8 2 772 0,-4-2 780 0,0 0 1460 16,-4-4 284-16,-3 1-360 16,2-4 364-16,5 3 848 0,5 1 572 15,7 2 888-15,9 4 3340 0,2 3-4027 0,9 0-713 16,0 0-28-16,0 0 96 0,12 0 16 15,0 0 260-15,12 0-52 0,4 3-228 16,4-3-444-16,4 0-176 0,-1-7-352 16,1-1 0-16,0-3-488 0,-4 2-332 15,-1 0-364-15,2-4-980 0,-10 7-3285 0,18-4-4355 16</inkml:trace>
  <inkml:trace contextRef="#ctx0" brushRef="#br0" timeOffset="13928.676">14610 533 5348 0,'0'0'11209'16,"0"0"-8981"-16,0 0-1184 0,-83 73 228 15,58-44-35-15,-2-1 47 0,6-2-380 16,6-7-444-16,11-3-316 16,0-10-144-16,4-3-84 15,0 0-36-15,8-3-52 0,3 0-104 16,2-3-72-16,6-3-64 0,5-7-120 0,0 0-120 0,1-5-173 0,-2 2-211 15,1-7-136-15,-4 10 0 16,-4-2 120-16,-4 8 180 0,-4 0 256 0,0 7 148 16,-5 0 468-16,-3 4 592 0,0 6 312 15,0 2-72-15,0 8-152 0,-3-1-64 16,-1 3 36-16,0 3-64 0,-4-3 20 0,8-3-168 16,-4-5-244-16,4-2-196 15,0-10-196-15,8-2-304 0,0 0-36 16,8-2 60-16,0-14-88 0,8-3-372 0,-4 0-1148 15,16-19-3741-15</inkml:trace>
  <inkml:trace contextRef="#ctx0" brushRef="#br0" timeOffset="14269.162">15132 95 7536 0,'0'0'6489'0,"0"0"-5201"16,-24 76-304-16,8-38 696 15,1 9 176-15,-2 5-112 0,6 2-431 16,-2-3-553-16,9 3-420 0,4-4-244 0,0 2-96 0,4-5-184 16,5-6 4-16,2-6-84 0,1-13-52 15,4-9-108-15,-4-4-48 16,0-6-25-16,-4-3-63 16,-4 0-404-16,-4 0-816 0,-4-9-936 15,-8-1-1364-15,-8-2-557 0,0-1 17 0,-8 1 2229 0,0-4 2391 0,-4 0 0 16,0-4 0-16,1 2 0 0,3-1 1203 15,4-1 61-15,4 8-912 0,9 5 6960 16,2 1-5007-16,9 6-585 0,0 0-484 16,4 0-288-16,8 0-40 0,4 0 292 15,12 0-32-15,4 0-348 0,3-7-332 16,6-2-268-16,2 0-220 0,-3-7-332 16,0 0-240-16,-4 0-332 0,-4-4-488 0,-8 8-1548 15,4-4-4573-15</inkml:trace>
  <inkml:trace contextRef="#ctx0" brushRef="#br0" timeOffset="14429.294">15431 539 6020 0,'0'0'6157'0,"0"0"-3381"16,0 0-1464-16,0 92-292 0,-4-63 528 0,0 0-80 16,4-1-308-16,0-9-651 0,0 0-509 15,8-5-108-15,-1-9-245 0,2-2-47 16,3-3-100-16,-1 0-76 0,2-6-600 0,-2-7-1428 15,-7 1-3753-15</inkml:trace>
  <inkml:trace contextRef="#ctx0" brushRef="#br0" timeOffset="14586.498">15466 369 6400 0,'0'0'7805'0,"0"0"-5473"0,0 0-1520 0,0 0 400 16,0 0-44-16,0 0-276 0,0 0-52 15,84 8-427-15,-68-8-413 0,0 0-133 0,4 0-427 16,-4 0-220-16,4 0-212 16,-1 0-560-16,-6 0-1604 0,11 0-4377 0</inkml:trace>
  <inkml:trace contextRef="#ctx0" brushRef="#br0" timeOffset="14968.592">15889 583 3516 0,'0'0'1396'15,"0"0"2688"-15,-12 74-2712 0,12-52-95 0,0-3 271 16,0-3-152-16,4-3-196 0,4-7-384 16,7 0-228-16,-2-6-120 15,6 0-168-15,2 0-300 0,7-9-260 0,0-4-112 16,3-3-16-16,-3-2 76 0,4-5 28 16,-4-2 40-16,-4 3 92 0,-1-3 152 15,-6-1 8-15,-6 0-8 0,-2 1-248 16,-5-3 100-16,0 1 148 0,-4 6 88 15,0 2 188-15,-8 5 28 0,3 8 84 16,-2 6 76-16,-5 0-168 0,-1 13 16 0,-2 3-40 16,-1 10-52-16,-8-1 116 0,0 7 104 15,0-4 164-15,0 1-52 0,5 0-200 16,-1-2-144-16,3 0-24 0,6-5-40 16,3-3-20-16,4-3-40 0,0-1-12 15,4-2-68-15,4 3 4 0,8 0 92 0,-1 0-28 16,9-1-72-16,4 2-124 0,4-2-32 15,4 1 44-15,0-6-216 0,8-4-196 16,-1 1-16-16,10-7-208 0,-1-4-412 16,-9-2-1040-16,21-13-3641 0</inkml:trace>
  <inkml:trace contextRef="#ctx0" brushRef="#br0" timeOffset="16202.407">15777 590 3312 0,'0'0'2008'16,"0"0"1828"-16,0 0-1935 15,0 0-949-15,0 0-376 0,0 0 204 16,0 0 56-16,0 0-152 0,0 0-256 0,0 0-76 15,0 0-64-15,-32 86-48 0,25-54 64 16,-1-4-28-16,4 1 84 0,-1-4-36 16,1-8 8-16,4-5-44 0,0-10-56 15,0 2 4-15,0-4-52 16,0 0 0-16,0 0-48 0,0 0-12 0,4-6 60 0,5 3-36 16,-1-6-52-16,3-8 200 15,9-2-296-15,4-10-76 0,4-2-216 0,4-1-64 16,0-3-52-16,0 4-108 0,4-1-328 15,-1 3-592-15,5 1-1044 0,-8 5-1841 0,12-8-1827 16</inkml:trace>
  <inkml:trace contextRef="#ctx0" brushRef="#br0" timeOffset="16619.408">17304 549 2328 0,'0'0'2292'16,"0"0"3048"-16,0 0-3279 0,0 0-693 16,0 0-340-16,0 0-56 0,0 0-12 15,0 0-264-15,0 0-200 0,0 0-72 16,3 47 68-16,1-18-120 0,-4 6-128 16,0 0-96-16,0 0-12 15,0-7-132-15,0-3-4 0,0-8-8 0,0-4-44 16,0-7 44-16,0-4 4 0,4-2 4 15,0 0 88-15,5-2 48 0,2-8 268 16,1-5-100-16,4-5-192 0,8-8-112 0,-1-4-76 16,5-3-180-16,0 0-76 0,0 4-96 15,0 1-52-15,-3 5-136 0,3 0-324 16,-1 3-792-16,-7 3-2156 0,8-6-3377 16</inkml:trace>
  <inkml:trace contextRef="#ctx0" brushRef="#br0" timeOffset="16816.222">17929 425 4332 0,'0'0'6120'0,"0"0"-2951"0,0 0-1433 16,0 67-156-16,-4-39 104 0,0 1-196 0,-4-4-272 16,3 3-423-16,-2-5-481 15,3 0-260-15,0-4-52 0,0-3-352 16,0-7-209-16,0 0-219 0,4-2-304 15,0-4-640-15,-4 0-1368 0,4-3-3605 16</inkml:trace>
  <inkml:trace contextRef="#ctx0" brushRef="#br0" timeOffset="17266.276">18005 421 4956 0,'0'0'3276'0,"0"0"-740"16,0 0-1455-16,0 0-221 0,95-15 108 0,-75 15-308 15,0 0-304-15,0 0-356 0,0 7-52 16,0 1-112-16,-5 6-268 16,-2 4 140-16,-2 8-164 0,-7 0-32 0,-4 5 132 15,0 4 280-15,-4-4 76 0,-3 5 268 16,-5-4 140-16,3-7 128 16,2-6-4-16,3-3-216 0,4-4-316 0,0-5 0 0,4-4-352 15,7 0-16-15,10-3-28 0,3 0 168 16,11-6-80-16,5-4 216 15,4 4 92-15,0 0 384 0,0 6 64 0,0 0 60 16,-9 6 48-16,-7 7 140 0,-4 6 68 0,-8-1-32 16,-4 6-272-16,-4 1-124 15,-4 3-40-15,-4 1-36 0,0 2-36 16,-16 4-4-16,0 0-60 0,-8 3 36 0,-4 4 52 16,-8-1 20-16,-3-3 124 0,3 1 356 15,-4-11-140-15,4-6-268 0,8-6-108 16,9-7-87-16,2-5 75 0,9-4 68 0,5-6 40 15,3-11-328-15,0-11-48 16,11-14-256 0,6-8-60-16,11-11-121 0,3-2-3 15,9 0 4-15,8 5 32 0,-1 7 72 0,6 6-48 0,2 8-52 16,0 2-136-16,1 7 132 0,0-1 64 0,-3 3-128 16,-14 7-1328-16,9-2-4909 0</inkml:trace>
  <inkml:trace contextRef="#ctx0" brushRef="#br0" timeOffset="17419.727">19630 781 15221 0,'0'0'6332'0,"0"0"-5735"0,0 0-597 0,0 0-1033 15,0 0-555-15,0 0 24 0,0 0-272 16,-92-42-4473-16</inkml:trace>
  <inkml:trace contextRef="#ctx0" brushRef="#br0" timeOffset="19485.581">6837 4759 4912 0,'0'0'456'15,"0"0"6121"-15,0 0-4841 16,0 0-836-16,0 0-168 0,0 0 8 16,0 0-20-16,0 0 100 0,0 0-128 0,48 79-124 15,-48-38-64-15,0 8-88 16,-5 11 0-16,-7 6 144 0,-12 11-24 15,0 5-196-15,-12 3-119 0,1-2-101 0,-5 0 4 16,1-7 44-16,-2-6-48 0,2-10-20 16,-1-6-40-16,-1-10-60 0,2-2-8 15,-1-10-116-15,5-7-104 0,-2-6 44 16,5-9-9-16,9-8 33 16,3-2-44-16,-1-6-52 15,10-9-36-15,-6-5 12 0,6-5 12 0,-1-3-28 16,4-1 52-16,0-6 120 0,4 4 112 0,0 2-40 15,4 0 44-15,0 4 16 0,0 2 4 16,8 5 148-16,0 5 12 0,4 0-28 0,4 1-8 16,4 5-36-16,4 1 20 0,4 6 4 15,4 0 8-15,4 0 76 16,3 6 0-16,1 1-64 0,4 5-32 0,-1 4-40 16,6 3-60-16,-6 3 64 0,2 4-76 15,2-1-4-15,-3 4 4 0,0-3-4 0,-5 2-36 16,2 0-168-16,-6-2-168 15,-3 2 84-15,0 1-100 0,-8-4 36 16,4 4-72-16,-5-8-24 0,-2 2-56 0,-1-4-244 16,3-6-468-16,-3-4-732 0,-3-2-1885 15,-6-7-2643-15</inkml:trace>
  <inkml:trace contextRef="#ctx0" brushRef="#br0" timeOffset="20061.235">7585 5626 5640 0,'0'0'7065'0,"0"0"-5425"0,0 0-844 15,0 0-4-15,0 0 500 16,80 0-56-16,-40 0-252 0,8-3-320 0,-1 0-228 16,2-4-140-16,-2-3-28 0,-3-2-64 15,4-4-56-15,-8-3-100 0,0-3-48 16,-5-1-120-16,1-2-356 0,-8 0-316 15,-8 2-216-15,1 1-544 0,-10 3-1488 16,-7-3-4285-16</inkml:trace>
  <inkml:trace contextRef="#ctx0" brushRef="#br0" timeOffset="20286.889">7928 5181 1448 0,'0'0'7500'16,"0"0"-5043"-16,0 0-909 0,0 0-224 0,-4 70-112 0,13-42 20 16,-2 10-64-16,5 4-240 0,1 6-340 0,-2 2-124 15,6 4-192-15,-6 3-64 0,4 1-112 16,-2 0-92-16,2-6-4 16,2-3-184-16,-2-8-364 0,6-6-276 0,7-7-236 15,0-6-472-15,-4-5-1020 0,19-9-3353 16</inkml:trace>
  <inkml:trace contextRef="#ctx0" brushRef="#br0" timeOffset="20801.561">9024 6213 4244 0,'0'0'7293'0,"-12"92"-5833"0,0-57-428 16,4 3-44-16,-8 3 128 0,4-1 48 15,1-7-96-15,-6-3-280 0,6-2-288 16,-6-6-168-16,6-6-88 0,-2-10 36 0,1-6 40 16,5 0 200-1,-10-19-216-15,6-6-216 0,-6-14-88 0,-2-8-64 16,-1-7-8-16,0-13-12 16,4-6-148-16,-4-9 112 0,1-3-148 15,10-2-244-15,1-1-16 0,8-1-48 0,0 3 344 16,17 3 48-16,2 1 60 0,5 3-120 0,8 2 80 15,0 6 88-15,3 6 72 0,1 4 8 16,1 7-4-16,-2 7 12 0,-3 5 76 16,0 7 108-16,-12 10-72 0,0 6 0 0,-8 9-60 15,-4 8-56-15,-8 2 56 16,0 0 48-16,0 15-64 0,0 7 124 0,-13 10 124 16,-2 12-4-16,-5 8-132 0,-3 5 36 15,-2-3 108-15,5-7-72 0,5-5 12 16,6-14-84-16,9-6-160 0,0-6-4 15,0-6-108-15,13-1-20 0,2 1 60 16,9-1 8-16,0 0-44 0,4-2 36 16,0-1-16-16,4 0 88 0,-4 5 96 0,-5-3-48 15,-3 6-48-15,-8-5-60 0,1 7 60 16,-10 0 0-16,-3 3 84 0,-3 6-84 16,-14 1 0-16,-2 2-140 15,-5 0-116-15,-8-2-148 0,0 0-60 0,-4-4-188 16,-8-3-212-16,-3 0-688 0,6-7-1104 15,-26 8-3129-15</inkml:trace>
  <inkml:trace contextRef="#ctx0" brushRef="#br0" timeOffset="21299.937">5566 5232 6764 0,'0'0'3024'0,"0"0"-563"0,0 0-1605 16,-84 32-132-16,60-12 340 15,-8 5-332-15,4 6-100 0,5 7-36 16,-1 10-36-16,7 5-176 0,6 4 40 0,-2 7-80 16,9 6-24-16,4 3-100 0,0 6-60 15,13 4-52-15,-2 0-104 0,14 2 0 16,6 1-4-16,5-10-76 0,4 0 28 0,12-6-272 16,0-9-244-16,8-4-216 15,0-3 32-15,7-10-116 0,4 1-356 16,1-10-764-16,-12-9-2169 0,24-5-1675 0</inkml:trace>
  <inkml:trace contextRef="#ctx0" brushRef="#br0" timeOffset="21899.236">10048 4813 9804 0,'0'0'3229'15,"0"0"-1821"-15,0 0-912 16,0 0 196-16,16 71 300 0,-12-38 104 0,4 11-184 16,-4 11-172-16,4 2-164 0,-4 6-100 15,4 2-72-15,-1 1-100 0,1 1-100 16,-3 2-92-16,-1 5-100 0,-4-4 36 0,0 3-40 15,-9-1-8-15,-2-5-44 16,-5-4-68-16,-4-8-152 0,4-8 128 16,0-12 40-16,4-9-4 0,0-7-216 0,0-10-148 15,0-6-184-15,0-3-376 0,5-9-440 16,-2-7-1040-16,1-9-2013 0,4 2-2703 0,0-22 5316 16</inkml:trace>
  <inkml:trace contextRef="#ctx0" brushRef="#br0" timeOffset="29432.732">10609 4353 4136 0,'0'0'7505'0,"0"0"-5753"0,0 0-964 15,0 0-256-15,0 0 276 0,0 0 436 16,0 0-176-16,0 0-364 0,0 0-236 0,0 0-188 15,-4 48 4-15,4-20 20 0,0 7 40 16,4 10 48-16,1 5-28 0,-1 4-108 16,0 6-96-16,-4 1-88 0,0 6 36 0,0 2-60 15,-8 4-48-15,-5 0 0 0,6-5-48 16,-1-5 36-16,-4-9-108 16,8-10 8-16,4-10-44 0,0-8-136 0,0-14-28 15,0-1-180-15,4-11-160 0,4 0-224 16,0-7-280-16,3-5-464 0,-3-8-508 15,1 1-2065-15,-1-19-1519 0</inkml:trace>
  <inkml:trace contextRef="#ctx0" brushRef="#br0" timeOffset="29745.466">10789 4254 11193 0,'0'0'2088'16,"0"0"-1172"-16,0 0 120 0,0 0 460 16,0 0-228-16,0 0-392 0,0 0-496 0,0 0-132 15,0 0-128-15,0 0-32 0,80-12-76 16,-65 18 36-16,2 0-48 0,-6 4-36 16,2 5 0-16,-2 1 32 0,-7 3 8 15,0 3 0-15,1-2 56 0,-5 2-56 16,0 1 104-16,-5-5-32 0,-3-2-4 15,1 0-68-15,-1-3-4 0,-1-4-280 0,-2 4-52 16,-6-3-12-16,-2 3 0 16,-5-5-64-16,-4 6-48 0,0-3-40 0,-4 3-64 15,0-4-168-15,-4-1-456 0,5-2-580 16,3-1-1321-16,-8 3-3523 0</inkml:trace>
  <inkml:trace contextRef="#ctx0" brushRef="#br0" timeOffset="30564.766">12160 5264 7884 0,'0'0'6689'0,"0"0"-5241"0,0 0-992 15,0 0-444-15,0 0 436 16,0 0 360-16,0 0 240 0,84 0-360 0,-65 0-296 16,1 0-220-16,1-3-164 0,-2-1 36 15,1 4-44-15,-1-6-120 0,2 3-320 16,-5 0-300-16,-1 0-244 0,-3-1-372 15,-3 4-1044-15,-5 0-2621 0,-4 0-2527 16,-8 7 7456-16</inkml:trace>
  <inkml:trace contextRef="#ctx0" brushRef="#br0" timeOffset="30766.114">12064 5553 6644 0,'0'0'6833'0,"0"0"-5525"0,0 0-792 0,0 0-512 16,0 0 336-16,0 0 440 15,0 0 80-15,0 0-152 0,0 0-164 16,0 0-140-16,111 15-132 0,-63-22-176 0,5 2-96 16,-2-4-244-16,1-2-112 0,-5 3-64 15,1 1-100-15,-4-3-160 0,4 4-144 16,-5-1-412-16,-2 1-960 0,-2-2-2865 0,-11 3-1039 16,-3-1 4524-16</inkml:trace>
  <inkml:trace contextRef="#ctx0" brushRef="#br0" timeOffset="31518.981">14172 4549 3676 0,'0'0'7453'0,"0"0"-5733"16,0 0-408-16,0 0-300 0,0 0 172 16,80 10-16-16,-69 9-80 0,2 6-212 15,-2 10-204-15,-7 13-112 0,-4 6-108 0,0 13-184 16,-15 3-136-16,-6 2-12 0,-7 5-32 16,-3 0-3-16,-5-5-85 15,4-2 0-15,0-10 0 0,-3-4-8 0,3-10 8 16,-1-5 92-16,1-10-80 0,0-5-12 0,0-3-185 15,1-4-83-15,-1-10-60 16,4-4 12-16,8-5-52 0,0-2 100 16,9-10-60-16,-2-11-92 0,9-5-144 0,0-11 60 15,4-5-52-15,0-3 148 0,4-2-104 16,4 5-72-16,4 6 52 16,0 6 344-16,4 10 100 0,0 9 88 0,4 6 200 0,0 5 292 15,0 2 60-15,8 2-68 16,0 5-100-16,4 10-84 0,-1 1 68 15,1 2-60-15,4 2-24 0,4 3-64 0,-4 1-60 16,8-1-48-16,-5 4 12 16,5-1-76-16,0-3-48 0,-4 1-80 15,4-7-180-15,-5-3-144 0,2-7-140 16,2-3-88 0,-3-6-224-16,4 0-424 0,-4-6-1280 0,-12-6-2665 15,11-14-2315-15</inkml:trace>
  <inkml:trace contextRef="#ctx0" brushRef="#br0" timeOffset="31790.784">15060 3959 5500 0,'0'0'5465'0,"0"0"-3769"0,0 0 24 15,0 0-8-15,0 86-100 0,0-39-208 16,0 7-348-16,-8 10-240 0,5 5-100 16,-6 1-203-16,5-3-101 0,0 1-144 15,0-10-132-15,4-3-136 0,0-10-220 16,0-14-204-16,4-6 48 0,9-9-61 16,-6-6-75-16,5-6-168 0,1-4-300 15,-6-4-660-15,5-9-924 0,-4-6-2013 16,-8 6-2087-16,0-18 3052 0</inkml:trace>
  <inkml:trace contextRef="#ctx0" brushRef="#br0" timeOffset="32037.923">15124 3982 2980 0,'0'0'6812'0,"0"0"-4251"16,0 0-1005-16,0 0-328 0,84-23 68 15,-65 23-112-15,1 6-196 0,4 0-164 0,1 7-236 16,-2-1-196-16,-3 5-148 0,4-1-60 15,-8 3-40-15,4-3-144 0,-9 4-48 16,2-2-24-16,-5 1-64 0,-8 0-72 16,0 0 40-16,-8 0 104 0,-5-1 4 15,-10 5 12-15,-9 3-88 0,-4-4-168 16,-4 0-4-16,-3-2 40 0,-2-5-40 16,2-3-148-16,-1-2-224 0,0-7-264 15,5-3-692-15,-6 0-1340 0,17-3-5097 16,-15-7 4993-16</inkml:trace>
  <inkml:trace contextRef="#ctx0" brushRef="#br0" timeOffset="32623.272">16168 5111 6260 0,'0'0'4857'0,"0"0"-2629"16,0 0-604-16,0 0-376 0,0 0 72 0,0 0 40 0,103 29-196 15,-59-22-308-15,4-4-260 0,0-3-268 16,4-7-147-16,-5-2-129 16,2-4-52-16,-6-5-152 0,5-1-445 0,-8-1-231 15,-1-2-100-15,-7 6-328 0,-8 0-996 16,-3 3-3037-16,-10 1-3919 0</inkml:trace>
  <inkml:trace contextRef="#ctx0" brushRef="#br0" timeOffset="32851.66">16642 4788 2660 0,'0'0'8425'0,"0"0"-5861"0,0 0-1020 0,0 0-500 16,0 0 168-16,0 0-40 0,20 96-52 16,-12-52-228-16,0 3-308 0,0 7-256 0,0 1-120 15,-8 1-99-15,4-2-105 16,-4 0-4-16,0-4-221 0,3-1-227 15,-3-8-100-15,9-6-28 0,-1-4-132 0,3-6-240 16,14-6-676-16,3-6-1020 16,3-7-1485-16,-7-6-2603 0,20-8 4616 0</inkml:trace>
  <inkml:trace contextRef="#ctx0" brushRef="#br0" timeOffset="33815.835">17968 5880 13817 0,'0'0'2060'0,"0"0"-1344"16,0 0-540-16,0 0 120 0,0 0 500 0,-83 48 584 16,71-48-424-16,4 0-308 15,4-6-212-15,4-7 4 0,0-10-163 16,0-9-233-16,12-9-44 0,0-9-8 0,8-10 4 16,0-8-116-16,0-1-13 15,-1-11-99-15,2 4-12 0,-1-3-228 0,-1-1-40 16,2 4 32-16,-1-1-72 0,-5 8-12 15,5 1 280-15,0 10 0 0,4 3 272 16,-8 10 12-16,4 8 4 0,0 5 268 0,-5 9 60 16,2 4 24-16,-10 13-132 0,-3-1-116 15,1 7-108-15,-5 5-8 0,0 3 8 16,-5 9 136-16,-6 8-64 0,-6 0-4 0,2 7-68 16,-2-3 0-16,6-1-4 15,-1-6-220-15,8-6-20 0,4-4 60 16,0 1 96-16,4-3 80 0,4 3-88 0,4 0-40 15,4 1 48-15,-1 3-84 0,10 2 96 16,-1-3 76-16,0 3 4 0,-5 0 68 16,1 0-68-16,-4-3 4 0,-4 1 104 15,-4-3-24-15,-4 3 72 0,-4-4 12 16,0 1 12-16,-8 3 96 0,-8-1-84 16,0 0 0-16,-8-3-72 0,0-4-112 15,1 1-12-15,-1-4-196 0,4-3-124 16,0 0-180-16,0-3-68 0,8-3-188 0,0-10-636 15,0-2-1048-15,8-1-2405 0,1-23-3023 16</inkml:trace>
  <inkml:trace contextRef="#ctx0" brushRef="#br0" timeOffset="34431.642">18997 4168 52 0,'0'0'10320'0,"0"0"-7583"0,0 0-797 0,0 96-692 15,4-49-116-15,-4 8 56 16,0 5-80-16,-4 3-8 0,-4 4-212 0,3-4-391 15,-2-3-205-15,3 1-76 0,0-10-108 16,4-4-108-16,0-6-44 0,0-6-112 0,0-6-40 16,0-4-20-16,4-8-88 0,0-8-109 15,3-2-171-15,-2-5-148 0,-1-2-272 16,0-6-540-16,0-10-784 0,-4-4-1612 16,4 6-1713-16,-4-19-58 0</inkml:trace>
  <inkml:trace contextRef="#ctx0" brushRef="#br0" timeOffset="34622.961">18889 4134 3340 0,'0'0'1056'0,"0"0"3368"0,0 0-2420 16,0 0-399-16,80-50-557 16,-52 39-56-16,0 2-60 15,4 5-128-15,0 1-164 0,-1 3-140 0,5 0-204 16,-8 3-48-16,-4 4-148 0,-8 3-100 15,0-1 0-15,-12 0-172 0,0 5-64 0,-4-2 84 16,-8 4 152-16,-8 3 124 0,-9 0-124 16,-6 7 0-16,-9-4-84 0,1 3 80 15,-10-3-132-15,6 0-200 0,-2-5-300 0,-2 2-500 16,15-7-1136-16,-27 4-4481 16</inkml:trace>
  <inkml:trace contextRef="#ctx0" brushRef="#br0" timeOffset="38636.844">1657 5314 1396 0,'0'0'5488'15,"0"0"-327"-15,0 0-4265 0,0 0-296 0,-60-79 212 16,44 67 288-16,0-4-20 0,0 3-72 16,1 4-216-16,-2-1-52 0,2 3-236 15,2 7-112-15,-2 0-124 0,-2 0-132 16,2 0-16-16,-5 10-60 0,4 6 4 16,-4 3-64-16,0 6-124 0,4 7 64 15,0 9 60-15,4 9 0 0,5 9 84 16,3 7-76-16,-1 1 108 0,5 3-116 15,0-7-12-15,5-6-36 0,6-9 44 0,5-13-60 16,4-10-80-16,4-6 144 0,0-5 4 16,8-9 0-16,0-5 8 0,4 0-12 15,3-5-124-15,-3-9-108 0,1-8-232 0,-2 0-224 16,1-10-188-16,4 1-552 0,-9-4-892 16,1-7-3577-16,-8 7-2462 0</inkml:trace>
  <inkml:trace contextRef="#ctx0" brushRef="#br0" timeOffset="38877.81">2004 4709 10636 0,'0'0'5405'0,"0"0"-4649"16,0 0-708-16,0 0 412 0,0 0 272 15,0 0 20-15,0 0-220 0,-21 98-180 16,17-51-156-16,4 8 112 0,0 11-64 15,0 4-96-15,4 2-52 0,1 8 12 0,-1-4-104 16,0 4-4-16,4-4-8 0,-5-7-308 16,1-1-148-16,5-11-100 15,3-7-100-15,-1-6-188 0,9-11-464 0,4-8-900 16,1-12-2241-16,-2-10-1879 0,9-13 3372 0</inkml:trace>
  <inkml:trace contextRef="#ctx0" brushRef="#br0" timeOffset="39232.275">2529 5368 11469 0,'0'0'3000'0,"0"0"-2056"0,0 0-364 15,-91 55 572-15,63-27 272 0,-4 7-344 16,4 7-420-16,9-2-316 0,-2 5-28 16,10-7-84-16,7-3-124 15,4-6-108-15,0-10-12 0,0-6-84 0,12-7 24 0,-1-6-16 16,5 0 16-16,4-3-48 15,4-11-76-15,0-5-96 0,0-2-112 16,4-8-12-16,-9-3 60 0,6-3 36 0,-5 1 112 16,-5 2 156-16,6 3 40 15,-6 3-48-15,-2 8-28 0,-6 5 88 0,1 7 128 16,-4 2 304-16,1 4-40 0,-5 0 0 16,0 7-184-16,0-1-72 0,3 10 108 15,-3 3 144-15,4 4 76 0,-4 4-52 16,0 3-59-16,0-5-97 0,4-6-256 0,-4 0-4 15,4-6-128-15,0-7-285 0,-4-3-43 16,9 0-76-16,-2-3-136 16,1-3-236-16,4-6-672 0,-4 2-1292 0,4-18-3781 15</inkml:trace>
  <inkml:trace contextRef="#ctx0" brushRef="#br0" timeOffset="39367.07">2844 5413 7232 0,'0'0'7265'0,"0"0"-6077"0,0 0-648 16,-8 79 496-16,4-54 512 16,1-2-248-16,-1-4-608 0,0-6-604 0,4-4-88 15,-5 1-476-15,5-3-380 0,0-5-176 16,-4 1-632-16,4-3-2184 0,-4 0-3025 0</inkml:trace>
  <inkml:trace contextRef="#ctx0" brushRef="#br0" timeOffset="39510.182">2812 5235 11609 0,'0'0'3920'0,"0"0"-3368"15,0 0-372-15,0 0 532 0,0 0-364 16,0 0-348-16,0 0-224 16,0 0-1032-16,0 0-992 0,84-54-4209 0</inkml:trace>
  <inkml:trace contextRef="#ctx0" brushRef="#br0" timeOffset="39918.061">3107 5372 6868 0,'0'0'6729'0,"0"0"-5437"15,-4 85-572-15,1-53 572 0,-6 3 504 16,5-6-176-16,0-10-500 0,4-3-511 0,0-6-429 16,0-8-180-16,0 1-108 0,8-3-4 15,4 0 100-15,0 0 4 0,8-9-173 16,-4 0-63-16,4-4-132 0,0 2-16 0,-4 3 16 15,-4 5 56-15,-4 3-44 16,0 0 68-16,-1 6-48 0,2 4 100 16,-5 5 244-16,0 2 208 0,0 1 112 0,-4 1-64 15,0-3 0-15,0-3-32 0,0-7-4 16,0-3-52-16,4 1-68 0,-4-4 20 16,3 0-84-16,1-7-36 0,5 1-132 15,-1-4 56-15,3-2-20 0,2-1 36 16,-2 0-28-16,1 4 40 0,4-4 0 15,-4 4-12-15,0 2-4 0,-4 4 64 16,0 0 0-16,0 3 248 0,0 0-4 16,-4 0 12-16,4 6-40 0,0-3-56 0,-5 4 12 15,6 3 8-15,-1-5-8 0,0 5-112 16,-5-3-56-16,6 2-4 16,-1 4 4-16,0-1-4 0,-1 1-100 0,-2 6-384 15,3 0-284-15,-4 7-184 0,-4-1-480 16,0-6-1592-16,0 10-3713 0</inkml:trace>
  <inkml:trace contextRef="#ctx0" brushRef="#br0" timeOffset="40301.231">1255 6394 7776 0,'0'0'4421'15,"0"0"-3413"-15,0 0-524 0,0 0 404 0,0 0 384 16,0 0-392-16,0 0-280 16,0 0 412-16,0 0-24 15,119-13-244-15,-67 7-168 0,7 3-64 0,9 0-52 0,8-3-59 16,-1 2-73-16,9-2 12 0,4 0-96 15,8-5-16-15,-1 6-84 16,8-4-48-16,6-4 40 0,-2 2-76 0,5 2-60 16,3 0-88-16,-4 2-36 15,5 4 112-15,-4 3 8 0,-1 0-104 0,-3 0-144 0,-5 0 144 16,-7 0-16-16,-5 0-240 16,-14 0-84-16,-10 0-85 15,-7-3-151-15,-12-3-268 0,-8-3-448 0,-12-4-776 0,-4-4-2764 16,-12 2-5493-16,-12-17 9857 0</inkml:trace>
  <inkml:trace contextRef="#ctx0" brushRef="#br0" timeOffset="40525.845">4020 5448 9712 0,'0'0'7829'16,"0"0"-5853"-16,0 0-1536 0,0 0-392 16,0 0 332-16,0 0 192 0,0 0 292 15,0 0-171-15,0 0-381 0,87-3-312 16,-67 3-128-16,-3 0-428 0,-2 3-381 16,-3 0-331-1,-4 7-924-15,-4-4-2656 0,-4 13-3825 0</inkml:trace>
  <inkml:trace contextRef="#ctx0" brushRef="#br0" timeOffset="40649.757">4127 5759 10436 0,'0'0'6629'0,"0"0"-5637"0,0 0-916 0,0 0 196 16,0 0 244-16,0 0 220 0,0 0-280 16,0 0-456-16,0 0-948 0,0 0-832 15,88 48-3608-15</inkml:trace>
  <inkml:trace contextRef="#ctx0" brushRef="#br0" timeOffset="45361.592">1653 7725 3708 0,'0'0'10377'0,"0"0"-9141"0,0 0-868 15,0 0 96-15,0 0 336 0,0 0-4 16,0 0 8-16,-20 92-176 0,16-52-212 0,4 9-96 16,-4 11-88-16,4 3 72 15,0 14 24-15,-4 2 4 0,-4 7-92 0,-4 9-116 16,1 1-4-16,-2-5-72 0,-2 1-48 15,2-9-144-15,2-10-76 0,3-17-12 16,4-7-48-16,-1-17 24 0,5-14-144 16,0-8-252-16,0-10-356 0,0-10-428 0,9-12-624 15,2-13-612-15,1-15-2413 16,-3 8-1583-16,-6-37 6404 0</inkml:trace>
  <inkml:trace contextRef="#ctx0" brushRef="#br0" timeOffset="45593.772">1681 7804 9036 0,'0'0'5745'0,"0"0"-5153"0,0 0-428 0,0 0 0 16,0 0 452-16,0 0-4 15,0 0 8-15,0 0-96 16,0 0-280-16,0 0-168 0,0 0-64 16,55-48-8-16,-50 64 68 0,3 3 40 0,0 9 48 15,-8 10-12-15,0 4-148 0,0 6-124 16,-12-4-84-16,3 1-28 0,-2-10 4 0,-1-5-40 15,0-3-40-15,0-8-232 16,4-3-288-16,-4-4-372 0,4-2-344 0,-4-7-308 16,4-3-1077-16,-4-13-2643 0,4 4 3648 15</inkml:trace>
  <inkml:trace contextRef="#ctx0" brushRef="#br0" timeOffset="45898.998">2084 7778 1852 0,'0'0'11193'0,"0"0"-9681"0,0 0-1348 16,0 0 240-16,0 0 512 0,0 0-36 0,0 0-284 15,0 0-236-15,0 0-212 16,0 0 88 0,15 79 60-16,-15-37-64 15,0 6-96-15,-8-1-36 0,1 2-100 0,3-12-104 16,-5-9 104-16,9-11 4 0,-4-8 156 0,4-9 76 0,0 0 80 15,0 0 100-15,0-3-144 0,4-3-104 0,5-4-108 16,2-4 76-16,5-1 12 0,4-10-40 16,4 0-28-16,0-4-80 0,-1-3-108 15,2 4-368-15,-1 3-184 0,0-1-148 16,-5 1-304-16,5 3-748 0,-4 2-860 16,0 1-2073-16,-4 6-1099 0,-4 4 3988 0</inkml:trace>
  <inkml:trace contextRef="#ctx0" brushRef="#br0" timeOffset="46149.206">2426 7925 3208 0,'0'0'2308'16,"0"0"4337"-16,8 69-5241 0,0-39-564 0,0 7 68 16,4-2 400-16,-4-3-40 0,-1-7-380 15,2-9-332-15,3-10-200 0,-5-3 32 16,2-3 164-16,-1-3-140 0,3-3-144 16,6-10-60-16,-2-1-196 0,2-4-12 0,-6-8-400 15,2 0-100-15,-2-2 24 16,-3 2 48-16,1 4 96 0,-6 3-24 0,-3 6 84 15,0 7 272-15,-3-1 12 0,-6 6 88 16,-3 1 72-16,-4 3 100 0,1 0-88 16,-2 0 12-16,2 7-64 0,2 3 4 15,2 1-40-15,-1 6-96 0,3 2-168 16,-2 3-4-16,7 1-36 0,0-4-224 0,4-1-456 16,0-1-876-16,4-5-1116 0,4-2-2889 15</inkml:trace>
  <inkml:trace contextRef="#ctx0" brushRef="#br0" timeOffset="46402.016">2920 8099 6280 0,'0'0'6393'0,"0"0"-5333"15,0 0-564-15,0 0 376 0,0 0 488 0,79 54-228 16,-70-54-352-16,-5 0-300 0,4-3 220 16,-5-6-16-16,5-7-196 0,-3-3-268 15,-1-7-220-15,0 0-280 0,-4-2-100 16,0 6 28-16,0 0 68 0,-4 9 52 15,-5 0 224-15,1 7 8 0,-3 3 64 16,-2-1-48-16,-2 4 92 0,2 0 40 0,-2 4-52 16,-2 2-32-16,6 7-60 0,-1 3 8 15,-4-1-12-15,8 5-60 0,0 1-48 16,0-2-136-16,4 0-88 0,0 1-432 16,4-1-700-16,0-3-1216 0,4-6-1989 15,5-1-2267-15,-2-6 4980 0</inkml:trace>
  <inkml:trace contextRef="#ctx0" brushRef="#br0" timeOffset="46537.081">3143 8051 9196 0,'0'0'4677'0,"0"0"-4069"0,84 0-140 15,-48 0 712-15,-1 0-112 0,1 0-140 16,-4-6-224-16,4-7-264 0,-5-2-268 16,-3-8-172-16,4-2-48 0,0-8-664 15,-4-4-328-15,-4-1-432 0,-3 1-940 16,-10 4-2749-16,-3-5-2739 0</inkml:trace>
  <inkml:trace contextRef="#ctx0" brushRef="#br0" timeOffset="46805.212">3446 7553 796 0,'0'0'11153'0,"0"0"-9861"16,0 0-912-16,0 0 280 0,-60 96 464 0,52-59 272 16,0 5-404-16,0 2-100 15,8 8-192-15,0 4-100 0,0 5-136 0,0 8-136 16,0 7-108-16,4 7-24 15,0 5 48-15,-4 2-40 0,0-1-92 0,0-7-3 16,0 1-69-16,-4-10-40 0,0-6-109 16,4-7 109-16,-8-10-4 0,5-5-8 15,-1-7-136-15,-5-3-68 0,1-7-140 16,1-5-92-16,-6 0-128 0,-2-9-184 0,-6 0-112 16,-2-2-216-16,-14-5-352 15,-6-7-456-15,-9 0-456 0,-8-7-1829 16,9-2-1715-16,-45-14 4528 0</inkml:trace>
  <inkml:trace contextRef="#ctx0" brushRef="#br0" timeOffset="47188.237">1318 8836 13733 0,'0'0'1944'0,"0"0"-1400"0,0 0-156 0,0 0 460 15,0 0 140-15,0 0-336 0,0 0-136 16,0 0-232-16,0 0-284 16,0 0 48-16,0 0 12 0,68 0 232 15,-25 0 112-15,10 0 352 0,6-7-259 0,9 2-217 16,8-6-88-16,12-1 4 16,7-1-64-16,13-3-48 0,3 4-20 15,13-4-4-15,-1 3-12 0,5 0-36 16,-1 1-12-16,1 2-96 0,-5 1-28 0,1-2 124 15,-9 6 0-15,-3-4-144 0,-5 4 48 16,-11-1 48-16,-8 4-172 0,-12 2 76 16,-9 0-40-16,-11 2 39 0,-1 2-123 0,-10 3 100 15,-6-1 44-15,-7-3 64 0,-4 2-100 16,-8-1 76-16,-4-1 72 16,0 1-36-16,-8-4-100 0,4 0-96 0,-9 3-48 15,-3-3 12-15,0 0-28 0,0 0-96 16,0 0-112-16,0 0-236 0,-7 0-316 15,-1 0-956-15,0 0-1908 0,-12 0-2613 0</inkml:trace>
  <inkml:trace contextRef="#ctx0" brushRef="#br0" timeOffset="48047.826">6816 7804 1356 0,'0'0'260'0,"0"0"444"0,0 0 6176 16,0 0-4107-16,0 0-769 0,0 0-664 15,-88 6-232-15,69 8-48 0,3 0-168 16,4 9-192-16,1 2-208 0,2 11-88 0,1 2-124 16,8 6-48-16,0 6 24 0,4 7-120 15,9 7 132-15,2 6-12 0,5 7-148 0,3-2-96 16,5 2 60-16,0-4-72 16,4-10-84-16,0-11-100 0,5-15-240 15,-5-8-136-15,7-16-76 0,5-10-128 0,4-3-284 16,4-19-608-16,-12 0-1520 15,23-30-4305-15</inkml:trace>
  <inkml:trace contextRef="#ctx0" brushRef="#br0" timeOffset="48467.173">7960 7657 5260 0,'0'0'9873'0,"0"0"-8589"0,0 0-736 0,0 0 336 0,0 0 288 15,56 93-216-15,-44-58-200 0,4 6-280 16,0 7-232-16,-4 0-40 16,-5 8-80-16,2 4-27 0,-5 8-25 0,-4 1-64 15,-9 1 64-15,-2-7 28 0,-10-2 32 16,-2-6 64-16,-1-8 44 0,-8-6-44 0,0-10-184 16,1 1 40-1,-5-13-52-15,4-3-112 16,0-13-56-16,4-3-24 0,4-16-136 0,-4-6-137 15,4-12 5-15,-4-4 72 0,0-3-4 0,5-4 52 0,3 0 116 16,8 7 16-16,7 5 88 0,5 8 120 16,0 10 120-16,9 3 152 0,2 1 8 15,10 5-36-15,7 3-12 0,4 3 12 16,3 0-36-16,5 0-52 0,8 7 28 0,-1 2 144 16,2 1-23-16,-2 3-137 0,-3-1-84 15,-4 5-20-15,-1-6-64 16,2-1 8-16,-5-3-16 0,-5-1 8 0,1-3-124 15,-4-3-288-15,-4 0-25 16,-4 0-147-16,0 0-236 16,-1 0-456-16,-6-3-1532 0,-2-6-3945 15</inkml:trace>
  <inkml:trace contextRef="#ctx0" brushRef="#br0" timeOffset="48648.591">8678 8182 9744 0,'0'0'5401'0,"0"0"-3953"16,0 0-864-16,0 0 544 0,99 12 324 0,-75-12-24 16,0-9-323-16,-1-1-585 15,1-2-300-15,4-4-144 0,-3-3-76 16,-1-3-96-16,-1 2-352 0,1-2-60 0,-4 3-189 16,-4 0-203-16,0 3-348 15,-4 3-1016-15,-5 4-2132 0,-7-4-2869 0</inkml:trace>
  <inkml:trace contextRef="#ctx0" brushRef="#br0" timeOffset="48865.638">8797 7801 4680 0,'0'0'9433'0,"0"0"-7693"16,0 0-984-16,0 0-32 0,0 0 68 0,0 0 156 15,-24 77 32-15,24-47-440 0,0 9-188 16,8 8-72-16,3 8-60 0,-2 2-52 15,3 9 28-15,0 5-184 0,-4-2 0 16,3 4-12-16,-3-3-12 0,5-7-316 16,-2-2-208-16,2-8-256 0,2-5-188 0,2-10-156 15,-2-9-664-15,-2-10-2020 0,10-10-3761 16</inkml:trace>
  <inkml:trace contextRef="#ctx0" brushRef="#br0" timeOffset="49367.183">9610 8906 8352 0,'0'0'6177'0,"-25"82"-4845"15,10-44-264-15,-5 4 76 0,-4 2 148 0,8-6 148 16,4-9-259-16,0-11-417 0,8-5-412 16,4-13-124-16,-4 0 16 0,4-16-244 0,0-12 0 15,0-13-120-15,0-13 20 16,-3-16-44-16,-1-13-144 0,-9-6-160 15,2-2 8-15,-6-4-45 0,6-1 49 0,-2 0-140 16,9 8 100-16,4 8 136 0,0 4 264 16,4 5-56-16,5 9 72 15,-2 5 60-15,5 6 4 0,-3 3 8 0,-2 10 40 0,-3 7 144 16,4 8 120-16,-4 7-20 16,1 7 56-16,-5 5-48 0,0 4-108 15,0 13-112-15,0 3 148 0,-9 12-76 0,1 4-32 16,1 7-3-16,-2-4-21 15,5-4-100-15,4-9-108 0,0-6-73 16,9-7-39-16,2-2 96 0,6-3 16 0,6-4 48 16,5 0-48-16,4 0-100 15,-1 0 96-15,5 5 76 0,-4 2 36 0,5 3 12 16,-5 2 136-16,-1 4 228 0,-3 3-144 16,-8-1-136-16,0 6 197 0,-12 1 23 15,-5 0-124-15,-3 8 76 0,0-5-48 0,-11 2-64 16,-5 0-60-16,-4-5 36 15,0-2-12-15,-4-8-44 0,-4-2-76 16,5-10-112-16,-1 0-284 0,-1-3-112 0,5-9-64 16,5-7-205-16,-6-3-299 0,2-9-1276 15,3 2-2604-15,-8-28-3737 0</inkml:trace>
  <inkml:trace contextRef="#ctx0" brushRef="#br0" timeOffset="49581.896">10100 7725 8352 0,'0'0'5437'0,"0"0"-4601"0,0 0-408 0,84 69 188 15,-61-44 528-15,1 8 72 16,-4-2-252-16,1 4-448 0,-6 3-236 16,-7 0-60-16,4 4-60 0,-12-2-100 15,0 6-52-15,-4-5 64 0,-8-3-8 16,0-3 8-16,-8 0 0 0,0-5-72 0,0 3-156 15,-8-7-212-15,0-1-208 0,0-3-184 16,-7-5-216-16,-1-3-244 0,8-3-1116 16,-20-9-3453-16</inkml:trace>
  <inkml:trace contextRef="#ctx0" brushRef="#br0" timeOffset="50539.708">9331 7925 2872 0,'0'0'52'0,"0"0"-52"0,0 0 4820 16,0 0-2656-16,0 0-603 16,0 0-293-16,0 0-4 15,0 0-164-15,0 0-160 0,0 0-160 0,7-73-96 0,1 53-76 16,5 1-64-16,-6 0-52 0,6 0-112 16,-1 4-40-16,3 2-32 0,1 2-76 15,0 9-100-15,4-1 52 0,4 3 0 16,-3 3-160-16,-2 4-24 0,1 2-48 0,-4 4-8 15,-4-1 56-15,0 1 0 16,-5 0 0-16,2-1-100 0,-1 4 44 16,-4 0 56-16,-4 3 0 0,0 3-52 0,0-2-108 15,0 2-36-15,-8 3-84 0,0-3-12 16,-4 0-16-16,0-2-84 0,0-1-140 16,4-4-208-16,0-5-268 0,-4-3-400 0,8-4-568 15,-4-3-925-15,0 0-2355 16,1-7 728-16,-2-6 3885 0</inkml:trace>
  <inkml:trace contextRef="#ctx0" brushRef="#br0" timeOffset="51116.582">10785 7032 1004 0,'0'0'9664'0,"0"0"-7595"16,0 0-629-16,0 0 124 0,0 0-36 15,0 0-168-15,20 79-376 16,-12-40-224-16,-4 5-372 0,0 7-72 0,4-4-60 16,-4 4-36-16,0 0-24 0,0 4-99 0,-4-1-89 15,0 3 0-15,0 0-8 0,0-6-45 16,0-4-63-16,-4-6-220 0,4-6-16 15,-4-7-144-15,4-4-36 0,-4-10-100 16,4-3-140-16,0-11-532 0,0 0-1036 16,0-11-2189-16,0-1-1475 0</inkml:trace>
  <inkml:trace contextRef="#ctx0" brushRef="#br0" timeOffset="51367.381">10873 7197 6248 0,'0'0'4917'0,"0"0"-3469"0,0 0-452 0,0 0-348 16,0 0 300-16,52-82 224 0,-37 63-276 16,2 0-276-16,7 3-272 15,-5 0-104-15,5 0 4 0,0 6-64 0,-1 4-36 16,2 0-76-16,-5 6-60 16,0 0 48-16,-5 3-48 0,-3 6-8 15,-3 4 96-15,-5 9 216 0,-4 4-96 0,-4 5-24 16,-13 5-96-16,2 5-92 0,-9-3 88 15,0 3-32-15,-4-2-52 0,0-4-4 16,0-4-8-16,1-6-4 0,-1-5-132 16,4-1-168-16,3-6-152 0,-3-5-96 15,9-1-164-15,-2-4-288 0,6-3-612 16,3 0-1392-16,-4-6-3681 0</inkml:trace>
  <inkml:trace contextRef="#ctx0" brushRef="#br0" timeOffset="51928.315">11817 8093 7656 0,'0'0'5925'0,"0"0"-4317"0,0 0-944 16,0 0-120-16,0 0 600 15,83-19 132-15,-51 9-16 0,5 0-428 16,2 1-372-16,-3-4-204 16,0 5-108-16,-1 1-75 0,-3-3-33 0,0 4-40 15,-8-1-121-15,0 4-295 0,-3 0-168 0,-6 0-172 16,1 0-200-16,-4 3-600 0,-4 0-1240 0,-3 3-2121 15,-5 6-2551-15</inkml:trace>
  <inkml:trace contextRef="#ctx0" brushRef="#br0" timeOffset="52148.604">11896 8301 628 0,'0'0'9184'0,"0"0"-6815"16,0 0-453-16,0 0-236 0,0 0-180 15,0 0-324-15,0 0-364 0,0 0-124 16,0 0 68-16,0 0-84 0,108 7-187 16,-68-7-37-16,-4-2-180 0,4-5-136 15,-4 5-132-15,3-5 0 0,-3 0-192 0,-4 0-356 16,4 2-229 0,-4-2-151-16,4 4-296 15,-13-1-1504-15,9 4-4665 0</inkml:trace>
  <inkml:trace contextRef="#ctx0" brushRef="#br0" timeOffset="54666.461">14056 7324 3708 0,'0'0'7769'15,"0"0"-6537"-15,0 0-392 0,0 0-40 16,0 0 224-16,0 0 20 0,0 0-84 16,0 0-204-16,0 0-300 0,0 0-172 15,-27 58-52-15,18-33-20 16,5 6-40-16,-4 9 8 0,1 0-56 0,-6 5 36 0,2 9-76 15,-6 0 4-15,-6 6-76 16,-5 3 84-16,-4 7-36 0,-4 2 16 0,-4-1 8 16,0-2-24-16,1-4-48 0,-2-12 40 15,6-9 20-15,3-6-60 16,4-8 36-16,0-8 44 0,9-9-92 0,-2-4-84 0,5-6-100 16,0-3-72-16,5-10-48 15,2-5-76-15,1-12 112 0,1 0-4 16,3-4 112-16,4-8-60 0,0 1 48 0,0 3 60 15,-5 0 108-15,5 3-8 16,0 4-136-16,-4 2 136 0,4 4-40 0,0 3 44 16,0 0 8-16,0 3 8 0,4 4 92 15,5-4 60-15,2 3 12 0,10 0 12 16,3 4 16-16,3-1-56 16,1 1 4-16,8 6 36 15,-4 3 12-15,0 0 0 0,0 0 24 0,0 8 12 16,0 3-60-16,-1 1 84 0,1 4-84 0,0 6-28 0,0 1-68 15,0 2-20-15,-4 3-52 16,-4 7-8-16,3-3 0 0,-7 3-68 0,0 0 24 0,-4-3 48 16,0-4 40-16,0 0-40 15,-4-2-148-15,0-3 136 0,-1-4-60 16,-2-5-124-16,-1 0-12 0,3-1-12 16,-2-7-96-16,-1 1-112 0,3-5-152 15,-2 2-284-15,7-4-376 0,-5 0-632 0,-2-6-764 16,6-7-3217-16</inkml:trace>
  <inkml:trace contextRef="#ctx0" brushRef="#br0" timeOffset="55495.756">14658 6864 9564 0,'0'0'1961'0,"0"0"-489"16,0 0-84-16,0 0 84 0,0 0-128 0,0 0-316 16,0 0-276-16,15 86-56 0,-6-48-120 15,-1 3-64-15,-1 7-192 0,-7 3-92 0,0 6-32 16,0 0-124-16,-7 4-64 0,-1-1 40 15,-5-6-48-15,6-4-8 16,-1-11-88-16,4-9 12 0,0-6-76 0,-1-9-84 16,5-8-120-16,0-1-184 0,0-6-188 15,0 0-224-15,5-3-388 0,-1-4-624 0,4-8-708 16,3 2-2265-16,-7-13-1579 0</inkml:trace>
  <inkml:trace contextRef="#ctx0" brushRef="#br0" timeOffset="55783.72">14682 6953 4376 0,'0'0'6544'0,"0"0"-5119"16,0 0-541-16,0 0 132 0,15-69 548 15,-7 55-212-15,1 3-148 16,2 4-432-16,6-3-292 0,2 3-148 0,5 1-88 0,-4 3-36 16,5 3-200-16,-6 0 0 0,1 0 88 15,-4 6-96-15,0 0-60 16,-4 4 60-16,-9 3 12 15,6 3-4-15,-9 6 64 0,0 1-20 0,0 2 56 16,-9 3-60-16,-2-3 64 0,-6 4-104 0,-2 1 28 0,-1-5-36 16,1-3-72-16,-6 0-100 15,1-3 36-15,0-3-68 0,5-7-80 0,-1 1-120 16,3-7-172-16,2 0-88 16,2 0-104-16,6 0-412 0,-1-3-1016 15,0 0-2353-15,8 0-3039 0</inkml:trace>
  <inkml:trace contextRef="#ctx0" brushRef="#br0" timeOffset="56455.149">15515 8032 7476 0,'0'0'2760'15,"0"0"-1111"-15,0 0-653 0,0 0-320 16,0 0 200-16,0 0 172 0,0 0-104 0,0 0-144 16,0 0 80-16,103 0-216 0,-64-6-184 15,6 4-148-15,-6-9-88 16,-3 5-48-16,0-7-96 0,-3 1-40 15,2-7-60-15,-3-1-172 0,-4-5-500 0,0 0-328 16,-5 3-348-16,-6 3-1120 16,-6-7-3753-16</inkml:trace>
  <inkml:trace contextRef="#ctx0" brushRef="#br0" timeOffset="56681.804">15801 7645 4212 0,'0'0'9669'0,"0"0"-8201"0,0 0-868 0,0 0-80 16,0 0 176-16,0 0 456 0,-4 80-288 15,8-52-388-15,4 7-216 0,1 1-52 0,-6 4-112 16,-3 4-96-16,0 4 12 0,0 0-12 16,0 2-184-16,-3-3-208 0,-2 2-148 15,1-5-100-15,4 0-100 0,0 1-216 16,0 0-340-16,0-7-1252 0,0-3-2857 15,0-10-1983-15</inkml:trace>
  <inkml:trace contextRef="#ctx0" brushRef="#br0" timeOffset="57402.064">17120 7169 2984 0,'0'0'312'0,"0"0"-312"15,0 0 5540-15,0 0-3856 16,0 0 101-16,0 0-405 0,0 0-164 15,0 0-108-15,0 0-256 0,0 0-168 16,0 0-176-16,-76-13-124 0,61 29-52 16,-2 6 0-16,6 3-36 0,-6 5 0 0,6-2-40 15,3 6-24-15,-5 2-36 0,6 2-16 16,-1 1-44-16,0 1-40 0,-1 4-8 16,6 1-28-16,3 6-60 0,0-1 0 0,0 7 4 15,0 4 8-15,0 3 0 0,3-1 0 16,2 4-4-16,3-4 44 15,-4 1-52-15,4-4 0 0,-1 0-4 0,6-2 4 16,-5-1-8-16,8-6 8 0,-4-1-4 16,4-5 4-16,-1-4-60 0,6-3-24 15,-2-3-16-15,1-6-120 0,4-3-72 16,-4-5-100-16,4-2-120 0,0-9-80 0,-4 0-72 16,8-7-180-16,-1-3-356 0,1-10-756 15,-8 1-1048-15,12-14-3749 16</inkml:trace>
  <inkml:trace contextRef="#ctx0" brushRef="#br0" timeOffset="58179.922">17579 7035 5184 0,'0'0'5452'15,"0"0"-3871"-15,0 0-649 0,0 0-168 0,0 0 328 16,0 0 256-16,0 0 32 0,19 68-268 16,-11-30-400-16,-4 3-212 15,0 3-84-15,0 1-76 0,-4-1-56 0,0 4-116 0,0-4-96 16,0-2-72-16,0-5-4 0,0-5-140 16,0-9-112-16,0-8 84 0,0-2-8 15,0-10-176-15,0 0-144 0,0 0-104 16,0-3-196-16,0 0-600 0,0 0-1064 15,0-9-1769-15,0 3-2147 0</inkml:trace>
  <inkml:trace contextRef="#ctx0" brushRef="#br0" timeOffset="58448.599">17543 7080 548 0,'0'0'4988'0,"0"0"-128"0,0 0-3235 16,0 0-297-16,0 0 84 0,47-63-232 15,-27 53-312-15,4 3-208 0,0 1-140 0,0 0-136 16,4 0-88-16,-4 2 12 0,-5 4-112 16,1 0 24-16,-3 0-48 0,-2 0-100 0,-2 4-8 15,-5 2-64-15,-1 0-64 16,1 7 56-16,-4-1-76 0,-4 4 84 16,0 8 40-16,-4 1 52 0,-8 2-92 0,1 9-144 15,-9-1-80-15,3 0-168 0,-2 2-88 16,-5 1-164-16,0 4-200 0,-1-4-260 15,6 0-372-15,-1-3-496 0,4-9-809 16,-4 11-2679-16</inkml:trace>
  <inkml:trace contextRef="#ctx0" brushRef="#br0" timeOffset="58785.67">17968 8136 11657 0,'0'0'3224'0,"0"0"-2256"16,0 0-616-16,0 0 240 0,13 74 500 0,-9-48 180 15,0 6-428-15,-4-3-464 16,3 2-136-16,1 1-136 0,0-1 4 0,1 2-56 16,-1 0-56-16,0-3-48 0,0-2-40 15,-4-5-204-15,3-5 0 0,-3-5-16 0,0-7 52 16,0-2-136-16,0-4-124 16,0 0-152-16,0-10-324 0,0-6-700 15,4-9-1088-15,-4-4-2545 0,4 1-1895 16,1-23 7204-16</inkml:trace>
  <inkml:trace contextRef="#ctx0" brushRef="#br0" timeOffset="59085.041">18407 7204 8536 0,'0'0'6197'16,"0"0"-5165"-16,0 0-548 0,0 0 188 15,79-4 444-15,-54 11-80 0,3 5-152 16,-4 4-384-16,0 3-232 0,3 4-84 16,-3 3-40-16,0 5-56 0,0 4-28 15,-5 3-56-15,-2 4-4 0,-6 1-96 16,-2 1 8-16,-5 5-80 16,-4-2-4-16,-4-1 36 0,-5-2-68 0,2 0-4 15,-5-3 48-15,0-3-36 0,-4 0 60 0,0-3 16 16,-4 0-128-16,0-3-84 0,0-7-148 15,1 1-272-15,-2-8-444 16,-3-1-692-16,0-5-764 0,5-2-3177 16,-22-4-71-16</inkml:trace>
  <inkml:trace contextRef="#ctx0" brushRef="#br0" timeOffset="60718.486">19343 7004 8200 0,'0'0'1764'0,"0"0"-331"15,0 0-561-15,0 0 24 0,0 0 476 16,0 0-164-16,0 0-52 0,88-10-324 16,-76 33-200-16,4 2-140 0,-4 7 0 0,-5 9-136 15,-7 7-28-15,0 6-20 0,-4 3-40 16,-7 0-88-16,-6 6-20 0,-6-3-152 16,-1 1-8-16,0-1 0 0,0-9 44 0,-4-6-32 15,5-8 76-15,-1-9-28 16,3-4-12-16,6-12-48 0,2-6-84 15,2-2-88-15,7-4-60 0,-4-10-60 16,3-2-64-16,2-7 40 0,3-4 120 16,0-6 36-16,0 1-12 15,0-4-48-15,8 4 48 0,0 2 12 0,4 7 152 16,4 6 8-16,-4 4 36 0,4 6 172 0,-1 3 76 0,6 3 60 16,-2 6-64-16,1 4-36 15,4 3-24-15,0 0-120 0,-4 6 32 16,4-3-32-16,0 1-16 0,4-1-36 0,-4 2-48 15,-1-2-256-15,5 4-356 16,0-4-120-16,4 0 228 0,0-3-212 16,0-4-416-16,3-2-1132 0,-3-7-2629 0,-8 0-4746 15</inkml:trace>
  <inkml:trace contextRef="#ctx0" brushRef="#br0" timeOffset="62300.014">20275 8391 5016 0,'0'0'2912'15,"0"0"-128"-15,0 0-1319 0,0 0-313 0,0 0-60 16,0 0-156-16,0 0 72 16,-7-94-24-16,14 52-292 0,6-6-220 15,-5-3-300-15,3-4 0 0,-2-3-76 16,-1-7 28-16,-5-2-100 0,5 1-24 0,-8-4 0 16,4 1-72-16,-4 1-64 0,0 5-24 15,5 3-88-15,-1 9 200 0,-4 4 48 0,4 5 0 16,-1 3-72-1,-3 9 72-15,8 4 4 0,-4 7 80 0,0 3 52 16,1 3 12-16,-1 5-36 0,-1 3-112 0,-3 5-76 16,0 0-84-16,0 0 36 0,0 10 124 15,0 3 0-15,0-1 188 16,0 5-4-16,-3-2-48 0,3 2-76 0,-4-9-60 16,4-2-12-16,0 1-76 0,4-3-32 15,3 2 44-15,5-4 28 0,0 3-40 16,0 1-132-16,4 0-4 0,4 4 116 0,-4-1 92 15,-1 4 16-15,-2-4 0 16,-1 4 0-16,-5 4 64 0,2-5 144 16,-9 1 16-16,0-5 8 0,0 6-44 0,0-3-44 15,-9 3-8-15,-2-2-48 0,-1 4-88 16,-4-4-44-16,4-1-76 0,-4-5-200 16,0-3-112-16,4-3-160 0,0 0-56 15,1-3-212-15,-2-9-224 0,-2-5-508 16,6-4-572-16,-3-8-2305 0,9 7-1643 15,-10-20 5628-15</inkml:trace>
  <inkml:trace contextRef="#ctx0" brushRef="#br0" timeOffset="62596.079">20678 6484 9068 0,'0'0'5729'0,"0"0"-4557"0,0 0-196 16,0 0 44-16,56 72 372 0,-49-43-120 15,2 3-204-15,-9 3-483 0,4-1-293 16,-4 2-136-16,0-5-84 0,0 4-4 16,-4-6-68-16,-5 2-120 0,5-2-232 0,-3 0-72 15,3-4-85-15,-4-3-15 16,4-6 84-16,4-7 100 0,0-2 8 15,-5-4-72-15,5-3-160 0,0 0-312 0,0-3-452 16,0-4-360-16,0-2-332 0,0-7-625 16,0-3-1367-16,5-4 740 15,3-4 1084-15</inkml:trace>
  <inkml:trace contextRef="#ctx0" brushRef="#br0" timeOffset="62803.236">20754 6610 2308 0,'0'0'796'0,"0"0"4488"0,0 0-3112 15,0 0-663-15,0 0-345 0,28-69-160 16,-17 59-44-16,2 3-44 0,-1 5-200 15,3-3-216-15,1 5-68 0,-4 0-24 0,4 0 12 16,-4 7-64-16,1 3-84 16,-6-3-136-16,-3 5-64 0,-4 1-24 15,0 2-40-15,0 4 80 0,-11 0-88 0,-2 4-4 16,-2-4-180-16,-2 4-76 16,2-8-72-16,-6 1-124 0,10-3-160 0,-6 0-116 15,10-7-184-15,-1-3-344 0,-1 0-468 16,5-3-837-16,1 0-2219 0,-1 0-332 15,0-10 4636-15</inkml:trace>
  <inkml:trace contextRef="#ctx0" brushRef="#br0" timeOffset="62980.652">21009 6709 4940 0,'0'0'8893'0,"0"0"-7549"0,0 0-568 0,0 0 604 15,0 0 76-15,0 0-240 0,87 13-372 0,-66-18-528 16,2-1-236-16,1-2-80 16,0 1-412-16,4-3-408 0,0 1-148 15,0-4-552-15,-5 8-1592 0,5-9-4841 0</inkml:trace>
  <inkml:trace contextRef="#ctx0" brushRef="#br0" timeOffset="63186.458">21483 6413 9004 0,'0'0'5645'0,"0"0"-4937"0,0 0-280 15,0 0 412-15,0 0 452 0,0 0 64 16,0 0-376-16,12 90-492 0,-8-59-120 16,0 4-28-16,-1 6-88 0,-3 1-152 15,4-2-100-15,-4 2-80 0,0 2-212 16,0-5-232-16,0 3-136 0,0-9-208 0,0-1-240 15,5-3-904-15,-1-10-2512 16,4 0-3589-16</inkml:trace>
  <inkml:trace contextRef="#ctx0" brushRef="#br0" timeOffset="64770.832">21957 7449 3160 0,'0'0'2644'16,"0"0"3357"-16,0 0-4705 0,0 0-560 15,0 0 76-15,0 0 248 0,0 0 80 0,0 0 16 16,0 0-256-16,96 8-236 16,-68-4-176-16,3-4-120 0,-3 0-100 15,0 0-84-15,4-4-100 0,-4-1-80 0,0-9-4 16,4 0-172-16,0-3-300 0,-4-2-264 16,0-3-320-16,-5-1-280 0,-3 2-912 15,-8 7-1973-15,-3-5-2019 0</inkml:trace>
  <inkml:trace contextRef="#ctx0" brushRef="#br0" timeOffset="64984.185">22260 7185 3752 0,'0'0'716'0,"0"0"3836"0,0 0-3336 0,0 0-31 16,0 0 111-16,-48 67 16 0,44-42-24 15,4 4-216-15,0 6-324 0,0-1-104 16,0 4-124-16,0 1-224 0,0-2-208 15,0 5-88-15,0-4-56 0,-8 0-312 16,8-2-364-16,-4-5-152 0,4-2-396 0,0-4-632 16,4-10-1129-16,4 2-2899 15,8-11 1469-15</inkml:trace>
  <inkml:trace contextRef="#ctx0" brushRef="#br0" timeOffset="65814.269">23527 6680 9048 0,'0'0'1008'16,"0"0"-760"-16,0 0 409 0,0 0 579 16,-80 35 308-16,68-19-112 0,-4 6-336 15,4 3-348-15,-3 7-216 0,2 3 28 16,6 6 32-16,-6 7-88 0,1 3-40 15,1 2-72-15,-2 8-60 0,-2 6-4 0,-2 2-96 16,-2 11-24-16,-1 5-28 0,4 7-68 16,-4 1-64-16,4-4 12 15,4 0-56-15,5-7 4 0,7-5-8 0,0-8 0 16,15-9-32-16,5-5 32 0,12-11 0 16,0-6-64-16,7-7 56 0,1-12-64 0,4-6-220 15,0-9-100-15,4-4-156 16,-1-6-152-16,-2-11-160 0,-6 2-252 15,1-8-840-15,-3 1-1224 0,-14 3-2949 16,5-9-114-16</inkml:trace>
  <inkml:trace contextRef="#ctx0" brushRef="#br0" timeOffset="66106.607">24053 6848 12029 0,'0'0'2828'0,"0"0"-2124"16,0 0-652-16,0 0 248 0,0 0 880 16,24 69 256-16,-20-23-440 0,0 4-496 15,-1 11-168-15,1 6-64 0,0-1-36 0,-4-2-88 16,0-1 16-16,0-3-108 0,0-5-52 15,-4-8-184-15,0-9-252 16,1-12-68-16,-1-8 52 0,4-11-36 0,0-7-192 16,0 0-308-16,0-16-600 15,0-3-712-15,0 3-1705 0,4-26-1895 0</inkml:trace>
  <inkml:trace contextRef="#ctx0" brushRef="#br0" timeOffset="66317.835">24005 6736 4136 0,'0'0'6380'0,"0"0"-3647"16,0 0-1565-16,0 0-736 16,0 0 284-16,0 0 764 0,0 0-288 15,83-52-296-15,-55 48-356 0,0 1-196 0,0 3-64 16,-3 0-84-16,-6 3-48 0,1 3-64 16,-4 4-84-16,0-1 0 0,-8 8-144 15,-4-3-28-15,-4 9-72 0,0 3-52 16,-12 6-144-16,-8 3-76 15,-3 5-184-15,-9 2-168 0,0 2-672 0,-1 4-1028 16,10-13-1897-16,-13 19-1839 0</inkml:trace>
  <inkml:trace contextRef="#ctx0" brushRef="#br0" timeOffset="66685.043">24252 7922 7504 0,'0'0'6833'0,"0"0"-5973"16,0 0-420-16,0 0 152 0,83-26-116 16,-62 19 84-16,-6 1-52 0,-2 3-260 15,-2 3-172-15,-3 0-64 0,-3 6 36 16,-5 7 64-16,0 3 172 0,-13 10 172 15,-2 2-76-15,-9 7-208 0,0 4-24 16,-4-2-100-16,4-2 112 0,0 3-16 0,0-6-68 16,8 0 20-16,4-6 4 0,8-5-52 15,1-2 12-15,3-5 24 16,7-5 4-16,9-3 8 0,4-3-24 0,4-3 76 16,4 0 48-16,4-7-104 0,-4-4-92 15,4 1-108-15,-4-3-124 0,-5 0-100 16,1 1-156-16,0-1-172 0,-4 1-236 0,-4-5-468 15,0 4-1464-15,-4-6-4533 0</inkml:trace>
  <inkml:trace contextRef="#ctx0" brushRef="#br0" timeOffset="67050.554">24913 6788 13269 0,'0'0'2768'0,"0"0"-1812"0,0 0-572 0,88 92 176 15,-60-55 500-15,0 5 68 0,0-1-164 16,-1 4-468-16,5 6-191 15,-4 0-49-15,0-1-76 0,-4 5-84 0,-4-1 28 16,-4 3-120-16,-4-3 0 0,-4 0 4 16,-8-1-8-16,0 1-96 0,0-3-52 15,-8 0-56-15,-8-3-89 0,1-1-71 16,-6 2 0-16,-3-5-76 0,-8-1-36 16,-3 2-148-16,-1 0-64 0,-5-3-212 0,2-9-156 15,-1-1-148-15,5-9-84 16,3-7-520-16,4-7-1437 0,7-5-3511 15,-7-8 4580-15</inkml:trace>
  <inkml:trace contextRef="#ctx0" brushRef="#br0" timeOffset="67997.885">25898 6766 3548 0,'0'0'7381'16,"0"0"-6045"-16,0 0-620 0,0 0 88 15,0 0 348-15,0 0-148 0,91 6 40 16,-70 13-224-16,-2 7-216 0,5 9-88 0,-9 2-48 16,2 8 8-16,-6 6 16 0,-2 2-56 15,-5 5-140-15,0-1-104 0,-4 0 16 0,-4 4-28 16,-5-4-80-16,-6 3-15 16,-2-3-85-16,-2-3-8 0,-9 0-5 15,4-10-107-15,0-3 44 0,1-8 32 0,2-8 44 16,1-6 12-16,1-6 0 15,-1-7-12-15,3-4-52 0,-2-2 44 16,3-5-76-16,4-8-76 0,0-6-84 0,0-2 16 16,4-8 44-16,4-3-24 0,0 0-12 15,4-3 0-15,0 3 0 16,0 6 36-16,8 5 88 0,0 2 88 0,4 5-4 16,0 5-52-16,0 4 16 0,8-2 48 15,0 7 176-15,3 0-16 0,5 2-16 16,0 5-80-16,4 5-52 0,4 2 84 0,0 1 0 15,4 4-96-15,-4-2-12 0,3 2-136 0,-3 0-36 16,1 0-84-16,-2-1-272 0,1 1-104 16,-4 1-272-16,4-1-636 15,-9-3-580-15,-2 0-957 0,-5-4-2683 16,3 1 1292-16</inkml:trace>
  <inkml:trace contextRef="#ctx0" brushRef="#br0" timeOffset="68965.125">26025 6226 3572 0,'0'0'5160'0,"0"0"-2123"0,0 0-1845 16,0 0-380-16,0 0 732 0,120 0 116 0,-77 0-396 15,1-4-416-15,-8 1-332 16,0 3-236-16,-8-3-120 0,-8 3 24 0,-1 0-96 15,-6 3-88-15,-5 0-68 0,-5 4-28 16,-3 3-28-16,0 5 112 16,-3 1 0-16,-9 6 4 0,-4 3 8 15,-5 1-124-15,2 0-44 0,-5-1 44 16,8-2 12-16,0-8 112 0,5-2 72 0,2-4 0 16,5-4-24-16,4-3-44 0,0-2 4 0,0 0 8 15,4 3 32-15,8 0 60 0,0 0 40 16,8 4 60-16,0-4-84 0,4-3-64 15,4 4-52-15,0-4-8 0,3 0-344 16,5 0-376-16,0 0-352 0,4 0-404 16,-8 0-1220-16,16 0-4065 0</inkml:trace>
  <inkml:trace contextRef="#ctx0" brushRef="#br0" timeOffset="69750.862">27033 6924 4060 0,'0'0'832'0,"0"0"4808"0,0 0-4211 16,0 0-585-16,0 0 112 0,0 0 464 15,0 0-200-15,0 0-224 0,0 0-288 16,0 0-192-16,12 67-48 0,-8-41-60 15,-4-5-20-15,4 2-92 0,0 2-52 0,0-5-36 16,0 2-12-16,0-3-76 0,0 0-48 16,0-7 16-16,0 1-4 0,-4-7 48 15,3 1 4-15,2-4-16 0,-5-3-36 16,4 3-20-16,-4-3-52 0,0 0 0 16,0 0 32-16,0 0-44 0,0 0-72 0,0 0-52 15,0 0-32-15,0-3-4 0,0 0 16 16,0-1 44-16,0 1 16 0,0-3-24 15,0 0-52-15,0-1-36 0,0-2-48 16,0-1-72-16,-4 1-52 16,4 0-76-16,-5-1-84 0,2 1-52 0,-1-2-28 15,0 6-348-15,0-2-760 0,0 0-1036 16,0 4-2681-16,-4 0-1114 0</inkml:trace>
  <inkml:trace contextRef="#ctx0" brushRef="#br0" timeOffset="70484.393">27001 8468 2760 0,'0'0'276'0,"0"0"-276"0,0 0 4148 0,0 0-2888 16,0 0-172-16,0 0 12 0,0 0-71 15,0 0-29-15,0 0-32 16,0 0-156-16,0-30-28 0,4 2-56 0,0-7-208 16,0-2-120-16,4-8-64 0,-3-3-28 15,-2-6-8-15,1-3-140 16,0-3-112-16,0-1-36 0,0 1 40 0,-4 0-48 15,4-4-4-15,-4 4 0 0,4-1 4 16,-4 2-4-16,4-5 8 0,0 3 0 16,0-2-8-16,0-4-4 0,0 4-84 0,0-1 80 15,0 1-52-15,-1 0-28 0,2-1 0 16,-5 6 76-16,8 2-60 0,-4 4-4 16,0 11 28-16,0 6 44 0,3 7 0 15,-2 9-12-15,3 3 16 0,0 7 52 16,-1-1 36-16,2 4-4 0,-1 0-8 15,-1-1 12-15,1 4-28 0,1 3-60 16,-5 0-44-16,-1 5 32 0,1 6 12 0,-4 5 80 16,0 6 8-16,0 0-88 15,-4 6 0-15,-7 1 0 0,2-1-144 0,-2 4-32 16,-1 0-60-16,3 0 88 0,2-7-12 16,3-3 84-16,4-5 76 0,0-2-96 15,4-5 96-15,7-1 188 0,6-3-40 16,-6 1-36-16,9 0 24 0,-4-2-24 0,4 1 0 15,-3 1 72-15,-2 0 16 16,5-4-28-16,-4 4-84 0,-4-1 48 0,4 0 48 16,-4 0-48-16,-4 4-88 0,4 3-48 15,-9 2 0-15,2 1 8 0,-1 3 128 16,-4 3-132-16,0-2 4 0,-4 5 112 16,-4-2-44-16,-8-2 60 0,4-1 72 0,0 2 108 15,-4-3-48-15,0-4-48 0,5 2-12 16,-6-4-36-16,2-5-40 15,-2 2 40-15,1-3-64 0,0-1-108 0,-4 0-68 16,-3-3-236-16,-1 0-244 0,0-3-64 16,4 0-64-16,0 0-196 0,4-6-508 0,0 0-1312 15,0-3-2253-15,8-1-2935 16,-8-2 6612-16</inkml:trace>
  <inkml:trace contextRef="#ctx0" brushRef="#br0" timeOffset="70902.007">27690 5985 4424 0,'0'0'7817'15,"0"0"-6145"-15,0 0-668 0,0 0 520 16,0 0 276-16,0 0-192 15,40 76-360-15,-28-32-459 0,-4 10-281 0,-4 6-48 16,-4 7 84-16,0-3-72 16,-4 3-276-16,-4-4-192 0,1 0-4 0,-6-6-112 15,2-3-56-15,3-3-220 0,-1-13-20 0,1-9 44 16,8-7 72-16,0-12-12 0,0-7-145 16,0-3-279-16,0 0-556 0,0-3-740 15,0-7-1164-15,0-9-2869 0</inkml:trace>
  <inkml:trace contextRef="#ctx0" brushRef="#br0" timeOffset="71111.98">27774 6136 6656 0,'0'0'2516'0,"0"0"29"16,28-72-1277-16,-12 56-300 0,0-3 272 0,0 10 144 16,4-1-276-16,-5 10-356 0,6 0-248 15,-1 10-96-15,-1 2-104 0,-3 7-72 16,-4 7-96-16,-8 2-24 0,-4 3 20 15,0 8-92-15,-16 2-40 0,-4 0 0 16,-4 0-108-16,-8 1-212 0,5-7-96 0,-5 0-36 16,4-6-68-16,0-4-132 0,4-3-432 15,4-5-976-15,5-5-2617 16,-2-5-5039-16</inkml:trace>
  <inkml:trace contextRef="#ctx0" brushRef="#br0" timeOffset="71283.363">28117 6505 6400 0,'0'0'8221'0,"0"0"-5945"15,0 0-1356-15,0 0 16 0,0 0 208 16,0 0-412-16,84-19-380 0,-61 6-352 0,1 1-120 16,4-4-468-16,-4 0-416 15,4 0-660-15,-9 3-3028 0,9-6-5741 16</inkml:trace>
  <inkml:trace contextRef="#ctx0" brushRef="#br0" timeOffset="71558.88">28619 6188 5288 0,'0'0'11573'0,"0"0"-9885"0,0 0-1100 15,0 0 76-15,95-29 400 0,-67 23-240 0,0 3-191 16,4 3-329-16,-4 0-196 0,0 9-108 15,-4 1-68-15,0 6-52 0,-12 6-28 16,-5 0 4-16,-3 10-112 0,-8 3 51 16,-11 3 145-16,-5 6-4 0,-4 0 52 15,-4-2-24-15,4 3 36 0,4-11 112 16,9-2 57-16,6-10 27 0,5-2-52 16,8-8-96-16,12-2 12 0,8-7 52 0,4 0-76 15,3-3-36-15,6-3-268 16,2-4-169-16,-3 1-183 0,0-4-172 0,4 1-348 15,-16 3-824-15,16-4-3484 0</inkml:trace>
  <inkml:trace contextRef="#ctx0" brushRef="#br0" timeOffset="72602.505">16602 9712 13033 0,'0'0'2320'0,"0"0"-988"15,0 0-1144-15,0 0 36 0,0 0 556 0,84 0 528 16,-48 6-268-16,-1 1-308 0,5-1-320 15,-3-3-192-15,-2-3-84 16,-3 0-64-16,4 0-68 0,-4-3-4 0,0-10-268 0,-4-6-292 16,3-4-184-16,-3-2-348 15,0-2-460-15,-12 4-2400 0,0-9-3393 0</inkml:trace>
  <inkml:trace contextRef="#ctx0" brushRef="#br0" timeOffset="72804.753">17060 9413 12805 0,'0'0'2652'0,"0"0"-1408"16,0 0-720-16,0 80 72 0,8-45 364 15,0 3 208-15,4 0-192 16,0 4-416-16,0-1-220 0,0 3-107 16,0-3-77-16,0 4-84 0,0-7-72 0,0 0-36 15,0-6-304-15,3 0-245 16,2-10-131-16,-1-2-140 0,3-8-212 0,2-6-892 15,-2-3-2800-15,9-6-4797 0</inkml:trace>
  <inkml:trace contextRef="#ctx0" brushRef="#br0" timeOffset="72972.495">18097 9722 8352 0,'0'0'8845'0,"0"0"-7117"0,0 0-1076 15,75-10-396-15,-47 4-180 0,0-4-32 16,-8 1-44-16,3 3-504 16,1-4-392-16,1-4-180 0,-6 8-876 0,14-6-3581 15</inkml:trace>
  <inkml:trace contextRef="#ctx0" brushRef="#br0" timeOffset="73130.945">19012 9636 14381 0,'0'0'2688'0,"0"0"-1940"0,0 0-748 0,0 0-248 15,0 0-164-15,84-19 264 0,-67 12-452 16,2-2-1048-16,-3 7-1604 0,8-9-5125 16</inkml:trace>
  <inkml:trace contextRef="#ctx0" brushRef="#br0" timeOffset="73244.047">19642 9613 10256 0,'0'0'6345'0,"0"0"-5509"0,0 0-416 16,0 0-148-16,88 4 12 0,-76-4 256 15,4-4 112-15,-4-2-652 0,8 0-320 0,-5-3-528 16,2-1-364-16,-2 3-1352 0,6-2-4229 16</inkml:trace>
  <inkml:trace contextRef="#ctx0" brushRef="#br0" timeOffset="74279.315">22483 9062 4956 0,'0'0'5120'0,"0"0"-2419"16,0 0-1645-16,0 0-852 0,0 0-52 15,0 0 420-15,0 0 760 0,0 0-228 0,0 0-484 16,0 0-336-16,0 0-212 0,-12-33-60 15,16 30 100-15,0 3 24 16,-4 0-24-16,4-2-40 0,-4 2-60 0,0 0 40 16,0 0 32-16,0 0 76 0,0 0 36 15,0 0 64-15,0 0 108 0,0 0 120 16,0 0-72-16,0 0-100 0,0 0-84 16,0 0-88-16,0 0-32 0,0 0-40 0,0 0-24 15,0 0 0-15,0 0-48 16,0 0 0-16,0 0-72 0,0 0 24 15,0 0-12-15,0 0 0 0,0 0-16 0,0 2 64 16,0-2 0-16,0 0 12 16,0 0 0-16,0 0 72 0,0 0 16 0,0 0-28 15,0 0-56-15,0 0-4 0,0 0 0 16,0 0 0-16,0 0-4 0,0 0 0 0,0 0 0 16,0 0 4-16,0 0 0 0,0 0 4 15,0 0 8-15,0 0 60 16,0 0-12-16,0 0 4 0,0 0-16 0,0 0-36 15,0 0 48-15,0 0-56 0,0 0 0 16,0 0-4-16,0 0 0 0,0 0-8 0,0 0 0 16,0 0-4-16,0 0-36 15,0 0 36-15,0 0 4 0,0 0-44 16,0 0 44-16,0 0-52 0,0 0-12 0,0 0-184 16,0 0-340-16,0 0-356 0,0 0-352 15,0 0-868-15,0 0-2380 0,-8 0-3013 16,16 0 3413-16</inkml:trace>
  <inkml:trace contextRef="#ctx0" brushRef="#br0" timeOffset="74584.756">21849 9620 1772 0,'0'0'10945'0,"0"0"-9037"0,0 0-1228 16,0 0-252-16,0 0 664 0,0 0 200 15,92-13-48-15,-56 5-472 0,8-6-384 16,4 1-156-16,7 1 72 0,5-1 100 16,3 0 241-16,1-3-357 0,1 1-200 15,-6-1-88-15,-3 0-4 16,-8-4-108-16,-5 8-128 0,-2-1-101 0,-14 0-171 0,1 1-96 15,-8 3-136-15,-8-1-240 16,0 0-548-16,-12 7-1076 0,0-3-2037 16,-7 3-3535-16</inkml:trace>
  <inkml:trace contextRef="#ctx0" brushRef="#br0" timeOffset="74868.704">22503 9083 10969 0,'0'0'1684'0,"0"0"-856"15,0 0 12-15,0 0 548 0,0 0 128 0,4 70-204 16,0-51-464-16,0 6-308 0,-4 2-100 16,4 4 48-16,-1 4 120 0,-3 6-171 15,0 3-181-15,0 7-160 0,0-1 12 16,0 2-104-16,0 5 8 0,0-3-12 0,-3 3-88 15,3 0-32-15,0 1-100 0,0-7-133 16,0-4-131-16,7-6 44 16,2-6 0-16,-1-9-96 0,7-5-176 0,2-7-400 15,3-5-444-15,-1-7-1008 0,5-2-1661 16,-3-6-2391-16,7-16 5052 0</inkml:trace>
  <inkml:trace contextRef="#ctx0" brushRef="#br0" timeOffset="80798.306">24180 9093 7264 0,'0'0'7353'0,"0"0"-6033"0,0 0-928 16,0 0 184-16,-75 73 640 0,55-45-156 15,-1 2-116-15,2 3-252 0,-1 3-68 0,8-1-15 16,-4 6-77-16,8 3-192 0,0 0 8 15,0 11 4-15,0-1-112 0,0 4-104 16,4 5-124-16,-3 7 36 0,2 2-48 16,1 8-8-16,0 5-52 0,4 4 48 0,0 4 4 15,8-1-40 1,8 3 0-16,5-3-36 0,6-6-12 0,4-3-72 16,6-7-268-16,-1-10-48 0,3-8 12 0,1-8-17 15,4-6-131-15,-4-9-160 16,-1-6-320-16,2-4-744 0,-13-8-2228 15,4-4-2637-15</inkml:trace>
  <inkml:trace contextRef="#ctx0" brushRef="#br0" timeOffset="81156.272">24957 8766 4760 0,'0'0'8557'0,"0"0"-7313"16,0 0-488-16,0 0 380 0,12 79 516 0,-12-48-336 15,4 8-360-15,-4 2-444 0,0 4-244 16,4 5-148-16,-4-2-8 0,0 0-104 16,-4-1-8-16,0-3-8 0,-3-2-116 15,2-4-216-15,-3-6-100 0,0-7-36 0,5-8-64 16,-6-8-24-16,1-6-100 0,0-3-228 16,-3-5-648-16,2-15-1004 0,-2-6-721 15,3 7-1323-15,-1-25 144 0</inkml:trace>
  <inkml:trace contextRef="#ctx0" brushRef="#br0" timeOffset="81383.872">24893 8880 9020 0,'0'0'2145'0,"0"0"-633"0,0 0-300 15,0 0-24-15,0 0-180 0,84-73-156 16,-60 63-132-16,4 4-28 0,0 3-36 0,0 3-8 16,-5 0-144-16,5 3-236 0,-4 7-120 15,-8 2 8-15,4 1-72 16,-7 4-68-16,-6-3-16 0,-3 5 132 0,-4 4-36 0,0-1-88 15,-4 4-8-15,-12 2-4 16,1-2-164-16,-6-1-16 0,-7 0 64 16,4 0-124-16,-8-5 36 0,1 0-52 0,-1-2-32 15,-4-2-212-15,-4 0-172 16,5 0-316-16,-6-4-748 0,13-2-1136 0,-15-4-3517 16</inkml:trace>
  <inkml:trace contextRef="#ctx0" brushRef="#br0" timeOffset="82125.7">24778 10255 6644 0,'0'0'4128'0,"0"0"-1971"0,0 0-441 16,0 0-320-16,0 0-80 0,8 82-240 15,-8-40-204-15,4 8-220 0,-4 4-140 16,0 7-36-16,0-1-148 0,0 4-180 15,-4-4-148-15,4-3-12 0,-4-6-40 0,4-6-80 16,0-14-64-16,0-9 52 16,0-9-88-16,0-10-172 0,4 0-156 0,0-3-92 15,0-6-200-15,4-7-236 0,0-9-416 16,0-7-724-16,-4-8-649 0,3 9-1967 16,1-21-252-16</inkml:trace>
  <inkml:trace contextRef="#ctx0" brushRef="#br0" timeOffset="82333.389">24850 10300 7468 0,'0'0'2332'16,"0"0"-643"-16,0 0-393 0,0 0 128 0,0 0-8 16,0 0-212-16,0 0-284 0,0 0-216 15,95-51-184-15,-71 51-32 0,1 0-120 16,-2 2-124-16,-3 5-108 0,-8 3-64 16,0 3 16-16,-4 2-84 0,-8 1 152 15,0 9 4-15,-4 1-160 0,-12 3-36 16,0-1-196-16,-4 1-100 0,-4 3-120 15,1-7-136-15,-2 0-76 0,5-6-192 16,1-3-224-16,6-4-548 0,2-2-444 16,3-6-925-16,3-4-2887 0</inkml:trace>
  <inkml:trace contextRef="#ctx0" brushRef="#br0" timeOffset="82514.797">25228 10439 9972 0,'0'0'2189'0,"0"0"-617"0,0 0 536 0,0 0-344 16,0 0-740-16,0 0-568 15,0 0-332-15,0 0-124 0,92-28-160 16,-72 18-272-16,-1-3-208 0,1 4-316 16,1-1-500-16,-10 0-1244 0,6 1-3101 15</inkml:trace>
  <inkml:trace contextRef="#ctx0" brushRef="#br0" timeOffset="82695.984">25662 10159 12685 0,'0'0'2552'0,"0"0"-1316"16,0 0-92-16,0 0 140 0,-15 90-192 15,11-58-236-15,-1 5-540 0,5 2-220 0,0-2-96 16,0 5-120-16,9-4-52 0,-2 0-448 15,1 0-436-15,-4-3-532 16,5-7-1460-16,-5 8-3897 0</inkml:trace>
  <inkml:trace contextRef="#ctx0" brushRef="#br0" timeOffset="83835.3">26013 8969 940 0,'0'0'7856'15,"0"0"-6060"-15,0 0-291 16,0 0 155-16,0 0 24 0,0 0-240 16,0 0-416-16,0 0-296 0,0 0-120 0,55-13-108 15,-30 13-124-15,2 4-40 0,-2 5-60 16,3 4-96-16,0 2 12 0,-4 8-28 15,-1 2 64-15,-3 6-48 0,-4 9 9 0,0 1-33 16,-1 3-16-16,-2 6-48 0,-1 5-96 16,-4-1-4-16,-8 3 0 15,0 0-4-15,0 3-4 0,0 5 8 0,-8-2-44 16,-4 0-72-16,4 0-16 0,-8 4-145 16,0-4 17-16,0-2 32 0,1-1 48 0,-6-6-36 15,10-7-36-15,-6-2 12 16,6-4 24-16,-2-5-48 0,5-2-76 15,1-5-24-15,-2-4-148 0,1 1-16 16,4-8-224-16,-3-1-432 0,3-2-740 16,-5-5-780-16,5-3-2217 0</inkml:trace>
  <inkml:trace contextRef="#ctx0" brushRef="#br0" timeOffset="85348.097">27603 8845 872 0,'0'0'1020'15,"0"0"-772"-15,0 0-172 0,0 0-24 16,0 0 392-16,0 0 64 0,0 0-508 15,0 0 80-15,0 0-80 0,0 0 220 0,16-35 536 16,-12 32 3736-16,-4-3-2964 16,4-1-331-16,-4 4 59 0,0-6 312 0,0 2-396 15,4 1-76-15,-4-3-112 0,0 2-168 16,3 1-140-16,-3 3-48 0,0 0-8 16,0 3-44-16,0 0-140 0,0 0-120 0,0 0-120 15,0 0-51-15,0 6-57 0,4 7-4 16,1 6 84-16,3 9 64 15,-4 3-16-15,0 11 136 0,-4 3-88 0,0 2-92 16,0 1-64-16,-12 3-48 0,3 3-48 16,-6 0-12-16,-2 5-8 15,-6 2 8-15,-5 0 4 0,4-4-4 0,-8-3-8 0,4-3 0 16,4-10 8-16,-4-5 0 0,5-9-48 16,3-4-36-16,0-4-12 15,0-6-76-15,8-4 16 0,0-6-60 0,0 0-76 16,4-3-12-16,4 0 28 0,-4-3-41 15,4-7 13-15,4-2-148 0,-3-8 40 16,3-2 8-16,0-3 96 0,-5 0 64 16,5-4-48-16,0 4 120 15,0 3 36-15,0 2 60 0,0 8 28 0,8 3-108 16,-4 2 156-16,8 3 124 0,4 2 84 16,4 2 100-16,8 0-100 0,3 6-36 0,5 3-88 15,8 3 112-15,-4 5 24 16,8-1 12-16,0 3-108 0,-4 0 32 15,-1 0 4-15,2 0-100 0,-10 0-60 0,1 1-84 16,-4-1-172-16,0-5-308 0,-4 5-244 16,-4 1-460-16,-9-7-1632 0,9 3-3197 15</inkml:trace>
  <inkml:trace contextRef="#ctx0" brushRef="#br0" timeOffset="85867.893">27961 8071 3300 0,'0'0'5724'15,"0"0"-2847"-15,0 0-909 16,0 0-628-16,0 0-80 0,0 0 144 0,28 70-256 16,-24-33-252-16,4 11-312 0,-4 9-84 15,0 3-48-15,-4 4 193 0,0 0-173 16,0-1-220-16,0-6-216 0,0 1-36 15,0-8-72-15,0-8-84 0,0-8 0 16,0-5-28-16,0-9-144 16,0-8-85-16,5-3-99 15,-2-3-84-15,-3-6-284 0,4 0-424 0,-4 0-788 0,4-8-944 0,0-3-2197 16,0-11-2662-16</inkml:trace>
  <inkml:trace contextRef="#ctx0" brushRef="#br0" timeOffset="86099.082">28121 8191 9580 0,'0'0'2165'0,"0"0"-501"16,0 0-204-16,0 0 40 0,0 0-320 15,0 0-336-15,0 0-376 0,0 0-100 16,95-63 0-16,-71 69 84 0,0 7-232 16,-4 3-72-16,-4-1 0 0,-4 8-136 15,-8 0-12-15,0 2-4 0,-4 2-48 0,-12 9 4 16,0-5 36-16,-4-2-120 15,-3 0-200-15,2-6-84 0,6-4-76 0,-6-7-148 16,9-3-100-16,1-2-156 0,-2-4-208 16,5-1-424-16,-4-2-628 0,5 0-1945 15,3-5-3375-15</inkml:trace>
  <inkml:trace contextRef="#ctx0" brushRef="#br0" timeOffset="86280.969">28547 8372 9712 0,'0'0'3925'0,"0"0"-3097"0,0 0 40 0,0 0 892 15,0 0-16-15,0 0-640 16,0 0-700-16,0 0-328 0,0 0-76 16,96-19-356-16,-72 13-548 0,0-3-492 0,-5-1-980 15,5 0-2989-15</inkml:trace>
  <inkml:trace contextRef="#ctx0" brushRef="#br0" timeOffset="86483.33">28966 7997 8564 0,'0'0'4169'16,"0"0"-2729"-16,0 0-656 0,0 0 516 0,0 0 304 15,0 0-164-15,0 0-604 0,0 0-484 16,0 0 40-16,0 0 120 0,36 60 129 0,-25-24-253 15,-3 2-204-15,-4 6-76 0,1 0-108 16,-5 5-96-16,0-5-388 16,0 0-197-16,0 1-135 0,0-8-152 0,-5 1-396 15,5-6-992-15,0-6-2600 0,0 6-2225 16</inkml:trace>
  <inkml:trace contextRef="#ctx0" brushRef="#br0" timeOffset="87115.284">29423 10199 9580 0,'0'0'1873'0,"0"0"-989"16,0 0 264-16,0-90 400 0,-4 52-64 15,1-7-216-15,-1-6-416 0,-8-6-344 0,3-6-276 16,2-7-36-16,-1-6-196 15,0-7 0-15,3-3 0 0,5-3-4 16,0 1-192-16,5-4-172 0,7 3-52 16,-1-3 112-16,6 6-36 0,3 7 144 0,3 5-48 15,1 8 112-15,4 9 128 0,4 5 8 16,0 14 96-16,0 4 76 0,-4 9 28 16,4 6 56-16,-4 2 28 0,0 8 52 15,0 3-56-15,-9 6-92 0,-3 0-80 0,0 3 76 16,-11 9 112-16,-5 8-52 0,0 5-84 15,-17 7 108-15,-3 3-108 16,-3 3-28-16,-9 3-60 0,4-3 88 0,4-6-52 16,4-4 76-16,4-3-76 0,7-6-108 15,6 4-4-15,3-1 0 0,0-2-44 16,8-1-48-16,8 0 84 0,8-1-88 16,4-2 96-16,8 0 4 0,-5-2 60 15,5-6-60-15,-4 3-52 0,-4-2 52 16,-8 0-4-16,-4-2-56 0,-8 2 12 15,-8 1 48-15,0 2 68 0,-16 1 80 0,-4 3-16 16,-8 0-8-16,-8 0-52 16,0-3-72-16,-3-1-72 0,7-6-368 0,-4 1-364 15,8 0-236-15,0-7-180 0,8 0-944 0,1 0-2697 16,-2-4-4203-16</inkml:trace>
  <inkml:trace contextRef="#ctx0" brushRef="#br0" timeOffset="88637.93">13287 11382 4884 0,'0'0'392'0,"0"0"5092"0,0 0-3559 0,0 0-381 16,0 0-208-16,0 0-104 0,0 0 48 15,0 0-248-15,60 19-112 0,-32-12-284 0,3-1-236 16,1 3-108-16,5-2-84 0,2-4-60 0,-3 1-52 16,0-4-84-16,0 0-8 15,-1 0-4-15,-2-7-44 0,-1-5-188 0,0 2-228 16,-5-3-152-16,-3-4-184 0,0 3-196 16,0 0-644-16,-8 1-1372 0,-4-5-3237 15</inkml:trace>
  <inkml:trace contextRef="#ctx0" brushRef="#br0" timeOffset="88881.29">13657 11087 3764 0,'0'0'248'0,"0"0"4936"0,0 0-3247 0,0 0-397 0,0 0-352 15,0 0-112-15,0 0-160 16,0 0-96-16,0 0-76 0,-27 91-24 15,31-51-80-15,4 0 12 0,0 8-148 16,-1 3-76-16,-2 3-184 0,-1 0-152 16,0 0-92-16,-4-1-12 0,4-2-148 0,0-3-180 15,-1-7-224-15,6-9-124 0,-1-7-160 16,3-5-344-16,6-8-920 0,-6-2-2065 16,10-10-2519-16</inkml:trace>
  <inkml:trace contextRef="#ctx0" brushRef="#br0" timeOffset="89669.377">14841 12389 8280 0,'0'0'4601'0,"0"0"-3989"15,0 0-368-15,0 0 72 0,0 0 380 16,0 0 340-16,0 0-120 0,0 0-280 16,-84-99-352-16,73 52-196 0,-2-11-88 0,2-2-4 15,-1-7-68-15,-1-2 72 0,2-5 0 16,3 2-12-16,-1-4-100 0,2 2 12 16,3-1 4-16,4-2-16 0,0-2 24 15,0 2 4-15,8 4 84 0,4 7 0 16,0 9 0-16,3 9 0 0,5 7 148 15,-3 12 64-15,-2 6-52 0,5 14 104 0,-8 2-68 16,1 7-24-16,-6 0 76 0,1 14 108 16,-4 2 40-16,-4 5-52 0,0 8-148 15,-4 6-88-15,-8 3-48 16,0 0-48-16,0-3 36 0,1-3 20 0,6-7-68 16,1-6-48-16,4-6-40 0,0 0 16 0,4-4 0 15,8 0 24-15,4 2 32 16,4-5 12-16,8 3 4 0,-4-2 0 15,4 0-8-15,-5-2 8 0,2 5 4 0,-1 0 72 16,-9-5-68-16,1 9 100 0,-4-5 112 16,-8 4-156-16,-4-1-16 15,0 1 36-15,-4 3 4 0,-4 0-16 0,-7-4-24 16,-1 4-48-16,-9-7-132 0,6 2-64 0,-1-5-60 16,0-6-76-16,0 0-84 15,0 0-152-15,0-6-84 0,4-5-268 0,0-3-436 16,0-9-808-16,4 7-1869 0,-4-19-3343 15</inkml:trace>
  <inkml:trace contextRef="#ctx0" brushRef="#br0" timeOffset="89945.824">15176 10693 5412 0,'0'0'4360'0,"0"0"-1771"15,0 0-473-15,51 73-276 0,-38-38 64 0,-2 3-612 16,-7-1-304-16,0 9-256 16,-4-2-124-16,0 4-135 0,-4 0-241 0,-4-1-180 15,1-3-52-15,-1-5-160 0,-1-8-152 16,2-6-65-16,3-5-99 0,0-10-144 15,4-7-200-15,0-3-196 0,0 0-520 16,0-7-796-16,0 1-1857 0,0-14-2191 0</inkml:trace>
  <inkml:trace contextRef="#ctx0" brushRef="#br0" timeOffset="90164.072">15251 10737 9128 0,'0'0'2477'16,"0"0"-913"-16,0 0-548 0,36-69 196 15,-20 52-16-15,5-2-76 0,-6 7-108 16,9-1-300-16,0 5-136 0,-1 1-88 16,-2 3-184-16,-10 4-180 0,2 0-124 0,-9 4-56 15,-4 8 56-15,0 8 48 0,-4 2-48 16,-13 6-144-16,-6 4-208 0,-5 3-52 16,-4 0 0-16,-4-4-148 0,0 1-284 15,-7-3-432-15,-2 3-1172 0,13-14-2177 16,-27 14-4571-16</inkml:trace>
  <inkml:trace contextRef="#ctx0" brushRef="#br0" timeOffset="94333.779">17515 7067 1668 0,'0'0'1932'0,"0"0"-524"0,0 0-288 0,0 0-420 16,0 0-372-16,0 0 72 16,0 0 432-16,0 0 1004 0,0 0-763 15,0 7-317-15,0-7 76 0,0 0 12 16,0 0 32-16,0 0-56 16,4 0-68-16,-4 0-100 0,0 0-92 0,0 0-64 15,0 0-112-15,0 0-88 0,0 0-112 0,0 3-108 16,0 0-68-16,0 1 40 0,0 1 64 15,0 5 60-15,0 2-12 0,0 5-28 16,0-4-8-16,0 2-64 0,4 1-8 0,-1 0-48 16,1 0 56-16,0 4 0 15,0-2-56-15,1 4 4 0,-5 0-4 0,4 3 8 16,-4 0 0-16,0 5-4 0,0-2 44 16,0 2-48-16,0-2-4 15,-4 0-72-15,4 3 68 0,-5-1 4 0,5-2-8 16,0-3 0-16,0 0-40 0,0 1 44 15,0-7 0-15,0 3 4 0,0 0 60 16,0-5-48-16,0-1-12 0,0-1 0 0,0-2 4 16,0-4 8-16,0 1-12 15,0-1-4-15,0 1-8 0,0 0 4 16,0-1 4-16,0-3 4 0,0 5 0 0,0-2-4 16,0-4-8-16,0 6 8 0,0-5 0 15,0 0-8-15,0 0 0 0,0-3 0 16,0 1-36-16,0-1 48 0,0 0 8 15,0 1 40-15,0-1-40 0,0-3 0 0,0 2 0 16,0 1-8-16,0-3-4 16,0 4 4-16,0-1 0 0,0 1-48 0,0-1 36 15,-4 0-52-15,4-3 60 0,0 3 4 16,0-3 8-16,0 0 44 0,0 3-40 16,0-3 36-16,0 0 0 0,0 0-36 15,0 0-12-15,0 0-68 0,0 0-104 16,0-3-148-16,0 0-156 0,0-3-156 15,0-1-208-15,4-2-272 0,1-8-576 16,-1 8-1376-16,-4-14-4581 0,-13 100 3809 16</inkml:trace>
  <inkml:trace contextRef="#ctx0" brushRef="#br0" timeOffset="94832.35">17630 7103 992 0,'0'0'5292'0,"0"0"-4420"16,0 0 1304-16,0 0-844 0,0 0-171 0,0 0-149 16,0 0-56-16,0 0-236 15,0 82 40-15,0-60-144 0,4 0-136 16,-4 3-20-16,4 1 0 0,-4 0-88 0,0 2-12 15,0 1-24-15,0 2-92 16,0 1-32-16,-4-1-148 0,0 4-60 0,0 1-8 16,-4-1 8-16,4-1-4 0,-4 1 0 0,5 1-12 15,-6-5 8-15,5-2-44 0,0-4-40 16,0 0 16-16,4-6 20 16,-3-3-20-16,-1-3-52 0,4-3-24 0,0-3 0 15,0-5-12-15,0 2-76 16,-4-1-52-16,4-3-20 0,0 0 20 15,0 0-48-15,0 0-220 0,0-7-296 0,0 0-392 16,4-5-336-16,-4 3-609 0,4-11-2627 16</inkml:trace>
  <inkml:trace contextRef="#ctx0" brushRef="#br0" timeOffset="118097.376">1979 13402 6564 0,'0'0'6437'15,"0"0"-5661"-15,0 0-636 0,0 0 40 0,0 0 416 16,0 0 172-16,0 0 28 0,0 0-272 16,0 0-300-16,4 19 72 0,5 3 376 15,-1 12-168-15,-1 8-156 0,6 3-152 0,-1 7-60 16,-1 6-52-16,-2 3 16 0,2 6-52 16,-3-1-40-16,1 1 116 15,2 3-84-15,-7-4-40 0,4 2-8 16,-4-5 4-16,4-10 0 0,-4-8-4 0,0-13 0 0,4-11-4 15,-4-10-76-15,0-9-72 16,4-2 16-16,0-2 144 0,4-11 124 16,0-10 60-16,0-5-36 0,4-10-36 0,-4-10-4 15,-1-6-48-15,-2-3-48 0,3-3-12 16,-5 0-96-16,6 2-76 16,-5 10 76-16,3 11 20 0,-2 5-48 0,6 10-8 15,-2 8-52-15,-2 8-16 0,5 6 40 16,0 4 160-16,4 9 40 15,4 6 192-15,-4 12-96 0,8 4 0 0,-4 9-40 0,-5 4 76 16,5 6-160-16,-7-3 0 16,-2 0 100-16,2-7-40 0,-6-9 124 15,-3-9 48-15,1-11 4 0,-2-5-68 0,-3-7-92 16,0-3-28-16,0 0 12 16,5 0 40-16,-6-9 180 0,9-4 292 0,0-12-147 15,0-7-173-15,4-13-128 0,0-3-92 16,3-8-44-16,2-5-8 0,-1 4-112 15,4 3-88-15,-5 0-84 0,9 6-85 16,-4 4-23-16,4 3-100 0,-4 2-160 16,3 5-184-16,-2-2-464 0,-1 11-712 15,-8 6-2340-15,0-3-3029 0</inkml:trace>
  <inkml:trace contextRef="#ctx0" brushRef="#br0" timeOffset="118334.55">3175 13522 13717 0,'0'0'2812'0,"0"0"-2224"16,0 0-588-16,0 0 668 0,0 0 692 16,0 0-308-16,95 0-284 0,-67 0-220 15,8 0-27-15,8 0 39 0,0-6-284 16,0-4-188-16,4 1-88 0,0-1-8 15,-1-2-332-15,5-1-204 0,-5 3-237 16,2 1 25-16,-10-1 60 0,2 0-1284 16,-14 3-2508-16,1 2-1701 0</inkml:trace>
  <inkml:trace contextRef="#ctx0" brushRef="#br0" timeOffset="118523.686">3598 13534 5956 0,'0'0'6449'0,"0"0"-5553"0,0 0-464 15,-32 77 304-15,28-42 448 16,0 3 208-16,4 6-200 0,0 0-184 0,0 5-212 0,0-2-208 16,8 1-272-16,-4 2-144 15,3 5-96-15,1-2-76 0,1-2-108 16,-2-10-332-16,5-2-196 0,0-14-124 16,4-6-112-16,4-9-304 0,4-10-972 15,-4 0-2441-15,11-23-2887 0</inkml:trace>
  <inkml:trace contextRef="#ctx0" brushRef="#br0" timeOffset="118814.821">4486 13386 7172 0,'0'0'7697'0,"0"0"-5937"0,0 0-788 0,0 0 188 16,0 0 176-16,-64 91 128 0,37-46-239 15,-5 3-341-15,0 3-376 0,4-4-220 0,0-3-96 16,8-5-96-16,-1-4-84 15,14-10-4-15,3-6-8 0,4-3-80 0,4-4-76 16,16 1 24-16,8 0 36 0,8-3 12 0,3-5 76 16,6 5-40-16,-2-7-48 15,1 4-4-15,0-4-8 0,-12 3-12 16,-1-2-12-16,-10 5-12 0,-6 1-64 0,-7 5 40 16,-3 2 36-16,-5 5 32 0,-5 3-56 15,-11 0-72-15,-4 7-100 16,-3 0-161-16,-14 2-43 0,-2 8-176 0,-13-1-344 15,-12 7-700-15,-4 3-688 0,9-14-1957 16,-49 24-1311-16</inkml:trace>
  <inkml:trace contextRef="#ctx0" brushRef="#br0" timeOffset="119180.395">1641 14893 468 0,'0'0'11477'0,"0"0"-9817"0,0 0-912 15,0 0 464-15,0 0-56 0,0 0-196 16,0 0-12-16,104 0 160 0,-53-3-328 16,9 3-180-16,7 0-224 0,10 0-132 15,10 0 33-15,9 0-45 0,7 0 36 16,9 0 120-16,12-3 156 0,-1 0-328 15,5-2-144-15,-1 0 0 0,9-1-64 0,3 0 76 16,5-1-76-16,3 1 40 16,-4 3-40-16,-3 0-8 0,-5 0-60 15,-11 3-264-15,-9 0 168 16,-4-3 56-16,-10 3 96 0,-6 0-56 16,-7 0-24-16,-9-4-12 0,-7 4-36 0,-4-3-124 0,-17 0-192 15,-3 0-85-15,-8 3-127 0,-8-3-276 16,-8 3-700-16,-8-3-1492 0,-4-1-3329 15</inkml:trace>
  <inkml:trace contextRef="#ctx0" brushRef="#br0" timeOffset="119803.311">6211 13808 12585 0,'0'0'2692'0,"0"0"-1764"15,0 0-600-15,32 95 348 0,-16-51 684 0,-4 11-84 16,0 8-260-16,-1 4-408 0,2 12-268 16,-2 4-83-16,-3 6-53 15,5 5 52-15,-9 1-100 0,-1 1-84 0,-3-6-64 16,0-11 0-16,0-12 40 0,0-20-48 16,0-12 0-16,0-16-84 0,0-10-24 0,0-2-340 15,0-7-293-15,0-7-99 0,0-5 20 16,-3-13-444-16,-1-14-836 15,0 8-2012-15,-5-33-2125 0</inkml:trace>
  <inkml:trace contextRef="#ctx0" brushRef="#br0" timeOffset="120062.869">6195 14030 2844 0,'0'0'7280'16,"0"0"-5631"-16,0 0-497 15,56-70 400-15,-32 54 84 0,0 0-284 0,-1 4-412 0,1 2-176 16,4 1-68-16,-3 2-12 15,3 1-220-15,0 3-244 0,-9-1-48 16,5 4-76-16,-9 0-12 0,-2 0-36 0,-2 10-48 16,-7 0 0-16,-4 9 4 15,0 0 0-15,-11 6 56 16,-6 6 4-16,-6 1-64 0,-5-3-148 16,-4 3-96-16,1-7-180 0,-1 1-76 0,0-8-48 0,0-5-128 15,4-2-160-15,4-9-280 16,4-2-488-16,4-2-812 0,4-9-2301 0,8 3-2635 15,4-15 6932-15</inkml:trace>
  <inkml:trace contextRef="#ctx0" brushRef="#br0" timeOffset="120312.374">7518 12991 9488 0,'0'0'5337'0,"0"0"-4077"0,0 0-656 16,0 0 216-16,0 0 452 0,35 80 128 15,-26-48-208-15,-5-1-631 0,0 7-305 16,0 6-40-16,0 11-68 0,3 8-76 16,-3 8-68-16,1 11-4 15,3 7-12-15,-1 12-72 0,1 5-112 0,5-2-228 16,-6 4-209-16,1-3-83 0,1 0-68 0,-1-7-212 15,-1-6-784-15,1-25-2108 0,-4 12-3125 16</inkml:trace>
  <inkml:trace contextRef="#ctx0" brushRef="#br0" timeOffset="121664.01">8294 13116 10428 0,'0'0'2225'15,"0"0"-849"-15,0 0-88 16,0 0-4-16,0 0-188 16,0 0-292-16,0 0-276 0,-43 79-184 0,39-47 0 15,-3 9-40-15,2 7 28 0,1 8 240 16,0 8-84-16,4 6-200 0,0 10-127 15,0 2-77-15,0 3-28 0,0 5-52 0,0-5 32 16,0 5-36-16,8-5-112 0,-3-2 104 0,2-4-4 16,5-9 12-1,0-3-48-15,4-7-37 0,0-10 9 0,3-2-32 16,6-13-196-16,-1-3-132 0,0-7-140 0,-1-5-48 16,-3-8-48-16,8-6-256 15,0-6-624-15,0-6-1136 0,-5-4-2733 16,10-21-2371-16</inkml:trace>
  <inkml:trace contextRef="#ctx0" brushRef="#br0" timeOffset="121974.546">8984 12998 10332 0,'0'0'4613'15,"0"0"-3769"-15,0 0-568 0,0 0 376 16,0 0 528-16,0 0 116 0,0 0-440 0,12 80-392 16,-4-42-96-16,0 10-16 0,0 4 108 15,0 10-43-15,-4 1-213 0,0 10-108 16,-4-3-92-16,0 4-4 0,0-5-104 15,-4-9-272-15,0-12-85 0,4-13 133 0,0-16 96 16,-4-6-280-16,4-10-184 0,0-3-348 16,0-7-668-16,0 0-1308 15,0-20-3825-15</inkml:trace>
  <inkml:trace contextRef="#ctx0" brushRef="#br0" timeOffset="122206.198">9084 13002 5472 0,'0'0'1456'0,"0"0"3197"0,0 0-3001 0,0 0-92 0,0 0 176 16,0 0-256-16,88-61-344 15,-73 59-196-15,-2-3-180 0,-2 5-188 0,-3 0-184 16,-4 0-119-16,1 0-101 0,-5 7-84 16,0-1-80-16,0 13 92 15,-9 4-8-15,-7 11-88 0,-4 5-136 0,-4 5-324 0,-8 3-73 16,0-2-103-16,0-3-108 15,1-1-140-15,-1-3-432 0,4-6-660 16,-4 0-1168-16,13-13-3005 16</inkml:trace>
  <inkml:trace contextRef="#ctx0" brushRef="#br0" timeOffset="122963.391">9256 14084 10212 0,'0'0'4393'0,"0"0"-3337"16,0 0-752-16,0 0 188 0,27 67 740 15,-15-27-36-15,0 9-32 0,-9 8-540 16,6-1-308-16,-5 5-180 0,-4 2-64 16,0-5-60-16,-4-2-12 0,-5-4-60 0,6-8-356 15,-5-9 4-15,4-13-4 16,0-6 60-16,4-10 48 0,-4-6-12 0,4 0 76 15,-4-2 20-15,4-15 28 0,0-5-236 16,0-6 84-16,0-10 100 0,4-7 248 0,0-5 60 16,8-2-48-16,-1 5 224 0,6 3 40 31,3 6 8-31,3 6 72 0,-3 6-72 0,1 10-24 16,-2 7-76-16,-6 6-124 0,-2 3-60 0,-7 0-60 0,0 3 56 15,-4 6-4-15,0 7 8 16,0 6 136-16,-4 8-136 0,-4 1-96 0,-3 4-372 15,-10-7-112-15,10-2 12 0,-6-5-40 16,2-7 172-16,-1-2 80 0,4-3-108 16,-1-2 48-16,6-3 216 0,-1-4 200 0,4 2 116 15,4-2 136-15,0 0-64 16,0 0-36-16,8 4-144 0,3-2 232 0,6 3 176 16,7 4 144-16,-1 0-176 0,5 1 128 15,0-1-68-15,0 1 60 16,0-4-124-16,0 0-120 0,0-6-260 0,-4 0 0 0,3 0-196 15,1-12-272-15,0-4 12 16,4-6-384-16,-8-6-760 0,-4 2-3240 0,0-19-4345 16</inkml:trace>
  <inkml:trace contextRef="#ctx0" brushRef="#br0" timeOffset="123248.871">10056 13306 8884 0,'0'0'5381'0,"0"0"-4357"0,0 0 248 15,87 26 168-15,-59-11-368 0,0 7 92 0,4 7-348 16,-4 6-400-16,0 3-236 0,4 7-80 16,-4 9-52-16,-8 6-48 0,-1 7 12 0,-2 6-8 15,-10 6-4-15,-3 0 0 16,-4 7-220-16,-4-3-60 0,-3-3 52 15,-6-5 8-15,-2-2-12 0,-6-7-48 0,-3-5-64 16,1-6 40-16,-5-9 44 0,0 3 4 16,-11-8-52-16,2 0-208 15,-6-3-304-15,-6-2-488 0,2-8-912 0,-1-9-2685 0,8-6-2867 16,-12-10 7484-16</inkml:trace>
  <inkml:trace contextRef="#ctx0" brushRef="#br0" timeOffset="123847.396">12064 13312 4864 0,'0'0'2120'0,"0"0"2113"0,0 0-2489 0,56 83-44 15,-33-35-216-15,-2 9-20 0,-1 9-352 16,-1 4-180-16,-2 6-380 0,-2-2-136 15,1-2-40-15,0-2-48 0,4-7-36 16,-3-5-212-16,2-10-80 0,1-10-12 0,-1-13 12 16,-2-8 88-16,3-11 9 0,-8-6 11 15,3 0 52-15,1-13-28 0,1-6 36 16,-6-13-8-16,5-6-40 0,-4-10-108 16,4-6-8-16,-7-3-4 0,2-3-24 15,-3 3-108-15,-4-1 36 0,1 1-16 16,-2 0-80-1,-3 0-4-15,4 3-85 0,-4 7-143 0,0-1-40 0,0 10 52 16,4 9-88-16,-4 3-104 0,0 11-516 0,0 8-644 16,0 7-1052-16,0 0-2761 15,-4 4-2442-15</inkml:trace>
  <inkml:trace contextRef="#ctx0" brushRef="#br0" timeOffset="124039.833">12192 13884 3300 0,'0'0'6764'16,"0"0"-4655"-16,0 0-385 0,0 0-144 0,0 0 188 16,0 0-368-16,0 0-468 0,0 0-212 15,0 0 124-15,84-41-164 16,-49 21-255-16,5-1-233 0,3 2-140 0,2 2-44 16,2-2-8-16,1 0-8 0,0 0-320 15,-4 4-501-15,4 2-327 0,-5 0-168 16,-7 7-1336-16,4-1-3965 0</inkml:trace>
  <inkml:trace contextRef="#ctx0" brushRef="#br0" timeOffset="124932.577">14865 13030 1408 0,'0'0'9120'16,"0"0"-6899"-16,0 0-793 15,0 0-116-15,0 0 84 0,0 0-180 16,0 0-244-16,0 0-320 0,0 0 20 0,48 73 84 15,-36-25-172-15,4 9-183 0,-9 13-149 16,2 3-56-16,-1 6-52 0,-8 3-132 16,0 4 36-16,0 0-48 0,0 0-156 0,-8-13-88 15,4-7-20-15,-1-15 8 0,5-16 59 16,0-12 113-16,0-11 24 0,-4-9-136 16,4-3-168-16,0-3 60 0,0-9 168 15,0-8-20-15,0-8 8 0,0-7-96 16,4-6 108-16,9-7-48 0,-5-3 76 15,3-5 8-15,5-2 88 0,5 0 4 16,-2 1 8-16,9 7 136 16,0 5 84-16,0 14 12 0,4 5-12 0,0 10 0 0,-4 9 0 15,-4 7 24-15,-1 0 36 0,-7 14-60 16,1 2-76-16,-10 3-60 0,-7 6-20 16,0 3-4-16,-7 7-56 0,-10 1-4 15,-3 2-68-15,1-4-140 0,-5-2 36 16,0-6-8-16,-1-4 44 15,6-6 28-15,-1-1 48 0,4-9 60 0,0 1 64 0,8-3 32 16,4-2-60-16,4-2-36 16,0 4 0-16,8-2 0 0,8 5 88 15,4 3 104-15,4-4-32 0,4 4-88 0,8-4-12 16,-4-3-52-16,3-1-8 0,-3 3-4 16,0-3-152-16,4-2-308 0,-8 7-168 15,0-7-116-15,-4 6-172 0,-9-2-788 16,-6-1-1076-16,-1 0-1853 0,-8 0-2619 15</inkml:trace>
  <inkml:trace contextRef="#ctx0" brushRef="#br0" timeOffset="125293.104">14422 13325 10304 0,'0'0'4593'0,"0"0"-3797"0,0 0-216 16,0 0 232-16,0 0 276 16,0 0 216-16,0 0-472 0,0 0-512 15,0 0-236-15,-51 89-84 0,23-60 8 16,0 3-4-16,0-1-4 15,0 2 0-15,4 0-12 0,0 0-48 16,9-5 24-16,3-3 36 0,7-2 120 0,5-1-20 0,0-6-28 16,9 0-60-16,10 0 120 0,5-3 4 15,8-5-16-15,0 3 16 16,4-8-28-16,-1-3-44 0,2 0-64 0,-5 0 0 16,0 0-12-16,-8-3-36 0,-5-3-244 0,1 1-220 15,-12 3-184-15,0 2-224 16,-8 0-448-16,0 0-1236 0,-4 0-2073 0,-15 2-3011 15</inkml:trace>
  <inkml:trace contextRef="#ctx0" brushRef="#br0" timeOffset="125451.575">14175 13964 1136 0,'0'0'8320'0,"0"0"-5719"16,0 0-849-16,0 0-132 15,77 34-64-15,-46-27-428 0,5-7-340 16,-4 0-212-16,8 0-316 15,-5-3-224-15,-3-4-36 0,1 1-552 0,-6-4-336 0,1 3-164 16,-8-1-664-16,0 4-1520 0,-12 2-4093 0</inkml:trace>
  <inkml:trace contextRef="#ctx0" brushRef="#br0" timeOffset="126454.773">13650 13128 1696 0,'0'0'9925'15,"0"0"-7725"-15,0 0-960 0,0 0-68 16,-25 95 100-16,25-43-132 16,0 5-320-16,9 9-256 0,-1 7-208 15,3 3-124-15,-2 10-64 0,-1 0-44 0,0 0-80 16,-5-1-44-16,1-3-208 0,1-2-400 15,3-7-276-15,-1-9-76 0,5-10-280 0,4-13-540 16,-8-13-1104-16,12-5-2745 0</inkml:trace>
  <inkml:trace contextRef="#ctx0" brushRef="#br0" timeOffset="127011.593">16774 13040 4456 0,'0'0'4448'0,"0"0"-1955"0,0 0-537 16,0 0-420-16,0 0-212 0,0 0-448 15,-73 99-380-15,38-59-248 0,-1 4-188 16,-4 4 4-16,5 0-64 0,-2-1-64 16,1-5 56-16,12-7-80 0,1-7 80 15,11-9 8-15,0-3 56 0,8-6 4 0,4-1 76 16,4 0-12-16,8 4 136 15,4 4 108-15,3 2 64 0,5 3 72 0,4-4-16 16,-3 2-208-16,2-8-72 0,1 1-48 16,-4-4-28-16,0-2-44 0,0-1-88 15,-8 1-48-15,0-1-12 0,-5-3-100 16,2-3-388-16,-9 0-404 0,-4 3-444 0,0 0-1240 16,0-3-2809-16,-21 10-2739 0</inkml:trace>
  <inkml:trace contextRef="#ctx0" brushRef="#br0" timeOffset="127184.399">16299 13836 5288 0,'0'0'1132'0,"0"0"4725"0,0 0-3857 0,0 0-736 16,0 0 116-16,0 0-252 0,0 0-116 0,96 58-164 16,-60-49-288-16,4 0-292 0,-1-2-156 15,10-4-112-15,-6-3-52 0,0 0-240 16,6 0-380-16,-6-3-396 15,2-4-304-15,-14 1-1236 0,18-6-3377 0</inkml:trace>
  <inkml:trace contextRef="#ctx0" brushRef="#br0" timeOffset="127415.142">17304 13297 10937 0,'0'0'5316'0,"0"0"-4792"0,7 86-212 16,-3-42 220 0,5 13 668-16,-5 6 476 0,3 4-384 0,1 3-687 15,5 6-361-15,-6 0-136 0,-3 0-108 0,4 1-40 16,-4-4-396-16,-4-10-245 0,0-5-59 0,0-11 252 16,0-15 216-16,0-7-104 0,0-12-240 15,0-10-432-15,0-3-568 16,-4-13-740-16,0-9-2105 0,-4 3-2763 0,1-28 5816 0</inkml:trace>
  <inkml:trace contextRef="#ctx0" brushRef="#br0" timeOffset="127644.917">17268 13344 10196 0,'0'0'4201'16,"0"0"-2941"-16,0 0-392 0,0 0 128 0,67-66 92 15,-39 56-44-15,0 0-236 0,4 7-320 16,4 0-136-16,0 3-132 0,-5 6-168 15,-3 1-52-15,-3 9-12 0,-10 0-108 16,-3 9-4-16,-12 4 52 0,0 6 24 16,-16 6-48-16,-8 7-40 0,-8-1-84 0,-4 3 40 15,-3-1-16-15,-1-8-148 0,4-4-168 16,0-4-56-16,4-12-84 0,13-4-176 16,-1-8-408-16,8-9-1036 0,7-7-2513 0,1-5-2475 15,4-16 6608-15</inkml:trace>
  <inkml:trace contextRef="#ctx0" brushRef="#br0" timeOffset="127813.118">17781 13525 7188 0,'0'0'5545'0,"0"0"-3005"0,0 0-932 16,0 0 272-16,96 35-420 16,-65-29-192-16,2-2-211 0,3-4-465 0,4-4-364 15,3-2-228-15,1-7-300 0,4-6-304 16,0 0-405-16,0 0-319 15,-12 0-1084-15,7-9-3832 0</inkml:trace>
  <inkml:trace contextRef="#ctx0" brushRef="#br0" timeOffset="127991.457">18690 12976 10196 0,'0'0'5685'0,"0"0"-4633"0,0 0-852 16,0 0 296-16,0 79 332 0,0-44 684 15,4 7-84-15,-4 5-639 0,4 1-437 16,-4 9-124-16,0 3-104 0,0 7-112 16,-4 6-12-16,-13 7-88 0,2-1-492 0,-1 3-369 15,-8-2-319-15,4-4-872 16,0-18-3840-16,-8 14-5649 0</inkml:trace>
  <inkml:trace contextRef="#ctx0" brushRef="#br0" timeOffset="129591.213">4980 13966 64 0,'0'0'11825'0,"0"0"-9353"15,0 0-1472-15,0 0-236 0,0 0 128 16,0 0-124-16,0 0-136 0,0 0-52 15,0 0-176-15,68 25-268 0,-48-11-136 0,-1-5-44 16,2 4-620-16,-2-4-288 0,-7-2-404 16,4-1-824-16,-4 0-2565 0,-8 1-4595 15</inkml:trace>
  <inkml:trace contextRef="#ctx0" brushRef="#br0" timeOffset="129748.697">5059 14465 1084 0,'0'0'10445'0,"0"0"-8589"0,0 0-1412 16,0 0-292-16,0 0-48 0,0 0-104 15,0 0-140-15,0 0-1136 0,0 0-805 16,96 60-3979-16</inkml:trace>
  <inkml:trace contextRef="#ctx0" brushRef="#br0" timeOffset="133322.689">20316 13452 11925 0,'0'0'2452'16,"0"0"-1420"-16,0 0-328 0,0 0 388 0,0 0-28 16,0 0-188-16,0 0-288 15,0 0-112-15,0 0-36 0,0 0 192 16,111-57-156-16,-63 51-123 0,-1 3-113 16,5 3-80-16,4 0-156 0,-4 0 8 15,3 0-12-15,-2 3-4 0,-1-3-96 0,-5 2-44 16,-3-2-232-16,0 4-73 0,-9-4-171 15,-10 3-224-15,-5 1-172 16,-9 2-432-16,-11 7-1068 0,0-7-2457 0,-24 13-4223 0</inkml:trace>
  <inkml:trace contextRef="#ctx0" brushRef="#br0" timeOffset="133529.7">20383 13728 9260 0,'0'0'4229'15,"0"0"-3325"-15,0 0-816 0,0 0 592 16,0 0 692-16,107-16 36 0,-58 13-412 0,7-3-356 16,4 0-128-16,-1-4-156 0,1 4-180 15,4-4-176-15,-9-3-148 16,5 1-352-16,-4-4-148 0,-4-3-204 0,-9-1-260 16,2 1-1144-16,-22 0-2577 0,-3-6-5031 15</inkml:trace>
  <inkml:trace contextRef="#ctx0" brushRef="#br0" timeOffset="133797.234">20833 13125 8324 0,'0'0'4153'0,"0"0"-3577"0,0 0-308 16,0 0 432-16,0 0 652 0,0 0-244 15,88-41-324-15,-44 41-376 0,3 0-84 16,9 6-64-16,4 7-112 0,-4 3-144 15,0 4 44-15,-5 5-48 0,-6 6-60 0,-6 4-52 16,-11 0-48-16,-7 9-64 0,-10 0 52 16,-11 8 84-16,0 1-84 0,-15 5 168 15,-13-2 0-15,-4 8-48 0,-5-6-120 16,-2-1-128-16,-1-10 128 16,-1-5-92-16,6-11-52 0,3-5-260 0,4-11-320 15,0-5-652-15,5-10-516 0,6 0-769 16,-2-10-3487-16</inkml:trace>
  <inkml:trace contextRef="#ctx0" brushRef="#br0" timeOffset="135063.357">23327 12912 80 0,'0'0'10788'16,"0"0"-9219"-16,0 0-269 0,0 0-60 16,0 0-20-16,0 0-144 0,0 0-284 15,0 0-320-15,0 0-140 0,-75-15-76 16,63 34-8-16,-4 12-16 0,1 11 48 0,2 5-8 15,-2 4 8-15,2 9 0 0,1 7-36 16,1 3-60-16,-2 6-100 0,2 7-24 0,2 2-12 16,1 8 8-16,4-2-52 0,1 2-4 15,3-1 0-15,0 0-40 0,7-7-20 16,6-6-60-16,2-5-100 0,2-7-12 16,6-8-168-16,1-7-28 0,4-8-224 15,0-9-84-15,0-7 56 0,4-8-140 16,3-11-172-16,-3-6-520 0,4-3-756 15,-8-5-1845-15,13-12-2783 0</inkml:trace>
  <inkml:trace contextRef="#ctx0" brushRef="#br0" timeOffset="135375.827">23913 12734 9836 0,'0'0'3833'0,"0"0"-3605"15,0 0 140-15,0 0 352 0,28 74 568 16,-23-43-240-16,-1 11-268 0,-1 5-388 15,1 4-132-15,-4 6-36 0,0 4-176 16,0 0-48-16,-7-3-24 0,-2-3-248 16,5-7-232-16,0-14 20 0,4-15 172 0,-4-5 52 15,4-14-136-15,0-3-424 0,0-16-500 16,4-6-256-16,-4 2-837 0,4-25-2507 16</inkml:trace>
  <inkml:trace contextRef="#ctx0" brushRef="#br0" timeOffset="135579.473">23957 12719 5488 0,'0'0'6257'0,"0"0"-4833"0,0 0-460 0,0 0 76 16,0 0 168-16,0 0-136 0,0 0-304 15,96-41-240-15,-72 41-108 0,-5 3-100 16,5 3-112-16,-7 4-208 0,-2 2-52 16,-6 4 52-16,-5 3 8 0,-4 6 0 0,-4 3 52 15,-13 5-60-15,-3 5-136 16,-8 0-148-16,-4 0-180 0,1 1-44 15,-5-6-208-15,4 0-68 0,0-1-372 0,4-7-788 16,9-9-2253-16,-9 6-2495 16</inkml:trace>
  <inkml:trace contextRef="#ctx0" brushRef="#br0" timeOffset="136220.621">24036 13925 6612 0,'0'0'3904'0,"0"0"-2491"0,0 0 59 0,0 0 52 15,0 0-244-15,33 73-140 0,-29-41-360 16,-4 6-360-16,0 3-160 0,0 8-64 15,-4-5-196-15,-8 3-44 0,4-2-40 0,0-7-200 16,-4-6-84-16,8-7 56 16,-4-12 312-16,4-10 76 0,4-3-76 15,0-7-148-15,0-12-176 0,0-9 96 0,4-11 228 16,8-5 52-16,4-3-52 0,3-4 4 16,5 3 40-16,4 3 168 0,0 11 84 15,4 2 52-15,-4 12-52 0,0 6 36 16,0 7 124-16,-8 3 228 0,0 4-160 15,-9 0-292-15,2 4-120 0,-9 5-40 0,0 1-24 16,-4 6-48-16,0 2-48 16,-8 5-196-16,-9 2-48 0,2 1-28 15,-5 2 52-15,0-2 36 0,0-5 72 0,0-2 148 16,1-2 12-16,6-1 4 0,5-7 120 16,8 4-4-16,0 0 40 0,4-1 0 15,8 1 24-15,8 3 36 0,4-4-36 16,4-2 8-16,4 0-104 0,0-7-76 15,7-3 40-15,1-3-52 0,-3-11-256 16,-2-7-380-16,1-5 24 0,-4-5-200 0,-4-4-348 16,-4 7-1676-16,-1-21-3989 15</inkml:trace>
  <inkml:trace contextRef="#ctx0" brushRef="#br0" timeOffset="136499.617">25085 12986 16221 0,'0'0'1816'0,"0"0"-1544"15,0 0 308-15,0 0 48 16,96 30 164-16,-68-10-84 0,-1 9-316 0,1 6-212 16,0 6-108-16,-4 7-72 0,-4 6-48 15,-5 0-12-15,-7 9-36 0,-3 4-100 0,-5 3-204 16,-5 3 32-16,-6 0 148 15,-5 0-404-15,-4-3 172 0,-4-4-116 16,0-6 0-16,1-2-12 0,-2-5-168 0,-3-5 32 16,4-3-12-16,-4-8 32 0,0-4-280 15,0-8-196-15,5-9-553 0,3-10-1031 16,-12-6-2184-16</inkml:trace>
  <inkml:trace contextRef="#ctx0" brushRef="#br0" timeOffset="137117.655">25782 12604 1200 0,'0'0'8004'0,"0"0"-6504"16,91-15-471-16,-59 17 471 0,0 11-144 16,-4 10 44-16,-8 12-260 0,-4 9-76 0,-7 16-312 15,-9 10-112-15,0 10-52 0,-21 6-76 16,-3 2-136-16,-8 8-192 0,-7-1-100 15,-2-4-44-15,-2 2-40 0,-1-14-48 0,4-9 40 16,0-13 0-16,1-16-4 16,7-12 0-16,8-12-96 0,-4-11-160 0,12-6 84 15,-4-11-72-15,9-3-124 0,-2-13 40 16,5-1-64-16,8-7 144 0,0-6 100 16,0-1-24-16,8-2-64 0,8 3-60 15,0 3 0-15,8 9 96 0,0 6 176 16,4 15 36-16,4 4 296 0,4 8 176 0,3 8-52 15,6 7-4-15,2 7-132 0,5 2-100 16,-1 1-184-16,1-1-88 16,0 0-20-16,-4 5-164 0,-4-3-220 15,-1 6-248-15,-3-4-292 0,-3 0-1040 0,-14-9-2057 16,5 4-3251-16</inkml:trace>
  <inkml:trace contextRef="#ctx0" brushRef="#br0" timeOffset="137765.882">27057 14347 9600 0,'0'0'1897'0,"0"0"-589"15,0 0 308-15,0 0-316 0,0 0-644 16,0 0-220-16,-4-92-136 0,16 51 96 16,4-13 100-16,0-9-136 0,3-7-188 15,2-10-36-15,-1-5-128 0,-5-7-4 0,5-1-4 16,-8 2-76-16,1-2 76 16,-2 11 0-16,-3 10 48 0,4 4-48 15,-4 13-4-15,-4 8-12 0,4 10-32 0,0 5 48 16,-4 10 44-16,0 2-32 0,0 11 0 15,-4 3 0-15,0 6-8 16,0 0 0-16,0 3-4 0,0 6-112 0,-4 7 12 16,-4 6-24-16,0 4 76 0,0-1 36 15,4-3 4-15,0-2-40 16,4-8-16-16,0 1 4 0,8-8-12 0,5 6 68 0,2-5 8 16,5 4 0-16,0-1 84 0,4 4 60 15,0 0 12-15,0 2-36 16,-1-2-40-16,-3 3 28 0,1 3 48 0,-6-2 12 15,-2 1 36-15,-6 1 184 0,-3 2-24 0,-4 3-112 16,-4-6-96-16,-7 5-112 0,-6-1-48 16,-3-3-4-16,-3-2-360 15,-1-9-116-15,0-2-32 0,0-1-140 0,4-5-104 16,-4-5-288-16,4-4-364 0,1-3-404 16,2-4-765-16,2 0-1975 15</inkml:trace>
  <inkml:trace contextRef="#ctx0" brushRef="#br0" timeOffset="138062.78">27806 12339 5592 0,'0'0'6213'0,"0"0"-5301"0,0 0 4 16,0 0 228-16,0 0 480 0,0 0-192 0,68 77-396 16,-64-41-212-16,-1 5-92 0,-3 5-100 15,0 6-156-15,-7 6-220 0,-9-1-123 16,0 3-133-16,-4-3-44 0,4-2-153 16,0-11-275-16,4-13-100 0,4-5 8 15,0-14 160-15,8-5 100 0,0-7-140 16,0 0-244-16,0-12-452 0,8-5-468 15,0-8-812-15,0 3-1925 0,8-16-875 16</inkml:trace>
  <inkml:trace contextRef="#ctx0" brushRef="#br0" timeOffset="138240.969">27909 12452 2888 0,'0'0'5920'0,"0"0"-3671"0,0 0-429 0,0 0-116 0,0 0-64 16,52-66-368-16,-36 66-344 15,-4 0-240-15,4 0 0 0,0 3-124 0,0 5-236 16,-4 3-84-16,-4 4-136 0,-4 1-108 15,0 3 0-15,-4 7-4 0,-12-1-176 16,1 7-112-16,-14-1-112 0,1 5-232 16,-4 2-116-16,-4-6-196 0,5-1-336 15,2-6-464-15,2-8-632 0,11-4-1653 16,0-8-2303-16</inkml:trace>
  <inkml:trace contextRef="#ctx0" brushRef="#br0" timeOffset="138413.845">28233 12668 13209 0,'0'0'2204'0,"0"0"-1384"16,0 0 516-16,0 0-176 16,87-25-556-16,-63 15-380 15,7-7-224-15,1 3-76 0,5-5-512 0,-1 2-572 0,-1-2-688 16,-7 4-1360-16,4-5-4493 0</inkml:trace>
  <inkml:trace contextRef="#ctx0" brushRef="#br0" timeOffset="138604.367">28869 12230 13209 0,'0'0'2092'15,"0"0"-1364"-15,0 0-96 0,0 0 212 0,0 0 652 16,-23 76-224-16,18-38-504 0,2 7-328 15,-1 2-112-15,4 4-71 0,0 6-193 16,0-4-64-16,0 6-112 0,0-6-373 16,0 2-355-16,0-5-88 0,0-2-140 0,0-10-640 15,0-10-1340-15,4 2-2837 0</inkml:trace>
  <inkml:trace contextRef="#ctx0" brushRef="#br0" timeOffset="140849.503">26272 12141 8096 0,'0'0'1468'0,"0"0"-500"16,0 0 61-16,-8-73 215 0,8 54 396 16,0 7-376-16,0 1-372 0,0 5-244 15,0 2-116-15,0 4-124 0,0 7-148 0,0 13-24 16,0 5 168-16,4 13 272 0,0 9-140 16,-4 14-216-16,0 6-164 0,-4 12-8 0,-4 4-140 15,-4 6-8-15,0-5-4 16,1 0-144-16,-2-15-120 0,5-11 172 15,5-17 36-15,3-9-16 0,-4-10-20 0,4-10-224 16,0-2-168-16,0-7-64 0,4-3 44 16,-1 0 28-16,5-13 180 15,5-2 116-15,-2-7 108 0,1-7-48 0,4-3 56 16,-4-2 68-16,4-4 4 0,-4-1 80 16,-1-2-20-16,2 3-56 0,2 0-8 15,-2 9 160-15,2 3 40 0,-2 7 108 16,2 10 64-16,2 3-76 0,-6 6-208 15,2 0-4-15,-2 3-20 0,-7 7-4 16,4 5-48-16,-8 4-12 0,0 1-12 0,0 2-112 16,-8 0-136-16,-3 0-132 15,-2-3 56-15,2 0-12 0,-2-6 40 0,1-1 8 16,1-5 88-16,2-1 64 0,5-2 32 16,1-2 56-16,-1 3 48 0,4-3 12 15,0 4 0-15,0 0 224 0,7 7 112 0,10-3 12 16,2 3 52-16,9 0-128 15,4-4-224-15,5 1 188 0,6-1-88 16,0 0 36-16,9-2-120 0,1-4-64 0,-6-3-656 16,5 0-100-16,-4 0-348 0,-12 0-1372 15,11-6-2649-15</inkml:trace>
  <inkml:trace contextRef="#ctx0" brushRef="#br0" timeOffset="141646.038">28869 12604 5520 0,'0'0'5445'0,"0"0"-4109"0,0 0-720 15,0 0 312-15,0 0-76 0,0 0-72 16,0 0 76-16,0 0-368 0,101-54-16 0,-73 48-60 15,7 6-40-15,-7 0 20 0,4 0-120 16,-4 3-88-16,-8 7-36 0,-8-3-72 16,-4 1-68-16,-4-1 52 0,-4 3 40 15,-4 3 44-15,-9-1-144 0,-2 7-60 16,-9-3-172-16,-4 3-4 0,0 0-44 16,0-6 32-16,5-1 48 0,-2 1 152 15,5-6 40-15,9-5-60 0,3 3 68 16,-1-5 4-16,9 0 8 0,0 0-12 15,0 0-196-15,0 0-12 0,4 2 84 0,9 1 124 16,2 0 184-16,1 3-100 16,5 1-80-16,-2-1 64 0,5 4 20 0,4 0-88 15,4-1-8-15,-4 0 8 0,4 3 0 16,-4-1-48-16,4 1-64 16,-1-2-508-16,1 3-584 0,-8-7-1016 0,8 7-2689 0</inkml:trace>
  <inkml:trace contextRef="#ctx0" brushRef="#br0" timeOffset="142234.229">29245 13662 11385 0,'0'0'3884'0,"0"0"-2776"0,0 0-920 16,0 0-188-16,0 0 820 0,0 0 196 15,111-26-144-15,-63 17-356 0,-1-4-260 0,5 4-144 16,4-1-100-16,-5-2-12 0,-2 1-124 16,-10 5-340-16,-3 0-396 15,-8-1-140-15,-4 7-380 0,-11 0-908 0,-6 0-1869 16,-11 17-1499-16</inkml:trace>
  <inkml:trace contextRef="#ctx0" brushRef="#br0" timeOffset="142396.264">29400 13862 9700 0,'0'0'2269'0,"0"0"-1193"0,0 0-276 0,0 0 40 16,0 0-60-16,0 0-140 0,0 0-184 0,0 0 288 0,19 41 112 15,17-35-288-15,5-3-188 0,6 1-196 0,9-4-48 16,0-4-72-16,4-5-64 0,3-10-468 16,5 0-420-16,-1-6-292 0,-18 6-1120 15,18-13-2961-15</inkml:trace>
  <inkml:trace contextRef="#ctx0" brushRef="#br0" timeOffset="142829.451">30770 13372 14437 0,'0'0'2628'0,"0"0"-1992"15,-28 77-628-15,17-39 76 0,3 3 560 16,-5 1 524-16,10-1-176 0,3-6-604 15,0-4-204-15,3-9-76 0,10-5-48 16,6-5-60-16,2-8-72 0,3-4 24 16,4 0-48-16,-1-13-40 0,-3 0-72 15,4-6-84-15,-8 0-12 0,-1 0 84 0,-2 3 84 16,-6-1-60-16,2 3 48 0,-9 1 40 16,3-4 96-16,-3 5-112 0,-4-4-160 15,0 4 28-15,4-1 96 0,-4 3 60 0,0 1-36 16,0-1 52-16,0 4-52 15,0-7 120-15,0 4 16 0,0-7 8 0,0 0 0 16,0 0 88-16,0-7-88 0,0 1 68 16,0-3 0-16,0 0-76 0,0-7 0 15,-4 3-172-15,0 1 100 0,-3 2 72 16,-1 8 64-16,-5 1 48 0,-2 8 72 0,-5 2-72 16,-1 7 24-16,-7 0 24 0,1 7 8 15,-4 5-168-15,-1 7-48 16,-1 4-88-16,1 6-24 0,0-4-88 0,4 4-72 15,5-1-176-15,-1 0-312 16,4 2-700-16,4-8-1120 0,4 13-3069 0</inkml:trace>
  <inkml:trace contextRef="#ctx0" brushRef="#br0" timeOffset="143758.53">27372 13116 220 0,'0'0'6296'0,"0"0"-4216"0,0 0-476 0,0 0 69 15,0 0-125-15,0 0-212 16,0 0-232-16,0 0-148 0,0 0-224 15,0 0-124-15,-28-29-152 0,28 20 60 0,0-1 36 16,0 0-172-16,8 1-184 0,-1 0-96 16,2-1-16-16,3 1-72 15,-5 2 72-15,2 4-80 0,-5 0 0 0,4-1 4 0,-1 4-8 16,-3 0-4-16,5 0 4 16,-1 0-8-16,-5 4-76 0,1 2 0 15,4 1 8-15,-4 2 16 0,1 1 0 0,2-1 12 16,-3 4-100-16,-4 0 36 15,4-1 40-15,-4 1-24 0,0 3-88 16,0 0-28-16,-4-1 4 0,-3 2 36 0,-2-2 24 16,-3 1-36-16,5 0-100 0,-6-4 76 0,1-2-52 15,5 0 12-15,-6-4-124 16,6 0-128-16,-1 1-152 0,0-4-368 16,-1 3-908-16,2-2-629 0,-5 2-1967 0</inkml:trace>
  <inkml:trace contextRef="#ctx0" brushRef="#br0" timeOffset="144811.996">28113 14614 8080 0,'0'0'4921'0,"0"0"-4053"0,0 0-640 0,0 0 188 0,0 0 744 16,0 0 160-16,75 54-452 0,-43-13-224 0,0 8-68 15,0 4-232-15,0 8-160 0,-4-1-72 16,0 4 44-16,-4-5 52 0,0 2-132 15,-5-5-64-15,1-4 0 0,-3-11 84 16,-6-9-20-16,1-10 8 0,0-4-24 16,0-7 28-16,-4-5-28 0,4-6 0 15,-4 0-56-15,4-6 0 0,0-13 216 0,4-6 156 16,0-11-144-16,-1-5-184 0,2-3-48 16,-6-7-48-16,-2 0-220 0,-1 0-144 15,-4-2-188-15,-4 1 12 16,0 1-344-16,0 4-204 0,-8 6-804 0,-5 6-1040 0,6 9-2381 15,-14 1-1966-15</inkml:trace>
  <inkml:trace contextRef="#ctx0" brushRef="#br0" timeOffset="144974.992">28300 14855 11189 0,'0'0'1500'0,"0"0"-860"0,0 0-220 15,0 0 480-15,0 0 360 0,0 0 44 16,0 0-436-16,0 0-424 0,116 61-64 15,-73-70 40-15,6-5-128 0,2-5-292 0,-3-3 0 16,-1 0-160-16,1 0-304 16,-4 0-192-16,-4 0-208 0,-4 2-488 0,-8 8-1376 15,4-6-3109-15</inkml:trace>
  <inkml:trace contextRef="#ctx0" brushRef="#br0" timeOffset="146330.168">30603 14564 6660 0,'0'0'1392'0,"0"0"-332"0,0 0 16 0,0 0 277 15,0 0 119-15,0 0 16 16,8-71-376-16,-8 68-196 0,0 0-240 0,0 3-192 16,0 0-152-16,0 0-24 0,0 0 40 15,0 0 68-15,0 3 4 0,0 7-56 16,0 12-156-16,4 9 124 0,-4 14 44 16,4 12-80-16,-4 6-104 0,0 10-8 15,0 1-100-15,-8-1 0 0,0 0-84 16,-4 0 0-16,0-3-84 0,1-10-36 15,2-2 8-15,-3-11-32 0,5-12 20 0,-2-6 40 16,5-14 80-16,4-5-56 16,-4-7-112-16,4-3-156 0,0-3-148 0,4-9 8 15,5-11 308-15,-2-6-12 0,9-6 52 16,0-6-16-16,0 0-36 16,4-3 60-16,0-2 52 0,3 9 52 0,2 2 4 15,-5 7 4-15,4 5 12 0,-5 7 172 16,2 7 88-16,-1-1-28 0,-9 10-96 15,-3-2-88-15,0 2-48 0,-8 0-8 0,5 2 4 16,-5 8-8-16,-5-1-12 16,-3 7-60-16,-4 3 8 0,-8 0-20 0,0 8-16 15,1-6 88-15,-5 4-48 0,3 4 0 16,6-4 60-16,-2 1 8 0,10-4 88 16,3 0 64-16,4-3-136 0,0 0-24 0,8-2-8 15,8-5 8-15,3 1 0 16,5-5 0-16,4 3-60 0,0-8-100 15,4 0-260-15,0-3-72 0,0 0-152 0,-4 0-576 16,-4 0-788-16,-9 0-2149 16,-2 0-2895-16</inkml:trace>
  <inkml:trace contextRef="#ctx0" brushRef="#br0" timeOffset="146862.154">30308 14770 12793 0,'0'0'1604'15,"0"0"-1480"-15,0 0 256 0,0 0 364 0,0 0 212 16,0 0 176-16,0 0-624 0,0 0-372 16,0 0-136-16,-60 70-80 0,32-42-32 15,-4 4 108-15,1 3-4 0,-5 0 0 16,0 0-52-16,0 0 60 0,5-1-4 16,3-1 4-16,0-8 48 0,7 1 76 0,10-12 112 15,7 3-40-15,4-4-112 16,4-7 16-16,15 4-12 0,5-1-16 15,4-3 52-15,8 1-28 0,1-7-96 16,2 0-4-16,-3 0-92 0,-4 0-348 0,0 0-124 16,-8-3-52-16,-9 3-376 15,1 0-312-15,-12 0-884 0,0 0-2185 0,-4 6-3307 16</inkml:trace>
  <inkml:trace contextRef="#ctx0" brushRef="#br0" timeOffset="147012.739">29982 15319 11249 0,'0'0'2316'0,"0"0"-1832"0,0 0-472 0,0 0 396 16,0 0 312-16,0 0 96 0,0 0-160 15,75 47-520-15,-47-43-136 16,0-1-300-16,4-3-456 0,-4 0-440 0,-5 0-508 16,-3 0-1489-16,-3-3-3875 0</inkml:trace>
  <inkml:trace contextRef="#ctx0" brushRef="#br0" timeOffset="147421.967">29447 14925 11341 0,'0'0'1804'0,"0"0"-964"16,0 0-484-16,0 0 288 0,0 0 364 0,0 96-80 15,8-45-208-15,5 9-148 0,-6 4-192 16,5 2-120-16,0 4-88 16,-4 0-100-16,5-4-72 0,-6-1-44 0,1-2-80 0,4-7-220 15,0-2-372-15,4-6-176 0,4-11-340 0,0-7-904 16,-4-8-2441-16,12-9-4019 15</inkml:trace>
  <inkml:trace contextRef="#ctx0" brushRef="#br0" timeOffset="147830.547">31726 14764 9712 0,'0'0'5333'15,"0"0"-3933"-15,0 0-764 16,0 0-140-16,0 0 344 0,0 0 256 15,0 0-524-15,-63 88-412 0,31-59-160 16,0 3 0-16,0-1-52 0,0 2 48 0,-3-2-40 0,3 1-44 16,4 0 16-16,0 0 0 0,8-4 68 15,8-6-4-15,4 1 8 0,8-9 4 16,0 3 176-16,8-4 68 0,4-1-56 16,8-2-92-16,8-4-88 0,0-3 36 15,4-3-48-15,3 0 0 0,-3-3-12 16,0-3-368-16,0-4-352 0,-8 4-204 15,-5 0-348-15,-6-1-988 0,-5 1-2257 16,-8 6-2411-16</inkml:trace>
  <inkml:trace contextRef="#ctx0" brushRef="#br0" timeOffset="147979.992">31324 15361 9308 0,'0'0'5697'0,"0"0"-5385"0,0 0-108 16,0 0-28-16,0 0 664 0,0 0 60 15,56 76-48-15,-28-67-408 0,8-3-236 0,7 1-108 16,2-7-52-16,2 0-48 0,-3-4-564 16,0-2-316-16,-4-3-400 0,-8 2-1156 0,4-8-3045 15</inkml:trace>
  <inkml:trace contextRef="#ctx0" brushRef="#br0" timeOffset="148243.52">32085 14887 6808 0,'0'0'9677'0,"0"0"-9441"16,0 0 140-16,16 71-364 16,-12-38 1128-16,0 16 64 0,-4 1-88 15,4 7-544-15,4 4-256 0,-4 3-48 16,0-4-87-16,0-1-97 0,-4 2-72 0,3-1-12 15,-3 1-12-15,0-4-132 16,-3 0-197-16,-1-6-99 0,0-6-108 0,0-10 36 16,0-7-76-16,0-12 72 0,4-10-200 0,0-6-224 15,8-16-576-15,0-9 16 16,4-13-864-16,0 3-1785 0,4-28-1459 0</inkml:trace>
  <inkml:trace contextRef="#ctx0" brushRef="#br0" timeOffset="148462.736">32273 14862 5124 0,'0'0'7221'0,"0"0"-5537"0,0 0-912 16,0 0-216-16,0 0 272 0,0 0 200 15,0 0-148-15,0 0-364 0,39 79-220 0,-26-57-64 16,-6 1-120-16,1 2-100 16,-4 1 56-16,-4-1-68 0,0 0-172 0,-8 0-136 15,-8 0 24-15,-3 1-60 0,-2 0-40 16,-7-1-28-16,0-2 16 0,5-1-216 15,-5-7-180-15,4-5-216 16,4-7-404-16,8-3-368 0,4-3-597 0,4-2-663 0,4-19-2388 16</inkml:trace>
  <inkml:trace contextRef="#ctx0" brushRef="#br0" timeOffset="148615.358">32484 15014 8504 0,'0'0'1940'0,"0"0"-1331"0,0 0-5 0,0 0 576 16,0 0-72-16,0 0-312 0,79 70-516 16,-63-64-280-16,5-6-456 0,2 0-688 15,-7 0-980-15,16-16-3593 0</inkml:trace>
  <inkml:trace contextRef="#ctx0" brushRef="#br0" timeOffset="148833.743">33034 14618 13861 0,'0'0'748'0,"0"0"-508"15,0 0-240-15,0 0 828 0,0 0 452 16,0 0 232-16,0 0-748 0,0 0-360 16,15 98-36-16,-11-60 156 0,-4 6 124 15,0 4-200-15,-8 6-155 0,1 7-157 16,-2-4-136-16,-6 4-52 0,3-5-313 15,-4 0-487-15,4-1-100 0,-4-4-200 16,8-4-472-16,-5-2-992 0,6-13-1957 16,-1 9-1887-16</inkml:trace>
  <inkml:trace contextRef="#ctx0" brushRef="#br0" timeOffset="159448.594">18514 2610 9956 0,'0'0'5001'16,"0"0"-4169"-16,0 0-632 0,0 0-196 15,0 0 252-15,0 0 316 0,0 0 224 16,0 0-16-16,0 0-300 0,56 31-24 15,-24-18 120-15,4 3 108 0,8 0-272 16,7 2-72-16,5 5-96 0,4-1 13 0,-4 4 11 16,4-5-16-16,0 2-92 15,-4-1-148-15,3-3 72 0,-3-3-72 0,0-3 48 0,0-4-60 16,-9-3-84-16,-3 1 0 16,-4-4-124-16,-8-3-84 0,-8 0-97 15,-8 0-183-15,-4 0-184 0,-8 0-36 0,-4 0-32 16,-8 0-28-16,-9 0-516 15,-7 0-1056-15,9 0-1933 0,-25 0-1027 16</inkml:trace>
  <inkml:trace contextRef="#ctx0" brushRef="#br0" timeOffset="159633.937">18670 2904 12953 0,'0'0'1808'0,"0"0"-1204"16,0 0-540-16,0 0 24 0,0 0 476 15,0 0 312-15,95 17 44 16,-59-8-328-16,8-2-196 0,0 2-100 16,0-3-152-16,3 0-144 0,-6-1-48 0,-1-5-36 15,-1 0-272-15,-3 0-288 0,-4-5-196 16,-4-1-132-16,0-2-580 0,-12 4-1148 0,-12-3-3217 16</inkml:trace>
  <inkml:trace contextRef="#ctx0" brushRef="#br0" timeOffset="160033.85">18710 2365 12793 0,'0'0'1564'0,"0"0"-1032"0,0 0-152 0,0 0 284 16,0 0 440-16,0 0-408 15,0 0-400-15,-80 42-148 16,48-21-36-16,1 5-64 0,-1-1-48 0,0 4-4 16,-4-4-44-16,4 5-24 0,0-5-52 0,4 0-100 15,4 0 0-15,0-3-48 16,4-3 84-16,5-3-8 0,-2 0 132 0,9-3 56 16,1 0-44-16,-1-1-96 0,4 2 88 15,-1 0 60-15,5 3 84 16,0 2 40-16,9 3 76 0,3-3 88 0,4 3-64 15,-1 0 12 1,13 3-4-16,0 1-32 0,8 2 60 0,4 8-52 16,12-1 160-16,4-1-160 0,0 1-36 0,3 0-168 0,-4-3 72 15,1-3-12-15,-3-4-64 0,-1-3-8 0,-13-3-140 16,5-9-244-16,-4-7-28 16,0-3-120-16,-1-13-192 0,1-9-556 15,-12 0-1252-15,16-22-3201 0</inkml:trace>
  <inkml:trace contextRef="#ctx0" brushRef="#br0" timeOffset="160286.41">19607 2530 10436 0,'0'0'4741'15,"0"0"-4389"-15,0 0-152 0,51 64 124 16,-31-37 172-16,0 0 200 0,0-2 208 0,0 4-436 15,0-1-208-15,-4 0-184 0,4 5-76 16,-9-5-12-16,1 1-36 0,-7-4 44 16,-1-3-8-16,-4 0 0 0,0 1 4 15,-9 0 8-15,-6-2 8 0,-6 2-8 16,-7 2-176-16,-4-6-208 0,1 3-36 16,-9 0-76-16,-3-3-152 0,-6 0-268 0,-3 0-396 15,1-2-724-15,11-9-2389 16,-11-3-3055-16</inkml:trace>
  <inkml:trace contextRef="#ctx0" brushRef="#br0" timeOffset="160878.678">20718 2695 11417 0,'0'0'1768'0,"0"0"-1272"0,0 0-392 0,0 0 580 15,0 0 612-15,0 0 72 0,64 93-440 16,-53-49-200-1,2 13-212-15,-1 3 88 0,-5 7-116 16,1 3-148-16,-3 0-144 0,-5-3-184 0,8-4 36 0,-5-12-36 16,5-11 44-16,5-7-52 0,-2-17 56 15,6-4 12-15,-2-9 72 16,2-3 136-16,6-12-23 0,1-7 59 16,4-16-60-16,0-3-124 0,0-13-128 0,4 0 68 0,-4-9-72 15,-4 2 48-15,-1-5-48 0,-3 0 0 16,-5-5-12-16,2 2-256 0,-6 0-192 15,2 2-25-15,-5 10-87 0,-1 9 132 16,-3 13-96-16,1 11-28 0,-5 11-176 0,0 8-484 16,-12 4-1108-16,0 4-2697 0,-16 19-3455 15</inkml:trace>
  <inkml:trace contextRef="#ctx0" brushRef="#br0" timeOffset="161024.788">20825 3073 13757 0,'0'0'1996'16,"0"0"-1608"-16,0 0 68 0,0 0 440 0,0 0 228 16,0 0 32-16,0 0-240 15,92-13-368-15,-56 4-184 0,0-4-119 0,4 1-233 16,-1-1-12-16,6 0-133 0,-6 1-195 16,9-1-220-16,-4 3-432 0,-1 1-172 15,2-1-508-15,-13 8-1536 0,7-5-4469 16</inkml:trace>
  <inkml:trace contextRef="#ctx0" brushRef="#br0" timeOffset="164378.893">21918 2863 3360 0,'0'0'28'15,"0"0"1028"-15,0 0 1064 0,0 0 204 16,0 0-668-16,0 0-419 0,0 0-149 15,0 0 200-15,0 0-128 0,0 0-240 0,7-31-296 0,-3 27-272 16,4 4-68-16,8 0-12 16,4 0 12-16,0 13 112 0,4 0 0 15,4 9-188-15,-4 4-96 0,-1 2 8 16,1 7 4-16,-3 0-116 0,-2 0 68 16,-3 0-4-16,0 0-64 0,-4 0-8 0,-4-4-48 15,-4-2 48-15,0-3 4 0,1-4 8 16,-5-3-12-16,0-4 4 15,0 1-8-15,0-5 4 0,-9-3-8 0,5-2-68 16,0-2-56-16,-4-1-40 16,5-3 48-16,-6 0 76 0,5-3 32 0,-4-3 4 15,1-6-108-15,-2-5 56 0,1-2-32 0,4-6 20 16,0-4-96-16,1 1 0 0,3 0 92 16,0-2 76-16,3 5 4 0,9 3-12 15,-3 0 12-15,6 3 4 0,2 0 84 0,-2 3 96 16,5 0-24-16,-1 4-12 15,2-1-24-15,3 0-40 0,-5 3-80 16,1-3-4-16,5 3-48 0,-5 1-36 16,3 3-104-16,-7 0-292 0,4 2-324 15,-4 1-192-15,-4 3-544 0,0 0-724 16,-4 0-1997-16,0 9-3155 0</inkml:trace>
  <inkml:trace contextRef="#ctx0" brushRef="#br0" timeOffset="164656.558">23029 2775 10616 0,'0'0'1585'0,"0"0"-1229"16,0 0 196-16,0 0 628 15,0 0 196-15,-56 66-308 0,36-44-456 16,8 10-204-16,-4 3-60 0,0 4-52 0,0 5-64 15,8 3-56-15,-3-2 128 16,7-1-108-16,4-5-36 0,0-4 12 16,8-7 0-16,3-6 12 0,6-6 132 0,2 0-8 15,1-7-140-15,4-6-44 0,4 1-80 16,0-4-44-16,-5 0-244 0,1-10-256 16,-3-3-220-16,-2 4-204 0,-3-4-424 15,-4 1-1164-15,-3 2-2481 0,-9-3-2715 16</inkml:trace>
  <inkml:trace contextRef="#ctx0" brushRef="#br0" timeOffset="164814.728">22870 3175 12717 0,'0'0'1932'0,"0"0"-1592"16,0 0-276-16,0 0 580 0,0 0 284 16,0 0 104-16,0 0-240 0,95-17-384 0,-59 11-236 15,0 0-64-15,-1 0-108 16,1-1-184-16,1 4-492 0,-1 0-464 15,-1 3-252-15,-7 0-1676 0,0 0-5805 0</inkml:trace>
  <inkml:trace contextRef="#ctx0" brushRef="#br0" timeOffset="165632.821">23507 2819 3940 0,'0'0'5732'15,"0"0"-3043"-15,0 0-1653 16,0 0-452-16,0 0 392 0,0 0 244 0,91-19-204 16,-74 15-300-16,2 2-356 0,1-1-268 15,1-4-92-15,-2 4-112 0,1-1-248 16,0-2-484-16,-4 4-420 0,0-4-656 16,-4 1-2113-16,-8 3-2871 0</inkml:trace>
  <inkml:trace contextRef="#ctx0" brushRef="#br0" timeOffset="165845.878">23607 2848 9096 0,'0'0'1656'0,"0"0"-895"0,0 0 83 16,-5 79 448-16,5-43 276 0,5 4-148 0,3 8-548 16,-1-1-400-16,1 4-212 15,-4 0-64-15,1 0-120 16,-1-4-16-16,-4-1-60 0,4-8-12 0,-1-10-76 0,1-6-20 15,0-9-204-15,-4-1-380 0,4-5-168 16,-4-1-120-16,0-6-260 16,0 0-580-16,0 0-2081 0,0-3-2171 0</inkml:trace>
  <inkml:trace contextRef="#ctx0" brushRef="#br0" timeOffset="165986.973">23630 3207 6492 0,'0'0'4533'16,"0"0"-3425"-16,0 0-148 0,0 0 284 15,0 0 180-15,0 0-280 16,0 0-348-16,0 0-316 16,0 0-144-16,0 0-92 0,96-44-84 0,-64 44-160 0,-1 0-60 0,1 0-372 15,5 0-668-15,-1 0-452 0,-8 0-1236 16,11 0-4013-16</inkml:trace>
  <inkml:trace contextRef="#ctx0" brushRef="#br0" timeOffset="166196.793">24459 3486 14101 0,'0'0'1916'0,"0"0"-1916"0,0 0-100 15,0 0 100-15,0 0 384 0,-8 79-20 16,1-60-364-16,-2 0-732 0,1 1-412 0,0-2-352 15,1-5-1381-15,-10 10-4155 0</inkml:trace>
  <inkml:trace contextRef="#ctx0" brushRef="#br0" timeOffset="166881.89">25598 3032 5196 0,'0'0'6173'0,"0"0"-5145"0,0 0-696 16,0 0 396-16,0 0 616 0,0 0-100 0,25 70-176 16,-18-39-300-16,1 5-212 0,1 5-172 15,-5 0 20-15,-1 6 36 0,1 1-60 0,-4 2 0 16,0 5-172-16,0-1 0 0,-4 4-64 15,-3-2-132-15,-2-2-8 0,1 0-4 16,1-6-96-16,-1-4-88 0,4-3-144 16,-5-9-100-16,9-7 72 0,-4-8-84 15,4-5-164-15,0-2-100 0,0-7-64 16,0-3-172-16,0-3-192 0,0-7-340 0,0 1-1000 16,0-16-2685-16</inkml:trace>
  <inkml:trace contextRef="#ctx0" brushRef="#br0" timeOffset="167130.227">25662 3171 10576 0,'0'0'1441'0,"0"0"-637"0,0 0-444 0,0 0 668 16,0 0 364-16,56-66-476 0,-39 56-528 16,-2 7-188-16,5-3-16 0,0 6 4 15,0 0-88-15,0 0-28 0,-8 0-72 16,-1 3 0-16,-2 0-48 0,-5 7-4 15,-4 2 4-15,0 1-28 16,-8 6-84-16,-8 4 24 0,-5 2 12 0,-2 0-76 0,-5 4-148 16,0-7-96-16,4-3-72 15,0-3-200-15,1-4-348 0,6-2-508 0,1-7-1021 16,4 1-2011-16,1-8-328 0</inkml:trace>
  <inkml:trace contextRef="#ctx0" brushRef="#br0" timeOffset="167768.43">26165 2832 6520 0,'0'0'5781'0,"0"0"-4857"0,0 0-784 16,0 0 292-16,0 0 808 0,0 0 208 15,71 70-228-15,-50-39-504 16,2 1-200-16,1 3-96 0,0 3 312 0,-4-3-156 15,0 0-284-15,-4 1-184 0,-8-3-32 16,-1 3-76-16,-3-1 12 16,0-7 48-16,-4-2-52 0,0-1-8 0,0-6 4 15,-4 0 56-15,-4-2-48 0,5-5 0 0,-5-3 0 16,-1-2 36-16,2-4 52 16,3-3-52-16,-4 0-44 0,0-10-4 0,0 1-44 15,0-10-80-15,4-4-44 0,0-6 44 16,4-5 64-16,0-10-108 0,0-5 32 15,8-1-72-15,3 2 40 0,2-2-16 16,2 5-64-16,6 7 104 0,-1 6-64 0,3 3-12 16,-3 7 8-16,4 3-56 15,1 7 20-15,-2-1-36 0,1 3-72 16,4 3-240-16,-4 7-452 0,0 0-628 0,-1 0-540 16,-3 0-965-16,5 11-1947 15</inkml:trace>
  <inkml:trace contextRef="#ctx0" brushRef="#br0" timeOffset="168071.671">27057 3038 8188 0,'0'0'8169'0,"0"0"-6729"16,0 0-1032-16,0 0-108 0,0 0 412 0,0 0 144 16,0 0 144-16,0 0-328 15,104-22-383-15,-76 13-185 0,3-2-104 16,1 6-60-16,0-9-245 0,-4 8-327 15,-4-2-308-15,-1 3-272 0,-6 3-832 16,-9 2-1980-16,-8 2-1789 0</inkml:trace>
  <inkml:trace contextRef="#ctx0" brushRef="#br0" timeOffset="168235.782">27065 3273 13609 0,'0'0'2188'0,"0"0"-1772"0,0 0-4 15,0 0 684-15,0 0-8 0,0 0-132 0,0 0-272 16,96 6-320-16,-68-12-288 0,3 0-76 16,5-7-316-16,4 4-552 15,0-4-216-15,0-3-576 0,-8 7-2464 0,7-4-4749 0</inkml:trace>
  <inkml:trace contextRef="#ctx0" brushRef="#br0" timeOffset="168545.653">27930 3188 16613 0,'0'0'2624'15,"0"0"-1948"-15,0 0-628 0,0 0 244 0,-21 66 488 16,21-56 437-16,0-1-661 16,8-6-468-16,5 0-4 0,2-3 48 15,1 0-12-15,9 0-72 0,-2-3-36 0,5-6-12 16,0-4-196-16,-4 0-96 15,0-5 100-15,0 2 48 0,-5-3-40 0,-2 0 64 16,-6-1 60-16,-3 4 12 0,-3-3-16 16,-5 3 64-16,-5-3 0 0,-7 4 28 15,-8-1-28-15,-3 0-72 0,-5 3-61 16,0 4 61-16,-8 2-16 0,5 7 16 16,-6 0 24-16,-3 7-60 0,5 6-28 0,3 2-180 15,0-2-148-15,12 6-184 16,0-3-468-16,4-4-1052 0,8 1-2240 15,4 3-3165-15</inkml:trace>
  <inkml:trace contextRef="#ctx0" brushRef="#br0" timeOffset="169913.354">20161 4001 5460 0,'0'0'2780'0,"0"0"-1304"16,0 0-688-16,0 0-388 0,0 0 2305 16,0 0-1297-16,103-30-580 15,-68 18-208-15,10 2-12 0,6 1 140 0,5-1-120 16,4 1-60-16,3 2-116 0,5 2-36 16,-1 1 16-16,6 1-116 0,2-1-172 15,5 4-32-15,4 0 20 0,3 0 28 0,8 0-148 16,6 0 84-16,6-3-84 0,5 0 60 0,8-3-72 15,-1 4-96-15,1-3-12 16,-2 5 48-16,2 0-76 0,-4 0 40 16,0 7-52-16,-5 2 64 0,1 1-4 0,0-3 28 15,-5 2 52-15,1-2-100 16,-1-1-100-16,-4-3 24 0,1 0 0 16,-4-3 100-16,-1 0-40 0,5 0-96 0,-4 0-76 15,-1-3 100-15,0-4 48 0,-3-2-12 16,4 2 88-16,0-2 72 0,-1-4-64 15,0 5 60-15,2-3-8 16,-6 2 12-16,5-1 56 16,-1 1-4-16,-3 2 72 0,-1-2 8 0,2 3 128 15,-2-4-16-15,1 4-96 0,-1 0 36 0,1 1 12 0,-1 0-60 16,1-2-128-16,3 0 52 16,-2 5-56-16,2-5 60 0,4 4-64 0,0 1-8 15,5-2 4-15,0 1 4 0,0-1 76 16,4-2 20-16,-5 2-56 0,1 2-32 15,-5-4-8-15,0 2 52 0,-7-3-52 0,-5 5 0 16,1-5-52-16,-8-2 40 16,0 2 12-16,-9-2 52 0,1-1-52 15,-4 4-52-15,-5-3-56 0,-7 2-76 0,0 1 100 16,-4 3 76-16,-4-4-56 0,-5 1 64 16,-2 0-4-16,-10 0 0 0,-7 2-4 0,-12 1-408 15,-4-3-396-15,-8 3-460 16,-4-1-1264-16,-12-3-3813 0</inkml:trace>
  <inkml:trace contextRef="#ctx0" brushRef="#br0" timeOffset="202724.357">3076 15824 10937 0,'0'0'4636'0,"0"0"-3864"0,0 0-724 0,0 0 376 16,0 0 620-16,0 0 152 15,0 0-388-15,0 67-488 0,0-32-148 16,0 9-28-16,0 7 52 0,7 7-48 0,-3 8-52 16,9 7-96-16,-10 0-12 15,5 3-124-15,-4-3-8 0,0-7 136 16,-4-5 8-16,0-13 68 15,0-11 4-15,0-8-72 0,0-10 0 0,0-7-204 0,0-5-300 16,0-7-180-16,0 0-140 0,0-13-164 16,0-9-424-16,0-13-796 0,0 7-1821 15,-4-32-1899-15</inkml:trace>
  <inkml:trace contextRef="#ctx0" brushRef="#br0" timeOffset="202962.684">3163 15684 900 0,'0'0'9680'16,"0"0"-8331"-16,0 0-489 0,0 0 580 16,0 0 24-16,100-35-436 0,-80 35-256 15,3 0-204-15,5 3 28 0,0 4-264 0,0 2-188 16,0 2-92-16,-4 1-48 0,-5 1 0 16,-2 2 4-16,-9 1 64 0,-1 5 332 15,-7 2-84-15,0 9-100 0,-7 0-72 16,-9 4-28-16,-8 1-120 0,0-2-108 15,-8 3-200-15,0-6-44 0,0-1-80 0,-3-2-108 16,3-6-272-16,-4-4-196 0,8-11-272 16,-4-1-576-16,12-3-2297 0,-16-4-3147 0</inkml:trace>
  <inkml:trace contextRef="#ctx0" brushRef="#br0" timeOffset="204594.565">3036 17154 3056 0,'0'0'7969'0,"0"0"-5509"15,0 0-1508-15,0 0-456 0,0 0 460 16,0 0 360-16,0 0-276 16,0 0-204-16,0 0-380 0,47 93-140 0,-39-59-84 0,1 8-120 15,-9 2-100-15,3 1-12 16,-3-1-100-16,0-6-96 0,0-6 12 0,0-10 24 16,0-9 0-16,0-4-124 0,0-6-20 15,0-3-32-15,0 0 28 0,0-3 0 16,0-6-40-16,0-4 28 0,0-9-132 15,0-4 156-15,4-9 120 0,4 4 20 16,5-4 56-16,-2 3 100 0,9 3 40 16,4 8 252-16,-4-3 8 0,4 10 48 0,0 0-136 15,-1 5-4-15,-2 5-68 16,-6 1 56-16,1 3-108 0,-8 0-28 16,1 7-52-16,-5 2 0 0,-4 5-8 0,0-2-60 15,0 9-152-15,-13-2-120 0,-2 4 44 16,-2-4 88-16,2-3-12 0,-5 0 100 15,-1-6 36-15,-2-1-124 0,3-6 96 16,3 0 16-16,-2-3-24 0,7-3 12 16,-4 0 100-16,8 0 100 0,5-3-24 0,3 6-76 15,0 0-224-15,7 0 224 0,5 0 48 16,8 2 152-16,4 8 268 0,4 0-108 16,4 2 104-16,0 1 32 0,0 0-128 15,4 3-144-15,-5-7-28 0,5 1-36 16,-4-3-4-16,0-5-156 0,0 2-4 15,-4-4-56-15,-4 0-396 0,0-4-388 16,-5-3-76-16,-3-1-248 0,-4-2-1152 16,-8 3-2125-16,-4-1-3791 0</inkml:trace>
  <inkml:trace contextRef="#ctx0" brushRef="#br0" timeOffset="204994.51">2509 15862 5852 0,'0'0'1588'0,"0"0"2505"16,0 0-3553-16,0 0-92 15,0 0 420-15,0 0 96 0,-47 76-316 0,35-41-236 16,-4 3-184-16,4 10-104 0,0 5 116 16,0 5-88-16,0 9 164 0,0 6 8 15,4 10-164-15,1 3 28 0,2 8 160 0,5 8 36 16,5 3-100-16,6 8-148 0,9 5-88 15,4 2-48-15,4 1-72 16,7-6-188-16,6-7-236 0,2-10-200 0,5-15-20 16,4-13-64-16,0-16-64 0,-4-16-224 15,3-16-980-15,-10-6-1001 0,10-16-1903 16</inkml:trace>
  <inkml:trace contextRef="#ctx0" brushRef="#br0" timeOffset="205293.805">4088 16081 7172 0,'0'0'5085'0,"0"0"-3605"0,87 42-376 0,-51-23 152 16,4 12 180-16,-5 1-188 0,1 6-436 15,5 6-284-15,-2 4-188 0,-3 6-108 16,0 9-84-16,-5 4-88 0,-3 7-60 0,-3 8 0 16,-5 4-4-16,-5 5-96 15,-7 2 100-15,-3-1 48 0,-1-10 0 0,-4-2 0 16,-9-7-48-16,1-7-4 0,-3-2-68 16,-6-10-28-16,6-6-56 0,-10-10-52 15,6-10-184-15,-1-12-416 0,0-13-116 16,-4-9-788-16,3-4-2204 0,-6-34-4789 0</inkml:trace>
  <inkml:trace contextRef="#ctx0" brushRef="#br0" timeOffset="205496.462">5136 16319 4668 0,'0'0'10365'15,"0"0"-8293"-15,0 0-884 0,87 7 80 0,-64-4-548 16,5-3-316-16,0 0-296 16,0 0-108-16,0-6-60 0,0-5-160 0,0 5-648 15,-4 0-272-15,-8 6-424 16,-8 0-3148-16,-8 10-5249 0</inkml:trace>
  <inkml:trace contextRef="#ctx0" brushRef="#br0" timeOffset="205663.711">5108 16748 820 0,'0'0'6948'16,"0"0"-2919"-16,0 0-2557 0,0 0 268 0,95-3-68 15,-55-7-148-15,4-6-412 16,-1 1-416-16,6-2-364 0,-10-2-272 0,1 3-60 16,0 4-232-16,0-1-968 0,-1 7-608 15,-11 3-2848-15,16 3-6657 0</inkml:trace>
  <inkml:trace contextRef="#ctx0" brushRef="#br0" timeOffset="206177.562">6861 15484 6716 0,'0'0'6641'0,"0"0"-5029"0,0 0-352 16,19 82 76-16,-10-46-28 0,-2 5-68 16,5 3-328-16,-3 7-388 0,2 2-159 15,1 8-121-15,0-4-100 0,-8 1-88 0,4-1-56 16,-4-7-84-16,0-5-232 0,-4-10-145 16,5-9-15-16,-5-14 76 15,3-6-164-15,-3-6-244 0,0-2-300 0,0-11-836 16,0 0-1116-16,-3-19-2525 0</inkml:trace>
  <inkml:trace contextRef="#ctx0" brushRef="#br0" timeOffset="206404.621">6880 15570 1436 0,'0'0'7380'0,"0"0"-4887"0,0 0-993 16,0 0 92-16,0 0-4 0,0 0-372 15,84-44-300-15,-64 41-188 16,-1 3-176-16,6 0-172 0,-5 0-76 0,4 0-68 15,-5 6-104-15,-2-2-8 0,-2 4-116 16,-2 2-8-16,-9 2-52 0,-1 4 52 0,-3 3 72 16,0 4 12-16,-7-1-20 15,-6 3-64-15,-2-2-304 0,-9-2-24 0,3-2-128 16,-2 1-44-16,3-8-56 0,-4 2-220 16,5-8-108-16,2-3-220 15,1-3-560-15,-4 0-1108 0,13-7-2429 0,-10-9-1006 16</inkml:trace>
  <inkml:trace contextRef="#ctx0" brushRef="#br0" timeOffset="206611.285">7609 15154 7656 0,'0'0'6829'0,"0"0"-5217"15,0 0-748-15,0 0-68 0,17 76 400 16,-13-44-128-16,0-1-456 0,-4 5-528 0,7-2-84 16,1 1-84-16,-3 4-52 15,3-2-328-15,-1 8-516 0,1-1-452 0,-8 1-1464 16,4-10-3605-16</inkml:trace>
  <inkml:trace contextRef="#ctx0" brushRef="#br0" timeOffset="206763.607">7737 15893 300 0,'0'0'12417'16,"0"0"-11029"-16,0 0-868 0,0 0 540 15,0 0-8-15,0 0-380 0,56 63-672 16,-40-58-224-16,0-3-560 0,0-2-476 16,3 4-668-16,-6-4-2777 0,-2 6-3591 0</inkml:trace>
  <inkml:trace contextRef="#ctx0" brushRef="#br0" timeOffset="207177.601">5933 16783 456 0,'0'0'11325'16,"0"0"-9333"-16,0 0-976 0,0 0 584 0,75-16 16 16,-36 10-324-16,6-4-408 0,6 1-176 15,5-2-4-15,7-1-83 0,10-3-209 0,6 2-220 16,9-6 52-16,3-1-100 15,9-2-12-15,4 0-20 0,11-3-100 16,1-2-12-16,11-3 0 0,0 2 0 16,6-2-48-16,-2 2-28 0,0-1 16 0,-4 4-204 15,-3 6-100-15,-8 0 96 16,-1 9 4-16,-7 1 32 0,-4 6-13 0,-13 3-95 16,-12 0-108-16,-2 0 8 0,-14 5-12 15,-10 2-200-15,-6 3-320 16,-8-4-452-16,-7 3-676 0,-12-5-560 0,-3 2-3077 0</inkml:trace>
  <inkml:trace contextRef="#ctx0" brushRef="#br0" timeOffset="209311.565">6705 16912 1448 0,'0'0'4944'0,"0"0"-1896"15,0 0-1576-15,0 0-595 16,0 0-69-16,0 0 188 0,0 0 56 0,0 0-268 16,0 0-348-16,0 0-108 0,0 0-60 15,40 90 4-15,-32-62-32 0,4 7 44 16,0 6-24-16,-1 7-124 0,2 3-48 15,-5 3 4-15,-1 4-88 0,-3-2-4 0,1 1 0 16,-5-3 0-16,4-7-64 16,-4-8 64-16,0-7 52 0,0-7-44 0,0-3-8 15,0-6-56-15,0-2-140 0,0-9-40 16,0-2 24-16,0-3 12 16,-4 0-48-16,4 0-16 0,0-3 92 0,-5-9 52 0,5-4-292 15,-4-6 224-15,4-7-216 16,-4-3 204-16,4-3-80 0,0 1 92 15,8-2 112-15,1 5-28 0,2 2 104 0,6 4 108 16,-6 3 104-16,6 3 80 0,-2 3 48 16,2 2-136-16,2 8 72 15,-3 0 24-15,-4 4-96 0,1-3-52 0,-10 5-76 16,5 5-76-16,-4 1-40 16,-4 2-72-16,0 6-44 0,0 5-156 0,-8 0-116 15,1 3-12-15,-6 0 48 0,1-3 252 16,0 1 40-16,-4-8-92 0,4 4 144 0,0-7 48 15,1 1 0-15,2-4 164 0,1-2 24 16,4-4 104-16,1 2 24 16,3-2-52-16,0 0-124 0,0 0-40 15,7 6-100-15,1-1 300 0,8 4 92 0,5 1-28 16,2-1-76-16,1 0 24 0,-4 1-116 16,4-4-72-16,-1 1 0 0,2-4-80 0,-5-3-44 15,4 0-76-15,-5 0-36 16,5 0-248-16,-3-10-300 0,-2-2-236 15,1-8-492-15,-4 8-908 0,-4-16-3797 16</inkml:trace>
  <inkml:trace contextRef="#ctx0" brushRef="#br0" timeOffset="209491.559">7315 17008 5684 0,'0'0'5373'0,"0"0"-4065"15,0 0-656-15,0 0 88 0,40 67 652 16,-33-42-44-16,-3 1-500 0,4-1-612 16,-8 0-236-16,5 1-176 0,-5 2-456 15,0 1-436-15,0-4-600 16,-5 17-2873-16</inkml:trace>
  <inkml:trace contextRef="#ctx0" brushRef="#br0" timeOffset="209631.497">7418 17567 2284 0,'0'0'6768'16,"0"0"-4071"-16,0 0-1301 0,0 0-300 15,0 0-12-15,0 0-492 0,0 0-480 16,0 0-112-16,79 16-436 0,-62-16-752 0,-6 0-900 16,10-6-3605-16</inkml:trace>
  <inkml:trace contextRef="#ctx0" brushRef="#br0" timeOffset="210211.439">7956 17018 1292 0,'0'0'8832'0,"0"0"-6671"16,0 0-793-16,0 0-264 0,0 0-60 16,0 0 108-16,0 0-404 0,0 0-268 15,0 0-132-15,-44 80-28 0,44-49 24 16,0 4 12-16,8 9-76 0,5 0-108 0,-2 8-88 16,5-5-20-16,0 1-60 15,-4-4-4-15,0-6-88 0,0-13-192 0,4-2-124 16,-4-14-40-16,4-5-208 0,0-4-188 15,4-6-308-15,-1-11-644 0,-6 4-656 16,6-14-2729-16</inkml:trace>
  <inkml:trace contextRef="#ctx0" brushRef="#br0" timeOffset="210760.547">8375 17008 2612 0,'0'0'208'16,"0"0"-24"-16,0 0-104 0,0 0-72 16,0 0 356-16,0 0 0 0,0 0 3540 15,0 0-2604-15,0 0-396 0,0 0 52 16,0 0 137-16,-17 0-5 0,13 0-132 16,4 0-220-16,-4 0-56 0,4 0-4 0,-3 0-72 15,3-3-56-15,-4 3-64 0,4 0-40 16,-4-3-108-16,4 3-80 15,-4 0 28-15,-1 0-24 0,5 0 8 0,-4 0-48 16,4 0-48-16,0 0-64 0,0 0 4 16,0 0 36-16,0 6-28 0,0 4-20 0,0 9-40 15,0 3 24-15,9 6 0 16,3 8 64-16,-5 5 36 0,6 0-16 16,-2 6-20-16,1 1-16 0,1 6-36 0,-6 0-8 15,1 3-88-15,1 1-4 0,-2-1-44 16,1 0-4-16,0-3-68 0,-3 0-52 15,-1-4-68-15,3-2 8 0,1-7-12 16,-4 1-84-16,5-10-40 0,2-4 48 16,-3-9 76-16,-4-10-64 0,0-5-72 15,0-4-248-15,-4-10-392 0,0-6-68 16,0-9-324-16,0-6-396 0,0 1-957 0,-12-20-2539 16</inkml:trace>
  <inkml:trace contextRef="#ctx0" brushRef="#br0" timeOffset="211021.005">8294 17043 4712 0,'0'0'144'0,"0"0"2080"0,0 0-912 16,0 0-108-16,0 0 88 15,0 0-83-15,53-67-301 0,-29 61-128 0,0 3-200 16,-1 0-72-16,1 3-116 0,0 0-80 15,-3 3-36-15,-2 3 0 0,-7 4 44 16,0 6-60-16,-4 0-72 0,-1 6-188 0,-7 0-124 16,0 10-64-16,0-4-192 15,-7 7 4-15,-5-3 0 0,0-3 48 0,-4-1-76 16,0-6-40-16,0-3 40 0,5-3-104 16,-2-4-68-16,2-5-436 0,2 0-741 15,5-7-2123-15,-8 0-592 0</inkml:trace>
  <inkml:trace contextRef="#ctx0" brushRef="#br0" timeOffset="211212.246">8769 17237 4712 0,'0'0'116'0,"0"0"6029"0,0 0-3821 0,0 0-288 16,0 0-352-16,0 0-628 0,0 0-516 15,79-7-344-15,-62 1-196 0,-6-3-136 0,6-4-308 16,-2 0-412-16,2 0-520 0,-6 1-796 16,2 2-2385-16,-2 1-2667 0</inkml:trace>
  <inkml:trace contextRef="#ctx0" brushRef="#br0" timeOffset="211922.521">9112 16780 1828 0,'0'0'6972'0,"0"0"-4391"0,0 0-1181 0,0 0-316 0,0 0 332 16,0 0-44-16,0 0-244 0,0 0-260 15,0 0-304-15,35 82-220 16,-23-44 0-16,-3 7-28 0,-2-1 64 0,1 7 156 16,0-4-308-16,-8 4-228 0,5-3 0 15,-5 3-204-15,0-7-284 16,0-2-124-16,-5-11 100 0,5-12 180 0,0-6 160 15,0-7-184-15,0-6-236 0,0 0-288 16,0-9-108-16,0-4 320 0,5-6 176 16,-5-6 52-16,4-1-28 0,-1-2 36 0,5-1 112 15,0 1 232-15,4 5 88 0,-4 4 192 16,4 4-4-16,0 2 44 0,0 6 108 16,0 4 64-16,-4 3 52 0,0 0-64 15,-4 3-104-15,-1 4 36 0,-3 2-32 16,4 1-152-16,-4 2-132 0,0 4-8 15,-4 0-52-15,-3 3 40 0,-1 1-64 0,-4-2-36 16,4 1-68-16,0-3 8 16,0-4 156-16,5-1-24 0,-2-8 40 0,5 2 200 15,0-5-56-15,5 4-132 16,2-1 148-16,1 1 316 0,8-1 8 16,-4-3-148-16,8 3-40 0,-4-3-24 0,0 0 0 15,-1 0-272-15,2-6-48 0,-2-5-448 16,-2-1-332-16,-2-3-376 0,1-2-740 15,-3-5-3241-15</inkml:trace>
  <inkml:trace contextRef="#ctx0" brushRef="#br0" timeOffset="212221.213">9475 16824 7080 0,'0'0'2452'0,"0"0"-1003"16,0 0-229-16,0 0-108 15,0 0 92-15,0 0-92 0,91 32-320 0,-75-20-240 16,0 4-20-16,-1 0 24 0,2 3-96 16,-2 0-204-16,-2 4-108 0,-2-1-12 15,1 3 0-15,-3 1-28 0,-2 5-32 0,1 2 8 16,-4 0 88-16,0 3-72 15,-4 2-56-15,0-3-44 0,-4 4-100 0,-4-6-132 16,1 3-232-16,-6-8-204 0,1-2-48 16,1-11 8-16,-2-2-208 0,2-13-432 0,3 0-1484 15,-8-6-3533-15</inkml:trace>
  <inkml:trace contextRef="#ctx0" brushRef="#br0" timeOffset="212470.491">9969 16659 10648 0,'0'0'4397'0,"0"0"-2749"15,0 0-172-15,0 0-416 16,43 89-216-16,-35-57 48 0,0-1-332 15,-4 4-292-15,0 0-195 0,0 3-73 0,-4-3-157 16,4-3-551-16,-4 3-428 16,0 0-560-16,0-10-2368 0,0 13-4121 0</inkml:trace>
  <inkml:trace contextRef="#ctx0" brushRef="#br0" timeOffset="212594.527">10188 17373 12477 0,'0'0'3072'0,"0"0"-2352"0,0 0-320 16,0 0-28-16,0 0-24 0,0 0-348 16,0 0-636-16,0 0-1160 0,0 0-1312 15,0 0-5873-15</inkml:trace>
  <inkml:trace contextRef="#ctx0" brushRef="#br0" timeOffset="213136.973">10582 16218 4728 0,'0'0'6797'15,"0"0"-4573"-15,0 0-428 16,0 0-564-16,92 34-200 0,-56-30-280 0,-1-1-176 16,-3-3-180-16,4-3-288 0,0-4-108 15,-1 1-112-15,2-7-516 0,-5 1-224 16,0 2-464-16,-9-2-824 0,-3 5-2913 0,-12 1-4207 16</inkml:trace>
  <inkml:trace contextRef="#ctx0" brushRef="#br0" timeOffset="213295.684">10682 16573 6536 0,'0'0'2880'0,"0"0"213"0,0 0-1921 16,0 0-208-16,0 0 220 0,84 3-428 0,-49-3-332 15,5-3-424-15,3-3-424 16,5 2-836-16,-12 2-892 0,28 2-3553 0</inkml:trace>
  <inkml:trace contextRef="#ctx0" brushRef="#br0" timeOffset="-213417.511">8462 16312 2204 0,'0'0'1824'16,"0"0"-1260"-16,0 0-476 15,0 0 1620-15,0 0 744 0,0 0-1144 16,0 0-379-16,0 0-209 0,0 0-52 0,0 0 48 16,0 0 72-16,16 17 12 0,-16-20 80 0,0 3-24 15,0-3-44-15,4 3-108 16,-4-4-112-16,0 4-88 0,0 0-48 16,0 0-76-16,0 0-100 0,0 0 24 0,0 0-48 15,5 0-36-15,-5 0-12 16,3 0-36-16,1 0-4 0,4-3-20 15,0 3 9-15,0-4-13 0,8-2-32 0,-5 4-16 16,6-2-24-16,3-3-12 0,-1 5 52 16,2-5-64-16,3 4 12 0,-5 1 12 15,1-3-12-15,1 3-12 0,-2-2 12 16,1-2-4-16,0 3-52 0,4 0-4 0,0-4 4 16,0 4 120-16,4-3-28 15,0-1-36-15,-4 1-60 0,3 0 4 0,1 0 44 16,0 2 0-16,0 1 16 0,-4 0-64 15,0 0 0-15,-1 3-8 16,-3 0 0-16,1 0-40 0,-2 0 40 0,-3 0-60 16,-4 0 64-16,1 0-52 0,-2 3 52 15,1-3-44-15,-4 3 40 0,0-3 8 16,-4 0 0-16,4 0 4 0,-3 0 4 16,-5 0 0-16,3 0 52 0,-3 0-52 15,0 0 0-15,0 0 48 0,4 0-52 16,-4 0-4-16,0 0 0 0,0 0 0 0,0 0-4 15,0 0-44-15,0 0 44 0,4 0-44 16,-4 0 36-16,4-3-48 0,-4 3 56 16,4-3-68-16,0-1 60 0,0 2-36 0,0-5-4 15,4 4 4-15,-4-3-12 16,4 3 12-16,-5-1-12 0,6 4-48 0,-5-3 48 16,4 0-16-16,-1 3 4 0,-3-4 24 15,5 4 36-15,-1 0-60 0,-4-2-12 0,-1 2 24 16,-3 0-4-16,4 0-8 15,-4 0-85-15,0-5-99 0,0 5-96 16,0 0-208-16,0 0-332 0,0 0-720 0,0 0-2564 16,-15 0-4957-16</inkml:trace>
  <inkml:trace contextRef="#ctx0" brushRef="#br0" timeOffset="-207933.008">11964 15177 7292 0,'0'0'5173'16,"0"0"-3961"-16,0 0-476 0,0 0-80 15,0 0 300-15,0 0 336 0,0 0-144 0,20 66-312 16,-12-30-248-16,4 8-84 16,0 6-28-16,-4 10-124 0,4 7-168 0,-4-1-64 15,0 5-72-15,-4-2-44 0,0-2 4 16,0-7-4-16,0-6 0 0,0-6-4 16,-4-10 0-16,4-13-8 0,-4-5-40 15,0-11-96-15,4-6-308 0,-4-3-304 16,0-3-40-16,0-6-152 0,0-7-264 15,0-6-568-15,-4-10-988 0,-4-4-2049 16,0 8-1411-16</inkml:trace>
  <inkml:trace contextRef="#ctx0" brushRef="#br0" timeOffset="-207690.17">11932 15377 1448 0,'0'0'4712'0,"0"0"-84"16,0 0-3327-16,24-70-161 0,-11 47 168 15,6 4-136-15,1 0-180 0,1 3-60 16,2 7-300-16,1-1-200 0,0 7 8 15,0 0-44-15,-5 3-44 0,2 3-20 0,-6 3-76 16,1 7-108-16,-4 0-16 0,-7 2-44 16,-1 4-28-16,0 7-52 0,-4 0-8 15,-4 2-48-15,-5 4-16 0,-3 0-68 16,1-4-28-16,-9-2-48 0,3-5 28 16,-2-2-28-16,-1-2-100 0,4-5-48 15,-8 1-160-15,4-6-52 0,1-2-212 16,-2-5-204-16,-3 0-452 0,4 0-392 0,4-5-741 15,5-2-1331-15,-2-6-1816 0</inkml:trace>
  <inkml:trace contextRef="#ctx0" brushRef="#br0" timeOffset="-206926.312">12749 15087 3768 0,'0'0'7349'0,"0"0"-5489"0,0 0-524 16,0 0-328-16,0 0-140 0,0 0-228 15,0 0-56-15,0 0-60 0,-60 67-104 16,60-32-64-16,0 3-36 0,8 3-52 0,5 7-96 16,-2-3 24-16,6-1-132 0,-2 0-64 15,5-6-44-15,-4 1-32 16,4-7-192-1,0-7-288-15,-4-6-172 0,0-10-40 16,0 1-64-16,4-10-316 0,-5 0-600 0,-2-6-1225 0,2-13-3407 16</inkml:trace>
  <inkml:trace contextRef="#ctx0" brushRef="#br0" timeOffset="-206701.692">13136 15198 4408 0,'0'0'2044'0,"0"0"2328"0,0 0-2791 15,0 0 15-15,27 76-132 0,-18-41-184 0,-5 4-184 16,4 4-196-16,-5 3-272 0,5 1-164 16,1 4-120-16,-5 0-88 0,3 0-96 15,1-1-112-15,-3-2-48 0,-1-4-60 16,3-5-88 0,-3-14-196-16,0-6-108 0,0-7-12 0,-4-5-92 0,4-7-184 15,1-2-292-15,-5-12-564 0,0-2-200 0,4 0-1117 16,-4-19-2295-16</inkml:trace>
  <inkml:trace contextRef="#ctx0" brushRef="#br0" timeOffset="-206489.455">13219 15297 3968 0,'0'0'784'16,"0"0"3944"-16,0 0-2895 0,0 0-381 16,0 0-64-16,0 0-64 0,0 0-268 0,80-60-220 15,-68 60-128-15,0 0-216 0,0 0-72 16,-4 0-76-16,4 6-100 0,-8 0-84 15,0 7-76-15,0-1-36 0,-4 7-44 16,0 7-4-16,-4-1-36 0,-4 4-136 16,-4 0-132-16,0-1-164 0,0-3-88 15,0-6-24-15,0-2 24 0,0-4 20 0,4-8-96 16,4-2-160-16,-3-3-268 0,3 0-392 16,4 0-1005-16,0-3-2295 0</inkml:trace>
  <inkml:trace contextRef="#ctx0" brushRef="#br0" timeOffset="-206302.542">13554 15351 9068 0,'0'0'2569'0,"0"0"-1429"0,0 0 184 16,0 0 716-16,96-7-268 0,-76 4-512 16,0-1-392-16,-1-1-356 0,2-1-216 15,-6-1-296-15,5-3-12 0,-4 1-244 16,4-4-444-16,-4 5-144 0,0-6-340 15,-4 4-904-15,-4 4-2712 0,-4 0-4569 16</inkml:trace>
  <inkml:trace contextRef="#ctx0" brushRef="#br0" timeOffset="-206119.716">13949 15132 2948 0,'0'0'7716'0,"0"0"-4627"16,0 0-1909-16,0 0-376 15,15 76 288-15,-10-51 152 0,-1-3-136 16,0 2-424-16,3-3-464 0,1-5-220 0,1 0-4 16,-2 0-80-16,1-1-320 15,0 1-380-15,1-4-244 0,-2-1-476 0,1-5-1100 16,0-6-2549-16,0-3-1239 0</inkml:trace>
  <inkml:trace contextRef="#ctx0" brushRef="#br0" timeOffset="-205902.976">14308 15059 1212 0,'0'0'9769'16,"0"0"-8357"-16,0 0-428 0,0 0 476 15,0 0 52-15,0 0-208 0,91 41-300 16,-79-25-328-16,-1 0-212 0,2-1-108 16,-5 4-112-16,-1 1-60 0,-3-1-40 15,-4 6-44-15,0 0-96 0,0 1-4 16,-7 2-52-16,-1 0 44 0,-5 1-260 0,-2-4-160 15,3 5-60-15,-8-5-4 0,0-3 12 16,0 1-60-16,-4-7-452 16,4 0-428-16,1-10-756 0,6 0-1829 0,-7-6-1807 15</inkml:trace>
  <inkml:trace contextRef="#ctx0" brushRef="#br0" timeOffset="-205582.957">15024 15252 11953 0,'0'0'2536'0,"0"0"-2004"0,0 0-380 15,0 0 324-15,0 0 192 16,0 0 344-16,0 0-332 0,0 0-296 0,0 0-100 16,84-12-136-16,-72 15-148 15,0-3-64-15,0 0-368 0,4 0-496 0,-4 0-672 16,-4-6-1096-16,3-1-4801 0</inkml:trace>
  <inkml:trace contextRef="#ctx0" brushRef="#br0" timeOffset="-205415.765">15498 15179 3636 0,'0'0'9621'0,"0"0"-7633"0,0 0-1256 15,0 0-392-15,0 0-52 0,0 0 112 16,0 0-252-16,0 0-148 0,84 7-952 15,-68-14-228-15,0-2-316 0,4 0-952 16,-4 2-1981-16,8-3-163 0</inkml:trace>
  <inkml:trace contextRef="#ctx0" brushRef="#br0" timeOffset="-205311.537">15809 15119 8240 0,'0'0'2821'0,"0"0"-1049"0,0 0-260 16,0 0-236-16,0 0-372 0,0 0-116 0,76 18-144 15,-64-14-276-15,4-1-356 0,-4-3-12 16,-1 0-284-16,-2 0-408 0,3 0-536 15,-5 0-636-15,2 0-2621 0,-5 0-4611 0</inkml:trace>
  <inkml:trace contextRef="#ctx0" brushRef="#br0" timeOffset="-198565.063">16765 15059 8232 0,'0'0'2084'0,"0"0"281"16,0 0-1217-16,0 0-312 0,-32-76-92 16,28 59 36-16,-3 2-4 0,-1 2-152 15,-1 0-128-15,2 4-188 0,-1 2 136 16,4 2 144-16,0 1 124 0,0 4-236 0,-1 0-112 15,2 0-72-15,-1 7-60 16,0 5-136-16,0 4-92 0,-4 10 4 16,3 9 52-16,-2 2 16 0,7 4-76 0,-4 4 0 15,4-1 0-15,0 4-4 16,4 3-44-16,3-1 40 0,2 1 4 0,3-6-104 0,0-7-72 16,0-5-296-16,3-12-84 15,-2-5-16-15,2-9 36 0,2-4-36 16,-2-3-168-16,2-7-148 0,3-8-588 0,-5-8-940 15,2 4-2785-15,-2-13-2379 0</inkml:trace>
  <inkml:trace contextRef="#ctx0" brushRef="#br0" timeOffset="-184047.433">17100 14938 1668 0,'0'0'10481'0,"0"0"-8645"0,0 0-772 16,0 0-248-16,0 0 80 0,0 0-88 15,0 0-152-15,0 0-300 0,0 0-244 16,0 0-16-16,0 0 128 0,16 48 120 15,-4-16 48-15,4 5-124 0,-8 8-132 0,4 2-4 16,0 4-44-16,-4 0 8 0,-4 7-48 16,0-4-44-16,-4 3-4 15,0-1 0-15,0 3-4 0,0-3-8 0,0-2-60 16,0-4-12-16,0-5-112 0,0-4-12 16,0-9 12-16,0-6-48 0,3-11-4 0,-3-5-60 15,4-4-96-15,-4-2-80 16,5-4-8-16,-1-4 32 0,0-2-64 0,0-10-180 15,3-3-404-15,-3-10-596 16,-4 4-1133-16,0-17-2343 0</inkml:trace>
  <inkml:trace contextRef="#ctx0" brushRef="#br0" timeOffset="-183758.746">17192 15037 1016 0,'0'0'8428'0,"0"0"-7184"15,0 0-371-15,0 0 143 0,24-67 220 0,-13 58-148 16,2-5-244-16,6 5-276 16,-2 3-144-16,3-1 0 0,-1 4-136 15,1 3-92-15,1 0-72 0,-6 3 52 16,1 7-172-16,-4 2 80 0,0 4-76 16,-4 0 4-16,-4 10 36 0,-4-1-48 15,0 0-12-15,0 7-52 0,-4-3 60 0,-4-1-8 16,-4 0 8-16,0-2-44 0,-4-3-52 15,1-1-36-15,-6-6-88 16,5-3-36-16,1-1-52 0,2-6 88 0,1 1-76 0,1-4-268 16,2 1-172-16,5-4-96 15,0 0-336-15,1-7-736 0,3 3-2173 16,0-2-1631-16</inkml:trace>
  <inkml:trace contextRef="#ctx0" brushRef="#br0" timeOffset="-183566.423">17670 15202 4136 0,'0'0'7609'0,"0"0"-5917"15,0 0-968-15,0 0 500 0,0 0 320 16,0 0-352-16,0 0-464 0,0 0-384 0,92-6-220 16,-73 6-56-16,1-7-68 0,8-3-76 15,-4 1-80-15,4 0-436 0,-1-5-284 16,-2 4-272-16,-1 2-576 0,-8-2-1296 15,0 10-3741-15</inkml:trace>
  <inkml:trace contextRef="#ctx0" brushRef="#br0" timeOffset="-182993.163">18215 14633 1108 0,'0'0'10505'0,"0"0"-8853"0,0 0-1028 0,0 0 124 15,0 0 324-15,0 0-4 16,0 0-336-16,0 0-324 0,0 0-108 0,0 0 80 16,80 16-60-16,-68 16-124 0,4 12 0 15,-4 8-8-15,-3 11-104 0,-5 4 0 16,-1 3-84-16,-3-1 8 0,0 1-8 0,0-7-60 15,0-5-48-15,0-11-64 0,0-8-28 16,-3-11 92-16,3-9 8 0,0-10 16 16,0-5-28-16,0-4-136 0,0 0-120 15,0-10 20-15,0-9 188 0,7-6 152 16,1-7-140-16,1 0-4 0,-2-3-56 16,5 1 120-16,-4 4-12 0,0 8 100 0,4 3-8 15,-4 6 8-15,0 1-76 0,-4 5 76 0,4 4 112 16,0 0 76-1,-5 3-16-15,6 0-84 0,-1 0-24 16,0 3 84-16,-5 4 24 0,1 3-36 0,-4 2-12 16,0 1-12-16,0 2-24 15,-4 4-88-15,-7 6-136 0,-2-2-88 0,2-4-24 16,-1 0 24-16,0-3 100 0,0-3 56 0,4-4 68 16,0-2 4-16,0 0 4 0,4-4 40 15,0-1-48-15,4 1-160 16,0 1-4-16,8-1 164 0,0 1 276 0,4 2-80 15,4-3-60-15,0 2-48 0,3-1-76 16,5-4 52-16,-3 0-56 0,3 0-4 16,-1 0 4-16,-7 0 48 0,5-4-56 0,-2 2-260 15,-3-1-200-15,-4 0-148 16,0 0-264-16,0 0-288 0,-4-1-508 0,-1 1-965 16,2-4-2307-16</inkml:trace>
  <inkml:trace contextRef="#ctx0" brushRef="#br0" timeOffset="-182782.769">18834 15037 4528 0,'0'0'7249'16,"0"0"-5917"-16,0 0-796 0,0 0 364 0,0 0 408 15,0 0-204-15,0 0-256 0,83-13-332 16,-63 7-220-16,0 2-136 0,3-5-152 15,2 2-8-15,-5-2-56 0,4-1-328 16,-5-3-320-16,2-2-428 0,-6-1-416 0,-2 6-1032 16,-6-8-3625-16</inkml:trace>
  <inkml:trace contextRef="#ctx0" brushRef="#br0" timeOffset="-182569.643">18989 14805 4332 0,'0'0'5176'0,"0"0"-3655"0,0 0-389 0,0 0-108 16,0 0 132-16,-9 74 144 0,13-53-180 15,5 1-288-15,-1 3-336 0,-1 0-176 0,1 5-84 16,5-2-188-16,-6 1-48 0,-3-4-40 16,5 3-220-16,-1-5-348 0,-4 3-196 15,-1-8-128-15,5-1-224 0,-4-8-520 0,5-6-1265 16,-5-3-1707-16,3-3-876 0</inkml:trace>
  <inkml:trace contextRef="#ctx0" brushRef="#br0" timeOffset="-182030.441">19543 14598 8612 0,'0'0'5329'0,"0"0"-4117"15,0 0-1096-15,0 0-28 0,0 0 240 16,0 0 736-16,0 0 68 0,8 92-488 0,-4-60-252 16,3 4-84-16,1 2-88 0,1-4-24 15,-2 1-12-15,1 4-72 0,1-8-64 16,-1 0-48-16,-1-1-60 0,1-12-100 15,-4 1-148-15,5-3-120 0,-6-6-140 16,1-1-136-16,0-3-104 0,0-6-232 16,0 0-448-16,0-9-884 0,0 3-2605 0,0-20-1975 15</inkml:trace>
  <inkml:trace contextRef="#ctx0" brushRef="#br0" timeOffset="-181737.201">19921 14449 5564 0,'0'0'6433'0,"0"0"-5585"0,0 0-148 16,0 0 176-16,0 0 336 0,96 28 168 15,-76-15-312-15,-1 4-392 16,5 1-184-16,1 8 12 0,-1 2 572 0,-5 1-504 0,-3 3-332 15,0 0-80-15,-4 3-15 16,-4-1-61-16,-4 2-44 0,-4 1-32 16,0 4-8-16,-4-3 0 0,-9 1-8 0,2-5-92 15,-4 2-181-15,-2-1-143 0,-3-4-40 16,-3-2-244-16,-5 3-184 0,0-7-340 16,-4-2-716-16,4-4-1012 0,-20-1-3517 15</inkml:trace>
  <inkml:trace contextRef="#ctx0" brushRef="#br0" timeOffset="-180317.941">11889 16618 4440 0,'0'0'7677'0,"0"0"-6753"15,0 0-608-15,0 0-60 0,0 0 252 0,0 0 176 16,0 0 8-16,0 0-188 16,67-70-112-16,-50 60-44 0,2 1-48 15,5-1-24-15,-4 3-4 0,8-1-12 0,0-3-36 16,8 2-92-16,-4-1-44 0,7 1-24 16,-3 3 8-16,8-4-60 0,0 4 76 15,4 0-84-15,-1-1 44 0,9-2-48 16,0 3 8-16,0-1-8 0,-1 4-56 15,5-4-8-15,-4 2 52 0,4 1-36 0,0 1 36 16,-1-3 0-16,5 2 0 0,0 1-36 16,3-3 44-16,2-5-4 0,2 3 8 15,1-5 0-15,4-3 124 16,-1 1-124-16,1-2 0 0,0 4 0 0,0 1 48 16,-5-1-40-16,1 4 104 0,0 2-112 15,-1-2-48-15,1 3 40 0,-5-1-56 16,6 1 60-16,-2-1 0 0,4 1-104 15,-2-3 100-15,2 3-68 0,1-4 16 16,3 4 52-16,-2-4-56 0,-6 4 64 16,5-4 0-16,-4 4 48 0,-1 0-44 15,1-1 96-15,-4 0-100 0,3 2-12 16,1-1 4-16,0 1-16 0,0-1-52 0,-5 0 40 0,5-1 28 16,-4 1-68-16,3 0 72 15,-3 0-44-15,4 2 0 0,0-2 48 0,-5 0 0 16,1 3 4-16,0-4-4 0,-4 4 12 15,3-3 48-15,-3 3 28 16,4 0-76-16,-5 3-8 0,1-4-4 0,0 4 0 16,-1 0-8-16,-3-3 8 0,4 3-12 15,-4 0 4-15,3 0 4 16,-3 0-88-16,4 0 92 0,-4 0 0 0,3-3-20 16,2 3 16-16,-1-3-36 0,-1-1 36 15,1 2 8-15,4-2 32 0,-5 1-24 16,5-3-4-16,-4 3-8 0,-1 0 0 0,6-1-8 15,-6 4 0-15,5-3 0 0,-4 0 8 16,3 3 12-16,1-4 64 0,-1 2-76 16,6-5 0-16,-6 4 0 0,5 0-12 15,4-3-52-15,-1-1 60 0,1 1 0 0,0-4-8 16,4 0 8-16,-5 1 4 16,5-4 4-16,-5 5 36 0,2-6-40 15,-2 1 0-15,5 1 12 0,-5-1 40 0,5 1-52 16,-1 2 108-16,1-4-56 15,4 6-52-15,-5-5-40 0,5 4 36 0,-4-4 8 16,0 3 68-16,-4-2-72 0,-9 5-32 16,1-3 32-16,-8 5 0 0,-4-1 8 15,-9-1-16-15,-3 3 8 0,-4 1-4 16,-8 0 4-16,-4 1 60 0,-4 2-56 0,-5-5 32 16,-6 5-28-16,-6-2-16 15,1 2-44-15,-4 0 4 0,-4 0-4 0,-4 0-328 16,-7 0-280-16,-6 2-416 0,-6 5-564 15,-1-1-1360-15,-32 5-4769 0</inkml:trace>
  <inkml:trace contextRef="#ctx0" brushRef="#br0" timeOffset="-178900.726">15156 16281 2016 0,'0'0'900'0,"0"0"2912"15,0 0-2124-15,0 0-416 0,0 0-48 16,0 0 89-16,0 0-97 0,0 0-200 16,39-48-224-16,-34 48-188 0,3 4 40 15,0 8 104-15,3 7-92 0,2 6-88 0,-2 11 96 16,-3 5-148-16,4 7-208 0,-8-1-76 16,4 7-112-16,-4-3 16 0,-4 3-64 15,0 3-68-15,0 0-4 0,0 4 0 16,0-1-12-16,-4 4 0 0,-4-11-132 15,4 1-128-15,1-12 4 0,-6-10 60 0,9-7 36 16,-4-12 0-16,4-7-72 0,0-3 20 16,0-3 52-16,0 0 12 15,0-3-60-15,0-7-40 0,0-5-100 0,4-4 100 16,1-10 12-16,-1-6-140 0,-1-3 52 16,1 0-20-16,0 0-44 0,0 3 48 15,0 3 104-15,1 7 248 0,-1 2 48 16,3 5 68-16,-3 5 148 0,4 0 24 15,1 0 52-15,-2 4-72 0,1-1-96 16,4 4-72-16,-4-4-12 0,4 8 76 0,-1-3 96 16,2 5-148-16,2 0-112 15,-6 0 4-15,3 0 92 0,-5 11-24 16,2-3-20-16,-9 6-4 0,4 2 16 0,-4 3-64 16,-4 3-76-16,-5 0-136 0,2 3 16 15,-9-2 32-15,4-4 40 0,-4-4 116 16,4-4-192-16,-4-2 64 0,8-4-64 15,0-1 132-15,0-4-12 0,4 0 80 0,0 0 76 16,1 0 40-16,3 0-40 0,0 0-72 16,0-4 48-16,0 2 8 0,0-1-8 15,7 0 120-15,1 3 92 0,4-4-16 16,0 4-88-16,4 0 76 0,0 4 36 16,4-1-60-16,0 6-88 0,-4 1 24 15,3-1-52-15,2 1-8 0,-5 2-40 16,-1 1-32-16,2-3 32 15,-2 2-96-15,-3 1 48 0,0-3-100 0,0-1-232 16,0-3-104-16,-4 1-196 0,4-4-192 16,0 0-132-16,-4-3-600 0,4 0-1120 0,-4 0-2221 15,-4-3-1338-15</inkml:trace>
  <inkml:trace contextRef="#ctx0" brushRef="#br0" timeOffset="-178426.732">16136 16312 7248 0,'0'0'3869'0,"0"0"-2661"0,0 0-300 16,0 0 32-16,0 0-284 0,0 0 28 15,-12 68-108-15,12-43-248 0,4-3-188 16,4 7-140-16,-4-4-16 0,4 0-144 0,-5 4-432 15,2-1-352-15,-5 5-440 16,0-11-936-16,0 16-2913 0</inkml:trace>
  <inkml:trace contextRef="#ctx0" brushRef="#br0" timeOffset="-178268.231">16148 17024 6796 0,'0'0'2788'16,"0"0"-2180"-16,0 0-248 0,0 0 261 15,0 0 419-15,0 0 364 0,0 0-552 16,0 0-560-16,0 0-252 0,44 69-40 0,-40-58-380 16,0 2-724-16,0-4-1048 15,-4 10-4389-15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5-30T07:27:05.64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1701 1089 9004 0,'0'0'4461'0,"0"0"-3849"0,0 0 56 16,16 76 668-16,-8-45 0 15,-1 11-272-15,2 3-276 0,-1 5-284 0,3 7-136 16,2 4-100-16,-5 8-48 0,3 7 12 15,-3 4-88-15,4 6-32 0,-8-4-100 16,0 4 60-16,0-7-72 0,-4-6-44 0,4-9-28 16,-4-7-100-16,0-12-304 0,0-11-184 15,0-5-188-15,0-10-176 16,0-5-540-16,0-12-1220 0,0-2-2761 0,0-19-1339 16</inkml:trace>
  <inkml:trace contextRef="#ctx0" brushRef="#br0" timeOffset="269.818">1729 1216 11925 0,'0'0'1600'0,"0"0"-1180"16,0 0 112-16,0 0 904 0,0 0 64 0,71-67-596 0,-47 55-324 16,0-1-52-16,4 3-136 15,-4 4-136-15,-1 3-180 0,-6 3-76 16,-2 3-4-16,-2 9 4 0,-5 12 0 15,-5 6 156-15,-3 12-156 0,-3 5-108 16,-13 4-184-16,0-3 32 0,-5-3 100 16,2-8 76-16,-1-8-28 0,4-4-36 0,0-6-72 15,4-3-48-15,-4-5-152 16,4-6-164-16,0-2-136 0,0-3-396 0,-3 0-780 0,6 0-2445 16,2-13-3311-16</inkml:trace>
  <inkml:trace contextRef="#ctx0" brushRef="#br0" timeOffset="521.758">2258 1273 2492 0,'0'0'10093'0,"0"0"-8705"0,0 0-844 0,0 0 868 16,0 0 188-16,80 6-364 0,-72 1-276 16,-4 2-324-16,5 7-272 0,-6 3-120 0,1 3-72 15,0 7-76-15,-4-1-40 0,0 1-56 16,0 0-96-16,0-4-244 15,0-6 84-15,-4-6 168 0,4-4 88 16,0-5 136-16,0-4 20 0,0 0-32 0,0 0-52 16,0-7-72-16,0-3-44 15,0-2-176-15,8-4-132 0,0-9 44 0,0-1 88 16,8-2-196-16,0-8-344 0,0 3-516 16,0-3-828-16,0 7-1864 0,0-9-1737 0</inkml:trace>
  <inkml:trace contextRef="#ctx0" brushRef="#br0" timeOffset="786.339">2617 1365 8884 0,'0'0'2933'16,"8"79"-2217"-16,1-37-308 0,-6 2 776 15,5-3 608-15,-4-10-352 0,8-12-660 0,0-8-472 16,4-11 184-16,0-4-72 16,8-8-88-16,-1-10-164 0,5-7 4 0,-4-9-136 15,4 0-36-15,-7-3-196 0,-2 0-60 16,1 3-76-16,-8 2 76 0,0 8-52 15,-8 2-36-15,-4 10 92 0,0 4 252 16,-12 5 144-16,-4 4-140 0,-4 3 64 16,-8 0-60-16,5 7 116 0,-5 6 76 15,4 2-80-15,3 1 92 0,2 6-92 16,7 1-32-16,4-5-88 0,0 1-132 0,8 1-324 16,0-5-496-16,0 2-620 0,8-5-980 15,0-6-2117-15,8-2-2119 0</inkml:trace>
  <inkml:trace contextRef="#ctx0" brushRef="#br0" timeOffset="1140.219">3179 1374 9624 0,'0'0'2461'15,"0"0"-1513"-15,0 0 96 0,0 0 572 16,0 0-188-16,84 67-584 16,-77-64-548-16,6-3-172 0,-1-3-76 0,-1-6 136 0,6-4 224 15,-2-10-408-15,-2 1-124 16,-2 0-296-16,2-3-24 0,-10 3-64 15,1 0 0-15,-4 6 96 0,-4 3 76 0,-12 3 44 16,-3 1-224-16,-5 2 212 16,-4 7 304-16,-4 0 40 0,0 0 136 15,4 7 100-15,4 2 112 0,4 4 56 0,0 0-96 16,0 0-48-16,8 2-64 16,5-5-24-16,-2-1-212 0,9 1-372 15,0-4-768-15,0 0-384 0,9 1-564 0,2-7-617 16,5 0-135-16,4 0 600 0,4-7 468 15,8 1 1536-15,4 3 236 0,3 0 1136 16,2 3 764-16,-2 0 676 0,9 3-144 0,-4 0-555 16,-1 1-297-16,2-4-280 0,-6 0-504 15,1-7-424-15,0-6-232 0,-4-6-128 16,0-3-12-16,-4-6-732 0,0-7-588 16,-12 10-968-16,3-19-3049 0</inkml:trace>
  <inkml:trace contextRef="#ctx0" brushRef="#br0" timeOffset="1331.008">3673 848 12765 0,'0'0'1512'15,"0"0"-1320"-15,-8 79 288 0,4-32 640 16,4 4 204-16,0 7-320 0,0 3-108 0,0 2-60 16,0 6-336-16,-4 4-268 0,4 6-88 15,-4 4-140-15,4 6-4 0,-3-4-96 16,-6 1 92-16,-3-6-580 0,0-10 104 0,-4-10 164 15,-8-6-212-15,5-9-348 16,-9-4-152-16,-4-4-264 0,8-11-856 0,-28 6-3521 16</inkml:trace>
  <inkml:trace contextRef="#ctx0" brushRef="#br0" timeOffset="1604.311">1697 2276 10949 0,'0'0'2204'16,"0"0"-1120"-16,0 0-252 16,0 0 64-16,0 0-404 0,0 0-292 15,91-35 396-15,-27 15-36 0,20 2-32 0,12-4-56 16,19 4 104-16,5-1-124 0,7-1-168 16,5 4-52-16,-5 3-76 15,0-2 4-15,-3-2 0 0,3 5-52 0,5-4-60 16,0-3 36-16,-5 3 196 0,0 0-84 15,-7 1-196-15,-12 2-60 0,-1 1-64 16,-11 1-288-16,-9 5-356 0,-3 0-188 0,-8 2-200 16,-4 1-728-16,-21 3-2096 15,13 0-2941-15</inkml:trace>
  <inkml:trace contextRef="#ctx0" brushRef="#br0" timeOffset="2199.473">5992 1035 5896 0,'0'0'936'16,"0"0"1416"-16,0 0-67 0,0 0-545 0,0 0-328 15,0 0-64-15,0 0-208 0,-84 38-360 16,68-3-124-16,-3 6-16 0,2 10 20 16,6 6-60-16,3 3-160 0,3 4-184 0,5-1-88 15,0-2-80-15,5-1-88 0,7-4-88 16,-1-7-56-16,6-11-284 0,2-9-232 15,5-10-184-15,0-17-128 0,8-2-392 16,-12-9-1204-16,20-23-2933 0</inkml:trace>
  <inkml:trace contextRef="#ctx0" brushRef="#br0" timeOffset="2461.799">6399 1384 4136 0,'0'0'9265'0,"0"0"-7817"16,0 0-1060-16,15 77 760 0,-11-59 1036 0,-4-2-172 15,5-6-747-15,-5-7-645 0,4-3-320 16,-1 0-192-16,5-10-108 0,0-2 76 16,4-4 80-16,0-10-156 0,-1 1-60 0,2-4-316 15,-5 1-12-15,-1 3 108 16,-3 2 39-16,-4 4 33 0,0 7 88 0,-4 2-76 16,-3 0-24-16,-9 4 112 0,0 3-112 15,1 3 48-15,-6 0 172 0,5 3 0 16,0 7-44-16,5-1-40 0,2 7 24 15,1 0-52-15,5 0-24 0,3-3-168 16,0 2-652-16,3-2-1164 0,1-4-1956 16,9-2-2137-16</inkml:trace>
  <inkml:trace contextRef="#ctx0" brushRef="#br0" timeOffset="2740">6733 1177 10997 0,'0'0'2128'0,"0"0"-1352"0,0 0 580 0,0 0 512 15,55 80-444-15,-42-54-72 0,-5-4-292 16,-1 0-356-16,-3-3-323 0,5-7-261 0,-1 1-120 16,-5-7-92-16,1-2-128 0,5-4-145 15,-5 0-123-15,4-4 12 0,-1-2 124 16,-3-3 228-16,5-1 28 0,-5 2 48 16,0-3-16-16,-1 5 64 0,-3 3 44 0,0 3-44 15,0 0-144-15,0 3-100 0,0 7 244 16,4 2 256-16,0 4 72 15,0 0-80-15,5-1-116 0,-2 5 4 0,5-8-136 16,-4-5-136-16,4-1-180 0,4-6-384 16,4 0 0-16,-4-9-200 15,7-10-604-15,-2 2-1584 0,7-21-4621 0</inkml:trace>
  <inkml:trace contextRef="#ctx0" brushRef="#br0" timeOffset="3031.831">7542 974 12645 0,'0'0'2804'0,"0"0"-2012"0,0 0 20 16,0 0 1144-16,0 0-48 0,-48 92-375 15,32-66-469-15,0 2-328 0,0-2-316 0,4-7-224 16,4-3-192-16,4-3-4 0,0-5-72 16,4-1-40-16,4-3-80 0,4-1-48 15,5 2 48-15,6 0 80 0,1 1-92 0,4-3 12 16,-5 0 108-16,6 3 76 0,-1 1-68 15,-4-1 20-15,-1 7 56 0,-2 0 60 16,-6-1 4-16,2 4-4 0,-5-3 72 16,-5 2 60-16,-3 4-20 0,0 0 20 15,0 0-36-15,-3 1-84 16,-10-4-72-16,5 0 0 0,-3-7-252 0,2 1-256 16,1-7-132-16,1-3-64 0,-1 0-217 15,4-9-715-15,-5-4-2288 0,5-3-1489 16,4-14-4255-16</inkml:trace>
  <inkml:trace contextRef="#ctx0" brushRef="#br0" timeOffset="3189.869">7952 1174 13209 0,'0'0'2984'0,"0"0"-2068"16,0 0-160-16,24 67 1200 0,-20-38-40 16,-4-4-523-16,0 4-621 0,-8-7-468 0,4-3-220 15,1 0-84-15,-6-7-216 16,1 1-548-16,0-3-432 0,1-3-277 0,2-1-895 15,-11-10-3420-15</inkml:trace>
  <inkml:trace contextRef="#ctx0" brushRef="#br0" timeOffset="3332.556">7877 983 16993 0,'0'0'2580'0,"0"0"-2496"0,0 0 748 0,0 0 108 16,0 0-211-16,0 0-353 0,75-18-364 15,-55 15-12-15,1 3-376 0,-2-4-513 16,5 4-403-16,8 4-788 0,-8 5-1980 0,19 14-4921 16</inkml:trace>
  <inkml:trace contextRef="#ctx0" brushRef="#br0" timeOffset="3840.057">8554 1152 5412 0,'0'0'12421'0,"0"0"-10489"16,-76 69-1492-16,48-33 340 0,0 5 605 0,5 5-317 16,2-9-224-16,6-2-300 15,10-10-184-15,5-9-204 0,0-3-152 16,13-7-4-16,-2-3 60 0,13-3-60 0,1 0 0 16,6-9-84-16,5-10-60 0,0 0 0 15,-1-11 12-15,1-3-100 16,-4-3-32-16,1-5-36 0,-6 0-76 0,1-8-84 0,-8 5 24 15,0-3 88-15,-4-1 128 16,-8 1 100-16,-5 0 60 0,-3-2 8 16,-3 8 4-16,-5 4 36 0,0 8 12 0,0 10 120 15,0 6 156-15,0 9 4 0,4 4-48 16,-7 0-232-16,2 4-28 16,-3 9-104-16,1 2-36 0,-6 8 8 0,6 2 160 15,-2 7 68-15,-2-1-60 0,2 4 4 16,-2 0-4-16,2 0 40 0,2 3 48 15,-1-3 0-15,-1-3-88 0,6-7 0 0,-1 1 88 16,4-7 112-16,-1-3-28 0,5 0-60 16,0-4-44-16,0 1-28 0,0 0-48 15,0-4-4-15,9 4-96 0,-1 0 40 16,-1-4-24-16,6 4-48 16,-1-3-36-16,-1-1-52 0,2 0 28 0,-6-2-28 15,1 0 16-15,1-2-4 0,-1 2-49 16,-5-4 17-16,1-3-92 0,0 4 40 0,-4-4-24 15,4 0-196-15,-4 0-260 0,5-7-424 16,-5 0-396-16,0-2-744 0,0-1-2777 16,0-12-3810-16</inkml:trace>
  <inkml:trace contextRef="#ctx0" brushRef="#br0" timeOffset="4789.914">8960 1327 6552 0,'0'0'1960'16,"0"0"1245"-16,0 0-1097 0,0 0-564 0,0 0-276 16,0 0-372-16,0 0-348 0,0 0-180 15,0 0 28-15,88 22 84 16,-73-41-480-16,2-6-308 0,2-4-332 0,-6-6-80 0,2 3-112 16,-6 4 128-16,-5 2 240 15,0 8 176-15,-4 5 124 0,-4 0 164 16,-4 7 64-16,-5 3 224 0,-2 3 200 0,-1 0-68 15,0 12-48-15,0 7 4 16,0 6 56-16,8 11 100 0,-4 2-12 0,1 6-64 16,6 4-16-16,-3-1 0 0,4-2-48 15,4-7-160-15,0-9-232 0,0-7-124 16,4-13-156-16,4-6-72 0,4-3-92 0,0-3 52 16,8-13 72-16,-1-6-308 15,5-10-876-15,-7 4-1704 0,7-19-4041 16</inkml:trace>
  <inkml:trace contextRef="#ctx0" brushRef="#br0" timeOffset="5020.573">9438 1158 8068 0,'0'0'3877'0,"0"0"-2805"0,52 70 240 0,-36-37 500 16,0 1 160-16,0 1-152 0,-8 0-420 16,4 0-439-16,-4 0-393 0,-4-7-228 15,0-2-148-15,-4-10-56 0,0-4-52 16,0-9 12-16,0 1-36 15,4-4 36-15,-4 0-60 0,4-7-36 0,-1-5-144 16,1-4-156-16,1-6 80 0,7-10 88 16,-1-7-36-16,10-5-160 15,-1 0-84-15,7-7-25 0,10 3-51 0,2 8 12 16,1-2-192-16,8 4-500 0,-16 12-1788 16,20-5-4837-16</inkml:trace>
  <inkml:trace contextRef="#ctx0" brushRef="#br0" timeOffset="5574.086">10729 1196 6020 0,'0'0'492'15,"0"0"456"-15,0 0 3177 0,0 0-2005 0,37 74-72 16,-22-46-248-16,9-2-232 16,0-4-12-16,-1-6-484 0,5-7-331 0,0-6-281 15,4-3-124-15,0-5-80 0,0-12-52 16,-4-8-72-16,4-7-132 0,-4-9-156 16,0-6-220-16,0-2-80 0,-8 5 92 0,-5 0 48 15,-2 12 0-15,-9 3-25 16,-4 10 73-16,0 3 24 0,-13 4-168 15,-2 2-200-15,-9 0-48 0,-4 7 228 0,0 3 324 16,0 0 108-16,4 16 220 0,4 6-48 16,4 10 48-16,0 10 24 0,4 5 52 15,4 7 96-15,0 7 20 0,5 5-32 16,3-1-52-16,0 0-12 0,0-7 13 16,7-8 23-16,1-12-52 15,8-12-8-15,0-11-144 0,0-9-148 0,4-6-180 16,4-6-64-16,4-13-132 0,0-9-132 15,3-10-125-15,1-10-343 0,0 1-1024 0,-8 8-2980 16,4-11-3469-16</inkml:trace>
  <inkml:trace contextRef="#ctx0" brushRef="#br0" timeOffset="5804.021">11462 1057 12625 0,'0'0'2644'15,"0"0"-1968"-15,0 0 44 0,20 80 904 0,-12-48 440 16,-4-1-227-16,0 1-589 0,5-1-428 15,-6 1-228-15,5-3-232 16,-4-4-192-16,4-3-116 0,-3-5-52 0,2-5-60 16,-3-5-12-16,4-5 12 0,-4-2 48 15,4 0-84-15,0-7-12 0,0-5 24 16,3-7 84-16,6-6 8 0,-2-10-8 16,2-9-64-16,-1-7-168 0,-1-7-128 15,2 2-172-15,2 2-60 0,-2 6 12 16,2 3-64-16,-3 10-449 0,5 7-967 0,-10 9-2104 15,9-3-2673-15</inkml:trace>
  <inkml:trace contextRef="#ctx0" brushRef="#br0" timeOffset="6658.181">11976 1209 7824 0,'0'0'5849'0,"0"0"-4581"16,0 0-752-16,0 0 12 0,0 0 152 16,0 0 176-16,0 0 12 0,0 0-192 15,0 0-356-15,0 0-112 0,0 0-172 16,76-51-36-16,-60 26-244 0,0 0-160 16,0 0-16-16,-4-1 24 0,-4 4 88 0,-4 3 136 15,0 5 108-15,-4 6 16 16,-4 2 48-16,-5 1 60 0,-2 5-56 0,-6 5 144 15,2 7-96-15,-1 9 60 0,-4 12 160 16,4 8 12-16,0 3 108 16,0 7-24-16,1 0-36 0,6 0-52 0,1-6-8 15,0-5-4-15,5-4-12 0,-1-11-72 16,4-12-52-16,4-7-132 0,7-6-24 16,6 0-256-16,2-13-24 0,5-10-100 0,4-8-284 15,4-4-516-15,-8 4-1168 0,12-20-3397 16</inkml:trace>
  <inkml:trace contextRef="#ctx0" brushRef="#br0" timeOffset="7237.182">12362 983 11657 0,'0'0'2260'0,"0"0"-1764"16,9 65 148-16,-1-37 880 15,-4 4 336-15,3 4-164 0,-3-6-732 16,5-2-528-16,-5 5-192 0,3-5-75 0,-3-5-57 15,4-4-104-15,-3-7-8 0,-1-2-64 16,0-7 64-16,-1-3 0 0,1 0 0 16,4 0-112-16,-3-6-97 0,3-1 125 15,3-5 84-15,6-7 52 0,-2-4-52 16,5-5-100-16,1-5-8 0,-2 2-52 0,5-7 28 16,0-3-76-16,-1 3-144 0,1-3-52 15,-3 2-172-15,-1 7-36 0,-1 7-116 16,1 6 24-16,-8 16 244 0,1 3 96 15,-10 19 364-15,1 13 340 0,-4 12 128 16,-4 10 4-16,-8 10 60 0,-4 2 20 16,0 1-72-16,1-6-100 0,2-8-64 15,5-12 52-15,8-11 120 0,0-12-100 0,4-11-256 16,9-4-120-16,10-3-12 16,1-10-60-16,12-8 56 0,4-6-176 0,4-1-88 15,0 0 12-15,-1 3 96 0,1 9 4 16,0 4-4-16,-4 9 100 0,-4 3-16 15,-1 10 68-15,-3 7 8 0,-4 5 76 16,-8 6 68-16,1 7-32 0,-6 3 20 0,-2 4-56 16,-6 5-4-16,-3 2-12 0,-4 5 48 15,-8-1 16-15,-8 1 8 0,-8 1-8 16,-8-4-28-16,0-4 0 0,-3-1 64 16,-5-8 97-16,0-9-101 0,0-7 24 15,4-6 76-15,4-13-28 0,8-6 40 0,1-9-16 16,3-14 52-16,7-5-304 15,6-14-156-15,3-5-40 0,8-7-116 0,12 0-28 16,12-6-168-16,0 3-101 0,8-1-35 16,3 4-40-16,5 1-272 0,0 1-548 15,3 2-656-15,-10 15-924 0,14-12-2009 16</inkml:trace>
  <inkml:trace contextRef="#ctx0" brushRef="#br0" timeOffset="7687.534">14061 1289 1788 0,'0'0'9112'0,"0"0"-6419"15,0 0-785-15,0 0-424 0,83 73-96 16,-48-64-148-16,6-3-300 16,2-6-340-16,2 0-200 0,2-15-132 0,1-8-159 15,-4-2-109-15,0-13-145 0,-5 0-75 16,1-6-304-16,-4-4-256 0,-4 0-260 0,-8 7-800 15,-4 9-1948-15,-8-5-1925 16</inkml:trace>
  <inkml:trace contextRef="#ctx0" brushRef="#br0" timeOffset="7870.869">14379 783 4940 0,'0'0'6357'0,"0"0"-4525"0,-16 93-256 0,12-42-40 16,0 16 8-16,4 5-40 0,0 6-268 15,0-1-212-15,0 0-343 0,0-6-461 16,0-8-220-16,8-16-160 0,0-9-497 0,4-16-11 16,4-15-100-16,0-7 252 15,8-16-120-15,4-9-648 0,4-13-928 16,-13 3-2292-16,13-26-3345 0</inkml:trace>
  <inkml:trace contextRef="#ctx0" brushRef="#br0" timeOffset="8438.957">14738 581 2844 0,'0'0'6360'0,"0"0"-4063"0,0 0-465 0,8 67-220 16,-8-23-200-16,0 10-96 0,-8 9-140 15,-1 4-196-15,2 3-100 16,-5 0-284-16,3 3-340 0,5-4-252 0,1-6-4 16,3-8-400-16,0-17-212 0,7-13 52 15,6-9 192-15,2-13 208 16,2-3 100-16,2-12-212 0,5-7-108 0,4-10-88 0,0 1-40 15,4-4-24-15,0 3 220 16,0 8 152-16,-1 4 48 0,1 8-12 16,-4 2 124-16,0 7 176 0,0 7 124 0,-8 5 160 15,-4 8 0-15,0-1 8 16,-8 6 148-16,0-2-124 0,-4 2-100 0,-1 0-52 16,-3-6-72-16,4 0-120 0,-4-10-148 15,0-5-12-15,5-1-48 0,-1-3-76 16,0-3-204-16,7-7 20 0,2 2 208 15,6-9 16-15,2 4 24 0,3-3-40 16,4 1 24-16,0 5-32 0,-1 0-16 16,1 10 48-16,0 0 88 0,0 4 136 15,-4 5 136-15,0 7 48 0,-5 3-112 0,1 3-112 16,-3 7 16-16,-6-1-4 0,1 8 28 16,0-1 68-16,-8 6 28 0,0 3 76 15,-4 4 164-15,0 2 53 0,-4 4-41 16,-8 0-96-16,-4-6 72 0,0 0 44 15,-3-7-128-15,2-9-100 0,-2-7-144 0,6-8-20 16,2-11-28-16,3-6 60 0,-1-6-96 16,2-11-48-16,3-8-84 0,0-13-132 15,4-7-40-15,0-12 52 0,12-4 24 16,8 1-4-16,4 2-68 0,4 2-12 16,8 2 68-16,3 3-32 0,1 0-76 0,4 0-120 15,3 4 12-15,2-4-245 0,-2 6-527 16,5-2-1424-16,-12 15-3328 15,19-12-5013-15</inkml:trace>
  <inkml:trace contextRef="#ctx0" brushRef="#br0" timeOffset="8757.685">16901 1079 7840 0,'0'0'6833'0,"0"0"-5093"0,0 0-992 0,36 70-152 16,-28-38 232-16,-1 3-52 0,-2-3 216 16,-1-4-348-16,-4 1-476 0,0-10-168 15,0-6-340-15,0-6-284 0,0-5-220 16,0-2-20-16,0-7-200 0,0-5-760 16,0-1-2905-16,0-18-4795 0</inkml:trace>
  <inkml:trace contextRef="#ctx0" brushRef="#br0" timeOffset="8903.515">17036 794 9068 0,'0'0'5493'15,"0"0"-4297"-15,0 0-488 0,84 15-24 0,-64-8-212 16,0-2-424-16,-4 2-48 0,0 0-496 16,0 0-856-16,-4-1-1012 0,8 6-3321 15</inkml:trace>
  <inkml:trace contextRef="#ctx0" brushRef="#br0" timeOffset="9130.105">17359 1263 7868 0,'0'0'8601'0,"0"0"-7073"15,0 0-936-15,0 0 368 0,0 0 492 16,0 0-187-16,0 0-333 0,0 0-460 0,0 0-472 16,0 0-128-16,0 0 116 0,80 4-196 15,-56-30-140-15,8-2-112 0,-4-1 36 16,-4 7-29-1,0-1 53-15,-5 14 108 0,-6 6 48 0,-2 3-36 0,-3 10 244 16,0 5 36-16,-4 7 256 0,-4 4 132 0,0 2-8 16,4 1-52-16,0 0-39 0,0-4-137 15,0-6-152-15,4-3-377 16,4-4-415-16,0-1-48 0,4-9-940 0,0 1-2252 0,4-3-3437 16</inkml:trace>
  <inkml:trace contextRef="#ctx0" brushRef="#br0" timeOffset="9704.262">19738 733 12077 0,'0'0'4784'0,"0"0"-3652"16,0 0-748-16,116 3 220 0,-49-3 144 16,5-6 20-16,8-4-168 0,-5-2-272 15,-3-4-160-15,-4 7-120 0,-8-4-48 16,-9 6-48-16,-7 1-36 0,-12 6-52 0,-8 0-140 16,-12 3-236-16,-12 7-76 0,0 9-184 15,-24 9 464-15,-8 10 88 16,-15 9-152-16,-9 5 88 0,-12 8 272 0,-4 0 12 15,-4 1 100-15,-4 2 184 0,5-3 60 16,-1 1 224-16,12-4 164 0,8-6-108 16,13-4-40-16,11-12-48 0,12-3-87 15,16-10-109-15,4-2-136 0,20-8-132 0,16 1 196 16,16-4 360-16,12-2-144 16,11-4-52-16,9-3-8 0,4-7-184 0,-6-2-120 15,2-7-120-15,-7 0-76 0,-6-2-44 16,-7-5-252-16,-8 4-124 0,-9-4-132 0,-3 4-156 15,-8 0-176-15,-8 0-473 16,-4-3-1295-16,-12 7-3432 0,-5-8-4813 16</inkml:trace>
  <inkml:trace contextRef="#ctx0" brushRef="#br0" timeOffset="9924.857">20790 739 10981 0,'0'0'5444'0,"0"0"-4620"0,0 0-612 0,0 0 272 16,0 0 512-16,0 0 172 16,0 0-244-16,-96 86-436 0,57-44-256 0,-2 2-39 15,-2 7 3-15,-6 3-148 0,2 6 24 16,-5 1-64-16,0 2-8 0,1-6-108 16,2 0-269-16,6-6 13 0,2-9-100 0,10-11-12 15,8-8-172-15,6-11-208 16,9-6-728-16,5-2-2204 0,3-11-3285 15</inkml:trace>
  <inkml:trace contextRef="#ctx0" brushRef="#br0" timeOffset="10174.764">20909 1388 9068 0,'0'0'6345'15,"-11"79"-5225"-15,6-35-532 0,-3 10 488 0,-3 13 340 16,-2-1-60-16,-2 1-467 16,2-4-429-16,1 1-228 0,1-4-136 0,-2-3-96 15,2-6-48-15,-1-6-400 0,3-11 11 16,6-4 21-16,3-8-96 0,0-10-172 16,0-6-24-16,3-6-192 0,6-13-412 15,-1-12-504-15,7-7-504 0,-2-12-493 0,2-7-1395 16,2-2-708-16,-10 6 4604 0</inkml:trace>
  <inkml:trace contextRef="#ctx0" brushRef="#br0" timeOffset="10370.348">20956 1337 3952 0,'0'0'64'0,"0"0"6905"15,0 0-5329-15,45-74-732 0,-34 62 184 16,10 5 256-16,-6 1-284 0,5 6-268 16,1 0-144-16,3 0-60 0,-5 3-136 15,1 4-164-15,0 2-84 0,-4 4-132 0,-4 0 44 16,0 2-20-16,-4 4-88 0,-8 1 96 15,0 1-48-15,-8 5 4 16,-4-1-52-16,-11-2-12 0,-2 2-88 16,-6 1-56-16,-5-7 20 0,-5-1 28 15,2-1-40-15,-5-5-184 0,4-6-392 0,-7 1-348 16,6-4-420-16,5-3-1324 0,-11 0-5137 0</inkml:trace>
  <inkml:trace contextRef="#ctx0" brushRef="#br0" timeOffset="10530.828">21308 1451 17937 0,'0'0'0'0,"0"0"-360"0,0 0-16077 0</inkml:trace>
  <inkml:trace contextRef="#ctx0" brushRef="#br1" timeOffset="15270.396">3083 3041 10708 0,'0'0'4557'0,"0"0"-3589"0,0 0-616 16,0 0 120-16,0 0 288 0,0 0 188 16,0 0-172-16,0 0-240 0,-24 86-120 15,24-44-12-15,0 2 168 0,0 13-111 16,4 3-133-16,5 10-120 0,-9 3-40 15,4 6-96-15,-1 7-60 0,-3 6 48 16,0 1-56-16,0-2-4 0,4-2-48 16,0-8-24-16,0-9-148 0,5-12-8 0,-2-6-136 15,5-10-73-15,0-16-63 0,-4-4-112 16,0-12-36-16,4-6-148 0,-8-6-364 16,4-6-652-16,-4-13-424 0,0 2-312 15,-4-33-2249-15</inkml:trace>
  <inkml:trace contextRef="#ctx0" brushRef="#br1" timeOffset="15526.116">3107 3182 9732 0,'0'0'4781'0,"0"0"-3797"0,0 0-680 16,0 0 436-16,0 0 320 0,0 0-196 0,84-77-272 0,-56 64-224 15,4 3-72-15,4 1-128 16,0 3-92-16,-1 3-68 0,1 3-8 0,-8 0 0 15,-8 9-56-15,-1 0-56 0,-10 11-36 16,-5 5 148-16,-4 6 80 16,-8 7-80-16,-12 4-64 0,-8 6-68 0,-4-4 20 15,0-3-72-15,-3-2-184 0,-1-8-112 16,4-5-152-16,4-4-288 16,0-9-160-16,4-6-304 0,8-7-312 0,0-7-745 15,8-3-2423-15</inkml:trace>
  <inkml:trace contextRef="#ctx0" brushRef="#br1" timeOffset="15854.189">4155 2575 11837 0,'0'0'4104'0,"0"0"-3472"16,0 0-444-16,0 0 160 0,0 0 456 16,0 0 392-16,0 0-288 0,0 0-480 0,0 0-64 15,0 0 64-15,44 85 277 16,-32-50-317-16,0 3-144 0,-1 6-40 16,6 11 4-16,-10 5-88 0,6 6 12 15,-1 8-48-15,-9 5-80 0,5 4-4 16,-3 2-40-16,3-1-80 0,-4-2-132 0,-1-4-184 15,1-5 0-15,0-5-125 0,5-9-207 16,-5-7-64-16,3-11-184 0,-3-12-308 16,4-7-576-16,1-10-1336 0,-5-5-4197 0</inkml:trace>
  <inkml:trace contextRef="#ctx0" brushRef="#br1" timeOffset="16553.814">5291 2816 8264 0,'0'0'4633'0,"0"0"-3833"16,0 0-164-16,0 0 272 0,0 0 192 16,0 0-32-16,0 0 48 0,0 0-196 15,0 0-272-15,0 0-144 0,-68-60-32 16,60 67-56-16,4 5-200 0,-4 7-104 15,0 13-63-15,4 5 35 0,0 14 52 16,4 6-4-16,0 4-36 0,4 9-88 0,0 3 28 16,4 6-28-16,4 7-16 0,-9 0 4 15,6-3-4-15,-1-8-76 16,3-2-48-16,2-16-269 0,2-6-63 0,2-15 0 16,-2-8-72-16,6-12-148 0,3-10-28 15,0-6-176-15,3-6-656 0,1-10-852 0,-8 0-1569 16,4-20-1691-16</inkml:trace>
  <inkml:trace contextRef="#ctx0" brushRef="#br1" timeOffset="16853.664">5952 2463 8340 0,'0'0'4021'0,"0"0"-2921"0,0 0-400 0,0 0 160 15,0 0 548-15,0 0 112 16,32 93-204-16,-29-49-508 16,6 7-256-16,-1 6-164 0,-4 4-96 0,0 5-48 0,-4 1-100 15,0-4-136-15,0-2-8 0,0-8-72 16,0-9-316-16,0-11-208 15,0-7 20-15,0-14 40 0,0-10-32 0,0-2-20 16,-4 0-192-16,0-8-428 0,0-11-748 0,-4-4-1068 16,3 0-1585-16,-2-14-743 0</inkml:trace>
  <inkml:trace contextRef="#ctx0" brushRef="#br1" timeOffset="17054.526">5933 2581 1512 0,'0'0'6492'0,"0"0"-4396"0,39-73-575 16,-19 51-173-16,3-4-64 0,5 7-236 0,0 4-180 15,0 5-204-15,0 1-28 16,-3 5-16-16,-6 4-128 0,-3 0-60 16,0 4-112-16,-4 2-40 0,-4 2-48 0,0 9-72 15,-8 2 96-15,0 3-36 16,-4 7 12-16,-12 7-48 0,-4 1-184 16,-4 3-100-16,-8 2-204 0,4-3-172 0,-4-2-124 15,0 1-112-15,1 1-252 16,-1-1-636-16,0 0-848 0,8-9-1837 0,-8 8-1983 0</inkml:trace>
  <inkml:trace contextRef="#ctx0" brushRef="#br1" timeOffset="17853.536">6068 3365 11745 0,'0'0'1536'0,"0"0"-1088"0,0 0-372 16,0 0 64-16,0 0 632 16,0 0 780-16,0 0-160 15,48 92-476-15,-37-47-364 16,-3 2-192-16,0 7-92 0,-3 0-24 0,-5-2-96 0,0-2-28 15,0-2-108-15,0-4-12 0,0-3-56 0,-5-5-140 16,5-8-36-16,-4-13 0 0,0-4 36 16,4-9-100-16,0-2-108 0,0-6-40 0,0-9 60 15,0-8-164-15,0-8 152 16,4-8 208-16,5-2 52 0,-2-4 84 16,5 7 4-16,1 4 8 0,2 4 40 0,-3 8 252 15,0 7 36-15,0 5-4 0,4 4-24 16,-4 3 76-16,-5 3-88 0,2 0-52 15,-1 3 0-15,-4 3 4 0,-1 4-52 16,-3 2-12-16,0 1-28 0,0 3-108 16,0 3-68-16,-7-1-56 0,-5 1-72 15,0 2 12-15,0-7 20 0,-1 0 160 0,2-2 4 16,3-2 4-16,0 0 184 16,4-7-64-16,4 3-4 0,0-3 40 15,0 0-108-15,8 4-48 0,8 5 168 0,4-2-24 16,4 0 24-16,4-1 48 0,-1-3-64 15,10-6-44-15,-1 0-104 0,-1 0-8 16,9-13-64-16,-9-6-476 0,6-6-76 16,-5-7-360-16,-5-8-452 0,-6 7-1416 0,-1-18-4933 15</inkml:trace>
  <inkml:trace contextRef="#ctx0" brushRef="#br1" timeOffset="18103.583">6788 2657 14485 0,'0'0'2280'15,"0"0"-2120"-15,0 0-60 16,0 0 780-16,28 73 440 0,-15-38-144 0,2 7-396 16,2 5-404-16,2 7-120 0,1 3-159 15,4 6-89-15,-4 1 0 0,0 7-8 0,-4 1-117 16,4-2-199-16,-8 0-12 15,0 0-100-15,-5-3-96 0,2-2-64 16,-5-4-100-16,0-7-236 0,-4-9-428 0,0-5-664 16,0-14-736-16,0 0-2777 0</inkml:trace>
  <inkml:trace contextRef="#ctx0" brushRef="#br1" timeOffset="18901.468">8869 3226 15161 0,'0'0'2556'0,"0"0"-1508"0,0 0-1008 15,0 0-28-15,0 0 368 0,0 0 344 16,0 0 216-16,107-16-104 16,-59 16-323-16,0-3-257 0,3 3-88 0,1-4-108 15,1-3-56-15,-2 2-4 0,-3-2-12 16,-5-2-84-16,2-1-352 16,-13 1-221-16,-1-1-123 0,-11 8-212 0,-8-2-668 0,-8 4-1480 15,-12 4-3669-15</inkml:trace>
  <inkml:trace contextRef="#ctx0" brushRef="#br1" timeOffset="19074.237">8773 3514 11941 0,'0'0'2964'16,"0"0"-2008"-16,0 0-348 0,75 20 224 0,-34-17 0 15,-2 0 32-15,9-3-140 0,0 0-372 16,0-3-104-16,3-7-248 0,-2-3-64 15,-2-6-536-15,1 0-124 0,-8 0-152 16,-1-3-552-16,-15 3-1624 0,0-6-5301 0</inkml:trace>
  <inkml:trace contextRef="#ctx0" brushRef="#br1" timeOffset="19421.282">8789 2721 16141 0,'0'0'1648'16,"0"0"-1648"-16,0 0-384 0,-44 75 336 15,20-33 48-15,-8 6 396 0,-4 6 148 0,1 2-236 16,-1 5-108-16,-5-1-128 16,6 0-72-16,3 4-60 0,0-3-16 15,4-4 76-15,9-9 0 0,2-7-72 0,14-10 72 16,3 2 136-16,7-8-64 0,10 1 88 15,6-1-12-15,5 0 48 16,9 0 112-16,10 1 44 0,5-1 40 0,4-2-16 16,4-1-68-16,3-4-80 0,1 1-92 15,0-6-88-15,-1-3-40 0,1-3-4 16,0-7-4-16,-4 0-12 0,-1-5-172 16,-3-7-264-16,-1-4-296 0,-3-6-40 15,-7-1-4-15,-6-5-388 0,-3 0-752 16,-12 2-1296-16,0-12-3877 0</inkml:trace>
  <inkml:trace contextRef="#ctx0" brushRef="#br1" timeOffset="19688.695">9638 2788 14457 0,'0'0'1816'0,"0"0"-1444"0,0 0 180 16,0 0 28-16,99 33 224 0,-75-19 56 15,4 2-124-15,0 0-152 0,0-1-108 16,4 1-100-16,-4 3-131 0,0 1-161 0,-5 1 0 16,-3 3-84-16,-4 1-4 15,-4 0-4-15,-4 3 0 0,-4 4-52 0,-4 3-49 16,0 1-123-16,-12-3 28 0,-4 9 20 16,-7-1-84-16,-1 7-148 0,-4-4-60 15,-8 4-24-15,-5 0-16 16,2-1-124-16,-8-2-536 0,-2-4-1236 0,14-9-2697 15,-29 9-4107-15</inkml:trace>
  <inkml:trace contextRef="#ctx0" brushRef="#br1" timeOffset="21255.963">12032 2527 6564 0,'0'0'4052'0,"0"0"-2263"0,0 0-513 15,0 0-136-15,0 0 120 0,0 0 76 0,0 0-260 16,0 0-336-16,0 0-248 0,0 0-140 16,-35-51-68-16,30 51-92 0,-3 10-68 15,-3 6-40-15,-2 9-36 0,1 11 40 16,-4 14 20-16,4 10 64 0,5 13-40 16,-1 7 28-16,-1 5-16 0,5 11-72 0,1 5 28 15,3 4-27-15,0-1-73 16,0-2-4-16,0-7-4 0,0-13-49 0,3-8 53 15,5-14-40-15,5-13-56 0,2-8-8 16,2-10-148-16,-2-10-48 16,5-4-148-16,1-5-144 0,-2-7-80 0,1-3 100 15,4-3-128-15,-4-7-264 0,0-9-600 16,4-3-920-16,-9 3-2249 0,6-23-2879 0</inkml:trace>
  <inkml:trace contextRef="#ctx0" brushRef="#br1" timeOffset="21507.244">12534 2502 9700 0,'0'0'5669'16,"0"0"-4813"-16,0 0-592 0,0 0 432 15,0 0 592-15,8 101 164 0,1-56-380 16,-6 5-404-16,5 4-287 0,0 4 15 0,0 2-68 15,-4 3-156-15,0-2-76 16,-4-1-96-16,0-3-8 0,0-5-356 16,0-12-292-16,0-5-13 0,0-16 61 0,0-6 0 15,4-10-152-15,-4-3-520 16,0 0-488-16,0-13-708 0,0 1-1733 0,0-20-1543 16</inkml:trace>
  <inkml:trace contextRef="#ctx0" brushRef="#br1" timeOffset="21713.905">12566 2498 3676 0,'0'0'6960'16,"0"0"-5251"-16,0 0-509 0,0 0 272 0,0 0-112 15,36-70-288-15,-24 68-332 0,4-3-184 16,0 5-136-16,3 0-128 16,-2 7-84-16,-2 3-72 0,2 3-76 0,-6-1-16 15,-3 4-44-15,-3 7 0 0,-5 2 0 16,0 4 4-16,-13 3-4 0,-2 6-76 15,-6 3-376-15,-3 0-76 0,-4 0-40 0,0 1-288 16,5-5-444-16,-5-2-664 0,8-6-1260 16,-8 6-2485-16</inkml:trace>
  <inkml:trace contextRef="#ctx0" brushRef="#br1" timeOffset="22222.57">12745 3377 3828 0,'0'0'8621'0,"0"0"-7361"0,0 80-460 0,0-39 412 16,-7 7 204-16,2 2-28 16,1 2-320-16,0-2-396 0,4-2-280 0,-4 0-160 15,4-4-112-15,0-3-120 0,0-6-44 16,0-7-16-16,0-7-64 15,0-9-32-15,0-5-4 0,0-7-120 0,0 0-88 16,0 0 172-16,0-11 36 0,4-4 40 16,0-7-40-16,0-7 36 0,8-9 52 15,-4 0-76-15,5-7 24 0,2 1-84 16,2 2 108-16,2 1-60 0,1 7 72 0,-1 5-24 16,2 6 68-16,-5 11 44 15,-4 2 184-15,-5 10-72 0,-3 0-36 0,1 0 20 16,-5 7-32-16,0 5 156 0,-5 8-36 15,-2-1-184-15,-9 6-72 16,0 0-124-16,-5 4 8 0,2-1-32 0,-1-5-28 16,4-1 200-16,0-6 48 0,8-3 124 0,-3-5-28 15,6 3-84-15,5-8 176 16,0 3-92-16,5 1-32 0,6 2 72 16,5-3 84-16,8 4 88 0,4-4-52 0,4 0 4 15,3-2-116-15,1-4 152 16,1 0-76-16,-5-4-124 0,-1-2-96 0,1-6-40 15,-4-1-108-15,0-6-256 0,-5-3-156 16,2-3-352-16,-9-4-724 0,-1 7-1568 16,-2-13-4421-16</inkml:trace>
  <inkml:trace contextRef="#ctx0" brushRef="#br1" timeOffset="22536.451">13410 2467 12805 0,'0'0'1972'16,"0"0"-1684"-16,0 0 92 0,0 0 488 0,0 0 364 16,0 0 44-16,76 89-112 0,-60-51-456 0,4 6-244 0,0 7-148 15,-4 4-112-15,0 4-116 0,0 8 9 0,-4-4-37 16,-4 0-52-16,0-2-8 0,-1-1-40 15,-2-2-81-15,-5 2-231 16,0 3-100-16,-5 4-12 16,-6 0 24-16,-5 6-12 0,-4-3 84 0,0-4 112 15,-4-2 32-15,-3-10 52 0,3-6-124 0,-1-4-184 16,-6-3 68-16,-1-5-84 0,4-8-80 16,-4-2-368-16,0-7-536 0,8-7-1617 15,-8-2-4087-15</inkml:trace>
  <inkml:trace contextRef="#ctx0" brushRef="#br1" timeOffset="31257.929">14211 2975 6492 0,'0'0'6853'0,"0"0"-5873"0,0 0-624 15,0 0 360-15,0 0 592 0,0 0 120 16,92 70-196-16,-60-61-252 0,4 1-212 0,4-4-100 15,-1 0-231-15,2-3-169 16,-5 0-52-16,-1-3-108 0,-3 0-104 16,0-3-4-16,-4 0-4 0,-4-3-116 0,-5 0-136 15,-6-1-204-15,-5 1-73 0,-1 0-163 16,-7 2-244-16,0-2-508 0,-7 3-784 16,-6 3-1568-16,-14 0-1769 0</inkml:trace>
  <inkml:trace contextRef="#ctx0" brushRef="#br1" timeOffset="31439.345">14216 3260 9188 0,'0'0'2361'0,"0"0"-1065"15,0 0 408-15,0 0 48 0,0 0-48 16,87 61-460-16,-55-48-312 16,-1-3-324-16,6-5-180 0,-1 2-196 0,7-7-208 15,2 0-24-15,2-10-196 0,1-2-448 16,8-8-444-16,-1 1-772 0,-11 0-2488 0,20-12-4645 15</inkml:trace>
  <inkml:trace contextRef="#ctx0" brushRef="#br1" timeOffset="31709.067">15167 3133 3544 0,'0'0'8637'0,"0"0"-7181"0,-19 83-312 16,15-54 716-16,4 2 16 0,0-5-332 15,8-5-616-15,3-4-536 0,10-11-380 0,7-6-12 16,0 0-12-16,7-12-64 0,5-11-32 16,0-6-112-16,0-5-120 0,3-1 48 15,-7-3-64-15,-3 3 88 0,-6 6-64 16,-7 0 332-16,-3 7 12 0,-14 7 124 16,-3-2 36-16,-3 8 108 0,-10-3-72 15,-6 1-204-15,-5 3 40 0,-4-3-44 0,0 5-4 16,-8 4-68-16,4 2-52 0,0 0-84 15,0 6-132-15,1 7-56 16,3-1-144-16,0 4-364 0,4 3-556 0,12-6-1420 16,-8 6-4081-16</inkml:trace>
  <inkml:trace contextRef="#ctx0" brushRef="#br1" timeOffset="32268.872">16917 3007 11701 0,'0'0'3136'0,"0"0"-1264"0,12 63-532 0,-4-25-44 16,-4 6-268-16,0 7-92 16,3 0-351-16,-2-3-281 0,3-6-188 15,-4-9-116-15,3-7-120 0,-3-6-160 0,5-8-193 16,-5-6-111-16,4-2-112 0,-8-4-124 16,3 0-996-16,1-4-3488 0,-4-11-4717 15</inkml:trace>
  <inkml:trace contextRef="#ctx0" brushRef="#br1" timeOffset="32427.406">16925 2810 9608 0,'0'0'4581'0,"0"0"-3141"0,0 0-296 16,0 0 220-16,0 0-232 0,0 0-408 0,0 0-512 15,96-7-212-15,-64 7-368 16,3-3-564-16,-3-1-440 0,-4 4-968 0,12 4-3621 15</inkml:trace>
  <inkml:trace contextRef="#ctx0" brushRef="#br1" timeOffset="32719.817">17399 3223 9004 0,'0'0'2237'0,"0"0"-1005"15,0 69 768-15,-4-50 364 0,0 0-284 0,4-3-756 16,0-10-712-1,0-2-492-15,4-4-108 0,4 0-12 0,8-10-184 0,0-2 172 16,0-11-180-16,7-2 8 0,-2-1-72 0,-1-2-28 16,-1 3 76-16,-2 2 124 15,-6 8 12-15,2 4 8 0,-6 5-84 16,-3 6 148-16,4 0 28 0,1 4 240 0,-2 3 76 16,1 5 72-16,0 7-52 15,4-3-48-15,0 6-84 0,-4-3-124 0,4 3 16 16,0-6-68-16,0 0-56 0,0 0-108 0,3-7-208 15,-2 1-464-15,-2-4-212 16,2-3-316-16,-1-3-912 16,-5 0-2248-16,6-3-3029 0</inkml:trace>
  <inkml:trace contextRef="#ctx0" brushRef="#br1" timeOffset="33153.57">18307 2635 9260 0,'0'0'7777'0,"0"0"-6477"15,0 0-656-15,0 0 1020 16,96-16-375-16,-48 4-317 0,8-4-296 0,7-4-340 16,5 5-92-16,8-4-88 0,-1 3-84 15,-3 6-24-15,0 3-48 0,-12 1-8 16,-4 6-172-16,-16 0 12 0,-9 6-64 15,-11 7-32-15,-8 7 20 0,-8 6-68 0,-4 5-4 16,-20 7 64-16,-8 6 8 16,-8 7 0-16,-7 3-61 0,-9 3-11 15,-1-3 112-15,-1 0 56 0,-2 0 136 16,0 0-32-16,3-3 44 0,6-4 4 0,8-3 44 16,7-5 100-16,8-7 80 0,7-4-68 15,13-6-52-15,4-5 40 0,4 1-15 16,17-1 159-16,7 2 96 0,7-4 24 15,5 1 24-15,12-3-124 0,4-7 16 0,8 1-64 16,-1-7-48-16,5 0-36 0,-5 0-116 16,1 0-64-16,-4-7-4 15,-4-2-60-15,-9-4-68 0,-2-3-252 0,-6 0-292 16,-7 1-160-16,-4-5 0 0,-12-2-273 16,0-3-1171-16,-4 5-2708 0,-8-11-4157 15</inkml:trace>
  <inkml:trace contextRef="#ctx0" brushRef="#br1" timeOffset="33370.216">19455 2596 11761 0,'0'0'3096'16,"0"0"-2204"-16,0 0-716 0,0 0 528 15,0 0 428-15,-44 74 324 0,21-36-416 0,-5 6-528 16,-4 7-132-16,0 3-64 15,-9 6-36-15,-2 5-123 16,-1 1-85-16,-4-3-72 0,0 1-40 0,5-4-373 0,-2-3-319 16,6-9-244-16,11-6-240 0,0-14-632 15,12-3-696-15,4-12-2473 0,4-7-2987 16</inkml:trace>
  <inkml:trace contextRef="#ctx0" brushRef="#br1" timeOffset="33604.939">19598 3356 10904 0,'0'0'3101'0,"5"67"-493"16,-5-33-180-16,0 14-484 0,-5 6-667 0,5 3-489 15,-4 4-244-15,4 2-144 16,-4-2-160-16,4-2-112 0,-4 2-128 0,1-7-12 15,-1-3-240-15,0-4-184 0,-1-8-120 16,1-9-84-16,0-6-65 0,4-15-171 16,0-9-272-16,13-9-824 0,-2-20-440 0,6 4-1392 15,2-33-1805-15</inkml:trace>
  <inkml:trace contextRef="#ctx0" brushRef="#br1" timeOffset="33856.044">19630 3152 13697 0,'0'0'3140'0,"0"0"-2444"16,0 0-236-16,0 0 244 0,104-70-236 15,-68 58 120-15,-1-1 192 0,1 7-280 16,5 3-268-16,-6 3-136 0,5 0-96 16,-8 6-108-16,-4 4-88 15,-8 5 40-15,-8 4-88 0,-9 0 24 0,-3 8 12 16,-7 0 88-16,-17 5 20 0,-8 3-84 15,-4 0 176-15,-12 1-4 0,1-8 8 16,-2 0-44-16,-2-9-224 0,3-3-192 0,-4-3-264 16,5-10-624-16,2 0-784 0,13-3-2781 15,-3-6-3459-15</inkml:trace>
  <inkml:trace contextRef="#ctx0" brushRef="#br1" timeOffset="37952.516">19618 3127 2452 0,'0'0'1592'0,"0"0"-564"0,0 0 0 0,0 0-52 16,0 0 180-16,0 0-108 15,0 0-556-15,0 0-180 0,0 0 12 16,0 0 1449-16,0 0-837 0,0 13-400 0,0-9-168 16,0 1 12-16,-4 2 76 0,4 2 160 15,0 1-24-15,-3 3-164 0,-1-1-180 16,4 4-24-16,-4 0-84 0,-1 3-52 16,5 0-84-16,-4 3 4 0,0 0-4 0,0 1 8 15,1 3 24-15,-1-1-36 0,0 0-224 16,-1 0-376-16,1 1-280 0,0-1-244 15,0 0-540-15,1-5-1389 0,-1 5-2603 0</inkml:trace>
  <inkml:trace contextRef="#ctx0" brushRef="#br1" timeOffset="50821.598">11873 2196 6400 0,'0'0'2636'0,"0"0"-1524"0,0 0 1473 0,0 0-601 15,0 0-764-15,0 0-428 0,0 0 228 16,0 0-180-16,-12-2-248 0,12 2-16 15,0 0 0-15,4 0-76 0,-1 0-100 16,6 0-48-16,-1 0-35 0,3 0-37 0,2 0-52 16,6 0-8-16,5 0-64 0,4 0 16 15,4 0-28-15,4-3-24 16,3 3-48-16,6 0-24 0,-2 0-36 0,9 0 52 16,-3-3-16-16,6 3 12 0,-3-4-48 15,4 1 48-15,3-1-12 0,-3 1 4 16,-1 0-52-16,5 1-72 0,0-4 12 0,4-5 0 15,-1 5 12-15,2-3 36 16,3-1-76-16,-5 0 16 0,1 4 0 16,0 0-12-16,-5 3-60 0,-6-1 48 0,2 4-40 15,-3 0 40-15,-4 0-36 16,-5 0 20-16,6 0-68 0,-10 0 24 0,5 0-4 16,-9 0 27-16,2-3-27 0,-1 0-32 15,-8 0 8-15,-5-4-84 16,1 1-60-16,-4 0-88 0,-4-1-132 0,-4 1-204 0,-4 0-456 15,-4-1-844-15,0 1-1740 16,-16 0-3105-16</inkml:trace>
  <inkml:trace contextRef="#ctx0" brushRef="#br1" timeOffset="52145.233">5856 6143 5380 0,'0'0'7785'0,"0"0"-6489"0,0 0-716 16,0 0-24-16,0 0 412 0,0 0 288 16,0 0-96-16,0 0-340 0,-28 92-368 15,28-47-84-15,0 11-52 0,0 8 24 16,4 13-12-16,5 2 97 0,-5 4-157 0,3 6-96 15,-3 2-160-15,4 1-8 16,-3-3-4-16,3-3 0 0,-1-6-12 0,1-17-64 16,1-12-32-16,-2-14-84 0,1-13-28 15,0-9-97-15,1-8-107 0,-2-7-124 16,5 0-64-16,-4-13-160 0,0-9-312 16,4-7-468-16,-5-9-592 0,6-6-1705 15,-9 5-1055-15</inkml:trace>
  <inkml:trace contextRef="#ctx0" brushRef="#br1" timeOffset="52372.352">5952 6363 10572 0,'0'0'1517'0,"0"0"-953"0,0 0 176 16,0 0 376-16,0 0-68 0,76-13-164 16,-57 19-88-16,2 4-88 0,-1 2-228 15,-5 1-124-15,6 0-144 0,-6 2-152 16,-2 1 0-16,-6 3 52 0,-3 0-40 15,0 0 40-15,-4 4-24 0,-4-4-88 0,-7 3-60 16,-10-3-124-16,6 0-220 0,-9 0-104 16,0-6-84-16,-4-4-52 0,3-2-68 0,-3-1-372 15,1-6-460-15,-4 0-820 0,7-3-2005 16,-12-13-767-16</inkml:trace>
  <inkml:trace contextRef="#ctx0" brushRef="#br1" timeOffset="52768.902">5570 5981 4984 0,'0'0'1900'0,"0"0"244"0,0 0-376 15,0 0 45-15,0 0-345 16,0 0-92-16,0 0-268 16,0 0-100-16,0 0 4 0,0 0-288 0,103 0-208 0,-71 0-124 15,0 0 36-15,3-6-148 16,6-1-12-16,2 2-60 0,6-2-4 15,2-2-56-15,8-2 9 0,5 3-73 0,9-5 4 16,2-4-40-16,1 5-48 16,-1-4-84-16,2 3 68 0,-2 1-44 0,-12 2-36 15,1 1-149-15,-12 3-155 0,-5 2-172 16,-6 4-392-16,-5 0-364 0,-8 4-348 16,-9-2-1188-16,-6 5-4389 15</inkml:trace>
  <inkml:trace contextRef="#ctx0" brushRef="#br1" timeOffset="54719.057">5626 6534 5976 0,'0'0'1196'0,"0"0"-260"16,0 0 3029-16,0 0-2421 0,0 0-364 16,0 0-148-16,0 0 112 15,0 0-176-15,0 0-204 0,0 0-100 0,0 0-200 0,0 0-96 16,-45-54-100-16,38 60-48 15,-1 4-84-15,-9 5 32 0,2 10 224 16,-1 11-224-16,-4 9-36 0,4 11-124 0,-1 7-8 16,2 11-12-16,7 12 4 15,0 6-76-15,4 9 76 0,4 10-4 0,0 6 4 16,8 8-4-16,0-4-48 0,4-1-36 16,4-6 92-16,0-5-84 0,0-11 4 15,3-9-12-15,5-7 88 0,4-12-188 0,0-7-196 16,8-11-36-16,4-8 40 0,8-10-4 15,0-8-188-15,3-10-248 0,-2-6-264 16,3-7-300-16,-5-3-472 0,-15-3-1201 16,16-13-1915-16</inkml:trace>
  <inkml:trace contextRef="#ctx0" brushRef="#br1" timeOffset="55290.052">6155 7607 11297 0,'0'0'4220'0,"0"0"-3316"15,0 0-616-15,0 0-12 0,0 0 244 16,0 0 580-16,0 0 276 0,0 0-216 16,48 73-540-16,-36-38-291 0,-4 6-113 15,0 7-32-15,-5 2 32 0,-3 4-96 0,0 1-108 16,0-1-12-16,-3 0-12 0,-1-7-48 16,0-5-120-16,-4-11-28 0,4-9 52 15,0-11-52-15,4-9-241 0,0-2-39 16,0-7-84-16,0-5 36 0,0-7 84 15,8-6 32-15,0-7 100 0,0 0 76 16,4-3 72-16,0 3 120 0,4 4 40 0,0 2 12 16,4 8 120-16,-5 1 164 0,2 8-12 15,-2 0 72-15,-2 6-52 16,-6 3 40-16,-3 0-52 0,-4 0-72 0,0 6-60 16,0 0-4-16,0 7-32 0,-7 3-112 15,-1 3-100-15,-5 0-120 0,2-3-48 16,-2 3-36-16,5-6 8 0,1-5 192 0,-1-1 104 15,4-3 96-15,4-1-20 16,0 0-76-16,4-1 4 0,4 5 68 0,3 0 184 16,10 2 16-16,-1 0-16 0,3-2-52 15,5 0-20-15,0-1 0 0,0-6-76 16,0 0-84-16,0 0-24 0,-4-10-192 16,4-7-176-16,-1-1-216 0,1-8-152 15,-4-5-556-15,-4-7-1192 16,-4 10-3421-16,-4-14-3739 0</inkml:trace>
  <inkml:trace contextRef="#ctx0" brushRef="#br1" timeOffset="55655.171">6605 6492 6776 0,'0'0'3064'0,"0"0"-695"16,0 0-317-16,0 0-488 0,0 0-36 15,76 67-268-15,-48-35-336 0,8 6-156 16,0 10-156-16,-1-1-148 0,6 4-100 16,-5 6-183-16,3 0-109 0,-3 4-8 15,-8 2-12-15,0 1-52 0,-4 2-8 16,0 4 8-16,-9 0 0 0,2 0 0 15,-2 1-48-15,-2-3-52 0,-2 3-193 0,-3-5 29 16,0 1-52-16,-3-3 8 0,-5 2 104 16,0 1 44-16,-5-7 88 0,-7 4-16 15,1-10 40-15,-6-7 36 0,2-2-136 0,-2-14-132 16,2-6 24-16,-5-6-88 16,-1-8-284-16,2-5-324 0,-5-6-588 0,8-4-1380 15,-12-21-3605-15</inkml:trace>
  <inkml:trace contextRef="#ctx0" brushRef="#br1" timeOffset="55937.738">7933 6782 16717 0,'0'0'2180'0,"0"0"-1960"15,0 0 4-15,0 0-224 16,111-16 524-16,-76 9-32 0,2 4-56 16,-1-3-192-16,-1 6-60 0,5-3-148 0,-8 3-36 15,3 0-220-15,-7 0-376 0,-3 0-372 16,-5 0-520-16,-9 6-1100 0,-11 7-4741 15</inkml:trace>
  <inkml:trace contextRef="#ctx0" brushRef="#br1" timeOffset="56086.107">7996 7178 13997 0,'0'0'2784'0,"0"0"-1768"0,0 0-716 0,0 0 216 0,0 0-72 16,83 0 180-16,-51-9 160 0,5-4-456 15,2-2-328-15,5-4-24 0,0 0-648 0,3 0-664 16,-6 2-644-16,-5 4-2540 16,-1 1-5701-16</inkml:trace>
  <inkml:trace contextRef="#ctx0" brushRef="#br1" timeOffset="56779.563">9613 6664 10304 0,'0'0'2685'15,"0"0"-429"-15,0 0-496 16,0 0-224-16,0 0-236 0,25 99-408 0,-18-52-260 15,6 13-71-15,-5 6-65 0,-5 15-120 0,1 1-60 16,0 4-112-16,-4 3-68 0,0-4-124 16,0-8-12-16,0-14-56 0,0-12-56 0,0-16-44 15,4-16 12-15,-4-10-196 0,4-5-240 16,1-4 7-16,-1-13-107 16,7-6-176-16,-3-13-372 0,1-6-768 0,-2-13-840 15,1 13-2217-15,-4-29-1415 0</inkml:trace>
  <inkml:trace contextRef="#ctx0" brushRef="#br1" timeOffset="56999.743">9690 6782 8476 0,'0'0'2789'0,"0"0"-917"0,0 0-472 15,0 0 48-15,0 0-296 0,0 0-272 16,83-32-140-16,-63 38-52 0,0 7-100 16,-4 0-136-16,0 2-124 0,-4 5-120 15,-1-2-36-15,-11 6-88 0,0 3-36 16,0-2 0-1,-11 7-48-15,-1-3-8 0,-4-4-136 0,-5 4 60 16,2-10-172-16,-1 0-124 0,-8-3-84 0,5-4 24 16,-1-1-100-16,-4-8-136 0,3 0-240 0,1-3-268 15,1-3-672-15,-5-11-1016 16,8 6-2585-16,-12-24-638 0</inkml:trace>
  <inkml:trace contextRef="#ctx0" brushRef="#br1" timeOffset="57254.171">9391 6473 288 0,'0'0'10556'0,"0"0"-7367"16,0 0-1321-16,0 0-440 0,0 0-156 0,0 0-92 15,0 0-396-15,0 0-288 16,0 0-116-16,84-56-40 0,-56 49-47 15,3-3-233-15,5 4 48 0,0 0-96 0,3-1 52 16,1-2-64-16,4 3-84 16,0-7-72-16,4 7-225 0,-1-7-287 15,1 3-272-15,1-3-212 0,-2 7-604 0,-11-3-1224 16,8 2-4309-16</inkml:trace>
  <inkml:trace contextRef="#ctx0" brushRef="#br1" timeOffset="58989.167">10701 6696 508 0,'0'0'5384'0,"0"0"-2928"16,0 0-552-16,0 0-411 0,0 0-173 16,0 0 16-16,0 0 0 0,0 0-332 0,0 0-168 15,0 0-72-15,0 0-48 0,0 0-40 16,0 0-128-16,33 76-36 0,-22-41-12 16,-3 6-72-16,5 7-99 0,-6 3-149 0,5 9-12 15,-4 7-68-15,0 6-100 0,0 9 0 16,-4-3-12-16,4 1-88 15,-5-14-176-15,2-9 44 0,3-12 123 0,-4-16 97 16,0-10-100-16,3-6-80 0,-2-11-136 16,3 3-196-16,-4-5-148 15,3-7-212-15,1-6-252 0,-3-6-708 0,-1 3-1360 16,0-19-2853-16</inkml:trace>
  <inkml:trace contextRef="#ctx0" brushRef="#br1" timeOffset="59238.422">10761 6769 8504 0,'0'0'2032'0,"0"0"-667"15,0 0-125-15,0 0 96 0,0 0-176 0,0 0-268 16,84-66-304-16,-64 62-140 0,-5 1-76 16,6 3-128-16,-10 0-180 0,2 0 20 15,-2 7-76-15,-7 1 44 0,0 9 120 0,-4 2 88 16,0 3-100-16,0 6-160 0,-12 4-160 15,-4 0-12-15,1-4-152 16,-2 0-68-16,2-2 20 0,3-6-52 0,-4-5-88 16,4-5-216-16,0-7-216 0,8 0-388 15,-4-3-432-15,8-3-789 0,0-3-1799 16,0-7-599-16</inkml:trace>
  <inkml:trace contextRef="#ctx0" brushRef="#br1" timeOffset="59452.182">11131 6807 4560 0,'0'0'5544'0,"0"0"-4267"0,0 0-81 16,0 0 660-16,0 0-128 0,0 0-204 0,0 0-244 16,0 0-444-16,0 0-308 15,80 12-260-15,-68-12-160 0,0 0-48 16,4-2-60-16,0-5-536 0,0 1-260 0,0-4-324 15,0-2-444-15,0 2-1168 0,4-6-3153 16</inkml:trace>
  <inkml:trace contextRef="#ctx0" brushRef="#br1" timeOffset="59616.035">11574 6613 10816 0,'0'0'2053'0,"0"0"-1109"16,0 0-108-16,0 0 360 0,-28 73 132 0,17-50-64 15,2 2-476-15,-3 0-420 16,5 1-296-16,-2-1-72 0,1-3-132 0,4 5-396 16,-7-9-436-16,6 1-200 0,-3-4-620 15,-3 5-976-15,3-10-2669 16,-12 2-1474-16</inkml:trace>
  <inkml:trace contextRef="#ctx0" brushRef="#br1" timeOffset="59898.438">10390 6635 3132 0,'0'0'4996'15,"0"0"-2976"-15,0 0-499 16,0 0-149-16,0 0-204 0,0 0-244 0,-55 89-144 0,50-54-36 15,2 6-60-15,3 4-52 0,0 9-52 16,8 0-224-16,4 3-36 16,-5 0-260-16,10 0-60 0,-2 1-112 0,2-8-380 15,2-8-140-15,5-10-96 0,0-10 56 16,0-9-136-16,4-13-196 0,4-5-456 16,-4-3-680-1,12-28-2789-15</inkml:trace>
  <inkml:trace contextRef="#ctx0" brushRef="#br1" timeOffset="60101.95">11905 6550 12089 0,'0'0'2156'16,"0"0"-692"-16,0 0-596 0,51 79 116 0,-43-54 188 15,-3 5-264-15,-5-3-332 16,0 3-320-16,-5-5-184 0,-3 0-72 0,-3-6-84 15,-2 0-208-15,-2-3-320 0,-2-2-212 16,-6-6-312-16,-1 2-476 0,-12-3-1120 16,12-5-2973-16,-32 4-1471 0</inkml:trace>
  <inkml:trace contextRef="#ctx0" brushRef="#br1" timeOffset="60403.104">10466 6175 7868 0,'0'0'2848'0,"0"0"-1303"0,0 0-637 16,0 0-68-16,0 0 84 0,0 0 132 15,0 0-416-15,0 0-104 16,0 0 420-16,0 0-68 0,80-3-436 0,-52 3-132 16,3-3-100-16,6 0-60 0,-1-4-64 0,3 1 52 15,5-4-136-15,4 1-12 0,4-1-36 16,3-3 24-16,1 0-344 16,4-1-196-16,0 0-124 0,-1-2-260 0,1 1-196 15,-8 5-640-15,-12 1-1208 0,12-1-3413 16</inkml:trace>
  <inkml:trace contextRef="#ctx0" brushRef="#br1" timeOffset="61043.838">12518 6889 10288 0,'0'0'1929'0,"0"0"-917"16,0 0-532-16,0 0-60 0,0 0 76 16,0 0-92-16,0 0-316 15,0 0-88-15,0 0-328 0,84-41-712 16,-64 35-876-16,8-4-3249 0</inkml:trace>
  <inkml:trace contextRef="#ctx0" brushRef="#br1" timeOffset="61185.54">13148 6778 11309 0,'0'0'2532'0,"0"0"-1516"0,0 0-1016 0,0 0-116 16,0 0-516-16,0 0-564 15,0 0-821-15,0 0-3063 0</inkml:trace>
  <inkml:trace contextRef="#ctx0" brushRef="#br1" timeOffset="61335.221">13534 6680 7292 0,'0'0'5473'0,"0"0"-4265"16,0 0-408-16,0 0 420 15,0 0 92-15,0 0 112 0,88 12-428 16,-76-12-484-16,4 0-344 0,0 0-168 0,3-3-148 15,1 0-536-15,5-3-384 0,-6-1-632 16,1 4-2360-16,0-6-5541 0</inkml:trace>
  <inkml:trace contextRef="#ctx0" brushRef="#br1" timeOffset="61812.186">14944 6298 11341 0,'0'0'1868'0,"0"0"-584"0,0 0 152 16,36 71-32-16,-23-33 188 0,-2 7-208 0,-3 8-372 16,1 5-379-16,2 5-197 15,-7 3-24-15,5 5-12 0,-2 1-48 0,-3-1-172 16,-4-2-72-16,4-2-108 0,0-13-4 16,0-7-116-16,0-12-196 0,1-9-20 15,-2-11 44-15,1-8-60 0,-4-4-156 16,4-3-137-16,-4-10-291 0,4-2-252 0,-4-7-344 0,0-10-972 15,0 6-2477-15,-8-17-2195 16</inkml:trace>
  <inkml:trace contextRef="#ctx0" brushRef="#br1" timeOffset="62039.316">15012 6496 11985 0,'0'0'1816'0,"0"0"-512"15,0 0-424-15,0 0 420 0,0 0-136 16,76-35-80-16,-52 33-216 0,4-3-284 15,-1 3-144-15,6-2-100 0,-6 1-183 16,1 3-109-16,-4 0-48 0,-4 0 0 16,-8 0-4-16,1 7-44 0,-6 2-12 0,-7 7-197 15,0-1 53-15,-12 8 56 0,-4-2-72 16,-4 6-96-16,-8-5-12 0,5-3-16 16,-5-1-192-16,0-5-352 15,4-3-348-15,0-3-692 0,4-5-1248 16,-8-2-3805-16</inkml:trace>
  <inkml:trace contextRef="#ctx0" brushRef="#br1" timeOffset="62687.862">15539 6622 8384 0,'0'0'2316'0,"0"0"-659"0,0 0-557 16,0 0 308-16,0 0 92 0,0 0-8 0,0 0-396 15,0 0-492-15,0 0-224 0,0 0-88 16,32 4 0-16,-13-4 52 0,1 0 140 16,4 0-156-16,-1-4-248 0,5-1-80 0,0-5-64 15,0 0 56-15,0-2-268 0,0-1-284 16,0 0-200-16,0-3-328 0,-4 7-680 15,-8-1-1428-15,0 1-4445 0</inkml:trace>
  <inkml:trace contextRef="#ctx0" brushRef="#br1" timeOffset="63688.08">16144 6143 8808 0,'0'0'36'0,"0"0"-36"0,0 0-856 16,0 0 856-16,0 0 184 0,0 0 608 0,0 0-236 16,0 0-180-16,0 0-92 0,0 0-144 15,0 0 92-15,-12-26 273 16,12 26 255-16,0 0 84 0,0 0-16 0,0 0-64 16,0 0-108-16,0 0-48 0,0-2 4 15,-4 2 4-15,4-4-4 16,0 4-68-16,0 0-72 0,0 0-80 0,-4 0-48 15,4 0-12-15,0 0-24 0,0 0-64 16,0 0-48-16,0 0-36 0,0 0-64 16,0 0 52-16,0 0-52 0,0 0 12 0,0 0-32 15,0 0-4-15,0 0 12 16,0 0 4-16,0 0-16 0,0 0 0 0,0 0 0 16,0 0-20-16,0 0-40 0,0 0 72 15,-4 0-80-15,4 0 0 0,0 0-4 16,0 0 0-16,0 0-4 0,0 0-4 15,0 0-4-15,0 0-36 0,0 0-28 16,0 0 28-16,0 0-12 0,0 0 0 16,0 0 48-16,0 0 0 0,0 0-28 0,0 0 40 15,0 4 8-15,0-4 0 16,0 0-8-16,0 0 0 16,0 0 0-16,0 2 0 15,0-2 4-15,0 0 8 0,0 0 36 0,0 0-40 0,0 0 40 0,0 0-40 16,0 0-8-16,0 0 0 0,0 0 0 15,0 0 0-15,0 0 8 0,0 0 40 16,0 0-40-16,-4 0 40 0,4 0 16 16,0 0 20-16,-4 0-24 0,4 5-60 0,-4-5-8 15,0 2-64-15,4-2 60 0,-4 4-48 16,4-4 56-16,0 3-84 0,0-3 4 16,0 3 24-16,0-3 12 15,0 2 36-15,0 2 12 0,0-1 44 0,0 1 28 16,0 2-12-16,0 0 0 0,0 1 40 15,0-1-40-15,0 3 24 0,0 1-36 0,0-1 0 16,0 1-32-16,0-4-4 0,4 4-4 16,-4-4 64-16,4 1-60 15,-4-1 37-15,0 1-49 0,4-2-8 0,-4-1 4 16,4 5 4-16,0 1 4 0,0-1 56 16,4 7-12-16,-4 1-44 15,4-3 44-15,-4 6-48 0,4-1 4 0,-4 0-4 16,4 0-4-16,-4 3-4 0,0 2-4 0,3-6-48 15,-7 4 52-15,9 1 0 0,-9-4 0 16,8 3-77-16,-8-4 85 0,4 1-8 16,-4 3-64-16,0 1 20 15,0-4 48-15,0 1-8 0,0-1-60 0,0 0-36 0,0-5-12 16,0 3-4-16,0-1 64 16,0-3-48-16,0-7-100 0,3-3 12 0,-3-3-144 15,4 0-188-15,1-3-144 0,3-7-68 16,0-5-348-16,3-7-704 0,-6 3-2156 15,7-19-3713-15</inkml:trace>
  <inkml:trace contextRef="#ctx0" brushRef="#br1" timeOffset="67503.794">15694 6222 744 0,'0'0'8384'0,"0"0"-6884"0,0 0-779 16,0 0 547-16,0 0-324 0,0 0-40 15,0 0-36-15,0 0-124 0,0 0-28 16,-68-44 28-16,64 44-60 0,0 0-216 0,4 0-172 16,0 0-100-16,0 7-48 0,0 5-76 15,0 10 64-15,4 11 60 0,0 4 12 16,4 8-52-16,-4 6-44 0,4-1-28 0,0 1-72 15,-5 4-12-15,2-8-8 16,-1 4 4-16,0-4 4 0,0 1-84 0,0-4 36 16,0-5-112-16,-1-2-220 0,1-2-12 15,1-2-76-15,-1-5-100 0,4-3-124 16,-4-3-192-16,-1-2-576 0,1-8-1208 16,0 4-3485-16</inkml:trace>
  <inkml:trace contextRef="#ctx0" brushRef="#br1" timeOffset="71450.213">16375 6375 9352 0,'0'0'1136'16,"0"0"2133"-16,0 0-1537 0,0 0-188 16,0 0-528-16,0 0-200 15,0 0-288-15,0 0-196 0,0 0 8 0,28 6 40 16,-12-6 96-16,0 4 36 0,3-4-124 0,-2 3-95 16,-2-3-125-16,6 0-72 15,-1 0-96-15,-1 0-96 0,1-7 92 0,4-2-104 16,4 0-184-16,-4-4-181 15,4-1-211-15,-4 0-268 0,0 1-476 16,0 0-1064-16,-12 3-2457 0,4-3-3295 0</inkml:trace>
  <inkml:trace contextRef="#ctx0" brushRef="#br1" timeOffset="71936.737">16952 5851 3908 0,'0'0'10861'0,"0"0"-9361"16,0 0-1000-16,0 0-140 0,0 0 148 16,0 0 492-16,0 0 108 0,0 0-780 15,0 0-80-15,0 0 32 0,49 80 0 0,-38-39-60 16,2 9-4-16,-2 12-44 16,-3 7-64-16,-3 4-72 0,-5 6-36 15,0 1 0-15,0-1 0 0,-5-7-144 0,1-8-124 16,0-10 12-16,0-16 48 0,4-8 112 15,-3-16 48-15,3-7-100 16,0-3-108-16,0-4-12 0,7-13 24 0,1-6 244 16,5-7-4-16,2-11 4 0,1-5-76 15,0-2 64-15,4 2 12 0,-4 4 4 0,4 6-4 16,-4 7 0-16,0 6 100 16,0 9 56-16,-4 4-8 0,-5 3-88 15,6 3-8-15,-9 0 20 0,3 3-12 0,-3 0 4 16,-4 7-56-16,0 2 52 0,0 4 68 15,-7 1-128-15,-1 4-96 0,-9-2-16 16,2 0-68-16,-1-2 32 0,0-4-72 16,4-1-64-16,4-2 64 0,0-4 60 15,4-3 148-15,4 0-60 0,0 0-76 0,0 0 148 16,12 7 344-16,4-1-76 0,0-2-44 16,12 3-104-16,0-8 16 0,7 1-28 15,1-3-108-15,5-3-72 0,-6-6-88 16,5-1-416-16,-8-2-260 0,0 2-280 15,-8 1-988-15,-9 3-3601 0</inkml:trace>
  <inkml:trace contextRef="#ctx0" brushRef="#br1" timeOffset="72441.693">14315 6092 7080 0,'0'0'3100'15,"0"0"-1927"-15,0 0-301 0,0 0 12 16,0 0 96-16,-28 67-44 0,24-35-196 0,4 6-96 16,0 10-80-16,4 6-120 0,4 3-32 15,5 9-152-15,-2 8 36 0,1 5-112 16,4 3-176-16,3 1 52 0,-2 4 40 16,7-3-100-16,0-1-8 0,3-3-104 15,6-11-184-15,-1-6-172 0,3-5-204 0,5-11-260 16,3-8-332-16,10-14-128 0,2-8-500 15,-15-12-897-15,36-10-1551 0</inkml:trace>
  <inkml:trace contextRef="#ctx0" brushRef="#br1" timeOffset="72770.975">17949 5822 13981 0,'0'0'1088'16,"0"0"-1084"-16,0 0 124 0,0 0 100 15,75 29 484-15,-62-3 328 0,-9 8 100 16,-4 8-68-16,4 9 4 0,-4 6-492 0,0 4-216 15,0 2-128-15,-4 4-55 16,-4-4-113-16,-5 0-72 0,6-2-137 16,-10-1-35-16,2-6-192 0,-9-3-100 0,3-3-232 15,-7-8-184-15,1-4-192 16,-1-11 116-16,1-6 48 0,-5-6-480 16,8-7-1476-1,-25-6-3377-15</inkml:trace>
  <inkml:trace contextRef="#ctx0" brushRef="#br1" timeOffset="73773.425">14486 5561 9440 0,'0'0'1705'16,"0"0"-701"-16,0 0-212 0,0 0 240 15,0 0-168-15,0 0-124 0,0 0-248 16,0 0-100-16,0 0-20 0,0 0-24 16,-67 42 24-16,67-38 4 0,0-4-20 15,0 0-12-15,0 3 4 0,0-3 8 0,0 0-40 16,0 0 4-16,0 0-76 0,0 0-12 15,0 0-12-15,0 0-48 16,0 0-88-16,0 0 12 0,0 3-36 0,0-3-52 16,0 0-8-16,0 0-76 0,0 0 68 15,0 3-32-15,0-3 40 16,-4 4 96-16,0 2-20 0,-4 0 8 0,-1 4-24 16,2-4-60-16,-1 0 0 0,4 1 0 15,-5-1 0-15,6-3 0 0,3-3-84 16,-4 3-52-16,0-3 4 0,4 4 36 0,-4-4-16 15,4 3-32-15,0-3 32 0,0 0 4 16,0 0 44-16,0 0 64 0,0 0 0 16,0 0 112-16,0 0 20 0,0 0-8 15,0 0-52-15,0 0 12 0,0 0-84 0,0 0-68 16,0 0-52-16,4 0 32 0,12 0-8 16,4-3 96-16,8-1 500 15,3 1-196-15,14-3-96 0,-2 3-64 0,13-7 40 16,0 1-27-16,8-1-9 0,3 1-144 15,5-4 8-15,4 1 72 0,3-1-36 16,1 0 0-16,-1 2 12 0,5 3-60 0,4-5-92 16,0 1 80-16,3-1-48 15,1-4 60-15,4 3 0 0,-5-6-60 0,9 4-28 16,-5-3 40-16,1 0-84 16,4 0 128-16,-4 0-9 0,-1 0-59 15,1 6 60-15,-5 1-112 0,-3 1 52 0,4 3 72 16,-4-3-60-16,-5 5-12 0,1-2 72 15,-4 1 0-15,-1 0 8 16,-3 4-4-16,-1-3 4 16,-7 2-8-16,-1 1 4 0,2 0-4 0,-9 0 4 0,-1 0 4 15,-4 3-8-15,-2-3-24 0,-5 3-24 16,-9 0 44-16,1 0-8 0,-4 0-36 0,-8 0 44 16,0 0 0-16,0 0-64 0,-4 0 64 15,-4 0 0-15,-1 0 4 0,-2 0 52 16,-2 0-52-16,-2 0-4 0,-6 0-4 15,1 0 4-15,-4 0 4 0,0 0 48 16,1 3-36-16,-5-3-8 0,0 0 96 16,0 0-16-16,0 0-84 0,-5 0-96 0,1 0-88 15,4 0-72-15,-4 0 12 16,0 0 36-16,0 0-72 0,0 0-72 16,-4 0-164-16,0 0-456 0,-3 0-652 0,-2 0-2240 15,-10 0-5049-15,111 0 4901 0</inkml:trace>
  <inkml:trace contextRef="#ctx0" brushRef="#br1" timeOffset="76422.884">19336 5775 5156 0,'0'0'2524'0,"0"0"-1512"0,0 0-600 0,0 0 2593 16,0 0-1205 0,0 0-368-16,0 0-288 0,0 0-212 0,0 0-176 15,-28-28-4-15,20 28-52 0,-1 0-148 0,1 0-160 16,1 3-88-16,-6 3-24 0,5 4-76 15,-3 2-104-15,-2 4-52 0,2 6-40 16,-1 7 88-16,0 3-12 0,4 6-76 16,0 3 44-16,0 7-44 0,0 5-8 15,0 1 0-15,4 4 0 0,0-5 4 16,4-2-4-16,0-2 0 0,0-5-48 0,8-6-64 16,0-7-192-16,0-2-232 0,4-4 48 15,0-3-84-15,0 1-252 0,4-4-388 16,0-3-848-16,-4-4-1756 0,8 7-2641 0</inkml:trace>
  <inkml:trace contextRef="#ctx0" brushRef="#br1" timeOffset="78401.924">19794 5654 4092 0,'0'0'4'16,"0"0"4364"-16,0 0-2696 16,0 0-291-16,0 0-49 0,0 0-48 15,0 0-96-15,0 0-308 0,0 0-376 0,0 0-192 16,0 0 296-16,32 16 160 0,-21 17-68 16,6 7-268-16,-6 2-176 0,-3 8 12 15,1 1-96-15,-5 3-60 0,-4 6-16 16,0 4-48-16,-9 3 12 0,1-1-60 15,-3 1-216-15,3-7 128 0,-5-9-96 16,6-13-24-16,3-9 64 0,0-10 8 0,-1-10-48 16,5-2-64-16,0-7-44 15,0 0 8-15,0 0 136 0,0-10 12 0,0-3-48 16,5-6-116-16,-1-6 116 0,3-7-28 16,1 1 0-16,1-7 116 0,-1 2-4 15,3 5 96-15,-3 2-8 0,4 4 12 16,0 6 0-16,4 6 116 0,-4 0 104 15,-1 6 4-15,6 5-88 0,-6 2-136 0,2 0 12 16,-1 6-12-16,-5 4 164 16,2 3-80-16,-5-4-68 0,-4 7-12 15,0 3-4-15,-4 3 0 0,-9 1-64 16,2 2-208-16,-6-4-52 0,2-2 64 16,-1-2 84-16,0-4 40 0,0-4 124 0,4-2 12 15,1-1 40-15,2-6 112 0,1 3 32 16,4-3-8-16,4 0-64 0,0 0-112 15,0 0 12-15,4 0 52 0,0 3-56 16,4 0-8-16,4 4 236 0,0-1 48 16,0 3-148-16,4-2 12 0,-5-1-88 0,2 0 52 15,2 1-64-15,2-4-48 0,-6 3 0 16,10-6-12-16,-6 4-308 0,2-4-336 0,3 0-152 16,-5 0-476-16,2-4-1368 15,2-5-4001-15</inkml:trace>
  <inkml:trace contextRef="#ctx0" brushRef="#br1" timeOffset="79199.325">19607 5498 1084 0,'0'0'8880'0,"0"0"-7243"16,0 0-485-16,0 0 8 0,0 0 20 16,0 0-152-16,0 0-148 15,0 0-124-15,0 0-164 0,0 0-268 0,-21-28-164 16,29 28-64-16,5-3 40 0,2 0 12 16,5 0 108-16,8-4-20 15,0 1-224-15,-1 3 72 0,10-4-72 0,-5-2-12 0,4 3-36 16,-5-1 24-16,5 1-196 15,-4 3-344-15,4-3-388 0,-5 2-324 0,1 4-636 16,-8 0-1144-16,8 0-3149 0</inkml:trace>
  <inkml:trace contextRef="#ctx0" brushRef="#br1" timeOffset="79503.023">20475 5750 6400 0,'0'0'2312'0,"0"0"29"16,0 0-1365-16,0 0 112 15,0 0 172-15,0 0-64 0,0 0-252 0,28 82-320 16,-24-60-140-16,0 1-136 0,-4 5-40 16,0 3-24-16,0 5-36 0,0 2-4 0,-4 3-108 15,-9 4 12-15,2-1-100 16,-10 4-40-16,6-1-8 0,-5 2-100 0,4-11 28 15,4-4-76-15,0-9 100 0,5-9-100 16,-2-6-72-16,9-4-224 16,0-6-264-16,0 0 0 0,0-6 40 0,9-7-32 15,2-9-236-15,2-3-576 0,-6 0-1201 16,5-24-2343-16</inkml:trace>
  <inkml:trace contextRef="#ctx0" brushRef="#br1" timeOffset="79718.544">20646 5517 12125 0,'0'0'2088'16,"0"0"-1516"-16,0 0 44 0,0 0 728 15,0 0-52-15,88-31-280 0,-64 29-400 16,-4 2-416-16,3-5-144 0,1 5-52 0,0 0-64 15,4 0-68-15,-3-6-164 0,6 0-440 16,-3-4-328-16,0-2-976 0,-5-1-2777 0,2-6-4635 16</inkml:trace>
  <inkml:trace contextRef="#ctx0" brushRef="#br1" timeOffset="79886.197">21113 5226 7612 0,'0'0'5537'0,"0"0"-4785"0,0 0-208 16,0 0 544-16,0 0 144 0,0 0-228 0,-17 72-384 16,17-53-288-16,8 4-112 0,1 3-212 15,-5-1-8-15,3 7-108 16,1-4-348-16,0 5-248 0,1 0-244 0,-2 0-256 16,1-8-1012-16,0 10-3609 0</inkml:trace>
  <inkml:trace contextRef="#ctx0" brushRef="#br1" timeOffset="80620.303">21753 5654 3980 0,'0'0'628'16,"0"0"5400"-16,0 0-4895 0,0 0-353 16,-31-69 104-16,23 59-212 0,0 3 504 0,1 7-44 0,2 0-456 15,-3 4-204-15,0 12-28 16,1 3-112-16,-2 13 28 0,-3 2-52 16,5 10-52-16,-2 7 88 0,1 1 0 0,0 5-100 15,5 0-96-15,-5 0 84 0,3 0-124 16,5-2 40-16,0-5-148 0,0-3-88 15,0-5 80-15,0-7-52 0,9-7-64 16,2-5 40-16,1-11-208 0,4 1-112 16,5-7-148-16,-2 1-248 0,1-7-68 15,4 0-352-15,-1-13-720 0,-6 7-1204 0,11-19-4021 16</inkml:trace>
  <inkml:trace contextRef="#ctx0" brushRef="#br1" timeOffset="81201.221">22228 5438 3192 0,'0'0'5828'0,"0"0"-3247"0,0 0-1913 15,0 0-92-15,0 0 836 16,0 0 188-16,19 96-284 0,-14-52-508 16,-1 4-204-16,0 6-160 15,0 6-88-15,-4 0 172 0,0 4-100 0,0 0-272 0,-4-1-96 16,-4-3-60-16,0-2-136 0,0-11-120 16,0-9 24-16,4-10 84 0,1-11 12 15,3-4-120-15,0-13-112 0,0 2 12 16,0-2 60-16,0-2 36 15,0-5-124-15,0-9 136 16,7-3 24-16,1-6 124 0,0-1 60 0,4-5 40 0,0 1 4 0,-1 5 0 16,2 3 0-16,-2 6 84 15,2 3 136-15,-5 4 24 0,-1 6 12 0,6 3-100 16,-9 0-100-16,4 6 28 0,-5 4 108 16,1 3-48-16,-4-1-84 0,0 4-60 15,0 1 68-15,0 2-72 0,-4-5-136 16,-3 3-244-16,-1 2-116 0,-5-3-100 0,2 0-76 15,-2-7 52-15,6 1 232 0,-1-4 300 16,0-3 80-16,8-3 8 0,-5 0 12 16,5 0 88-16,0 0-100 0,0 0 64 15,5 0 60-15,-1 0-124 16,8 3 264-16,-1-3 168 0,6 3 92 0,3 0-188 0,-5 1 36 16,6-1-176-16,-2-3-108 15,1 3-84-15,-3-3 84 0,2 0-88 0,-3 0-64 16,3-3-516-16,2-4-420 0,-1-2-448 15,-8 3-1508-15,12-7-3817 0</inkml:trace>
  <inkml:trace contextRef="#ctx0" brushRef="#br1" timeOffset="81387.633">22702 5972 3312 0,'0'0'9553'0,"0"0"-7885"0,0 0-1052 0,0 0 392 16,0 0 264-16,0 0 16 0,0 0-344 0,0 0-540 0,80-16-280 16,-61 10-124-16,2-1-112 15,-1 0-156-15,-1 2-344 0,-2-2-224 16,2 0-368-16,1 1-1256 0,-3-2-2853 0,-6 3-3083 16,1-7 7409-16</inkml:trace>
  <inkml:trace contextRef="#ctx0" brushRef="#br1" timeOffset="81554.997">22985 5788 872 0,'0'0'10121'0,"0"0"-8749"15,0 0-860-15,0 0 444 0,0 0 512 0,0 0-60 16,-8 82-276-16,4-60-516 0,4 1-284 16,0-2-60-16,0 2-112 0,0-4-160 15,0 3-72-15,0 0-372 0,4-2-444 16,0-1-408-16,4-3-580 0,-4-7-2693 0,8-9-3899 0</inkml:trace>
  <inkml:trace contextRef="#ctx0" brushRef="#br1" timeOffset="81785.656">23396 5768 1120 0,'0'0'11177'0,"0"0"-9885"0,0 0-708 16,0 0 252-16,35 67 560 0,-27-45-52 0,4 1-552 15,0 2-264-15,-4 1-296 0,5-1-44 16,-6 4-68-16,-3-1-108 16,0 7 100-16,-4-3 84 0,-4 3-196 0,-4-3-132 15,0-4-124-15,-4-6-40 0,4 0-24 16,0-9-148-16,-4 0-260 0,1-4-268 16,-2-6-284-16,5-3-848 0,-3 0-1973 15,2-9-2695-15,-3-13 5100 0</inkml:trace>
  <inkml:trace contextRef="#ctx0" brushRef="#br1" timeOffset="82617.304">22092 5235 1188 0,'0'0'7956'0,"0"0"-5619"0,0 0-813 15,0 0-328-15,0 0 16 0,0 0-176 0,0 0-252 16,0 0-188-16,0 0-252 0,0 0-60 16,0 0 172-16,64 13 356 0,-40-10-276 15,8 0-216-15,0 0-16 0,8-3-60 16,0 0-28-16,3 0-20 0,2-6-184 15,-2 0 116-15,1-4-128 0,0 4-4 16,4-7-4-16,-5 0-148 0,1 4-320 0,0 0-240 16,-4-1-340-16,-1 3-224 15,2 0-868-15,-13 5-1912 0,8-4-2825 16</inkml:trace>
  <inkml:trace contextRef="#ctx0" brushRef="#br1" timeOffset="83017.769">23794 5314 4348 0,'0'0'9069'0,"0"0"-8001"15,0 0-880-15,0 0 28 0,0 0 852 16,0 0 324-16,0 0-404 0,0 0-456 16,0 0-372-16,92 22-76 0,-65-22-84 15,1 0 0-15,4-5-184 0,4-5-516 16,0-6-328-16,0 0-652 0,-8 4-2180 16,4-11-4665-16</inkml:trace>
  <inkml:trace contextRef="#ctx0" brushRef="#br1" timeOffset="83201.652">24236 5023 9276 0,'0'0'4469'16,"0"0"-3709"-16,0 0-116 0,0 0 628 0,0 0 284 0,-16 80-276 16,12-49-408-16,4 3-288 0,0 8-192 15,0-1-260-15,0 6-132 16,0 2-120-16,0 5-136 0,0-4-320 0,4 4-180 0,4-6-328 15,-4-3-700-15,4-17-2384 16,4 7-3309-16</inkml:trace>
  <inkml:trace contextRef="#ctx0" brushRef="#br1" timeOffset="83435.62">24519 5835 10288 0,'0'0'7053'16,"0"0"-7053"-16,0 0-236 0,0 0-328 0,0 0 240 15,0 0 84-15,0 0-200 0,91-13-1292 16,-70 4-3053-16,-6 3-2523 0,9-4 5768 15</inkml:trace>
  <inkml:trace contextRef="#ctx0" brushRef="#br1" timeOffset="83669.252">25284 5845 208 0,'0'0'9068'15,"0"0"-9068"-15,0 0-1268 0,0 0 448 16,0 0 352-16,95-6 392 0,-74 2 76 0,-2 4 0 0,5 0-48 0,-4 0-160 16,5 0 208-16,-6 0 272 15,1 4 792-15,-4-1 52 0,0 0-504 0,-4 0-612 16,-9-3-1736-16,2 0-3548 0</inkml:trace>
  <inkml:trace contextRef="#ctx0" brushRef="#br1" timeOffset="84537.947">26257 5467 2704 0,'0'0'404'0,"0"0"3596"16,0 0-2740-16,0 0-264 0,0 0 76 0,0 0 309 16,0 0-77-16,0 0-324 0,0 0-208 15,0 0-204-15,-5 0 8 0,1 12 92 16,0 1-48-16,-4 0-72 0,4 6-116 15,1 0 12-15,-1 4-24 0,4 2-4 16,0 4-24-16,0 2 12 0,0 4-52 16,0 1-60-16,4 5 0 0,-1-4-48 0,1 5-136 15,4 2-32-15,-4-2-76 0,5-2-12 16,-2-4-40-16,1-5 4 0,0-5-144 16,4-7-212-16,-4-10-120 0,7-2-196 15,-2-5-288-15,7-2-476 0,-8-2-1584 16,-1-14-4493-16</inkml:trace>
  <inkml:trace contextRef="#ctx0" brushRef="#br1" timeOffset="85523.755">26169 5235 848 0,'0'0'1840'0,"0"0"2776"0,0 0-2592 15,0 0-680-15,0 0-159 0,0 0 59 16,0 0-188-16,0 0-224 0,0 0-112 0,0 0-116 16,0 0 84-16,91-25-240 0,-67 22-164 15,0-1-276-15,0 2-8 0,0-2-4 16,-5 4-220-16,1-3-348 0,-3 3-204 16,-2-3-356-16,2 3-708 0,-6 0-2081 15,-7 0-4051-15</inkml:trace>
  <inkml:trace contextRef="#ctx0" brushRef="#br1" timeOffset="85835.604">25918 5416 640 0,'0'0'8764'16,"0"0"-7071"-16,0 0-797 0,0 0 64 0,-32 73 164 15,27-45 36-15,1 8-268 0,4-1-312 0,0 9-132 16,0 1-36-16,0 6-28 16,4-1-28-16,1 1-96 0,-1 4-112 15,4-3-60-15,-1 0-40 0,6-8-48 0,-2-6-64 16,5-5-56-16,4-12-40 0,0-5-164 15,0-6-196-15,4-7-272 16,4-3-352-16,4-10-560 0,-8-2-1433 0,11-21-4163 16</inkml:trace>
  <inkml:trace contextRef="#ctx0" brushRef="#br1" timeOffset="86052.781">26858 5547 2492 0,'0'0'6616'16,"0"0"-4832"-16,0 0-395 0,20 73 551 16,-12-45-228-16,-1-3-320 0,2 5-588 0,3-5-260 15,-5 6-212-15,-3-2-124 16,5 3-96-16,-9-4-104 0,0 4-8 0,0-7-156 16,0 1-188-16,0-7-64 15,0-6-100-15,0-1-196 0,-5-9-56 0,1 0-260 16,0-3-828-16,0 0-2157 0,-7-13-4543 0</inkml:trace>
  <inkml:trace contextRef="#ctx0" brushRef="#br1" timeOffset="86268.063">26989 5191 8264 0,'0'0'4261'0,"0"0"-2797"0,0 0-600 0,0 0 584 16,0 0 516-16,84-16-344 0,-56 13-336 16,0-1-447-16,4-3-325 0,-1 5-236 0,1-4-276 15,0 0 0-15,0-5-216 0,0-1-268 16,0-1-417-16,0 0-235 16,-1-1-744-16,-10 0-2824 0,-6-5-4621 0</inkml:trace>
  <inkml:trace contextRef="#ctx0" brushRef="#br1" timeOffset="86467.265">27443 4896 7200 0,'0'0'6321'0,"0"0"-4297"16,0 0-1396-16,0 0-76 0,0 0 516 16,0 0 352-16,0 70-136 0,8-45-528 0,1 7-344 15,2-1-227-15,-3 7-77 16,5 1-108-16,-6 2-213 0,-3 3-371 15,0-3-208-15,4-2-212 0,-3-1-424 0,-2-6-1300 16,1-1-2613-16,0-12-3827 0,-4 3 8764 16</inkml:trace>
  <inkml:trace contextRef="#ctx0" brushRef="#br1" timeOffset="89524.145">1311 7267 6260 0,'0'0'7557'16,"0"0"-6493"-16,0 0-864 0,0 0 268 15,0 0 540-15,0 0 48 0,0 0-192 0,0 0-320 16,0 0-164-16,0 0-100 0,7-6-32 16,-7 6-40-16,0 0-88 15,0 0-8-15,0 0-28 0,0 0 0 0,0 0-8 16,0 0-4-16,0 0-12 0,0 0-12 16,-3 0 4-16,3 0-44 15,0 0 0-15,0 0 4 0,0 0 0 0,-4 0 0 0,4 0 36 16,0 0-40-16,0 0 0 15,0 0 4-15,0 0 36 0,0 0-48 16,0 0 8-16,0 0 4 0,0-3 64 0,0 3 8 16,0 0 12-16,0 0 4 15,0 0 8-15,0 0 12 0,0 0 64 16,0 0-51-16,0 0-69 0,0 0-64 0,0 0-12 16,0 0 4-16,0 0-52 0,0 0 52 15,0 0 4-15,0 0 4 0,0 0 0 0,0 3-4 16,0 3-81-16,0 4 85 15,7 9 53-15,1 7 19 0,0 8 64 16,1 1-76-16,-2 3-4 0,-3 0-56 0,4-6-120 16,-4-3 56-16,4-10 4 0,-4 0-121 15,0-10-183-15,4-2-208 16,-4-1-112-16,0-6-76 0,4 0-260 0,-4 0-496 16,4-10-580-16,-8 1-1144 0,0-17-2521 15</inkml:trace>
  <inkml:trace contextRef="#ctx0" brushRef="#br1" timeOffset="89694.112">1291 7045 5076 0,'0'0'6533'0,"0"0"-4169"0,0 0-1564 16,0 0-284-16,0 0 716 0,0 0 52 0,0 0-384 15,0 0-496-15,0 0-292 16,0 0-112-16,91-38-48 0,-71 31-224 0,-4 1-456 15,4 3-376-15,-1 3-500 0,-6 0-2512 16,-1 9-4277-16</inkml:trace>
  <inkml:trace contextRef="#ctx0" brushRef="#br1" timeOffset="90004.274">1749 7328 4652 0,'0'0'704'0,"0"0"4128"0,0 0-2915 0,0 0 227 0,0 0-112 15,11 66-364-15,-11-60-632 0,4-2-548 16,-4-4-304-16,0 0-184 0,4 0-56 16,-4 0-68-16,5-4-256 0,3-5-24 15,-1 0-16-15,1-4 12 0,8-6 36 16,0-3-148-16,0 2-20 0,-4 1 88 0,4 7 136 16,0 2 80-16,-4 4 32 0,4 6 136 15,-4 0 68-15,4 0 88 16,-5 6 192-16,-2 4 132 0,3-1 68 0,0 4-144 15,-4-1-60-15,0-1 60 0,-1 3-52 16,2 0-60-16,-1-1 60 0,-4-1-72 0,-1 1-104 16,-3-4-108-16,4-2-144 0,-4-1-384 15,0 1-244-15,4-7-220 16,-4 0-340-16,0 0-996 0,4-7-2285 0,1-9-1967 16</inkml:trace>
  <inkml:trace contextRef="#ctx0" brushRef="#br1" timeOffset="90402.076">2394 6709 8796 0,'0'0'7029'0,"0"0"-6285"0,0 0-136 16,0 0 656-16,79-20-48 0,-51 8-384 15,0-1-248-15,12-6-132 0,0 3-87 16,0-3-221-16,3 0-144 0,-2 3 0 15,-1 0-60-15,-9 10-97 0,1 0-111 0,-8 6-60 16,-3 6-88-16,-6 13 88 16,-7 6 36-16,-4 10-100 0,-4 10 148 15,-4 2-88-15,-8 7 0 0,-8 0-36 0,1 0 268 16,-2 1 100-16,-3-2 0 16,-4 5 60-16,5-7 16 0,-5-4 72 0,4-3 72 15,4-6 88-15,4-9 24 0,4-7 60 16,8-9-64-16,0-3-84 0,4-8-72 15,0-2-36-15,12 3-40 0,0-3 36 0,7 0 100 16,6 4 96-16,3-4-59 16,3 0 23-16,1 0-112 0,-4-7-80 15,4 2-28-15,0-6-72 0,-4-1-100 0,0-4-284 16,-4 1-165-16,4-5-171 0,0-5-292 16,-5-4-636-16,-6 7-2404 0,-2-16-3637 15</inkml:trace>
  <inkml:trace contextRef="#ctx0" brushRef="#br1" timeOffset="90605.266">3139 6673 2600 0,'0'0'10877'0,"0"0"-9265"0,0 0-1072 16,0 0 164-16,0 0 444 15,0 0-84-15,-48 70-328 0,36-44-356 0,-4 2-196 16,1 7-100-16,-6 3-84 0,2 3-4 15,-5 7-72-15,4 6-32 0,-5 0-176 16,2 1-144-16,3-2-200 0,0-2-200 16,4-6-280-16,0-5-516 0,8-10-1012 0,1-2-2797 15</inkml:trace>
  <inkml:trace contextRef="#ctx0" brushRef="#br1" timeOffset="90988.264">3358 7191 3676 0,'0'0'628'0,"0"0"2664"0,0 0-932 15,0 0-735-15,0 0-113 0,0 0-292 0,36 67-184 16,-28-45-144-16,0 4-264 0,4 2-220 16,-4 4-148-16,0 2 0 0,0 2-36 15,0-1-12-15,-1 5-52 0,6 5-100 16,-1 0 16-16,-5-3 48 0,2-7-76 15,-1-10-48-15,-8-6 0 0,4-7-112 16,-4-5-356-16,3-1-212 0,-3-3-80 0,0-3-172 16,0 0-364-16,0-9-692 15,0-4-469-15,0 3-1783 0,-3-15-1072 0</inkml:trace>
  <inkml:trace contextRef="#ctx0" brushRef="#br1" timeOffset="91218.241">3375 7182 3876 0,'0'0'288'16,"0"0"5444"-16,0 0-3735 0,0 0-705 0,0 0 156 0,43-76-112 16,-28 59-220-16,-2 5-224 0,7-1-188 15,-4 1-140-15,4 2-136 16,-1 0-132-16,2 4-88 0,-5-1-136 0,3 5-60 16,-6 2-8-16,-2 0-4 0,-3 0-8 15,0 2-4-15,-3 5-160 0,-2-1 112 16,-3 7-12-16,0 3 72 0,-8 7 84 0,-4-1 4 15,-3 6-88-15,-5 4-64 0,-8-4-156 16,-4 4-184-16,0 0-236 0,-8-1-320 0,0 2-700 16,8-12-1236-16,-19 14-3505 15</inkml:trace>
  <inkml:trace contextRef="#ctx0" brushRef="#br1" timeOffset="95279.43">8678 9220 5956 0,'0'0'7325'0,"0"0"-5789"0,0 0-904 16,0 0-380-16,0 0 248 0,0 0 364 15,0 0-92-15,0 0-204 0,0 0-76 16,47-10 12-16,-15 7 280 0,0-3-332 16,-1 2-208-16,-3 1-148 0,0 1-24 15,-4-2-72-15,-3 1 0 0,-2 0-12 0,-3-4-120 16,0 4-236-16,-4 0-252 0,0 0-252 16,-4 0-200-16,-3 0-444 0,-5 3-984 15,0 0-2221-15,0 3-2463 0,-13 6 5133 16</inkml:trace>
  <inkml:trace contextRef="#ctx0" brushRef="#br1" timeOffset="95450.954">8852 9366 4576 0,'0'0'196'0,"0"0"4780"0,0 0-3119 16,0 0-333-16,0 0-216 16,0 0-96-16,0 0-244 0,0 0-172 15,45 66-272-15,-25-62-304 0,-1-1-108 0,9-3-112 16,4 0-36-16,0-3-536 0,7-7-320 15,2 1-304-15,-2-4-864 16,-7 3-2141-16,12-5-3315 0</inkml:trace>
  <inkml:trace contextRef="#ctx0" brushRef="#br1" timeOffset="95801.509">9988 9103 9412 0,'0'0'6761'0,"0"0"-5213"16,0 0-1068-16,0 0-156 0,9 76 228 0,-9-51 600 16,3 0-56-16,1-3-375 0,4 1-385 15,0-7-140-15,0-7-160 16,4 1-36-16,4-4-72 0,0-3 64 0,8-3 8 16,-5-3-4-16,9-9-4 0,-4-4-40 15,0-7-136-15,1 2 40 0,-2-9-40 16,1 2 15-16,-4-7-111 0,-4 3 12 0,0 1 24 15,-4 1 76-15,-4 5 44 16,-4 3 40-16,-4 4-4 0,-4 1 88 0,-8 8 148 16,-4-4 0-16,-4 7-136 0,-8 0 48 15,4 6 12-15,-8 0-12 0,0 3-36 16,-4 6-24-16,1 4-12 0,-1 3-84 0,0 6-40 16,0 0 52-16,0 1-48 15,4-1-136-15,0 3-188 16,4-5-92-16,5-2-292 0,3-5-832 0,7 0-1240 15,2-4-3065-15</inkml:trace>
  <inkml:trace contextRef="#ctx0" brushRef="#br1" timeOffset="97024.58">9737 8632 2492 0,'0'0'1276'0,"0"0"3628"0,0 0-3648 16,0 0-143-16,0 0 223 0,0 0 4 15,0 0-24-15,0 0-272 0,0 0-204 16,0 0-180-16,-19 0-92 0,19 0-88 0,4 0-96 15,3 0-92-15,5 0 16 0,4 0 0 0,4 0 108 16,4 4-28-16,4-4-108 0,0 0-120 16,0 0-100-16,3 0-60 15,1-4 8-15,0-4 52 0,0-3-60 16,-4-1-84-16,0-1-148 0,0-3-184 0,0 4-240 16,-5-1-168-16,1 4-200 15,-4-1-528-15,-8 4-1440 0,1 2-4025 0</inkml:trace>
  <inkml:trace contextRef="#ctx0" brushRef="#br1" timeOffset="97507.61">11040 9024 9400 0,'0'0'4509'16,"0"0"-3293"-16,0 0-736 0,0 0-292 0,0 0 392 15,0 0 404-15,0 0 68 16,0 0-228-16,0 0-384 0,0 0-292 0,0 0-148 16,76 8-4-16,-61-8-228 0,-2-3-408 15,2 0-248-15,-2-3-340 0,2 3-820 16,-2-4-2821-16,-6 1-4603 0</inkml:trace>
  <inkml:trace contextRef="#ctx0" brushRef="#br1" timeOffset="99787.662">11013 7678 3724 0,'0'0'2528'15,"0"0"2221"-15,0 0-4005 0,0 0-536 16,0 0 136-16,0 0 196 0,0 0 72 16,91 44 36-16,-75-32-140 0,4-3-56 15,3-2-12-15,-3 3-24 0,4-4-48 16,4 0 8-16,0-3-92 0,4 0-132 0,0 1-144 15,4-4-8-15,3 0-72 0,-3 0 68 16,8-4 4-16,0 1-48 0,-4-3-68 16,0 3 56-16,3-3-16 0,-7-1 64 15,1 1-64-15,2-5-48 0,-7 6 64 16,4-8-4-16,0 3 64 0,-1 1-12 16,2-4 4-16,-1 5 0 0,3-2-44 15,-3-1 12-15,3 8 32 0,2 1-88 0,-2 2 44 16,1 0 52-16,1 0 108 0,-2 0-108 15,1 0-8-15,0 0 8 16,-4 0 52-16,0 0-44 0,-1-7 4 0,-3 0 48 16,4 1-60-16,-4-2-16 0,0 1 8 15,-1-3-4-15,1 0 8 0,-4 4-60 16,4 0-64-16,-4 3-72 0,-4-1 0 0,4 1 0 16,0 3 112-16,-4-3-16 15,3 3 40-15,1-3 52 0,4 3 24 16,0-3 148-16,1 0 56 0,6 0-216 0,-3-4-240 15,7 4 240-15,2-4 52 0,2 0-8 16,5-1-44-16,4-2 0 0,0 0 12 16,4 1-12-16,0 2 92 0,3-3-44 15,5-1 4-15,-1 4-4 0,5-3 104 16,0 1-40-16,0 0-48 0,-1-3-52 0,5 1-12 16,3-2 4-16,-2 1-4 0,2-1 0 15,1 1 4-15,4-4-4 0,-1 0-12 16,1-4-52-16,4 5 60 0,-5-1-8 0,5 0 8 15,-5 1 8-15,1-2 0 16,-4 4 8-16,3 1-12 0,-3-1 8 0,4 4 0 16,-5-4 44-16,1 4-16 15,0-4-36-15,0-1-8 0,0 6-92 16,-1-9 36-16,1 9-24 0,-1-6-36 0,1 2 48 16,-1-1 16-16,5 1-28 0,-8-2 88 15,4 2 24-15,0 3-20 16,-5-1-4-16,1-3 64 0,-1 7-64 0,2 0 88 15,-2-1-36-15,1 1-52 0,-4 0-64 16,3-1 64-16,-3 1-8 0,3 3 8 16,-2-3-4-16,-2-1-56 0,4 1 48 0,-2 2 4 15,-2 2-104-15,1-3 100 16,-5-1-40-16,2 6 52 0,-2-2 0 0,1-1 40 16,-5 3-4-16,1 0-36 0,0 0 0 15,-4 0 12-15,3 3 4 0,-3-1 32 16,0 4-48-16,0-1-52 0,-4-3 52 15,4 2-16-15,-1-1 16 0,1 0 8 16,0-1 52-16,0-2-60 0,0 5-8 16,-5-3-60-16,4-2 60 0,1 4-84 15,0-1-20-15,0-3-4 0,-4 3-96 0,4-3 124 16,0 3 36-16,-1-3 44 0,-3 3 8 16,8-3 0-16,-4 4 24 0,0-4 64 15,3 0 52-15,5 0-128 0,-4 0 104 16,3 0-8-16,4 0-104 0,-2-4 0 15,2 1-4-15,5 0-140 0,0 0-148 0,-1-4-180 16,1 0 112-16,0 2 180 16,4-2 72-16,-1 0 92 0,1 1 12 0,4-2 12 15,-1-3 36-15,5 3-44 0,-1-3 92 16,1 2 44-16,4 4-36 0,-4-6 60 16,3 5 64-16,1-1-88 0,0 1-92 15,3-4-48-15,1 4-8 0,-1-3-80 16,1-1 24-16,-1 1-48 0,5-1-144 15,0-2 28-15,-1 2 60 0,5-2 168 0,0 2 12 16,-1 1 76-16,-4-4-76 0,6 3 52 16,-2-3 40-16,-4 4-40 0,6-4-4 0,-6 3 68 15,4-2-44-15,-3 2-84 16,4-3 0-16,-5 4 0 0,4-4 4 16,-2 4-4-16,2-4-12 0,-4 4 4 15,1-1-92-15,-4-3 36 0,0 4 0 16,-1-3 64-16,1-1-4 0,-1 3 12 0,-7 0 128 15,4-2-136-15,-4 2-4 0,-5 4 4 16,0-3 76-16,-6-1-72 0,2 0 44 16,-3 0 56-16,-5 1-92 0,1 3 88 15,0-4-88-15,-8 1 4 0,3-1-16 0,-3 1 68 16,-4-1-68-16,0 1 0 16,0-1 0-16,-9-2 4 0,1 1-4 0,0-1 12 15,-5-1 36-15,-2 1 80 0,-2-1 36 16,1 0 176-16,-4-2 36 0,0 2-36 15,-5 0-36-15,6-3-16 0,-9 4-28 16,3 2-60-16,-3-2-100 0,-4-1-92 16,-4 3 0-16,-1 1-8 0,-6 2 0 15,-6 0-8-15,-3 1 8 0,1 4 4 0,-5-2 0 16,-4 4-4-16,0-2-12 16,-13-3-276-1,1-1-224-15,-8 3-292 0,-3-2-304 0,-14-2-648 16,-6 0-2229-16,7 1-4095 0,-31-4 8072 0</inkml:trace>
  <inkml:trace contextRef="#ctx0" brushRef="#br1" timeOffset="100436.904">20539 7086 4180 0,'0'0'704'0,"0"0"5320"0,0 0-4595 0,0 0-485 16,0 0 200 0,0 0 168-16,0 0-256 0,56 89 148 0,-41-54-388 15,2 0-240-15,-6 3-88 0,2-4-72 0,-6 2-172 32,1-4-108-32,0-7-100 0,0-6-36 15,4-3-60-15,-4-7 48 0,-1-2-148 0,6-7-220 16,-5 0-168-16,3-7-104 0,2-5-148 0,-5-4-268 0,-5-3-1068 15,1 0-2489-15,-4-6-3611 0</inkml:trace>
  <inkml:trace contextRef="#ctx0" brushRef="#br1" timeOffset="100602.094">20554 7109 10212 0,'0'0'3261'0,"0"0"-1865"0,0 0-992 15,0 0-4-15,-95 88 372 16,67-59 332-16,5-1-236 0,-2-5-460 0,5-4-408 15,5-4-160-15,6-4-148 0,1-9-40 16,4 2-196-16,1-4-228 0,3 0-320 16,0-13-744-16,3-3-1033 0,5-6-2535 15,1 6 660-15,10-19 4116 0</inkml:trace>
  <inkml:trace contextRef="#ctx0" brushRef="#br1" timeOffset="100735.239">20490 7049 3180 0,'0'0'156'0,"0"0"5688"0,0 0-4180 16,0 0-259-16,0 0-29 15,101-4-68-15,-69 4-492 0,0 4-336 16,7-1-116-16,-3-3-288 0,8 0-76 0,0 0-100 16,4 0-820-16,-5 0-456 0,-7 0-1036 15,12 0-4741-15</inkml:trace>
  <inkml:trace contextRef="#ctx0" brushRef="#br1" timeOffset="101134.522">21383 7683 1840 0,'0'0'11177'16,"0"0"-8893"-16,0 0-1416 0,0 0-376 16,0 0 4-16,-79 16 188 0,62-4 80 0,-2 8-296 15,3 9-248-15,-5-1-20 16,10 3 68-16,-1 2-36 0,4-7-24 15,0-5-36-15,8-5-52 0,0-6-68 0,0-4-52 16,0-6-12-16,4 0-48 16,3-3 60-16,6-7 12 0,-1-5 88 15,8-8-16-15,-5-3-84 0,6-2-196 0,-1-1-84 16,-1 4 0-16,1 0-4 16,1 3 88-16,-6 3 60 0,2 2-8 15,-2 8 44-15,-6 0 40 0,2 6 48 0,-7 3 4 16,0 0 8-16,-4 3 96 0,4 6 212 15,0 7 24-15,-4 6-4 0,0 1-72 0,0 2-60 16,5-3-96-16,-5-3-100 16,3-2-88-16,1-9-56 0,4-2-284 0,0-6-172 15,0-2-76-15,4-10-128 0,3-8-204 16,2-6-824-16,3-9-1352 0,-8 10-3621 16,4-15 1786-16</inkml:trace>
  <inkml:trace contextRef="#ctx0" brushRef="#br1" timeOffset="101323.502">21686 7109 3284 0,'0'0'4888'15,"0"0"-163"-15,0 0-3833 0,4 88-144 16,-4-47 372-16,-4 4 224 0,0 3-32 16,0 3-328-16,-3-7-380 0,7 1-324 15,-4-8-280-15,4-4-100 0,0-8-340 16,0-9-236-16,0-7 12 0,7-6-40 0,1-6 8 15,9-10-448-15,-2-9-636 16,5-10-764-16,-4-3-3081 0</inkml:trace>
  <inkml:trace contextRef="#ctx0" brushRef="#br1" timeOffset="101489.791">21909 7059 2856 0,'0'0'5636'15,"0"0"-771"-15,0 0-4201 0,0 72-272 0,0-34 216 16,0 3 508-16,-4 3 12 0,0 1-348 15,0 3-296-15,4-7-312 0,0 3-172 16,0-2-112-16,0-5-616 0,4 5-576 16,0-7-612-16,0-6-2341 0,1-8-3067 15,-1-2 5120-15</inkml:trace>
  <inkml:trace contextRef="#ctx0" brushRef="#br1" timeOffset="102017.947">22857 7480 1528 0,'0'0'10361'0,"0"0"-8585"0,0 0-1064 16,0 0 132-16,0 0 528 0,24 76-168 0,-20-47-164 15,-4 3-452-15,0 0-344 16,0-3-144-16,0-8-100 0,0-2-48 0,0-3-100 16,0-7-36-16,4-2-208 0,-4-1-176 15,0-6-200-15,0 0-252 0,0-3-448 16,0-7-1060-16,0-2-2505 0,-4-1-2578 16,-7-9 7611-16</inkml:trace>
  <inkml:trace contextRef="#ctx0" brushRef="#br1" timeOffset="102168.314">22782 7306 7988 0,'0'0'5757'0,"0"0"-3973"0,0 0-904 0,0 0-244 0,0 0 556 16,0 0-124-16,0 0-464 16,0 0-520-16,0 0-84 0,0 0-356 0,79-52-320 0,-62 43-332 15,2 2-396-15,-7 1-1412 0,4 3-3457 16</inkml:trace>
  <inkml:trace contextRef="#ctx0" brushRef="#br1" timeOffset="102502.265">23125 7424 10484 0,'0'0'2593'0,"0"0"-1917"0,0 0-4 0,0 0 1016 16,39 75 404-16,-35-59-200 15,0 0-684-15,1 3-491 0,-5-3-193 16,4-4-52-16,-1 4-112 0,1-3-188 0,-4-1-124 15,4-2-48-15,-4-3-8 0,4 0-40 16,-4-5-48-16,4-2 8 16,0 0 76-16,1-2 12 0,2-5 0 0,1-5 76 0,0 1-16 15,0 2-48-15,0-4 36 16,-4 7-36-16,4-4 28 0,0 1-40 0,-4-1-8 16,4-3-64-16,0 1-76 0,4-4-32 15,-4 0-84-15,0-1-76 0,-1-1-36 16,2 3-13-16,-1-5 49 0,-1 1 24 15,1 6 36-15,-4 1-36 0,1 5-88 16,-5 4-220-16,0 3-176 0,0 0 24 16,0 0 32-16,0 3-360 0,0 7-304 0,0-1-896 15,-5 4-2033-15,1 1-2763 0,-7-2 7088 16</inkml:trace>
  <inkml:trace contextRef="#ctx0" brushRef="#br1" timeOffset="103263.368">23403 7404 364 0,'0'0'5920'0,"0"0"-2016"15,0 0-2719-15,0 0-133 0,0 0-232 16,0 0 144-16,0 0 36 0,21 76-32 0,-17-53-316 15,-1 2-204-15,1 0-24 0,0 0-28 16,-4 1-100-16,0-4-172 0,0 1-52 16,4-8-72-16,-4-1-72 0,0-3-28 0,0-7-160 15,0-1-260-15,0-3-188 0,4 0-132 16,0-3-356-16,4-7-796 0,0-2-1277 16,-4-2-3395-16,4-5 4800 0</inkml:trace>
  <inkml:trace contextRef="#ctx0" brushRef="#br1" timeOffset="103654.874">23611 7388 1136 0,'0'0'7956'0,"0"0"-6352"0,0 0-499 15,0 0 367-15,0 0-12 0,0 0-112 16,36 79-296-16,-29-64-468 0,-3 2-188 0,4-1-76 0,-3 0-96 15,2-4-92-15,-3-2-44 16,4 0 24-16,-4-1-64 0,5-3-40 0,-2-2 0 16,-3-4 40-16,4 3 4 15,1-3 44-15,-2 0 40 0,5-7 60 16,0 1-12-16,0-3 0 0,-1-4-24 0,2-6-28 16,-1-1-20-16,-1-2-108 0,2-3-4 15,-2-3-124-15,2 2-120 16,-5 1-76-16,3-1 52 0,-7 3-148 0,1 4 32 15,-5 5 100-15,0-3-12 0,0 11-24 16,0 0 84-16,0-1 136 16,-5 7-136-16,-3 0 24 0,1 0-48 15,3 0-16-15,-4 7-80 0,-5-1 68 0,6 6 0 16,-1 2 72-16,-5-3-72 0,6 3-244 0,-5 2-612 16,3-4-532-16,-2 4-817 0,3-3-2787 15,-8 6 2048-15</inkml:trace>
  <inkml:trace contextRef="#ctx0" brushRef="#br1" timeOffset="104250.565">23817 7369 80 0,'0'0'688'0,"0"0"776"0,0 0 2536 16,0 0-2352-16,0 0-544 15,0 0-224-15,0 0 64 0,0 0-71 0,0 0-49 16,-4 3-264-16,1 3-280 0,-5 4-112 0,4 2 48 16,-5 5 52-16,5-5 8 0,-3 8-20 15,-1-8-28-15,4 5 36 16,0-3 12-16,-4 2-12 0,4 0-64 0,0 1-24 15,0 2 24-15,0-4 8 0,0 4-12 16,1 0-32-16,-2 0-76 0,1 1-12 16,4-1 72-16,-4-1-60 0,4-1-80 15,0-1 52-15,4-2 40 0,0-3 12 0,4-2 12 16,0-2 64-16,0-1 60 16,4 0 120-16,-4-3-84 0,0 4-112 0,3-4 0 15,-2 0-36-15,3 0-12 0,-5-3-28 16,2 3-8-16,-1-3-4 15,-1 0-72-15,1 0 4 0,1 0 32 0,2 0-44 16,-3-3-4-16,5-3-260 0,-2 0-232 16,1-1-112-16,0-2-148 0,4-4-232 15,-4 1-416-15,4-1-848 0,-4-4-2313 0,-4 9-3279 16,0-9 7828-16</inkml:trace>
  <inkml:trace contextRef="#ctx0" brushRef="#br1" timeOffset="104617.802">24013 7397 2892 0,'0'0'2216'0,"0"0"336"0,0 0-1852 16,0 0 104-16,0 0 336 0,0 0 237 15,0 0-93-15,88 55-316 0,-69-36-312 16,2-1-60-16,-6 1-44 0,1 4-200 16,-8 2-48-16,0-3-128 0,-3 4 24 0,-5 2-88 15,0-3-40-15,0 1 4 0,-5-3 48 16,1-7-12-16,0-4-36 0,0-5 36 16,0-5-16-16,4 2 104 0,0-4 12 15,0-6 120-15,0-7-136 0,4-7-196 0,4-5 0 16,5-9 0-16,2-5 0 15,1-2-36-15,4 3 24 0,0-1-112 16,0 4 12-16,3 7-36 0,1-1 28 16,-3 4-116-16,3 6-176 0,-5-1-236 0,1 6-320 15,-4 0-432-15,0 2-972 0,-8 2-2837 16</inkml:trace>
  <inkml:trace contextRef="#ctx0" brushRef="#br1" timeOffset="105134.39">24710 6985 1252 0,'0'0'9737'0,"0"0"-8109"16,0 0-1064 0,0 0 340-16,12 99 496 0,-8-55 96 0,-4 6-160 15,0 4-364-15,0 3-296 0,4 1-164 0,-4 2 12 16,8-6-96-16,-4-4-332 15,4-8-96-15,0-7-68 0,0-13-4 0,4-6-88 16,-4-6-24-16,0-3-96 0,0-5-172 0,-8-2-108 16,0 0-128-16,0-9-112 15,0-3-156-15,-8-2-368 0,0-5-392 16,-4-3-556-16,-4 3-45 0,-4 0 21 0,-4 3 668 16,4-3 1460-16,-8 1 168 15,4-3 820-15,0 2 532 0,5 0-172 16,2 4 308-16,10 5-47 0,-1 4 43 0,8 3-328 15,0 3-384-15,8 0-144 0,12 0 228 16,3 0 12-16,5 0-212 0,8 0-336 16,8-3-256-16,0-1-64 0,8-5-212 15,-4-1-528-15,3 1-568 0,1-5-632 16,-4 2-2033-16,-12 3-3379 0,8-3 4364 0</inkml:trace>
  <inkml:trace contextRef="#ctx0" brushRef="#br1" timeOffset="105417.119">25264 7289 5440 0,'0'0'8881'0,"0"0"-7417"0,0 0-736 16,-55 77 468-16,31-46 124 0,3 1 76 0,-3 0-324 16,9-4-379-16,2-9-305 0,5-3-292 15,5-6-96-15,3-3-108 16,0-7-76-16,3 0 40 0,5 0 84 16,9-10-72-16,-2-3-137 0,1-2-119 0,5-6 32 15,-2 0-56-15,1-2-28 0,1 4 48 16,-6 4 112-16,1 5 144 0,-4 4 88 15,0 6 32-15,-4 0 16 0,0 6 256 16,0 4 220-16,-4 3 24 0,-1 2-36 16,-3 5-36-16,5-1-88 0,-5-4-99 0,4-2-129 15,-4-4-112-15,4-2-36 0,4-4-112 16,-1-3-57-16,6-3-99 16,-2-13-148-16,6-3-144 0,2-9-272 0,1-7-500 0,1-4-1000 15,2-5-1576-15,-7 13-1937 16,5-23-74-16</inkml:trace>
  <inkml:trace contextRef="#ctx0" brushRef="#br1" timeOffset="105753.926">25707 6705 1292 0,'0'0'10053'16,"0"0"-8733"-16,0 0-604 16,0 0 968-16,0 0 76 0,15 70-84 0,-15-38-448 15,-4 6-424-15,-4 6-292 0,1 1-84 16,-10 3-76-16,6-1-171 0,-6 1-177 15,6-3-4-15,-2-4-108 0,5-10-161 0,8-8-23 16,0-8 52-16,0-2 68 16,4-6-72-16,9-5 0 0,-2 2 36 0,6-1 60 15,-2 0 52-15,-3 0-4 0,4 4 100 16,0-1 8-16,-4 0 52 0,-4 7 84 16,5-1 4-16,-10 5 84 0,5-2 36 15,-8 5-84-15,4-1 24 0,-4-1-40 16,0-1-68-16,0-2-88 0,-4 2 0 0,-4-9 48 15,5 2-48-15,-6-3-12 16,1-3-56-16,0-4-212 0,5 0-100 0,-6-11-180 16,9-4-76-16,0-8-172 0,0-6-144 15,9-8-564-15,2-11-956 0,-3 13-1553 0,12-38-1763 16</inkml:trace>
  <inkml:trace contextRef="#ctx0" brushRef="#br1" timeOffset="106070.932">26128 6743 7052 0,'0'0'5753'0,"0"0"-4073"16,20 67-1124-16,-20-32 248 0,0 9 536 0,0 1 72 16,0 3-96-16,-3-1-400 0,3 1-408 15,0-3-228-15,0-4-180 0,3-4-100 16,1-2-112-16,9-3 28 0,-2-7-88 0,1-2-8 16,4-4-112-16,0-3-64 0,4 0 88 15,0-4 136-15,0 1 8 0,0-4 28 16,0-2 44-16,0-1 4 0,4-2 36 15,-8-4-36-15,3 0-28 0,2-10-20 0,-10-3-40 16,6-6-60-16,-6 3 72 0,-3-2 76 16,1-1 40-16,-6 3-140 15,-3-1 24-15,0 5 112 0,-7 6 12 0,-10 6 24 16,2 0-8-16,-5 15 228 0,-5 7 136 16,1 11 12-16,1 8 72 0,3-6 12 15,4 2 36-15,0-5-136 0,8-10-232 16,8 1-144-16,0-11-148 0,8-2-20 15,8-3-476-15,8-7-76 0,4-7-264 0,-4 1-1092 16,19-17-4113-16</inkml:trace>
  <inkml:trace contextRef="#ctx0" brushRef="#br1" timeOffset="106214.232">27164 7274 14289 0,'0'0'8577'0,"0"0"-7341"15,0 0-1236-15,0 0-172 0,0 0-504 16,0 0 388-16,0 0 20 0,-91-10-312 0,67 10-565 16,4-3-1587-16,-16 3-5749 0</inkml:trace>
  <inkml:trace contextRef="#ctx0" brushRef="#br1" timeOffset="108546.762">11750 8928 484 0,'0'0'744'0,"0"0"-536"16,0 0-116-16,0 0 24 0,0 0-116 15,0 0 0-15,0 0-52 0,0 0-156 16,0 0-548-16</inkml:trace>
  <inkml:trace contextRef="#ctx0" brushRef="#br1" timeOffset="118762.284">11741 8909 3392 0,'0'0'5068'15,"0"0"-3488"-15,0 0-379 0,0 0-341 16,0 0 100-16,0 0 288 0,0 0-36 16,0 0-196-16,0 0-404 0,0 0-324 15,0 0-92-15,36-38 40 0,-24 47-52 0,0 7 88 16,0 0-72-16,-4 6-52 0,4 0-28 16,-5 1-56-16,-2-1-52 0,3 1-12 15,-4-2-4-15,-4-4-56 0,4-3-116 0,-4-3-44 16,0-5 24-16,4-3-52 15,-4-3-24-15,0 0 8 16,3 0 56-16,2 0 20 16,-1-3 64-16,0-7 36 0,4-2 88 0,-1-4-12 0,-3-3-76 15,9-4 84-15,-6 2-8 0,1-5-76 16,5 1 84-16,-6 2 4 0,5 4 0 0,-3 3 76 16,2 1 84-16,1 4-32 0,-3 5-32 15,-2 4 4-15,1 2 0 0,5 0 24 16,-6 8-36-16,5 6 160 0,-4 2-76 15,4 6 76-15,-8 0-88 0,0 0-36 0,0 0-76 16,0-3 12-16,-1-3-60 16,-3-2-112-16,5-9-48 0,-1 2-136 0,0-7-152 15,0-4-208-15,7-4-124 16,-2-12-240-16,3 1-488 0,4-6-744 0,-4-4-849 16,-1 4-1503-16</inkml:trace>
  <inkml:trace contextRef="#ctx0" brushRef="#br1" timeOffset="119043.007">12283 8763 3464 0,'0'0'208'0,"0"0"4740"0,0 0-3612 16,0 0-123-16,0 0-149 0,0 0 24 0,12 80 208 15,-8-55-88-15,1-3-352 0,-2 0-272 16,1-3-236-16,0-3-100 0,4-7-160 16,-4-2-88-16,4-7-124 0,0 0 124 15,0 0 72-15,3-3 4 0,2-7-76 16,-1-6-84-16,0 0-100 0,3-3-40 0,-3 0 36 15,-3 1 64-15,2-1-60 0,-7 0 72 16,0 5 24-16,1 5 88 0,-5 2 12 16,-5 1 200-16,-3 6-40 0,-3-3-48 15,-6 3-116-15,2 0-8 0,-5 0 0 16,4 6-52-16,0 0 40 0,0 4-76 16,8 3 40-16,0-4-76 0,0-2-64 0,8 2-136 15,-4-3-484-15,4-2-400 16,0 3-844-16,0-5-1829 0,0-2-3399 0</inkml:trace>
  <inkml:trace contextRef="#ctx0" brushRef="#br1" timeOffset="119401.545">12570 8699 5612 0,'0'0'6869'0,"0"0"-5477"0,0 0-480 16,0 0 296-16,8 73 92 0,-8-51-12 0,0-3-464 15,-4-3-468-15,0-2-356 0,0-2 0 16,4-3-124-16,0-2-208 0,0-2-120 16,0-5-40-16,4 0 44 0,0 0 88 0,4-5 64 15,0-2 72-15,0-6-112 0,0-2-88 16,4-4 104-16,-4 3 44 16,3-3 100-16,2 0 52 0,-1 3-92 0,0 3 132 15,-4 0 84-15,3 7 4 16,-3 3 124-16,1-1 188 0,-2 4-4 15,-3 0 68-15,4 4-28 0,-4 2 32 0,1 1 52 16,-1 2-52-16,-1 4-48 0,-3 0-76 16,4 2-28-16,-4 1-140 0,0 0-92 15,0-3-76-15,0-1-32 0,0 5-288 16,0-9-324-16,0 3-140 0,0-3-196 0,0-4-636 16,0-1-972-16,0-3-2433 0,4 0-619 15,-4-9 5572-15</inkml:trace>
  <inkml:trace contextRef="#ctx0" brushRef="#br1" timeOffset="119604.554">13008 8728 10184 0,'0'0'5261'0,"0"0"-4129"15,0 0-620-15,0 0 144 0,0 0 308 16,0 0 68-16,0 0-432 0,0 0-368 15,0 0-192-15,0 0-40 0,80-16-440 16,-60 3-284-16,0 1-208 0,0-4-268 0,0 0-1072 16,-4 4-2185-16,-5-2-4815 15,-2 2 8072-15</inkml:trace>
  <inkml:trace contextRef="#ctx0" brushRef="#br1" timeOffset="119921.343">13343 8464 6036 0,'0'0'8645'0,"0"0"-6945"0,0 0-1388 15,0 0-112-15,0 0 224 0,84-35 180 16,-69 30 112-16,5 5-344 0,-3 0-264 0,-2 0-108 16,2 8-64-16,-6 3-156 0,-3 3 8 15,1 5 4 1,-9 8-64-16,0 1-124 0,0 4-164 0,-9 2 152 0,1 5 44 15,-7-4 252-15,6-3 48 0,-3-1 64 16,1-5 76-16,6-4 100 0,1-7 172 0,4-5 16 16,0-4 32-16,0 1-124 15,4-7-76-15,5 4-32 0,2-4 56 0,1 0 52 0,4 0-52 16,0-7-72-16,4 0-148 16,-4 1 12-16,4-7-12 0,0 1-196 15,0-1-432-15,0-3-412 0,0 0-324 0,-9 0-1256 16,10-3-3693-16</inkml:trace>
  <inkml:trace contextRef="#ctx0" brushRef="#br1" timeOffset="120250.184">13877 8664 7264 0,'0'0'5857'0,"0"0"-4309"0,0 0-664 0,0 0-176 15,0 0 572-15,0 0 8 0,0 0-136 16,0 0-444-16,76-26-500 15,-60 5-208-15,3-5-144 0,5 4-244 0,-3-4-64 16,-2 1-16-16,-3 0-96 16,0 3-16-16,-4 2 100 0,-4 5 80 0,-8 3 68 15,0 5 168-15,0 0 164 0,-8 4 4 16,-4 0 84-16,-4 0-76 0,0 3 88 0,-3 3 72 16,2 3 52-16,2 10-88 0,-2 7 88 15,2 4 36-15,2 5 24 0,2 7 24 16,-2 2-12-16,2 3-12 0,-1 0 20 15,0 1-72-15,4-6-84 16,4-8-96-16,0-5-52 0,4-7-108 16,0-10-164-16,8-5-216 0,3-8-216 0,6-9-160 15,3-12-748-15,-1-3-2552 0,-2 2-3581 16,6-15 4941-16</inkml:trace>
  <inkml:trace contextRef="#ctx0" brushRef="#br1" timeOffset="120484.844">14263 8413 5956 0,'0'0'7297'16,"0"0"-5937"-16,0 0-680 0,0 0 0 0,0 0 308 16,28 84 364-16,-24-66-292 0,0 5-472 15,0-5-308-15,-4 5-132 16,5-1-52-16,-5 1-96 0,0-2-8 0,0 2-76 16,0-8-16-16,0-2 52 0,0-6 36 15,0-4-48-15,0-3-28 16,3 0 16-16,5-10 72 0,0-6-8 0,8-2-200 0,-4-6-148 15,4-4-160-15,-4-3-160 16,4 2-168-16,0-3-392 16,0 1-948-16,0 1-1081 0,0 2-2579 0,-1 9 969 15,-2 6 4875-15</inkml:trace>
  <inkml:trace contextRef="#ctx0" brushRef="#br1" timeOffset="120712.179">14538 8413 1656 0,'0'0'1356'0,"0"0"-860"16,20 70 6160-16,-12-45-4747 0,-4 1-237 15,0 0-344-15,4-1-104 0,0-6 132 16,0-3-328-16,4-7-440 0,0-2-268 15,4-5-28-15,-4-2-72 0,7-2-84 16,-2-10-48-16,-2-2-88 0,6-5-88 16,-5 3-144-16,-1-3 0 0,-3 1 48 0,0 2 72 15,-4 2 4-15,0 5 108 0,-8-3 60 16,0 5 88-16,0 1 72 0,-8 3-48 16,-3-4-100-16,-6 0-72 15,2 5-4-15,-5-2 4 0,-1 2-8 0,-2 2-100 16,3 0-112-16,3 2-52 0,-2 9-144 15,-1-2-152-15,4 0-248 0,0 4-204 0,1 2-576 16,-2 2-1116-16,6-4-3385 0,-10 2-106 16</inkml:trace>
  <inkml:trace contextRef="#ctx0" brushRef="#br1" timeOffset="121403.016">15355 8499 6140 0,'0'0'6237'0,"0"0"-4913"0,0 0-1028 15,0 0 132-15,0 0 244 0,0 0 320 16,0 0-64-16,0 0-396 0,83-25-296 15,-58 6-124-15,-5-4-64 0,4-2-48 0,-5 0-100 16,5-4 36-16,-8 4-156 16,0-2-28-16,-4 9 36 0,-8 3 72 0,0 2-44 15,-4 7 72-15,0 2 24 0,-8 2 48 16,-4 2 40-16,1 0 12 16,-6 0 112-16,2 6 24 0,-6 6 64 15,1 1 36-15,1 6 24 0,3 10-120 0,0 2 96 0,0 7 48 16,4 9 136-16,-4 2-4 15,8 2-44-15,0-4-152 0,3-3-76 16,5-9 4-16,0-12-48 0,9-7-100 16,3-11 36-16,4-5 12 0,3-2-48 15,2-11-12-15,-1-6 0 0,8-10-156 0,-1-3-300 16,1-9-204-16,4 3-240 0,-8-6-144 16,4 3-284-16,-4-4-540 0,4 1-1181 15,-9 9-2235-15,9-26-255 0</inkml:trace>
  <inkml:trace contextRef="#ctx0" brushRef="#br1" timeOffset="121620.824">15936 7597 860 0,'0'0'9636'0,"0"0"-7935"16,0 0-845-16,0 0 24 0,0 0 432 0,0 0 148 16,0 0-44-16,37 77-380 0,-29-40-216 15,3 5-88-15,2 9-76 16,-2 2-83-16,1 8-37 0,4 3-212 0,-8 3-200 0,5-1-124 15,-6 1-48-15,5-6-168 16,0-7-172-16,0-8-257 0,4-14-131 0,0-10 68 16,8-12 84-16,0-10 44 0,4-13-540 15,-1-9-692-15,5-12-564 16,-4-7-1777-16,-8 8-2007 0,4-24 3148 0</inkml:trace>
  <inkml:trace contextRef="#ctx0" brushRef="#br1" timeOffset="121968.895">16379 7810 4756 0,'0'0'704'0,"0"0"4104"16,0 0-3583-16,0 0-57 0,-16 68 92 0,16-28 108 16,0 8-148-16,8 3-76 0,0 3-128 15,4 3-304-15,-5-3-136 0,2 0-224 0,3 0-240 16,0-10-104-16,0-6-8 16,-1-6-8-16,2-7 0 0,-1-9-164 15,-1-6 40-15,2-8-104 0,-2-2-80 0,-7 0-128 16,5-6-220-16,-9-2 96 15,0-3 36-15,0-4-204 0,-13 2-368 0,2-3-592 16,-10-3-312-16,-3 3 503 0,-3 1 469 16,-1-8 128-16,-8 5 908 0,4-5 28 15,-4 0 984-15,4 1 304 0,4 6-15 16,5 4 119-16,11 5 12 0,8 1 80 16,4 6-704-16,7-6-124 0,10 2 168 0,7-5 300 15,8-4-100-15,7 0-260 0,1-2-319 16,8-7-257-16,-4-1-216 0,4-3-168 15,-9 1-317-15,5 3-271 0,-4 0-304 16,0 3-528-16,-12 3-1140 0,4 4-3357 16</inkml:trace>
  <inkml:trace contextRef="#ctx0" brushRef="#br1" timeOffset="122111.394">17109 8115 848 0,'0'0'12969'0,"0"0"-10457"15,0 0-572-15,0 0-196 0,0 0-148 16,0 0-163-16,0 0-709 0,0 0-492 16,0 0-232-16,0 0-352 0,0 0-228 15,-17-7-376-15,1 5-713 0,8-3-3527 0,-16 5-7577 16</inkml:trace>
  <inkml:trace contextRef="#ctx0" brushRef="#br1" timeOffset="124010.328">9187 10753 3192 0,'0'0'456'0,"0"0"2784"16,0 0-1136-16,0 0-564 0,0 0-111 16,0 0 15-16,0 0 80 0,0 0-216 15,0 0-296-15,0 0-280 16,-71 19-264-16,82-19-136 0,6 4 64 0,7-2 448 15,8 2-36-15,7-1-300 0,-3-3-192 0,-1 0-180 16,1 0-75-16,-8 0-17 0,4-7-44 16,-8 1-4-16,4 0-57 0,-4-3 1 15,-3 2-292-15,-2-2-284 0,-3-1-108 16,0 4-296-16,-9 3-532 0,-2-4-1288 16,-5 7-2785-16</inkml:trace>
  <inkml:trace contextRef="#ctx0" brushRef="#br1" timeOffset="124217.13">9283 10972 4072 0,'0'0'8285'0,"0"0"-6829"0,0 0-924 16,0 0 52-16,0 0 384 0,0 0 96 16,0 0-132-16,0 0-352 0,0 0-112 15,36 46 60-15,-13-46 12 0,1-7-160 0,8-3-184 16,-4 1-184-16,4-5-12 15,0 2-4-15,0-4-328 0,-4 3-240 16,4 1-216-16,-4-1-148 0,0 1-232 0,3 2-768 16,-10 1-2137-16,7-4-3379 0</inkml:trace>
  <inkml:trace contextRef="#ctx0" brushRef="#br1" timeOffset="124617.797">10450 10676 3116 0,'0'0'10033'0,"0"0"-8229"0,0 0-1112 15,0 0-140-15,-8 81 128 0,8-49 448 16,0 3-128-16,0-8-328 0,8 3-328 15,1-8-196-15,2-7-140 0,6-5 40 16,-2-7-48-16,2-3 72 16,2-3-20-16,5-10 32 0,0-6-16 0,-1-6-68 15,-3-7-12-15,5 0-156 0,-5-3 20 16,-5 4 48-16,-3 2 4 0,0 0 24 0,-4 8 0 16,-4-2 72-16,-4 8 0 15,0-2 76-15,-12 4 104 0,0 7 16 16,-7 0-96-16,-9 0-100 0,0 6-76 0,0 0 76 15,-4 0 16-15,4 0 24 0,-4 2-40 16,0 8-100-16,0-4-180 0,0 4-296 16,4-1-160-16,-3 2-216 0,-1-9-468 15,4 1-904-15,4-3-2289 0,-8-3-4743 16</inkml:trace>
  <inkml:trace contextRef="#ctx0" brushRef="#br1" timeOffset="124860.813">10092 10281 13833 0,'0'0'2464'0,"0"0"-1244"16,0 0-564-16,0 0 84 0,0 0 352 0,0 0-116 16,0 0-220-16,0 0-307 0,0 0-169 15,83-32-52-15,-46 22-72 0,-5 0-92 0,7 5-64 16,-3-1-60-16,-1 1 48 15,6-1-60-15,-1 3-72 16,3-2-40-16,-2-2-104 16,-2 0-285-16,1 1-11 0,-1 3-172 15,-7-4-176-15,0 4-472 0,-4-4-1232 0,-8 7-2281 0,-3-2-4307 0</inkml:trace>
  <inkml:trace contextRef="#ctx0" brushRef="#br1" timeOffset="125609.257">12841 10629 3544 0,'0'0'2084'0,"0"0"2608"0,0 0-3159 16,0 0-317-16,0 0-72 16,0 0 184-16,0 0-184 0,0 0-276 0,0 0-296 15,0 0-152-15,0 0 12 16,0 0 156-16,24 52 96 0,-16-24-304 15,0-3-224-15,-1 5-80 0,-2-9-68 0,-5-2-8 0,4-3 0 16,-4-4-52-16,0-1-152 16,0-8-152-16,0 0-168 0,0-3-152 15,0 0-272-15,-9-6-732 0,5-1-2460 0,-11-11-2837 16</inkml:trace>
  <inkml:trace contextRef="#ctx0" brushRef="#br1" timeOffset="125788.793">12753 10449 3240 0,'0'0'9613'0,"0"0"-7897"0,0 0-884 16,0 0 352-16,0 0 144 15,0 0-252-15,84-48-328 0,-65 39-432 0,-2-4-316 16,3 0-60-16,-1 0-480 0,5 1-468 16,1 2-316-16,-1 1-924 15,-5 5-2801-15,-3 1-4271 0</inkml:trace>
  <inkml:trace contextRef="#ctx0" brushRef="#br1" timeOffset="126064.147">13287 10525 9744 0,'0'0'4149'0,"0"0"-3453"15,0 0-112-15,8 82 672 0,-8-60 496 16,-3 0 56-16,-2-2-648 0,5-8-576 16,-4-2-391-16,4-3-193 0,0-7-72 15,0 0 23-15,0 0-47 0,4 0-52 16,1-4-60-16,6-2 40 0,1-8-124 0,0 0-88 15,4-2-72-15,0-1 36 16,0 1 112-16,0 4 80 0,-1 3 80 0,-2 5 32 16,2 1 24-16,2 3 88 0,-6 0 0 15,6 7 184-15,-6 0 52 16,1 1 32 0,0 3-20-16,0-3-68 0,-4 2-104 0,0 0-76 15,0 2 0-15,-4-2-8 0,4 3-92 0,4-1-44 0,-4 1-496 0,8-4-344 16,-4 4-900-16,8-4-832 0,0-2-3133 15,-8-4-1619-15,16-3 7297 0</inkml:trace>
  <inkml:trace contextRef="#ctx0" brushRef="#br1" timeOffset="126486.871">14391 10071 3524 0,'0'0'13369'0,"0"0"-11157"16,0 0-1720-16,0 0-124 0,80-45-148 16,-52 30-48-16,7 5 96 0,5 1-172 15,4 5-36-15,4 4 76 0,0 0-136 0,3 4-8 16,-7 3-116-16,0 5 4 16,-4 1 48-16,-8 6-52 0,-4 0 52 15,-12 2-40-15,-5 5 4 0,-11 5 8 0,0 5-80 16,-11 1-68-16,-10 1-8 15,-2 7-4-15,-5 0 76 0,0 2 88 16,-8 1 96-16,0-1 76 0,0 1-12 0,4 3 44 16,-3-7 40-16,3 1 124 0,8-7 68 15,0-6 88-15,12-7-48 0,4-2-112 16,4-8-24-16,4-1-64 0,12-2-8 0,8-3-28 16,8 1 125-16,4-4 399 0,8-3-160 15,3-3-192-15,5 0-208 0,0-3 48 16,0-3-56-16,-4-4-96 0,-4 1-8 15,-5-1-4-15,1-3-184 0,-8 5-196 16,0-6-264-16,-8 1-173 0,3-2-87 16,-2-1-384-16,-5-3-1000 0,-4 3-2320 0,3-14-2373 15</inkml:trace>
  <inkml:trace contextRef="#ctx0" brushRef="#br1" timeOffset="126683.939">15307 10046 6188 0,'0'0'8209'0,"0"0"-7313"0,0 0-720 16,0 0 152-16,-63 76 376 0,42-45 764 0,2 4-128 15,-9 9-528-15,4 0-436 0,0 8-156 16,-8-1-220-16,4 6-4 0,-8 0-8 16,0 0-148-16,-3 0-316 0,2-2-112 15,5-5-148-15,1-5-376 0,4-8-360 16,6-7-876-16,5-8-1985 0,8-10-2951 0,4-12 5928 15</inkml:trace>
  <inkml:trace contextRef="#ctx0" brushRef="#br1" timeOffset="126927.623">15483 10604 1708 0,'0'0'1552'16,"0"0"5604"-16,15 92-5867 0,-15-47 131 15,0 15 332-15,0 4-40 0,0 5-48 0,0 4-336 16,0 1-400-16,0 2-340 16,-4-1-324-16,-3-1-176 0,3 2-88 15,-5-10-60-15,5-5-100 0,0-13-60 0,4-10-96 16,0-13-48-16,0-8 32 0,8-11-24 16,-3-3-48-16,-1-3-76 0,4-3-76 0,-5-14 76 15,5-1-192-15,-3-14-404 16,3-7-476-16,-5-8-740 0,1-6-1585 15,-4 5-1923-15,0-32 5696 0</inkml:trace>
  <inkml:trace contextRef="#ctx0" brushRef="#br1" timeOffset="127152.579">15602 10585 5016 0,'0'0'9173'0,"0"0"-6829"16,0 0-1224-16,0 0-92 0,0 0-132 15,0 0-188-15,0 0 232 0,80-26-247 16,-64 24-269-16,-1 2-144 0,6 0-188 15,-6 0-92-15,-2 0-12 0,-2 0 0 16,-3 2-60-16,-3 5-12 0,-5 3 72 0,0 2-48 16,-9 7-16-16,-6 3 28 0,-9 4-132 15,-8 2 56-15,-4-2-69 0,-5-1-195 16,-6-2-260-16,-1 2-228 0,-3-6-316 16,-9 4-816-16,16-11-2004 0,-32 7-3433 15</inkml:trace>
  <inkml:trace contextRef="#ctx0" brushRef="#br1" timeOffset="130251.136">7199 12823 5532 0,'0'0'7245'0,"0"0"-6085"15,0 0-440-15,0 0-276 0,0 0 132 16,0 0 604-16,0 0-232 0,0 0-296 16,0 0-292-16,0 0-104 0,12 39 360 0,36-33 532 15,20-3-456-15,3 4-231 16,9-4-49-16,-5-3-144 0,2 0-196 0,-6 0-24 15,-3 0-44-15,-9-6-4 0,-3-1-96 16,-3-3-36-16,-6 1-208 16,-3 3-145-16,-8-4-147 0,-4 0-236 0,-8 3-296 0,-9 5-912 15,-7-1-2216-15,-12 3-2213 16</inkml:trace>
  <inkml:trace contextRef="#ctx0" brushRef="#br1" timeOffset="130434.155">7462 13169 5228 0,'0'0'4232'0,"0"0"-2567"16,0 0-805-16,-79 45 268 16,75-36 92-16,4-5-20 0,8 2-208 15,16 1-356-15,8-1 160 0,15-3 472 0,13 0-264 16,3-3-284-16,10-12-320 0,-2-5-276 0,-3-4-52 16,-5-2-72-16,-3-3-48 15,-4-2-184-15,-4 3-364 0,-5-4-112 16,-2 4-312-16,-9-5-524 0,-12 9-2616 0,-5-8-3669 0</inkml:trace>
  <inkml:trace contextRef="#ctx0" brushRef="#br1" timeOffset="130684.009">7797 12604 7884 0,'0'0'2720'0,"0"0"-587"16,0 0-1749-16,0 0-92 0,0 0 840 0,80 4 572 15,-37 2-436-15,13 3-352 0,0-2-300 16,4 2-124-16,-4 4-236 0,-1 0-132 16,-3 6-124-16,-9 3 36 0,-6 0-36 0,-9 10-196 15,-9-1 72-15,-6 8-8 0,-9 2 128 16,-4 4-120-16,-13 3 112 0,-6 2 4 16,-5 1 8-16,0 0 0 0,-4-3 0 15,-4-1-144-15,0-3-104 0,0 1-204 16,-4-1-116-16,-3-2-140 0,-2-1-508 15,2 0-1068-15,7-12-2577 0,-16 8-3267 0</inkml:trace>
  <inkml:trace contextRef="#ctx0" brushRef="#br1" timeOffset="134683.111">10793 12753 820 0,'0'0'1996'0,"0"0"2412"15,0 0-2152-15,0 0-423 0,0 0-305 16,0 0-16-16,0 0-148 0,0 0-196 16,0 0-276-16,0-2-88 0,0 2 108 0,0 2-288 15,-4 2-148-15,0 3-52 0,0 1-56 16,-4 3-56-16,1 1-7 16,-2 1-61-16,-3 0-76 0,1 5-8 0,-2-1-28 15,2 5 12-15,-6 3-56 0,6 4-16 16,-10 5-64-16,6 4 0 15,-2 7 0-15,6 3 4 0,-2 8 0 0,6 2-12 0,3 9-12 16,0-1-36-16,4 6-20 16,0 5 64-16,4 0-80 15,7 2 72-15,-2-3 0 0,3 1-72 0,4-8-24 0,-1-1-48 16,2-5-172-16,-2-6 84 16,6-4-49-16,-2-5-107 0,5-6-172 0,0-4-52 0,0-7-88 15,4-5-136-15,0-7-164 16,-1-7-568-16,1-5-784 0,-4-7-1581 15,4-3-1467-15</inkml:trace>
  <inkml:trace contextRef="#ctx0" brushRef="#br1" timeOffset="135266.84">11518 12439 680 0,'0'0'9816'16,"0"0"-7451"-16,0 0-925 0,0 0-280 15,0 0 60-15,20 67-52 0,-12-29-192 16,-4 9-192-16,4 8-320 0,0 2-144 0,-8 6-40 15,4 1-108-15,-4-1-56 0,0 4-116 0,0-4-8 16,0-2 0-16,0-6-76 16,0-11-40-16,-4-13-228 0,4-12-100 15,0-9-28-15,0-7-48 0,0-3-76 0,0-10-212 16,-4-10-456-16,0-7-784 16,0 2-1937-16,4-30-1023 0</inkml:trace>
  <inkml:trace contextRef="#ctx0" brushRef="#br1" timeOffset="135444.487">11550 12591 3940 0,'0'0'428'0,"0"0"4396"0,0 0-2719 0,0 0-517 16,0 0-172-16,0 0-132 0,0 0-152 15,84-59-348-15,-65 59-164 0,1 2-128 16,-3 8-48-16,2 3-148 0,-2-1-76 0,-6 5 0 16,2 1-96-16,-9 1-64 15,-4 7-60-15,0 3-120 0,-4 5-296 16,-9 1-136-16,-7 4-152 0,1-2-160 0,-6 5-252 15,1-4-404-15,5 0-964 0,-1-10-2237 16,-8 11-2623-16</inkml:trace>
  <inkml:trace contextRef="#ctx0" brushRef="#br1" timeOffset="135937.971">11821 13519 328 0,'0'0'11773'0,"0"0"-10329"16,0 0-1036-16,0 64-4 0,0-31 128 15,0 6 312-15,0 0 0 0,0 2-308 16,4 3-240-16,-4-2-20 0,0-5-56 0,0 2-120 15,0-1-100-15,-4-3 0 0,-4-7 0 16,4-3 0-16,-4-8-136 16,4-8-112-16,0-6 0 0,0-3-64 0,4-6-96 15,-4-7 56-15,4-6 72 0,0-4 4 16,0-2 276-16,8 0 12 16,0-4 152-16,8 7 76 0,0 0 24 0,4 0 76 15,-5 6-144-15,6 0-56 0,-10 4-4 16,2 1 124-16,-2 9-128 15,-7-1-132-15,-4 3-8 0,0 0 0 0,0 5-68 0,0 6 64 16,-8-2-60-16,1 3-4 16,-1 8 16-16,-5-1-28 0,2 3 76 15,7 3-64-15,-5-2-48 0,9-2 48 0,0-2 76 16,5-2 208-16,3-4 16 0,7-7 0 16,6 0-40-16,3 1 88 0,4-7 40 0,7 0-116 15,-3-7-196-15,4-2-12 16,0-7-396-16,-4-7-172 0,-1-2-192 15,-3-4-308-15,-7-2-728 0,-6 5-2161 0,1-15-3219 16</inkml:trace>
  <inkml:trace contextRef="#ctx0" brushRef="#br1" timeOffset="136260.791">11151 12211 2752 0,'0'0'4044'16,"0"0"2269"-16,0 0-4877 0,0 0-804 15,0 0 84-15,0 0-48 16,0 0 104-16,0 0-68 0,84-3-248 0,-48 6-132 16,8-3-204-16,4 0-108 0,8 0-8 15,0 0-4-15,4-7-196 0,-2-2-296 0,2-1-288 16,0-3-116-16,-4 1-552 16,-12 5-940-16,11-5-3081 0</inkml:trace>
  <inkml:trace contextRef="#ctx0" brushRef="#br1" timeOffset="136570.266">12622 12671 7264 0,'0'0'7145'0,"0"0"-5869"16,0 0-708-16,64 82-56 0,-40-52 504 15,-1-2 268-15,1 4-388 0,0-4-516 0,0 4-164 16,-4-1-44-16,4 4-76 16,-4 4-92-16,-5 5 0 0,-2 7 8 15,-5 4-12-15,-4 1 0 0,-4 8-8 0,0 2-80 16,-4 1-32-16,-8-3-4 0,0 0-8 16,-4-8 20-16,-4 1 4 0,4-6-88 15,-4-3-100-15,-4-4 16 0,5-9-76 16,-2-3 12-16,1-7-64 0,1-6-460 15,-5-9-556-15,11-4-1116 16,-10-9-2901-16</inkml:trace>
  <inkml:trace contextRef="#ctx0" brushRef="#br1" timeOffset="137463.336">13458 13058 1852 0,'0'0'2360'0,"0"0"4124"16,0 0-5019-16,0 0-249 0,0 0-112 16,0 0 44-16,84 4-68 0,-59-4-196 15,-2 0-216-15,1 0-176 0,4-7-184 16,4-5-160-16,-4-1-92 0,3-3-56 15,-3-3-120-15,0-4-412 0,-3 2-296 0,-2 2-300 16,-3-1-448-16,-5 8-860 0,-6 5-2037 16,-5 4-3111-16</inkml:trace>
  <inkml:trace contextRef="#ctx0" brushRef="#br1" timeOffset="137669.548">13614 13262 4196 0,'0'0'352'16,"0"0"6517"-16,0 0-4733 0,0 0-764 0,0 0-192 16,0 0-228-16,0 0-380 0,0 0-88 15,0 0-164-15,0 0 100 0,56 28-40 0,-28-28-184 16,0 0-196-16,4-3-80 0,-4-3-276 16,3 0-236-16,-7-4-164 0,4 3-100 15,-4-2-264-15,-4 0-636 0,-5 2-1341 0,6-3-3659 16</inkml:trace>
  <inkml:trace contextRef="#ctx0" brushRef="#br1" timeOffset="138321.403">14805 12887 1528 0,'0'0'8976'0,"0"0"-7611"15,0 0-633-15,0 0-16 0,0 0 540 0,-40 82 44 16,40-47-160-16,0 10-196 0,0-1-192 16,9 2-52-16,-2-2-124 0,5-11-136 15,4-3-100-15,0-11-132 0,4-6-48 16,4-10-28-16,0-3-8 0,8-6 20 15,0-14-12-15,4-5-132 0,-1-10-60 0,1-7-60 16,0-2-40-16,-4 0-120 0,-1 2 48 16,-6 2 76-16,-5 4 84 0,-9 5 72 15,-3 2 4-15,-8 7 56 0,0 0 0 16,-11 6 0-16,-10 0 20 0,-2 2-80 16,-9 3-136-16,-4 4-48 0,-4 0-72 15,0 7 60-15,-4 0 52 0,-3 11-188 0,2 1 0 16,-2 7-132-16,8 0-376 15,-6 4-828-15,17-8-1176 0,-7 14-3009 16</inkml:trace>
  <inkml:trace contextRef="#ctx0" brushRef="#br1" timeOffset="142968.976">23838 2381 1148 0,'0'0'4944'0,"0"0"1005"0,0 0-4809 15,0 0-516-15,0 0 36 0,0 0 576 16,0 0 44-16,0 0-104 0,0 0-252 15,16-42-272-15,-16 47-224 16,4 9-88-16,4 12 428 0,-1 16 13 0,1 8-117 16,1 13-168-16,-5 14-180 0,-1 5-124 15,-3 4-84-15,-7 6-48 0,-2-3-12 0,1-3 16 16,-3-7-64-16,3-6-120 16,-1-12-48-16,2-8-36 0,7-14 44 0,-4-7 40 15,4-17-36-15,0-2-40 0,4-10-68 16,-4-3-40-16,7 0-84 0,2-9 11 15,-1-10-71-15,7-9 32 0,-2-8 88 0,2-5 32 16,2-7-68-16,-6-2 44 0,2-5 36 16,-2 1 112-16,1-2 24 0,0 2 88 15,0 2-284-15,0 8 292 16,0 9 52-16,0 7 184 0,4 12 64 0,-4 6-12 16,4 3 32-16,-4 7 64 15,-1 0-64-15,2 4-96 0,-2 6-48 0,-3 2 32 16,-3 6 28-16,-1 12-48 0,-4-2-64 15,-9 4-32-15,-3 3-40 0,-8 3-184 16,1-3-8-16,-1-6-68 0,-1-4 128 0,6-6 132 16,-1-3 24-16,4-7 84 0,8-3 76 15,0-2-60-15,4-4-112 16,0 0-4-16,8 3-4 0,4 4 8 0,8 2 256 16,8 1 0-16,4-1-60 0,-1 3 0 15,9 2-4-15,-3-5 40 16,2 1-111-16,-3-4-129 0,-4-3-4 0,0 1-60 0,-8-1-209 15,0-3-263-15,-5 0-248 16,-10 0-188-16,-1 0-352 0,-8 0-1744 0,0-3-2057 16,-21-1-2667-16</inkml:trace>
  <inkml:trace contextRef="#ctx0" brushRef="#br1" timeOffset="143331.003">23407 2657 5276 0,'0'0'6965'0,"0"0"-5637"0,0 0-412 16,0 0 268-16,0 0-40 0,0 0-496 15,0 0-116-15,0 0 172 0,0 0-300 0,0 0 212 16,0 0-252-16,17 67-228 15,-45-35-88-15,-4 3-40 0,0 0 44 0,-5-1-44 16,2-2 40-16,3-1 12 0,4-8-48 16,5 0 124-16,6-10 80 0,6-1-20 15,7-3-84-15,4-2-64 0,4 2-48 0,7 4 48 16,6 3 108-16,10 0 4 16,1-1-4-16,0 1 101 0,3 0-73 0,1-6 32 15,-4 2-68-15,0-1-76 0,-7-6-72 16,-2 4-56-16,-3-2-152 15,-4-3-216-15,-3-2-161 0,-6 2-291 0,-3 3-324 16,0-5-504-16,0 2-1472 0,-12 2-3201 16</inkml:trace>
  <inkml:trace contextRef="#ctx0" brushRef="#br1" timeOffset="143500.818">23097 3254 3636 0,'0'0'9245'0,"0"0"-7769"16,0 0-1068-16,0 0 584 0,0 0 324 15,0 0-212-15,80 60-8 0,-53-51-324 0,9-2-356 16,0 0-208-16,0-4-208 16,-1 1-44-16,1-4-152 0,-4 0-440 0,-4 0-236 15,-4 2-188-15,-4 1-432 0,-8 0-1392 16,-8 4-2677-16</inkml:trace>
  <inkml:trace contextRef="#ctx0" brushRef="#br1" timeOffset="144404.635">22618 2733 3496 0,'0'0'8'0,"0"0"5544"0,0 0-3419 0,0 0-489 16,0 0-232-16,0 0 0 0,0 0-304 15,0 0-276-15,0 0-188 16,0 0-236-16,0 19-116 0,5 10 16 0,3 11-48 16,-1 12-28-16,5 8-88 0,-3 10-32 15,-2 3-104-15,-3 0-8 0,0 4-52 16,-4-5-120-16,0-5-184 0,0-6-172 0,4-8 48 16,-4-11-52-16,9-11-224 0,2-6-436 15,-3-11-1168-15,16-9-2977 0</inkml:trace>
  <inkml:trace contextRef="#ctx0" brushRef="#br1" timeOffset="144899.955">25348 2400 15209 0,'0'0'1944'16,"0"0"-1696"-16,0 0-112 0,0 0-136 0,0 0 632 15,0 0 268-15,0 0-468 0,-88 54-432 16,56-26-88-16,-8 4-8 0,-4 6-4 16,4 1 28-16,-3-2 56 0,3 2-116 15,8-4-40-15,5-7 160 0,10-2-88 16,6-11 100-16,6 2 168 0,5-9-24 0,5 6-144 15,6 2 0-15,6-1 124 16,6 7 32-16,5-3 68 0,0 3-64 16,4-3-4-16,-1 4-80 0,1 0 32 0,-4-4 16 15,-4 0-8-15,-3-3-116 0,-10-1-120 16,1-2-284-16,-8 0-296 0,1-1-372 16,-5 1-472-16,-5-4-2792 0,-15 4-5553 0</inkml:trace>
  <inkml:trace contextRef="#ctx0" brushRef="#br1" timeOffset="145079.549">24822 3177 14289 0,'0'0'1944'0,"0"0"-1904"0,0 0 84 16,0 0 52-16,0 0 408 0,0 0 396 15,103 71-276-15,-66-55-312 0,6-1-132 0,-3 1-140 16,4-2-112-16,-4-2-8 0,-1-3-72 0,2 1-296 15,2-1-644-15,-3-2-440 16,-8 0-1348-16,8-5-4417 16</inkml:trace>
  <inkml:trace contextRef="#ctx0" brushRef="#br1" timeOffset="145466.482">26073 2537 10064 0,'0'0'7697'0,"0"0"-6709"16,0 0-664-16,16 104-316 0,-16-53 388 16,0 13 304-16,-4-1 480 15,-4 7-387-15,-1 4-321 0,-2 1-256 0,-1 4-116 16,0 0-100-16,0 4-8 0,-4 1-4 16,4-9 8-16,-3-4-4 0,2-9-80 15,9-10 40-15,0-11-24 0,4-10-132 16,0-12-100-16,0-6-145 0,4-6-195 15,4-4-176-15,1-3-208 0,-2-14-68 0,1-4-380 16,0-10-932-16,1 2-2137 0,2-29-1783 16</inkml:trace>
  <inkml:trace contextRef="#ctx0" brushRef="#br1" timeOffset="145699.98">26145 2619 116 0,'0'0'12201'0,"0"0"-10189"16,11-63-2012-16,-7 44 164 15,5 3 216-15,-2 3 552 0,1 7 296 16,0 6-396-16,4 0-388 0,9 2 0 0,-2 11 244 16,5 3-12-16,4 3-300 15,-4 4-264-15,-4-2-32 0,-4 4-80 16,-4 2 0-16,-9-5-8 0,-3 3 0 0,0 1-4 16,-15-1-48-16,-9 0-40 0,-8 4-32 15,-8-1-64-15,-4 1 72 16,-7 0-36-16,-1-4-192 0,-4 1-360 0,0-5-288 15,-4 3-1036-15,13-6-2869 16,-33 5-5003-16</inkml:trace>
  <inkml:trace contextRef="#ctx0" brushRef="#br1" timeOffset="148271.112">4561 15243 6308 0,'0'0'92'0,"0"0"4312"16,0 0-3479-16,0 0-349 15,0 0 244-15,0 0 564 0,0 0 4 0,0 0-60 16,0 0-460-16,0 0-364 0,-7 92-120 16,11-38 92-16,-1 3-48 0,5 9-12 0,-3 11-160 15,-5 6-60-15,0 6-136 0,0 6-48 16,-9 5-12-16,-2 3 0 0,-6-1-52 15,6-11-128-15,-6-8 116 0,6-16 64 0,-1-17 8 16,3-15-8-16,2-12-12 16,3-14-220-16,4-2-84 0,0-7 96 0,0 0-12 15,0-14-16-15,0-5-168 0,8-9 60 16,0-13 232-16,0-10 36 16,4-3-84-16,-5-6-52 0,6 3 112 0,-2 6-72 15,2 6 60-15,2 7 124 0,10 7 0 16,-5 9 152-16,-1 9 60 0,5 3 8 15,-8 7 40-15,0 0-88 0,-1 3-36 16,-6 6-36-16,3 4 60 0,-8 6 36 16,-1 3-12-16,-3 6-84 0,-3 4-100 0,-9 3-88 15,-1-1-280-15,-2-2-24 0,-1-4 156 16,0-6 112-16,0-6 112 16,0-4-148-16,5-2 24 0,-2-7 112 0,2 0 24 0,-2 0 84 15,5 0 16-15,5 0-12 16,3 0-40-16,0 0-48 0,0 0-12 15,11 0 12-15,6 9 172 0,3 0 136 16,7 4-12-16,-3 4-24 0,4-2-152 16,-4-3 40-16,0 5 0 0,-1-4-96 0,-2-4-28 15,-5 1-36-15,3-7-124 0,-2 0-12 16,-6-3-72-16,6 0-392 0,-6-6-280 16,1-4-704-16,-3 1-2396 0,-6-10-3597 15</inkml:trace>
  <inkml:trace contextRef="#ctx0" brushRef="#br1" timeOffset="148426.007">5143 16068 12209 0,'0'0'1672'0,"0"0"-1216"16,0 0 304-16,88 11 836 0,-64-9-340 16,-5-2-296-16,-2 0-468 0,-6 0-312 15,6 0-180-15,-6 0-112 0,6 0-488 16,-9 0-424-16,-1-2-320 0,1 2-1256 15,-8 0-3453-15</inkml:trace>
  <inkml:trace contextRef="#ctx0" brushRef="#br1" timeOffset="148583.14">5274 16211 12329 0,'0'0'1632'0,"0"0"-1628"16,0 0 440-16,0 0 628 15,0 0 572-15,0 0-296 0,0 0-560 0,0 0-372 16,0 0-144-16,84 57-272 15,-63-53-24-15,-6-4-284 0,2-4-452 16,2-2-500-16,5-7-728 0,-8 4-2080 0,7-10-2453 16</inkml:trace>
  <inkml:trace contextRef="#ctx0" brushRef="#br1" timeOffset="148821.671">5737 16249 612 0,'0'0'10993'15,"0"0"-9341"-15,0 0-1132 0,0 0 268 16,0 0 548-16,0 0-96 0,0 0-472 0,80 51-336 15,-69-64-12-15,6-2 96 0,-2-11-268 0,2-2-224 16,-6-1-24-16,2 1-160 16,-6-2 112-16,1 8 48 0,0 4 4 15,-8 1 92-15,0 8 40 0,0 3 24 16,0 3 232-16,-12-1 20 0,1 1-128 16,-10 3-228-16,-3-3-52 0,0 3-8 0,5 0 0 15,-5 0-192-15,3 3-132 0,2 4-152 16,3 2-84-16,0 5-196 0,4 0-352 15,0 5-556-15,5-2-1320 16,-10 10-3041-16</inkml:trace>
  <inkml:trace contextRef="#ctx0" brushRef="#br1" timeOffset="149466.772">7155 16106 5804 0,'0'0'7001'0,"0"0"-6005"16,0 0-440-16,0 0 16 0,0 0 372 0,0 0 296 15,41 77 84-15,-26-45-500 0,1-4-272 16,4 1-296-16,0-10-80 0,-5-6-176 0,6-7-60 15,-1-6 48-15,-1-4-88 0,1-4-8 16,5-11 104-16,-1-8-96 0,-5-1-168 16,-3 0-112-16,-4-1 96 0,-4 0 112 15,-3 7 172-15,-5 6 24 0,0 3 64 16,0 0-4-16,-9 7 52 0,-3 0 36 16,1 3 0-16,-10 0-164 0,-3 3-4 0,4 0 112 15,-7 0-116-15,3 0-60 16,0 0 60-16,3 6 96 0,2 0-96 15,7 0-196-15,0 1-124 0,4-4-232 0,5 0-428 16,3 1-780-16,0-4-2272 0,0 0-2773 16</inkml:trace>
  <inkml:trace contextRef="#ctx0" brushRef="#br1" timeOffset="149684.252">7637 15926 7644 0,'0'0'3016'0,"0"0"-1691"0,92 30-185 16,-60-13 92-16,-4 2-56 0,-4 0-120 15,-5 3-48-15,-6 7-80 16,-5 0-192-16,-8 6-256 0,0 0-224 16,0 0-132-16,-8-4-4 0,-1-9 52 0,1-3 60 15,5-8 72-15,-1-6 148 0,4-5-200 16,0-3-252-16,0-6-76 0,0-11 28 16,0-5-72-16,7-10 8 0,6-9 28 0,6-4-88 15,5-3-316-15,4-2-132 16,8 5-104-16,4 6-164 0,4 1-424 0,-1 6-748 15,-7 10-2041-15,12-10-3807 0</inkml:trace>
  <inkml:trace contextRef="#ctx0" brushRef="#br1" timeOffset="150653.188">8713 15872 5944 0,'0'0'2964'0,"0"0"-75"15,0 0-1593-15,0 0-508 16,0 0 288-16,0 0 208 0,0 0-148 16,0 0-208-16,0 0-276 0,0 0-72 0,44 72-128 15,-32-30-60-15,0 9-88 0,-1 5-60 16,2 5-36-16,-5 3-4 0,4 2 4 15,-4 1-124-15,0 3-72 0,-1 0 0 16,-3 0-12-16,-4-1-8 0,5-1-64 0,-5-5-48 16,0-9-64-16,0-7-12 15,0-11 16-15,0-15-28 0,0-9-60 16,0-8-24-16,0-8-88 0,-9-8-456 0,2-14-484 16,-1-5-220-16,0-13-692 0,-1-11-765 15,2 15-2075-15</inkml:trace>
  <inkml:trace contextRef="#ctx0" brushRef="#br1" timeOffset="150864.041">8761 16072 1760 0,'0'0'9837'0,"0"0"-8365"0,0 0-988 0,0 0 328 15,80-64 236-15,-60 54-112 0,3 4-152 16,1 3-252-16,0 0-48 0,0 3 24 16,-4 0-188-16,0 3-188 0,-4 4 64 15,0 2-24-15,-8 1-36 0,0 2 84 16,-4 4-36-16,-4 6-24 0,-4 4-88 0,-8 2-72 15,-8 4-148-15,-4 0-32 16,-4 0-4-16,-4-4-160 0,1-6-136 16,-5 0-24-16,4-3-188 0,-5-2-452 0,6-5-948 15,11-2-2229-15,-8-4-1667 0</inkml:trace>
  <inkml:trace contextRef="#ctx0" brushRef="#br1" timeOffset="151339.188">10837 16252 7220 0,'0'0'7785'16,"0"0"-6225"-16,84 20-776 15,-37-13-140-15,9 1 48 0,0-4-288 16,-5-4-12-16,1 0-280 0,-7-4-100 0,-2-4-12 15,-3-6-132-15,0 1-296 16,-4-6-360-16,-8 4-16 0,-5-5-280 0,-7 5-860 16,-4 5-2177-16,-12 0-2779 0</inkml:trace>
  <inkml:trace contextRef="#ctx0" brushRef="#br1" timeOffset="151500.525">11020 16389 6308 0,'0'0'7601'0,"0"0"-6273"0,0 0-1188 0,0 0 124 15,0 0 404-15,92 60 616 0,-49-50-12 0,2-7-488 16,6-3-60-16,1-6-224 16,4-10-500-16,-4-6-280 0,-5-7-248 15,-3-4-180-15,-4 0-156 0,-4-6-508 0,-12 7-1460 16,-1-12-3437-16</inkml:trace>
  <inkml:trace contextRef="#ctx0" brushRef="#br1" timeOffset="151734.789">11303 15881 9640 0,'0'0'3129'0,"0"0"-2213"0,0 0-712 15,0 0 492-15,0 0 376 0,99-19 248 0,-63 25-256 16,8 5-384-16,0 3-116 0,4-1-144 16,-1 7-128-16,-2-2-132 0,-6 1-64 15,-7 4-96-15,-4-1-52 0,-4 3 44 16,-12 1-152-16,0 6-24 0,-12 0-24 15,0 6 36-15,-16-1 40 0,1 8 20 16,-10-4-24-16,-3 4 52 0,0-4-16 0,0-3 40 16,0-6-260-16,1-4-300 0,2-3-436 15,6-8-1104-15,-5-1-3105 0</inkml:trace>
  <inkml:trace contextRef="#ctx0" brushRef="#br1" timeOffset="152232.751">13339 15144 11177 0,'0'0'2916'0,"0"0"-1968"16,0 0-532-16,0 0 112 15,80 80 436-15,-57-32-32 0,-3 6-32 16,-3 9-272-16,-2 3-112 0,-2 8 32 16,-6 2 12-16,-3-2-132 0,0-2-224 15,-4-2-136-15,0-4-68 0,0-9-76 0,0-12-44 0,-4-10-76 16,4-13-84-16,0-12-120 15,0-7-124-15,0-3-188 16,-4-3-272-16,4-13-328 0,0-3-896 0,-3-6-968 16,-1 2-1701-16,-5-19-959 0</inkml:trace>
  <inkml:trace contextRef="#ctx0" brushRef="#br1" timeOffset="152418.143">13403 15396 6004 0,'0'0'3208'0,"0"0"-1011"0,20-84-621 0,-5 59-152 16,9 3 40-16,0 6-124 15,1 0-336-15,3 10-352 0,3 0-160 0,-3 6-64 16,-4 0-84-16,-4 9-16 0,0 1-96 16,-4 9-120-16,-4 1-112 0,-8 8-108 15,-4 2 104-15,0 12-92 0,-13 3-248 16,-2 5-244-16,-9 9-136 0,-4-3-64 0,4 7-192 16,-4 1-448-16,5-1-912 15,2-15-2101-15,-3 23-3079 16</inkml:trace>
  <inkml:trace contextRef="#ctx0" brushRef="#br1" timeOffset="152849.328">13758 16405 11881 0,'0'0'2816'0,"0"0"-1908"15,11 86-472-15,-3-46 144 0,-4 9 380 16,4-2 128-16,-4 7-264 0,0-4-472 15,0 2-156-15,0-5-72 0,-4 2-64 16,0-9-60-16,0 2 0 0,0-8-48 16,0-5-76-16,-4-6-108 0,0-8 124 0,0-9 56 15,0-2-68-15,1-4-28 0,-2-13-160 16,1-6-148-16,4-10 200 16,0-9 168-16,0-6-36 0,4-10 52 0,12-3-16 15,1 0-60-15,2 8 36 0,9 9 108 16,-4 5 4-16,4 9 108 0,0 8 128 15,-9 1-64-15,1 11 12 0,-4 3 12 0,-7 3 28 16,-6 0-40-16,-3 13-48 16,0 0-136-16,-3 5-236 0,-10 8-132 15,-2-1 160-15,-2 4 32 0,-6 3-8 0,-1-4 180 16,0 4 4-16,0-4 36 16,4-2-24-16,0-4 88 0,4-2 60 0,4-6 24 15,8-1 152-15,4 0-140 0,4-6-36 16,13-2-148-16,2-1-12 0,9-4-8 15,0 0-56-15,8-6 16 0,-1-6-88 16,-3-5-208-16,0-2-148 0,0 0-68 16,-8-3-308-16,0 0-844 0,-9 6-1076 15,-2-3-2205-15</inkml:trace>
  <inkml:trace contextRef="#ctx0" brushRef="#br1" timeOffset="153216.829">12953 15418 5168 0,'0'0'1328'0,"0"0"-316"16,0 0 2020-16,0 0-1063 0,0 0-417 0,0 0-540 16,-28 75-356-16,19-39-112 0,2 5 4 15,-1 7-12-15,8 8-28 16,0 14 0-16,0 10 8 0,8 12-48 0,4 10-100 0,3 6-124 16,2 9-220-16,2 1-24 0,-2 2-48 15,-2-3-16-15,1-3-56 16,0-8-136-16,-4-12-88 0,4-11-28 0,0-13-120 15,0-12-64-15,4-14-300 0,0-9-248 0,0-10-488 16,4-9-732-16,-4-7-941 0,8-9-2475 16</inkml:trace>
  <inkml:trace contextRef="#ctx0" brushRef="#br1" timeOffset="153585.58">14570 15348 14573 0,'0'0'1716'15,"0"0"-1280"-15,0 0-436 0,52 95 4 16,-33-47 384-16,-6 9 220 0,2 6-64 0,2 13-336 16,-6 10-20-16,6 3-68 0,-6 10-108 15,2 5-12-15,-5 4-132 16,-1 3-104-16,-3 1 76 0,0-4 84 0,-4-7-32 16,0-6-104-16,0-6 112 15,-8-10-60-15,1-5 152 0,-10-14-80 0,6-6-172 16,-10-12-40-16,2-5 40 0,-5-11-140 15,0-7-168-15,-4-10-592 0,0-9-596 16,9 0-1241-16,-18-22-2367 0</inkml:trace>
  <inkml:trace contextRef="#ctx0" brushRef="#br1" timeOffset="153786.644">15135 16046 15409 0,'0'0'2376'0,"0"0"-1336"0,0 0-464 0,88 35-268 15,-60-29-4-15,-4 0 172 0,4 1-60 16,4-3-288-16,0-4-128 16,4 0-96-16,-4 0-416 0,-4 0-284 0,-4 0-384 15,-9 0-504-15,-6 0-1460 0,-9 5-3321 16</inkml:trace>
  <inkml:trace contextRef="#ctx0" brushRef="#br1" timeOffset="153950.038">15144 16424 13013 0,'0'0'2912'0,"0"0"-1772"0,0 0-828 16,0 0 72-16,0 0 112 0,0 0 304 16,83 57-76-16,-51-57-320 0,8-2-172 0,0-9-184 15,0-1-48-15,-4-4-280 16,0 0-480-16,0 0-296 15,-5 4-396-15,1 2-952 0,-8 0-1433 16,0 4-4547-16</inkml:trace>
  <inkml:trace contextRef="#ctx0" brushRef="#br1" timeOffset="154397.137">16275 15679 12861 0,'0'0'1956'0,"0"0"-1112"0,0 0-316 16,0 0 64-16,44 91 424 0,-32-46 24 16,-3 5-72-16,2 11-284 0,1 9-112 15,-4 6-48-15,4 6-99 0,0 1-241 0,0 3-76 16,-4-4-108-16,0-3-60 0,4-7-184 16,-4-1-413-16,3-5-571 0,-2-5-248 15,-1-19-1400-15,3 8-3685 0</inkml:trace>
  <inkml:trace contextRef="#ctx0" brushRef="#br1" timeOffset="179849.291">13470 15281 3544 0,'0'0'2564'0,"0"0"-1288"16,0 0-652-16,0 0-340 0,0 0 172 15,0 0 280-15,0 0-204 0,0 0 1733 16,0 0-1305-16,0 0-452 0,-4-2-268 0,4 2-8 15,0 0 132-15,0 0 192 0,0 0 24 16,0 0-216-16,0 2-108 0,0 1-72 16,0 6-20-16,0 5-76 0,4-2-84 15,-4 6 4-15,0 6 92 0,0-2-12 16,0 6-40-16,0-2-48 0,0 5 0 16,0-2-12-16,0 0 4 0,0-1-68 15,0-3 28-15,0 4-104 0,5-7 140 16,-1 0-48-16,3 5-4 0,1-8 56 15,0 2-80-15,1 1 24 0,-2 0-8 0,1 1-4 16,-4-4-16-16,5 3 28 16,-6-6 52-16,5 0 4 0,-4-1-40 0,0 2 40 15,0 1-72-15,4-1 76 0,0-5 4 16,-4 4-176-16,0-3-88 16,0-7 48-16,0 4 40 0,0-4 0 0,-4 1 36 0,0-5 64 15,4 2-12-15,-4-1 0 16,0 0 0-16,0-3-40 0,0 0 40 0,0 0 12 15,0 0-24-15,0 3 100 0,0-3 0 16,0 0 0-16,0 4-12 16,0-4-64-16,0 3-28 0,0-3-36 0,0 3-12 15,0-3 64-15,0 0-4 0,0 0 4 16,0 0 0-16,0 0 0 0,0 0 24 16,0 0-28-16,0 0-48 0,0 0-76 0,0 0-52 15,0-3 36-15,0 0 52 16,4-4 40-16,-4 1 48 0,0-4-100 15,4 1-64-15,-4-1 12 0,0-2-69 0,0 5-123 16,0-3-340-16,0 1-496 0,0-3-440 16,0 1-48-16,0-1-728 15,-8 130 200-15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5-30T07:30:25.5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2860 2245 2600 0,'0'0'9357'0,"0"0"-7901"16,0 0-592-16,0 0 84 0,0 0 32 15,0 0 48-15,0 0 12 0,0 0-116 16,0 0-240-16,-71-38 4 0,58 44-116 0,2 2-232 15,-2 9-60-15,-2 8-63 0,2 10-45 16,2 11-28-16,3 10-24 16,4 7 4-16,0 11-76 0,4 5-44 0,0 3-4 15,8 4-4-15,4-3-56 0,4-4-28 16,3-9-116-16,2-4-88 0,7-11-217 16,0-10-63-16,-1-8-148 0,1-8-164 0,0-10-420 15,-1-7-388-15,1-12-1028 16,-3 0-2129-16,3-28-2047 0</inkml:trace>
  <inkml:trace contextRef="#ctx0" brushRef="#br0" timeOffset="397.857">3613 2121 2812 0,'0'0'10813'16,"0"0"-9357"-16,40 67-1204 0,-24-34 0 0,0 13 380 15,0 1 380-15,-4 8 152 0,-4 8-412 16,-4 7-336-16,-4 3-268 16,0 6-16-16,-4 0-56 0,-9 1-28 0,2-11 48 15,-9-5-84-15,0-10 124 0,-8-9-64 16,0-11-8-16,0-5-60 0,-3-7-4 0,-1-6-160 16,4-10-84-16,-4-2 60 15,4-8 72-15,-4-8-84 0,0-11-124 16,0-5-120-16,4-7-204 0,4-3 260 0,5-3 136 15,10 6-72-15,9-1 244 0,0 11-336 16,13 3 388-16,6 3 24 16,1 2 400-16,8 6 72 0,4 4-100 0,4 4-40 0,3 3-60 15,10 3-12-15,-6 7-40 0,2 5 40 16,-2 8-64-16,-3 2-136 16,0 3 64-16,-4 5-28 0,-1 1-44 15,-3-2-48-15,-4-3-4 0,0-7-12 0,-4 0-100 16,0-3-280-16,0-3-408 0,-4 0-316 15,-4-3-612-15,0-4-2160 0,0 0-3709 0</inkml:trace>
  <inkml:trace contextRef="#ctx0" brushRef="#br0" timeOffset="876.987">4322 2737 11161 0,'0'0'3144'0,"0"0"-1932"16,0 0-1204-16,0 0 580 0,92 19 740 15,-57-10-180-15,6-3-384 16,-1-2-348-16,4-4-148 0,-1 0-120 0,1-4-76 16,0-9-60-16,3-1-12 0,-2-13-120 15,-2-1-468-15,-3-7-212 0,-4-3-360 0,-4 3-692 16,-9 6-2272-16,-2-9-4201 0</inkml:trace>
  <inkml:trace contextRef="#ctx0" brushRef="#br0" timeOffset="1069.121">4713 2358 3724 0,'0'0'8653'0,"0"0"-7289"0,0 0-464 15,0 0 852-15,0 0-88 0,-48 83-420 16,48-54-472-16,0 3-232 0,4 10-236 0,8 2-84 15,8 6-4-15,0 7-80 0,4 4-112 16,0-1-24-16,0 3-12 0,8-2-524 16,-4-7-368-16,-1-3-248 0,6-7-244 15,-6-12-1084-15,9 3-4165 0</inkml:trace>
  <inkml:trace contextRef="#ctx0" brushRef="#br0" timeOffset="1550.199">5976 3788 10184 0,'0'0'7377'0,"-28"79"-6093"0,16-54-916 16,0-3-148-16,0-2 232 16,5-12 52-16,-6-1 372 0,5-7-304 0,-3-9-267 15,-6-10-125-15,-2-13-8 0,-5-12-160 16,0-13-12-16,0-14-148 15,-8-14-56-15,4-7-28 0,4-10-133 0,-3-9 61 16,6 0-12-16,10-7 36 0,-2 2-60 0,13 1-52 16,0 6 60-16,13 8 148 0,6 7 84 15,5 7 52-15,4 7-48 16,4 11 96-16,4 5 36 0,-4 14 124 0,-4 11 60 16,-8 11 12-16,-1 9-12 0,-6 9-24 15,-9 10-60-15,-1 0-76 16,1 13 0-16,-4 13 64 0,0 9-28 0,-7 12 12 15,-6 13-8-15,-2 0-88 0,-2-2 60 16,6-7-60-16,3-14 0 16,-1-8-12-16,9-6-64 0,0-8-84 0,13-2 4 0,2-3-16 15,5-1 100-15,5 1 12 0,6-4 44 16,1 1 0-16,4-1 8 0,-4-3 40 16,0 3 4-16,-4 1 12 0,-4 2 4 15,-5 4-16-15,-6-1-44 0,-10 10 68 0,-3 4 100 16,0 9-4-16,-11 3-80 0,-9 4-88 15,-5-5-196-15,-3 2-108 16,4-8-160-16,-3-6-100 0,7-8-172 0,4-11-748 16,0-6-696-16,5-4-2525 0,-2-27-3455 15</inkml:trace>
  <inkml:trace contextRef="#ctx0" brushRef="#br0" timeOffset="1767.346">6486 2248 7716 0,'0'0'7857'16,"0"0"-6725"-16,0 0-336 16,96 54 440-16,-73-32-240 0,-3 6-20 15,-3 1 8-15,-2 3-363 0,-2 3-269 0,-6 6-184 16,-3 0-92-16,0 4-72 0,-4-1-4 16,-8 4-64-16,-8-1-8 0,-3-5-84 15,-5 2-148-15,-4-6 28 0,-4 0-153 16,-4-3-43-16,-5-2-140 0,2-8-84 15,-4-3-508-15,11-10-1684 0,-20-8-3857 0</inkml:trace>
  <inkml:trace contextRef="#ctx0" brushRef="#br0" timeOffset="2319.371">6717 1273 6492 0,'0'0'6257'0,"0"0"-5325"0,16 73-412 0,-8-31 416 16,0 11 848-16,-1 8-332 16,2 2-396-16,-5 7-272 0,4 3-200 15,-4 0-192-15,3 6-76 0,-7-2-148 0,5-1-80 16,-5-7-88-16,4-5 0 0,0-16-100 0,-4-10 16 15,4-13-36-15,-4-12-40 16,4-7-96-16,-4-3-216 0,0-3-188 0,0-6-152 16,0-10-48-16,0-6-492 0,0-10-712 15,0-8-468-15,0 7-653 0,-4-27-2507 16</inkml:trace>
  <inkml:trace contextRef="#ctx0" brushRef="#br0" timeOffset="2530.157">6733 1407 5624 0,'0'0'964'15,"0"0"2276"-15,0 0-1523 0,0 0-437 0,0 0 124 16,0 0-68-16,83-52-268 0,-66 49-184 16,-2 3-56-16,5 0-224 15,-3 0-160-15,-2 0-100 0,-3 3-160 0,0 4-76 16,0 0-96-16,-4 1-12 0,-3 9-12 16,-5-2 4-16,0 8 8 0,-5 6 0 15,-7 2 0-15,-3 4-316 0,-2-4-104 0,-3-1-84 16,-3-5-76-16,3-3-200 0,3-6-252 15,2-4-532-15,-2-5-812 0,6-4-2373 16,-5-9-2667-16</inkml:trace>
  <inkml:trace contextRef="#ctx0" brushRef="#br0" timeOffset="2950.181">7271 870 548 0,'0'0'13229'0,"0"0"-10601"16,0 0-1892-16,0 0-476 0,0 0 336 0,0 0 280 16,0 0-116-16,0 0-392 15,0 0-148-15,0 0 36 0,20 82-12 16,-16-53-148-16,-4-3-96 0,0-5-40 0,0-5-8 15,0-3-24-15,4-7-88 16,-4-3-120-16,4 1-76 0,-1-4 28 0,6 0-40 16,3-9 36-16,-5-1 148 0,6-6 132 15,2-3 40-15,-3-1-36 0,1-2-16 16,-2 0 56-16,2 3 8 0,-2 0-4 16,1 3-60-16,0 4 64 0,0-1 160 0,1 7 48 15,-6-1 64-15,9 7-52 16,-4 0 124-16,0 0-100 0,-5 7-72 0,2 2-12 15,-1 1-12-15,0 2-28 0,-5 7-48 16,-3 1 0-16,4 1-72 0,-4 4-12 16,0 5-160-16,-4 1-280 0,1 1-284 15,-1 6-212-15,-4 3-316 0,4-12-1316 16,-8 13-4597-16</inkml:trace>
  <inkml:trace contextRef="#ctx0" brushRef="#br0" timeOffset="3526.036">8354 2365 13073 0,'0'0'2196'0,"0"0"-1508"0,0 0-144 16,96 4 528-16,-64-4-120 15,0-4-400-15,-5-5-292 0,1-3-100 16,0-5-96-16,0-2-64 0,0 0-736 15,-3 0-276-15,-6 3-384 0,-7 7-1088 16,-4 2-3705-16</inkml:trace>
  <inkml:trace contextRef="#ctx0" brushRef="#br0" timeOffset="3700.037">8414 2619 6764 0,'0'0'2416'0,"0"0"485"0,0 0-961 0,0 0-160 15,0 0-44-15,76 29-252 16,-44-29-468-16,4 0-320 0,3-3-292 0,10-10-200 16,-2-3-204-16,5 0-108 0,-5-7-660 15,5 4-444-15,4 0-640 0,-16 4-2976 16,12 2-7381-16</inkml:trace>
  <inkml:trace contextRef="#ctx0" brushRef="#br0" timeOffset="4482.148">10661 1695 380 0,'0'0'5128'0,"0"0"1473"0,0 0-5333 0,0 0-508 16,0 0 580-16,0 0 80 15,52 79-156-15,-36-37-316 0,0 9-296 16,-4 6-152-16,0 10-72 0,-4 2-40 0,-4 10-80 16,-4 3-200-16,0 1-36 0,-8 1-68 15,-4-9 8-15,-4-5 36 0,0-12 24 16,-3-8-56-16,2-5 92 0,-2-10-11 15,-1-7-97-15,-1-2-4 0,2-7-93 16,-1-6-183-16,0-4-132 0,4-9 56 16,0 0 88-16,0-6-12 0,4-10 0 0,-4-9-188 15,5-5 188-15,-2-5-64 0,-2-6 108 16,6 4 112-16,1-5 40 0,8 10 72 16,0 4-40-16,4 8 52 0,13 5 212 15,-2 2 120-15,13 10 48 0,0 0-24 16,4 3-36-16,0 3 60 0,7 10 8 0,-2-1-108 15,-1 7 0-15,-1 1 24 0,1 1-84 16,-4 2-111-16,0 3-49 16,-1-5-60-16,5-1-8 0,-8-1 0 0,0-7-4 15,0 1-97-15,-8-7-147 0,0-2-180 16,-4-2-248-16,0-2-332 16,0-2-164-16,-8-8-808 0,4 0-2024 0,-8-15-3153 0</inkml:trace>
  <inkml:trace contextRef="#ctx0" brushRef="#br0" timeOffset="4646.776">11271 2448 12209 0,'0'0'2116'15,"0"0"-1132"-15,0 0 860 0,103 6-236 16,-71-6-492-16,-4-6-112 0,0-7-396 0,0-1-268 16,0-4-219-16,4-1-121 0,-4-2-52 15,0-3-385-15,-4 2-355 0,4 0-368 16,-9 3-616-16,-6 3-2184 15,-2 1-3037-15</inkml:trace>
  <inkml:trace contextRef="#ctx0" brushRef="#br0" timeOffset="4816.865">11443 2085 11777 0,'0'0'2044'15,"0"0"-1180"-15,0 0 80 0,-5 84 624 16,5-46-60-16,0 6-196 0,0 3-336 0,0 7-308 0,5 1-203 15,-1 1-137-15,3 8-244 16,1 3-84-16,0-1-52 0,4 1-448 16,0-3-461-16,1-4-123 0,-2-7-132 15,6-1-852-15,-2-17-2576 0,9-3-4729 16</inkml:trace>
  <inkml:trace contextRef="#ctx0" brushRef="#br0" timeOffset="5266.105">12470 3298 15469 0,'0'0'2352'0,"0"0"-1524"0,-39 71-204 16,26-58 28-16,2-4 128 0,3-6 12 16,-1-3-171-16,6-6-269 0,-5-13-352 15,0-6-168-15,4-14-60 0,-4-12 8 16,0-9-1-16,4-11-7 0,0-7-116 15,-4-11-32-15,4-7-40 0,-4-1 36 16,8-6 28-16,0 6-16 0,4 1-88 0,8 10 184 16,8 13 188-16,4 10 84 15,0 14 268-15,4 9 64 0,-4 11-24 0,-5 10-24 16,-2 3-28-16,-6 9 0 0,-3 7-108 16,-4 0-100-16,1 4 76 0,-5 9 84 15,0 9 8-15,0 3-56 0,-5 3-88 16,1 2-8-16,0-2-60 0,0-6 40 15,4-3-44-15,0-3-76 0,12-4-32 16,8 1 84-16,0 0 24 0,4-4 0 0,3 4-48 16,1-7-28-16,0 5-20 15,0-3 92-15,-7 3-44 0,-2 1 48 0,-7-2 8 16,-4 1 40-16,-4 6 36 0,-4 2 88 16,-8 0-48-16,-8 3 44 15,0 1-168-15,-8 2-200 0,-7 4-200 0,-1-4-112 0,-8 3-176 16,-8-2-256-16,-3-1-916 0,6-6-1080 15,-39 10-4061-15</inkml:trace>
  <inkml:trace contextRef="#ctx0" brushRef="#br0" timeOffset="10196.978">10004 2038 5136 0,'0'0'92'15,"0"0"2680"-15,0 0-1696 0,0 0-468 0,0 0 64 0,0 0 141 16,0 0-81-16,0 0-128 0,-52 32-196 16,41-17-152-16,3 8-52 0,-1 6-28 15,-2 5 144-15,7 8 200 0,-5 5 84 0,5 7-84 16,-4 3-96-16,5 4-92 0,3 5-120 15,0 5-112-15,0-5-100 0,0 3-52 16,7-2 40-16,6 0-100 0,-2-7-292 16,10-6-172-16,-2-3-184 0,13-6-152 15,0-7-528-15,0-13-1513 0,20 1-3163 16</inkml:trace>
  <inkml:trace contextRef="#ctx0" brushRef="#br0" timeOffset="10696.602">13251 1695 9656 0,'0'0'3257'0,"0"0"-2073"16,0 0-424-16,0 0 272 0,80 38 60 0,-61-22-212 15,6 6-200-15,-5 3-16 0,0 5 48 0,-4 1-152 16,4 7-168-16,-5 4-160 16,-2-2-76-16,-2 4-72 0,-7 8-28 15,-4-4-56-15,0 5 0 0,0-1 0 16,-11 1 0-16,-2 1-48 0,-2 1 44 15,-6-5-8-15,2 1-120 0,-9-3-40 0,4-4 16 16,-4 1-124-16,-4-4-124 0,0 0-160 16,-3-3-100-16,-1-3-136 15,-5-3-252-15,-2-4-756 0,11-6-1140 0,-24-3-3241 16</inkml:trace>
  <inkml:trace contextRef="#ctx0" brushRef="#br0" timeOffset="15664.011">14036 1311 1684 0,'0'0'5608'0,"0"0"-3416"16,0 0-952-16,0 0 9 0,0 0-201 16,0 0 188-16,0 0 104 0,-16-70 12 0,12 67-148 15,4 0-268-15,-4 0-88 16,4 3-68-16,-4 0-96 0,4 0-139 15,-3 6-145-15,-1 0-60 0,4 11-72 0,-5 5-88 0,5 12-12 16,0 7-20-16,5 14-40 16,2 5 12-16,-3 6-60 0,8 4 24 15,-3 6-72-15,-2 4-4 0,1-4-4 0,0 0-4 16,-3-2-4-16,2-8-104 16,-7-2-96-16,4-8-16 0,0-5-104 0,0-9-64 15,0-14-12-15,0-5-49 0,0-11-87 16,0-8-148-16,-4-4-96 0,4-4-32 15,0-12-444-15,4-9-660 16,-4-13-472-16,-1 5-1953 0,-3-30-1839 0</inkml:trace>
  <inkml:trace contextRef="#ctx0" brushRef="#br0" timeOffset="15907.777">14033 1483 6188 0,'0'0'5017'0,"0"0"-4297"0,0 0-140 16,0 0 504-16,0 0 208 0,0 0-208 15,43-67-296-15,-31 60-212 0,0 5-132 16,7-3-24-16,-2 5-136 0,3 0-96 16,-1 0-104-16,2 7-20 0,-6 3 8 0,-2 6 0 15,-2 3-64-15,-7 3-8 16,0 7 160-16,-4 3-12 0,-8 0-72 0,0-1-4 16,-8 1 16-16,1-7-40 0,-2-3 0 15,2-3-48-15,-2-6-172 0,2-4-208 0,2-2-148 16,-2-7-116-16,-1 0-136 15,4 0-136-15,-3-10-532 0,2-5-712 16,1 2-2405-16,-4-19-1999 0</inkml:trace>
  <inkml:trace contextRef="#ctx0" brushRef="#br0" timeOffset="16465.413">14391 802 5640 0,'0'0'6393'0,"0"0"-4873"0,0 0-680 15,0 0-260-15,0 0 376 0,0 0 48 16,0 0-108-16,0 0-232 0,0 0-180 16,0 0 104-16,0 0 36 0,44 77-148 15,-40-42-148-15,4 3-144 0,-8-2-180 0,3-3-4 16,1 0-48-16,-4-11-64 15,4-3-8-15,1-9 8 0,-5-4-44 16,4-3-88-16,0-3-52 0,-4 0 52 0,4 0 0 16,-1-6 48-16,1 0 96 15,0-7 52-15,5 0 0 0,-2-6-40 0,-3 3 28 16,4 0 0-16,-4 4-4 0,5-1 56 16,-2 3-4-16,-3 3-96 0,0 5-4 0,0-2 112 15,5 4 60-15,-9 0 4 16,7 0 32-16,-3 0 52 0,4 6 36 0,0 5-12 15,-4-3 12-15,4 6-48 0,0-2-16 16,0 4-76-16,-4 1-44 0,4-5-8 16,-4 4-412-16,0-3-292 0,0-1-52 15,0-2-476-15,-1-4-624 0,2 1-716 16,-1-5-2185-16,0-2-1191 0</inkml:trace>
  <inkml:trace contextRef="#ctx0" brushRef="#br0" timeOffset="16649.712">14941 1000 11129 0,'0'0'3004'0,"0"0"-1740"16,0 0-784-16,0 0 184 0,0 0 372 16,0 0 12-16,0 0-184 0,0 0-464 15,0 0-252-15,0 0-140 0,91 25-8 16,-71-22-132-16,8-3-200 0,0 0-380 15,4 0-436-15,-5-7-804 0,-3 2-1840 16,4-11-2481-16</inkml:trace>
  <inkml:trace contextRef="#ctx0" brushRef="#br0" timeOffset="16831.018">15371 800 12685 0,'0'0'1924'0,"0"0"-1344"0,0 0 148 0,0 0 376 0,0 0 160 32,-32 73-304-32,28-51-516 0,4 3-348 15,0 4-96-15,0-1-96 0,0 4-64 16,0 0-580-16,4 3-384 0,0 3-548 0,-4-8-1352 0,0 10-4385 16</inkml:trace>
  <inkml:trace contextRef="#ctx0" brushRef="#br0" timeOffset="17731.255">9722 1165 2600 0,'0'0'520'16,"0"0"7977"-16,0 0-6157 15,0 0-1076-15,0 0-4 0,0 0-264 16,0 0-240-16,0 0-240 0,-92 51-136 0,72-16-8 16,4 9-140-16,0 10 108 0,-1 10 28 15,6 9-136-15,-1 10-72 0,0 8-100 16,4 11 0-16,0 6-60 0,1 6-4 15,2 7 0-15,5 0 0 0,0 2-92 0,5-2 84 16,6-3-172-16,1-4 72 16,4 0-56-16,0-9 8 0,4-3-48 15,4-11-124-15,4-9-60 0,4-5-148 0,7-10-100 16,1-11-68-16,8-1-492 0,8-11-248 16,4-2-280-16,4-2-312 0,-17-14-337 15,25 12-1739-15</inkml:trace>
  <inkml:trace contextRef="#ctx0" brushRef="#br0" timeOffset="18447.068">16467 1216 6308 0,'0'0'2700'0,"0"0"-423"0,0 0-993 16,0 0-188-16,0 0 308 0,79 25 68 16,-47-5-252-16,0 5-328 0,0 6-364 15,4 7-64-15,-4 7 76 0,0 9-16 0,0 3-120 16,-4 6-164-16,-5 4-20 0,-3 6-36 16,0 7-100-16,-8 2-11 15,0 5-1-15,-8 1 12 0,-4 5-84 0,0-2-64 16,-4-2-8-16,-12-3 12 0,0-4-49 15,-4-3-15-15,-4-2 4 0,-4-8-40 0,-3-2-56 16,-5-3 8-16,0-10-84 16,4-4-36-16,0-11-4 0,8-14-132 15,4-9-116-15,5-13-344 0,2-10-680 0,5-5-1136 16,1-33-3089-16</inkml:trace>
  <inkml:trace contextRef="#ctx0" brushRef="#br0" timeOffset="19031.321">17423 596 2568 0,'0'0'4316'0,"0"0"653"16,0 0-3521-16,0 0-256 0,16 71 68 15,-13-40 96-15,6 10-168 0,-1 10-412 0,0 7-124 16,-1 5-16-16,2 7-112 0,3 0-256 16,-5 3-112-16,2-1-56 0,-1-1-100 15,-4-1 0-15,-1-5-56 0,-3 0 44 16,4-12-132-16,-4-8-100 0,0-10-108 16,0-9 56-16,0-11-44 0,0-8-124 0,0-4-264 15,0-3-396-15,0-7-296 0,0-5-256 16,0-11-912-16,0 5-2561 0,0-24-1539 15</inkml:trace>
  <inkml:trace contextRef="#ctx0" brushRef="#br0" timeOffset="19246.456">17534 838 9972 0,'0'0'2101'0,"0"0"-965"16,0 0 172-16,0 0 4 0,56-67 16 15,-40 51-460-15,0 7-164 16,4-4-112-16,-1 7-200 0,6-1-100 0,-5 1-132 15,0 3-148-15,-4 3 36 0,0 0-48 16,-4 0-84-16,-9 6 32 16,1 1-8-16,-4 8 52 0,0 4 8 0,-11 6 4 15,-10 11 240-15,-7 5-244 0,-3 4-184 16,-9 2 4-16,0-3-56 0,-8-2-168 0,5-1-284 16,-2-6-448-16,6 0-592 15,-1-10-752-15,8-3-2713 0,-12-5-2603 0</inkml:trace>
  <inkml:trace contextRef="#ctx0" brushRef="#br0" timeOffset="19842.51">18969 1949 10528 0,'0'0'3969'15,"0"0"-3085"-15,0 0-344 0,0 0 676 0,0 0 172 16,84 3-236-16,-56-3-380 0,4 0-320 16,3 0-148-16,1-3-72 15,0-7-136-15,-1 1-96 0,6 0-4 0,-5-4-396 16,-1-3-404-16,1 4-240 0,-4-1-308 16,-12 3-1088-16,-4 10-4885 0</inkml:trace>
  <inkml:trace contextRef="#ctx0" brushRef="#br0" timeOffset="20022">19081 2304 7492 0,'0'0'8129'0,"0"0"-6913"0,0 0-964 16,0 0 848-16,0 0-112 0,0 0-132 16,0 0-184-16,0 0-160 0,107-9-232 15,-64 0-268-15,6-7-12 16,3-3-328-16,4 3-524 0,-5 0-524 0,-12 4-912 15,10 1-3304-15</inkml:trace>
  <inkml:trace contextRef="#ctx0" brushRef="#br0" timeOffset="23648.39">20786 1495 3312 0,'0'0'2800'0,"0"0"320"0,0 0-1456 16,0 0-479-16,-21-79 107 0,18 63 16 15,-1 0-100-15,0 6-216 0,0 1-36 16,-5 2-116-16,5 1-152 0,-3 3-28 16,-1 0-60-16,0 3-88 0,-4 0-16 15,-4 0-55-15,-4 3-117 0,0 6-152 16,-3 4-160-16,-5 10-12 0,4 4-8 0,-4 13-52 15,3 13 48-15,1 10 12 0,5 17 4 16,-1 12 4-16,4 7 4 0,8 9 36 16,0-1 12-16,8-5-60 15,0 0-132-15,8-11 44 16,8-8 16-16,8-7-48 0,-1-5-24 0,10-5-52 0,-1-9-97 0,8-5-35 16,3-5-36-16,1-12-76 0,7-7-60 15,5-9-40-15,0-7-148 0,0-5-376 16,4-7-444-16,-4 0-1020 0,-12-7-2181 15,12-5-2171-15</inkml:trace>
  <inkml:trace contextRef="#ctx0" brushRef="#br0" timeOffset="24245.853">22129 1724 4256 0,'0'0'7533'0,"0"0"-6481"0,0 0-568 0,0 0-52 15,0 0 608-15,0 0 304 16,0 0-488-16,0 0-324 0,0 0 16 16,0 0 32-16,51 72-76 0,-43-33-28 0,0 2-120 15,-4 7-112-15,-4 2-60 16,0 2 12-16,-12 4-100 0,0-1-96 16,-3 2 0-16,-9-3 40 0,-1-4-36 0,-3 1 68 15,0-9 96-15,0-7-20 0,0-7-28 16,5-3 28-16,-5-9-52 0,4 0-96 15,0-6-108-15,0-4-196 0,1-6-16 16,6 0 116-16,2-6-116 0,2-11-20 16,2 2 20-16,-2-7 88 0,6-4-16 15,-1 1-20-15,4 0 180 0,0-1 4 0,-1 0 72 16,5 11 12-16,0-1 24 0,5 6 36 16,3 1 64-16,0-1 0 0,4 7 8 15,0 0 16-15,-1 0 12 0,10 3 60 16,-1 0 76-16,3 3-76 0,5 3-24 15,4 4-64-15,0-1 16 0,3 1-4 0,-2-1-8 16,3 4-4-16,-4 1-80 0,3-2-48 16,-3 3-4-16,0 5 0 0,0-4-4 15,-8 3-48-15,0-4-32 0,-5 4-136 16,-2-3-144-16,-2-3 44 0,2 0-56 16,-6-1-128-16,-3-2-136 0,5-1-176 15,-6-3-428-15,1-1-736 0,1-3-2005 0,-2-2-2531 16</inkml:trace>
  <inkml:trace contextRef="#ctx0" brushRef="#br0" timeOffset="25252.235">22614 1169 1368 0,'0'0'10413'0,"0"0"-8825"15,0 0-1016-15,0 0-344 0,0 0 200 16,0 0 408-16,0 0 432 0,24 75-284 0,-20-33-304 15,0 2-224-15,0 3-76 0,1 8-48 16,-5 2 20-16,0 0-116 0,0-1-152 16,0-1-20-16,0-4-64 0,-5-10-60 15,5-6 12-15,0-10-40 0,0-6-68 0,0-6-92 16,0-3-120-16,0-4-96 16,0-6-140-16,0 0-152 0,0 0-340 15,5-9-316-15,-1-4-324 0,3-6-200 0,-3 3-869 16,4-19-1687-16</inkml:trace>
  <inkml:trace contextRef="#ctx0" brushRef="#br0" timeOffset="25456.463">22706 1308 4256 0,'0'0'3228'0,"0"0"-1712"0,0 0-364 16,0 0 9-16,0 0 199 0,20-70-124 0,-16 67-184 16,0 0-272-16,4 3-148 15,4 0-108-15,0 0-76 0,0 6-140 16,0 0-108-16,-1 1-52 0,2 5-60 0,-5-2-80 15,-5 6-4-15,1 0 8 0,-4 3-12 16,0 3-124-16,-7 1-60 0,-5-2-52 16,-4 2-12-16,0-4-52 0,0 0-88 15,0-3-140-15,0-7-48 0,4-2-168 16,4-7-412-16,-4 0-724 0,8-4-1113 16,-3-14-1455-16</inkml:trace>
  <inkml:trace contextRef="#ctx0" brushRef="#br0" timeOffset="25829.669">22957 933 4652 0,'0'0'3912'0,"0"0"-835"0,0 0-2013 16,0 0-276-16,0 0 584 0,0 0 188 15,0 0-316-15,0 0-328 0,8 86-460 16,-8-64-260-16,0 3-148 15,-3 1-48-15,-2-1-60 0,5-5-28 0,0-5-56 16,0-2-56-16,0-7-20 0,0-3-64 16,5 0-12-16,-2-3 36 0,5 0 36 0,4-6-12 15,0-3 36-15,0-4 52 16,4 1 148-16,-4-5 12 0,4 5 60 16,-8-1-68-16,0 4 0 0,-1 2 84 0,2 4 160 15,-5 3 60-15,0 0 28 0,0 0-64 16,-4 3-76-16,3 4-8 0,1-1-16 15,0 4-40-15,-4-1-20 0,4 4 24 0,-4 0-64 16,5-1-68-16,-5-3-4 16,0 4-84-16,0-3-260 0,0-1-236 15,0 1-140-15,4-1-236 0,-4 1-300 0,0-1-736 16,0-5-2389-16,0-4-2087 0</inkml:trace>
  <inkml:trace contextRef="#ctx0" brushRef="#br0" timeOffset="25991.955">23364 1105 12197 0,'0'0'2104'0,"0"0"-1576"0,0 0 140 0,0 0 1000 0,0 0-220 16,0 0-364-16,0 0-476 0,0 0-364 16,0 0-204-16,92 12-40 0,-73-12-452 15,5-3-284-15,4-3-496 0,-8 3-848 16,7-7-3477-16</inkml:trace>
  <inkml:trace contextRef="#ctx0" brushRef="#br0" timeOffset="26197.769">23742 949 13833 0,'0'0'2208'0,"0"0"-1516"15,0 0-32-15,0 0 292 0,0 0 268 0,0 0-168 16,0 0-408-16,0 0-280 0,8 83-156 15,-4-49-63-15,0 2-145 16,-4 1-128-16,4 5-361 0,-4-4-263 0,0 4-180 16,0-5-60-16,0 2-408 0,4-5-1020 15,-4-9-2285-15,4 0-3167 0</inkml:trace>
  <inkml:trace contextRef="#ctx0" brushRef="#br0" timeOffset="27032.169">24311 1984 3240 0,'0'0'1760'0,"0"0"4381"16,0 0-4485-16,0 0-216 0,0 0-40 16,0 0-132-16,0 0-512 0,0 0-212 15,0 0 368-15,0 0 56 0,112 23-236 16,-72-17-280-16,4-3-172 16,-4-3-96-16,-5 0-100 0,1 0-80 0,5-9-4 0,-6-4-124 15,1-4-372-15,-4-2-260 0,0 0-284 16,-4-3-512-16,-8 3-1316 0,-1-6-4169 15</inkml:trace>
  <inkml:trace contextRef="#ctx0" brushRef="#br0" timeOffset="27203.809">24719 1549 4956 0,'0'0'8149'0,"0"0"-6753"0,0 0-764 16,0 0-152-16,0 0 564 0,0 0 384 0,-9 83-248 0,21-45-360 15,0 6-316-15,4 7-236 16,0 0-112-16,4 6-108 0,4 0-48 16,-1 4-8-16,-2 2-208 0,3-6-408 0,0 1-244 15,-5-6-8-15,5 0-236 0,0-4-640 16,-4-13-2064-16,8 5-3005 0</inkml:trace>
  <inkml:trace contextRef="#ctx0" brushRef="#br0" timeOffset="27683.229">25735 3035 15705 0,'0'0'2208'16,"0"0"-1504"-16,0 0-592 0,0 0-12 16,0 0 204-16,0 0 80 0,0 0-128 15,0 0-256-15,0 0-100 0,0 0 88 16,0 0-108-16,-32-89 32 0,23 41 16 15,1-12-4-15,4-3 64 0,-3-10-60 0,-2-8-64 16,1-3-120-16,4-5-324 16,1-3 148-16,3-1-16 0,0 7 52 15,7 7 196-15,10 7 200 0,6 9 36 16,5 8 76-16,0 10 36 0,4 3 116 0,0 9 68 16,-1 3-56-16,-3 5 20 0,-4 9 36 15,-7 4-84-15,-2 5-140 0,-7 7-100 16,-4 0 56-16,1 0 84 0,-5 7-136 15,0 2 120-15,-9 10 40 0,1 0-52 0,-3 3-120 16,-2 4-52-16,2-5 48 0,3-4 4 16,4-1-136-16,4 0-60 15,0-3-12-15,8 2 20 0,7 1 80 0,2 3 100 16,-2-3 4-16,5 4-4 0,4-5 8 16,-8 3 60-16,4-1 200 0,-8 2 8 15,0 0 28-15,-4 0-160 0,-8 3-4 16,0-3 16-16,0 3 12 0,-12 4-76 15,-4-3-84-15,-4-2-216 0,-3 2-104 0,-2-7 28 16,1-7-100-16,0-3-236 0,1-2-328 16,3-4-632-16,7-4-1184 15,-2-14-3585-15</inkml:trace>
  <inkml:trace contextRef="#ctx0" brushRef="#br0" timeOffset="28113.756">26348 1158 11985 0,'0'0'1880'0,"0"0"-1376"0,0 0 168 0,0 0 976 16,0 0-72-16,23 90-224 0,-14-49-216 15,3 9-392-15,-5 5-271 0,6 2-49 16,-5 6 256-16,-1 4-136 0,-3 3-244 16,-4-7-188-16,4 0-68 0,-4-5-44 15,0-8-48-15,0-11-76 0,0-7-140 16,0-11-136-16,0-4-228 0,0-9-233 0,5-3-127 16,-5-5-220-16,4 0-604 0,-4-11-716 15,4 3-1324-15,-4-17-1529 0</inkml:trace>
  <inkml:trace contextRef="#ctx0" brushRef="#br0" timeOffset="28323.481">26455 1308 10152 0,'0'0'1893'0,"0"0"-765"16,0 0-224-16,0 0 612 0,0 0-52 16,0 0-236-16,0 0-404 0,0 0-184 15,0 0-52-15,0 0-164 0,80-51-132 0,-68 57-180 16,0 1-68-16,-4-1-44 15,-4 4-48-15,0-1-208 0,-4 4 60 16,-8 3-24-16,-4 6-184 0,-8 3-156 0,-8 0-192 16,0 5-136-16,0-5-456 0,-3 0-304 15,6-3-472-15,5-9-1881 16,1 0-1099-16</inkml:trace>
  <inkml:trace contextRef="#ctx0" brushRef="#br0" timeOffset="28699.993">26830 1057 12953 0,'0'0'2296'0,"0"0"-1628"0,0 0 548 16,0 0 812-16,0 0-380 0,0 70-648 0,-4-51-623 15,0 0-233-15,0 0-144 0,4-1-40 16,0 1-8-16,-4-2 36 0,4-1-196 15,0-7-145-15,0 1-35 0,0-4-12 16,0-2-4-16,0-4-60 0,4 0 48 16,8 0 0-16,-5-7-76 0,6-2 48 0,-1-4 244 15,0 0 96-15,3-2 104 0,-2-2 72 16,-1 2 4-16,-1 2 196 0,-2 3 108 16,2 1 40-16,-3 5-52 0,-4 4-76 15,0 0 28-15,-4 0 44 0,0 0-32 16,0 4-64-16,0 3-52 0,0 1 4 15,0 3 24-15,0 1-51 0,0 1-81 0,0 0-100 16,0-1-12-16,0 1-96 0,0-3-365 16,0-1-331-16,0-3-100 15,0 1-148-15,5-4-520 0,2-3-772 0,1 0-1588 16,4-3-2345-16</inkml:trace>
  <inkml:trace contextRef="#ctx0" brushRef="#br0" timeOffset="28873.505">27252 1165 12745 0,'0'0'2312'0,"0"0"-1268"15,0 0 184-15,0 0 500 0,0 0-272 0,0 0-348 16,0 0-475-16,0 0-353 0,96 23-172 16,-72-23-108-16,8-7-56 0,0-3-416 15,-1-3-309-15,1 1-155 0,0-1-732 0,-8 0-1396 16,8-2-4349-16</inkml:trace>
  <inkml:trace contextRef="#ctx0" brushRef="#br0" timeOffset="29054.783">27631 911 10856 0,'0'0'2121'0,"0"0"-1497"0,0 0-152 15,0 0 1092-15,0 0 472 0,0 91-552 16,0-55-604-16,0 5-316 0,-4 0-212 15,4 1-204-15,-8-2-148 0,8 2-192 0,-4-3-628 16,4-5-392-16,0-5-692 16,4-10-1884-16,11-3-2253 0</inkml:trace>
  <inkml:trace contextRef="#ctx0" brushRef="#br0" timeOffset="29490.261">28476 1048 16525 0,'0'0'524'0,"0"0"-400"0,0 0-124 16,79 66 760-16,-55-41 176 0,0 10 56 15,-5 4 168-15,2 5-271 0,3 4-357 16,-5 5-180-16,1 2-36 0,-3-1 0 16,-6 6-28-16,-3 1-60 0,-4-1-116 0,-4 0-108 15,0-3-4-15,-16 4-40 0,-4-4-264 16,-4-1-156-16,-8-1-168 0,-3-5-148 16,-5-2-233-16,-8-1-251 0,0-2-984 15,4-13-2756-15,-23 9-4977 0</inkml:trace>
  <inkml:trace contextRef="#ctx0" brushRef="#br0" timeOffset="30964.645">1785 1333 2680 0,'0'0'4'0,"0"0"-4"15,0 0 3192-15,0 0-1816 16,0 0-556-16,0 0 112 0,75-57 400 16,-67 54-91-16,-4 0-281 0,0 0-104 15,0 3-80-15,-4-4-4 0,0 4 20 0,0 0-60 16,0 0-136-16,0 0-96 0,0 0-68 15,0 0-36-15,0 0-40 0,0 0-60 16,0 0-124-16,0 0-100 0,0 0-64 16,0 0 56-16,0 0-64 0,0 7 12 15,0-1 172-15,0 10-48 0,-4 3-4 16,0 9 16-16,0 10-40 0,-4 4-44 16,4 12-52-16,-4 6 0 0,0 14 60 15,1 8-72-15,2 20 0 0,1 12 0 0,0 16 4 16,0 9-4-16,4 14 0 0,0 6-96 15,8 6 88-15,1 5-4 0,6 3 4 0,2-4 8 16,-2-11-76-16,5-3-108 16,-4-8 16-16,4-2 44 0,-5-1-12 15,6-8 136-15,-1-6 8 0,-1-3 92 0,2-9-92 16,3-5 52-16,-5-7 12 0,9-6 16 16,-4-4 96-16,4-6-112 15,4-11-72-15,-4-7-4 0,0-11-4 0,0-7 4 16,-9-13-4-16,-2-12-88 0,-6-4 32 15,-2-11-32-15,-2-6-136 0,-3 2-88 16,0-7 60-16,-4-3-84 0,0 0-64 16,0 0-36-16,0-3-128 0,-4-7-224 15,-3-9-152-15,-6-6-160 0,-6-16-256 0,-5-17-404 16,3 11-533-16,-18-51-1751 0</inkml:trace>
  <inkml:trace contextRef="#ctx0" brushRef="#br0" timeOffset="31330.458">1824 1092 184 0,'0'0'1824'16,"0"0"2784"-16,0 0-1984 15,0 0-867-15,0 0-409 0,0 0 68 0,0 0-224 16,0 0-312-16,0 0-124 16,0 0-72-16,4-6-76 0,-4 9-64 0,-4 0 36 15,-8 7-200-15,0 2-284 0,-11 11-96 16,-1 2 0-16,-4 9-8 0,-4 5 0 15,-4 5 8-15,0 10-60 0,0 1 12 0,-4 5-16 16,1 3-8-16,-1-3-112 0,3-3-224 16,10-9 40-16,3-10 8 0,8-8-60 15,4-12-216-15,8-11-240 0,4-7-512 16,8-17-1020-16,0 4-1797 0,24-31-731 16</inkml:trace>
  <inkml:trace contextRef="#ctx0" brushRef="#br0" timeOffset="31473.364">1872 1279 1016 0,'0'0'7492'0,"0"0"-5448"16,96-16-307-16,-64 16-165 0,3 0-68 16,1 4-272-16,0 5-336 0,-4 4-152 0,4 6-216 15,-4 3-184-15,0 3-280 0,0 10-64 16,4 3-556-16,-1 10-492 0,-3 3-680 16,-4-7-2124-16,0 23-5565 0</inkml:trace>
  <inkml:trace contextRef="#ctx0" brushRef="#br0" timeOffset="32213.309">1717 5731 4152 0,'0'0'5036'0,"0"0"-3384"0,0 0-479 16,0 0-177-16,0 0 216 15,-16 69 88-15,19-40-144 0,6 6-360 0,-1 6-204 16,3 4-48-16,2 5-76 0,-1 4-88 15,-5 3-232-15,-3-2-48 0,1-5-92 0,-1-5-8 16,-4-8 0-16,0-11-100 0,0-7-304 16,0-9-248-16,0-4-388 15,0-2-336-15,0-4-600 0,0 0-1289 0,0-16-2867 0</inkml:trace>
  <inkml:trace contextRef="#ctx0" brushRef="#br0" timeOffset="32354.32">1641 5623 7584 0,'0'0'4521'0,"0"0"-3049"0,0 0-648 16,0 0 84-16,0 0 676 0,0 0-504 0,0 0-564 15,0 0-332-15,0 0-184 16,0 0-136-16,84-57-200 0,-56 52-304 16,0 5-496-16,3 0-616 0,-10 5-2201 0,6 10-4067 0</inkml:trace>
  <inkml:trace contextRef="#ctx0" brushRef="#br0" timeOffset="32668.807">2179 5936 9020 0,'0'0'4337'0,"0"0"-3241"0,0 0-328 16,12 93 440-16,-12-61 148 0,0-1-464 15,4 1-524-15,-4-6-344 0,3-4-24 0,2-9-72 16,-5-1-52-16,4-5-48 0,0-4-52 15,-4-3-72-15,4 0-72 0,4-3-4 16,-1-4 248-16,2-2 36 0,-1-4 88 16,3-3 36-16,-2 0-28 0,-1-3-8 15,3 4-60-15,-2-2-64 0,3 2-16 16,-1 5 96-16,2 0 44 0,-2 4 76 0,6 0-4 16,-6 6 4-16,-3 0-12 0,4 0-60 15,-4 9 80-15,0 1 64 0,0 3-8 16,-5-1-80-16,6 4 64 0,-9 3-124 15,4-3-60-15,0 3-312 0,-4-3-288 16,8 0-272-16,0-3-404 0,0-4-384 16,4-6-2689-16,0 0-3854 0</inkml:trace>
  <inkml:trace contextRef="#ctx0" brushRef="#br0" timeOffset="33117.506">2988 5940 14513 0,'0'0'2180'0,"0"0"-1780"16,0 0 120-16,-80 48 408 0,53-26-152 0,-1 0-228 16,4 3-120-16,-4 2 12 0,7 4-196 15,2 1-184-15,6 2-60 0,6 1-8 16,-1-3 8-16,8 0 64 0,0-7-64 15,4-2-8-15,4-11-80 0,-1-2-68 16,6-7-4-16,-2-3-48 0,6 0 76 16,-2-13 20-16,9-12 112 0,-3-10-12 0,-2-10-124 15,1-9-412-15,0-10-204 0,-4-2 0 16,4-4-116-16,-4 0-68 16,-4 1 308-16,4-1 248 0,-4 3 128 0,-8 1 164 15,0 2 88-15,-4 4 56 0,0 6 232 16,-8 9 52-16,-1 10 24 0,2 10 240 15,-1 12 280-15,4 6-76 0,4 7-84 16,-5 0 0-16,5 4-220 0,0 9-200 16,0 6 0-16,0 10-120 0,0 12 48 0,0 9 12 15,5 11-4-15,3-1-136 16,0 4-104-16,-1-5-148 0,6 5-288 16,-5-3-308-16,3 0-220 0,-2-8-184 0,2-6-712 15,-3-8-424-15,1-14-888 0,-1-6-2305 16</inkml:trace>
  <inkml:trace contextRef="#ctx0" brushRef="#br0" timeOffset="33441.627">3278 6020 11761 0,'0'0'2868'16,"0"0"-1960"-16,9 69-100 0,-9-36 620 16,0-2-44-16,0 1-76 0,0-7-104 15,0-9-423-15,0-7-421 0,0-2-360 16,0-7-140-16,4 0-104 0,3-10 16 15,1-3 84-15,5-6 20 0,2-6-193 0,-2-10-119 16,2 0-76-16,-2-3 12 0,-2 3 60 16,-3 7 36-16,4 2 96 15,-4 7 148-15,0 3 72 0,0 7-48 0,-5 3 136 0,2 6 304 16,-1 0 28-16,-4 0-36 16,0 3 72-16,4 2-64 0,0 6 76 15,-4 5-40-15,8-1-12 0,-5 4-144 16,-3 4 72-16,5-1-15 0,-1 0-105 15,-4 0-136-15,4-3-40 0,-4-7-108 0,4 2-217 16,-4-9-123-16,4-1-108 0,-4-4-112 16,4 0-28-16,-1 0-176 0,1-4-816 15,1-4-520-15,3-3-396 0,-4-1-1237 16,3-7-735-16</inkml:trace>
  <inkml:trace contextRef="#ctx0" brushRef="#br0" timeOffset="34014.747">3757 5903 12197 0,'0'0'1784'0,"0"0"-1540"0,0 0-156 16,0 0 380-16,0 0 148 0,0 0 544 15,0 0-276-15,0 0-252 0,0 0-116 16,0 0-268-16,-80 63-176 0,72-22 64 16,8 6 232-16,0 2 268 0,0-2 108 0,8-6-232 15,-4-10-280-15,4-1-76 0,0-15-156 16,0-5 0-16,0-10-240 0,4 0-100 16,8-16 96-16,-1-6-136 0,6-13-12 15,-1-6-364-15,0-11-352 0,-5-2-680 0,5 1-740 16,-4-4-661-16,-4 13-1467 15,4-20 348-15</inkml:trace>
  <inkml:trace contextRef="#ctx0" brushRef="#br0" timeOffset="34190.278">3992 5445 4468 0,'0'0'7157'15,"0"0"-5033"-15,0 0-680 0,0 0-124 16,0 0-100-16,0 0-380 0,0 0 192 0,0 76-432 16,0-29-112-16,4 8 12 0,0 8 425 15,4 1-261-15,-1-1-216 0,2 4-216 16,3-4-88-16,-5 4-144 0,2-10-48 15,3-2-112-15,-5-11-188 16,-3-13-40-16,5-6 60 0,-5-8-36 16,0-4-245-16,-1-11-179 0,-3 1-240 0,0-3-524 15,0-3-772-15,0 1-784 0,-7-11-2257 16</inkml:trace>
  <inkml:trace contextRef="#ctx0" brushRef="#br0" timeOffset="34356.069">3820 5991 8400 0,'0'0'5465'0,"0"0"-3685"0,0 0-936 0,0 0-72 16,0 0-16-16,0 0 144 0,0 0 352 0,0 0-364 16,92-19-192-16,-56 15-127 15,3-1-181-15,2-5-216 0,-2 0-128 16,-3-2-44-16,5-4-112 0,-6-3-264 0,5 0-437 16,-4-1-295-16,-5 5-780 0,-10 5-2548 15,7 4-3989-15</inkml:trace>
  <inkml:trace contextRef="#ctx0" brushRef="#br0" timeOffset="34502.122">4462 5911 12377 0,'0'0'2452'0,"0"0"-1832"0,0 0-232 0,28 83 556 16,-20-57 480-16,-4-4-80 0,-1 0-452 0,1-6-488 16,1 0-268-16,-1-7-136 15,0 1-304-15,-4-3-416 0,0-5-152 0,0 2-248 16,0-4-904-16,0 0-2032 0,-8-4-3205 0</inkml:trace>
  <inkml:trace contextRef="#ctx0" brushRef="#br0" timeOffset="34649.981">4339 5835 13093 0,'0'0'2468'0,"0"0"-1748"0,0 0-20 0,0 0 292 15,0 0-192-15,0 0 84 0,0 0-248 16,83-50-428-16,-63 40-208 0,4 1-220 0,-4 2-404 15,8-2-260-15,-5 2-388 0,-2 4-1096 16,7 3-4061-16</inkml:trace>
  <inkml:trace contextRef="#ctx0" brushRef="#br0" timeOffset="34913.937">4833 6026 11985 0,'0'0'2336'0,"0"0"-1464"15,0 0 224-15,31 66 300 0,-27-55-64 0,4-9-352 16,-4-2-356-16,5-2-272 15,2-12-48-15,2-5 136 0,2-3-440 0,1-10-248 16,-4-6-144-16,0 3-92 16,0-3 20-16,0 6 84 0,-5 4-36 0,-3 3 32 0,1 5 52 15,-5 5-124-15,-9 2 172 16,-2 4 284-16,-6 5 136 0,-2 4 136 16,3 0 196-16,-4 9-124 15,0 8-196-15,0 5-24 0,5 6-116 0,-2 4 116 16,2 4 120-16,2-3 24 0,5-1-96 15,1-3-172-15,-1 0-416 0,8-7-492 0,0-3-240 16,0-9-1028-16,0-3-2212 0,4-11-1937 16</inkml:trace>
  <inkml:trace contextRef="#ctx0" brushRef="#br0" timeOffset="35164.867">5187 5903 12345 0,'0'0'2064'0,"0"0"-1544"0,0 0 572 15,0 0 768-15,4 75-308 0,-4-65-452 16,-4-4-476-16,4-3-456 0,0-3-168 16,0 0-120-16,4-9-64 0,0-1-144 15,4-2 72-15,0-1-24 0,4 0-28 16,0 4-44-16,-1 0-68 0,2 4 112 0,2 3 148 16,2 2 152-16,-2 9 8 0,2 3 36 15,-2 5 164-15,2 5 32 0,-2 0-84 16,-2 3-100-16,-2-2-40 0,2-4-8 15,-6 3-256-15,5-5-436 16,0-3-696-16,0 0-1064 0,-4-9-2453 0,8 6-2703 16</inkml:trace>
  <inkml:trace contextRef="#ctx0" brushRef="#br0" timeOffset="35704.836">6287 5788 9072 0,'0'0'2541'0,"0"0"-801"0,0 0-240 15,67 89-12-15,-50-63 16 0,-2-5-52 16,1-5-300-16,-4-6-384 0,4-4-464 0,-4-6-304 16,4-3 12-16,0-10 108 0,4-10-20 15,-5-5-100-15,6-7-12 16,-5-9-124-16,-4 0-8 0,-1 0 8 0,2 6 4 16,-9 2 36-16,0 4 20 0,-4 7-20 15,-4 2-64-15,-4 8 40 0,-8 5 48 16,0 7-64-16,-4 3 136 0,0 3 148 15,0 13 168-15,4 6-48 0,1 10-36 0,2 6-148 16,-2 0 36-16,6 4-8 0,1-1-52 16,0-6-60-16,8-7-8 15,-3-2-200-15,3-7-472 0,0-7-420 0,0-1-240 16,7-11-860-16,1 2-1720 0,5-11-2937 0</inkml:trace>
  <inkml:trace contextRef="#ctx0" brushRef="#br0" timeOffset="35979.795">6833 5673 12149 0,'0'0'2140'0,"0"0"-1316"0,24 74 156 0,-24-46 468 15,4 4 144-15,-4-4-156 0,0-6-404 16,0-6-567-16,4-5-465 0,-4-9-172 16,3-2-109-16,1 0 77 0,9-13 92 0,-5 1 40 15,3-10-12-15,6-4-4 16,-6 1 4-16,6-4-24 0,-2 4-4 0,1 6 28 15,4 2 24-15,-4 5 8 0,-1 3 52 16,6 5-4-16,-6 4 12 16,2 4-8-16,-1 5 88 0,-1 8 8 0,2 2-40 15,-6-1-56-15,5 8-180 0,-4-4-76 16,0 3-224-16,-3 1-192 16,2-1-524-16,-3-3-1088 0,0-3-2308 0,0 7-3557 0</inkml:trace>
  <inkml:trace contextRef="#ctx0" brushRef="#br0" timeOffset="36349.885">7669 5296 15849 0,'0'0'2408'0,"0"0"-2272"0,0 0-88 0,0 0 408 0,0 0 244 15,40 95 572-15,-31-51-275 16,-6 5-365-16,5 3-208 0,0 6-136 16,-4-4-120-16,1 3-124 0,-5-6-44 0,3-7-88 15,5-9-92-15,-4-9-36 16,0-10 68-16,3-7-20 0,2-9-100 16,3-2-361-16,-1-15 249 0,6-5 200 0,-2-7-88 15,2-2-88-15,3-4-96 16,-5 2 88-16,2 2 240 0,2 6 124 0,-3 3 0 0,4 6 4 15,-4 6 84-15,-4 4 180 16,-4 6 232-16,4 0 244 0,-4 9-220 16,0 7-223-16,0 3-93 0,0 7-28 0,-4 0-104 15,-1 5-76-15,1-2-4 0,-4 2-216 16,0-3-425-16,0 4-339 0,0 0-312 16,0-3-1288-16,-4-4-2416 0,-7 13-2889 15</inkml:trace>
  <inkml:trace contextRef="#ctx0" brushRef="#br0" timeOffset="37662.16">529 7654 1356 0,'0'0'12957'0,"0"0"-11357"0,0 0-1600 16,0 0-64-16,0 0 60 16,0 0 8-16,0 0 56 0,0 0 64 15,104 24 208-15,-36-22-132 0,11 1 0 0,5 0-116 16,4-3-84-16,3 0 12 15,5-3-24-15,0-2-12 0,-1-5-88 16,4-1 104-16,-2 3 8 0,6-3 12 0,4 2-12 16,1-1 8-16,12 1-8 0,0 3 60 0,7-4-60 15,4 4 0-15,4 0 144 16,5 2-140-16,4 1 8 0,3 0 76 16,4 0-76-16,4 0 88 0,6 0-100 0,-2 0 8 15,4-1 32-15,0 1-40 16,1 0-44-16,-1 3 36 0,4-3 8 0,5 3 12 15,-2 0 64-15,6 0-64 0,0 3 160 16,-1-3-108-16,0 3 60 0,-3-3-52 16,3 0 52-16,-4-10 16 0,1 1 20 15,-1-7-52-15,-3-6 16 0,-2-3-124 16,-3-4 0-16,2-9 28 0,-2-7-28 16,0-6-80-16,-4-3-116 15,-3-6-240-15,-9 0-36 0,-3-3 212 16,-9 2 168-16,1-6 92 0,-9 4 88 15,-7 0-40-15,-4-1 128 0,-9 0-112 0,-8-3 72 0,-7 1-40 16,-12-4-96-16,-5 1 224 0,-11-5-36 16,-8 1-188-16,-8-3-88 0,-9-1-136 15,-7-1 16-15,-11 2 8 0,-14-3-100 16,-7 2 76-16,-16-2-40 0,-11-1-40 16,-14 4 92-16,-10-4 12 0,-12 8-92 15,-14 2 184-15,-7 4 108 0,-3 5 316 16,-13 4 48-16,-3 2 64 0,-5 8-288 0,-7 6-28 15,-5 3 60-15,1 2-156 0,-1 8-16 16,-7-1 0-16,-4 7 0 0,-2 6-16 16,-2 0 16-16,0 4 60 0,-9 2-60 15,1 4 76-15,0-1-4 0,-9 1 116 16,5 0 24-16,-1 3-124 0,0-4 8 0,1 7-8 16,4-3 12-16,-1 0-92 0,0 3 44 15,2 0-44-15,2 0 52 0,1 0-52 16,3 0 68-16,-3 3-72 0,3 3 128 15,1 4-60-15,0 3-72 0,-1 0 0 16,-3 5-100-16,-1 1 52 16,1 1-52-16,-1 1 92 0,5 5-116 0,-5 3 0 0,9-4 76 15,-1 7-16-15,5-4-144 16,4 1 196-16,3 0 12 0,4 3 72 0,4-4-48 16,5 4 64-16,3-4-88 0,5 4 248 15,-1-1 12-15,1 4-64 16,7-2-180-16,0 5-16 0,1-3-16 0,7-1 8 15,0 1-4-15,5 0 8 0,6 0 0 16,2 0-68-16,0-3 68 0,7 3 4 16,0-4 72-16,1-1 64 0,3-2-36 0,4 0-28 15,4-2 104-15,0-1-44 16,8 0 80-16,1 1-164 0,2-3-48 16,6-2-12-16,-1-2-88 0,8 1-48 0,0 2 52 15,0 0-16-15,5 0-12 0,2 0-24 16,-3 4 12-16,0 0-72 0,5 2 72 0,-1 0 36 15,-1-2 88-15,6-1 12 16,-1-3 8-16,0-2 40 0,4-2-40 16,4-2-8-16,0 1-8 0,0-5-76 0,0-3-80 15,4 3 4-15,0-1 36 0,0-2 24 16,0 4 12-16,0-1 16 0,4-2-68 16,-3 3 140-16,-2 0 60 0,5-1-48 15,-4 1-12-15,4-3-4 0,-4-3-148 16,4-2-8-16,0-2-140 0,0-3-204 15,0 3-328-15,0 0-436 0,8 1-1124 16,4-1-2157-16,9-3-1947 0</inkml:trace>
  <inkml:trace contextRef="#ctx0" brushRef="#br0" timeOffset="39299.48">29388 736 5836 0,'0'0'2496'0,"0"0"1377"0,0 0-1857 0,0 0-416 15,0 0 200-15,0 0-244 16,0 0-344-16,0 0-200 0,0-53-151 0,0 53-193 16,0 0-248-16,0 9-372 0,3 4-48 15,1 9 0-15,5 16 172 0,-1 13 396 16,-4 12-196-16,-1 10-168 0,-3 3-64 16,0 1-140-16,-3-8-4 0,-1 1-8 15,-4-6-100-15,-1-10 4 0,5-3-120 16,1-10-96-16,3-6-112 0,0-7-168 0,0-6-160 15,0-9-257-15,3-7-527 0,6-6-648 16,3-6-1008-16,-5 0-2173 16,6-26-1183-16</inkml:trace>
  <inkml:trace contextRef="#ctx0" brushRef="#br0" timeOffset="39513.689">29455 762 9896 0,'0'0'3161'0,"0"0"-1637"16,0 0-476-16,0 0 520 15,0 0-432-15,56-64-360 0,-40 58-320 0,-4 6-88 16,4 0-40-16,0 0-96 0,-4 6-96 16,0 4-124-16,0 2 36 0,-9-2-44 15,6 6 80-15,-5 0 16 0,0 3-16 16,-4 2-24-16,0 2 16 0,-8 0-76 0,-1 2-136 16,-6-3-168-16,-1 3-196 0,-8 1-200 15,-4-1-184-15,-3 4-304 16,-10-1-464-16,-6 1-648 0,11-7-1617 0,-31 13-1207 15</inkml:trace>
  <inkml:trace contextRef="#ctx0" brushRef="#br0" timeOffset="40264.257">19124 5572 13341 0,'0'0'2316'15,"0"0"-1548"1,0 0 144-16,92 0 632 0,-53-4-368 0,2-3-528 16,2-1-380-16,-3-2-156 0,4-5-88 0,-4-2-24 15,3-2-76-15,2 4-508 16,-6-1-468-16,-3 0-216 0,-8 9-800 15,-8 1-2500-15,-12 6-4461 0</inkml:trace>
  <inkml:trace contextRef="#ctx0" brushRef="#br0" timeOffset="40429.853">19391 5804 5528 0,'0'0'688'0,"0"0"4101"0,0 0-2877 0,0 0-412 15,0 0 264-15,0 0-452 0,0 0-88 16,0 0-156-16,104 6-312 0,-56-16-364 15,7-2-332-15,5-4-60 0,3-3-156 16,6 0-552-16,-1 0-396 0,-9 2-824 16,-11 5-2660-16,11 3-5429 0</inkml:trace>
  <inkml:trace contextRef="#ctx0" brushRef="#br0" timeOffset="41531.442">22200 4975 4224 0,'0'0'52'0,"0"0"5800"16,0 0-4307-16,0 0-441 0,0 0-224 0,0 0 56 15,0 0 212-15,0 0-104 0,4 92-200 16,-4-48-312-16,0 6-88 0,-4 9-36 15,-3 0 8-15,-6 5-60 0,-6 3-76 16,-2 9-96-16,-7-1-60 0,-3 9-64 16,-5-5 76-16,-5 1-88 0,2-7 60 0,-1-7 52 15,1-5 8-15,2-14 40 0,5-9 60 16,5-10-60-16,3-9-148 16,8-8-48-16,4-8-12 0,-1-3-48 0,2-10-196 15,7-8-220-15,-4-12-60 0,5-5 84 16,3-6 208-16,0-3-72 0,7 0-4 0,5 5 136 15,0 4 36-15,0 7 136 16,3 6 52 0,6 3 280-16,-5 9 20 0,3 1 4 15,2 2-124-15,3 7-48 0,0 0 60 0,3 4 36 0,1 1-108 0,4 8-64 16,-1 3 0-16,6 3-56 16,3 4-4-16,-1 2-48 0,1-3-60 0,0 3-40 15,4 4-104-15,-5-1 20 0,6-2-376 16,-10 2-152-16,1-5-184 0,-4-1-40 15,0-5-360-15,-4-5-936 0,-8-5-2105 0,8-7-2807 16</inkml:trace>
  <inkml:trace contextRef="#ctx0" brushRef="#br0" timeOffset="42056.625">22829 4238 6928 0,'0'0'3280'0,"0"0"-1231"16,0 0-825-16,0 0-92 0,0 0 388 15,0 0-8-15,28 98-460 16,-20-56-316-16,1 9-256 0,-2 6-152 0,1 4-72 16,-4-1-12-16,0 6-96 0,-4 1 32 15,0 0-44-15,0-7-132 0,-4-3 0 16,0-6-4-16,0-13-52 0,0-6-20 0,4-13-112 15,-3-4-132-15,3-8-176 0,0-7-156 16,0 0-212-16,0-2-328 0,0-12-400 16,0-8-508-16,0-3-749 0,0-1-1739 15,0-15-392-15</inkml:trace>
  <inkml:trace contextRef="#ctx0" brushRef="#br0" timeOffset="42240.301">22857 4498 8520 0,'0'0'2409'0,"0"0"-817"16,0 0-252-16,0 0-24 0,0 0-96 15,0 0-360-15,0 0-288 16,88-53-104-16,-71 56-172 0,-6 6-112 0,1 4-48 16,0 3-36-16,-8 0 36 0,0 6-16 15,-4 1-120-15,-4 5 0 0,-4-2-196 16,-8 2-160-16,1-3-52 0,-2-2-72 0,6-8-92 16,-2-2-252-16,-2-4-256 15,6-6-616-15,1-3-2189 0,-3-3-2927 16</inkml:trace>
  <inkml:trace contextRef="#ctx0" brushRef="#br0" timeOffset="42579.014">23220 4149 9940 0,'0'0'2897'0,"0"0"-2017"0,0 0-220 16,0 0 852-16,4 80 176 0,-8-55-404 15,0 0-548-15,0 1-404 0,1-3-176 16,-2-5-152-16,5-3-4 0,0-1-60 16,0-5-100-16,0-5-180 0,5-1 20 15,2-3 136-15,1-3-52 0,4-7-44 16,0-2 32-16,0-5 136 0,4-1-48 16,-4-2 148-16,0 1-36 0,0 4 48 0,3-2 48 15,-6 5-44-15,2 2-4 0,-3 4 60 16,1 3 176-16,-5 3 0 0,0 0-40 0,-1 9-48 15,1 1 12-15,0 6 12 0,0-1 0 16,-4 4-64-16,0 0-56 16,0 0-52-16,0-2-8 0,5-2-164 0,-5-1-432 15,4 0-212-15,-4 3-412 0,0-4-708 16,0-1-1216-16,0-2-5833 0</inkml:trace>
  <inkml:trace contextRef="#ctx0" brushRef="#br0" timeOffset="42740.008">23678 4394 8460 0,'0'0'6953'0,"0"0"-5881"16,0 0-360-16,0 0 624 0,0 0-328 0,0 0-384 0,88 19-160 0,-65-25-268 16,1-5-196-16,8-3-284 0,0-2-656 0,0-4-500 15,-8 8-916-15,8-11-3241 0</inkml:trace>
  <inkml:trace contextRef="#ctx0" brushRef="#br0" timeOffset="42914.92">24088 4171 12029 0,'0'0'2624'16,"0"0"-1652"-16,0 0 120 0,0 0 484 0,0 0-408 16,-47 80-260-16,35-52-188 15,4 2-368-15,0-3-256 0,4-2-96 16,-4 5-120-16,4 2-296 0,-4-1-472 0,0 7-292 15,-8 4-312-15,-3 6-804 16,-2-14-2429-16,-23 20-3223 0</inkml:trace>
  <inkml:trace contextRef="#ctx0" brushRef="#br0" timeOffset="43429.773">21371 4820 4668 0,'0'0'4172'0,"0"0"-2464"16,0 0-687-16,0 0-189 0,0 0 64 15,0 0 16-15,-63 94-24 0,50-42 52 0,-2 8-60 16,-2 10-208-16,2 2-104 0,3 11-36 16,0 6 8-16,0 6-184 15,3 4-160-15,6 6-124 0,3-1-68 0,0 7-4 16,8-2-36-16,4-2 36 0,8-2-48 16,-4-10-76-16,12-9-256 0,0-7-48 15,3-11-176-15,9-12-176 0,8-5-156 16,4-9-196-16,7-10-320 0,6-11-528 15,-14-4-897-15,33-17-2483 0</inkml:trace>
  <inkml:trace contextRef="#ctx0" brushRef="#br0" timeOffset="43765.686">24575 4728 10468 0,'0'0'4089'16,"0"0"-3597"-16,0 0-164 0,0 0 516 15,91 0 292-15,-70 14-296 0,-2 10 112 16,1 4-120-16,1 10-100 0,-6 7-112 15,5 6-144-15,-8 6-87 16,4 3-173-16,-4 0-32 16,-5 3-76-16,-3 4-48 0,0 3-60 0,-4-3 0 0,0 3-48 0,-8-1 0 15,-3-2-36-15,-5 0-24 16,-4-3-40-16,0-5-140 0,-8 2-41 0,0-6-111 16,0-5 64-16,-4-6 72 0,0-6 60 15,0-6-100-15,-3-10-132 0,-1-3-188 16,0-10-436-16,1-4-596 0,-6-5-808 0,13-7-1905 15,-19-16-3563-15</inkml:trace>
  <inkml:trace contextRef="#ctx0" brushRef="#br0" timeOffset="44256.924">25292 3838 3040 0,'0'0'2020'0,"0"0"4349"0,0 0-4817 0,0 0-228 15,0 0-140-15,44 96 112 16,-32-48-80-16,-5 5-168 0,-3 10-32 16,1 7-208-16,-5 4-152 0,0-2-207 0,0-2-121 15,-9-3-96-15,5-7-88 0,-3-10-144 16,3-8-44-16,0-13-4 16,4-7-84-16,0-12-148 0,0-7-329 0,0-3-267 15,0-3-212-15,4-13-276 0,0-3-128 16,3-7-632-16,-3-9-836 0,0 9-1465 15,1-18 417-15</inkml:trace>
  <inkml:trace contextRef="#ctx0" brushRef="#br0" timeOffset="44463.426">25355 4067 3484 0,'0'0'4512'0,"0"0"-2260"0,4-71-527 0,5 57-229 16,6 0-340-16,2 5-48 0,2 3-52 16,1 2-236-16,4 4-92 0,4 0 48 15,-3 7-124-15,2 5-200 0,-3 2-244 16,0 5-76-16,-4-1-44 0,-5 1-40 15,-7 3-40-15,-4 4-8 0,-4 2-12 0,0 4-208 16,-12 4 0-16,-8 1-120 16,-3 1-52-16,-9 0-4 0,0 1 16 0,1-5-112 15,-6 1-216-15,5-6-400 0,4-7-440 16,9-3-1316-16,-9-3-4441 0</inkml:trace>
  <inkml:trace contextRef="#ctx0" brushRef="#br0" timeOffset="44975.811">26416 5498 12117 0,'0'0'2588'0,"0"0"-1256"16,0 0-976-16,0 0 788 0,0 0 252 16,95-21 172-16,-47 11-520 0,4 0-439 15,4-2-405-15,0-4-92 0,0 0-112 16,-5-6-112-16,1-1-80 0,0 2-501 0,-5-9-207 16,-2 5-104-16,-2-3-364 0,-15 6-1640 15,0-10-3937-15</inkml:trace>
  <inkml:trace contextRef="#ctx0" brushRef="#br0" timeOffset="45163.042">26874 4947 12257 0,'0'0'1936'0,"0"0"-1200"0,0 0 92 0,0 0 488 16,-52 95-136-16,52-51-108 15,0 6-252-15,0 5-164 0,8 2-252 0,8 0-172 16,0 4-232-16,0-7-24 0,8 3-172 15,-1-3-680-15,1-4-448 0,4-2-556 16,-7-13-2080-16,10 10-4065 0</inkml:trace>
  <inkml:trace contextRef="#ctx0" brushRef="#br0" timeOffset="45663.062">28145 6613 7928 0,'0'0'6333'0,"0"0"-5513"0,0 0-328 15,0 0 264-15,-60 64 764 0,52-64-200 16,4-18-304-16,0-12-516 0,4-14-352 0,0-13 92 16,12-12 52-16,4-18-236 15,4-12-56-15,4-15-196 0,4-6-156 16,-5-14-184-16,1-3 120 0,0 1 96 0,0 2 160 15,-4 14 160-15,4 9 12 0,-4 12 52 16,4 17 240-16,-4 12-144 16,-4 10 196-16,-4 15-16 0,0 11 0 0,-4 11-96 15,-4 7-72-15,-4 13-40 16,0 0-36-16,0 3-72 0,0 10-24 16,-8 5-132-16,-5 7 36 0,2 10 36 0,-9 6 8 15,4 1-8-15,0-4 12 0,4-7 36 0,8-6-84 16,4-9 20-16,0-3-56 15,8-3-4-15,12-1 40 0,0-1 52 0,8 2 44 16,7-4 0-16,-3 4 44 0,9 2-40 16,-6 1-4-16,1 1 60 15,-8 6-48-15,0 2 36 0,-9-6-32 0,-6 6 104 16,-5-3 76-16,-5 3-16 0,-3 1-8 16,-7 1-16-16,-14 2-56 0,-2-1-88 0,-10 0 0 15,-2 0-12-15,-5 0-88 16,-3-3-200-16,2-3-68 0,-2-3-20 15,3-4-172-15,0-3-200 0,4 1-276 16,0-7-424-16,12 0-1044 0,-8-13-3293 0</inkml:trace>
  <inkml:trace contextRef="#ctx0" brushRef="#br0" timeOffset="46365.469">28938 4182 10272 0,'0'0'4585'0,"0"0"-3641"16,0 0-452-16,0 0 120 16,0 97 824-16,0-48-144 0,-5 7-180 15,1 8-224-15,4 2-339 0,0 2-161 0,0-5-124 16,4-6-68-16,1 0-112 0,-1-9-84 16,4-4-24-16,-5-9-48 0,1-7-112 15,0-8-116-15,1-5-100 0,-1-8-77 16,-4-7-227-16,4 0-284 0,-1-13-68 15,1-2-180-15,0-10-20 0,4-8-228 16,-3-2-344-16,2-6-665 0,-3 0-67 16,0-7 400-16,0-3 480 0,-4-6 1160 0,4 0 520 15,0-4 1432-15,-4 1 416 16,0 2-380-16,0 11 228 0,5 6 81 0,-2 10-129 16,5 5-228-16,-4 11-56 0,9 2-208 15,-6 7-228-15,5 2-264 0,0 4-136 16,0 0 12-16,0 4-76 0,4 5-112 15,-1 3-132-15,2 1-24 0,-9 3-52 0,-1 3-36 16,-2 3-44-16,-5 3-52 0,0 1-12 16,-12-1-136-16,-4 8-96 0,-4-5-180 15,0-3-136-15,-4 0-136 0,0-6-152 16,0-2-188-16,8-8-396 16,4-9-432-16,4 0-1248 15,1-16-3241-15</inkml:trace>
  <inkml:trace contextRef="#ctx0" brushRef="#br0" timeOffset="46712.72">29316 3867 12077 0,'0'0'1928'0,"0"0"-1092"0,0 0 156 0,0 0 736 16,0 0-200-16,0 0-288 0,0 0-388 0,0 0-63 15,44 67-133-15,-41-38-208 16,2 2-196-16,-5-2-152 0,0-1-92 0,0 0-8 15,0-2 0-15,-5-3-100 0,2-2-176 16,3-2-184-16,-4-5-48 16,4-8 155-16,0 0 25 0,0-4 24 0,0-2 8 15,0 0 56-15,4-5 80 0,4-2 136 0,0-2 24 16,4-7 120-16,0-1-56 0,4-1-64 16,4-1 12-16,-5 0 0 15,5 6-4-15,-4 0 184 0,0 7-8 0,1 3-12 16,-10 3 72-16,1 0-40 0,0 3-56 15,-8 7 45-15,4 3 27 0,-4 5-88 16,0 1 0-16,0 1-80 0,0 2-52 0,-4-7 0 16,0 2-256-16,0-2-217 15,0-2-123-15,0 3-160 0,1-3-224 16,3-4-1104-16,0 1-2796 0,0-4-4669 0</inkml:trace>
  <inkml:trace contextRef="#ctx0" brushRef="#br0" timeOffset="46898.228">29838 4264 15633 0,'0'0'2532'0,"0"0"-1916"16,0 0 60-16,0 0 732 0,0 0-436 16,0 0-475-16,0 0-361 0,84 15-136 15,-57-15-4-15,1-2-436 0,0-5-493 16,4 1-203-16,-4-4-672 0,-8 4-2344 15,4-4-3525-15</inkml:trace>
  <inkml:trace contextRef="#ctx0" brushRef="#br0" timeOffset="47047.31">30288 4023 13625 0,'0'0'2552'15,"0"0"-1824"-15,0 0 28 0,0 0 320 16,0 0-116-16,-51 91-228 0,34-56-304 0,2 7-428 15,-5-4 0-15,8 3-148 0,-4 0-316 16,0 1-552-16,0 1-376 16,-4 6-1036-16,4-15-2693 0,-24 23-3771 15</inkml:trace>
  <inkml:trace contextRef="#ctx0" brushRef="#br0" timeOffset="47565.341">27941 4309 5640 0,'0'0'432'0,"0"0"488"0,0 0 924 0,0 0 136 15,0 0-491-15,0 0-313 16,-79 50-136-16,59-13 108 0,0 12-104 16,0 11-88-16,4 7-76 0,0 6-80 0,0 10-56 15,4 9-48-15,0 5-84 0,0 9-224 16,1 7-243-16,-2 2-133 0,2 6-12 16,3-1-48-16,-1 4-49 0,2 0-39 0,7-3-68 15,0-4-40-15,11-3 24 16,5-6-48-16,12-10 12 0,4-8-136 0,0-14-132 15,8-6-28-15,4-10-16 0,3-9-100 16,5-10-176-16,8-10-172 0,8-12-280 16,8-8 64-16,7-11 644 0,9-19-1028 15,-25-4-1033-15,49-34-1603 0</inkml:trace>
  <inkml:trace contextRef="#ctx0" brushRef="#br0" timeOffset="47862.87">30933 4572 16397 0,'0'0'896'0,"0"0"-896"16,0 0 0-16,0 0 424 0,80 70 528 15,-68-33-80-15,-3 5-224 0,-2 12-112 16,-3 6-84-16,4 8-88 0,-8 1-120 15,0 7-3-15,-8 4-45 0,-7-1-88 0,-9 0-108 16,-4 1-12-16,-8-4-144 0,-5-1-136 16,-2-4-145-16,-5-2 57 15,4-11 76-15,1-5 48 0,-1-5-96 0,8-10-164 16,0-8-244-16,8-11-140 0,8-7-404 16,1-12-840-16,6 0-2205 0,1-19-3371 15</inkml:trace>
  <inkml:trace contextRef="#ctx0" brushRef="#br0" timeOffset="48283.267">31543 3864 10544 0,'0'0'3957'16,"0"0"-3349"-16,0 0-508 0,0 0 128 0,0 0 604 15,0 0 488-15,0 0-12 16,0 0-180-16,0 0-224 0,0 0-88 16,41 57-127-16,-30-15-141 0,-3 8-28 15,0 10-24-15,0 7-64 0,-4 3-56 0,-4 6-196 16,0 6-24-16,0-2-96 0,0 3 0 16,0-1-60-16,0-3-8 0,0-3-52 15,-4-9-60-15,4-6-244 0,-4-10-164 16,4-13-52-16,0-10 12 0,4-12-28 0,4-10-169 15,0-6-367-15,-1-9-592 0,6-14-660 16,-5 5-764-16,8-27-2445 0</inkml:trace>
  <inkml:trace contextRef="#ctx0" brushRef="#br0" timeOffset="48500.936">31691 3895 14617 0,'0'0'2100'0,"0"0"-1852"15,0 0-160-15,0 0 532 0,95-44 284 16,-63 41 276-16,-4 3-460 0,4 3-392 16,0 6-156-16,-4 4-112 0,0 3-60 15,-4 4 0-15,-9-1-12 0,-7-1-304 16,-8 7-24-16,0 0 120 0,-15 5 132 0,-13 1-132 16,-8 4-132-16,-12-3 92 0,-4 0 100 15,-7-4-220-15,-9 1-620 16,-4-7-1280-16,16-6-2541 0,-44 3-4603 0</inkml:trace>
  <inkml:trace contextRef="#ctx0" brushRef="#br0" timeOffset="49239.553">28463 4896 6460 0,'0'0'2936'16,"0"0"-987"-16,0 0-285 16,0 0 116-16,0 0-356 15,0 0-524-15,60-67-392 0,-40 54-160 0,0 0-76 16,0 4 60-16,0-1 88 0,4 7-4 0,-4 3 0 15,-4 0-72-15,-1 7-4 16,-2 2-8-16,-5 4 8 0,-5 0 168 0,1 6-43 16,-4 0-225-16,0-1-56 0,-11 8-88 15,2-3-36-15,-6 2-60 0,-2-3 0 16,2 4-108-16,-9-4-208 0,3-3-96 16,-2 3-49-16,-1-7-39 0,0 2-160 0,5-4-268 15,-5 2-736-15,3-5-1424 0,-10 3-4081 16</inkml:trace>
  <inkml:trace contextRef="#ctx0" brushRef="#br0" timeOffset="50011.941">19686 8217 13033 0,'0'0'1816'0,"0"0"-696"16,0 0-304-16,0 0 276 0,0 0-216 15,0 0 240-15,0 0-136 0,88 19-156 0,-29-19-131 16,5-4-185-16,0-4-252 16,-1-3-172-16,-3-1-84 0,-4-4-44 15,-4 0-64-15,-8 3-328 0,-5 0-292 0,-2 4-257 16,-10 3-223-16,-7 3-812 0,-3 3-2448 15,-17 9-3253-15</inkml:trace>
  <inkml:trace contextRef="#ctx0" brushRef="#br0" timeOffset="50166.675">20037 8541 1188 0,'0'0'9312'16,"0"0"-7639"-16,0 0-813 0,0 0 272 0,0 0 68 15,0 0 268-15,0 0-424 16,0 0-132-16,83 47 24 0,-31-47-240 0,12 0-292 15,7-6-356-15,2-4-48 0,2-2-160 16,1-5-608-16,3 2-548 16,-19 5-964-16,24-2-4149 0</inkml:trace>
  <inkml:trace contextRef="#ctx0" brushRef="#br0" timeOffset="50613.953">22200 7819 16013 0,'0'0'1972'0,"0"0"-1812"15,0 0-152-15,60 99 104 0,-45-45 404 16,-6 17 296-16,-5 4-200 0,-4 11-112 0,-4 7-36 15,-5-2-28-15,-6 4-191 16,-1 1-193-16,-7-7-52 0,-5-4-48 16,0-9 48-16,-4-6 0 0,0-13 44 0,-5-9 4 15,1-9-48-15,1-11-84 0,-1-6-185 16,-3-9-59-16,-2-10-60 16,-2-3-112-16,3-16-28 0,-1-3-12 0,6-6 88 15,3-7 56-15,8-3 28 0,1 0-92 16,6-3 100-16,6 5 176 0,7 8 176 15,4 6 8-15,4 7 156 0,7 9 180 0,10-1 184 16,7 4 48-16,7 11-40 16,5-3-172-16,8 9-16 0,7 2-180 15,1 0-160-15,0 0 0 0,0 0-48 0,4 3-124 16,-8 0-292-16,3-3-4 0,-3 3-136 16,-4-3-140-16,-8-3-76 0,3 3-828 15,-15-3-1032-15,8 7-3433 0</inkml:trace>
  <inkml:trace contextRef="#ctx0" brushRef="#br0" timeOffset="51124.019">22865 7258 6856 0,'0'0'6025'0,"0"0"-4749"16,0 0-468-16,0 0-240 0,0 0 300 0,0 0 452 15,0 0 184-15,48 78-428 0,-36-29-344 16,0 8-184-16,-4 7-219 0,0 2 11 16,-8 0 12-16,0-1-48 0,0-5-124 15,0-6-180-15,0-10-8 0,0 1-52 0,-4-10-36 16,4-4-88-16,-4-9-8 0,4-6-112 16,0-7-84-16,0-4-209 15,0-5-279-15,0-5-300 0,0-7-912 0,0-1-1724 0,0-15-1985 16</inkml:trace>
  <inkml:trace contextRef="#ctx0" brushRef="#br0" timeOffset="51340.368">23041 7308 11997 0,'0'0'2056'0,"0"0"-816"0,0 0-488 16,0 0 440-16,0 0-52 15,0 0 16-15,0 0-276 0,91-31-368 0,-74 31-160 16,-2 0-120-16,5 6-64 0,-8 3-44 15,1 5-51-15,-2-3-73 0,-11 8-4 16,0 8-105-16,0-2-135 0,-16 4-36 0,-4 6-48 16,0-5-28-16,-8-1 76 15,4 1-12-15,1-11-112 0,-1-1-296 0,3-5-140 16,2-3-324-16,3-4-496 0,4-3-840 16,0-3-2549-16</inkml:trace>
  <inkml:trace contextRef="#ctx0" brushRef="#br0" timeOffset="51815.028">23542 6994 11537 0,'0'0'2416'0,"0"0"-1416"0,0 0-384 0,0 0 504 16,0 0 124-16,28 73-100 0,-24-48-568 15,1 0-304-15,-1 1-76 16,0-3-52-16,-4-1-132 0,4-6-12 0,-4-1 0 15,0-2-4-15,0-7-44 0,0 1-36 16,0-7-28-16,0 0-72 16,3 0-72-16,-3 0-12 0,4-10 32 0,0 1 88 15,5-10 148-15,2-3 0 0,1-4 52 16,1 1-48-16,2-3 0 16,1 2 8-16,0 5 84 0,0 0 152 0,0 7-4 15,4 3-24-15,-4 5 36 0,4 3 40 0,-4 3-40 16,3 0-76-16,-6 6-80 15,2 3 44-15,2 4 16 0,-6 0-88 0,2 6-72 16,-2 3 0-16,-3-2-364 0,0 5-344 16,1 0-320-16,-6 4-304 0,1-7-1244 15,0 13-3941-15</inkml:trace>
  <inkml:trace contextRef="#ctx0" brushRef="#br0" timeOffset="52232.692">24614 8347 13417 0,'0'0'1888'16,"0"0"-356"-16,0 0-896 0,0 0 428 16,77 25 200-16,-34-18-164 0,9-4-236 15,8-3-319-15,4-13-337 0,-1-3-144 16,5-9-64-16,-5-2-84 0,-7-3-268 0,0-5-477 16,-4-4-167-16,-8 2-528 0,-16 11-1108 15,0-12-3453-15</inkml:trace>
  <inkml:trace contextRef="#ctx0" brushRef="#br0" timeOffset="52407.44">25188 7880 13401 0,'0'0'2304'0,"0"0"-1488"16,0 0-364-16,0 0 56 0,0 0 296 16,-16 70 96-16,20-32-204 0,8 6-216 15,4 4-200-15,0 3-60 0,8 3-124 16,-4 4-96-16,4-4-92 0,-4 2-484 15,-1-5-388-15,5 2-196 0,-7-4-728 16,-2-14-2692-16,9 12-5605 0</inkml:trace>
  <inkml:trace contextRef="#ctx0" brushRef="#br0" timeOffset="52912.935">26384 9399 1108 0,'0'0'15785'0,"-44"72"-13585"0,28-47-1536 16,0 1-116-16,0-1 28 0,4-6 188 15,4-10-131-15,8-9-281 16,0 0-196-16,0-12-156 0,4-11-84 0,8-11 12 16,0-15 68-16,0-9 4 0,4-13-84 15,-4-6-136-15,-4-11 28 0,-4-4 20 16,0-10-33-16,-4-3-39 0,0-6 24 0,0-4-36 15,-4 11 136-15,4 2-4 0,0 13 52 16,4 10 60-16,8 9-36 16,-5 10 44-16,10 12 4 0,-2 7 4 15,-2 13 300-15,-2 5-208 0,-7 11-44 0,1 8 8 16,-5 4 72-16,0 0 88 0,0 7-52 16,-5 5-68-16,1 8-100 0,-7 8 0 15,3 3 12-15,-1 1 97 0,5 1 11 16,4-8-108-16,0-6-12 0,4-3-76 0,13-7-32 15,3 0 59-15,7-4 49 0,10-5-4 16,-6 0 4-16,9 0-4 0,-4 0-56 16,3 0 60-16,-7 2 4 0,0 4 4 15,-4 5 113-15,-8 1-73 0,-3 4-36 16,-10 0 100-16,-3 3 56 0,-4 3-12 0,-8 0-8 16,-8 3-136-16,-8-3-12 15,1-2-60-15,-5-1-76 0,-4-4-104 0,-5-2-137 16,-2-3-87-16,-1-1-132 0,1-5-124 15,-2-4-164-15,1 0-796 0,12 0-2156 16,-15-11-3029-16</inkml:trace>
  <inkml:trace contextRef="#ctx0" brushRef="#br0" timeOffset="53714.862">27189 7464 14073 0,'0'0'2232'16,"0"0"-1272"-16,0 0-688 0,0 102 100 15,0-55 776-15,0 11 248 0,3 5-276 0,-3 0-559 16,8 4-273-16,-4-3-44 0,5-4-160 15,-2-3-24-15,-3-3-56 16,4-6-4-16,-4-7-48 0,1-10-132 0,-1-7-136 16,-4-6-48-16,3-5-97 0,-3-4-99 0,0-5-148 15,0-1-164-15,0-3-372 0,-3 0-484 16,-6 0-592-16,5-3-2053 16,-11-8-1651-16</inkml:trace>
  <inkml:trace contextRef="#ctx0" brushRef="#br0" timeOffset="53945.047">27264 7569 10436 0,'0'0'2161'0,"0"0"-797"15,0 0-440-15,0 0 196 0,0 0 20 0,0 0-296 16,0 0-176-16,84-6-128 16,-73 12-196-16,2 3-28 0,-1-2-120 0,0 5-24 15,-8-2 0-15,0 7-64 0,-4-5-60 16,0 6 4-16,-4 2-52 0,-12 2-156 15,-4 0-112-15,0-4-28 0,-8 2-8 0,0-4-88 16,0-6-64-16,4-4-124 16,5-3-124-16,2-3-292 0,6-9-452 15,3-7-1160-15,-1 0-2277 0,9-16-1695 0</inkml:trace>
  <inkml:trace contextRef="#ctx0" brushRef="#br0" timeOffset="54232.432">27627 7303 3848 0,'0'0'8157'0,"0"0"-6765"16,0 0-200-16,0 0 344 0,0 0 136 0,0 0-192 15,48 75-304-15,-48-53-480 16,0 2-380-16,0-6-220 0,0 1-96 0,0-2-48 16,0-6 40-16,0-4-64 0,0-4-100 15,0 1-132-15,0-4-36 0,4 0-4 0,3-11-24 16,5 1 368-16,4-8 60 15,9 3-60-15,-6-8-68 0,5 7 52 16,0 0-68-16,-4 4-40 0,4 5 124 0,-4 4 64 16,-5 3 120-16,2 0 36 15,-6 6 72-15,2 4-48 0,-9 6-84 16,-4 4-136-16,0 5-24 0,0 0-404 0,-13 4-280 16,2 2-140-16,-5 4-360 0,0-10-1116 15,-20 19-3517-15</inkml:trace>
  <inkml:trace contextRef="#ctx0" brushRef="#br0" timeOffset="54855.002">26420 8013 8836 0,'0'0'1900'16,"0"0"-895"-16,0 0 23 0,0 0 180 15,0 0-196-15,0 0 72 0,0 0-220 16,0 0-316-16,0 0-176 0,0 0-12 16,7-31 44-16,1 24 64 0,5 1 172 15,2 0 8-15,1-1-160 0,4 1-100 0,0 3-48 16,0-3-59-16,-4-1-49 0,0 4-64 15,0 0-36-15,-4 0-80 0,0 3-48 0,-8 0-4 16,-1 0-76-16,1 0 28 16,-4 6-48-16,0 4 48 0,0 5-60 0,-7 1-149 15,-5 6-167-15,-1 1-52 0,-2-4 72 16,-1 6-36-16,0-3-84 0,0 1-164 16,-4 2-360-16,0 0-496 0,5-6-996 15,-9 7-3973-15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5-30T07:31:45.3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11507 2117 132 0,'0'0'336'15,"0"0"84"-15,0 0 164 0,0 0 32 16,0 0-96-16,0 0-232 0,0 0-224 15,0 0 80-15,3 0 12 0,1 0 0 16,-4 0-76-16,0 0 1104 0,0 0-416 16,4 0-284-16,-4 0-172 0,0 0-132 0,0 0-36 15,0 0 0-15,0 0 12 16,0 0 52-16,0 0 64 0,0 0 0 0,0 0-76 16,0 0-40-16,0 0 92 0,0 0 140 15,0 0 52-15,0 0-76 0,0 0 64 16,0 0 60-16,0 0-24 0,0 0-35 0,0 0-5 15,0 0-28-15,0 0-12 16,0 0-76-16,0 0 0 0,0 0-92 0,0 0-52 16,0 0-60-16,0 0-40 15,0 0 0-15,0 0 0 0,0 0-16 16,0 0-36-16,0 0 52 0,0 0-48 0,0 0 32 16,0 0-36-16,0 0 80 0,0 0-16 15,0 0 0-15,0 0 0 16,0 0 48-16,0 0-8 0,4 0 36 0,0 0 24 0,5 4-48 15,-2-4-124-15,1 0 0 16,4 3 60-16,0-3-56 0,4 3-4 16,0-3 44-16,3 0-40 0,-2 3 56 0,-1-3-56 15,-1 0 44-15,2 0-44 16,-6 3 68-16,5-3 12 16,-4 0-24-16,0 0 60 0,1 0-12 0,2 0 16 0,1 0 196 15,0-3-32-15,0 0-80 0,-4 0-112 0,4 0-12 16,0-1-76-16,-4 1 76 15,0 0-40-15,3 3 4 0,-6-3-40 16,2 3-4-16,-3 0 44 0,5-3-44 16,-2 3-8-16,-3 0 4 0,5 0 56 15,2 0-52-15,1 0 44 0,4 0-4 16,0 0-36-16,0 0 40 0,0-3-48 0,4-1 8 16,-4 4 36-16,4-6-40 15,-5 3 4-15,5-1 0 0,-3 1 0 0,-2-3-8 16,1 3 0-16,4 0 4 0,-4 0-8 15,0-1 0-15,4-2 0 0,0 3 0 0,-1 0 8 16,1-4 64-16,4 4-72 0,-3-3 0 16,-1-1 0-16,3 5 0 0,-3-5-48 15,0 4 48-15,0 0-48 0,0 3-52 16,-4-4 96-16,0 4-48 0,0 0-32 16,3 0 20-16,-6 0 52 0,2 0 12 0,-3 0 0 15,1 4 0-15,-2-4-24 16,2 3 24-16,-2-3 12 0,1 0 0 15,-4 0 0-15,3 0 36 0,-2 0-44 0,2 3 44 16,-2-3-48-16,2 2-4 16,-2-2-8-16,-2 0-40 0,1 5 40 15,4-5 8-15,-4 2 4 0,4-2 64 0,0 0-60 16,0 0 44-16,0 0-40 0,0 0 56 0,0 0-56 16,0 0 4-16,-1 0-12 15,2 0 0-15,-1-2-4 0,0-3 0 16,4 5-4-16,-5-2 8 0,6-1-4 0,-6 0-52 15,5-1 8-15,-3 4 44 16,-2 0-4-16,2-2 8 0,-2 2 0 0,5-5 0 16,-4 5 4-16,4 0 0 0,0-2 4 0,0 2 52 15,-4-4-60-15,3 4 0 16,-2-2 4-16,3 2 0 0,-5-3-4 16,6 0 8-16,-2 3-8 0,-3 0 8 0,0-4 4 15,0 4-12-15,0 0 0 16,0 0 0-16,-4 0-100 0,0 4 36 0,0-1 60 15,-1 0-8-15,-2-1 12 0,3 2 4 16,-5-2 8-16,2-2 88 0,-1 5 0 16,-1-3 0-16,-3 2 12 0,5-4-28 15,-5 3-20-15,3-3-52 0,-3 0-4 0,-4 3 56 16,4-3-60-16,0 0 8 16,-4 0 48-16,0 0-52 0,0 0 68 15,0 0-68-15,0 0 76 0,0 0-76 0,0 0-8 16,0 0-124-16,0 0-64 15,0 0-132-15,-4 0-268 0,0-3-364 0,0 3-320 16,-7-7-636-16,2 5-2093 0,-6-5-2087 0,62 26 3456 16</inkml:trace>
  <inkml:trace contextRef="#ctx0" brushRef="#br0" timeOffset="22612.364">22041 867 4332 0,'0'0'1892'0,"0"0"-1320"15,0 0-520-15,0 0 260 0,0 0 1580 16,-88 3-480-16,64 0-847 0,0 3 27 15,1 1-24-15,-1 2-96 0,0 1-100 16,-1 2-260-16,1 4 4 0,-4 0 36 16,1 9-12-16,-4 1-64 0,3 6 80 0,-9 2-4 15,1 2 216-15,-3 8-52 16,3 0-76-16,-9 4-88 0,6 6-140 0,-4 0-12 16,-2 0 0-16,6 7 0 0,-1-2 36 15,8 5 16-15,0 0 60 0,4 2-36 0,8 1-72 16,5-4 48-16,6-2-52 0,9-1 4 15,0-6-8-15,13-3-36 16,6-4 40-16,5-1 0 0,8-2 0 0,3-6 56 16,10 3-52-16,6-6-4 0,5 0 52 15,4 0-48-15,3-5 44 16,14 3-36-16,-2-5-12 0,13 1 0 0,0-1-60 0,7 4-116 16,1 4-16-16,-1-2 80 15,4 1 112-15,6 0 76 0,-6-2-76 16,4-6 4-16,5-2 100 0,3 0-16 15,1-1-88-15,4-6-200 0,4-5-28 0,-1 3 228 16,0-6 64-16,6-1-52 0,2-3-12 16,0 4 8-16,1-7 32 0,-1 0 72 15,4-3-112-15,1 0 0 0,-4-3 0 16,3-4 68-16,4 1-60 0,-3-7-8 16,7 1 64-16,-3-1-52 0,-1-6 64 0,0 4-76 15,-2-9-104-15,-2 3-184 0,0-4-80 16,-4-1 52-16,6-2-104 15,-6 2-268-15,8 1-464 0,-4 0-249 0,5 1 1117 16,-5 3 284-16,6 5 668 0,-6 1 121 16,-4 2 223-16,0-4-196 15,-3 5 200-15,-1-4 304 0,-3 0-200 0,0-3-288 16,-1-3-240-16,-8-4-320 0,1-2-200 16,-8-3 16-16,0-5-80 0,-9 1 4 0,1-6 60 15,-1 0-64-15,-7-4 56 0,0 1 32 16,-5-3 16-16,-3 2-64 0,-5-2-36 15,-6-4 104-15,-2 3-116 0,-7-3-148 16,-4 1 12-16,-9-5 0 0,-7 5-84 16,-3-5 24-16,-6 1-76 0,-3-3-12 0,-8 3 24 15,0-2 12-15,-5 1 148 0,-6 1 100 16,-1 0 88-16,-4 0 96 16,-4 1 240-16,-8-1-20 0,-8 3-204 0,-12 0 20 0,-8-3-208 15,-11 3-24-15,-17 0-232 16,-8-5 8-16,-16 1-24 0,-8 1 28 0,-3 3-92 15,-13 0-136-15,1 1 48 16,-5 2 116-16,0 1-136 0,-3-1 156 16,0 3-316-16,-9 1 276 0,-3-1 116 15,-5 2 136-15,-7-3-36 0,-9 2 100 0,-7 2-92 16,-4 14 84-16,-9 9 8 16,-3 12 0-16,-4 7-4 0,-13 0-84 0,1 0 24 15,-4 0 16-15,-5 0 48 0,2 0-52 16,3 0 104-16,-1 0 24 0,5 0 136 15,-4 14-196-15,-5 11 32 0,5 13-36 0,-4 6 40 16,4 4-52-16,-4 0 4 16,7 0-4-16,5-1-124 0,3 4 60 0,10 0 56 15,6 3-96-15,12 3 92 0,5-3-152 16,3-4 76-16,9 2-152 0,8-8 236 0,4 0 4 16,15-6 0-16,9-3 92 15,11-6-80-15,12-1-12 0,9-5-156 16,15-1-432-16,3-3-704 0,14-1-705 15,11-5-1223-15,-4 10-1784 0</inkml:trace>
  <inkml:trace contextRef="#ctx0" brushRef="#br0" timeOffset="29063.478">6665 4949 820 0,'0'0'2388'0,"0"0"-744"0,0 0-1332 0,0 0 156 16,0 0 820-16,0 0 1292 0,0 0-963 16,0 0-513-16,0 0-80 0,0 0 32 15,0 0-60-15,0 0-216 0,0 0-252 0,0 0-204 16,5 0-136-16,-5 0-64 16,4 0 0-16,3 0-36 0,1 0 48 0,8 4 60 15,4-4 52-15,4 0 124 0,4 3-28 16,4-3-120-16,3 0-140 0,6 0 40 15,-2 0 36-15,9 0-64 0,0 0-84 16,-1 0 76-16,9 0 8 0,-4-3-20 16,4-1-68-16,4-2 4 0,-4 3 0 15,3-3-4 1,-3 3 0-16,0 3-4 0,-4 0-4 0,4 0-60 16,-5 0 20-16,5 0 40 0,0 3 4 0,0-3 8 0,0 2 4 15,-5-2-4-15,-3 4 44 0,3-4-52 0,-6 0 0 16,2 0-4-16,1 0 64 15,-4 0-60-15,0 0-4 0,-1 3 0 16,-2-3 48-16,-5 4-48 0,-1-2 16 0,5 5-16 16,-4-2 4-16,-1 0 36 15,6-3-28-15,2 2-8 0,2-4 4 16,6 0-8-16,1-6 40 0,4-1-40 0,0-3-48 16,8 1 48-16,-1 3 0 0,1 0 72 15,3 2 124-15,1 1-108 16,-4 3-80-16,-1 0 0 0,6 7 64 0,-2-4-68 0,1 0 0 15,3-1-4-15,2-2 4 16,-2 0 4-16,0 0 4 0,-3-2 36 0,-3-4 12 16,2-5 16-16,-7 5-64 0,0-2-8 15,-5 1-4-15,-3 3 0 16,-4 1 44-16,-1 3-36 0,-2 0 52 0,-2 0-12 0,2 0 52 16,-2 7-92-16,-7-5-4 15,7 3 0-15,-2-3 4 0,-2 2 0 16,1-4 88-16,4 0-96 0,4 0 48 0,-4-6-48 15,3-1 0-15,1-3 4 0,-4 1-4 16,4-1 8-16,-4 4 40 16,4-4 0-16,-1 7-40 0,1 0 40 0,-4 3 0 15,0 0-36-15,3 0 48 0,-2 3-60 16,-2 3 0-16,2 1 0 0,2-4-8 16,-8 0-40-16,6 3 44 0,-6-6 4 15,1 0-36-15,0 0 36 0,-4 0 8 0,4 0 0 16,-8-3-4-16,3 0 52 15,-3 3-52-15,0-3 0 0,1 3 72 0,-1-3-76 16,-1 3-4-16,1 0-60 0,-4 0 56 16,4 0 8-16,0 0 4 0,0 0-4 15,3-4-8-15,-3-2-40 0,4 0 44 16,0-1-4-16,-1-2-52 0,1 0 12 16,1 2 44-16,-2-3 4 0,1 1 60 0,0 3-48 15,-4-1-4-15,-4 1 112 0,0 3 28 16,0-1-40-16,-4 2-48 0,-1 2-60 15,1 0 12-15,0-5-12 0,0 5 0 16,0-2 4-16,3-1 4 0,1 3 4 16,0-3 36-16,4-3 37 0,-4 1-77 15,0 3 76-15,4-4-12 0,-4 3 16 16,0 0 200-16,-4-1 260 0,0 1-272 16,-1 3-168-16,-6-4-60 0,-2 4 16 15,-2 0-16-15,-2 0 0 0,-3 0-44 0,1 0 44 16,-2 0 12-16,1 0 12 0,-4 0 0 15,0 0 0-15,-4 0-12 0,5 0 0 16,-5 0 4-16,0 0-16 0,0 0-4 16,0 0-44-16,0 0-8 0,-5 0-164 0,1 0-140 15,0 0-148-15,-7-3-144 16,-2 0-209-16,-2 1-139 0,-6-5-536 16,2 1-1088-16,-1 2-2888 0,-20-9-5197 0</inkml:trace>
  <inkml:trace contextRef="#ctx0" brushRef="#br0" timeOffset="37062.125">3693 5851 4272 0,'0'0'3240'0,"0"0"-1344"15,0 0-1084-15,0 0-256 0,0 0 181 0,0 0 403 16,0 0-236-16,0 0-140 0,0 0-44 16,-52-9-152-16,44 12-204 15,4 6-140-15,-3 4-108 0,2 6-4 0,1 4 0 16,0 8 16-16,0 7-56 0,4 4 40 16,0 2-108-16,0 3-4 0,4-2-4 15,4-1-8-15,0-5-60 0,4-5 20 0,1-4 48 16,-2-11-44-16,5-1-28 0,0-8-36 0,-1-7 112 15,6 0 12-15,-1-3 112 16,3-6 140-16,5-8-92 0,-4-5-36 16,4-6 4-16,0-3-128 0,-4-7-12 0,0 0-188 15,0-3 88-15,-8-1-24 0,-1-1 112 16,-2 2-40-16,-1 3 52 16,-9-1 72-16,-3 4 4 0,0 5 12 0,0 2-28 15,-11-2 104-15,-2 5 84 0,2 3-236 16,-5 7 148-16,0-1-72 15,0 7-88-15,0-1-84 0,1 4 84 0,2 0 100 0,2 3 12 16,-6 0-112-16,9 0 48 16,-3 3-48-16,-2 3-172 0,6 1-164 15,-5 5 40-15,3-2-104 0,2 9-328 0,3 0-620 16,0 3-1032-16,4-3-2593 16,0 9-2159-16</inkml:trace>
  <inkml:trace contextRef="#ctx0" brushRef="#br0" timeOffset="37338.437">4756 5673 11789 0,'0'0'2272'16,"0"0"-1780"-16,0 0-488 0,0 0 372 15,0 0 76-15,-83 63 176 0,59-36-84 16,0 4-184-16,0 4-48 0,9 3-40 15,-2 4-160-15,9-1-112 0,1 3-76 16,7 1 28-16,0 0 40 0,7-7 8 0,6-7 4 16,-1-3 44-16,-1-9 76 0,6-3 12 15,-2-6 40-15,5-4 72 0,-4-3-16 16,0-3-96-16,4 0-72 0,0 0-64 16,-4-3-88-16,-1-7-380 0,-2 4-92 15,-1-3-208-15,-5-1-564 0,2 1-924 0,-5 6-2089 16,-4-7-2259-16</inkml:trace>
  <inkml:trace contextRef="#ctx0" brushRef="#br0" timeOffset="37502.948">4537 6032 6156 0,'0'0'5289'16,"0"0"-4913"-16,0 0-44 0,0 0-180 15,0 0 872-15,0 0-8 0,0 0-80 0,88 0-220 16,-60 0-300-16,0-3-176 15,4-4-192-15,4 1-48 0,-1-3-592 16,2-4-564-16,-1 0-240 0,-13 4-1036 0,13-4-3105 16</inkml:trace>
  <inkml:trace contextRef="#ctx0" brushRef="#br0" timeOffset="38508.599">5482 5740 9732 0,'0'0'1301'0,"0"0"-1301"0,0 0-257 16,0 0 257-16,0 0 981 16,0 0 311-16,0 0 68 0,75 0-188 15,-47 3-440-15,-4-3-168 0,4 0-168 0,-4 0-60 16,1 0 0-16,-2 0 32 0,1 0 64 16,0-3 96-16,-4-3-160 0,3 0-256 15,5 0-40-15,-4-5-68 0,1 5 8 16,-6-3-8-16,1-1-4 0,-3 1-108 0,-2-1-348 15,-3 0-132-15,0 4-140 0,0-3-92 16,-4 2-344-16,-4 4-680 0,0-3-1248 16,-4 6-2861-16</inkml:trace>
  <inkml:trace contextRef="#ctx0" brushRef="#br0" timeOffset="38734.22">5761 5816 10436 0,'0'0'1609'0,"0"0"-941"0,0 0-476 0,0 0 268 16,-4 87 616-16,4-59 236 0,4 7-80 15,-4-1-376-15,4 8-276 0,-4 0-148 16,0 5-164-16,0 0-204 0,-4 4-16 16,0-3-48-16,-4-8 0 0,-1-1-160 0,6-7-244 15,-5-7-68-15,4-3-72 0,0-9-252 16,4 0-256-16,0-4-248 0,0-6-596 15,0 4-1089-15,0-7-2095 16</inkml:trace>
  <inkml:trace contextRef="#ctx0" brushRef="#br0" timeOffset="38929.748">5809 6248 5412 0,'0'0'6885'0,"0"0"-5577"0,0 0-1300 16,0 0 416-16,0 0 524 0,0 0-40 15,75 0-4-15,-54-3-272 0,3 0-196 0,-1 0-200 16,1-1-164-16,0 1-72 0,-5-3-96 16,2 2-252-16,-1 1-260 15,-9 3-204-15,6 0-308 0,-9 0-324 0,-5 7-616 16,1-1-881-16,-4 16-1735 0</inkml:trace>
  <inkml:trace contextRef="#ctx0" brushRef="#br0" timeOffset="39093.176">5852 6517 9128 0,'0'0'2053'0,"0"0"-1101"0,0 0-492 0,0 0 52 0,0 0 124 16,0 0 304-16,0 0 104 15,0 0-112-15,0 0-188 0,0 0-124 0,96 0-164 16,-60-6-160-16,4 0-184 0,0-3-112 16,-1-1-56-16,1 1-304 0,-3-1-468 15,-2 4-364-15,1-1-752 0,-8 5-2193 16,4 2-3111-16</inkml:trace>
  <inkml:trace contextRef="#ctx0" brushRef="#br0" timeOffset="43608.574">3940 7372 7716 0,'0'0'2064'0,"0"0"-387"0,0 0-1205 15,0 0-228-15,0 0 284 0,0 0-32 16,0 0 280-16,0 0 112 0,24 22 68 16,-24 3-128-16,0 8-264 0,-9 4-232 0,-6 8-132 15,-5 6 12-15,-8 2-116 0,0 2 16 16,-8-5-12-16,0 1-40 15,1-2 40-15,-1-9-12 0,0-5-16 0,4-6 4 16,1-7 72-16,3-6-100 0,0-7 36 16,7-2-84-16,1-7 0 15,5 0-60-15,3-7 12 0,0-2-28 0,4-7 4 0,0 0 64 16,4-3-192-16,4 3 76 16,0-3-8-16,0 6-44 15,8-2 92-15,4 1 84 0,0 2 84 0,0 3 4 16,3 2 0-16,5 2-80 0,-3 5 40 15,-2 0-36-15,6 0 64 0,-2 0 32 16,1 8-8-16,4 3 60 0,0 0-100 0,-1 9-12 16,5-1-44-16,0-1 48 15,-3 2-52-15,-1-4-4 0,-5 3 4 0,5 0-4 16,-4-3-56-16,1 0-16 0,-2-1 16 16,-3 2-16-16,0-5-180 0,0 1-288 0,-4-4-52 15,-1 1-92-15,-2-4-168 16,3 3-456-16,0-2-584 0,-4-4-977 0,3 4-2127 15</inkml:trace>
  <inkml:trace contextRef="#ctx0" brushRef="#br0" timeOffset="44398.973">4530 7982 14013 0,'0'0'1828'16,"0"0"-1828"-16,0 0 64 0,0 0-64 15,0 0 456-15,0 0 380 0,0 0 68 16,0 0-288-16,0 75-308 0,0-46-124 15,0 7-100-15,-4-5-72 0,0 1 28 0,-4-4-40 16,3 2-224-16,1-5-388 0,4-3-244 16,0-6-448-16,0 0-728 0,9-7-2321 15,3-9-2623-15</inkml:trace>
  <inkml:trace contextRef="#ctx0" brushRef="#br0" timeOffset="44893.74">5171 8725 11341 0,'0'0'2084'15,"0"0"-928"-15,-16 82-272 0,8-63-64 0,4-2 276 16,0-5-116-16,1-10-364 0,3-2-164 16,-4 0-72-16,4-6-36 0,-5-9-344 0,-3-11-36 15,0-12-408-15,-3-9 140 0,-2-16 68 16,2-11 116-16,-2-8-236 15,2-7-360-15,-1-6-16 0,3-3-204 0,5 2 356 16,4 11 340-16,9 2 24 0,7 16 128 16,4 6 12-16,-1 14 76 0,5 5 108 0,0 7 128 15,-3 10-72-15,-2 3 352 16,1 10-88-16,-4 1-76 0,-4 5-68 16,-8 6-84-16,0 0-76 15,0 0 48-15,-4 6-72 0,0 8 36 0,0 2 36 0,-4 2-8 16,-4 2-56-16,4-1-108 0,4-8 0 15,-5 0-12 1,5-5-124-16,0-3-148 0,5 4 64 0,3-4 96 0,4 3 108 16,0 4-32-16,7-4 96 0,-2 3-48 15,2 4 0-15,1-4 0 16,1 4 36-16,-2 0-36 0,-3-1-4 0,0 5 0 16,-7 2 4-16,-2-1 8 0,-7 7 128 0,0 2 36 15,-4 4-12-15,-12 4-36 16,1-3 124-16,-6 0-40 0,-3-7-72 0,1 0-136 15,3-5-108-15,-1-1-68 0,2-10-204 16,7-3-304-16,4-2-172 0,4-4-164 16,4-7-712-16,0-2-1165 0,0-16-3023 15</inkml:trace>
  <inkml:trace contextRef="#ctx0" brushRef="#br0" timeOffset="45144.365">6107 7499 11129 0,'0'0'4252'0,"0"0"-3344"16,0 0-272-16,-47 98 384 0,27-52 308 0,-5 0-116 15,2 8-372-15,7-3-315 16,0 4-89-16,4-5-24 0,8-6-12 0,0 1-196 16,4-14-144-16,8-1-60 0,4-8-84 15,8-7 36-15,0-2 0 0,4-6 36 16,3-2 12-16,6-5-48 0,-1 0-36 15,-5-3-292-15,1-4-120 0,-8-1-53 0,0-5 77 16,-8 1-248-16,-4-2-616 0,-5 3-1016 16,-3 0-1808-16,-3-4-1893 0</inkml:trace>
  <inkml:trace contextRef="#ctx0" brushRef="#br0" timeOffset="45301.872">5892 7903 1356 0,'0'0'12853'0,"0"0"-10873"0,0 0-1640 15,0 0 260-15,0 0 292 0,0 0 304 16,95 3 112-16,-63-13-492 0,0 0-376 0,5-5-187 16,-5-2-165-16,-4 1-88 0,0 2-100 15,-5 0-385-15,1-2-379 0,0 7-260 16,-5-1-652-16,-2 4-2464 0,-1 0-4661 16</inkml:trace>
  <inkml:trace contextRef="#ctx0" brushRef="#br0" timeOffset="46229.116">6749 7506 6432 0,'0'0'5885'0,"0"0"-5005"0,0 0-548 16,0 0 188-16,0 0 380 16,80 2 32-16,-56 1-104 0,-1-3-108 15,9 0-112-15,0 0-164 0,0 0-72 0,4-3-212 16,0 1 24-16,-4-5-124 16,0 0-56-16,0 1-8 0,-4-2-40 0,-4-3-204 15,-5 1-292-15,1 5-216 0,-4-2-276 16,-4 0-364-1,-4 5-912-15,-4 2-2221 0,-4 0-2063 0</inkml:trace>
  <inkml:trace contextRef="#ctx0" brushRef="#br0" timeOffset="46410.354">6956 7582 9276 0,'0'0'1644'0,"0"0"-823"15,0 0 79-15,0 96 360 0,8-59 156 16,-4 4-168-16,0 4-204 15,4 3-328-15,-4-4-112 0,0 4-344 16,0-1-256-16,-4-6-4 0,0-2-308 0,0-11-236 16,0-6-208-16,0-6-168 15,4-7-416-15,-4-2-792 0,4-4-2833 0,-4-3-3282 16</inkml:trace>
  <inkml:trace contextRef="#ctx0" brushRef="#br0" timeOffset="46564.17">7080 7934 11701 0,'0'0'1700'0,"0"0"-1204"0,0 0 368 16,0 0 240-1,91 0-248-15,-75 2-160 0,-4-2-260 16,4 5-360-16,-4-5-76 0,0 0-224 0,-1 2-548 0,2 2-332 0,-5 5-448 16,-4 4-884-16,-4 0-1773 0,-4 6-2495 15</inkml:trace>
  <inkml:trace contextRef="#ctx0" brushRef="#br0" timeOffset="46709.987">7091 8188 9168 0,'0'0'2041'0,"0"0"-1357"0,0 0-68 0,0 0 644 15,0 0 248-15,0 0-140 0,92-3-284 16,-56-10-244-16,4-3-260 0,4 1-324 16,4-8-232-16,-5 6-24 0,6-1-332 15,-6 3-604-15,0 1-716 0,-10 5-1124 0,7-4-3405 16</inkml:trace>
  <inkml:trace contextRef="#ctx0" brushRef="#br0" timeOffset="47314.232">1923 7645 7008 0,'0'0'6885'0,"0"0"-6137"15,0 0-560-15,0 0 216 16,77 4 644-16,-45-1-76 0,3-3-80 0,1 0-276 0,8 0-172 16,-4 0-124-16,-1-7-112 0,6 0-124 15,-6-5-60-15,-3-1-24 0,-4-3-120 16,0 1-312-16,-4-4-244 0,-8 3-324 0,-1 0-548 16,-10 7-1056-16,-5 2-2897 0,-8 7-2067 15</inkml:trace>
  <inkml:trace contextRef="#ctx0" brushRef="#br0" timeOffset="47509.665">2119 7689 5792 0,'0'0'7241'0,"0"0"-6833"0,0 0-296 0,0 0 244 15,4 93 848-15,8-56 68 16,0 8-16-16,8 6-428 0,-4 0-164 0,4 2-36 16,-4 2 44-16,-5-1-280 15,-2 0-248-15,-1-4-144 0,-4-6-44 16,-4-2-40-16,0-4-224 0,0-6-92 0,-8-3-200 15,-5-3-152-15,2-5-220 16,-5 5-752-16,-4-4-928 0,4-3-2233 0,-12 0-323 16</inkml:trace>
  <inkml:trace contextRef="#ctx0" brushRef="#br0" timeOffset="47673.503">1944 8556 8268 0,'0'0'1656'15,"0"0"-235"-15,0 0 383 0,0 0-176 16,95 0-432-16,-67 0-220 0,4 0 80 15,0-3-68-15,4 0-240 0,0-4-248 16,0 2-232-16,0-8-180 0,3 0-28 16,-3-2-60-16,0-6-48 0,0-4-356 15,-4 0-196-15,0 0-212 0,0-4-396 0,-4 0-708 16,-9 11-2044-16,5-10-2909 16</inkml:trace>
  <inkml:trace contextRef="#ctx0" brushRef="#br0" timeOffset="47979.283">2757 8136 13697 0,'0'0'2792'0,"0"0"-2456"16,0 0-324-16,0 0 400 0,0 0 296 16,0 0-44-16,75 5-160 15,-51-12-332-15,-4-5-120 0,8-4 56 0,-4-4-108 0,0-12-256 16,4 2-580-16,-4-12-592 15,-5 10-1024-15,2-12-3529 0</inkml:trace>
  <inkml:trace contextRef="#ctx0" brushRef="#br0" timeOffset="48276.804">2853 7711 8352 0,'0'0'4977'0,"0"0"-4365"0,0 0-332 0,-32 90 464 16,27-55 604-16,5 0 108 15,0 0-332-15,0 0-460 0,13 6-284 16,-2 3-112-16,5 6-84 0,4 5-88 0,0 2 4 16,0 4 8-16,3-4-36 0,-2-3-8 15,-1-1-4-15,-5-2-48 16,2-3 60-16,-2 3 24 0,-2-4-28 0,-5-2-60 16,-1-4 32-16,-3-3-36 0,-4-3 4 15,0-7 76-15,-4-5 16 0,-3 0-88 16,-5-11 60-16,-4 1 60 0,0-5-132 15,-8-4-12-15,-8-4-376 0,-4-4-148 16,-8-4-160-16,1-9-236 0,-6-2-228 16,2-3-484-16,-1 3-728 0,20 3-2717 15,-12 1-3495-15</inkml:trace>
  <inkml:trace contextRef="#ctx0" brushRef="#br0" timeOffset="50441.46">8526 7813 8112 0,'0'0'996'16,"0"0"1613"-16,0 0-1381 0,0 0-168 15,0 0-48-15,0 0-32 16,0 0-340-16,0 0-92 0,0 0 76 0,96 0 92 15,-57 0-152-15,6 0-132 0,-2 0-176 16,-3 0-96-16,4 0-148 0,-5 0 32 16,1 0-44-16,-3 0-84 0,-2-6-16 0,-3 3 4 15,0-4-64-15,-4 1-160 0,-5 0-184 16,-6-1-224-16,-1 4-340 0,-12 0-488 16,0 3-1312-16,-8 0-4049 0</inkml:trace>
  <inkml:trace contextRef="#ctx0" brushRef="#br0" timeOffset="50609.475">8773 8019 11161 0,'0'0'1664'0,"0"0"-1164"0,0 0 516 16,0 0 536-16,75 24-212 16,-47-24-324-16,-4 0-204 0,4 0-296 0,0-11-284 0,0 5-184 15,-3-3-48-15,2-4-144 16,-3-3-248-16,0 3-272 0,0-2-388 0,-5-4-524 15,-6 6-1116-15,2-7-3981 0</inkml:trace>
  <inkml:trace contextRef="#ctx0" brushRef="#br0" timeOffset="50862.18">8953 7591 8868 0,'0'0'4669'0,"0"0"-3957"0,0 0-460 15,0 0 304-15,0 0 248 0,99 22 276 16,-67-6-208-16,3 0-232 0,1 7-96 0,-4-2 180 16,4 5-360-16,-3 2-204 0,-10 1-96 15,1 0-64-15,-4 2-12 0,-5-2-36 16,-7 3-48-16,1 0-28 0,-9-1-84 16,0 4 12-16,-4 3 0 0,-12 1 60 15,0-6 64-15,-4 2 68 0,-4-2 0 0,-4-5-132 16,-4-1-160-16,-4-8-160 0,1-1-124 15,-5-5-628-15,8-4-832 0,-12-5-3033 16</inkml:trace>
  <inkml:trace contextRef="#ctx0" brushRef="#br0" timeOffset="51727.563">12008 6763 5804 0,'0'0'6493'16,"0"0"-5469"-16,21 79-388 0,-18-37 100 16,-3 5 108-16,-3 10 260 0,-6 4-56 15,-7 1-220-15,0 2-388 16,-3-1-228-16,-2 2-52 0,-3-2-40 0,0-5-32 15,-3 0-76-15,-6-6-4 0,6-4 40 16,-1-6 40-16,-3-9-16 0,3-4-60 16,3-9 72-16,1-4-24 0,-4-7-60 0,9-6-380 15,-5-3 12-15,4-9 48 0,0-8-88 16,0-5-60-16,4-7 20 0,4-2-12 16,1-1 212-16,2 1 240 0,5 2-216 15,4 3 60-15,0 7 40 0,8 1 124 16,4 1 276-16,0 8 24 0,8 0-4 0,0 2 52 15,0 7-60-15,8 0 68 0,0 0-84 16,0 7-24-16,3 6 48 0,1-1-64 16,0 5 88-16,-4 1-100 0,4 1 12 15,-4 2-48-15,0-4-100 0,0 2-72 16,-5 0-12-16,5-3-132 0,4 1-76 16,-4-5 48-16,0 1-320 0,-4-5-244 15,4-1-168-15,-4 0-64 0,-1-7-388 16,5 0-656-16,-11 0-2189 0,7-7-2095 15</inkml:trace>
  <inkml:trace contextRef="#ctx0" brushRef="#br0" timeOffset="52229.158">12650 8264 7292 0,'0'0'6317'16,"0"0"-4949"-16,0 0-524 0,0 0-240 0,0 0 308 16,0 0-48-16,-76-13-320 15,64-14-360-15,1-19-132 0,2-4-52 16,9-14-52-16,-4-6 48 0,4-6-68 0,0-6-124 16,4-4 20-16,5 4-120 15,2-1 76-15,-3 6 32 0,8 7 128 16,0 4-4-16,0 5-20 0,7 4 32 0,-2 7 40 15,3 2 12-15,0 9 40 0,-5 6 36 16,5 3 72-16,-7 8 0 0,-6 7 0 16,-3 8 4-16,1 1-148 0,-6 6-4 0,-3 0-16 15,0 9 16-15,0 7 52 16,0 7 368-16,0 2-76 0,0 4-184 16,-3 1-12-16,-6-3-88 0,9-8 12 0,-4-1 28 15,4-5-100-15,0 0-36 0,4-4 24 16,0 5 12-16,8-2 4 0,-4 1 44 15,4-1-40-15,0 1 40 0,0-1-40 16,0 1 4-16,-4-3 40 0,0 6 32 16,-4-3-12-16,-4-1 52 0,0 4 12 15,-4 0 8-15,-4 1-32 0,-8 1-40 0,-4-3 64 16,-4-1-40-16,0-3-96 16,-4-1-124-16,0-3-288 0,-4 0-92 0,-3-5-84 15,3 1-236-15,-4-3-392 0,4 0-908 16,4 0-2501-16,-11-8-3811 0</inkml:trace>
  <inkml:trace contextRef="#ctx0" brushRef="#br0" timeOffset="61306.912">10012 4909 1864 0,'0'0'2684'0,"0"0"-2684"16,0 0 0-16,0 0 3628 0,0 0-1920 16,0 0-752-16,0 0-427 0,0 0-77 0,0 0 8 15,-15-32-100-15,15 28-144 16,0-2-112-16,-5 0-4 0,5 2 40 0,0-2-12 15,0 3 0-15,0-3 0 0,0 2-80 0,0 1 4 16,0 3-40 0,0-3 40-16,-4 3-48 0,4 0-4 0,0 0-12 15,0 0-76-15,0 0-40 0,0 0-88 16,0 0-308-16,0 0-372 0,-4 3-601 0,4-3-779 16,-4 7-1916-16</inkml:trace>
  <inkml:trace contextRef="#ctx0" brushRef="#br0" timeOffset="62228.228">10235 5124 1228 0,'0'0'600'0,"0"0"7440"16,0 0-6491-16,0 0-457 0,0 0 44 15,0 0 92-15,0 0-220 0,0 0-4 16,-79-89-72-16,70 61-228 0,1-4-188 15,1-3-48-15,-1-2-200 0,-1-5-116 0,1-3-144 16,1 1-8-16,3-7 12 16,0 3-12-16,0-6-76 0,-1 3 76 0,2 0 0 15,3-2-36-15,0 2-60 0,3 4 84 16,6-2-52-16,-1 2 16 0,-1 6-12 16,6 0 52-16,-5-1-44 0,3 1 52 0,2 0 44 15,-2 3-40-15,1 3 4 16,1 0-8-16,-2 0 0 0,2 6-4 0,-2 1 4 15,-3 6 0-15,5 3 4 16,-6 6-4-16,1-1 0 0,0 9-48 0,0-2-40 16,-4 5-24-16,4 2 28 0,-4 0-64 15,0 0-24-15,-4 0 48 0,4 0 4 16,0 6 104-16,0 2 4 16,-4 6 12-16,0 5 48 0,0 6-44 0,0 7 40 15,-8 3-44-15,0 3-160 0,-4-3-24 16,0 0 96-16,4-4 28 0,-4-5 84 15,4-7-24-15,0 0 68 0,0-6-68 0,4-1-44 16,1-2 40-16,-1-1-4 0,4-6-192 0,0 4-8 16,4-3 36-16,3-2 160 15,5 2 12-15,0-1 176 0,0 0 96 16,8-3-148-16,-4 2-64 0,4-2 64 0,-5 0-64 16,6 0 28-16,-5 5 84 15,-4-5-12-15,-1 2-96 0,-2 5 8 0,-1-4-64 16,-5 3 104-16,-3 1 8 0,4-1-8 15,-4 4 0-15,0-1 32 16,0 4-44-16,-7 0 32 0,-1-1 16 16,-1 1 24-16,-6-1 36 0,-6 2 244 0,6-2-184 15,-9-3-220-15,0 3-40 0,0-2-4 16,4 1 4-16,-4-5-8 0,4-3-136 16,-3 0-20-16,3-1-148 0,-1-2-40 0,6 0 4 15,-2 0-188-15,6-5-76 0,-2 2-208 16,6-1-208-16,7 2-296 15,0-5-744-15,0 0-2125 0,4-5-2343 0</inkml:trace>
  <inkml:trace contextRef="#ctx0" brushRef="#br0" timeOffset="63159.309">12474 5029 2332 0,'0'0'388'0,"0"0"1388"16,0 0 2832-16,0 0-3016 15,0 0-447-15,0 0-81 0,-20-80 120 16,16 59 4-16,0-4-104 0,0-8-224 0,1 1-180 16,-5-5-172-16,3-8-52 0,1-6-160 15,0-3-88-15,4-3-100 0,0-6-20 16,0-4-16-16,0-1-72 0,4 0-44 16,5-3-16-16,-1 2-64 0,3-5 120 0,2 8-120 15,-2 2-60-15,1 8 48 16,4 7 124-16,-4 8-48 0,0 10 48 15,4 1-124-15,-4 12 136 0,0-1 0 16,4 6 64-16,-8 3-4 0,4 5-24 16,-5-2-36-16,2 7-60 0,-5 0-4 0,-4 4 12 15,4 1 52-15,-4 8 72 0,0 6 88 16,-8 3-160-16,-1 6-64 16,-6 5-96-16,3-2 76 0,0 1 80 0,0-7 4 15,5-2 12-15,-2 0-12 0,9-8-48 16,-4 1 40-16,4-3-52 0,0-4 52 0,4 1-56 15,8-1 64-15,-4-2 12 0,4 2 44 16,0 0-52-16,0 1-4 16,-1-1 60-16,2-2 124 0,-1-1-108 0,-5 0-16 0,2-2 40 15,-1 3 36-15,-4-2-28 0,-1-2 28 16,-3 1-24-16,0 3-16 0,0-5-24 16,0 2 52-16,0 4 12 0,-3-1 84 15,-5 3-36-15,0-1-64 0,-8 1-8 0,0 0-64 16,-4 3 48-16,-4-4-48 0,0 4-40 15,-4-1-8-15,1-2-276 16,-10 2-100-16,5 1-28 0,-3-4-112 0,-1 1-172 16,4-1-228-16,0 2-192 15,8-3-568-15,5-1-1356 0,-9-3-3649 0</inkml:trace>
  <inkml:trace contextRef="#ctx0" brushRef="#br0" timeOffset="65176.438">12976 3467 4424 0,'0'0'7621'16,"0"0"-5961"-16,0 0-516 0,0 0-400 0,0 0 196 16,0 0 120-16,0 0-84 15,48-71-224-15,-24 44-312 0,4-2-84 16,-4 0-76-16,4 0-72 0,0 4-52 0,-4 0-72 15,0 0-84-15,-5 2-4 0,1 4-60 16,-3 3-92-16,-6 4-308 16,-3 2-212-16,-4 4-108 0,-4 2-244 0,4 4-608 15,-4 4-764-15,-4 5-573 0,-4 10-2067 16,-3-3-579-16</inkml:trace>
  <inkml:trace contextRef="#ctx0" brushRef="#br0" timeOffset="65326.005">13100 3505 1720 0,'0'0'8316'0,"0"0"-6715"0,0 0-629 0,0 0 76 16,0 0 280-16,0 0-16 0,0 0-204 16,0 0-180-16,0 0-188 15,36 12-100-15,-13-31-152 0,2-6-232 0,2-7-180 16,5-2-76-16,-4-2-412 0,0 2-276 16,0-1-368-16,0 0-596 15,-5 9-1376-15,5-12-4133 0</inkml:trace>
  <inkml:trace contextRef="#ctx0" brushRef="#br0" timeOffset="65610.001">13690 2994 7200 0,'0'0'4965'0,"0"0"-3141"16,0 0-784-16,-33 70-24 0,29-48 436 16,1-3-216-16,3-7-424 0,0 1-360 0,0-10-356 15,7 4-92-15,10-7 0 16,-1-3 68-16,7-7 60 0,1-3 52 15,0-6-136-15,4-3-48 0,-3 0-256 0,-6-3 0 16,1 2 36-16,-4 2 112 0,-4 2 40 16,-4 2 68-16,-4 1 12 0,-4 7 88 15,0-1 72-15,-8 1-4 0,-5 2-168 16,-6 4-84-16,-1 0-12 0,-8 3-164 16,0 0 28-16,0 9-52 0,-4 7 40 15,-4 10 108-15,-3 3-72 0,3 9-200 16,-8 6-124-16,0 0-216 0,1 7-416 0,10-15-1104 15,-18 23-2929-15</inkml:trace>
  <inkml:trace contextRef="#ctx0" brushRef="#br0" timeOffset="70994.472">19092 4524 5652 0,'0'0'1860'0,"0"0"1016"15,0 0-1547-15,0 0-253 16,-87 48 236-16,66-48-24 0,6 0-80 15,-2 0-236-15,2-11-292 0,2-3-236 0,-2-9-136 16,3-3-148-16,4-8-80 16,-4-4-76-16,8-4 116 0,-3-6-72 15,7 1 52-15,-5-7-52 0,5 1-48 0,5-1 0 16,2-7-4-16,9-3-96 0,0-5-72 16,8 2 124-16,4-4-36 0,-1 5-88 15,10 3 60-15,-1 6 52 0,-1 6-4 0,1 6-60 16,0 7 116-16,-8 10-88 15,0 6 44-15,-4 6-96 0,-9 6 140 0,-2 6-140 16,-9 4-36-16,0 0 12 0,-4 14 172 16,-4 2 0-16,-9 9 168 0,-2 6-168 15,-9 1-124-15,-1 3-64 0,2-2 188 16,3-5 0-16,0-3 64 0,4-9-52 16,4 3 0-16,4-10-12 0,4 1-84 0,4-1-64 15,0-5-48-15,8 3 104 16,5-4 92-16,2-1 88 0,1 1 72 0,8-3-60 15,-4 0-16-15,0 0-68 0,-5 4 56 16,-2-2-60-16,-5 2 124 0,-1-1-36 0,-3 4 12 16,-4 2 60-16,0 1-12 15,0-1 12-15,-4 8 16 0,-3-3-44 16,-5 3-68-16,-4-1 8 0,0 0 16 16,-4-4-100-16,0 1-48 0,4-4-136 15,-4 1-64-15,0-7-60 0,1 3-88 16,2-6-224-16,2 0-188 0,-6 0-172 0,6-9-396 15,2-1-704-15,2-2-1093 0,7-1-1835 16</inkml:trace>
  <inkml:trace contextRef="#ctx0" brushRef="#br0" timeOffset="71602.547">19607 3149 1828 0,'0'0'2956'16,"0"0"3040"-16,0 0-4707 15,0 0-585-15,0 0 316 0,0 0 332 0,23 89-4 16,-18-54-216-16,-1 6-352 0,-4 8-164 16,0-2-136-16,0 3-76 15,0 4-136-15,-4 0-60 0,-1-3 60 0,-3-3-216 16,4-6-52-16,4-11-84 0,0-8 8 16,0-9 4-16,0-3-60 0,0-5-128 15,0-4-204-15,0-2-112 0,0 0-116 0,4-5-196 16,0-4-400-16,0-8-452 0,1-6-888 15,-1 4-2321-15,-1-15-1223 0</inkml:trace>
  <inkml:trace contextRef="#ctx0" brushRef="#br0" timeOffset="71818.726">19693 3117 2428 0,'0'0'4512'0,"0"0"-1836"0,0 0-1191 0,56-66-253 15,-31 50-196-15,-5 7 116 0,-5 2-64 16,6 4-96-16,-1 3-232 15,-9 3-128-15,1 4-100 0,1 2-116 16,-10 1-120-16,1 5-88 0,-4 1-60 0,-4 3 72 16,-3 3-116-16,-6 1-104 0,-6 2-88 15,-1-2-280-15,-1 2-148 0,-3-6-72 16,5 0-120-16,2-6-124 0,2-4-272 16,-1-3-536-16,4-6-788 0,-1 0-1921 0,6-6-2295 15</inkml:trace>
  <inkml:trace contextRef="#ctx0" brushRef="#br0" timeOffset="72176.17">20028 2749 6200 0,'0'0'6337'15,"0"0"-4985"-15,0 0-364 0,0 0 280 0,0 0 132 16,0 0-336-16,0 0-484 0,24 77-188 15,-24-55-160-15,-3 0-36 0,-1 0-96 16,0 0-100-16,-5-9-88 0,9 0-84 16,0-4-108-16,0-2-100 0,0-5 0 15,5-2 44-15,3 0 92 0,-1 0 96 16,6-6 84-16,2-2 64 0,2 1 0 0,-2-3 48 16,2 4-32-16,2-4-16 0,-3 7-16 15,4-1-104-15,0 4 120 0,-4 0 48 16,0 10 88-16,-5-1-124 0,2 8 36 15,-5 1 128-15,-1 6-116 0,-3-3-12 16,-4 8 40-16,0-1-80 16,0 1-8-16,0 3-236 0,-8-1-356 0,5 5-228 15,-5 5-536-15,-5 0-1176 0,6 3-3149 0,-1-12-1511 16,-9 16 7064-16</inkml:trace>
  <inkml:trace contextRef="#ctx0" brushRef="#br0" timeOffset="72457.354">20268 3994 7536 0,'0'0'8605'0,"0"0"-7229"16,0 0-1376-16,0 0 64 0,0 0 320 0,0 0 440 16,0 0 60-16,0 0-392 0,0 0-188 15,99 48-84-15,-75-52-84 16,4-2-136-16,0-3-28 0,0-1-544 16,-4 0-188-16,4-2-196 0,-9 3-420 15,2 2-1240-15,-2 0-3149 0,-6 4-2639 0,-2 1 8208 16</inkml:trace>
  <inkml:trace contextRef="#ctx0" brushRef="#br0" timeOffset="72942.031">21149 4635 13773 0,'0'0'2200'0,"0"0"-1784"0,-56 67-408 0,48-52 168 15,-5 2 556-15,6-11 372 0,3-4-108 16,4-2-408-16,0-6-308 0,0-6-280 16,7-14-36-16,5-5-124 0,1-10 28 15,2-10-88-15,1-7-112 0,-4-2 12 16,-3-3-96-16,-2-3 44 0,1-2-124 16,0-1-12-16,1-1 36 0,-2 3 196 15,5 4 156-15,0 2 120 0,4 10 140 0,0 7-92 16,3 5 200-16,2 8 152 15,-1 6-104-15,-1 8-8 0,-2 8-68 0,-6 7 4 16,2 2-76-16,-9 0-136 0,0 5 64 16,-4 12 44-16,0 1 68 0,-4 7 32 15,-9 5-148-15,-2 1-72 0,-6 1 0 0,10-7-48 16,-2-3-24-16,6-5 72 16,3-5-52-16,4-5-80 0,0 3-68 0,4-5 40 15,7-2 112-15,6 8 48 0,-1-9 136 16,-1 5-128-16,6-4 64 0,-6-1-72 15,-2 5 64-15,-6-3 84 0,1 5-52 0,-8-2-32 16,0 5 20-16,-8 4 136 16,-4 6-60-16,-7-3-160 0,-9 3-184 15,-4 1 24-15,4-4-120 0,-4-4-288 0,4-2-348 16,4-6-260-16,5-4-676 16,6-3-2321-16,5-6-3775 0,4-16 6368 0</inkml:trace>
  <inkml:trace contextRef="#ctx0" brushRef="#br0" timeOffset="73118.371">21682 3930 14201 0,'0'0'2744'0,"0"0"-1776"0,0 0 204 16,0 0 52-16,92-13-428 16,-72 8-204-16,-1-2-287 0,2 0-241 0,3 1-64 15,-5 0-405-15,-3 4-447 0,0-3-112 16,-7 5-64-16,-2 0-456 0,-3 7-836 15,-4 5-800-15,-11 4-1909 0,-6 4-351 0,-2-5 4296 16</inkml:trace>
  <inkml:trace contextRef="#ctx0" brushRef="#br0" timeOffset="73244.568">21750 4073 1280 0,'0'0'1160'0,"0"0"6636"0,0 0-5011 0,0 0-1613 16,0 0-500-16,0 0 272 0,0 0 196 16,0 0-184-16,0 0-164 15,91 48-436-15,-59-60-344 0,0-5-12 0,0-2-788 16,0 0-440-16,-1 0-704 0,1-3-2629 0,-8 5-4647 15,12-4 8020-15</inkml:trace>
  <inkml:trace contextRef="#ctx0" brushRef="#br0" timeOffset="73494.714">22376 4023 2720 0,'0'0'13321'0,"0"0"-11361"15,0 0-1184-15,0 0-12 16,0 0-44-16,0 0-36 0,0 0-76 0,0 0-267 15,0 0-97-15,0 0-52 0,99 9-192 16,-59-31-228-16,-1-6-177 0,2-1 77 0,-5 4 24 16,-1-5-36-16,-7 5-12 0,-7 0-4 15,-2 3 100-15,-11 3 244 0,-4 0 12 0,-4 2 72 16,-8 2-12-16,-8 1-44 16,-4 2 32-16,-8-1 40 0,-4 5-88 15,0 4-120-15,-7 4 116 0,3 0-192 0,-5 4 12 16,2 8 12-16,-1 1-160 0,5-1-384 15,-1 5-972-15,-1-3-1304 16,14 0-4097-16</inkml:trace>
  <inkml:trace contextRef="#ctx0" brushRef="#br0" timeOffset="74043.346">23690 3626 1684 0,'0'0'10433'0,"0"0"-8277"16,0 0-716-16,0 0 40 15,104 12 16-15,-60-12-112 0,8 0-308 0,4-6-311 16,7-3-329-16,5-1-12 0,3-7-288 15,-3 3-112-15,-1-5-24 0,-2 2-76 16,-5 1-56-16,-9 0-196 0,-3 4-265 16,-8 2-175-16,-12 4-72 0,-8 6-276 0,-16 0-1048 15,-4 3-2352-15,-20 17-1641 0</inkml:trace>
  <inkml:trace contextRef="#ctx0" brushRef="#br0" timeOffset="74214.871">23890 3848 7036 0,'0'0'7229'16,"0"0"-5045"-16,0 0-1328 0,0 0-272 16,0 0 600-16,79 3 260 0,-39-6-188 0,8-3-443 15,8 2-425-15,0-5-184 0,0 6-108 16,-1-4-96-16,-3-2-36 0,-4 2-120 16,-5-2-316-16,-3-1-136 0,0 1-181 15,-8-3-259-15,-9 1-708 0,-6 1-2420 16,-10-5-4037-16</inkml:trace>
  <inkml:trace contextRef="#ctx0" brushRef="#br0" timeOffset="74527.169">23973 3226 3740 0,'0'0'11349'0,"0"0"-9841"0,0 0-1500 0,0 0 68 15,-60 101 284-15,33-57 136 0,-10 8 136 16,-6 4-284-16,-1 5-256 16,-4-1-92-16,-4 4 0 0,5-1 0 15,-2-2 0-15,6-4 52 0,11-10-48 0,4-2-4 16,12-14-124-16,8-3 124 0,8-5-68 16,4-7 68-16,16 0 200 0,8-3 20 0,8 2 112 15,7 1 48-15,9 1 244 16,8-1 244-16,4-4-408 0,3 1-180 0,6-4-59 15,2-3-109-15,-3-6-112 16,0 0-196-16,-5-6-449 0,1-3-243 0,-8-10-264 16,-4-1-588-16,-13 1-2504 0,9-16-4937 0</inkml:trace>
  <inkml:trace contextRef="#ctx0" brushRef="#br0" timeOffset="74778.432">24750 3302 14309 0,'0'0'2904'16,"0"0"-2460"-16,0 0-256 0,83 42 132 15,-46-23 272-15,-5 0 404 0,4 2-252 16,-5 8-400-16,1-4-212 0,0 7-76 16,-8 2-56-16,-1 2-60 0,-10 1-72 0,-5 5-52 15,-8 2-120-15,-4 4-112 0,-8-1 84 16,-8 2 24-16,-8 2 40 0,-4 0 8 15,-7-4 52-15,-2-3 36 0,-6 1-28 16,-2-4-56-16,-2-4-120 0,-5-1-192 16,0-4-412-16,0 0-900 0,1-10-1136 15,15-2-3877-15,-3-12 4181 0</inkml:trace>
  <inkml:trace contextRef="#ctx0" brushRef="#br0" timeOffset="75844.188">26105 4879 3828 0,'0'0'5148'0,"-52"77"-2207"16,28-52-1801-16,5 4-312 15,-2-1 376-15,5-12 140 0,8-3-72 16,4-10-320-16,4-3-276 0,0-9-260 0,8-14-148 15,5-5-48-15,2-14-36 0,5-15-76 16,0-6-108-16,4-7-48 0,-4-10-24 0,-1 5-64 16,1-8-8-16,-7 0 44 0,2 4 4 15,2-1 44-15,-6 8-116 16,5 2 168-16,0 0 0 0,1 3-8 0,2 1 0 0,1-1-68 16,4 4 16-16,0-1 0 15,4 7-4-15,0 6-20 0,-4 10 76 16,4 8-104-16,-8 8 52 0,-5 10-88 0,-3 8 36 15,0 7-12-15,-8 0 88 16,-4 10 36-16,0 6 184 16,0 3 0-16,-4 6-60 0,-12 1-64 0,1 5-8 0,-2-2 44 15,-2-1-96-15,2-2 4 0,6-3 44 16,2-9-48-16,2 0-76 16,7-4-60-16,0-1 16 0,0-3-40 0,0 1-36 15,7 2-4-15,6-3 128 0,-2 4 64 0,2-1 8 16,-2 4-12-16,1 1-76 15,1-3-24-15,-6 6 100 0,1-5 0 16,-4 4 12-16,-4 0 48 0,0-4 64 16,0 8-24-16,-4-7-4 0,-4 2-8 0,-3-2-76 15,-6 0-60-15,2-4-88 0,-2-3-224 16,-3 1-196-16,5-4-116 0,-5 0-308 0,4-3-396 16,4-3-660-16,0-4-825 15,0-8-1479-15,8 5-564 0,-4-22 4904 16</inkml:trace>
  <inkml:trace contextRef="#ctx0" brushRef="#br0" timeOffset="76156.576">27049 3241 6976 0,'0'0'4289'0,"0"0"-2301"0,0 0-896 0,8 76 44 0,-8-41 432 16,0 7-144-16,0-1-168 0,0 3-500 16,-8 0-268-16,4 4-184 0,-4-3-72 15,4-4-52-15,-3 4-132 0,2-7-48 16,1-3-76-16,0-7-264 15,0-2-84-15,4-7 44 0,-4-3 100 0,4-7-48 0,0-9-212 16,0 0-172-16,0 0-128 16,0-6-216-16,0-7-556 0,4-6-672 0,-4-3-2197 15,4 3-955-15,0-16 3244 0</inkml:trace>
  <inkml:trace contextRef="#ctx0" brushRef="#br0" timeOffset="76366.6">27089 3264 2880 0,'0'0'116'0,"0"0"7164"0,0 0-5731 0,0 0-537 16,0 0 184-16,0 0 372 0,87-23-400 16,-71 23-312-16,-4 7-188 0,1-1-188 0,-2 0-196 15,-3 1-112-15,-3 2-76 16,-1 1-96-16,-4 2-48 0,-4 1 48 16,-9 3 0-16,-2 6-172 0,-9-2-172 0,-4 2-248 15,-4 0 0-15,4-6-144 0,0 0-28 16,4-7-280-16,4-3-528 0,0-6-540 15,0 0-1861-15,12-6-1407 0,0 0 3920 0</inkml:trace>
  <inkml:trace contextRef="#ctx0" brushRef="#br0" timeOffset="76728.21">27408 2917 1644 0,'0'0'8604'0,"0"0"-4759"0,0 0-3049 16,0 0-28-16,0 0 612 0,0 0 8 16,0 0-316-16,11 79-488 0,-15-56-336 15,0 3-176-15,-3 2 36 0,3-6-108 16,-5 0-84-16,5-2-148 0,4-5-136 0,0-4-12 16,0-5 48-16,4 0 12 0,5-6-12 15,-1 0 72-15,3-4 52 0,6-2 72 16,2-7 12-16,1-2 36 0,0-5 76 0,5 1 8 15,-2 0-8-15,-3-3 12 16,4 3 0-16,-5 4 48 0,2-1 16 0,-5 5 36 16,-4 6 160-16,-1 2 12 15,-7 3-16-15,1 0-20 0,-1 6-76 16,0 3-12-16,-4 4 48 0,0 6 160 0,0 3 8 16,0 0-156-16,-8 4-84 0,3-1-124 15,-3 1-100-15,5 0-312 0,-1 2-460 16,4 0-460-16,-4-6-1072 0,0 10-3205 15</inkml:trace>
  <inkml:trace contextRef="#ctx0" brushRef="#br0" timeOffset="77308.874">27794 3765 6520 0,'0'0'7717'0,"0"0"-6077"16,0 0-1060-16,0 0-32 0,0 0 580 0,0 0 92 15,0 0-48-15,0 0-428 0,91-25-292 16,-59 22-199-16,-4-4-129 0,0 4-64 16,4-1-4-16,-4 2-56 0,4-5-72 15,-4 5-196-15,4-5-329 0,-4 4-123 0,-8-1-340 16,-5 4-396-16,-2 0-1116 0,-9 0-1977 16,-8 14-2327-16</inkml:trace>
  <inkml:trace contextRef="#ctx0" brushRef="#br0" timeOffset="77474.669">27858 4007 820 0,'0'0'12365'0,"0"0"-10197"0,0 0-1816 0,0 0 36 15,0 0 700-15,0 0 300 0,0 0-184 16,96 28-532-16,-61-31-368 16,5-6-304-16,8-1 0 0,-4-2-316 0,8-1-172 15,-9 0-432-15,5 1-400 0,0-2-1296 16,-16 5-3201-16,8-3-3454 0</inkml:trace>
  <inkml:trace contextRef="#ctx0" brushRef="#br0" timeOffset="78094.186">28766 4889 940 0,'0'0'13497'0,"0"0"-11605"0,0 0-1328 0,0 0 192 16,0 0 568-16,0 0-124 0,0 0-224 0,0 0-416 16,0 0-247-16,0 0-81 15,0 0-232-15,-24-10-64 0,33-24 56 16,-2-8-52-16,1-8 12 0,4-7-28 0,-7-7-8 15,2-7-73-15,-3-4-15 16,0-1-60-16,4-6-48 0,-4 2 12 16,8 3-12-16,0 4 24 0,0 4 112 0,4 3-104 15,0 1 28-15,3 9-12 0,2 5 72 16,3 2 12-16,0 9 136 0,-1 2-36 16,5 12-52-16,0 1 16 0,-4 8-40 15,4 3 12-15,-4 7 52 0,-4 0 52 0,0 4 8 16,-5 1 0-16,-2 2 48 15,-5 2 4-15,-1 4 68 0,-3 5 80 0,5-2 68 16,-5 7-8-16,-1 0-76 0,-3 6 36 16,4 0-24-16,-4 0-64 0,0-2-132 15,0 1-48-15,0-5 44 0,0 3 4 0,0-2 44 16,0-3-44-16,0 0-72 16,0 2 24-16,0-4 48 0,0 7 8 15,0-3 88-15,0 3 52 0,4-2 8 16,0-2-20-16,0 1 24 0,1 0-4 15,2-7-72-15,-3 4-32 0,4-3-40 0,0-4-4 16,-3 3 0-16,2-2-8 0,-7-4 4 16,4 3 4-16,-4-2-4 0,0-4 40 15,-8 6-40-15,-4-3 112 16,-7 3 20-16,-6 4-4 0,-6-4-132 0,-9 0-64 0,0-2-68 16,-4-1-172-16,-4-3-196 0,1 0-456 15,-2-3-876-15,14-1-2244 0,-14-2-2753 16</inkml:trace>
  <inkml:trace contextRef="#ctx0" brushRef="#br0" timeOffset="84292.83">13630 7109 4480 0,'0'0'68'0,"0"0"6152"0,0 0-4855 15,8-64-241-15,-8 45 96 0,0 3 104 16,0 3-196-16,0 4-172 0,-4 3-104 16,4 2-164-16,-4 4-184 0,-1 0-260 15,-2 4-236-15,-1 5-8 0,-4 7-44 0,4 9 44 16,-4 7 108-16,1 10 28 16,2 5 8-16,1 7-32 0,0 6-40 0,0 1-12 15,0-1-12-15,4 1-32 0,4-7 24 16,0-7-40-16,0-6 0 15,4-8 0-15,9-12 0 0,-2-5-48 0,1-6 8 16,8-3 36-16,0-7 4 0,0-4-12 16,0-6-232-16,0-2-156 0,-1-8-212 15,-2 5-212-15,-2-8-176 0,-6 7-432 0,-5-2-1048 16,0 5-1669-16,-4-6-1951 0</inkml:trace>
  <inkml:trace contextRef="#ctx0" brushRef="#br0" timeOffset="84452.265">13534 7419 3132 0,'0'0'1808'0,"0"0"4609"16,0 0-4725-16,0 0-736 0,0 0-160 16,0 0 136-1,0 0 212-15,0 0 120 0,0 0-352 0,88 10-348 0,-57-10-172 16,1-3-148-16,5-6-108 0,2-4-76 0,-3-6-60 16,0 0-220-16,0-4-392 0,-1-5-356 15,6-1-296-15,-13 7-588 0,11-18-3741 16</inkml:trace>
  <inkml:trace contextRef="#ctx0" brushRef="#br0" timeOffset="84626.643">14216 6969 9440 0,'0'0'4037'0,"0"0"-2905"0,0 0-112 15,75 25 408-15,-43-19-140 0,-4-6-512 16,8 0-332-16,-1-6-308 0,6-6-136 0,-5-4-276 15,-1 0-460-15,-3 0-280 16,-8-3-340-16,-4 7-876 0,-8-2-2289 0,-8 2-3527 16</inkml:trace>
  <inkml:trace contextRef="#ctx0" brushRef="#br0" timeOffset="84801.367">14399 7024 6384 0,'0'0'3192'0,"0"0"-1219"0,-28 72-945 16,23-37-84-16,2 3 436 0,-1 6 160 0,4 1-160 15,0 3-220-15,0-7-228 16,4 0-408-16,-1-3-316 0,-3-7-208 16,5 1-268-16,-5-10-444 0,0-2-84 0,4-8-8 15,-4-2-212-15,0-7-552 0,0-3-916 16,4 0-2345-16,-4-3-1767 16</inkml:trace>
  <inkml:trace contextRef="#ctx0" brushRef="#br0" timeOffset="84945.845">14366 7388 4864 0,'0'0'5544'0,"0"0"-3027"16,0 0-1345-16,0 0-260 0,84-41 348 16,-56 28-104-16,0 3-300 0,0 1-228 15,0 0-320-15,-4 2-308 0,0 0-48 16,-4 4-484-16,-4 3-320 0,-4 0-180 0,-4 3-476 16,-8 11-1080-16,0-5-2141 15,-16 17-1743-15</inkml:trace>
  <inkml:trace contextRef="#ctx0" brushRef="#br0" timeOffset="85086.447">14426 7591 5260 0,'0'0'3120'0,"0"0"1469"16,0 0-3393-16,0 0-552 0,0 0-240 15,0 0 276-15,0 0 212 0,0 0 112 16,92-6-336-16,-55-10-320 0,6 0-192 16,0-3-156-16,2 0-68 0,2 3-204 0,-3-1-556 15,-4 6-540-15,-8 1-964 0,7 1-2793 16</inkml:trace>
  <inkml:trace contextRef="#ctx0" brushRef="#br0" timeOffset="90490.494">18973 6541 12333 0,'0'0'2328'0,"0"0"-1632"16,0 0-432-16,0 0 328 15,0 0 244-15,32 66 196 0,-29-28-256 16,-3 3-272-16,0 7-100 0,0 6 12 0,-3 0-148 16,-5 3-108-16,-5 0-52 0,-6 4-60 15,-1-1 28-15,-4-3-28 0,-4-3 12 16,1-10-48-16,-1-5 48 0,4-14-16 16,-1-6-40-16,1-6-8 0,5-10-76 0,3-3-104 15,0-14-204-15,0 0-76 0,4-9 84 16,0-5 24-16,4-5 36 0,0-1-112 15,0-1-84-15,4 0 280 0,4 6 236 16,0 4 36-16,0 9-32 0,0 3 72 16,4 5 156-16,0 3 140 0,4 3-4 15,4 2-36-15,0 0 12 0,7 7 36 16,2 4-36-16,3 6-52 0,4 2-96 16,0-1-124-16,0 2-72 0,-1 2-4 15,1-3-4-15,0-3-136 0,0 3-272 0,0-7-136 16,0 1-24-16,0 1-188 0,-4-9-152 15,4 1-524-15,-5 1-872 0,-3-7-1749 16,4 0-2435-16</inkml:trace>
  <inkml:trace contextRef="#ctx0" brushRef="#br0" timeOffset="90953.999">19635 7807 404 0,'0'0'10136'0,"0"0"-7047"16,0 0-1985-16,0 0-408 0,-45 67 4 0,38-67 180 16,3 0-72-16,0-10-168 0,-5-5-372 15,5-8-268-15,0-12 0 16,-3-3 112-16,7-12-100 0,-4-8 60 0,0-12-72 16,4-2 0-16,0-12-96 15,0-1 32-15,0-4-44 0,12 7-116 16,3 5 128-16,5 15 96 0,4 13 76 0,1 10 232 15,-2 9-76-15,1 10-32 0,0 4-56 0,-9 7-44 16,6 7-100-16,-9 2-8 16,0 0-52-16,-5 0 52 0,1 8-8 15,-8 2 4-15,0 5-36 0,0 4-76 0,-4 6 124 16,-7-2-8-16,-1 0-64 0,0-5 72 16,4-5 8-16,4-2 4 0,4-6-4 15,0-2-8-15,4 0 0 0,7 0 0 0,2 1 124 16,6-1-120-16,-2 4 0 0,2-5 56 15,-6 8-48-15,2-3 64 16,-6 2-16-16,-5 3-52 0,-1 2-4 16,-3 4 72-16,-3 1 44 0,-10 4-60 0,-2-1-12 15,-10-3-48-15,1 3-88 0,-8-6 16 16,1 0-16-16,-5-3-216 0,-4-4-40 16,-4-3-212-16,-3-3-272 0,-5-3-220 15,-8 0-680-15,16-3-792 0,-40-9-3309 16</inkml:trace>
  <inkml:trace contextRef="#ctx0" brushRef="#br0" timeOffset="91222.667">18204 6728 2508 0,'0'0'6288'0,"0"0"-4400"0,0 0-359 16,0 0-177-16,-60 95-156 0,56-57-340 0,0 7-76 16,4 8-68-16,8 12-104 15,4 3-140-15,4 9 52 0,8-1-64 16,0 1-100-16,4-5-172 0,4-2-124 0,4-3-60 16,3-10-80-16,1-2-64 0,4-9-188 15,3-7-296-15,6-7-176 16,-1-10-140-16,-1-10-460 0,1-9-868 0,-13-3-2053 15,14-15-2767-15</inkml:trace>
  <inkml:trace contextRef="#ctx0" brushRef="#br0" timeOffset="91477.286">20161 6835 7384 0,'0'0'7041'0,"0"0"-5929"0,0 0-292 15,86 24 164-15,-54-6-56 16,-4 4 144-16,4 7 4 0,0 6-420 16,1 6 429-16,2 7-445 0,-7 6-528 0,-5 3 8 15,-2-1-120-15,-10 8-4 0,-2 0-44 16,-9-1-160-16,-9 1-80 0,-6-4-76 16,-9-6-13-16,0-6 73 0,-4-6 0 15,1-9 12-15,-1-8-88 0,-4-8-108 16,0-7-272-16,-1-10-756 15,10 0-1568-15,-21-22-3061 0</inkml:trace>
  <inkml:trace contextRef="#ctx0" brushRef="#br0" timeOffset="91895.515">20786 5959 6644 0,'0'0'7277'0,"0"0"-5949"16,0 0-696-16,0 0-496 0,0 0 156 16,0 0 344-16,0 0 616 15,0 0-80-15,0 0 64 0,39 111-192 0,-31-50-315 16,-3 5-245-16,-5 7-144 0,0-3-48 16,0 0-16-16,0-3-172 0,-5-3-104 15,1-8-60-15,0-1-36 0,0-11-144 0,1-6-112 16,3-9-12-16,0-10-12 0,0-10-24 15,0-3-145-15,0-6-139 16,0 0-184-16,-4-6-248 0,0-10-304 0,0-6-1140 16,-1 0-1377-16,1-23-659 0</inkml:trace>
  <inkml:trace contextRef="#ctx0" brushRef="#br0" timeOffset="92104.749">20838 6020 340 0,'0'0'11965'0,"0"0"-9949"0,0 0-1208 15,0 0-52-15,0 0 272 0,0 0-72 0,0 0-104 16,83-29-164-16,-67 29-52 16,0 6-136-16,0 4-216 0,-4-1-164 0,0 7-60 15,-8 0-12-15,0 6-36 0,-4 4 88 0,-8 2-28 16,-12 4-72-16,-4 0-196 16,-4-1-96-16,0 2-208 0,-8-8-24 15,8-4 44-15,0-4-136 0,5-4-136 0,3-10-292 16,3 0-512-16,6-3-448 0,3-12-1973 15,8 1-1443-15</inkml:trace>
  <inkml:trace contextRef="#ctx0" brushRef="#br0" timeOffset="92494.243">21240 5756 9108 0,'0'0'4233'0,"0"0"-3609"15,0 0-156-15,0 0 580 0,0 0 508 0,0 0-216 16,0 0-432-16,0 0-440 0,40 73-200 16,-33-54-84-16,1 0-72 0,-8 3-40 15,0 4-68-15,0 6-4 0,-8-4-112 16,1 4-228-16,-1-4-76 0,-1-2-16 16,2-7 100-16,3-10 184 0,0-2 0 0,4-7 0 15,0 0 52-15,0-4-128 0,8-8 24 16,4-7-60-16,0-7 100 0,8-2 60 15,-5-7 96-15,10-1-4 0,-5 3 8 16,-5 0 48-16,2 8 0 0,-2 6 0 0,-2 3 212 16,-2 10 64-16,1 2-4 15,-3 4 16-15,-2 0 32 0,1 7-12 16,3 2-52-16,-2 4 16 0,-1 3-40 0,0 0-108 16,-5 3-12-16,6-1-100 0,-5 1-60 15,-4 4 0-15,0 0-136 16,0-1-328-16,0 3-136 0,-9 4-308 0,2-1-340 15,-1 3-900-15,0-7-2485 0,-12 4-4651 16</inkml:trace>
  <inkml:trace contextRef="#ctx0" brushRef="#br0" timeOffset="95306.142">21639 6936 340 0,'0'0'10064'15,"0"0"-8483"-15,0 0-889 0,0 0-76 16,0 0 336-16,0 0 132 0,0 0-12 15,0 0-52-15,0 0-412 0,0 0-100 16,60-8-40-16,-34 4-136 0,11 2-28 0,-5-5-168 16,0 3-124-16,0-1 84 15,-4 2-96-15,0-4-84 0,-5 0-160 16,1-2-420-16,-4 2-324 0,-1 1-216 16,-6 3-900-16,-5 3-2045 0,-8-3-2487 0</inkml:trace>
  <inkml:trace contextRef="#ctx0" brushRef="#br0" timeOffset="95464.203">21694 7064 10580 0,'0'0'1901'0,"0"0"-1261"0,0 0-296 16,0 0 456-16,0 0 136 16,80-10-208-16,-41 1-384 0,6-1-344 0,2 1-220 15,-3 0-1148-15,-8 2-1080 0,11-6-3061 0</inkml:trace>
  <inkml:trace contextRef="#ctx0" brushRef="#br0" timeOffset="97708.488">23538 6375 10048 0,'0'0'1677'0,"0"0"-1009"0,0 0-16 0,0 0 264 16,-27 70 312-16,11-31-168 16,0 8-212-16,0 7-192 0,-4 3-88 0,1 6-48 15,-9 4-176-15,0 3-64 16,0-3-108-16,-4-1-24 0,0-3-64 0,4-9-80 15,0-5-4-15,4-15 136 0,5-2-64 16,-2-10 16-16,1-2-80 0,1-5 0 16,2-5 0-16,2-4-8 0,2-3-132 0,-2-3-172 15,-1-3-100-15,4-6-28 0,-4-1 100 16,4-6-12-16,0-5 20 16,4-3 164-16,4-1-24 0,4-3-64 0,-4-2 136 15,4 5 100-15,0 10-40 0,4 2 60 16,0 8-8-16,0 0 152 15,4 5-104-15,8 0 136 0,0 10 152 0,3 3 60 16,6 6-24-16,3 2-56 0,0 9-20 16,3-5-36-16,-3 7-116 0,4-4-140 0,-4 1 8 15,0-4-12-15,0 0-84 0,-1-5-64 16,1-1-268-16,0-6-164 0,0-1-100 16,0-5-88-16,0-4-248 0,-4 0-520 15,4-3-644-15,-12 0-1677 0,4-10-2203 16</inkml:trace>
  <inkml:trace contextRef="#ctx0" brushRef="#br0" timeOffset="98538.111">23901 5886 1892 0,'0'0'1380'0,"0"0"524"0,0 0 1128 16,0 0-1028-16,0 0-343 0,0 0-137 0,17 70-164 16,-10-35-216-16,-3 6 36 15,-4 11-388-15,0 0-188 0,0 6-60 0,0 0-92 16,-4-1-132-16,4-7-272 0,-3-5-48 15,3-7-48-15,0-10-76 0,0-9 52 16,3-3-36-16,1-6-92 0,0-3-192 0,0-1-64 16,0-3-136-16,-4 0-152 15,0-3-360-15,0 0-508 0,0-3-516 16,0-4-877-16,0 0-3111 0</inkml:trace>
  <inkml:trace contextRef="#ctx0" brushRef="#br0" timeOffset="98768.565">23953 5985 1160 0,'0'0'4064'16,"0"0"60"-16,0 0-2912 0,0 0-115 0,0 0 107 15,0 0-108-15,0 0-272 16,88-63-232-16,-76 63-188 0,4 0-92 16,0 6-56-16,-5 2-84 0,2 3-60 0,-6 1-112 15,1 4-4-15,-8 3-68 0,0 3 56 16,-4 4-32-16,-7 2-256 0,-6 0-72 15,-2-2-52-15,-5 0 112 0,4-7 40 16,-4 0-144-16,0-3-124 0,4-4-260 16,0-2-448-16,4-7-529 0,4 0-303 0,-4-3-896 15</inkml:trace>
  <inkml:trace contextRef="#ctx0" brushRef="#br0" timeOffset="99342.944">24363 5588 3024 0,'0'0'628'16,"0"0"4124"-16,0 0-3160 0,0 0-95 0,0 0-73 16,0 0-304-16,0 0-308 15,0 0-120-15,0 0 140 0,0 0 40 16,0 0-204-16,21 76-296 0,-21-54-188 0,0 3-84 15,-4-5-44-15,-1 2-56 16,1-7-4-16,0-5 4 0,0 0-72 0,4-7-200 16,0 0-12-16,0-3 36 0,0 0 48 15,0 0 64-15,0 0 92 0,0 0 40 16,4-6 4-16,0-1 0 0,0 1-12 16,5-6-32-16,-5-1 44 0,3-1 88 0,1 2-80 15,-3 3-4-15,3-1 44 16,-1 1-44-16,-3 2 132 0,0 4 12 15,5 1 24-15,-9-2 4 0,4 4-40 0,-1-3-52 16,1 3 16-16,0 0-16 0,-4 0-32 16,4 0-52-16,-4 3-4 0,4 1-72 15,-4 1 64-15,4 2-60 0,-4 2-16 16,0 3 28-16,0-1-100 0,0 1-88 16,0 4-212-16,-4-4-176 0,0 5-180 15,0-2-280-15,0 5-424 0,4-11-1241 0,-4 7-2495 16</inkml:trace>
  <inkml:trace contextRef="#ctx0" brushRef="#br0" timeOffset="100341.157">24910 7572 2508 0,'0'0'7148'0,"0"0"-6296"0,0 0-580 15,0 0 321-15,-36 73 551 0,27-61 412 16,1-1-280-16,1-5-548 0,3-2-300 0,0-2 48 15,4-2 120-15,0-2-40 16,0-8-64-16,0-6-280 0,0-10-152 16,4-6 40-16,0-6 48 0,3-7 60 0,1-5-100 15,5-4-108-15,-2-6-12 0,6-7 8 16,-2-6-80-16,5-3 76 16,1-3-128-16,2 2 132 0,5 5-72 0,4 4 16 0,-4 8-12 15,3 9 72-15,-3 11 64 0,-3 4 12 16,-1 5-68-16,-1 5 0 0,-3 4 4 15,0 6 84-15,-4-1 76 0,0 9-84 16,-8 2-88-16,0 1-8 0,-4 5-140 0,-4 0-60 16,0 0 84-16,0 5-12 15,-4 4-36-15,-4 3 60 0,0 4 4 16,0 0-4-16,-4-3 48 0,8-1 52 0,4-2-96 16,0-1 32-16,0 1 16 15,4-4 60-15,4 7 92 0,4 0 68 16,0-4-84-16,4 5 24 0,4-6 20 0,-4 5 56 15,-5-3-116-15,6-1 52 0,-6 3-28 16,-3-1 28-16,-4-2-16 0,-4 4-20 16,0 0-28-16,0 2 124 0,-8 1-64 15,-7 0-8-15,-5 0-76 0,-1 0-24 16,-2-4-196-16,-1 1-48 0,4-7-64 0,1-2-84 0,2-1-116 16,2-3-172-16,-2 0-280 15,1-7-548-15,4-1-640 0,5-3-1729 16,-6-10-1999-16</inkml:trace>
  <inkml:trace contextRef="#ctx0" brushRef="#br0" timeOffset="100776.144">25838 5892 952 0,'0'0'7748'0,"0"0"-4639"16,0 0-2005-16,0 0-608 0,0 0 256 15,0 0 660-15,0 0-204 0,0 0-240 0,0 0-276 16,8 76-124-16,-8-47-188 16,0 6-72-16,-8 0-40 0,0 3 0 15,-1 0-96-15,-2 4-160 0,-1-5-12 0,0 5-4 16,0-3-108-16,-4-2 112 0,4-2-8 16,-4 0-76-16,4-3-40 0,1-7-44 15,2-3 92-15,1-2-32 0,4-7 44 16,4-1-80-16,0-5-28 0,0-1-100 15,0-3-72-15,4-3-136 0,0 0-104 0,5 0 16 16,-2 0-20-16,1-9-444 0,4-4-676 16,0-10-824-16,-4 7-1789 15,-4-14-1991-15</inkml:trace>
  <inkml:trace contextRef="#ctx0" brushRef="#br0" timeOffset="101001.537">25782 6064 2492 0,'0'0'5012'15,"0"0"-2860"-15,0 0-1300 16,0 0-103-16,0 0 331 0,0 0 160 0,76-44-228 16,-57 40-192-16,-2 4-180 0,2 0-172 0,-3 0-116 15,-4 0-116-15,1 4-76 16,-6-2-96-16,-3 8-52 0,-4 3 0 16,0-1 284-16,-11 8 4 0,-6 1-164 0,-2 3-136 15,-9 4-104-15,0 0-168 0,-4-2-76 16,4-1-112-16,4-6-164 15,0-6-120-15,8-4-152 0,0-2-296 0,8-4-356 16,1-3-721-16,3 0-847 0,4-16-2984 16</inkml:trace>
  <inkml:trace contextRef="#ctx0" brushRef="#br0" timeOffset="101359.337">26124 5845 7036 0,'0'0'3036'0,"0"0"-1119"16,0 0-1033-16,0 0-104 0,0 0 384 16,0 0 120-16,0 0-320 0,0 0-356 15,0 0-248-15,0 0-88 0,28 70 0 0,-28-45-100 16,0 1-76-16,-4-4-96 0,-3 0-112 16,3-3-160-16,4-3 12 0,0-4 140 15,0-8 8-15,0-1-36 0,0-3-76 16,8 0-24-16,-1-3 248 0,6-7 124 15,-2 1 0-15,10-7-36 0,-2 0-88 16,1-3-64-16,1 3 60 0,-2 0 4 16,1 4 0-16,-4 1 0 0,0 6 8 15,-4 2 264-15,0 3 12 0,0 0-72 0,-5 0-4 16,-3 6 4-16,5 0-4 0,-5 1-72 16,0 5-64-16,-4-3-64 0,0 8-8 15,0-2-84-15,0 1-104 16,0 3-116-16,-4 3-192 0,-4-2-208 0,3-1-220 15,1 2-748-15,1-4-1196 0,-1 2-3261 16</inkml:trace>
  <inkml:trace contextRef="#ctx0" brushRef="#br0" timeOffset="103757.612">26491 6906 1448 0,'0'0'444'0,"0"0"168"0,0 0 2384 15,0 0-796-15,0 0-436 16,0 0-320-16,0 0-171 0,0 0-69 0,0 0-60 16,0-20-200-16,4 20-148 0,-4 0-224 15,9 0-184-15,-2 0-92 0,1 0 236 16,8 3 112-16,4 0-152 0,4 4-248 16,-4-3-180-16,3-1-60 0,1-3-4 0,0 0 0 15,1 0-100-15,-1 0-380 0,-5 0-320 16,1 0-240-16,-8 0-440 15,0 5-1044-15,-8-1-2333 0,-4 3-2131 0</inkml:trace>
  <inkml:trace contextRef="#ctx0" brushRef="#br0" timeOffset="103893.789">26519 7071 5000 0,'0'0'624'0,"0"0"1964"0,0 0-1396 16,0 0-468-16,0 0 437 0,0 0 159 15,92 3-440-15,-57-6-484 0,6-4-260 0,2 2-136 16,1-2-88-16,4 4-104 16,4-4-432-16,-5 3-644 0,-11 1-1609 15,8 0-4003-15</inkml:trace>
  <inkml:trace contextRef="#ctx0" brushRef="#br0" timeOffset="108746.492">27881 6489 860 0,'0'0'7008'15,"0"0"-4844"-15,0 0-743 0,0 0-241 0,0 0 4 16,0 0-144-16,0 0-296 0,0 0-16 16,0 0 72-16,36 80-92 0,-36-36-80 15,-11 4 24-15,-5 6-172 0,-4 6-16 16,-4-3-132-16,-4 3-112 0,0 1-28 15,-4-4-128-15,-4 4-24 0,-3-4-40 0,-1 0 0 16,0-7 0-16,0-5 8 16,4-3 52-16,1-11-60 0,7-6 0 15,7-9 56-15,6-6 32 0,2-4-28 0,9-6 24 16,1 0-84-16,-1-3-88 0,0-10-120 16,4 1-156-16,0-11-124 15,4-5 228-15,7-4-20 0,2-6-100 0,2 3 60 0,6 0 60 16,-6 3 164-16,1 7 44 15,0 2 52-15,-4 11 0 0,0-1 48 16,-4 4-48-16,0 3 0 0,0-1 68 16,4 7 80-16,0 0-36 0,0 0-40 0,4 7 16 15,0 6 44-15,8 6 140 0,-5 0-40 16,9 6-24-16,-4 0-60 0,4 3-136 16,0 1-8-16,4 0 8 15,4-4-12-15,-4 3-36 0,3-5-100 0,-3-1-84 0,5 0-356 16,-5-3-224-16,-4 1-264 15,3-1-380-15,-7-3-576 0,-4-7-620 16,0 8-2033-16</inkml:trace>
  <inkml:trace contextRef="#ctx0" brushRef="#br0" timeOffset="111459.451">28866 8163 3316 0,'0'0'560'0,"0"0"392"16,0 0 2092-16,0 0-1436 0,0 0-432 0,-88 3 33 15,72-13 35-15,5-5-76 16,2-4-32-16,1-7-300 0,4-2-176 0,4-8-112 16,0-5-176-16,0-7-112 0,4-2-88 15,4-5-36-15,5-5 60 0,-2 0-196 16,1-4 100-16,4 1-52 0,0 3 0 0,4 0-48 15,-4-4-72-15,7 4 60 0,-2-4 0 16,3 5-112-16,0-2 48 16,4 4 68-16,-1 5 8 0,1 2-60 0,0 9 52 15,-4 0-40-15,4 5 44 0,-4 9-4 16,4 0-44-16,-5 2 44 16,5 6-40-16,-4 3 36 0,-3 3-64 0,-2 4-8 15,-7 2-28-15,-4 7-36 0,-4 0 12 16,-4 0-4-16,0 0 96 15,0 4 44-15,-4 2 4 0,-4 7 184 0,-4 3-52 16,-4 2-64-16,4 5-60 0,-4-1 0 16,9-3-12-16,-2-3-8 0,9 3-100 15,0-3 56-15,0 3 52 0,5 0-12 0,3 0 12 16,-1 0-8-16,5-3 8 0,0 3 0 16,4-3 0-16,0-4 4 0,0 5 52 0,0-2 156 15,0-5-100-15,-4 3 0 16,0-5 48-16,0 3-36 0,-8-5-76 15,4 1-36-15,-4-1 64 0,-4 0-28 0,0-3 48 16,0 0-8-16,-4 1 12 0,-4 2 280 16,-4 0 72-16,-4 1-280 15,-4-1-172-15,-4 0-140 0,1-3-128 0,-5 0-148 16,0 1-28-16,-4-1-184 0,0 0-80 16,-4 0-64-16,0 1-472 0,-4-2-476 15,4 3-600-15,1-3-793 0,7 1-1795 16</inkml:trace>
  <inkml:trace contextRef="#ctx0" brushRef="#br0" timeOffset="123478.068">12207 9385 680 0,'0'0'1576'0,"0"0"-1348"16,0 0-220-16,0 0-8 16,0 0 2840-16,0 0-1576 0,0-70-148 0,0 54-88 15,5 0 240-15,-1 1 45 0,0-2-129 16,3 2-176-16,-3 3-8 0,0 1-104 15,0 5-180-15,-4 3-100 0,5 3-180 0,-5 0-160 16,4 0-116-16,-1 3-72 16,1 3 60-1,4 7-12-15,-4 4 12 0,5 8 12 0,-2 6 64 16,-7 4-104-16,0 10-44 0,0 2 24 0,-7 8 8 0,-6 1-100 16,-2 8-8-16,-6-3-4 15,1-1-8-15,-8 0 4 0,5-6 8 0,-5-3 0 16,0-7 48-16,0-6-44 0,0-6 56 15,4-4-60-15,1-6-4 0,6-2-4 16,-3-8-4-16,8-5-88 0,5-7 100 0,-2 0 0 16,5-7 0-16,0-5-148 15,0-8-24-15,1-7 60 0,-1-3 0 0,4-5-96 16,0 1 72-16,0-4-88 0,4 2 64 16,3 5 12-16,1 5 24 15,5 7 112-15,-2 4 4 0,6 2-80 0,-6 6 40 0,2 4-40 16,2 0 24-16,2 3-12 15,2 0 68-15,1 10 8 0,4-1 100 16,-1 7 0-16,2 0-92 0,-1 6 4 0,0 3-4 16,4 5-8-16,-5-2 16 0,1 0-16 15,4 1-16-15,-4-1-32 16,0-2 48-16,4-3-8 0,-5-1-144 0,5-6-288 16,0-7-88-16,-4-4 140 0,1 0 112 15,-2-5-92-15,1 0-176 0,4-10-408 16,0 1-516-16,0-4-865 0,0-7-939 15,-8 8-3135-15</inkml:trace>
  <inkml:trace contextRef="#ctx0" brushRef="#br0" timeOffset="123758.607">13383 9464 8112 0,'0'0'4293'0,"0"0"-3473"16,0 0-32-16,0 0-168 0,0 0 72 16,0 0 0-16,-76-7-88 0,56 26-92 15,4 8-40-15,0 7 36 0,4 11 36 16,1 5-164-16,7 5-96 0,-1 2-64 0,5-2-92 16,0-5-128-16,9-6-4 15,-2-9-4-15,5-6-4 0,4-7-60 0,0-9 0 16,0-6 20-16,0-2-20 0,4-5-124 15,-5 0-272-15,2-5-248 0,-1-6-200 16,-4-2-352-16,-4 1-704 0,-5-4-868 16,1 6-1469-16,-8-9-271 0</inkml:trace>
  <inkml:trace contextRef="#ctx0" brushRef="#br0" timeOffset="123918.513">13200 9766 560 0,'0'0'10212'0,"0"0"-8387"16,0 0-653-16,0 0-308 0,0 0 420 0,0 0-216 0,0 0-152 15,0 0-64-15,0 0-224 16,103 26-200-16,-75-30-160 0,8-2-132 0,0-7-136 16,-1-6 0-16,2 3-208 0,-1-6-280 15,-5 3-252-15,5 0-308 16,-4 0-552-16,-8 7-1512 0,12-11-3609 0</inkml:trace>
  <inkml:trace contextRef="#ctx0" brushRef="#br0" timeOffset="124090.995">14056 9515 3160 0,'0'0'11929'0,"0"0"-10221"0,0 0-1124 0,0 0 396 15,0 0-120-15,88 13-408 16,-72-13 64-16,3-3 120 0,5-7-260 0,0 1-316 16,1-4-60-16,3 3-316 0,0-2-356 15,-5-2-160-15,-3 2-224 0,4-1-596 16,-8 7-1296-16,-4-3-2729 0</inkml:trace>
  <inkml:trace contextRef="#ctx0" brushRef="#br0" timeOffset="124259.584">14263 9464 4396 0,'0'0'8505'0,"0"0"-7397"16,-15 86-528-16,10-48 180 0,-3 10 172 0,4 3 376 15,-3-4-24-15,3 1-352 0,0-4-380 16,-1 1-432-16,5-4-120 0,-4-3-184 15,0 0-352-15,1-6-248 0,-5-1-216 16,4-6-244-16,-5-5-728 0,9-4-2165 16,-11-6-3319-16</inkml:trace>
  <inkml:trace contextRef="#ctx0" brushRef="#br0" timeOffset="124442.351">14152 9912 10152 0,'0'0'5657'0,"0"0"-4777"16,0 0-196-16,0 0 380 15,0 0-264-15,83-38 132 0,-63 32 32 0,5-5-456 16,3 0-227-16,-5 1-153 0,5-2-128 16,0 1-136-16,-4 2-133 0,-4 4-167 15,3-2-296-15,-6 3-148 0,-2 4-92 16,-6 0-400-16,-2 6-812 0,-7 7-472 0,0 4-553 16,-3-5-103-16,-21 14-2060 15</inkml:trace>
  <inkml:trace contextRef="#ctx0" brushRef="#br0" timeOffset="124592.809">14363 9950 156 0,'0'0'680'0,"0"0"192"0,0 0-24 15,-96 61 1748-15,72-43 1708 0,5-1-3128 16,2-6-251-16,10 3 127 0,7-4-108 0,0-1-208 16,0-6-88-16,11 3 56 0,5-6 104 0,5 0-212 15,-2 0-48-15,9-6 72 16,0-4-68-16,4-2-316 0,0-2-152 16,0 0-84-16,-1-3-52 0,-3 2-280 0,4 3-324 15,-4-2-248-15,0 1-412 0,-4 7-1112 16,8-7-3133-16</inkml:trace>
  <inkml:trace contextRef="#ctx0" brushRef="#br0" timeOffset="131477.263">9669 6785 8916 0,'0'0'4757'16,"0"0"-4045"-16,0 0-332 0,0 0-216 15,0 0 88-15,0 0 88 16,0 0 124-16,0 0 28 0,60 76 156 0,-44-28-300 15,-4 9-104-15,0 9-244 0,-4 8 0 16,4-5 0-16,-8-6-88 0,4-9-124 0,4-15 100 16,-4-11 100-16,0-12-48 15,-1-9 60-15,2-4 4 0,-1-3 84 0,-1-3-76 16,6-10 72-16,-1-3-68 0,3-9-16 16,-2 0-140-16,2-1-108 0,-2 1-24 15,-6 5-104-15,5 7 48 0,-3 7 64 16,2 6-52-16,1 4 92 0,0 8 224 0,4 11 124 15,0 2 52-15,0 6 40 0,0-3-4 16,-4 2-48-16,0-5 76 0,0-3 12 16,-1-9 56-16,-6-3 68 0,3-4 68 15,-4-6-84-15,3 0 84 0,1-6 380 16,1-6-164-16,2-12-316 0,2-7-172 0,2-4-164 16,2-7-8-16,2 2-88 15,-3-5 28-15,0-3-88 0,0 4-488 16,0-4-236-16,4 5-128 15,0-3-596-15,-8 11-1208 0,-1-9-3365 0</inkml:trace>
  <inkml:trace contextRef="#ctx0" brushRef="#br0" timeOffset="131656.242">10542 6848 8068 0,'0'0'4069'16,"0"0"-2765"-16,0 0-532 0,0 0 668 15,0 0-36-15,0 0-312 0,100-29-464 0,-77 14-356 16,5 2-148-16,4-3-124 0,0 4-236 0,-4-1-624 16,4-1-332-16,-4 6-404 15,-4 2-1276-15,0-5-2557 0</inkml:trace>
  <inkml:trace contextRef="#ctx0" brushRef="#br0" timeOffset="131790.731">10817 6823 6504 0,'0'0'4461'0,"0"0"-3533"0,0 0-288 0,-40 83 164 16,29-48 376-16,6 2-92 0,1 4-172 16,4 4-168-16,0 0-312 0,0 2-436 0,0-3-12 15,9 1-684-15,-2-1-772 16,-3-11-1092-16,4 11-4621 0</inkml:trace>
  <inkml:trace contextRef="#ctx0" brushRef="#br0" timeOffset="132290.701">11363 6541 3800 0,'0'0'8589'16,"0"0"-7417"-16,0 0-940 0,0 0-68 15,0 0 88-15,0 0 520 0,0 0-280 16,-60 91-128-16,36-50-76 0,-4 3 4 15,5 8-92-15,-5-4-188 0,0-1-4 0,7-5-8 16,1-12 76-16,5-3 148 0,7-8 76 16,8-7-40-16,0-2-60 15,4-4-64-15,7 1 48 0,10 2 164 0,7-3 96 16,4 0-188-16,3 1-12 0,5 2-108 16,-4-2-60-16,-5-1-4 0,-3 4-64 15,-4 2 104-15,-7 2-104 0,-9 0 52 16,-8 5 24-16,0 4 136 0,-8 6 40 15,-9 0-140-15,-7 6-72 0,-4-4-48 0,-7 3-8 16,-1 2-224-16,0-4-268 0,-12 7-336 16,1-6-124-16,-5 2-408 15,12-5-1140-15,-24 14-3693 0</inkml:trace>
  <inkml:trace contextRef="#ctx0" brushRef="#br0" timeOffset="133029.062">10092 9204 10376 0,'0'0'1185'16,"0"0"-517"-16,4-66 420 0,0 40 372 0,-4 7-40 0,4 6-168 15,-4 9-116-15,0 4-348 0,3 0-360 16,-3 11-208-16,4 8-60 0,0 9 244 16,1 13 56-16,-5 13-116 0,0 4-176 15,0 5-8-15,0-3-124 0,0-2-36 16,0-8-8-16,4-15-80 0,0-9-8 0,3-11-24 16,1-8 44-16,1-4 28 0,-1-3 0 15,3-10 44-15,2 1 0 0,-2-10-4 16,6 0-124-16,-2 0-28 0,2 3 28 0,-2 3 32 15,5 4-32-15,0 9 8 16,0 0 40-16,4 9 24 0,0 10-8 0,-5 7 68 16,2 2 100-16,-1 4-28 0,-5-4 0 15,-3 2-24-15,0-5 76 16,0-6 144-16,-3-3 36 0,-5-7 12 0,-1-3-96 16,1-6 21-16,-4 0 3 0,4 0 156 15,-4-3 120-15,0-3-168 16,4-7-112-16,0-3 100 0,5-9-208 0,-2 0-132 15,1-7-48-15,0-3-184 0,4 0-128 16,0 0-52-16,4-6-108 0,0-1-160 16,0-2-281-16,3-1-663 0,-2 1-1072 0,-6 10-2844 15,-3-15-2825-15</inkml:trace>
  <inkml:trace contextRef="#ctx0" brushRef="#br0" timeOffset="133210.269">10693 9204 6948 0,'0'0'8553'0,"0"0"-7033"16,0 0-776-16,0 0 480 0,0 0-96 15,0 0-324-15,92 6-76 0,-68-12-363 16,8-4-241-16,-4-2-124 0,4-7-305 16,-4 3-351-16,0 0-248 0,0 1-196 15,-5-2-580-15,-7 8-1168 0,-4 2-1781 16,-8 7-1059-16</inkml:trace>
  <inkml:trace contextRef="#ctx0" brushRef="#br0" timeOffset="133372.685">10889 9150 3116 0,'0'0'7776'0,"0"0"-5555"15,0 0-685-15,-48 67-364 0,40-33-292 0,4 2-132 16,-1 5 240-16,2 0 84 0,3-3-240 16,0 0-188-16,0-2-316 0,8-5-328 15,-4-3-72-15,8-5-548 0,-5-7-248 16,10-3-128-16,-2-13-364 15,5 0-668-15,-3-10-968 0,15-22-2513 16</inkml:trace>
  <inkml:trace contextRef="#ctx0" brushRef="#br0" timeOffset="133616.549">11307 9043 11717 0,'0'0'4268'0,"0"0"-3488"15,0 0 16-15,0 0 340 0,-47 66 40 0,22-34-124 16,1-1-360-16,4 4-251 0,1 1-129 15,2-5-92-15,6-2-100 0,7-4-72 16,4-6-48-16,4-3-48 0,7-4 0 16,6 1 36-16,-2-2 0 0,9-6 4 15,-3 4 0-15,2-5-52 0,-3 3-12 0,-4-5-64 16,0 4 16-16,-4 1 24 16,-4 3 84-16,-8 3-48 0,0 1 48 0,0 3 0 15,-8 5-136-15,-8 0-49 0,1 1 29 16,-6-4-28-16,1 1-192 15,1-9-296-15,-2-1-208 0,1-6-428 0,5-4-1480 16,-9-7-3701-16</inkml:trace>
  <inkml:trace contextRef="#ctx0" brushRef="#br0" timeOffset="133917.969">12227 9062 12377 0,'0'0'5672'0,"0"0"-4316"0,0 0-464 16,0 0-24-16,0 0-360 0,0 0-167 15,0 0 47-15,0 0 84 0,0 0 208 16,0 0-296-16,104-13-236 0,-73 0-148 0,6 1-108 16,-1-5-216-16,-4 4-280 15,-1-2-160-15,-3-1-149 0,0 0-391 0,-8 0-884 16,-4 6-2376-16,3-5-2213 0</inkml:trace>
  <inkml:trace contextRef="#ctx0" brushRef="#br0" timeOffset="134077.044">12614 8797 496 0,'0'0'11653'16,"0"0"-10173"-16,0 0-780 0,0 0 248 0,0 0 372 15,-5 67-4-15,5-44-192 0,9 5-400 16,-1 4-320-16,3 3-272 0,-2 7-132 16,3 2-64-16,-5 0-560 0,2 7-308 15,-1 3-368-15,-1-16-996 0,-3 19-3153 16</inkml:trace>
  <inkml:trace contextRef="#ctx0" brushRef="#br0" timeOffset="137301.387">19949 9413 4028 0,'0'0'7765'16,"0"0"-6089"-16,0 0-788 0,0 0-368 16,0 0 400-16,0 0 96 0,0 0-296 0,0 0 0 15,0 0-44-15,44 77-232 0,-44-30-188 16,0 8 40-16,-12 2-52 16,-1 0-72-16,-2 0 32 0,-9-3 4 0,0 0 60 0,-4 0-12 15,-4-4-108-15,0-5-16 16,0-3-60-16,0-8-64 0,4-5 0 0,5-10-8 15,3-4 44-15,8-8-44 0,4-7-252 16,0 0-64-16,0-7 8 16,5-5-56-16,3-4-4 0,-4-6 64 0,-1-4 96 0,5-2 60 15,-4-3 12-15,4 6 132 16,0-5-68-16,0 8 24 0,0 3 40 16,9 0-44-16,-2 3 52 0,9-1 224 0,0 9 44 15,0 2-60-15,8 1 0 16,4 3-48-16,0 2 24 0,4 0-52 15,-4 2 28-15,3 5-40 0,1 3-76 0,0-1-44 16,-8 1-60-16,0 0-96 0,-1-1 20 16,-2-3-72-16,-1 1-84 15,-5-4-76-15,-2 0-72 0,-1 0-92 0,-1-3-108 16,-2 0-280-16,-1 0-672 0,-1 0-792 0,-3-3-753 16,0-10-1891-16</inkml:trace>
  <inkml:trace contextRef="#ctx0" brushRef="#br0" timeOffset="137537.787">20371 9350 9020 0,'0'0'4457'0,"0"0"-2961"0,0 0-500 0,0 0-244 15,0 0 516-15,0 0-72 0,0 0-120 16,0 0-428-16,91 13-404 0,-70-13-244 16,-1-6-40-16,4-1-364 0,-5 1-208 0,2-4-132 15,-2 4-268-15,-3-4-760 16,0 4-2068-16,-4-10-1993 0</inkml:trace>
  <inkml:trace contextRef="#ctx0" brushRef="#br0" timeOffset="137709.921">20762 9026 5288 0,'0'0'7281'0,"0"0"-5613"0,0 0-860 15,0 0-92-15,0 0 252 0,0 0-24 0,-8 92-300 16,4-63-360-16,-5 3-148 0,5-1-136 16,-3 2-100-16,3 0-332 0,-8 3-420 15,0 2-336-15,0-3-448 0,0-7-1236 16,-15 10-3113-16</inkml:trace>
  <inkml:trace contextRef="#ctx0" brushRef="#br0" timeOffset="138132.772">19113 9528 7596 0,'0'0'2176'0,"0"0"-1464"16,0 0-404-16,0 0 105 0,-77 44 283 0,57-28 112 16,1 6 136-16,-1 0-236 0,4 8-240 15,0 4-124-15,4 7 8 0,3 10 0 16,2 7 64-16,3 5 172 0,0 3-152 16,4 5-128-16,0 1-120 0,0 2-80 0,0-4-108 15,0-4 0-15,8-6-8 16,-1-5-40-16,10-5-76 0,3-9-348 0,3-3-24 15,9-6-72-15,5-7-60 0,2-5-112 16,9-7-328-16,4-10-476 16,0-3-269-16,-13-7-855 0,25-19-1980 0</inkml:trace>
  <inkml:trace contextRef="#ctx0" brushRef="#br0" timeOffset="138418.564">21149 9528 12673 0,'0'0'1896'0,"0"0"-1328"16,0 0 48-16,79 29 228 0,-55-14 224 0,-4 7-4 16,3 1-228-16,-3 3-312 0,1 5-180 15,-2 1-148-15,-6 6-148 16,-6 6-48-16,-3 0-12 0,-4 7 4 0,-8 6-76 15,-8 2-4-15,-7-1 88 0,-5-3-4 16,-4-4-68-16,0-7 24 0,0-5-4 16,1-9-216-16,-1-3-148 0,0-8-60 15,4-7-104-15,-4-9-36 0,4-3-304 16,4-9-508-16,7-4-1556 0,2-26-4141 0</inkml:trace>
  <inkml:trace contextRef="#ctx0" brushRef="#br0" timeOffset="138892.014">21734 8674 3148 0,'0'0'7548'0,"0"0"-6187"0,0 0-337 0,0 0 276 15,0 0 312-15,56 95-436 0,-48-54 64 0,-4 4-356 16,-4 6-196-16,0 6-88 0,0 0-88 16,0-1-196-16,-4 2-124 0,-4 0-188 15,-1-7-4-15,2-1 0 0,3-9-96 16,0-6-148-16,0-10-12 0,4-6-12 0,-5-12-132 15,5-3-164-15,0-4-100 0,0 0-48 16,0-4-32-16,0-9-388 0,0-2-796 16,0-11-1272-16,0 4-2365 0</inkml:trace>
  <inkml:trace contextRef="#ctx0" brushRef="#br0" timeOffset="139106.784">21753 8788 6836 0,'0'0'2740'16,"0"0"-755"-16,0 0-933 15,0 0-360-15,0 0 324 0,0 0 172 0,0 0-108 16,0 0-208-16,92-22-204 0,-79 35-124 16,-6-1-164-16,5 4-148 15,-7 3-180-15,-1 4-4 0,-4-1-36 0,-4 6-12 16,-13 4-72-16,-3 0-140 0,-3-1-120 0,-1-1-36 16,-4-3-28-16,0-4 12 0,0-1 0 15,4-9-40-15,5-4-100 0,6-6-256 16,-2-3-520-16,6-3-600 0,5-3-989 15,0-13-2163-15</inkml:trace>
  <inkml:trace contextRef="#ctx0" brushRef="#br0" timeOffset="139459.356">22144 8553 2980 0,'0'0'9349'0,"0"0"-7589"0,0 0-748 0,0 0 196 16,17 92 24-16,-17-63 4 16,0 3-252-16,-5 0-544 0,1 2-208 0,0-2-196 15,0-4-36-15,4 2-8 0,0-12-188 16,0-2-72-16,0-6 0 16,0-4-52-16,8-3 24 0,1-3-72 0,2-6 172 15,1-4 196-15,8-9 0 0,-3 1 0 16,6-8-76-16,-3-3-20 0,0 1 24 15,-4-1 72-15,0 0 0 0,-1 1 0 0,2 3-4 16,-6 8 4-16,-3 4 12 16,1 7 176-16,-5 6 56 0,0 0-8 0,-1 4 44 15,1 5 16-15,0 8-124 0,0-3-28 16,0 9-32-16,1 3-112 0,-5 2-24 16,0-2-88-16,0 2-476 0,0 1-348 15,0-1-228-15,0-5-1552 0,0 5-3641 0</inkml:trace>
  <inkml:trace contextRef="#ctx0" brushRef="#br0" timeOffset="140059.714">22934 9982 9732 0,'0'0'5109'15,"0"0"-3273"-15,0 0-1128 0,0 0-372 16,0 0 268-16,0 0 652 0,95-16-120 0,-63 7-480 16,4-1-508-16,-1-3-148 15,1-3-76-15,-4 1-216 0,0 2-196 16,-4-1-392-16,-4 6-276 0,-8-3-776 0,-4 9-2696 16,-12 2-2781-16</inkml:trace>
  <inkml:trace contextRef="#ctx0" brushRef="#br0" timeOffset="140224.877">22985 10137 7524 0,'0'0'7333'0,"0"0"-5821"0,0 0-1164 0,0 0 164 15,0 0 268-15,0 0 328 16,0 0-16-16,80 35-396 0,-52-35-356 0,7-6-268 16,1-1-72-16,9-5-400 0,-6-1-260 15,1-3-184-15,-1 7-400 0,2-4-848 16,-13 7-2732-16,7-8-4285 0</inkml:trace>
  <inkml:trace contextRef="#ctx0" brushRef="#br0" timeOffset="140940.98">24985 9404 3312 0,'0'0'9601'0,"0"0"-7885"0,0 0-1364 16,0 0-288-16,0 0 504 0,0 0 312 0,0 0 216 16,0 0-268-16,0 0-76 15,72 95-300-15,-68-47-208 0,-4 6-120 0,0 7 24 16,-12 5 20-16,-4 0-8 0,-4 8-88 15,1-8-60-15,-6 1 4 0,-3-6-16 16,4-11 0-16,-4-3 48 0,4-7 12 16,1-7 4-16,-1-3-60 0,4-9-8 15,0-4-76-15,0-5-176 0,4-6-148 16,0-2-84-16,4-4 56 0,0 0 16 16,4-10 168-16,5-2-72 0,-6-5-40 15,9-2 124-15,0-6 12 0,0 4 64 0,5-5 84 16,6 3 76-16,10 7 136 0,-2 3 200 15,9 7 88-15,0 3 32 0,11 3-100 16,-2 0-172-16,6 3 52 0,-3 7-52 16,4-4 48-16,-4 3-48 0,3 1-112 15,2 0 48-15,-2-4-120 0,-2 1-220 0,-2 0-344 16,1-5-188-16,-4 1-116 16,-9 0-188-16,1-3-1200 0,-7 0-2129 15,-6 0-2731-15</inkml:trace>
  <inkml:trace contextRef="#ctx0" brushRef="#br0" timeOffset="141423.065">25488 8938 5744 0,'0'0'2484'0,"0"0"-76"0,0 0-1315 16,0 0-425-16,0 0 188 0,0 72 668 16,0-37-88-16,0 3-376 15,0 7-280-15,0 2-124 0,0 4-164 0,0-1-148 16,0 2-28-16,0-5-96 0,0 2-108 15,-5-5-112-15,1-6-44 0,0-4-68 16,0-5-48-16,4-6-120 0,-4-8-188 16,4-5-108-16,0-7-4 0,0 1-76 0,0-4-204 15,0-4-500-15,4-6-928 0,-4-6-565 16,4 4-2835-16,-4-17 2204 0</inkml:trace>
  <inkml:trace contextRef="#ctx0" brushRef="#br0" timeOffset="141622.392">25475 9096 1044 0,'0'0'9272'0,"0"0"-7891"16,0 0-805-16,0 0 164 0,0 0 484 0,0 0-64 15,0 0-264-15,0 0-436 0,84 13-232 16,-72-4-92-16,0 4 36 0,-4-3-60 16,-4 2-60-16,-1 4-52 0,-3 0-100 0,-3 3-48 15,-9 3-116-15,-8 3-136 16,0 0-176-16,0 2-56 0,-4-2-136 0,0-6-172 15,0-3-180-15,8-7-180 0,-4-6-273 16,12-3-1163-16,-8-3-3104 0</inkml:trace>
  <inkml:trace contextRef="#ctx0" brushRef="#br0" timeOffset="141976.16">25842 8928 5184 0,'0'0'6233'16,"0"0"-5077"-16,0 0-492 0,0 0 252 16,11 73 448-16,-11-50-120 0,0-4-548 15,0 0-472-15,0 2-224 0,-4-5 0 16,4-3-88-16,0 0 0 0,0-7-84 0,0-3-40 16,0 1-52-16,0-4 16 0,4 0 224 15,1-4 24-15,-1-2 212 16,4-1-36-16,-1-2-28 0,2-4-88 0,3 1-8 15,-5-4 36-15,6 2-80 0,-2 2 4 16,1 3-12-16,1-3 0 16,-2 5 44-16,-3 3 56 0,4 1 72 15,0 3-72-15,-4 0 48 0,4 7 76 16,-4 5 12-16,-4 2 120 0,0 5 112 0,0-1-272 0,-4 5-196 16,0 2-200-16,-4 0-208 0,0 1-244 15,-4-1-292-15,-3 0-808 16,2-3-2200-16,-14 7-2889 0</inkml:trace>
  <inkml:trace contextRef="#ctx0" brushRef="#br0" timeOffset="142408.204">24248 9557 4072 0,'0'0'5492'0,"0"0"-5028"0,0 0-348 16,0 0 400-16,0 0 245 16,0 0 291-16,0 0-44 0,-83-4-168 0,66 14-284 15,-3 9-192-15,1 3 28 0,2 10 96 16,2 6 92-16,-2 10 68 0,6 5-64 16,3 8-56-16,0 6-132 0,4 5-88 15,4 4-28-15,0 4 28 0,0 7-124 0,0-5-172 16,4 3 0-16,8-5-12 15,0-4-48-15,8-10-212 0,4-5-268 0,8-11-12 16,7-4-76-16,9-11-104 0,4-8 60 16,8-4-232-16,3-14-296 0,5-9-836 15,-20 0-1949-15,27-26-2027 0</inkml:trace>
  <inkml:trace contextRef="#ctx0" brushRef="#br0" timeOffset="142723.145">26615 9471 13685 0,'0'0'2112'0,"0"0"-1656"16,0 0-244-16,35 63 312 0,-26-37 404 0,-1 6 356 15,-1 0-464-15,1 8-380 0,-3 2-148 16,3 9-120-16,-5 3-112 0,1 3-48 16,-4 3 76-16,0 0-88 0,-11 7 0 15,-2-4-16-15,-6-2-116 0,2-1-160 16,-7-3-88-16,5-6-48 0,-5-10-12 16,0-3 96-16,0-6-76 0,-4-3-280 15,1-4-320-15,-5-6-788 0,-5-3-1220 0,9-6-2681 16,-23-8-203-16</inkml:trace>
  <inkml:trace contextRef="#ctx0" brushRef="#br0" timeOffset="143275.043">26902 9043 3268 0,'0'0'8029'0,"0"0"-6185"16,0 0-672-16,0 0-376 0,0 0 248 16,0 0 280-16,0 0-224 0,0 0-300 15,0 0-188-15,-13 66 412 0,45-57-280 16,4 1-319-16,5-7-173 0,2-3-252 0,0 0-48 15,-2-6-252-15,2-7-65 16,-3-3-231-16,4 0-100 0,-4-7-220 0,-4 2-500 16,-8 9-1460-16,0-18-3461 0</inkml:trace>
  <inkml:trace contextRef="#ctx0" brushRef="#br0" timeOffset="143449.014">27492 8649 4376 0,'0'0'9397'0,"0"0"-7841"0,0 0-1288 0,0 0-256 16,0 0 592-16,0 0 432 0,3 98 188 15,1-54-436-15,-4 3-384 0,8 5-256 16,-4 5-148-16,0 0-8 0,1 7-348 16,-2-1-380-16,1 3-364 0,0 1-424 0,0-19-1616 15,-4 22-4493-15</inkml:trace>
  <inkml:trace contextRef="#ctx0" brushRef="#br0" timeOffset="152682.79">28160 9950 6716 0,'0'0'5613'0,"0"0"-4069"15,0 0-1140-15,0 0-300 0,0 0 364 0,0 0 324 16,0 0 388-16,0 0-260 0,0 0-316 15,0 0-196-15,0 0-28 0,56-10 88 16,-32 7 48-16,-3 0-188 0,2 3-144 16,1-3-92-16,0 0-92 0,0 0-60 0,-1 0 12 15,1-1-272-15,-3 1-316 0,-1 0-172 16,-5 3-268-16,2 0-416 0,-10 0-1188 16,-3 0-2181-16,-4 10-2359 0</inkml:trace>
  <inkml:trace contextRef="#ctx0" brushRef="#br0" timeOffset="152839.712">28248 10128 3892 0,'0'0'8465'0,"0"0"-6845"15,0 0-1376-15,0 0 44 0,0 0 696 16,0 0-88-16,0 0-148 16,80 3-388-16,-52-9-360 0,8-1 0 0,0 1-436 0,-1 3-388 15,-3 0-156-15,4 0-504 16,-12 3-776-16,12-4-2637 0</inkml:trace>
  <inkml:trace contextRef="#ctx0" brushRef="#br0" timeOffset="161126.802">29930 9506 5700 0,'0'0'6393'0,"0"0"-5177"15,0 0-976-15,0 0-136 0,0 0 340 0,0 0 604 16,0 0 200-16,0 0-340 0,0 0-336 16,32 88-64-16,-32-56 32 0,-4 6-120 15,-9 7 80-15,2 6-132 0,-13 2-88 16,-1 5-168-16,-3-1-56 0,-3 0-52 15,-5-3 4-15,0 0 4 0,-3-3 0 16,-1-1-4-16,3-5 0 0,-2-3 4 0,3-11 84 16,0 1-84-16,8-10 48 0,0-6 12 15,4-6-12-15,5-3 28 0,3-7-40 16,4 0-48-16,0-7-80 0,0-6-100 16,4-7-4-16,3-5-36 0,2-9-72 15,3-4 60-15,12-6-12 0,4-2 108 16,4 5 52-16,4 6-76 0,-1 7 24 0,-3 9 88 15,4 2-48-15,1 11 96 16,-2 4 4-16,1 2 180 0,-4 0-36 16,4 12-76-16,-4 1 152 0,0 2-168 0,0 4-52 15,-1 7 152-15,-2-1-72 0,2 4-84 16,-3 0 4-16,5-1 28 0,-6 1-32 16,2-7-84-16,-2-3-100 0,1 0-100 15,0-6 128-15,4-1-128 16,-4-2-60-16,4-7 48 0,-5 0-312 0,6-3-248 0,-5 0-196 15,3-9-552-15,1-4-472 16,-4 3-865-16,0-15-2031 0</inkml:trace>
  <inkml:trace contextRef="#ctx0" brushRef="#br0" timeOffset="161421.899">30296 9525 9712 0,'0'0'3065'0,"0"0"-2057"15,0 0-996-15,0 0 368 0,0 0 768 0,0 0 348 16,0 0-440-16,83 0-612 0,-62 3-220 0,-1 0-140 16,-1-3-84-16,2 0-84 15,-1 0-4-15,-1 0-96 0,5-3-596 16,0-3-416-16,-3-4-544 0,-2 4-1132 0,1-13-2777 16</inkml:trace>
  <inkml:trace contextRef="#ctx0" brushRef="#br0" timeOffset="161609.317">30826 9182 10544 0,'0'0'3245'0,"0"0"-2269"0,0 0-600 0,0 0 380 0,-28 73 596 16,20-41-372-16,5 6-132 0,3 6-504 15,0 4-296-15,0 3-48 16,0-1-292-16,0 7-276 0,0 0-260 0,0 4-376 15,0-17-1244-15,3 23-2905 0</inkml:trace>
  <inkml:trace contextRef="#ctx0" brushRef="#br0" timeOffset="174079.06">15981 6769 4652 0,'0'0'5604'0,"0"0"-3931"0,0 0 55 16,0 0-44-16,0 0-40 15,0 0-136-15,0 0-240 0,0 0-352 16,0 0-344-16,0 0-232 16,-28 73-83-16,0-38-37 15,-4 5-64-15,-4 6 0 0,0 1-20 16,-4 2-76-16,4-5-48 0,1 0-12 0,3 0-4 0,4-3-128 0,0 1 20 16,8-5-8-16,0 2 0 0,12-7 8 0,0 3 4 15,8-3 11-15,5-3 25 0,6 1 20 16,9 3-20-16,7-2 72 0,6 4 72 15,-1 1-60-15,12-1 209 0,-1-2-25 0,5 3-88 16,0-5-24 0,4 1-12-16,0-6 0 0,0-1-72 0,-5-6-48 15,1 0 0-15,-12-7 44 0,0-1-164 0,-4-5-100 16,-4-3-121-16,-4-3-123 16,-9 0-84-16,1-3-164 0,-4-7-196 0,-4 0-680 15,-3 1-1120-15,-5-16-3381 0</inkml:trace>
  <inkml:trace contextRef="#ctx0" brushRef="#br0" timeOffset="174315.692">15825 7128 8080 0,'0'0'6669'15,"0"0"-4805"-15,0 0-336 0,0 0-188 16,0 0-420-16,0 0-212 15,84-22 45-15,-36 15 11 0,8 4-304 0,11-4-184 0,4 2-8 16,6-5-112-16,7 0 124 16,-1-2-136-16,-3-2-108 0,0-5-36 15,-9 4-132-15,-7-1 36 0,-8 0-196 0,-9 7-204 16,-6-1-144-16,-10 7-137 0,-11 3-247 16,-12 3-468-16,-8 10-904 0,0-4-2392 15,-31 23-2709-15</inkml:trace>
  <inkml:trace contextRef="#ctx0" brushRef="#br0" timeOffset="174516.886">15977 7528 6444 0,'0'0'7965'0,"0"0"-6033"0,0 0-676 16,0 0-220-16,0 0 8 0,0 0-284 15,0 0 104-15,116-29-47 0,-69 16-273 0,9-2-180 16,8-4-136-16,-5 3-108 15,5 4-44-15,0-5-76 0,-1 4-52 16,1 1-68-16,0 5-304 0,-4-2-336 0,-1 6-421 16,-3-1-679-16,-16 4-2524 0,12 0-5485 15</inkml:trace>
  <inkml:trace contextRef="#ctx0" brushRef="#br0" timeOffset="175342.198">15829 9315 7856 0,'0'0'2772'0,"0"0"-731"15,0 0-957-15,0 0-132 0,0 0 192 16,0 0 24-16,0 0-100 0,0 0-132 16,0 0-520-16,-39 102-256 0,3-48-112 0,-8 3 52 15,-4 3-16-15,0 3 88 0,0 1-88 16,0 0-72-16,0 0 4 0,9-4 32 16,-1 0-36-16,8-6 48 0,8 0 76 15,4-7-4-15,12 1-44 0,4-10 20 16,4 1-24-16,8-8-32 0,12 1 56 0,4-1 88 15,8-2 60-15,8 4-28 16,3-8-20-16,5 2-39 0,5-2 63 16,-2 2-64-16,1-5-44 0,0 3-40 0,-5-6-76 15,-2 0 52-15,-10-6-60 0,1-1-12 16,0-5-36-16,-8-3-24 0,0-2-76 16,-8-2-216-16,3-2-85 0,-7-9-147 0,0-3-232 15,-4-9-412-15,-4 0-852 16,-8 4-1800-16,0-15-3073 0</inkml:trace>
  <inkml:trace contextRef="#ctx0" brushRef="#br0" timeOffset="175590.185">15459 9992 236 0,'0'0'6808'0,"0"0"-795"0,0 0-4209 16,0 0-444-16,0 0-100 15,0 0-248-15,0 0 132 0,84-48-92 0,-41 32-308 0,9 0-295 16,4 3-97-16,8 1-72 16,3 1-16-16,5 3 40 0,4-3 108 15,-1 5-88-15,1-2-192 0,-4 1-68 0,-1 0-64 16,-3 2-12-16,-5 1-52 0,-3-3-56 0,-8 1-316 16,-3 0-216-16,-14-1-196 15,-7 7-101-15,-8 0-519 0,-17 0-1200 0,2 7-2780 16,-21 12-1805-16</inkml:trace>
  <inkml:trace contextRef="#ctx0" brushRef="#br0" timeOffset="175807.383">15522 10385 12029 0,'0'0'3080'15,"0"0"-1084"-15,0 0-436 0,0 0-480 16,0 0-248-16,0 0-176 0,0 0-364 15,0 0 217-15,107-54-33 0,-51 32 20 16,4 3-220-16,4 0-204 0,4 3 16 16,4 4-76-16,-1-2 52 0,5 3-64 15,0-3-84-15,0 2-100 0,-5-1-288 16,5 3-388-16,-4 0-261 0,-1 4-699 0,-22 3-2184 16,9 0-3569-16</inkml:trace>
  <inkml:trace contextRef="#ctx0" brushRef="#br0" timeOffset="179790.062">10311 12258 4100 0,'0'0'496'0,"0"0"-496"15,0-73 2732-15,4 52-956 0,0-4-328 16,0 1-71-16,0 6-69 0,4 5-228 0,0 0-160 16,0 7-140-16,-5 3-136 0,5 3-160 15,1 0 0-15,-5 6 124 0,3 4-68 16,1 2-144-16,-3 7-92 0,-1 4-32 15,-4 2-40-15,0 7-72 0,-4 6-88 0,-5 3-24 16,-6 6-44-16,-2 4 0 0,-7 4 8 16,-3-5 76-16,-4 4 8 0,-2-7-84 15,1-3 60-15,0-4-64 16,0-9 4-16,0-3-12 0,4-9-48 0,1-2 44 16,3-8-64-16,0-3-4 0,4-6-76 15,1 0-48-15,2-6-84 0,2-10-64 0,-2-3-24 16,6-6 60-16,-2-4 112 15,2 1-40-15,3-1-48 0,-1-2 172 16,9 1-12-16,0 9 124 0,0 1-12 16,0 5 12-16,0 5 188 0,9 1-4 0,-1 2-60 15,-1 1-40-15,6 6 16 0,-2-3 12 16,10-1-12-16,2 4 96 0,5 0 24 16,4 7 0-16,8 6-20 0,-4-1 8 15,7 7-12-15,2 0-76 0,-6 6-72 16,-3 1-44-16,0-1 48 0,-1 1-44 15,-3 0 4-15,-4-4-4 0,0 0-8 16,-4 0-12-16,4-3-172 0,-7 0-112 16,2-3 16-16,1 3-112 0,4-3-224 0,-8 0-276 15,3-4-636-15,-3-2-884 0,5 6-2693 16</inkml:trace>
  <inkml:trace contextRef="#ctx0" brushRef="#br0" timeOffset="180222.493">11104 12452 4912 0,'0'0'7449'0,"0"0"-6273"16,0 0-580-16,0 0 52 0,0 0 296 0,0 0 324 16,0 0-412-16,0 0-276 0,0 0-112 15,0 0 124-15,83 0 128 0,-42 6-316 16,-2 1-136-16,-3-1-60 0,0-3-100 0,-1-3-108 16,2 0 0-16,-10-3-84 0,5-10-64 15,0 1-424-15,-4-4-296 0,0-3-288 16,-8-3-472-16,-5 5-1132 0,2-11-4213 15</inkml:trace>
  <inkml:trace contextRef="#ctx0" brushRef="#br0" timeOffset="180424.979">11346 12115 3420 0,'0'0'5512'0,"0"0"-4824"0,0 0 1953 0,-15 76-869 16,15-40-396-16,0 5-168 0,0 10-124 15,8 2-184-15,-1 11-236 0,2 6-248 16,-1 0-244-16,3 3-72 0,-2-3-100 16,3-3-84-16,-1-4-308 0,2-9-184 0,6-6-128 15,1-8-48-15,1-4-272 0,2-8-512 16,-3-8-1292-16,16-11-3393 0</inkml:trace>
  <inkml:trace contextRef="#ctx0" brushRef="#br0" timeOffset="180907.741">12227 13408 6976 0,'0'0'4469'0,"-7"67"-2649"0,-1-42-728 0,-5 0 96 16,2 3 268-16,-6-5 16 0,2-4-228 16,-5-9-364-16,4-7-320 0,-4-3-148 15,0-13-95-15,0-10-97 0,0-10-172 0,-4-16-48 16,0-14-124-16,5-17 28 0,2-9-25 15,2-9 9-15,6-7-20 16,1-3-124-16,8 4-120 0,0 0 144 0,13 1 48 16,6 11-36-16,1 6 220 15,8 11-4-15,4 7 8 0,-4 11 48 0,0 10 8 16,0 5-48-16,-5 7 148 0,-2 7 20 16,-1 9-56-16,-5 6-40 0,-7 4-84 0,1 6-56 15,-9 3-80-15,4 0 36 16,-4 9 100-16,0 10 148 0,-4 6 56 15,-5 10-32-15,1 6-112 0,-3-2-12 16,2-1-36-16,1-9 208 0,8-11-76 0,0-1-144 16,4-5-180-16,9-3 120 15,2 2 60-15,9 1 44 0,0-2 0 0,4-1-40 16,4 0-4-16,-4 1 12 0,0-1-8 16,-5 4 4-16,-2-3 4 0,-6 2 36 15,-2 1-44-15,-6 0 44 0,-7 3 76 16,0 3 45-16,-4 3-45 0,-12 3-52 15,-3 4-72-15,-5-1 0 0,-4 1-232 0,-8-3-133 16,-4 2-147-16,-8-2-180 0,-8-1-80 16,1 1-384-16,-13-5-792 0,-8-2-984 15,20-3-2537-15,-39 3-2219 0</inkml:trace>
  <inkml:trace contextRef="#ctx0" brushRef="#br0" timeOffset="183239.535">9398 12172 4924 0,'0'0'1824'0,"0"0"1276"16,0 0-2096-16,0 0-499 0,0 0 239 15,0 0 24-15,0 0 188 0,0 0-132 16,0 0-80-16,-84-57-128 0,73 57-12 0,3 0-56 15,-4 4-148-15,4 5-276 16,-4 7-28-16,0 6 56 0,4 9-4 16,-4 11 120-16,4 9-20 0,0 12-88 0,4 7-60 15,-4 7-96-15,5 2 8 0,-1 0-8 16,4 2-4-16,0-9-8 16,0 1-164-16,4-6-348 0,7-2-208 0,6-3-144 15,2-6-184-15,5-4-396 0,0-11-796 16,0-10-969-16,12-2-1975 0</inkml:trace>
  <inkml:trace contextRef="#ctx0" brushRef="#br0" timeOffset="184105.558">13116 12169 6656 0,'0'0'636'0,"0"0"3457"15,0 0-2833-15,0 0-152 0,0 0 96 0,0 0-36 16,84 22-212-16,-56-5-176 15,4 5-136-15,-5 0-104 0,1 7-172 16,-4 2-60-16,-4 1-52 0,-4 7-120 0,-8 1-28 16,0 5-100-16,-8 2 52 0,0 2 4 15,-4 1-16-15,-8 1-44 16,-4-1 8-16,-4 1-8 0,0-1-4 0,0 2-124 16,0-8-168-16,-4-3-24 0,5-8-92 15,2-5-32-15,2-6-152 0,-2-6-240 16,6-3-324-16,-2-7-320 0,6-2-968 15,-5-4-3125-15</inkml:trace>
  <inkml:trace contextRef="#ctx0" brushRef="#br0" timeOffset="191106.921">5490 12290 11805 0,'0'0'4432'16,"0"0"-3408"-16,0 0-788 0,0 0-224 15,0 0 248-15,0 0 320 0,0 0 568 16,40 99-268-16,-24-45-224 0,4 12-120 16,-1 14-171-16,1 9-85 0,5-1-76 0,-6 8-120 15,-3-11-84-15,0-5-100 0,0-17-188 16,-1-19 68-16,-2-14 39 0,2-18 33 15,-2-5 4-15,2-7-28 0,2-14 28 0,2-8 56 16,5-13-32-16,-3-12-88 16,3-7-60-16,-5-10 48 0,-3 1 36 0,0 0 36 15,-4-1 136-15,0 7-72 16,4 3-16-16,0 10-8 0,4 8-100 0,4 14-16 16,-1 17 224-16,1 5 104 15,4 8 116-15,-3 11-84 0,-1 12 108 0,-5 11-96 16,-3 9 48-16,0 6-24 0,-8 4 20 15,-4 2-8-15,0-6 0 0,-4-6 12 16,0-9 168-16,0-14 85 0,0-9-133 16,0-9-96-16,4-7-40 0,-4-3 36 0,0-3 88 15,4-10 24-15,0-9-136 0,0-13-84 16,8-9 12-16,0-14-80 0,4-5-40 16,0-8-72-16,0 2-48 0,3 2-328 15,2 10-24-15,-6 3-72 0,5 13-161 16,1 0-63-16,-2 6-280 0,5 3-760 15,-8 9-1144-15,4-5-3213 0</inkml:trace>
  <inkml:trace contextRef="#ctx0" brushRef="#br0" timeOffset="191316.053">6541 12202 6200 0,'0'0'10489'15,"0"0"-8569"-15,0 0-1624 0,0 0-112 0,0 0 456 16,84-7 520-16,-52 3-115 16,4-2-365-16,-1-3-388 0,10 2-220 15,-6-2-68-15,6-4-4 0,-2 5-280 0,-3-3-412 16,0 2-269-16,0 2-111 0,-4 1-440 16,-8 0-1368-16,-4 3-3069 0</inkml:trace>
  <inkml:trace contextRef="#ctx0" brushRef="#br0" timeOffset="191476.636">6944 12223 312 0,'0'0'12089'16,"0"0"-9837"-16,0 0-1644 0,-32 89-120 15,28-48 492-15,4 10 484 0,-4 3-12 16,4 0-168-16,0 0-408 0,0 1-283 16,4-5-337-16,0-6-256 0,5 1-192 15,-2-8-416-15,5-7-257 0,4-8-159 0,5-15-304 16,2-7-668-16,-3-10-1056 15,12-28-4905-15</inkml:trace>
  <inkml:trace contextRef="#ctx0" brushRef="#br0" timeOffset="191755.178">7462 12191 9792 0,'0'0'5665'0,"0"0"-4385"16,0 0-632-16,0 0 380 0,-32 99 336 15,13-57 148-15,-2-5-383 16,5 5-389-16,4-10-280 0,5-4-160 0,3-6-116 15,4-3-88-15,4-6-88 0,11 1-4 0,5-3 0 16,8-1 8-16,4-1 60 0,8 5-36 16,-5-6-36-16,6 5-48 15,-5 4 40-15,-1-2 0 0,-3 5 8 0,-4-2 0 16,-7 5 12-16,-2 2 60 0,-7-3-64 16,-8 3 56-16,-4 1-64 15,-4 0-192-15,-12-1-88 0,-4 0-80 0,-7-3-52 16,-5 1 0-16,-1-7 36 0,-7-4-144 15,1-3-321-15,-6-2-883 16,14-3-2308-16,-37-4-3593 0</inkml:trace>
  <inkml:trace contextRef="#ctx0" brushRef="#br0" timeOffset="192608.441">14415 12332 1044 0,'0'0'8368'0,"0"0"-7192"0,0 0 73 0,0 0 159 16,-88-17-164-16,76 17-148 15,0 0-200-15,4 7-160 0,0-1-32 16,-3 7-108-16,2 6-168 0,-3 4-44 0,0 8 8 15,0 7-112-15,-8 7 0 0,5 2-72 16,-2 6-36-16,-2 6 0 16,3 0-28-16,4 2 4 0,4-1-40 0,3 1-36 15,5-11-24-15,5-8 28 0,7-10-4 16,4-10-60-16,4-3-12 0,0-10 0 16,8-2-4-16,0-7 4 0,0 0 0 0,4-13-84 15,-5-3-88-15,4-3-180 0,-3-7-160 16,0 1-236-16,-3-1-444 0,-1 1-768 15,-13 6-2420-15,-2-6-4045 0</inkml:trace>
  <inkml:trace contextRef="#ctx0" brushRef="#br0" timeOffset="192805.524">14235 12823 10796 0,'0'0'5141'0,"0"0"-3737"0,0 0-552 16,0 0 124-16,0 0 4 0,0 0-296 0,0 0-224 15,0 0-264-15,0 0 108 0,0 0-63 16,96-2-45-16,-48-17-56 0,-1-4-140 16,-2-3-180-16,-2 5-173 0,-7-5-135 0,4 7-96 15,-8 0-172-15,0 3-288 0,-4 3-784 16,-9 4-2580-16,2 0-5133 0</inkml:trace>
  <inkml:trace contextRef="#ctx0" brushRef="#br0" timeOffset="193105.968">14985 12087 7776 0,'0'0'7693'0,"0"0"-6161"0,0 0-640 16,0 0-668-16,0 0 144 15,0 0 668-15,0 0 440 0,0 0-295 16,83 10-441-16,-55-7-332 0,4-3-260 0,0-3-112 16,-1-4-36-16,5 1-12 0,-4-7-364 15,5 4-168-15,-6-4-136 0,1 1-97 0,-9 1-275 16,-2 5-864-16,-9 2-1272 15,-8 4-3097-15</inkml:trace>
  <inkml:trace contextRef="#ctx0" brushRef="#br0" timeOffset="193308.665">15132 12189 6536 0,'0'0'4973'0,"0"0"-3885"0,-24 69-360 0,16-30 148 0,4 5 516 15,-4 6 172-15,4 8-228 16,4-1-388-16,-4 3-336 0,1 4-172 15,-2-1-244-15,1-3-124 0,0-5-72 0,0-7-60 16,0-11-292-16,4-8-128 0,0-10 40 16,0-7 12-16,0-5-240 0,0-3-384 15,-4-4-776-15,4 0-1284 0,-3-4-2333 16,-1 2-1071-16,-1-15 6384 0</inkml:trace>
  <inkml:trace contextRef="#ctx0" brushRef="#br0" timeOffset="193448.747">15060 12753 8716 0,'0'0'5089'0,"0"0"-3937"0,0 0 68 0,0 0 240 16,80-19-284-16,-57 13-48 16,2-3-188-16,3-1-188 0,0-2-275 0,-1-1-309 15,1 0-168-15,-3 0-84 0,-2 1-244 16,-3 5-185-16,-5 1-167 0,-6 3-200 0,-1 3-260 16,-8 0-820-16,-4 13-712 0,0 2-2605 15,-24 17-2927-15</inkml:trace>
  <inkml:trace contextRef="#ctx0" brushRef="#br0" timeOffset="193606.759">15032 13016 6400 0,'0'0'6393'0,"0"0"-4841"0,0 0-452 15,0 0-308-15,0 0-92 0,0 0 280 16,0 0 168-16,0 0-120 0,0 0-308 0,84 33-268 16,-48-52-268-16,3 0-124 0,-3-3-60 15,5-3-124-15,-10 2-280 16,5 1-280-16,-4 0-268 0,4 3-480 0,-12 6-1304 15,8 0-3833-15</inkml:trace>
  <inkml:trace contextRef="#ctx0" brushRef="#br0" timeOffset="194339.681">17379 12423 952 0,'0'0'9032'15,"0"0"-7807"-15,0 0-297 0,0 0-32 16,0 0 208-16,0 0 160 16,0 0 20-16,0 0-104 0,0 0-168 15,0 0-200-15,0 0-164 0,35-54-248 0,-42 51-156 16,-9 1-132-16,-4 2-64 0,-8 0-36 0,0 0-12 15,-8 2-140-15,-7 4 128 16,-5 5-72-16,-4-3 80 0,-8 3-44 16,1 3-52-16,-10 0 88 0,-2 2-48 15,0 3-100-15,-9 0-120 0,4 3-124 16,4 0-184-16,4 3 492 0,9-6-88 16,6 4-52-16,14-7-208 0,11-4-64 0,9-5-60 15,6-1-192-15,5 1-488 0,8-1-844 16,4-3-2101-16,20 1-1715 0</inkml:trace>
  <inkml:trace contextRef="#ctx0" brushRef="#br0" timeOffset="194599.626">17498 12668 8400 0,'0'0'5953'0,"0"0"-4777"15,0 0-652-15,0 0 8 0,0 0 216 16,-99 35 264-16,63-26 48 0,-8 1-312 16,-3-4-308-16,-2 5-224 0,-2-6-68 15,-5 4-148-15,-7-2-12 0,-10-1-124 0,2 7-44 16,-9-1-112-16,-3 1 56 0,3 4-8 16,4-2-48-16,4 1-52 0,12-3-100 15,9-3-136-15,11-1-396 0,4-3-440 16,4-6-644-16,13 0-2305 0,2 0-2463 0,10-9 5536 15</inkml:trace>
  <inkml:trace contextRef="#ctx0" brushRef="#br0" timeOffset="194972.618">16562 12056 9156 0,'0'0'5613'0,"0"0"-4733"16,0 0-752-16,0 0 232 0,0 0 120 0,0 0 716 16,0 0-308-16,-20 85-544 0,-4-43-340 15,1 5 44-15,-9 4-48 0,0 7-40 16,4-2 36-16,-4 5 8 0,1-2-8 0,3 9 0 15,0-2-132-15,0 0-84 16,4 2 72-16,3-5 36 0,10-3 12 0,11-8 4 16,0-8 96-16,16-6 24 0,7-7 184 15,13-2 128-15,4-4-20 0,8-6 40 16,4 1-172-16,8-8-96 0,3 1-88 16,9-4-36-16,-4 1-332 0,0-2-592 15,-5 6-504-15,-15-4-924 16,8 12-4725-16</inkml:trace>
  <inkml:trace contextRef="#ctx0" brushRef="#br0" timeOffset="196488.463">18961 12402 1500 0,'0'0'1068'15,"0"0"5036"-15,0 0-4200 0,0 0-183 16,-16-70-505-16,12 60 0 0,-4 3-96 15,-1 4-64-15,6 3-236 0,-5 0-204 16,-4 7-184-16,-4 8-124 0,1 11 0 0,-2 5-28 16,-2 11 64-16,2 9 108 0,6 6-36 15,-2 6-64-15,6 4-96 0,-1 6-52 16,8 4-31-16,0-1-77 0,4-1-96 16,3-1 0-16,10-11-181 0,-2-6-99 0,6-12-220 15,7-10-120-15,-5-10-64 16,8-15-28-16,2-10-240 0,7-6-476 0,-4-17-664 15,-8 1-1152-15,11-19-2913 16</inkml:trace>
  <inkml:trace contextRef="#ctx0" brushRef="#br0" timeOffset="196888.57">19611 12287 10544 0,'0'0'4077'0,"0"0"-3761"15,0 0-4-15,51 66 44 0,-35-28 244 0,-4 10 552 16,-4 3 72-16,-4 6-300 0,-4 4-240 16,0 5-172-16,-4 1-232 0,-4 0-156 15,-4-4 0-15,-8-6-124 0,4-6-4 16,-4-7 4-16,1-12 12 0,-1-9 0 0,-1-8-12 16,2-5-216-16,-1-10-76 15,-1 0-184-15,2-6-36 0,-1-7 8 16,0-6 136-16,0-3 0 0,0-7 44 0,5-2-8 15,-6-5-64-15,9 5 208 0,0 2 188 16,12 4 0-16,0 9 12 16,4 0 224-16,9 7 76 0,2-4 156 0,5 7 12 15,4 1-172-15,3 5-112 0,5 0 88 16,5 11-64-16,-1 2 60 0,3 2 4 0,1 7-40 16,-4 1-100-16,4 5-120 0,-4-3-12 15,-1 5-20-15,1-3 8 0,-4-2-120 16,0-5-208-16,-4-1-128 15,0-3 16-15,4-3-52 0,-8-4-184 0,4-2-228 16,-4-4-536-16,-9-3-1000 0,2 0-2777 0,-2 0-2743 16</inkml:trace>
  <inkml:trace contextRef="#ctx0" brushRef="#br0" timeOffset="197358.283">20184 12732 3180 0,'0'0'10089'0,"0"0"-8125"16,0 0-656-16,0 0-996 0,0 0 324 15,0 0 660-15,91 0-104 0,-59 0-216 16,9 0-380-16,-6-7-171 0,9 1-61 16,-4-4-108-16,0-2-172 0,-4-1-84 15,-1 0-68-15,-3-6-212 0,0 3-180 16,-8-4-257-16,0 6-247 0,-8-2-448 15,0-1-1068-15,-8 5-2744 0,-8-4-3749 16</inkml:trace>
  <inkml:trace contextRef="#ctx0" brushRef="#br0" timeOffset="197539.726">20494 12284 6368 0,'0'0'7081'0,"0"0"-5813"0,0 0-336 0,0 0-224 0,0 0-36 16,-15 66 260-16,15-27 52 15,8 11-272-15,-1 4-196 16,10 6-140-16,-6 8-132 0,6-2-24 0,-2 4-172 0,2-4-48 16,-2-2-60-16,1-7-352 0,5-6-224 15,2-3-224-15,1-7-284 0,-8-9-916 16,16 5-3201-16</inkml:trace>
  <inkml:trace contextRef="#ctx0" brushRef="#br0" timeOffset="198008.688">21415 13753 10016 0,'0'0'6145'0,"-51"90"-4597"0,27-56-720 16,-1 1-140-16,-3-6 96 0,9-6 156 16,-1-15-200-16,3-8-335 0,6-12-357 0,-1-20-48 15,4-15-184-15,4-18 27 0,0-16-3 16,4-14-156-16,0-11-168 0,0-7-104 15,-4-5 40-15,4-2 104 0,0 2 200 16,0 6 96-16,0 8 100 16,12 8 48-16,0 14 8 0,0 8 64 15,4 16-64-15,0 9 140 0,4 8 96 0,-5 8-20 0,2 8 32 16,-2 10 24-16,2 5-48 16,-6 4-48-16,-2 6-176 0,-1 4 40 0,-5 8-48 15,5 3 0-15,-4 8 8 16,0 2 68-16,-4 1-68 0,0-4 96 0,5-3-104 15,-5-6-12-15,7-4-108 16,1-3-28-16,5-1 76 0,6 0 24 0,1-2-4 16,4 3-68-16,-1 5-28 15,5 1 88-15,-3 3 56 16,-5 2 4-16,-1 5 84 0,-6 4 88 0,-6 2 60 16,-3 0 108-16,-4 1 16 0,-4-1-88 0,-7 5-28 0,-9-5-19 15,-5 0-77-15,-3-2-132 0,-3-1 100 16,-1-6-112-16,-4-3 0 0,0-7-244 15,1-4-157-15,7-5-195 0,0-5-112 16,4-9-112-16,8-6-204 0,0-9-912 16,8 4-920-16,-5-32-4189 0</inkml:trace>
  <inkml:trace contextRef="#ctx0" brushRef="#br0" timeOffset="198224.404">21882 12189 8096 0,'0'0'5917'0,"0"0"-5185"0,0 0-276 16,79 54 236-16,-55-29 288 0,0 4 308 0,-5 6-216 15,2-1-484-15,-6 8-392 16,2-1-96-16,-6 7-48 0,-11-1-52 0,0 4-4 16,-8 3-120-16,-7 0-48 0,-9-4-144 15,-8 5-104-15,-4-1-68 0,-4-4-120 16,-7 4-248-16,-9 3-760 0,16-15-2240 15,-44 27-3497-15</inkml:trace>
  <inkml:trace contextRef="#ctx0" brushRef="#br0" timeOffset="199626.036">22367 11684 6596 0,'0'0'6109'0,"0"0"-5001"15,0 0-412-15,0 0-264 0,0 0 148 16,0 0 452-16,0 0 112 16,0 0-192-16,0 0-292 0,13 73-120 0,-6-35-60 15,-3 4-128-15,4 8-24 0,-4 4-24 0,1 2-36 16,-1 9-120-16,-4-2-64 16,3 1-35-16,1-1-49 0,4-9-109 0,-4-7-147 15,5-9-24-15,2-13 24 0,1-8 0 16,0-11-96-16,0-2-88 0,4-4-64 15,-4-13-60-15,4-6-200 0,-4-3-604 16,-5-7-1152-16,1 8-3057 0,-8-18-2779 0</inkml:trace>
  <inkml:trace contextRef="#ctx0" brushRef="#br0" timeOffset="199884.792">22483 11684 1564 0,'0'0'10693'0,"0"0"-9241"15,0 0-816-15,0 0 8 0,0 0 428 16,99-61-20-16,-71 56-232 16,-4 1-292-16,1 1-268 0,-1 3 48 0,-5 3-184 15,-3 3-64-15,-4 4 16 0,-4 3-76 16,-4 2-40-16,-4 5 40 0,-4 5 60 0,-8 4 4 16,-4-4-56-16,-7 3-8 0,2-2-112 15,-7-4-72-15,0 0 60 0,0-6-20 16,4-3-68-16,-3-4-32 0,3-6-164 15,0 1-76-15,0-4-112 0,0-4 8 16,4-5-420-16,4-4-436 0,1-3-932 16,2-3-2369-16,5 3-975 0,1-12 5600 0</inkml:trace>
  <inkml:trace contextRef="#ctx0" brushRef="#br0" timeOffset="200248.046">22838 11274 11025 0,'0'0'2908'0,"0"0"-2036"0,0 0-40 0,0 0 484 0,0 0 12 15,0 0-232-15,0 0-400 16,40 70-412-16,-37-48-152 16,-3 1-84-16,0-1-36 0,0 0 28 0,0-7-40 0,0-1-124 15,4-5-72-15,0-2 0 16,-4-4 40-16,4 0-4 0,0-3-36 15,5-3 72-15,2-7-24 0,-3-6-36 0,8-2 36 16,0-1 52-16,4-2 8 0,-4 6 40 16,0 2 0-16,-5 4 48 0,2 6 40 15,-2-1 156-15,-2 4 24 0,-1 4-32 16,0 3-16-16,-8 1 96 0,3 9 36 16,1-2-44-16,-4 4-104 0,0 4-68 0,0-1-84 15,0 0-4-15,0 0-8 16,0 3-104-16,0 2-268 0,0-2-204 15,0 0-192-15,0 4-100 0,0-1-280 0,-4 1-860 16,4-7-2269-16,0 9-3375 0</inkml:trace>
  <inkml:trace contextRef="#ctx0" brushRef="#br0" timeOffset="200587.468">23523 12616 10092 0,'0'0'7873'0,"0"0"-6533"16,0 0-824-16,0 0-404 0,0 0 352 0,0 0 704 16,0 0-123-16,79-25-405 0,-51 25-288 15,8 0-160-15,1 0-144 16,2 4-40-16,-3-2-8 0,-4-2-4 0,3 5-236 16,-3-5-124-16,-4 0-180 0,-8 0-208 0,1 0-233 15,-10 0-467-15,-3 0-1616 0,-8 0-4293 16</inkml:trace>
  <inkml:trace contextRef="#ctx0" brushRef="#br0" timeOffset="200774.338">23431 12887 13893 0,'0'0'3752'0,"0"0"-2936"0,0 0-484 0,0 0 124 15,0 0 636-15,76 19-192 0,-32-22 25 16,7-10-369-16,5 1-264 0,4-8-208 15,-4 1-84-15,0-4-424 0,0 4-144 16,-9 5-137-16,-7-3-223 0,0 8-564 16,-17 3-1556-16,1-1-4673 0</inkml:trace>
  <inkml:trace contextRef="#ctx0" brushRef="#br0" timeOffset="203543.487">25439 12128 2612 0,'0'0'5136'0,"0"0"-2196"0,0 0-975 15,0 0-549-15,0 0-268 0,0 0-100 16,0 0-164-16,0 0 20 0,0 0-28 16,56 83-296-16,-56-38-56 0,0 8-60 0,-12 7-148 15,-8 14-84-15,-4 2-36 0,-4 9-24 16,-7 4-28-16,-1-6-48 16,0-3 28-16,0-11-112 0,0-11 97 0,0-11-65 15,8-6-44-15,0-9-12 0,5-10-36 16,3-6-13-16,8-10-159 0,3-2-60 15,2-4 12-15,3-7-48 0,4-5-124 0,0-11 40 16,0-2 92-16,0-10 88 16,11-3 48-16,-7-1 84 0,1-1 28 15,3 5 48-15,-4 3 12 0,3 10 0 0,-3 6 4 16,9 5 108-16,2 6 120 0,2 2 100 16,6 3-40-16,1 0-72 0,8 8-24 15,4 9-12-15,0-1 48 0,0 3-100 16,0 3-60-16,3 4-72 15,-3-1-4-15,1 0-4 0,-2 0-140 0,1-5 12 0,-4-1-264 16,0-6 20-16,-8-7-60 16,4 0-4-16,-5-3-196 0,-3-3-200 15,0 0-480-15,-4-6-852 0,-4 0-2017 0,-4-13-1723 16</inkml:trace>
  <inkml:trace contextRef="#ctx0" brushRef="#br0" timeOffset="203848.097">25806 11772 3068 0,'0'0'7608'0,"0"0"-5999"0,0 0-789 0,0 0 604 16,0 0 148-16,0 0-84 15,0 0-500-15,64 71-212 0,-57-36-276 16,-3 6-156-16,1 6-28 0,-5 3-84 0,0 5-132 16,-5-4-92-16,1-4-8 15,-3-2-148-15,-1-3-204 0,4-8-100 0,4-9 8 16,-5-6 88-16,5-6-60 0,0-7-104 16,0-6-208-16,0 0-208 0,0-3-272 15,0-8-208-15,5-6-168 0,-1-8-681 0,0-4-275 16,3-6 40-16,-3-3-576 0</inkml:trace>
  <inkml:trace contextRef="#ctx0" brushRef="#br0" timeOffset="204036.475">25890 12014 600 0,'0'0'1840'0,"8"-82"-288"0,-5 50 960 16,5 3-108-16,1 7-532 0,2 3-379 15,5 5-77-15,-4-1-224 0,4 6-324 16,4 0-124-16,0 2-208 0,4 3-152 0,-4 1-72 16,0 3-100-16,-1 0-52 0,-6 7 12 15,-2 6-172-15,-7-1 4 16,0 7 32-16,-4 7-36 0,-8-1 0 0,-3 4 0 15,-5-1-124-15,-4-3-132 16,0 0-32-16,0-2-120 0,0-4-40 16,0-2-196-16,5-8-208 0,-2-3-172 0,1-2-324 15,8-4-488-15,-3-7-1269 0,3 1-1863 0,-5-21 1961 16</inkml:trace>
  <inkml:trace contextRef="#ctx0" brushRef="#br0" timeOffset="204374.322">26197 11597 3100 0,'0'0'6008'0,"0"0"-3915"15,0 0-1165-15,0 0 564 0,0 0 144 16,0 0-204-16,0 0-288 0,0 0-588 0,0 0-372 16,0 0-72-16,47 71-52 0,-47-58-52 15,0-1-8-15,0-5-296 0,0-1-84 16,0-3-16-16,0-3 96 0,4 0 40 15,0-3-28-15,4-7 64 16,4-2-12-16,0-1 32 0,4-7 16 0,-4 2 88 16,4-1 100-16,-4 2-4 0,4 5 4 15,-4-1 140-15,4 8 176 0,-5 5-16 16,1 0-60-16,1 0-56 0,-2 9-20 0,-2 4-4 16,-1 2 52-16,-1 4-64 0,1 4-12 15,-4 2-124-15,1 0 136 0,-1 1-136 16,-4-4-12-16,3 3-72 0,1 1-336 15,0-1-288-15,-4 1-412 0,4 6-684 16,-4-10-2385-16,0 10-3683 0</inkml:trace>
  <inkml:trace contextRef="#ctx0" brushRef="#br0" timeOffset="204621.585">26925 12823 4516 0,'0'0'11369'0,"0"0"-9633"16,0 0-1548-16,0 0-28 0,88-34 344 0,-48 17 136 15,0-2 232-15,4 5-480 0,4-6-336 16,-1 4-56-16,1 0-148 0,0 0-436 15,-4 3-376-15,-5-2-312 0,-11-1-768 0,-3 3-2469 16,-18-6-4863-16</inkml:trace>
  <inkml:trace contextRef="#ctx0" brushRef="#br0" timeOffset="204807.334">27213 12297 6796 0,'0'0'6829'0,"0"0"-5837"0,0 0-528 0,-9 75 204 16,9-39 452-16,9 5-4 16,-2 0-116-16,5 8-496 0,1-2-284 15,-2 0-172-15,6-2-48 0,-2-1-176 0,5-2-424 16,-4-2-424-16,4-1-520 0,-5-7-1324 16,10 9-3861-16</inkml:trace>
  <inkml:trace contextRef="#ctx0" brushRef="#br0" timeOffset="205288.117">28372 13433 6584 0,'0'0'6953'0,"-40"64"-6077"16,20-39-460-16,0 0 480 15,-4 0 520-15,4-6-28 0,5-8-428 0,-2-8-472 16,6-3-144-16,-2-10-120 0,1-15-224 15,9-11-72-15,-1-8-72 16,4-16-16-16,0-6-12 0,7-11-84 0,1-8-52 16,5-5-12-16,-2-8 16 0,6 0-20 15,-2-2 16-15,5 6-88 0,5 5 0 16,-6 9 184-16,5 17 212 0,4 9 64 16,-4 9 136-16,-1 14-4 0,1 5 116 15,-3 7 20-15,-10 10-12 0,-3 6-24 0,-3 3-88 16,-5 0-208-16,0 9 4 0,0 4 48 15,-9 12 92-15,-3 1-92 0,-4 9-40 16,-3-3-8-16,2-1 64 0,6-5-68 0,-2-4-48 16,13-10-24-16,0-2-76 15,0-4-32-15,13-3 180 0,2 4 72 0,6-3 16 16,3 1-80-16,0-2 40 0,-1 4-36 16,1-3 36-16,-4 2-40 0,0-4 68 0,-4 4 56 15,-8 5 40-15,-4-3-36 16,-4 3-52-16,-4 1 4 15,-12 7-4-15,-4 1-20 0,-8 2-64 0,-4-3-16 0,-4-4-252 16,1-2-76-16,-1-7-120 16,4-2-204-16,4-4-244 0,0 0-668 15,12-6-1332-15,-3-13-3233 0</inkml:trace>
  <inkml:trace contextRef="#ctx0" brushRef="#br0" timeOffset="205716.862">28929 11597 7928 0,'0'0'5505'16,"0"0"-4593"-16,0 0-784 15,0 0 440-15,21 103 780 0,-18-53 280 0,-3 8-148 16,0 5-636-16,0 3-320 0,0 5-88 16,0-5-8-16,0-1-99 0,0-2-137 15,0-9-36-15,4-4-156 0,-4-6-72 16,9-11-12-16,-5-8-96 0,3-6-137 0,-3-10-171 16,4-6-204-16,-4-3-324 15,1-3-548-15,2-12-1036 0,-7 2-2933 16,0-19-4307-16</inkml:trace>
  <inkml:trace contextRef="#ctx0" brushRef="#br0" timeOffset="205938.403">28977 11783 9472 0,'0'0'5469'0,"0"0"-4325"0,0 0-904 16,0 0-64-16,0 0 272 0,0 0 472 0,0 0-68 15,76-71-532-15,-56 68-312 0,0 0-8 16,0 3-148-16,-4 3-48 0,-1 7 48 15,-6 5 60-15,-5 1 4 0,-4 10 84 16,-9-1-52-16,-6 7 52 0,-9 3-48 0,-4 3-88 16,-4-3-124-16,0-7-184 15,0-2-92-15,8-10 176 0,5-7-60 16,2-6-244-16,10-3-612 0,3-9-944 0,4-10-2169 16,0 0-2987-16,11-23 7312 0</inkml:trace>
  <inkml:trace contextRef="#ctx0" brushRef="#br0" timeOffset="206237.812">29571 11395 11549 0,'0'0'3200'0,"0"0"-2152"0,0 0-356 16,-19 86 612-16,2-52 212 0,2 1-376 0,2-2-492 15,2-5-420-15,2-6-228 0,5-4 0 16,4-4-8-16,0-8-52 0,9 1-24 0,2-7 0 15,6 0 8-15,2-7-8 16,5-6-40-16,0-2-8 0,4-5 8 16,0 1 40-16,-1-2 24 0,1 2 52 0,0-1-4 15,0 4-36-15,-4 3-4 0,0 4 48 16,0-1-4-16,-8 7 4 0,-1 3 4 16,-2 0 48-16,-1 7 36 0,-9 5-24 15,2 10-60-15,-5 4 48 0,0 9 28 16,-8 3-76-16,-8 3-428 0,4 4-528 15,-8 0-576-15,4-14-2992 0,-12 20-6621 0</inkml:trace>
  <inkml:trace contextRef="#ctx0" brushRef="#br0" timeOffset="206980.724">23587 14772 6868 0,'0'0'4877'15,"0"0"-3389"-15,0 0-360 0,0 0 548 0,0 0-148 16,107 7-96-16,-67-16-452 16,0-7-356-16,3 1-392 0,2-8-160 15,-2 0-24-15,2-2-48 0,-6 3-76 0,-3 0-448 16,-4 6-468-16,-4-1-252 0,-8 9-660 15,-5 4-2408-15,-11 4-3829 0</inkml:trace>
  <inkml:trace contextRef="#ctx0" brushRef="#br0" timeOffset="207140.543">23754 14970 2432 0,'0'0'1444'0,"0"0"3728"15,0 0-3039-15,0 0-697 0,0 0-96 0,0 0-100 16,0 0 120-16,91 7-340 0,-46-18-452 15,6-4-320-15,5-4-248 16,0 0-136-16,4-7-532 0,3 4-616 0,-19 6-708 16,19-6-4389-16</inkml:trace>
  <inkml:trace contextRef="#ctx0" brushRef="#br0" timeOffset="212431.382">25945 14490 340 0,'0'0'10288'15,"0"0"-9259"-15,0 0-941 0,0 0-48 16,0 0 640-16,0 0 432 0,12 74-60 16,-12-43-408-16,0 4-140 0,-3 9-168 15,-6 4-92-15,1 2 128 0,-3 2 240 0,-6 5-128 16,2-3-224-16,-6 0 24 16,-3 0-124-16,1 0-52 0,-5-4 4 15,0-6-36-15,0-2 20 0,0-3 28 0,0-11-64 16,0 1 4-16,0-10-64 0,4-4 48 15,1-1-44-15,-1-8-4 0,8-6 0 16,-4 0-8-16,8-6-116 0,0-8 0 16,4-5-72-16,0-6 48 0,8-7-96 0,0 0 20 15,0-9-48-15,5 6 112 0,-2-3 12 16,5 4 60-16,4 6 88 16,-4 4 0-16,4 6 0 0,0 5 0 0,4 7 0 15,-1 2 60-15,2 4 116 16,3 0 8-16,3 10-24 0,1-1-72 15,4 1-80-15,0 6 80 0,0-1-16 0,4 1-8 0,0 3-64 16,0 4-52-16,0-4 44 16,-4 2 0-16,0 3-64 0,0-2-100 15,0 3-176-15,-5 0-12 0,1 0-376 0,0-2-332 16,-4-2-344-16,0 0-656 0,-8-6-1197 16,3-2-2931-16</inkml:trace>
  <inkml:trace contextRef="#ctx0" brushRef="#br0" timeOffset="213551.88">27057 14961 2720 0,'0'0'9865'0,"0"0"-7945"0,0 0-1012 15,0 0-404-15,0 0 352 16,0 0 248-16,0 0-364 0,0 0-260 15,0 0 184-15,100-17 68 0,-53 8-352 0,1-1-296 16,0-6-76-16,0 0-8 16,0-3-76-16,-1-3-120 0,-2 0-208 0,-6-3-168 15,1-1-152-15,-8 5-140 0,-4-2-440 16,-12 4-884-16,-4 7-2113 16,-8-2-2139-16</inkml:trace>
  <inkml:trace contextRef="#ctx0" brushRef="#br0" timeOffset="213738.817">27331 14643 9464 0,'0'0'1380'0,"0"0"-839"0,0 0 207 0,0 0 476 16,0 71 112-16,0-44-328 0,9 4-452 0,3 8-296 16,-5 2-48-16,6 4 88 15,-1-1-176-15,-5 4 0 0,2 0-124 16,-1-4-100-16,3 0-208 0,-2-3-472 0,6-5-480 15,2-5-592-15,2-9-2993 16,-3-5-2783-16</inkml:trace>
  <inkml:trace contextRef="#ctx0" brushRef="#br0" timeOffset="-214723.547">28738 15815 3356 0,'0'0'432'0,"0"0"3480"0,0 0-2848 16,0 0-276-16,0 0 260 15,0 0 265-15,-79 31-185 0,74-37-84 16,1-7-60-16,1-6-192 0,3-10-124 0,0-12 68 16,7-4-140-16,6-8-264 0,-2-8-60 15,2-9-172-15,6-2-96 0,1-7 4 16,1-5-8-16,2 6-4 0,1-6-168 0,4 9 60 15,0 1 64-15,4 8-64 16,-4 6 104-16,0 6-40 0,0 6 36 16,-5 3 12-16,-3 10 0 0,0 4 124 15,-4 5-124-15,-4 7 64 0,0 4-56 0,-4 4-8 16,-4 9-76-16,0 2-168 0,-4 0 44 16,0 9 152-16,0 3 48 0,0 7 48 15,-4 8-48-15,-8-2 0 0,0 4-12 16,0-1 12-16,0-6 12 0,5-5-4 0,2-5 40 15,1-3-36-15,4 1-12 0,0-3-16 16,0 2 16-16,4 3 152 16,4 1-152-16,8 0 60 0,0 3 0 0,4-1-12 15,-4-2-48-15,4 3 0 16,-4-3 56-16,0-3-48 0,0 2-8 0,-9-2 136 16,2-1 76-16,-5 4-40 0,-4-3-24 15,-4 1 36-15,-9 6 48 0,-2-4-12 16,-9 6-156-16,-4-7 8 0,-4 4 28 15,-8-3-64-15,0-3-36 0,-3-1-284 16,-10 0-60-16,2 1-96 0,-5 2-104 0,0-2-212 16,0 0-304-16,0-1-768 0,13-3-1132 15,-21 5-3513-15</inkml:trace>
  <inkml:trace contextRef="#ctx0" brushRef="#br0" timeOffset="-212573.156">25507 14624 1292 0,'0'0'860'0,"0"0"-600"16,0 0 4104-16,0 0-3324 0,-72 66 24 0,52-42-404 15,1 1-76-15,-1 0-160 16,-5 2 117-16,6 3 131 0,-1-2-252 16,4 4 44-16,0 3 44 0,0 3-48 0,4-1 12 15,1 9-44-15,-2 4-36 0,5 0-12 16,8 4-168-16,-4 4 16 0,4 2-228 15,4 1-52-15,4-1 52 0,8 3 0 0,0 2-100 16,12-5-252-16,4 1-112 16,7-9-260-16,2 0 36 0,6-5-88 15,5-3-600-15,4-12-937 0,4-3-1587 0,-13-13-1079 16</inkml:trace>
  <inkml:trace contextRef="#ctx0" brushRef="#br0" timeOffset="-211957.637">29806 14440 6384 0,'0'0'4008'0,"0"0"-1831"0,0 0-829 16,0 0-536-16,0 0 120 0,0 0 188 15,0 0-240-15,0 0-284 16,0 0-128-16,0 0 24 0,51 67-40 0,-34-35-84 16,-1 6-148-16,0 9 12 0,-5 1-12 15,6 5-48-15,-10 1-64 0,1 4-48 0,1-5-48 16,-9-2-12-16,0 4 0 0,-4-5-72 15,-12 1-256-15,-5-4-148 0,-2 5-52 16,-5-5-24-16,-4 0-88 16,-8 0-152-16,-4 5-100 0,-8-8-112 0,1 4-296 15,-13-6-444-15,1 1-1061 0,7-11-2163 16,-40 13 464-16</inkml:trace>
  <inkml:trace contextRef="#ctx0" brushRef="#br0" timeOffset="-203972.342">2327 16180 260 0,'0'0'11029'0,"0"0"-9249"15,0 0-1016-15,0 0 112 0,0 0 1036 16,107 0-508-16,-59 0-320 0,3 0-260 0,9-3-240 16,0-1-156-16,0 1-64 0,0 0-60 15,-8-1-132-15,-1 2-15 0,-3-5-73 16,-8 1-8-16,0-4-72 0,0 1-4 15,-8-1-8-15,-1 0-297 0,-3 1-195 16,-4 0-168-16,-8 2-200 0,0 4-252 16,-4 3-612-16,-8 0-1240 0,0 0-2553 15,-8 10-2343-15</inkml:trace>
  <inkml:trace contextRef="#ctx0" brushRef="#br0" timeOffset="-203766.661">2637 16408 8988 0,'0'0'3213'0,"0"0"-2153"16,0 0-728-16,0 0 428 0,0 0 416 16,0 0-184-16,0 0-180 0,68 73-120 0,-25-67 136 15,13-2-140-15,0-2-200 0,8-2-208 16,4-2-156-16,-5-5-28 0,1-3-32 16,0 1-64-16,-5-4-8 0,-6 1-188 15,-5-1-124-15,-5 1-168 0,-7 2-176 16,-8 1-296-16,0-1-396 0,-8 0-800 0,-8 1-1785 15,-8-4-2755-15</inkml:trace>
  <inkml:trace contextRef="#ctx0" brushRef="#br0" timeOffset="-203473.16">2896 15830 6884 0,'0'0'5849'0,"0"0"-4917"16,0 0-616-16,0 0 472 0,0 0 632 15,0 0-44-15,92-9-400 0,-60 9-312 0,7 6-284 16,9 4-76-16,8 2-96 16,0 4 0-16,3 3 24 0,1 3-156 15,-4 3-76-15,-4 5 0 0,-5 5 0 0,-6-1 0 16,-5 4-12-16,-8 3-88 0,-4 1-44 16,-9 3-28-16,1 2 60 0,-12 1 4 15,-4 3 100-15,0 0-4 0,-7-1-76 16,-10 0 80-16,-3 2 4 0,-8-4-4 15,1-1-188-15,-10-3-108 0,2-2-80 0,-5-5-120 16,0-4-76-16,0-5-88 16,0-9-864-16,12-6-1484 0,-19-7-4369 15</inkml:trace>
  <inkml:trace contextRef="#ctx0" brushRef="#br0" timeOffset="-202994.686">5250 15843 5732 0,'0'0'5084'0,"0"0"-3631"15,0 0-277-15,0 0 92 16,0 0 344-16,101 50-116 0,-62-37-228 0,5-7-288 0,0 1-296 16,8-7-268-16,-5 0-100 0,2-3-100 15,-2-7-19-15,-8-3-65 0,2 1-116 16,-9-1 56-16,-4 1-72 0,-9-4-124 15,-2 6-301-15,-6 1-355 0,-2-1-280 0,-9 7-184 16,0 3-492-16,0 0-1072 0,-9 3-3017 16</inkml:trace>
  <inkml:trace contextRef="#ctx0" brushRef="#br0" timeOffset="-202790.884">5566 15938 716 0,'0'0'8672'0,"0"0"-6323"15,-4 67-365-15,8-29-152 0,4 6-340 16,-5 11-228-16,1-1-292 0,0 2-260 0,0-2-320 16,-4 1-248-16,0-5-144 15,-4-2-56-15,0-7-236 0,-3-3-172 16,3-9-176-16,0-7-148 0,-5-6-328 0,5-6-1016 16,-3-7-2177-16,-1 0-3679 0,-9-9 5245 15</inkml:trace>
  <inkml:trace contextRef="#ctx0" brushRef="#br0" timeOffset="-202647.061">5470 16345 6368 0,'0'0'6593'0,"0"0"-5613"0,0 0-196 15,92-10 636-15,-65 10 192 0,-3 0-376 16,0 0-292-16,-7 3-540 0,2 1-212 16,-3-1-192-16,-4 0-216 0,-1 3-336 15,-2-4-196-15,-1 9-288 16,-4 5-592-16,-4 3-848 0,0 3-2217 0,-4 0-2827 0,-8 6 6868 15</inkml:trace>
  <inkml:trace contextRef="#ctx0" brushRef="#br0" timeOffset="-202476.274">5589 16637 928 0,'0'0'5412'0,"0"0"-2336"16,0 0-1319-16,0 0-449 16,0 0-144-16,0 0-368 0,0 0-188 0,0 0 72 15,0 0 124-15,0 0-4 0,104-10-192 16,-72 4-152-16,4 3-64 0,-1 0-48 0,6-1-96 15,2-2-164-15,6 3-84 16,2-3-68-16,1 3-312 0,4-1-460 16,-5 1-336-16,5 0-556 0,-4 3-2312 0,-9 0-4717 15,13 3 6298-15</inkml:trace>
  <inkml:trace contextRef="#ctx0" brushRef="#br0" timeOffset="-202022.989">7948 16189 10332 0,'0'0'4437'0,"0"0"-3633"0,0 0-616 16,0 0 280-16,0 0 496 0,0 0 24 0,64 70-24 15,-57-31-440-15,6-2-228 0,-5 4-136 16,-4 1-28-16,-1-4-84 0,-3-3-48 16,0-14-12-16,0-2-292 0,0-5-248 15,0-11-160-15,0-3-40 0,-3 0-216 16,-5-6-1420-16,-4-7-3541 0,-4 3-2723 15,-4-9 8617-15</inkml:trace>
  <inkml:trace contextRef="#ctx0" brushRef="#br0" timeOffset="-201875.31">7741 16005 4224 0,'0'0'8133'15,"0"0"-6869"-15,0 0-476 0,0 0 84 0,80-16 312 16,-56 13-300-16,-1-3-440 0,5-1-444 15,4 1-196-15,0-5-888 0,-8 6-832 0,16-2-3121 16</inkml:trace>
  <inkml:trace contextRef="#ctx0" brushRef="#br0" timeOffset="-201598.035">8597 16084 3768 0,'0'0'10569'0,"0"0"-9193"16,-28 70-872-16,17-41 396 15,-6 3 572-15,6-1-132 0,3-5-548 0,0-7-512 16,8-4-156-16,0-5 20 0,0-3 4 16,8-4-100-16,4 2-40 15,8-5 52-15,-5 0-56 0,10 0 4 0,-1 0 0 16,0 0 40-16,-5 4-48 0,1-1-4 16,1 4-44-16,-6 2 40 15,2 0-48-15,-6 8 56 0,1-1 8 0,-4 3 52 16,-4 3-48-1,0 0 72-15,-4-2-36 0,0 1-44 16,0-5-4-16,-8-1-72 0,-4-4-184 0,-4 1-168 0,0-3-160 0,-3-2-224 16,-5 3-176-16,-4-7-464 0,7 3-1520 0,-18-6-3717 15</inkml:trace>
  <inkml:trace contextRef="#ctx0" brushRef="#br0" timeOffset="-200875.623">11008 15998 1108 0,'0'0'11045'0,"0"0"-9145"0,0 0-936 16,-79-6 4-16,54 19 468 0,1 3-76 0,5 12-488 16,-1 4-308-16,3 13-172 15,10 2-4-15,-1 7-12 0,0 3-20 16,4 1-79-16,0-7-105 0,4-7-64 0,0-9-64 16,0-16-44-16,4-6-60 0,0-11-60 15,4-2-64-15,4-2 27 0,4-11 9 16,-1-10 28-16,2-8-136 0,3-4-232 0,-1-6-96 15,-2-4 8-15,2 3 48 16,-6 5 124-16,2 5 44 0,1 7 140 16,-8 6 212-16,4 6 8 0,-7 7 8 0,2 6 128 15,1 3 60-15,-4 6 236 16,4 10 108-16,0 4-124 0,0 2-60 16,0 3-28-16,4 2-32 0,-4-3-80 0,0 5-68 15,-1-3 20-15,2 0-96 0,-1-7-72 16,3 0-160-16,2-3-328 0,2-6-232 0,6-4-212 15,-1-3-164-15,7-2-812 16,-7-4-1996-16,8 0-3441 0</inkml:trace>
  <inkml:trace contextRef="#ctx0" brushRef="#br0" timeOffset="-200042.007">13243 16030 7900 0,'0'0'4549'0,"0"0"-3097"0,0 0-564 0,0 0-144 15,0 0 472-15,-95-25 88 0,71 38-232 16,-8 2-336-16,0 8-356 0,4 2-160 15,-4 6-84-15,0 5-76 0,0-1-52 0,8 0 52 16,5-4-12-16,3-1 4 16,8-5-48-16,4-6 4 0,4-4-4 15,8 1-4-15,7 0-4 0,9-3-60 0,4 0 64 16,4-1 52-16,0-2 32 0,4-1-12 16,-4 1 0-16,-1-4 64 15,-6 0 20-15,-5 4 64 0,-5-1 85 0,-2 2 167 16,-5 1-156-16,-5 3-136 0,-3 5-44 15,0-1-28-15,-3 3-12 0,-9 0-84 16,-4 0 60-16,-4 1-72 0,0-1-4 16,0-3-56-16,0-3-120 0,4-3-52 0,1-5-56 15,-2-1-160-15,6-7-149 16,-2 0-39-16,5-2-68 0,1-11-240 0,-2-4-636 16,5-5-1392-16,0-6-2373 0,4 6-2779 15,8-20 8044-15</inkml:trace>
  <inkml:trace contextRef="#ctx0" brushRef="#br0" timeOffset="-199722.034">13410 16243 1384 0,'0'0'9360'0,"0"0"-6719"15,0 0-753-15,0 0-232 0,48 69 40 0,-44-33-40 16,-4 2-204-16,0 6-327 0,-4-2-229 16,1-2-208-16,-1-7-276 0,0-5-232 15,4-12-180-15,0-7-12 0,0-5-108 0,8-4-88 16,3-6-44-16,6-10-24 0,2-8-40 15,1-1-44-15,-3-6-112 16,2-4-60-16,-7 3 80 0,4 1 63 0,-4-1 85 16,-4 7 112-16,-4-4 32 0,0 6 28 15,0 4 92-15,-4 4 40 0,4 5 12 16,-1 7 108-16,2 3 40 0,-1 0 120 0,0 10-64 16,4 2-8-16,3 7 49 0,-2 4-29 15,-1 5-32-15,-1 1 80 16,2 2 28-16,-5 1-76 0,0 0-68 0,0-10-160 15,-4 0-36-15,3-9-184 16,-3-6-156-16,4-4-132 0,-4-3-113 16,4-3-59-16,0-7-540 0,1-8-1120 0,-1 4-2300 15,3-24-2465-15</inkml:trace>
  <inkml:trace contextRef="#ctx0" brushRef="#br0" timeOffset="-199390.4">13900 15808 6352 0,'0'0'4192'0,"0"0"-1635"16,0 0-1501-16,0 0-148 0,37 73 916 0,-33-38 56 16,-4 5-332-16,0 6-452 0,0-2-439 15,0 3-125-15,-4 8 60 0,-5-5-216 16,2 4-184-16,-1-6-192 0,4-3-92 0,-1-14-112 16,5-5 56-16,0-10 64 15,5-7 24-15,11-3-60 0,-4 1-76 16,7-1 64-16,5 0 36 0,1 1-12 0,-1 2 8 15,-5 2 52-15,1 1 36 16,0 1-48-16,-4-1 48 0,-1-2-84 0,-2-1 88 16,-1-2 8-16,-4-1 0 0,0 0 0 15,-8 1 12-15,0-1 48 0,0-3-52 16,0 3-8-16,-8 1-100 0,-8 3-48 0,4-5 4 16,-8 2-29-16,4-1-55 15,-8-2-64-15,4-4-100 0,-8 0-120 0,0-4-640 16,-4-5-1112-16,8 3-3468 0,-15-20-5396 0</inkml:trace>
  <inkml:trace contextRef="#ctx0" brushRef="#br0" timeOffset="-198993.011">14630 16526 4772 0,'0'0'4124'0,"0"0"-1447"15,0 0-417-15,0 0-464 0,0 0 56 16,92 28-320-16,-65-19-208 0,1 1-364 16,0-3-484-16,0-7-271 0,4 0-117 15,0-4-88-15,0-11-72 0,0-4-169 16,3-7-247-16,1-3-192 0,0-2-32 15,-8-4-256-15,0 3-476 0,-8 4-924 0,-4 5-2493 16,-9-3-2843-16</inkml:trace>
  <inkml:trace contextRef="#ctx0" brushRef="#br0" timeOffset="-198742.427">14948 16104 4576 0,'0'0'820'15,"0"0"3968"-15,0 0-3359 0,0 0-517 16,0 0 148-16,-23 73 68 0,23-35-32 0,0 6-44 15,4 9-168-15,4 2-116 0,-1 5 16 16,6 4-292-16,-1-1-172 0,-5 4-88 16,2 3-88-16,2-3-96 0,-3 2 28 15,-4-3 20-15,0 2 76 0,-4-11-104 16,0-3-64-16,0-9 4 0,0-8 76 16,0-8-84-16,-4-7-8 0,0-6-4 15,0-7 4-15,0-5-148 0,-7-4-124 0,2 0-172 16,-2-10-148-16,-1-3-64 15,0-6 48-15,4-9-216 0,0-1-556 0,-1-8-860 16,6 1-1993-16,3 4-1691 16,0-9 4092-16</inkml:trace>
  <inkml:trace contextRef="#ctx0" brushRef="#br0" timeOffset="-198563.3">15498 16548 9352 0,'0'0'5869'0,"0"0"-4785"15,0 0-496-15,17 70 268 16,-21-42 512-16,-5 5 116 0,-2-2-340 0,-1 1-635 16,-1-7-369-16,2-3-140 0,-2-6-192 15,6-6-357-15,3-4-263 0,-4-3-32 0,4-3-64 16,-5-6-512-16,6-7-1408 16,-1 1-1605-16,0-18-2083 0</inkml:trace>
  <inkml:trace contextRef="#ctx0" brushRef="#br0" timeOffset="-198424.123">15307 16312 92 0,'0'0'1304'0,"0"0"8357"0,0 0-7073 16,0 0-1044-16,84-31-148 15,-60 29-216-15,-1-5-340 0,2 3-152 0,-1-2-308 16,0 0-380-16,-1-1-36 0,1 1-676 16,0 0-484-16,0 2-376 15,-8 1-1272-15,4 3-3693 0</inkml:trace>
  <inkml:trace contextRef="#ctx0" brushRef="#br0" timeOffset="-198093.02">15766 16684 9276 0,'0'0'5549'0,"0"0"-4517"16,0 0-448-16,35 70 536 0,-23-63 140 16,4-7-316-16,8 0-380 0,0-16-336 15,3-10-92-15,5-6-136 16,-4-3-48-16,0-9-416 0,0-1-208 0,-4 1 156 15,0 4-176-15,-4 1-24 0,-8 7 68 16,-4 10 76-16,-8 3 140 0,0 3 108 0,-12 7-4 16,-8 2 328-16,-8 3 24 15,0 4 356-15,-4 4 8 0,1 9 40 16,3 9-104-16,3 10 176 0,2 6 68 0,7 6-124 16,0 7-96-16,4 3-28 0,4 3 48 15,0 1-48-15,0 1 20 0,4-1 52 16,4-11-64-16,0-5-156 0,4-14-160 0,8-12-12 15,0-9-124-15,8-7-104 0,4-13-56 16,4-9-56-16,4-11-224 16,0-4-420-16,0-4-452 0,0-7-1296 0,-9 12-2861 15,10-11-2143-15</inkml:trace>
  <inkml:trace contextRef="#ctx0" brushRef="#br0" timeOffset="-197695.927">16542 15709 1280 0,'0'0'10305'0,"0"0"-8757"15,-7 77-988-15,7-33 100 16,-4 13 604-16,4 7 340 0,0 6-256 0,-4 2-352 15,4 8-360-15,0 3-172 0,0-1-136 16,-5-2-168-16,5 0-160 16,0-5-76-16,0-5-348 0,0-7-112 0,0-8 8 0,5-5-112 15,6-12-84-15,1-8-232 16,4-16-720-16,8-3-988 0,0-11-2513 0,-4-4-1119 16,12-12 5724-16</inkml:trace>
  <inkml:trace contextRef="#ctx0" brushRef="#br0" timeOffset="-197192.604">16945 16729 3220 0,'0'0'11353'16,"0"0"-9449"-16,0 0-1096 0,0 0-100 0,0 0 32 15,0 0 60-15,0 0 8 16,0 0-348-16,0 0-204 0,-83 60-60 0,70-53-48 16,5-1-64-16,1 0-12 0,7-6 12 15,0 0-72-15,0 0-12 0,0 0-44 16,0 0-64-16,3 0 24 0,5 0 72 15,4 0-52-15,4-6 64 0,0-3-108 16,0-8-112-16,4 2-12 0,0-8-36 16,-4-3 76-16,-1-2-44 0,2-4-128 15,-2-2-40-15,6-4-4 0,-6-4-12 0,1 2 28 16,0-6 56-16,0 2-124 16,1-1 212-16,-10-2 36 0,1 3 64 0,0-1 148 15,-8-2 0-15,4 5 148 0,-4 2 40 16,0-2 84-16,0 4 4 0,-4 3-140 15,0 3-36-15,4 4 144 0,0 3 40 0,0 1-100 16,0 6-180-16,0 2 4 0,0 6 64 16,4 7 52-16,-4 3 12 0,0 0-128 15,0 3-4-15,0 10 68 0,4 3-8 16,-4 6-60-16,0 3 68 0,0 4-20 16,0 6-44-16,0 0 88 0,0 3-36 0,0 3 112 15,0 4-36-15,0 3-124 16,-4 5-4-16,0 1 44 0,0 0-40 15,0 1-8-15,0-2 0 0,0 1 56 0,1-6-60 16,-2-3-48-16,5-4-212 0,0-7-280 16,-4-4-76-16,4-2-52 15,0-6-40-15,0-7-196 0,4-2-644 0,-4 0-552 16,0-6-1925-16,0-1-2299 0,0-6 6088 16</inkml:trace>
  <inkml:trace contextRef="#ctx0" brushRef="#br0" timeOffset="-196522.494">16973 16491 2732 0,'0'0'0'15,"0"0"0"-15,0 0 2776 0,0 0-244 16,0 0-768-16,0 0-447 0,0 0-97 15,0 0-32-15,0 0-60 0,0 0-268 16,0 0-272-16,-4-26-232 0,0 29-308 0,-4 3-48 16,-4 1 88-16,4 3 36 0,-9 3-48 15,2 2 36-15,3 4 0 16,-4 6 0-16,1-2-36 0,-2 6-4 0,6-1 12 0,-6 1-84 16,6-1-64-16,2 1-84 15,1-4-288-15,1-6-156 0,7-3-236 16,0 0-512-16,0-6-920 0,3-4-3485 0,14-6 333 15</inkml:trace>
  <inkml:trace contextRef="#ctx0" brushRef="#br0" timeOffset="-195975.994">18188 16652 220 0,'0'0'6144'0,"0"0"-2000"0,0 0-2291 15,-28 67-461-15,24-28 0 16,0 2-144-16,4 0-28 0,0 0-180 15,0-3-232-15,8-9-340 16,4-10-212-16,-1-10-136 0,6-2-44 16,-2-7-32-16,9-7-40 0,4-5-8 0,0-10 4 0,0-3-172 15,-3-5-156-15,-1-1-16 0,-5 2 100 0,-3 1 44 16,-4 2 28-16,-8 7-12 16,0 0 124-16,-4 3 60 0,-4 3-8 0,-12 5 8 15,0 1-124-15,-3 0 112 16,-9 4 12-16,0 1 0 0,0 2-156 0,0 5 68 15,4 2-20-15,3 6 108 0,6 0-112 16,3-1-136-16,4 1-272 0,4-4-540 16,4 1-1200-16,0-4-3249 0</inkml:trace>
  <inkml:trace contextRef="#ctx0" brushRef="#br0" timeOffset="-195836.333">18702 16856 6036 0,'0'0'7205'0,"0"0"-5001"0,104 12-1184 0,-68-18-260 15,3-7 428-15,-3-2-340 16,-4-8-136-16,-4-5-296 0,0-4-416 16,0-2-332-16,0-2-560 0,-4-5-540 0,-5 3-1020 15,-3-1-2121-15,-4 5-2243 0</inkml:trace>
  <inkml:trace contextRef="#ctx0" brushRef="#br0" timeOffset="-195586.629">18842 16443 3572 0,'0'0'184'15,"0"0"5204"-15,0 0-3656 0,-56 67-471 0,52-42 27 16,4 3-196-16,0 5-156 16,7-2-28-16,5 4-136 0,4 3 72 15,1 4 204-15,2-1-384 0,-2 6-236 0,2 4-160 16,-7 3-84-16,0 0-112 16,-4 0 12-16,-5 1-72 0,-3-5 48 15,0-3-20-15,0-2-40 0,0-4-8 0,0-3-44 16,0-6 44-16,0-10-212 0,0 0-36 15,-3-9-12-15,-1-4-100 0,-4-5-72 16,-4-4-88-16,0 0-16 0,-7-6 60 16,-5-7-12-16,-4 0-188 0,0-3-624 15,-8-3-760-15,-4-4-861 0,7 4-2647 16,-14-12 2548-16</inkml:trace>
  <inkml:trace contextRef="#ctx0" brushRef="#br0" timeOffset="-194068.635">20288 16583 456 0,'0'0'12293'0,"0"0"-9613"15,0 0-1512-15,0 0-396 0,0 0 488 16,0 0-92-16,0 0-80 0,0 0-288 16,0 0-71-16,107-3-229 0,-59-4-188 15,3-3-168-15,1 1-136 0,8 0-8 16,-4-1 0-16,4 4 0 0,0-4-4 16,-4 7-4-16,-1-1-4 0,-7 2-72 0,-8 2-84 15,-5 0-48-15,-11 2-100 0,-7 5-60 16,-9 5-1-16,-8 5 25 15,-8 2-88-15,-12 10 100 0,-8 5 108 0,-8 1 84 16,-7 6 148-16,-2 1 4 0,-7 6 48 16,-3-4 8-16,-5 3 24 0,0 1 88 15,-3 0-12-15,3-1 32 0,4-5-20 16,4-4 48-16,8-6-28 0,9-7-8 16,11-3-51-16,7-6 3 0,9-4 20 15,8-2 12-15,4 0-32 0,9 0-4 0,10-5 24 16,5-1 40-16,9-1 20 0,2-3-8 15,8 0-16-15,2 0-84 0,-2-7-96 16,-3 2-12-16,4 1-4 0,0-5-56 16,-5-1-204-16,-2-3-196 0,-2 1-136 15,-3-4-73-15,0 0-83 0,-4-3-116 0,-4 2-516 16,0-2-812-16,-12 5-2540 0,7-9-2757 16</inkml:trace>
  <inkml:trace contextRef="#ctx0" brushRef="#br0" timeOffset="-193859.632">21203 16679 12037 0,'0'0'1712'0,"0"0"-1256"0,0 0-48 0,-90 66 524 16,53-38 648-16,-2 7-280 0,-1 0-648 16,-1 3-368-16,2 0-64 15,-4 4-36-15,7-1-24 0,-5 0-160 0,2-3-52 16,7 0-312-16,4-3-252 0,8-3-160 15,4-1-204-15,5-8-524 0,6-1-1168 16,5-5-2689-16,0-9-1307 0,9-8 5856 0</inkml:trace>
  <inkml:trace contextRef="#ctx0" brushRef="#br0" timeOffset="-193644.119">21259 17126 7976 0,'0'0'7877'0,"-19"85"-6437"0,7-37-992 16,-4 12-152-16,0 13 188 0,4 0 644 16,5 4-308-16,2-7-464 15,1-3-236-15,4-8-40 0,0-2-80 16,4-3-96-16,1-5-148 0,-2-9-120 0,5-8-68 16,0-10-32-16,-4-2 72 0,-1-8-176 15,-3-2-172-15,0-4-456 0,0-3-616 0,0-3-656 16,0-6-1921-16,-3-7-835 15,-1-3 3580-15,0-19 784 0</inkml:trace>
  <inkml:trace contextRef="#ctx0" brushRef="#br0" timeOffset="-193431.573">21263 17408 4272 0,'0'0'2824'0,"0"0"2845"16,0 0-4221-16,73-77-852 16,-49 63-80-16,-1 1 112 0,-7 2 228 0,5 5-148 15,-2 6-200-15,-6 0-124 16,2 0-88-16,-7 11-100 0,0-3-84 0,-4 9-4 15,-4-2 40-15,0 8-40 16,-9 2-104-16,-2 4 4 0,-4-1 4 0,-2 1-12 16,-3-1-184-16,-3-2 0 0,-1-7-64 15,-1-6-60-15,-3-4-96 0,0-9-92 16,0 0-164-16,0-9-280 16,-3-7-700-16,-1-7-1028 0,-4-5-2377 0,8 5-891 15,-15-18 5348-15</inkml:trace>
  <inkml:trace contextRef="#ctx0" brushRef="#br0" timeOffset="-192938.647">20108 16123 9572 0,'0'0'2373'15,"0"0"-905"-15,0 0-412 16,0 0 256-16,0 0-36 0,0 0-96 0,0 0-208 0,0 0-300 15,0 0-132-15,0 0-16 16,0 0 0-16,21-4-51 0,-17 4-109 16,-4 0-108-16,3 0-76 0,-3 0-72 0,4 0-20 15,4 0-16-15,0 0 36 16,8 0 72-16,-1 0 4 0,10 0 324 0,-1 0-184 16,4 0-168-16,4-3-84 0,-1 3-12 15,9-4-12-15,1 1 0 0,2 0-44 16,13-3 44-16,0-1-44 0,8 5 0 15,7-5-4-15,9 2-44 0,-1 0-28 16,1-1-60-16,-1 3-36 0,-2 0-60 16,-6 0-112-16,-4 0-72 0,-11 3-56 15,-7 0-128-15,-6 0-145 0,-11 3-283 0,-8 0-616 16,-4 3-864-16,-8 0-1548 16,-8-1-1409-16,-4 0-751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5-30T07:36:14.7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25304 2524 6432 0,'0'0'400'0,"0"0"-280"16,0 0 2784-16,0 0-971 0,0 0-497 0,0 0-356 15,0 0-44-15,0 0-92 0,-24-10-208 16,24 10-228-16,0 0-160 0,0 0-148 16,4 7-116-16,4 5 100 0,4 1 152 15,0 6-116-15,4 0-160 0,-4 0 4 0,8-3-52 16,-5 0 36-16,6 0 76 16,-2-4-64-16,5-2 16 0,0-4-64 0,0 1 60 15,4-7-68-15,4 0 44 0,4 0-32 16,0-10 32-16,3 1-44 0,2-1 8 15,-2-2-12-15,1 2 0 0,-4 3-72 16,4-2 56-16,-4 3 4 0,3 3 4 16,1-4 8-16,4 0 0 0,-4 2 0 15,3-2-56-15,-2 0 52 0,-2 1 8 0,1 4-4 16,4-4 8-16,0-1 40 0,-4 3-44 16,4 1-4-16,-1 3-12 15,-2 0-48-15,-2 0 60 0,5 7 88 0,0 2 148 16,3 1-188-16,5-4-48 0,0 4 0 15,0-5 8-15,0 2 0 0,4 0 48 0,0-4-56 16,-9 0-4-16,5-3-80 16,-5 0 80-16,1 0 0 0,-4 0 4 15,-4 0-4-15,-4-3-4 0,-4 0 4 0,-4 0 4 16,0-1-8-16,-9 4 4 0,-2-3 4 16,-10 3 48-16,1-4-36 15,-3 4 36-15,-1 0-36 0,-4 0 48 0,0 0-44 16,0 0 24-16,0 0-40 0,0 0-196 15,0 0-124-15,0 0-60 0,0 0-52 16,-4 0-108-16,4 0-180 0,-5 0-252 0,5 0-416 16,-4 0-784-16,4 0-2173 15,-8 4-2843-15,29-8 5900 0</inkml:trace>
  <inkml:trace contextRef="#ctx0" brushRef="#br0" timeOffset="6841.265">2254 5797 5628 0,'0'0'116'0,"0"0"2524"16,0 0-300-16,0 0-859 15,0 0-293-15,0 0-160 0,0 0 148 0,0 0-108 16,-15 3-160-16,15-3-264 0,0 0-164 15,0 0-136-15,4 0-60 0,4 0-112 16,3 0-160-16,13 0 144 0,4 0 200 0,8 0-124 16,8 4-156-16,4-4-4 15,0 3-24-15,4-3-36 0,-1 0 60 0,1 0-60 16,4-3-8-16,0-4 60 0,-1 1-52 16,-7 0-12-16,0-1-88 0,-8 1 40 15,0 0 48-15,-8-1-60 0,-1 4-184 16,-3-3-368-16,-4 3-64 0,-8-4-124 15,0 7-256-15,-4 0-752 0,-8 0-1268 16,-4 7-2597-16</inkml:trace>
  <inkml:trace contextRef="#ctx0" brushRef="#br0" timeOffset="7087.523">2410 6131 7020 0,'0'0'1932'15,"0"0"449"-15,0 0-1433 0,0 0-488 0,0 0 128 16,0 0 632-16,0 0-172 16,88 9-68-16,-49-6-408 0,2 1-188 0,2-1 16 15,5-3-8-15,-4 0-96 0,0 0-108 16,0 0-140-16,-1-3-48 0,-3-4-4 0,0-2-72 16,0-5-72-16,-5-5-96 0,2 5-212 15,-1-6-140-15,-5 1-52 16,-6-4-508-16,-2 5-908 0,-11 2-2317 0,-8-6-2711 15</inkml:trace>
  <inkml:trace contextRef="#ctx0" brushRef="#br0" timeOffset="7392.446">2724 5432 5612 0,'0'0'4360'16,"0"0"-2275"-16,0 0-777 0,0 0-180 15,0 0 84-15,0 0-184 0,88-47-292 0,-56 43-68 16,5 4-200-16,-2 0-84 0,1 7-92 16,4 8-32-16,-1 5 44 0,6 2-108 15,-6 10-108-15,1 2-84 0,-4 5-4 16,-4 2 0-16,-4 3-8 0,-5 1 0 0,-2 6 0 16,-10-1 0-16,-7 8 8 15,-4-1 76-15,0 3-16 0,-12 0-12 0,-3 4 4 16,-5-4-48-16,-8 0 8 0,-4-3 72 15,0 1-84-15,0-4-204 16,-4-4-284-16,1-2-4 0,-2-6-108 16,10-4-116-16,-1-7-204 0,8-9-372 0,8-9-692 15,4-7-1129-15,-4-6-3099 0</inkml:trace>
  <inkml:trace contextRef="#ctx0" brushRef="#br0" timeOffset="11104.378">6051 5426 1592 0,'0'0'2100'0,"0"0"-2096"16,0 0 4112-16,0 0-2444 0,0 0-328 0,0 0-275 15,0 0-109-15,0 0 124 0,0 0-108 0,0 0-248 16,0 0-160-16,-19-3-192 16,27 3-64-16,12 0-12 0,8 3 380 15,11 3-48-15,5 0-240 0,8 1-60 0,0-1-12 16,-1 0-200-16,-3-2 28 0,1-1-36 16,-6-3-108-16,0 0 8 15,-2-3-4-15,-1-7-4 0,-5 1-4 0,5-1-172 0,-8-2-280 16,-4-1-252-16,-4 0-184 15,-4 4-192-15,-5 2-720 16,-2 1-1168-16,-9 6-2985 0</inkml:trace>
  <inkml:trace contextRef="#ctx0" brushRef="#br0" timeOffset="11317.926">6346 5543 4852 0,'0'0'596'0,"0"0"3844"0,-3 67-3275 16,6-32-61-16,1 4-16 0,4 1-148 0,1 8-68 16,-5 0-152-16,-1 2-332 15,-3 8-172-15,0 2-128 0,0 0-76 0,0 3 0 16,0-5-8-16,-3-11-4 0,-1-9-40 16,0-8-136-16,-1-9-268 0,1-2-248 15,0-3 12-15,-3-6-148 0,3-4-448 16,0-3-577-16,0-3-643 0,-1-3-1988 0</inkml:trace>
  <inkml:trace contextRef="#ctx0" brushRef="#br0" timeOffset="11472.097">6271 6131 288 0,'0'0'3064'15,"0"0"-2072"-15,0 0 3060 0,0 0-1968 16,92-67-371-16,-64 54-577 0,4 7-196 16,0 3 96-16,-6 0-244 0,-1 3-300 0,-1 0-156 15,-4 0-124-15,-5 0-200 0,2 0-12 16,-6 0-112-16,1 3-236 0,1 6-384 15,-10 1-248-15,1 6-248 0,-4 5-536 0,0-2-1097 16,-7 17-3119-16</inkml:trace>
  <inkml:trace contextRef="#ctx0" brushRef="#br0" timeOffset="11660.758">6191 6470 5184 0,'0'0'132'16,"0"0"2364"-16,0 0-1032 0,0 0-556 0,0 0 817 15,0 0-317-15,99 0-292 0,-58 0-220 16,-1 0-104-16,-1-6-88 16,1 1-80-16,0-6-252 0,0 2-212 0,-5-4-100 15,5 4-60-15,1-4-148 0,-2 0-460 16,4 0-188-16,2 1-300 16,-2-1-128-16,-6 7-1408 0,3-1-2765 0</inkml:trace>
  <inkml:trace contextRef="#ctx0" brushRef="#br0" timeOffset="17122.437">7860 5922 4772 0,'0'0'2072'0,"0"0"316"0,0 0-1316 15,0 0 125-15,0 0 267 0,0 0 148 16,-88-49-328-16,81 43-228 0,-1 3-176 16,4 0-40-16,0 3-212 0,4 0-136 15,0 0-164-15,0 0-92 0,0 0-104 0,8 0-60 16,7 3 64-16,10 3 120 16,3 1 60-16,11 2 144 0,2-3-239 0,2-2-113 15,2-4-96-15,-2 0 56 0,0-4-68 16,-2-2-12-16,-2-3-52 0,-3-4-141 15,-4 0-111-15,-4 4-124 0,0-4-156 0,-8 6-100 16,-8 1-140-16,-5 3-336 16,-3 3-612-16,-4 0-1164 0,0 3-2201 0,-19 13-2507 15</inkml:trace>
  <inkml:trace contextRef="#ctx0" brushRef="#br0" timeOffset="17309.579">7896 6111 520 0,'0'0'7056'0,"0"0"-4080"0,0 0-1339 0,0 0-641 16,0 0 136-16,0 0 4 16,76 32 8-16,-40-32-248 0,-4-3-192 15,0-6-184-15,3-5-324 0,-3 2-120 0,-4-4-76 16,0 4-100-16,-8-4-144 0,5 3-436 16,-10 4-216-16,-3-1-168 15,0 7-524-15,-8-1-1064 0,-4 4-3001 0</inkml:trace>
  <inkml:trace contextRef="#ctx0" brushRef="#br0" timeOffset="17517.521">7462 5772 7524 0,'0'0'5657'16,"0"0"-4069"-16,0 0-784 0,0 0-464 16,0 0-328-16,0 0-12 0,0 0-136 0,0 0-268 15,0 0-480-15,0 0-436 0,67 67-424 16,-58-49-1125-16,-9 14-2915 0</inkml:trace>
  <inkml:trace contextRef="#ctx0" brushRef="#br0" timeOffset="17674.039">7466 6194 4668 0,'0'0'1132'0,"0"0"3248"0,0 0-2487 16,0 0 59-16,0 0-212 15,0 0-420-15,0 0-428 0,0 0-300 16,91 38-408-16,-74-35-184 0,3-3-272 0,-1 0-356 16,5 0-268-16,1-3-244 0,-6 0-1160 15,5 3-4141-15</inkml:trace>
  <inkml:trace contextRef="#ctx0" brushRef="#br0" timeOffset="18573.956">9466 5267 2720 0,'0'0'7584'0,"0"0"-6295"16,0-73-377-16,0 54 172 15,0 3 68-15,-4 4-192 0,4 8-168 0,-4 4-256 16,-4 16-324-16,-4 13 344 0,-4 15-380 16,0 16-116-16,-3 16-60 0,-2 7-68 0,1 2-4 0,-3 2 68 15,3-5-64-15,0-6-4 16,4-9 68-16,0-10 8 16,4-9 0-16,1-13 96 0,2-10-100 0,9-9-56 0,0-6-152 15,0-4-204-15,4 0-60 16,4 0-4-16,4-2 224 0,4 2 72 15,4-3 180-15,0 7 136 0,4 2-124 0,-1 7-4 16,1 10 260-16,-3 6 44 16,-1 12 252-16,-5 11-56 0,2 5-284 0,-10 4-152 15,-3 3-64-15,0-3-8 0,-4-4-40 16,0 0 28-16,0-5-136 0,-4-11 96 16,-3-6-8-16,3-8-252 0,4-8-284 15,0-10-148-15,0-4-224 0,0-8-668 0,4-3-684 16,-1 0-1729-16,5-14-1015 0</inkml:trace>
  <inkml:trace contextRef="#ctx0" brushRef="#br0" timeOffset="19237.545">10386 5473 5336 0,'0'0'4816'15,"0"0"-3499"-15,0 0-165 0,84 48 112 0,-63-16 88 16,-2 13-128-16,-3 11-364 0,-12 7-192 16,-4 14-248-16,-4 6-40 15,-12 6-220-15,-3-1-84 0,-6-6 48 0,-3-2 84 16,-3-16-24-16,-5-10-64 0,4-10-120 16,-4-9-24-16,5-9 20 0,-6-6-216 15,5-12-88-15,4-5 40 0,-4-3 56 0,9-6-72 16,-1-13 148-16,4-9-320 15,4-11 244-15,4-8-60 0,0-4 148 16,4 0-24-16,8 3-40 0,0 7 64 0,8 6 44 16,8 10 80-16,4 2 260 0,8 5 80 15,0 8 20-15,7 3-40 0,5 7-84 16,4 0 172-16,0 10-28 0,4 9-84 16,3 3 0-16,-3 10-188 15,5 3-104-15,-6 3 36 0,5 6-40 0,-5-2-316 16,-2-3-252-16,-2-11-72 0,-2-6 180 15,-2-9 164-15,1-10-16 0,-1-3-312 16,2-6-484-16,-6-17-1236 0,-7 5-2213 0,12-24-3363 16</inkml:trace>
  <inkml:trace contextRef="#ctx0" brushRef="#br0" timeOffset="19475.873">11475 5568 13373 0,'0'0'1772'15,"0"0"-1404"-15,0 0-44 0,-52 74 408 0,24-30 212 16,-4 10 60-16,-4 13-144 0,4 3-224 16,0 6 36-16,8 3 132 0,4-2-219 15,12-5-209-15,4-1-160 0,4-14-144 16,8-10-72-16,9-15-156 0,2-10 36 16,9-13-4-16,4-6-8 0,3-6-40 15,6-9 28-15,-5-7-13 0,-1-3-183 16,-7-8-148-16,0 3-136 0,-7-2-184 0,-2 1-112 15,-7-5-480-15,-4 5-784 0,-8 3-960 16,0 2-2113-16,-16-3-427 0</inkml:trace>
  <inkml:trace contextRef="#ctx0" brushRef="#br0" timeOffset="19620.78">11267 6077 9532 0,'0'0'3869'16,"0"0"-1817"-16,0 0-832 0,0 0-16 15,0 0-304-15,-32 76-136 0,44-63-128 0,4-1-160 16,4-9-136-16,8 1-84 15,4-4-120-15,3-10-84 0,6-6-52 0,-2-3-268 16,5-4-316-16,0-5-212 0,3 3-184 16,-2-4-220-16,-10 10-828 0,18-9-3361 0</inkml:trace>
  <inkml:trace contextRef="#ctx0" brushRef="#br0" timeOffset="20104.126">12387 5553 13001 0,'0'0'2056'0,"0"0"-644"16,0 0-940-16,0 0-96 0,0 0 428 0,0 0 316 15,99 0-276-15,-59 6-392 16,8 1-96-16,0-1-100 0,-1 3-64 16,1-2-84-16,-8-1-104 0,-8 3 0 0,0 4 8 15,-12 3-8-15,-5 3-4 16,-6 7-24-16,-9 8-52 0,-9 8-140 16,-14 9-112-16,-9 9 32 0,-8 4 116 0,-7 5 104 15,-5 4 76-15,-8 0 4 0,0 0-4 16,-4 0 76-16,-3-6-32 0,3-1-44 15,4-8-4-15,12-4 4 0,8-13 4 16,12-3 8-16,17-9 72 0,7-7-84 16,12-2-84-16,16-5-40 0,11-5 124 15,13-2 160-15,12-1 12 0,12-7-4 0,3 0 152 16,9-2-80-16,-9-9-88 0,5 3-152 16,-8-9-4-16,-5 1-8 0,-7 0 0 15,-4 1-88-15,-8-2-44 0,-8 5-220 16,-8-1-184-16,0 1-188 0,-8 2-260 15,-4-2-168-15,-1-1-624 0,-6-3-912 0,-5 4-1797 16,-5-14-1455-16</inkml:trace>
  <inkml:trace contextRef="#ctx0" brushRef="#br0" timeOffset="20304.839">13176 5864 12645 0,'0'0'1388'0,"0"0"-944"15,0 0 224-15,-36 79 176 0,16-37 372 0,-4 5-16 16,-4 7-476-16,0 3-244 0,-4 0-236 16,0 4-72-16,0 0-172 15,-3-2-40-15,-1-1-168 0,0-1-284 0,4-6-184 16,0-4-100-16,1-6-44 0,6-9-132 16,5-7-664-16,5-12-1384 0,2-7-3673 15</inkml:trace>
  <inkml:trace contextRef="#ctx0" brushRef="#br0" timeOffset="20741.441">13578 6645 4224 0,'0'0'12825'0,"-8"64"-11141"16,5-23-1252-16,-6 6-224 0,5 15-160 16,-4 1 136-16,1 6 48 0,-2 1-108 0,1 3-16 15,0 0-8-15,5 0-100 0,-1-6-12 0,-1-4-184 16,5-2-220-16,-4-10-100 0,4-10 24 16,-4-13 132-16,0-9 100 0,4-12 52 15,-4-7-28-15,1-7-260 0,-1-18-156 16,4-10 236-16,-4-9-12 0,4-13 76 15,0-10-280-15,4-9-104 0,0-11 60 16,3-1 168-16,5-1 264 0,4 0 244 16,8 13 396-16,4 9 292 0,0 10 88 15,-1 15 84-15,5 11-68 0,-8 12-24 16,4 3-32-16,-7 10-32 0,-6 6-148 16,1 3-112-16,-8 9-100 0,0 7-100 0,-4 4-84 15,-4 9-24-15,0-1-128 0,-4 7-8 16,-8 0-196-16,-8-3-112 0,1-2-36 15,-2-8-184-15,-3-10 108 0,-4-5 0 16,-3-7-152-16,-5-3-336 0,0-15-824 16,4-4-2117-16,-24-23-1903 0</inkml:trace>
  <inkml:trace contextRef="#ctx0" brushRef="#br0" timeOffset="21037.172">12076 5057 8352 0,'0'0'5701'0,"0"0"-4525"0,0 0-772 0,0 0 36 16,0 0 576-16,84-3 112 0,-52 6-404 15,3 1-196-15,9 2-196 0,8-3-76 16,12 4 16-16,8 0-140 0,7-7-48 0,9 0-80 15,7 0-4-15,1 0-8 16,-1-5-184-16,1 3 92 0,-1-2-72 16,2 4-24-16,-5 0-192 0,-6 0-56 0,6 0-148 15,-8 0-284-15,-4 0-156 16,-5 4-756-16,-19-2-2529 0,4 5-3659 16</inkml:trace>
  <inkml:trace contextRef="#ctx0" brushRef="#br0" timeOffset="21293.396">14630 4898 7080 0,'0'0'7317'0,"0"0"-6533"16,0 0-636-16,39 99 180 0,-35-48 368 0,1 12 672 16,-1 11 208-16,0 8-508 0,0 10-144 15,0 10-131-15,3 5-333 0,-3 11-280 16,1 6-80-16,-5 2-100 0,0 8-84 15,0-4 12-15,4-2-292 0,-4-4-145 0,4-7-63 16,-4-6-24-16,4-9 56 0,-1-4-8 16,1-6 104-16,5-10 64 0,-5-5-276 15,3-8-48-15,5-8-292 0,-3-11-204 16,2-5-24-16,5-10-168 0,-4-7-641 16,0-9-867-16,4-3-2936 0</inkml:trace>
  <inkml:trace contextRef="#ctx0" brushRef="#br0" timeOffset="22106.707">16160 5740 7008 0,'0'0'4377'0,"0"0"-3373"0,0 0-48 16,0 0 100-16,0 0 128 0,100 19 72 15,-76 10-200-15,-9 12-80 0,1 14-312 16,-4 8-128-16,-8 12-168 0,-4 8-112 16,-4 6-96-16,-11 1-76 0,-10 1-24 15,-6-2-60-15,-5-6 0 0,-5-8-4 16,-2-8 4-16,0-9 4 0,-2-11 0 0,-2-9-4 16,6-11 0-16,-2-16-68 0,7-4-164 15,4-7 0-15,4-13 24 0,4-6 0 0,4-13-96 16,9-6-188-16,3-9 320 15,4-8-36-15,4 1-12 0,0 4 72 0,15 9 12 16,13 5 136-16,4 11 108 0,12 6 216 16,8 10 104-16,8 5-12 0,-1 4-220 15,9 10-96-15,-1 6-4 0,2 7 76 16,-5 2 108-16,-1 7-72 0,1 5-208 16,-4 4-36-16,-4 1-24 0,-9 2-172 15,1-2-136-15,-4-1-96 0,-5 0-40 16,-2-6-112-16,-10 0-112 0,-3-6-256 15,0-1-652-15,-7-6-648 0,-6-6-2169 16,-3 0-1883-16</inkml:trace>
  <inkml:trace contextRef="#ctx0" brushRef="#br0" timeOffset="23220.038">16698 4903 4088 0,'0'0'1716'15,"0"0"1268"-15,0 0-2152 16,0 0-344-16,0 0 236 0,0 0 449 0,0 0-125 16,0 0-196-16,0 0-204 15,0 0-208-15,0 0-84 0,0 0 56 16,12 14 96-16,-8-7 28 0,0 3-88 0,0 3-28 15,3 1 4-15,-3 13-56 0,5 5 4 16,-1 12 8-16,3 9-24 0,2 11 12 16,-2 12 24-16,1 7-40 0,0 3-144 15,-4 3-92-15,0-4-112 16,1 1 0-16,-6-6 0 0,5-11-4 0,-4-8-44 16,4-14 44-16,-3-15-48 0,-2-10-24 0,5-9-136 15,0-7-280-15,0-6-100 16,-4 0-100-16,4-6-76 0,4-10-240 0,-8-3-236 15,4-9-516-15,-4-8-876 0,0 9-1805 16,-4-18-1251-16</inkml:trace>
  <inkml:trace contextRef="#ctx0" brushRef="#br0" timeOffset="23417.633">16869 4934 7584 0,'0'0'1880'0,"0"0"-291"0,0 0-409 0,0 0 188 16,0 0-76-16,56-73-308 0,-40 73-108 15,-5 0-104-15,6 0-152 16,-6 6-176-16,2 6-124 0,-5 7-148 0,-5 4 12 16,-3 3-84-16,0 5-28 0,-3 4-72 15,-9 3 0-15,-4-3-280 0,0-4-336 16,0-1-88-16,-5-5-116 0,2-6-96 16,3-9-304-16,0-4-596 0,4-3-1153 0,-4-10-3139 15</inkml:trace>
  <inkml:trace contextRef="#ctx0" brushRef="#br0" timeOffset="23737.4">17195 4489 9592 0,'0'0'1745'16,"0"0"-93"-16,0 0-188 0,49 70 48 15,-45-38 0-15,-1 3-460 0,-3-1-388 0,0-2-308 16,-3 0-248-16,-1-7-108 15,0-2-4-15,4-7-80 0,0-7-16 16,0-5-44-16,0-4-80 0,0 0-96 16,0-4-60-16,4-5-76 0,3-7 72 0,6-3 172 15,-1-3-36-15,3 0 60 16,1-1 64-16,1 4 36 0,-2 3 88 0,5 3 64 16,4 1 208-16,0 5 88 0,0 1 36 15,0 6-96-15,-5 3-104 0,2 4-84 16,-1 8 84-16,-5 1-60 0,2 3 24 15,-6 6-100-15,2 1-60 0,-5 6-8 0,-1 0-300 16,5 6-432-16,-4 3-428 0,0-10-1008 16,0 20-4409-16</inkml:trace>
  <inkml:trace contextRef="#ctx0" brushRef="#br0" timeOffset="24138.115">18156 6185 16161 0,'0'0'1708'0,"0"0"-1300"16,0 0-272-16,0 0-136 16,0 0 616-16,92 0 180 0,-52 0-124 0,-5 0-196 0,9 3 0 15,4-3-172-15,-5 0-75 0,6 0-165 16,3-7-64-16,-5 1-100 0,5-3-289 15,0-4-391-15,-4 0-292 0,4 4 16 16,-9 0-480-16,1-2-1192 0,-12 9-2361 16,4 2-3707-16</inkml:trace>
  <inkml:trace contextRef="#ctx0" brushRef="#br0" timeOffset="24637.442">20077 5413 3912 0,'0'0'0'0,"0"0"-76"16,0 0 76-16,0 0 2836 0,0 0 72 16,0 0-547-16,0 0-485 0,-4 83-372 0,15-39-296 15,2 10-260-15,-2 6-232 16,1 8-136-16,-3-2-88 0,-5 3-12 16,-1 2-112-16,-3-5-64 0,-3 1-24 0,-10-4-120 15,-2-2-52-15,-10-4-24 0,1-10 28 16,-4-2-76-16,-7-10-36 0,-1-10-60 15,0-6-40-15,1-6-44 0,-1-10-76 16,-5-3 24-16,9-3 52 0,-3-10-4 16,7-6 0-16,0-3-168 0,8-7-16 15,-4-5-36-15,8-5 12 0,-3-2 84 0,10-3 72 16,1 6-72-16,8 2 68 0,8 9 204 16,8 0 136-16,9 9 112 0,10 5 60 0,5 3 100 15,12 10-140-15,4 0-144 0,4 6 12 16,3 11 36-16,1 1-16 15,0 5-8-15,-1 0 12 0,-3 2-136 0,-9 3-24 16,-2-3-136-16,-6 4-500 16,-6 0-116-16,-5-4-64 0,-1-3 8 15,-3-5-408-15,-5-3-616 0,-2-7-920 0,3-7-2301 16</inkml:trace>
  <inkml:trace contextRef="#ctx0" brushRef="#br0" timeOffset="24838.944">21053 5731 16805 0,'0'0'1908'0,"0"0"-1648"0,79 19-128 16,-47-13 152-16,4 1 144 0,0-2 12 16,-4-1-196-16,-5-1-108 0,6 0 8 15,-1-3-144-15,-5 0-140 0,1 0-300 0,-4 0-256 16,-4 0-328-16,-4-3-312 0,-8 3-1076 15,-4 0-2593-15,-13 0-3515 16</inkml:trace>
  <inkml:trace contextRef="#ctx0" brushRef="#br0" timeOffset="25003.896">21061 6136 16877 0,'0'0'2104'0,"0"0"-1504"0,0 0-504 0,0 0 152 16,88 61 144-16,-57-54 68 0,9-7 88 15,-1 0-280-15,6-13-160 0,-2 0-108 0,6-6-380 0,-6-4-276 16,5-2-152-16,-4 0-124 16,4 0-140-16,-1 3-284 15,-11 3-3400-15,12-1-5289 0</inkml:trace>
  <inkml:trace contextRef="#ctx0" brushRef="#br0" timeOffset="25453.734">22303 6077 13373 0,'0'0'1848'0,"0"0"-452"0,0 0-600 16,0 0-288-16,-51 70-112 0,55-42-12 16,8 4 72-16,8 6 192 0,3 1 72 0,1-1-96 15,8-4-248-15,0-2-168 16,0-7-3-16,0-3-45 0,4-9-100 0,0-7 24 16,-4-6 60-16,4-6-140 0,-1-13 108 15,1-3-100-15,0-10-12 0,-4-7-96 0,-1-1-36 16,-7-4 84-16,1 2 40 15,-5-5-64-15,-5 1 72 0,-2-1 0 16,-13-1 0-16,0 1-12 0,-17 0-60 0,-7 3 68 16,-8 2-76-16,-7 0 80 15,-4 10 0-15,-2 7-44 0,-2 6 44 16,-1 10-121-16,4 9 73 0,0 0-100 0,4 13 28 16,1 6-88-16,7 0-36 0,8 3-204 15,0 0-164-15,12 3-196 0,3-6-600 16,9 4-956-16,0-8-2145 0,9 4-2047 0</inkml:trace>
  <inkml:trace contextRef="#ctx0" brushRef="#br0" timeOffset="25954.053">23372 5092 14585 0,'0'0'1868'16,"0"0"-800"-16,0 0-1068 0,0 0-84 16,0 0 84-16,0 0 296 0,0 0-24 15,0 0-124-15,91-54-140 0,-70 54 0 0,-6 4-8 16,1 11 100-16,-8 14 72 15,0 13 40-15,-8 15 8 0,-4 9-172 0,-12 14 40 16,-4 5-40-16,-4 4-36 0,-4 0-8 16,4-3 0-16,1-7 4 0,3-12 56 15,7-9 56-15,5-11 116 0,1-6-92 16,7-6-80-16,0 0-56 0,3-7 88 16,5 7 28-16,5-6-116 0,-2 3-8 0,10 2-64 15,-6-2 56-15,9 3 4 16,-4-4-44-16,5 5-24 0,-2-4-88 15,-3-1 36-15,0 4 28 0,-4 0 96 0,4 1 0 16,-5 4 8-16,-6-2 76 0,3 7 4 16,-5-1-28-16,-3 1-56 0,-4-1 0 15,0 1-4-15,0-1-148 0,0-3-36 16,-8-2-12-16,1-4 60 0,-1-7 136 16,-8-2 56-16,4-8-56 0,-4-1-296 0,-5-5-272 15,2-5-52-15,-5-7-300 0,4 0-1020 16,0-7-2825-16,-4-15-4435 0</inkml:trace>
  <inkml:trace contextRef="#ctx0" brushRef="#br0" timeOffset="26357.993">24870 6181 3068 0,'0'0'8197'0,"0"0"-5381"16,59 92-1188-16,-35-48-612 15,0 11-180-15,-7-1-8 0,-6 0-4 16,-3-3-200-16,-4-7-256 0,-4-6-220 15,0-12-148-15,4-6-112 0,-4-15-352 16,0-5-360-16,0 0-408 0,0-12-680 16,0-1-2572-16,-4-26-4241 0</inkml:trace>
  <inkml:trace contextRef="#ctx0" brushRef="#br0" timeOffset="26520.49">24861 5677 16173 0,'0'0'2312'0,"0"0"-1608"0,0 0-544 16,0 0 220-16,88-23 156 0,-56 17-284 16,4-3-252-16,4-1-400 0,4 4-780 15,4-4-164-15,-12 7-1264 0,20 0-3481 16</inkml:trace>
  <inkml:trace contextRef="#ctx0" brushRef="#br0" timeOffset="26786.684">25619 6022 15193 0,'0'0'1784'0,"0"0"-1104"0,-28 70 164 0,20-47 272 16,-4-2 44-16,4-1-344 0,4-4-547 15,4-7-269-15,4 1-8 0,7-1 8 16,10-2 0-16,3-1 4 0,8 0 8 16,-1 1 36-16,5-1-44 0,-4 1 4 0,4 2-8 15,-4 0 4-15,-4 4 32 16,3 1-24-16,-7-2-16 0,1 1 4 0,-6 2-72 15,-7-3-37-15,0 5 9 0,-8 2 40 16,-4-3-144-16,0 3-76 0,-12 3-24 16,-4-3-4-16,-3 3 40 0,-2-3 48 15,-7 1 24-15,0-5-96 0,-3-3-176 0,-1 2-196 16,-4-5-312-16,0-2-840 0,8-4-2868 16,-15-3-5781-16</inkml:trace>
  <inkml:trace contextRef="#ctx0" brushRef="#br0" timeOffset="27237.105">27767 6117 888 0,'0'0'7916'16,"-101"11"-5267"-16,58 1-437 0,-5 14-340 16,0 2-92-16,0 10-348 0,12 7-512 15,4 6-268-15,5 6-156 0,7-3-140 16,12-4-176-16,0-5-172 0,8-16-8 15,4-11-108-15,8-8-124 0,11-10-144 16,5-10 84-16,8-12 84 0,5-6-76 16,2-7-44-16,0-7 120 0,-2 5 144 0,-5-2 64 15,-5 8 0-15,1 1 64 16,-8 5-52-16,1 3 24 0,-6 9-36 0,-3 4-136 16,-4 9 136-16,0 0 244 0,0 13 284 15,0 6-124-15,0 6-76 0,7 10-96 16,-2 3-136-16,2 1-96 0,9 3-92 15,0-9-284-15,4-1-604 0,8-6-176 0,4-4-580 16,-8-9-1432-16,19-4-4453 16</inkml:trace>
  <inkml:trace contextRef="#ctx0" brushRef="#br0" timeOffset="28067.883">7108 9062 6824 0,'0'0'5689'0,"0"0"-4133"0,0 0-472 0,95-30 152 16,-35 22 120-16,11 1-120 15,6 3-108-15,6-2-264 0,1 3-280 0,-4 0-291 16,-1-4-125-16,-3-5-168 0,-5-1 0 16,-7-6-108-16,-4-6-329 0,-4-7-135 15,0 1-124-15,-13-7-88 0,2-4-76 0,-10 1-576 16,-11 8-1396-16,-8-11-3485 15</inkml:trace>
  <inkml:trace contextRef="#ctx0" brushRef="#br0" timeOffset="28346.953">7718 8312 8960 0,'0'0'2465'0,"0"0"-673"0,-21 70-116 0,17-28-252 16,4 5-176-16,4 13-176 15,12 3-248-15,4 7-236 0,4 7-160 16,0 2-172-16,4 4-132 0,-5-1-16 16,5 4-108-16,-7 0 48 0,3-5-44 15,-9-1 8-15,2-6 64 0,-6-11-8 0,1-6-64 16,-7-12-8-16,-2-8 4 0,-3-7 0 16,0-5 0-16,-3-6 0 0,-6-6-4 15,-3-4-68-15,1 0-112 0,-6-5-108 16,-3-4-220-16,5 0-152 0,-6-10-72 0,6-9-80 15,-5-9-376-15,-1-11-772 16,14 7-904-16,-5-34-2645 0</inkml:trace>
  <inkml:trace contextRef="#ctx0" brushRef="#br0" timeOffset="28513.306">8541 8921 12973 0,'0'0'1904'0,"0"0"-1012"0,21 86 164 15,-21-48 336-15,0 7 120 0,-12 6-352 16,0-4-516-16,0-6-388 16,-4 1-256-16,4-10-64 0,4-7-436 0,0-6-316 15,0-13-224-15,4-6-204 0,-4 0-976 16,1-22-4337-16</inkml:trace>
  <inkml:trace contextRef="#ctx0" brushRef="#br0" timeOffset="28653.847">8390 8649 15381 0,'0'0'1880'0,"0"0"-1520"16,0 0 320-16,0 0-408 0,80-61-196 15,-63 48-76-15,-2 1-300 16,5 2-640-16,-1-2-436 0,-6 5-832 0,6 1-3181 16</inkml:trace>
  <inkml:trace contextRef="#ctx0" brushRef="#br0" timeOffset="28960.892">8706 8874 12389 0,'0'0'1960'0,"15"67"-1264"0,-7-39-68 0,-3 10 452 15,2 0 508-15,1 0-232 0,-4-9-552 16,4-7-512-16,0-9-292 0,0-3 0 0,4-7-120 0,-4-3 24 16,8-7-40-16,0-5-60 15,-1-11-256-15,2-5-196 0,2-5-68 16,-2 5-52-16,3-4 12 0,-1 4 320 0,1 9 260 15,0 0 60-15,0 6 116 16,0 4 164-16,-4 6 332 0,0 3 88 16,-1 0 184-16,-2 6-4 0,-5 7-40 0,-1 3-136 15,1 3-112-15,1 3-36 16,-5 3 68-16,0 0 209 0,-4 0-85 16,3 1-160-16,-3-3-148 0,0-4-200 0,0-3-124 15,0-7-120-15,0-6-120 0,0-3-232 16,0 0-340-16,4-6-305 0,0-7-607 15,5-5-720-15,-5 5-2984 0,3-14-4085 0</inkml:trace>
  <inkml:trace contextRef="#ctx0" brushRef="#br0" timeOffset="29123.719">9383 8915 13193 0,'0'0'2292'0,"0"0"-1588"0,0 0 24 15,11 89 464-15,-11-57 444 0,0-4 12 0,-3-2-607 16,-1-10-665-16,4-4-376 0,0-9-48 15,0-3-508-15,-4-3-209 0,4-3-99 16,-4-7-200-16,4-3-1344 16,-5 4-3440-16,-3-14-4113 0</inkml:trace>
  <inkml:trace contextRef="#ctx0" brushRef="#br0" timeOffset="29272.338">9251 8480 484 0,'0'0'14061'15,"0"0"-11909"-15,0 0-1392 0,0 0-4 0,0 0-68 16,0 0-36-16,0 0 8 0,0 0-428 16,0 0-232-16,0 0-80 15,87-23-276-15,-70 23-292 0,-2 0-228 0,2 5-448 16,-10 1-1364-16,5 9-5913 0</inkml:trace>
  <inkml:trace contextRef="#ctx0" brushRef="#br0" timeOffset="29858.455">9941 8071 15233 0,'0'0'1720'0,"0"0"-1456"16,0 0-152-16,0 0-112 0,31 70 496 16,-23-14 256-16,0 18 72 0,1 8-64 15,-2 14-128-15,-3 2-144 0,4 6-136 0,-4-2-216 16,0 2-72-16,4-5-64 16,-4-10-12-16,0-16-72 0,0-19 20 15,0-16 16-15,4-16-12 0,0-11-72 0,0-11-160 16,0 0-256-16,4-17 32 0,-4-5-280 15,-1-7-164-15,1-8-228 0,-8-2-668 16,0-5-364-16,-4 2-749 0,-7 1 157 16,-6-3 664-16,-2 3 1340 0,-9-1 808 0,0 7 1460 15,0 4 400-15,4 5 252 16,1 11 65-16,6 5-57 0,6 7-252 0,6 3-204 16,5 0-392-1,0 3-340-15,0 7-236 0,13-1-60 16,2 4-80-16,5-1-251 0,4 1-157 0,1-7-148 0,6-6-148 15,-3 0-117-15,4-3-503 0,0-10-88 16,-5 1-172-16,1-4-492 0,0 0-1248 0,-12 3-2573 16,4 1-2887-16</inkml:trace>
  <inkml:trace contextRef="#ctx0" brushRef="#br0" timeOffset="30120.594">10382 8845 4244 0,'0'0'10081'0,"0"0"-8253"15,0 0-928-15,64 80-204 0,-40-64-212 16,-3-10 32-16,2-3 160 0,5-3-64 15,-4-6-356-15,4-10-120 0,4-6-136 16,-8-4-140-16,0 1-384 0,-5-4 68 0,-2 0 40 16,-6 7 24-16,-7 7 144 0,-4-1 80 15,0 10 168-15,-8 2 172 16,-8 4 12-16,-3 0 64 0,-6 13 8 0,1 6-8 0,0 9-76 16,1 7 48-16,3 10-36 15,0-1-48-15,8 7-16 0,4-3 16 16,1-3-84-16,7-1-52 0,0-9-208 15,0-4-208-15,11-9 24 0,1-3 60 16,4-3-112-16,8-7-88 0,8 2-36 16,4-9 280-16,7-2-1456 0,-7 0-2600 0,20 0-4285 15</inkml:trace>
  <inkml:trace contextRef="#ctx0" brushRef="#br0" timeOffset="30509.755">12024 9325 8960 0,'0'0'4249'0,"0"0"-2865"15,88 25-312-15,-36-15 36 0,11-1 144 16,-3-6-116-16,0-3-180 0,-4-6-492 15,-5-10-344-15,-3-3-60 0,4-9-16 16,-4-4-44-16,-4-7-132 0,-1-5-380 16,-3-3-248-16,-8-1-64 0,-4 0-352 0,-4 4-740 15,-8 3-876-15,-4 9-2569 0,-12-3-1343 16</inkml:trace>
  <inkml:trace contextRef="#ctx0" brushRef="#br0" timeOffset="30747.407">12435 8718 3664 0,'0'0'6852'0,"0"0"-5295"15,0 0-357-15,0 0 172 16,0 0-112-16,-76 92 104 0,76-47-164 16,16 9-204-16,3 9-236 0,5 10-64 0,4 10 20 15,0 6-191-15,0 9-221 0,4 11-76 16,-4-2-108-16,-4 1-96 16,-4-3-24-16,0-6-12 0,-9-8-48 0,2-12 0 15,-5-9-96-15,-1-13-64 0,-3-12-20 16,-4-17 80-16,5-9-57 0,-5-12-235 15,0-7-216-15,0-13-56 0,0-9-196 0,0-16-252 16,0-13 192-16,0-13-276 16,0-8-564-16,4 11-1361 0,0-37-2755 15</inkml:trace>
  <inkml:trace contextRef="#ctx0" brushRef="#br0" timeOffset="30902.766">13072 9172 12881 0,'0'0'1908'15,"31"85"-752"-15,-18-43-300 0,-1 6 276 0,-9 9 136 16,2-4-168-16,-5-1-548 0,0-11-420 16,0-6-132-16,-5-13-268 15,2-9-428-15,3-7-100 0,-8-6-252 16,0-13-944-16,-1 1-2828 0,-2-20-3693 0</inkml:trace>
  <inkml:trace contextRef="#ctx0" brushRef="#br0" timeOffset="31040.248">12933 8801 10212 0,'0'0'5641'0,"0"0"-4685"16,0 0-172-16,0 0 476 0,95-22-476 15,-67 22-344-15,0 0-60 0,0 0-380 16,4 3 0-16,-4 3-536 0,4 0-728 0,-4 1-360 16,-5 2-1156-16,1 10-4933 0</inkml:trace>
  <inkml:trace contextRef="#ctx0" brushRef="#br0" timeOffset="31354.33">13630 9410 15517 0,'0'0'1864'15,"0"0"-1344"-15,0 0 408 16,0 0 212-16,0 0-164 0,83 58-356 0,-63-75-291 0,1-5-157 16,2-13-64-16,5-12-108 15,-4-4-232-15,4-2-473 0,-4 2 37 16,-1 3-20-16,-2 7 4 0,-9 12-80 0,-4 6-100 15,-8 8 16-15,-4 8-44 0,-9 7 112 16,-6 0 780-16,-5 14 100 0,-4 7 580 0,0 5-76 16,0 9 48-16,4 3 68 15,5 6-16-15,2 4-128 0,6 6-72 0,-2 0-40 16,5 0-72-16,4-3-64 0,4-4-96 16,0-9-232-16,4-9-12 15,9-10-132-15,-2-10-16 0,5-6 40 0,0-3-52 16,5-6-292-16,-2-9 48 0,5-5 20 15,0-5-232-15,0-4-184 0,-1-2-460 16,2-1-480-16,-1 1-668 0,-9 6-1889 0,17-17-1735 16</inkml:trace>
  <inkml:trace contextRef="#ctx0" brushRef="#br0" timeOffset="31769.829">14323 8369 14277 0,'0'0'660'16,"0"0"-508"-16,0 0-144 0,0 0-8 16,0 0 664-16,-20 82 204 0,20-21 80 15,0 15-168-15,12 12-192 0,0 11 112 16,8 9 24-16,-4 1-56 0,0-2-180 15,-1-2-172-15,-2-6-207 0,2-10-109 0,-2-17-193 16,2-14-87-16,2-17-184 16,-2-16-216-16,9-9-204 0,0-13-236 0,4-3-828 15,-8-8-2164-15,16-22-2613 0</inkml:trace>
  <inkml:trace contextRef="#ctx0" brushRef="#br0" timeOffset="32191.274">14989 9236 9880 0,'0'0'6461'15,"0"0"-4969"-15,0 0-100 0,0 0-204 16,0 0-384-16,0 0 265 16,0 0-353-16,0 0-440 0,-73 76-80 0,58-41-28 15,-5 3-96-15,4 1-64 0,0-6-4 16,4 0 0-16,5-11-4 16,2-6 0-16,1-4-8 0,4-8-100 0,0-4-36 15,4 0-112-15,8 0 40 0,0-4 108 16,8-5-28-16,-1-7-80 0,2 0-172 15,3-7-37-15,-4-2 9 0,3 0 64 0,1-7 12 16,-3-2 20-16,-2-8-44 0,5-5-52 0,-4-7 20 16,4 0 224-16,-4-10 0 15,4-3 24-15,-4-5 104 0,-1-5 40 16,-2-5-152-16,-6-1-92 0,-7 1 16 0,-4 6 68 16,0 3 152-16,-7 10 12 15,-5 8 24-15,3 17 212 0,-2 6 260 0,3 16-104 16,4 7 76-16,-5 9 8 0,6 13-280 15,-5 6-196-15,0 13 0 16,-1 9 88-16,2 6 192 0,3 10 48 16,0 10-24-16,0 9-108 0,0 6-12 0,0 14-64 15,0 3-60-15,4-1-60 0,-4 0-72 16,4-5-172-16,0-11-524 0,4-9 184 16,8-16-212-16,4-6-156 0,0-13-448 0,8-9-336 15,-1-11-972-15,-2-5-2009 16,14-6-1971-16</inkml:trace>
  <inkml:trace contextRef="#ctx0" brushRef="#br0" timeOffset="38140.044">17431 8963 12465 0,'0'0'3184'0,"0"0"-2028"15,-40-67-808-15,36 42-200 16,0 3 324-16,0-1 196 0,4 7-100 0,4 7-384 16,0 2-136-16,4 7 88 0,8 7 96 15,-4 16 64-15,7 10 32 0,-2 16 136 16,3 14-60-16,-4 4-176 0,0 6 28 0,-4 0-132 16,3-4-36-16,-2-8-88 0,-2-10-8 15,2-15-104-15,-2-15-56 0,6-12-64 16,-2-9 24-16,5-16 100 0,3-15-88 15,2-11 76-15,-1-8 32 0,0-8 88 16,-5 5 8-16,5 2 64 16,-3 10-12-16,3 9-60 0,-9 9 0 15,1 15-12-15,0 8-108 0,-4 2 120 0,0 17 108 16,-4 10 24-16,-1 6 40 0,-2 3-24 0,-1 3-16 16,4-5 4-16,-4-5 80 15,0-6 41-15,-1-9 95 0,6-9 156 0,3-7-240 16,-1-13-64-16,6-15-36 0,3-8-32 15,-1-8-52-15,2-10-84 0,-1 2 0 16,-1 0 0-16,1-3-8 0,-4 4-40 16,-4 4-244-16,4 0-228 0,0 5-220 15,-4 1-145-15,4 8-351 0,0 5-916 0,-9 5-2360 16,10 2-3849-16</inkml:trace>
  <inkml:trace contextRef="#ctx0" brushRef="#br0" timeOffset="38322.087">18554 8769 15353 0,'0'0'1732'0,"0"0"-1136"0,20 80-4 15,-12-49 220-15,-3 4 96 0,-1 0 252 16,-4-3-419-16,0-4-593 0,0-9-148 0,0 1-100 16,0-7-349-16,4-1-171 0,-4-6-28 15,0-3-36-15,0-3-164 0,0 0-464 16,-4-9-452-16,0-1-2200 0,-9-18-1341 0</inkml:trace>
  <inkml:trace contextRef="#ctx0" brushRef="#br0" timeOffset="38470.336">18419 8566 16013 0,'0'0'2120'0,"0"0"-1736"0,0 0 96 0,88-48-40 15,-56 33-96-15,3-5-148 0,1 1-196 16,0 0-24-16,0-2-540 0,4 1-456 15,-4 4-496-15,-5 7-760 0,-3 2-2313 0,0 7-1735 16</inkml:trace>
  <inkml:trace contextRef="#ctx0" brushRef="#br0" timeOffset="38639.422">18997 8849 12657 0,'0'0'4916'0,"0"0"-3696"15,19 69-516-15,-2-53 64 16,3-3-60-16,3-4-172 0,1-9-147 0,8 0-205 15,4-12-124-15,8-7 144 0,-4-10-204 16,8-5-24-16,-9-4-280 16,5-7-121-16,0 0-255 0,-4-2-248 0,-5 3-372 15,-3-2-720-15,-8 18-1864 0,-3-13-3105 16</inkml:trace>
  <inkml:trace contextRef="#ctx0" brushRef="#br0" timeOffset="38836.544">19407 8163 15265 0,'0'0'1656'0,"0"86"-1232"0,4-36-200 0,-4 14 344 16,0 5 416-16,-4 5 632 15,0-5-459-15,-4-1-561 0,4-5-272 16,1-9-220-16,3-4-104 0,0-11-184 0,0-14-252 16,0-9-161-16,11-10-47 15,5-9-72-15,4-16 28 0,0-10-196 0,8-15-464 16,-5-7-804-16,1-9-1760 0,-3 13-1185 15,3-33 65-15</inkml:trace>
  <inkml:trace contextRef="#ctx0" brushRef="#br0" timeOffset="39123.505">19738 7960 13833 0,'0'0'2136'0,"0"0"-464"0,0 0-524 0,24 111-444 16,-24-48-56-16,-9 7 532 0,2 6-243 0,-5 4-197 15,-1-2-16-15,6 2-84 0,-1-10-220 16,0-1-328-16,8-8-92 0,-5-7-72 15,5-9-100-15,0-11-32 0,9-11 60 16,-1-10-24-16,3-7-64 0,6-6-32 16,-2-10 60-16,9-9 20 0,1-2 4 0,-1-2-4 15,0 0 4-15,-1 5 36 0,-3 2 44 16,0 6 92-16,-4 4-4 0,-5 6 12 16,2 0 48-16,-1 6 204 0,-4 10 40 15,4 3-40-15,-8 6-44 0,3 0-100 16,-3 1-108-16,5-3-52 0,-1-4-288 15,-1-4-252-15,6-2-173 0,-1-6-463 0,8-4-844 16,-9-3-1048-16,17-6-3165 16</inkml:trace>
  <inkml:trace contextRef="#ctx0" brushRef="#br0" timeOffset="39612.742">21714 8921 11997 0,'0'0'2388'16,"0"0"-1480"-16,43 71-544 0,-19-14 292 15,1 22 540-15,-5 19 40 0,-5 14 64 16,-2 7-568-16,-2 9-120 0,-3-4-79 16,5-4-85-16,-6-9-264 0,1-5-64 0,0-12-120 15,1-8-60-15,-2-16-232 16,1-9-120-16,-4-17-85 0,-4-13 69 0,4-8-12 15,-4-10-24-15,0-13-148 0,-8-6-160 16,-4-17-740-16,0-17-896 0,-7-18-1424 16,2 10-189-16,-7-46-131 0</inkml:trace>
  <inkml:trace contextRef="#ctx0" brushRef="#br0" timeOffset="39813.015">21802 8985 12913 0,'0'0'1932'0,"0"0"-1076"0,95-73-520 0,-59 64 220 15,4-1 276-15,-4 7 48 0,-8 6-116 0,-9 10-152 0,2 9-60 16,-10 3 156-16,-3 14-100 0,-3 1-255 16,-5 4-157-16,-9 5-88 0,-2 1-48 15,-10-1-60-15,-2-2 0 0,-5-3-232 16,0-2-57-16,-7-7-115 0,7-3 40 0,-4-11-24 16,4-9-116-16,4-5-56 0,3-7-180 15,6-7-384-15,-2-7-268 16,6-12-908-16,3 3-1637 0,-1-33-2247 0</inkml:trace>
  <inkml:trace contextRef="#ctx0" brushRef="#br0" timeOffset="40122.644">22408 8543 13581 0,'0'0'1532'0,"0"0"-852"0,0 0 124 0,43 81 760 15,-39-41-88-15,-4 8 136 0,-8 9-615 16,1-2-305-16,-6-3-136 0,5 0-160 15,-3-11-264-15,6-6-132 0,1-13-136 16,4-5-152-16,0-11-40 0,0-6 28 0,13-4 80 16,2-12 220-16,5-6 40 0,4-13-40 15,4-3-168-15,-1-3-76 0,1-1 100 16,4 4 48-16,-4 4 96 0,0 5-8 16,-4 7 0-16,0 6 8 0,1 7-8 15,-6 5 0-15,-3 4 8 0,0 0 12 16,-4 7-8-16,4 5-4 0,-4 4-4 15,0 0-8-15,3 6-112 0,-2 0-169 16,-6 1-131-16,5-2-28 0,-3 5-204 16,-2 0-548-16,1 2-960 0,0-5-1924 0,1 5-2965 15</inkml:trace>
  <inkml:trace contextRef="#ctx0" brushRef="#br0" timeOffset="40770.035">24507 9375 13605 0,'0'0'2012'0,"0"0"-1268"16,32 70-344-16,-20-51 208 0,8-7 308 16,-5-7-140-16,6-5-284 15,-1-13-148-15,8-12-64 0,-1-8 36 0,5-8-180 0,1-10-96 16,-10 1-40-16,5-5-12 0,-8 5-72 15,-5 5 80-15,-2 7-12 0,-9 7-56 0,-4 8 12 16,0 7-64-16,-13 7-8 16,-10 2-164-16,-1 7 16 0,-8 0 120 0,4 3 160 15,0 13-60-15,0 7 12 0,4 5 48 16,5 14 84-16,6 5 160 16,2 10 100-16,3 9-12 0,4 2 32 0,4 1 0 15,0-6 124-15,4-5 25 0,4-7-393 16,3-12-120-16,6-14-132 0,3-6-52 15,-1-13-73-15,9-4 125 0,0-4 20 0,0-10-80 16,8-14-164-16,-4-9-240 16,3-6-236-16,1-7-300 0,1-7-284 15,-2-8-872-15,-10 16-816 0,10-32-2701 0</inkml:trace>
  <inkml:trace contextRef="#ctx0" brushRef="#br0" timeOffset="40980.632">25351 8128 9140 0,'0'0'3197'0,"0"0"-2085"16,0 0-288-16,0 0 552 16,17 76 180-16,-17-35-308 0,-4 11-188 15,-1 4-280-15,1 8-108 0,4 2 44 0,-4 11-167 16,4 1-269-16,0 9-28 16,0-2-128-16,0-2-68 0,8-1-56 15,1-6-60-15,6-6-208 0,-2-6-240 0,6-6-161 16,1-11-159-16,5-6-140 0,3-12-296 15,0-10-488-15,-1-10-504 0,4-9-140 16,-10-6-597-16,10-29-1515 0</inkml:trace>
  <inkml:trace contextRef="#ctx0" brushRef="#br0" timeOffset="41403.245">25898 8283 9156 0,'0'0'5477'16,"0"0"-4745"-16,0 0-316 15,-4 80 264-15,0-33 576 0,0 17 16 0,-1 9-84 16,1 9-384-16,0 4-232 0,1 6 133 16,3 0-149-16,-4-3-216 0,0-3-192 15,4-7-148-15,0-8-60 0,0-8-132 16,4-10-64-16,3-14-8 0,1-14 32 0,9-9 40 15,-6-10 56-15,6-6-69 16,-6-6-51-16,2-10 12 0,-2-6-180 0,-3-7-248 16,-4-6-344-16,-4-3-480 0,0-4-240 15,-8 5-320-15,-12-4-644 16,-7-3-421-16,-1 2 745 0,-13-3 564 0,2-2 692 16,3 9 1120-16,0 3 1316 0,5 13 1236 15,10 9 1620-15,6 10-1683 0,6 3-497 16,5 0-424-16,4 5-388 0,0 6-144 0,8 1-56 15,8-2 56-15,0 2-99 0,12 1-269 0,4-6-244 16,4-4-172 0,8-3-116-16,4-6-84 0,-1-11-52 0,5-1-328 15,0-5-312-15,4-2-297 0,-4-4-351 16,0 4-876-16,-13 3-2316 16,13-1-3261-16</inkml:trace>
  <inkml:trace contextRef="#ctx0" brushRef="#br0" timeOffset="41689.622">26670 8708 11805 0,'0'0'4296'0,"0"0"-3616"0,0 0-232 0,-24 67 356 0,5-41 860 16,-5 5-44-16,0-1-319 15,-4 1-453-15,8 1-88 0,0-7-132 16,4 0-352-16,4-6-276 0,8-6-12 0,4 4-84 16,0-9-36-16,8 5 20 0,9-3 28 15,-2 3 0-15,9-5-48 0,4 6-72 16,0-1-48-16,4 0 104 0,0-1 40 15,-4 7 96-15,0-3 12 0,-5 6 8 16,-3 0 0-16,0 3 40 0,-4 0 60 16,-8 5 64-16,-4 1-4 0,-4-2 0 0,-8 3-60 15,-8-1 0-15,-4 2-36 16,-8-5 16-16,-8-3-88 0,4-3-28 0,-3-3-320 16,-1-3-376-16,4-3-256 0,-4-4-489 15,12-2-1459-15,-7-1-4625 0</inkml:trace>
  <inkml:trace contextRef="#ctx0" brushRef="#br0" timeOffset="41839.625">27224 9560 17861 0,'0'0'3876'0,"0"0"-3111"0,0 0-53 15,0 0-384-15,0 0-328 0,0 0-72 16,0 0-256-16,0 0-216 0,-99 15-148 0,79-11-329 15,4-1-1171-15,-16 7-3716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5-30T08:10:49.7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26229 1251 8916 0,'0'0'4801'16,"0"0"-4193"-16,0 0-596 0,0 0 52 15,0 0 456-15,0 0 384 0,0 0 64 0,-101 19-296 16,73-6-128-16,1 6 60 16,-1 3 12-16,-4 0-148 0,1 1-68 0,-1-2-68 15,0 5-40-15,-5 2-72 0,2 1-48 16,-1 3-76-16,-4 2 24 0,0 4-20 15,0 6 8-15,-3 8 12 0,-6 2 16 0,-2 3-27 16,-1 7-37-16,0 5 16 16,5-2-28-16,-1 3 0 0,8 0-60 0,8 0 0 15,4-1-8-15,12 5-52 16,4-1-28-16,5 3 4 0,7 7 0 0,3-1 35 16,13-3 1-16,8 4 4 0,8-7 40 15,12-2 0-15,7-11-4 0,5 0 4 16,12-8-52-16,8-8-4 0,3-9 52 15,13-3-44-15,3-10 52 0,10-5 0 16,2-6 0-16,5-3 0 0,3-5-4 16,-4-2 0-16,1-4 4 0,-1-14 140 15,5-2-136-15,0-9 80 0,0-7-84 0,-2-9-80 16,-2-4 32-16,0-5 0 0,-9-7 0 16,-3-4-48-16,-12-5-16 0,-12-8-32 15,-9 2 96-15,-11-8 36 0,-8-5-52 0,-9-2-56 16,-7-4 120-16,-12-1 52 0,-3-4 96 15,-10 1-76-15,-7-7 72 16,0-3-120-16,-11-5-24 0,-13-5-72 0,-8-2-36 16,-9-1-16-16,-18 10 112 0,-17 4-36 15,-15 12-108-15,-21 9-284 0,-19 13-12 16,-12 19 220-16,-17 13 120 0,-15 16-72 16,-12 16-220-16,-13 12 36 0,-11 22-140 15,-12 23-88-15,-13 16-624 0,2 19-608 16,-9 19-108-16,0 12-209 0,-1 16-135 0,5 10 148 15,60-29-1760-15</inkml:trace>
  <inkml:trace contextRef="#ctx0" brushRef="#br0" timeOffset="5780.252">4705 11737 9852 0,'0'0'4205'15,"0"0"-3657"-15,0 0-500 0,0 0 156 0,0 0 476 16,0 0 300-16,0 0 104 0,0 0-404 16,107 13-224-16,-66-13-48 0,2 0-80 15,5 0-68-15,-4-3-140 0,-5 0-120 16,6-4 0-16,-9 2-72 0,-5-5 64 15,1 0-76-15,-4-2-176 16,0-1-268-16,0-6-176 0,-5 0-260 0,-2 0-540 16,-5-3-1128-16,-1 3-2485 0,-7 2-2375 15</inkml:trace>
  <inkml:trace contextRef="#ctx0" brushRef="#br0" timeOffset="6152.867">5052 11176 3344 0,'0'0'8505'0,"0"0"-7557"16,0 0-488-16,0 0 240 15,0 0 224-15,0 0-104 0,0 0-152 0,0 0-232 16,0 0-212-16,0 0-48 16,-40 92 8-16,40-57-8 0,8 6-16 0,-1 10-24 15,6 9 24-15,2 7-48 0,2 8-100 0,2 6 60 16,1 5-72-16,5-1-16 15,3 3 4-15,-1-2 12 0,-3-3 64 16,4-6-60-16,-4-11 44 0,-4-6 64 0,-1-5 24 16,-2-11 12-16,-6-6 48 15,-3-6 76-15,1-4 132 0,-2-6-160 0,-3 0-96 16,0-6 24-16,-4-6-52 0,0 0 28 16,0-5 12-16,-4-1 8 0,-3-2-132 15,-6 3-36-15,-2-5-220 0,-6 0 4 16,-2 0-80-16,-1-11-20 0,-4 3-188 0,0-6 60 15,0-2-72-15,4 2-92 0,5-6-160 16,-2 4-148-16,10-3-536 16,2-3-764-16,5 6-981 0,4-9-3135 0</inkml:trace>
  <inkml:trace contextRef="#ctx0" brushRef="#br0" timeOffset="6341.125">5929 11868 6280 0,'0'0'7629'0,"0"0"-6501"0,0 0-548 15,0 0 176-15,0 0 300 0,0 0-424 16,0 0-320-16,79 0-164 0,-75 0-148 16,3 0-44-16,-2 3-360 0,3-3-688 15,-4 7-416-15,0-4-1348 0,-4 9-4057 16</inkml:trace>
  <inkml:trace contextRef="#ctx0" brushRef="#br0" timeOffset="6519.07">5933 12093 1044 0,'0'0'4000'0,"0"0"1484"0,0 0-4427 16,0 0 427-16,0 0 448 0,0 0-312 0,0 0-276 15,79 22-420-15,-63-22-272 0,3 0-200 16,2-3-220-16,3-3-184 15,4 0-48-15,0-4-120 0,0 1-540 0,-1 2-252 16,1-2-336-16,3 0-672 0,-6 2-2376 16,6 4-4677-16</inkml:trace>
  <inkml:trace contextRef="#ctx0" brushRef="#br0" timeOffset="7227.389">7031 11611 2552 0,'0'0'8565'0,"0"0"-7321"0,0 0-552 16,0 0-80-16,0 0 236 15,0 0 64-15,0 0-56 0,0 0 152 0,0 0-188 16,101 82-240-16,-74-47-124 0,1 6-76 16,0 4-100-16,-4 3-84 0,-4-1-112 15,3-3-76-15,-6-2-8 0,-1-7-4 0,0-7-116 16,-9-8 8-16,6-5-132 16,-9-5-172-16,3-4-260 0,-3-6-116 15,0 0-116-15,0-3-372 0,1-6-616 0,-1-4-2001 16,0-13-2399-16</inkml:trace>
  <inkml:trace contextRef="#ctx0" brushRef="#br0" timeOffset="7420.875">7387 11608 768 0,'0'0'10765'0,"0"0"-9473"15,0 0-640-15,-56 70 112 0,31-39 408 16,1 4-64-16,1 4-420 0,-1 1-380 0,4-1-108 15,-3 2-124-15,2-3-76 0,5-1-84 16,1 1-288-16,2-5-240 0,1-8-80 16,5-2 16-16,-1-11-248 0,8-6-384 15,-5-2-820-15,5-4-1109 0,0 0-2931 0,0-10 4992 16</inkml:trace>
  <inkml:trace contextRef="#ctx0" brushRef="#br0" timeOffset="7870.262">7645 11125 8140 0,'0'0'4397'0,"0"0"-3581"0,0 0-304 0,0 0 172 16,0 0 552-16,0 0 80 0,0 0-364 15,0 0-372-15,0 0-196 16,4 70-40-16,5-35 36 0,-5 3 96 0,3 6-12 16,-3 4-232-16,0 3-140 0,-4 0-88 15,4-1-8-15,-4-2 4 16,0-7-168-16,0-5-176 0,0-8 124 0,0-9 24 16,0-7-120-16,0-2-236 0,0-10-188 15,0 0-64-15,0 0-88 0,0-3-404 16,0-7-600-16,0-5-809 0,0-8-1195 0,0-2-980 15,0 6 2785-15</inkml:trace>
  <inkml:trace contextRef="#ctx0" brushRef="#br0" timeOffset="8059.617">7690 11243 2508 0,'0'0'380'0,"0"0"884"16,0 0 3424-16,0 0-3496 0,0 0 33 0,0 0-29 15,0 0-100-15,82-32-156 0,-73 32-156 16,-1 0-256-16,-4 0-100 0,-4 3-76 0,4 3-64 15,-4 6-28-15,0 2-36 0,0 5-12 16,-8-1-212-16,0 8-28 16,-4-4-256-16,0 0-40 0,1-3-188 0,-6-2-180 15,6-2-252-15,-2-5-352 0,5-6-804 16,-3-4-1053-16,6 0-3879 0,-7-17 7028 16</inkml:trace>
  <inkml:trace contextRef="#ctx0" brushRef="#br0" timeOffset="8385.074">7912 10964 4832 0,'0'0'4900'0,"0"0"-2827"0,0 0-933 16,0 0 84-16,0 0 340 16,0 0 40-16,0 0-428 0,36 87-588 0,-36-60-380 15,0 1-132-15,0-3-76 16,0 1-76-16,0-5-144 0,0-2-320 15,0-5 84-15,0-7 184 0,0-5-16 0,4-2-32 16,0 0 8-16,0-2 88 0,1-9 60 16,2 1 52-16,1-5-36 15,0-1 56-15,4 3 40 0,0-3 44 0,0 1 4 16,0 2-84-16,-1 0 88 0,6 4 0 16,-6 3 292-16,2 3 44 0,-1-1-72 0,-1 4-92 15,-2 0-156-15,-5 9 156 0,3 1 88 16,-3 6-72-16,4 3-88 0,-3 3-100 0,-5 4-88 15,4 2-36-15,-4 5-484 16,4 1-508-16,-1-9-1248 0,1 20-3473 16</inkml:trace>
  <inkml:trace contextRef="#ctx0" brushRef="#br0" timeOffset="8643.668">8530 11839 15825 0,'0'0'2060'16,"0"0"-1996"-16,0 0-4 0,0 0 260 16,0 0 408-16,0 0 92 0,0 0-60 15,0 0-212-15,103 0-112 0,-71 0-107 16,0 0-193-16,5 0-136 0,-10-2-12 15,4-2-112-15,2-6-361 0,-6 1-319 0,1-1-188 16,0-2-148-16,-8-4-660 16,1 4-1316-16,-2-8-3097 0</inkml:trace>
  <inkml:trace contextRef="#ctx0" brushRef="#br0" timeOffset="8835.244">9108 11458 7188 0,'0'0'5753'0,"0"0"-4125"0,0 0-872 0,71 79 440 16,-43-44 468-16,4 7-160 0,0-1-176 16,0 4-451-16,0-4-305 15,-1 3-260-15,5-6-276 0,-8-3-36 0,4-6-336 16,-8-10-248-16,4-6-193 0,-4-7-67 16,-1-6-256-16,1-13-976 0,-7 4-2644 15,-2-20-3749-15</inkml:trace>
  <inkml:trace contextRef="#ctx0" brushRef="#br0" timeOffset="9003.125">9526 11525 4180 0,'0'0'10689'0,"0"0"-9317"0,0 0-860 0,-55 72-24 16,34-39 356-16,-3 2 360 16,0 6-368-16,1 3-532 0,-5 3-304 15,-4 7-12-15,-8 4-332 0,0 5-536 0,-3 4-304 16,-9 9-608-16,-1 0-2892 0,10-18-5153 15,-24 34 8142-15</inkml:trace>
  <inkml:trace contextRef="#ctx0" brushRef="#br0" timeOffset="9952.087">4913 13846 1684 0,'0'0'11213'0,"0"0"-9333"0,0 0-1100 15,0 0-540-15,0 0 552 16,0 0 636-16,0 0-320 0,0 0-332 15,0 0-412-15,27 22-44 0,1-19 80 0,3 3 16 16,10 1-116-16,-1-4-103 0,3-3-89 16,-2 3-44-16,-2-3-60 0,-3 0 4 15,-1-6-8-15,1-1-76 0,-4 1-289 16,1-7-279-16,-6 1-88 0,1-4-136 0,0 0-152 16,-8-3-844-16,-8 7-1932 0,0-5-1505 15</inkml:trace>
  <inkml:trace contextRef="#ctx0" brushRef="#br0" timeOffset="10265.96">5211 13553 6776 0,'0'0'6405'0,"0"0"-5313"16,0 0-700-16,0 0-24 0,0 0 360 15,-24 80 604-15,24-55-244 0,4 7-444 0,0 3-264 16,8 4-72-16,-4 2-52 0,4 3-24 15,0 13-84-15,-1 1 36 0,2 8-124 16,-2 1 84-16,2-4-80 0,-1 4-16 16,-1-7-36-16,6-3 48 0,-10-3 24 15,6-3-80-15,-5-7 12 0,-1-2-16 0,-3-7 0 16,0-3 4-16,1-10-4 16,-1-3-64-16,-4-10-116 0,0-2-152 0,0-4-144 15,0-3-124-15,-9 0 108 0,1-3-40 16,-7-4-308-16,-5 1-352 0,-8-7-596 15,-4 1-984-15,0-7-1273 16,-4-4-691-16,8 8 2568 0</inkml:trace>
  <inkml:trace contextRef="#ctx0" brushRef="#br0" timeOffset="10541.562">5777 13332 1344 0,'0'0'11113'15,"0"0"-9901"-15,0 0-1072 0,0 0 292 0,0 0 504 16,0 0 584-16,0 0-464 15,0 0-536-15,55 70-272 0,-46-39-88 16,-1 11-20-16,-5 2-140 0,-3 3-188 0,0 8-612 16,-3-2-256-16,-5 1-616 15,-5 1-1460-15,6-17-4793 0</inkml:trace>
  <inkml:trace contextRef="#ctx0" brushRef="#br0" timeOffset="12920.312">6350 14094 6020 0,'0'0'7041'16,"0"0"-6049"-16,0 0-396 0,0 0-152 16,0 0 448-16,0 0 436 0,0 0-352 15,0 0-408-15,0 0-432 0,21-10-40 16,3 3 140-16,11 4 32 0,5-6-48 0,-4 3-96 15,4-1-112-15,-4-2 0 0,-4 2-12 16,-4 1 0-16,-5-3-112 16,-3 2-376-16,-3 1-324 0,-6 3-288 0,-3 0-804 15,-4-1-2785-15,-4 4-3859 0</inkml:trace>
  <inkml:trace contextRef="#ctx0" brushRef="#br0" timeOffset="13099.454">6430 14325 7096 0,'0'0'5833'0,"0"0"-4713"16,0 0-740-16,0 0 0 0,0 0 416 0,0 0 472 15,0 0-152-15,79 28-412 0,-54-28-312 16,-1-2-144-16,4-5-116 0,4-5-132 16,-4-2-92-16,-4 3-448 0,3-6-336 15,-3 1-392-15,-4 4-1000 0,8-1-3261 0</inkml:trace>
  <inkml:trace contextRef="#ctx0" brushRef="#br0" timeOffset="13722.564">7960 13697 7112 0,'0'0'6113'0,"0"0"-5109"16,0 0-676-16,0 0 240 0,0 0 476 16,0 0 204-16,0 86-232 15,8-55-328-15,0 10-148 0,4 10-36 0,4 3-88 16,-4 9-124-16,4 4-112 0,-4 7 4 15,4-2-24-15,-4 4-88 0,-1 1-64 0,2 2 0 16,-6 0 0-16,1-2-8 0,1-11 4 16,-5 2-4-16,0-15-84 0,-1-9-40 15,1-12-32-15,4-10 56 0,-8-9-20 16,0-10-236-16,0-3-300 0,0 0-92 16,0-9-56-16,-4-10-248 0,-4-6-436 0,1-10-992 15,-6-6-1449-15,5 5-2203 0,-12-27 3576 16</inkml:trace>
  <inkml:trace contextRef="#ctx0" brushRef="#br0" timeOffset="13983.945">7972 13925 6352 0,'0'0'3272'0,"0"0"-1519"16,0 0-1109-16,0 0-172 0,0 0 552 15,0 0 280-15,0 0-296 0,79-35-316 0,-58 35-228 16,-1 0-80-16,-5 0-72 15,2 4-104-15,-2 1-48 0,-2 2 4 16,-6 3 20-16,1 2 64 0,-4 4 56 0,0 4-68 16,-4 2-76-16,0 6-52 0,-12-2-20 15,5 2-88-15,-6-2-232 0,-2-1-244 16,-6-5-32-16,6-1-8 0,-2-7-144 16,2-3-356-16,-5-2-644 0,4-4-1212 15,0-3-2313-15,1-3-1199 0,-2-11 6353 0</inkml:trace>
  <inkml:trace contextRef="#ctx0" brushRef="#br0" timeOffset="14472.916">8367 13389 10888 0,'0'0'2881'0,"0"0"-2005"0,0 0-868 16,0 0 496-16,0 0 632 0,0 0 184 0,0 0-480 15,39 79-496-15,-31-57-196 0,-4 0-48 16,0 0-92-16,1 2-8 16,-5-6 0-16,4-3-88 0,-1-4 4 0,1-5-28 15,-4-3 40-15,4 0-16 0,-4-3 4 16,0 0-64-16,4-6 0 0,0 0 148 16,1-5-4-16,2-4 0 0,1-1-84 0,0 0 80 15,1 0-56-15,2 0-8 16,-3 4 12-16,0-1-4 0,4 3 56 0,-4 1 4 15,3-1-60-15,-2 7 64 0,-1-3 124 16,-1 6 24-16,2-3-12 0,-1 3 0 0,-4 0 0 16,3 3 0-16,1 0-48 0,1 7-16 15,-5-1-8-15,3 4-4 16,-3 6-60-16,0 0-160 0,-4 6-148 0,4 4-136 16,-4 0-52-16,0 6-152 0,0-4-216 15,0 4-548-15,0 0-1252 0,0-10-3125 16</inkml:trace>
  <inkml:trace contextRef="#ctx0" brushRef="#br0" timeOffset="15454.092">9056 14135 4256 0,'0'0'9697'0,"0"0"-7941"0,0 0-828 15,0 0-204-15,0 0 400 0,0 0 84 16,0 0-232-16,0 0-416 0,0 0-316 16,0 0-124-16,0 0-120 0,0 0-8 15,4 0-124-15,-4 0-4 0,0 0-80 0,3-3-492 16,1-1-248-16,5 1-176 0,-1-3-956 16,-1 3-2492-16,1-7-3249 0,-51 39 4021 15</inkml:trace>
  <inkml:trace contextRef="#ctx0" brushRef="#br0" timeOffset="15733.328">9694 13808 1280 0,'0'0'10861'0,"0"0"-8985"0,0 0-1612 15,0 0-84-15,0 0 60 16,0 0 828-16,0 0 312 0,75 82-436 0,-51-50-464 16,4 6-148-16,0 4 60 0,0 5 4 15,0-2-152-15,-9 2-136 16,1-2-104-16,-4-7-4 0,-4-3-48 0,0-7 40 16,-4-8-200-16,0-5-148 0,0-9-220 15,-4-2-300-15,0-4-128 0,0 0-568 16,4-14-1028-16,-4-4-2265 0,0 2-2679 15,0-13 7232-15</inkml:trace>
  <inkml:trace contextRef="#ctx0" brushRef="#br0" timeOffset="15936.227">10048 13899 508 0,'0'0'10605'0,"0"0"-9117"0,0 0-772 15,0 0 36-15,0 0 220 0,-88 87 400 16,65-59-364-16,-9 10-496 0,4 0-316 0,-8 7-96 15,0-1-96-15,0 4-4 16,0 2-12-16,-3 1-52 0,3 0-120 0,-5-3-40 16,6-7 24-16,3-2-220 0,4-7-168 15,4-11-440-15,1-2-784 0,2-3-2673 0,10-9-3759 16,-13 2 7908-16</inkml:trace>
  <inkml:trace contextRef="#ctx0" brushRef="#br0" timeOffset="16892.594">10287 13414 1684 0,'0'0'2696'0,"0"0"3472"16,0 0-5047-16,0 0-621 0,0 0 320 15,0 0 388-15,0 0 20 16,0 0-172-16,0 0-284 0,0 0-28 0,52 61-176 16,-44-30-176-16,-1 7-60 0,1 7-48 15,-3-1-52-15,-1 4-60 0,-4 3-88 0,4 0-72 16,-4-4-4-16,0 0-8 16,0-5-4-16,0-3-80 0,0-8 36 15,0-6-52-15,0-9-56 0,0-6-68 0,0-7-240 16,0-3-140-16,0 0 36 0,-4 0-80 15,4-10-300-15,-4-2-616 16,-1-11-932-16,1-3-2193 0,0 5-1391 0,-3-18 5168 16</inkml:trace>
  <inkml:trace contextRef="#ctx0" brushRef="#br0" timeOffset="17115.607">10358 13389 3572 0,'0'0'7413'0,"0"0"-6529"0,0 0-472 15,0 0 280-15,0 0 300 0,0 0 96 16,0 0-244-16,0 0-240 0,77-17-156 16,-62 24-136-16,-2 0-112 0,-2-2-116 15,2 9 40-15,-9-3-48 0,-1 9 36 0,1-1-112 16,-4 7-296-16,-4 2-116 0,-3 2-148 16,-6-5-32-16,5 0-76 15,-4-6-76-15,0 0-144 0,5-6-412 0,-6-4-809 0,5-6-495 16,-3-3-1516-16,7 0 992 15,-5-3 3008-15</inkml:trace>
  <inkml:trace contextRef="#ctx0" brushRef="#br0" timeOffset="17483.279">10654 13058 11013 0,'0'0'1632'16,"0"0"-512"-16,0 0 8 0,0 0 116 0,0 0-64 16,35 74-452-16,-31-55-456 15,0-4-208-15,-4 5-64 0,4-4 0 16,-4-2-80-16,5 0-216 0,-5-4 60 0,4-4 64 16,-4-6 48-16,3 3-64 0,-3-3-8 15,4 0 44-15,0-3 152 0,4-3 84 16,1-4-80-16,2-4-4 0,1 0 0 0,4-2-88 15,-8-1 28-15,4 6 60 16,0 0-16-16,-4 8-32 0,-1 0 48 16,2 3 136-16,-1 0 52 0,0 3 24 0,0 4 24 15,-4 2-12-15,4 0-28 0,-4 5-60 16,-1-2-76-16,1 1-48 0,0 0-4 0,-4-1-8 16,5 1-120-16,-5 3-412 15,0-3-140-15,4 2-244 0,-4 1-256 16,0 0-592-16,0-4-1309 0,0 12-3223 0</inkml:trace>
  <inkml:trace contextRef="#ctx0" brushRef="#br0" timeOffset="17718.265">11052 13528 2796 0,'0'0'9877'0,"0"0"-8245"15,0 0-900-15,0 0-92 0,0 0 516 16,0 0 184-16,0 0-268 0,0 0-472 16,0 0-280-16,0 0-52 0,0 0-24 0,47 36-124 15,-30-36-108-15,-2 0-12 16,2 0-52-16,-2-4-156 0,1-3-180 16,5-5-236-16,-6 3-212 0,2-7-204 0,2 0-696 15,-3 6-2248-15,5-12-2777 0</inkml:trace>
  <inkml:trace contextRef="#ctx0" brushRef="#br0" timeOffset="17952.774">11479 13202 1840 0,'0'0'10909'0,"0"0"-9077"15,0 0-1048-15,0 0-120 0,0 0 264 0,0 0 388 16,0 0-256-16,0 0-448 0,0 0-272 0,35 76-72 15,-27-48-48-15,0 0-72 16,-3 4-64-16,2 0-76 0,-3 6-8 16,-4 1-208-16,4 5-216 0,-4 1-176 15,0-1-148-15,0 0-212 0,0 1-408 16,-4-7-1012-16,4-7-1973 0,0-2-951 16,0-8 752-16,0-1 4437 0</inkml:trace>
  <inkml:trace contextRef="#ctx0" brushRef="#br0" timeOffset="18618.868">12331 14081 10744 0,'0'0'1633'0,"0"0"-841"0,0 0-184 15,0 0 92-15,0 0 96 16,0 0 108-16,0 0-28 0,0 0-180 0,0 0-200 16,91 38-64-16,-63-32-4 0,-4 1-44 15,0 0-104-15,1-2-48 0,-2-2-36 16,1-3-48-16,0 0-88 0,0 0-52 0,-1 0 0 16,1-6-8-16,0 0 0 15,1-1-124-15,-1-2-376 0,-5 2-136 16,5 1-116-16,-4 3-176 0,0 0-436 0,0 0-1072 15,-5 0-2777-15,2 3-2915 0</inkml:trace>
  <inkml:trace contextRef="#ctx0" brushRef="#br0" timeOffset="19186.708">13749 13830 6320 0,'0'0'4056'0,"0"0"-2703"15,0 0-289-15,0 0-324 16,0 0 96-16,0 0 316 0,0 0 28 0,0 0-148 16,12 79-352-16,-4-53-212 0,0-1-88 15,1 6-72-15,2 5-28 0,1 5-120 16,0 3-60-16,-4 4-52 0,-4 0-12 0,4 6-36 15,-8 2-72-15,0 3-212 16,0 0-120-16,0-5-248 0,-4 0-48 0,4-9-120 16,0-1-532-16,0-5-1176 0,4-11-2705 15,-4 11-2575-15</inkml:trace>
  <inkml:trace contextRef="#ctx0" brushRef="#br0" timeOffset="25680.125">8100 15411 8588 0,'0'0'1072'0,"0"0"-488"16,0 0 60-16,0 0 461 0,0 0-1 16,0 0-280-16,0 0-364 0,0 0-208 15,0 0-112-15,0 0-4 0,-32 73 16 0,32-53 52 16,0-5-28-16,7 3 24 16,-3-1 0-16,9-5-12 0,-5 5-12 0,-1-9-84 15,6 3-16-15,-5-5 36 0,-1 1-48 16,1-1-60-16,-3-3 56 0,-1-3-48 0,0 3 0 15,-1 0 4-15,1-3 32 16,-4 0-40-16,4 0 0 0,0 0 4 16,-4 0-4-16,0 0 0 0,0 0-4 0,0 0 0 15,0 0 8-15,0 0 0 0,0 0 0 16,0-3 36-16,0 3-48 0,0-3-88 16,0 3 4-16,0-3-44 0,4 3-56 15,-4-3-48-15,0 3 8 0,0-3-64 16,0 3-16-16,0 0-48 0,0 0-128 0,0 0-64 15,0 0-80-15,0 0-68 0,0 0-12 16,0 0 12-16,0 0-33 16,0 0-35-16,0 0-84 0,0-4 104 0,0 4 224 15,0 0 216-15,0 0 116 0,0 0 56 16,0 0-28-16,0 0-28 0,0 0 56 16,0 0 120-16,0 0-68 0,0 4 76 15,0-4 0-15,0 3-44 0,0-3-8 16,0 3 52-16,0-3-8 0,0 0 8 15,0 0-52-15,0 0 40 0,0 0 12 0,0 0 120 16,0 0 116-16,0 0 192 16,0 0-24-16,0 0-92 0,0 0-104 15,0 0-52-15,0 0 24 0,0 0 16 0,0 0 24 16,0 0-40-16,0 0-24 0,0 0-92 16,0 0 0-16,0 0 4 0,0 0 8 0,0 0-12 15,0 0-12-15,5 0 28 16,-5 0-28-16,0 0-40 0,0 0 40 0,0 0-40 15,0-3 52-15,0 3-64 0,0-3-116 16,4 3-416-16,-4-4-180 0,0 1-104 16,0 0-160-16,3 0-484 0,-3-1-88 15,0 2 60-15,0-3-404 0,0 3 1677 16,0-4 215-16,-3 2 0 0</inkml:trace>
  <inkml:trace contextRef="#ctx0" brushRef="#br0" timeOffset="26551.463">8124 15398 1864 0,'0'0'144'0,"0"0"-132"16,0 0 148-16,0 0 2328 15,0 0-652-15,0 0-848 0,0 0-652 0,0 0-256 16,0 0 168-16,0 0 204 0,0-2 16 16,0 2-248-16,0 0-172 0,0 0-44 15,0 0 56-15,0 0 108 0,0 0 92 0,0 0-16 16,0 0-52-16,0 0-12 15,0 0-60-15,0 0-108 0,0 0 0 0,0 0-12 16,0 0-12-16,4 0 0 0,-4 0-40 16,0-5 52-16,0 5 12 0,0 0 64 15,3 0 40-15,-3-2 93 0,0 2 35 16,0 0 0-16,4 0 52 0,-4-3 36 16,0 3 40-16,0 0 0 0,0-3-16 15,4 3-48-15,-4 0-28 0,0 0 24 16,0 0 0-16,0 0 24 0,0 0-24 15,0 0-12-15,0 0-40 0,0 0-16 0,0 0 28 16,0 0-20-16,0 0 4 16,0 0-36-16,0 3-60 0,0 0-68 0,0 4-84 15,4-1 0-15,1 10 0 0,6 9 200 16,1 6 76-16,4 7-4 0,5 8-24 0,-2 1-64 16,1 0-60-16,0 1-116 15,-4-4 0-15,4-5-8 0,-8-7 0 16,3-10-4-16,-2-7 4 0,-2-2 0 0,2-6-76 15,-2-5-20-15,-3-2-28 0,5-2-36 16,-6-11-276-16,1-3-212 16,0-6-192-16,1-3-92 0,-6-5-500 0,1-5-680 15,0 4-1121-15,-4 10-2235 0</inkml:trace>
  <inkml:trace contextRef="#ctx0" brushRef="#br0" timeOffset="26784.725">8378 15383 7032 0,'0'0'2244'0,"0"0"-1144"0,0 0-339 0,0 0 139 15,0 0 228-15,0 0-136 16,0 0-248-16,0 0-364 0,0 0-228 16,0 0-76-16,8 31 136 0,1-15 112 0,-1 6 84 15,3 5-48-15,-3-2-136 0,4 4-60 0,-4-1-104 16,0 0-4-1,1 1-56-15,-6 2 0 0,1 1-64 0,0-1-384 16,0 1-180-16,-4 1-176 0,4-2-168 16,-4-2-212-16,4 2-544 0,-4 1-1217 15,5-9-3147-15</inkml:trace>
  <inkml:trace contextRef="#ctx0" brushRef="#br0" timeOffset="27284.92">8646 16456 132 0,'0'0'9172'0,"0"0"-8008"0,0 0-920 0,32 82-152 15,-17-57 461-15,-2 1 347 0,2-4-72 16,1 4-280-16,4-7-176 16,-4-3 44-16,3-4-24 0,-2-3-176 0,-1-2 60 15,0-3-36-15,0-4-40 16,-1 0-12-16,-3-4 40 0,4-5 52 0,-4-1 16 16,-3-6-20-16,2 0-52 0,-3-3-64 15,-4-3-24-15,5 0 0 0,-6-3-12 16,-3 2-72-16,0 1 36 0,0-1-28 0,0 9 12 15,-3-6 64-15,-6 4 40 16,1-3 8-16,-7 3-72 0,-6-3-16 16,1 3 4-16,1 4 36 0,-5-1-76 0,3 3 12 15,-3 7 4-15,9-1 60 0,-5 4-56 16,4 0-76-16,0 0 0 0,4 7-4 16,-4 0-12-16,4-1-148 0,-3 6-60 0,2 1 36 15,-2 4-100-15,2 1-112 16,-2 1-12-16,2 3 0 0,2-2-28 15,3 6-88-15,-5-5-92 0,6 2-116 0,-1-2-192 16,4 2-436-16,-5-4-529 0,6 0-647 16,-1-3-2004-16,4-4 952 15</inkml:trace>
  <inkml:trace contextRef="#ctx0" brushRef="#br0" timeOffset="30759.336">14905 13919 8596 0,'0'0'4685'16,"0"0"-3909"-16,0 0 36 0,0 0-448 16,0 0 76-16,0 0 344 0,0 0 224 15,0 0-216-15,0 0-372 0,0 0-4 0,0 0 172 16,95 3-24-16,-59-6-220 16,-4 0-140-16,4-4-92 15,-8 1-100-15,3 0-4 16,-6-4-8-16,3 0 0 0,-4 1-8 0,-5-4-284 0,-3 1-248 15,1 2-280-15,-6 0-128 0,-3 1-540 0,0 0-1232 16,-3 6-2889-16</inkml:trace>
  <inkml:trace contextRef="#ctx0" brushRef="#br0" timeOffset="30969.387">15056 14062 5488 0,'0'0'7681'0,"0"0"-6297"0,0 0-740 16,0 0-152-16,0 0 76 0,0 0 128 16,0 0 52-16,0 0-80 0,0 0-264 0,0 0-96 15,88 44-100-15,-56-50-148 0,4-4-60 16,-1-3-8-16,1-2-56 0,0-1-96 16,0-7-356-16,4 5-212 0,3-1-452 15,6-3-696-15,-18 5-2497 0,22 2-1807 16</inkml:trace>
  <inkml:trace contextRef="#ctx0" brushRef="#br0" timeOffset="31537.325">16243 13795 3252 0,'0'0'4784'0,"0"0"-639"15,0 0-3197-15,0 0-528 0,0 0 104 16,0 0 184-16,0 0 200 0,0 0-128 0,0 0-308 0,0 0-136 16,24 26 100-16,-4-20-76 0,1 0-64 15,-2-3-76-15,5 4 16 0,-4-4-152 16,4 0 20-16,-4-3-104 0,0 0-8 0,-1 0-4 15,2 0 12-15,-1 0-88 0,-1-6-280 16,2-7-252-16,3-1-112 0,-1-7-128 16,1-2-336-16,4 2-872 0,-8 2-2185 15,-1-4-2507-15</inkml:trace>
  <inkml:trace contextRef="#ctx0" brushRef="#br0" timeOffset="31922.838">16965 13319 900 0,'0'0'10929'0,"0"0"-9129"0,0 0-972 0,0 0-348 15,0 0 212-15,0 0 476 16,0 0-36-16,0 0-416 0,0 0-336 16,0 0-124-16,0 0-32 0,32 67-4 0,-25-39-24 15,6 1-40-15,-1 5 76 0,-5 5-156 16,6 5-64-16,-5 1-4 15,-5 2 52-15,5 4-60 0,-4-1-40 16,0 5-120-16,1-1-48 16,-2-4-172-16,-3 2-208 0,0-5-176 0,0 1-212 0,0-4-400 15,0-3-1028-15,0-2-2657 0,0-11-3131 16,-8 7 7877-16</inkml:trace>
  <inkml:trace contextRef="#ctx0" brushRef="#br0" timeOffset="38730.92">20627 13440 6624 0,'0'0'6557'15,"0"0"-5489"-15,0 0-472 0,0 0-360 0,0 0 444 16,0 0 652-16,0 0-192 0,-56 6-244 16,59-3-292-16,9 0-300 0,4 3-168 15,9 7 132-15,6 0 12 0,9 0-36 0,-1-1-84 16,6-2-100-16,-2-4-48 16,-2-3 36-16,-2-3-48 0,1 0-72 15,-4-9-160-15,4-4-340 0,-8-3-212 0,4-6-164 16,-8 0-348-16,-5 6-1176 0,-7-12-3149 15</inkml:trace>
  <inkml:trace contextRef="#ctx0" brushRef="#br0" timeOffset="39049.395">20933 13075 9864 0,'0'0'3865'0,"0"0"-3053"0,0 0-360 16,0 0 156-16,-40 76 420 0,36-48 104 15,0 4-316-15,4 6-324 0,0 3-148 16,0 10-76-16,4 3-44 0,0 9-16 16,5 7-40-16,-6 4-44 0,1 5-28 15,0 0-20-15,4-3-64 0,-4 0 0 0,4-2 12 16,0-5-24-16,0-5-12 0,-1-6 12 16,-2-5 0-16,-1-9 8 0,-4-6 4 15,0-6 60-15,0-6-60 0,-4-7 48 16,4-3 4-16,-8-7-52 0,4-5 72 15,-4-1-84-15,-3-3-148 0,-2-7-192 16,-2-5-76-16,-2-7-36 0,2-11-112 16,-6-5-336-16,5-12-180 0,1-6-600 15,3-7-884-15,-1-4-2177 0,6 16-1891 16,3-15 6424-16</inkml:trace>
  <inkml:trace contextRef="#ctx0" brushRef="#br0" timeOffset="39282.618">21399 12906 13193 0,'0'0'2344'0,"0"0"-1276"0,0 0-468 16,0 0 252-16,0 0 552 15,4 63-168-15,-4-34-444 0,0 3-343 0,0 0-277 16,0-1-160-16,0 8-12 0,4-5 0 15,-4 8-100-15,0-1-325 16,0-3-255-16,4 3-236 0,-4-3-16 0,0 1-660 16,4-11-1484-16,1 7-3541 0</inkml:trace>
  <inkml:trace contextRef="#ctx0" brushRef="#br0" timeOffset="39551.775">21905 13544 12045 0,'0'0'4992'0,"0"0"-4096"15,0 0-552-15,0 0 76 0,0 0 416 16,-75 28 252-16,62-17-420 0,2 1-340 16,-1 7-132-16,3 0-3 0,5 10-141 15,-3-1-4-15,3 7 0 0,0 4-40 16,0-5-4-16,4 1 0 0,0-6-4 0,0-4-48 15,4-3-88-15,0-9-57 0,7-3-219 16,2-3-152-16,2-7-168 16,6-4-52-16,3-6-124 0,-1-6-480 0,5 1-860 15,-8-2-1645 1,12-8-1767-16</inkml:trace>
  <inkml:trace contextRef="#ctx0" brushRef="#br0" timeOffset="39751.679">22240 13532 520 0,'0'0'11845'16,"0"0"-9553"-16,0 0-944 0,0 0 64 16,-47 73-136-16,30-42-88 0,6 4-52 0,-2 0-356 15,1-2-247-15,5-2-133 0,7-6-108 16,0-4-136-16,0-4-156 0,11-4-40 16,1-4-104-16,4-2-88 0,5-7-168 0,-2 0-121 15,5-7-51-15,-4-5-132 0,-1-8-92 16,6 2-444-16,-5-4-1288 15,-9 3-2973-15,10-10-4391 0</inkml:trace>
  <inkml:trace contextRef="#ctx0" brushRef="#br0" timeOffset="39964.434">22627 13386 4044 0,'0'0'4932'0,"0"0"-295"0,0 0-3557 15,0 0-260-15,0 0 272 0,0 0 176 16,56 69-72-16,-45-47-484 0,5 7-344 0,0-1-136 15,0 4 24-15,0 7-60 0,-1-1-76 16,2 0 0-16,-6 0 40 16,-2-4-100-16,-9 2-56 0,0-2-4 0,0-2-8 15,-9 0-148-15,-2-3-100 0,-6-1-100 16,-2-6-56-16,-1-2-20 0,1-8-20 16,-9-2-16-16,3-4-172 0,1-2-316 15,-8-4-624-15,12 0-1080 0,-16-10-2941 16</inkml:trace>
  <inkml:trace contextRef="#ctx0" brushRef="#br0" timeOffset="40559.321">23291 13636 10949 0,'0'0'3832'15,"0"0"-3052"-15,0 0-728 0,0 0 448 0,0 0 480 16,88 13 284-16,-56-7-244 0,8-6-324 15,8 3-204-15,0-3-20 16,-1 0-144-16,2-3-204 0,-2-3-40 0,1-3-84 16,-4-4-48-16,0 0-280 0,-8 4-244 0,-4-5-188 15,-4 6-108 1,-9 1-316-16,1 1-816 0,-8 2-2768 0,-12 4-2809 0</inkml:trace>
  <inkml:trace contextRef="#ctx0" brushRef="#br0" timeOffset="40753.196">23523 13928 7688 0,'0'0'7621'0,"0"0"-6089"0,0 0-960 0,0 0-224 16,0 0 272-16,88 23 548 16,-52-23-68-16,3 0-492 0,1-7-388 0,4-5-88 15,-1-8-120-15,2 2-12 0,2-5-240 16,-6-2-336-16,-2 2-204 0,1-2-116 15,-8 4-436-15,-8 8-1156 0,-4-7-3029 16</inkml:trace>
  <inkml:trace contextRef="#ctx0" brushRef="#br0" timeOffset="41035.326">23703 13325 4484 0,'0'0'9233'15,"0"0"-7513"-15,0 0-1180 0,0 0-340 16,0 0 352-16,0 0 840 0,23 80-272 16,-11-42-556-16,0 9-368 0,8 7 24 15,-5 7-48-15,6 2 48 0,-6 1-88 16,2-1-52-16,-1 0-80 0,-8-2-8 0,3-3-124 15,2-12-248-15,-5 2-180 16,3-13-68-16,-3-2-24 0,8-12 48 16,-4-9-80-16,0-5-380 0,4-7-1104 0,0 0-2053 15,0-15-2107-15</inkml:trace>
  <inkml:trace contextRef="#ctx0" brushRef="#br0" timeOffset="41632.891">24981 13522 4376 0,'0'0'5460'0,"0"0"-4596"0,0 0-543 15,0 0 39-15,0 0 632 0,0 0 704 16,0 0-208-16,0 0-544 0,0 0-420 16,0 0-128-16,-68 80 40 0,57-39 32 15,6 6 40-15,1 2 44 0,0-2 36 0,4-3-148 16,0-9-220-16,4-3-88 0,5-10-68 16,6-2 92-16,2-12-72 0,2-2 40 15,1-6 20-15,8 0-20 0,0-6-124 16,0-9 0-16,0-1-100 0,-1-6-20 15,1-4-100-15,0 1 40 0,-4-7-52 16,-3 4 60-16,-2-8 24 0,-3 5 28 0,-4-4 20 16,-4 3 96-16,-4-1-4 15,-4 6 8-15,-4 2 72 0,-12 0 36 0,0 5-104 16,-4 1 132-16,-8 6-136 16,0 3 12-16,-11 4 0 0,3 6-12 15,-12 0-136-15,0 6 4 0,-3 7-88 0,-2 3-76 16,-3 0-144-16,5 3-200 0,-1 0-276 15,0 0-520-15,1 4-960 0,3 2-2633 0,8-6-2671 16,-16 9 7168-16</inkml:trace>
  <inkml:trace contextRef="#ctx0" brushRef="#br0" timeOffset="42395.75">18610 13649 10724 0,'0'0'2949'0,"0"0"-1529"0,0 0-656 16,0 0 56-16,0 0 248 0,0 0 20 15,0 0-192-15,0 0-348 0,0 0-204 16,0 0 32-16,80 22 52 0,-33-16 117 16,2-2-229-16,3-1-36 0,-1 0-112 15,1-3-48-15,-4 0-120 0,-4-3-48 16,-5-7-24-16,-3 1-24 0,0-1-172 0,-8-2-44 15,-1-1-189-15,-2-1-71 0,-9 3-172 0,-4 1-88 16,-5 4-360 0,-7 0-1180-16,0 2-2364 0,-11 4-3081 0</inkml:trace>
  <inkml:trace contextRef="#ctx0" brushRef="#br0" timeOffset="42619.1">18622 13846 7232 0,'0'0'2568'0,"0"0"-55"16,0 0-753-16,0 0-588 0,0 0-124 0,0 0-64 0,0 0 180 16,0 0-168-16,96 66-272 15,-53-59-92-15,10-4-156 0,-6-3-52 16,5 0-107-16,0-3-121 0,-5-7-196 0,-2 0-4 16,2-2-92-16,-7-1-136 0,4-3-97 15,-8 1-279-15,-5-5-196 16,1 5-264-16,-4-4-188 0,-7 0-944 0,-6 2-2244 0,-6-1-3161 15</inkml:trace>
  <inkml:trace contextRef="#ctx0" brushRef="#br0" timeOffset="42908.464">18924 13351 6900 0,'0'0'6561'0,"0"0"-5281"15,0 0-1204-15,0 0 128 0,0 0 664 16,0 0 544-16,92 7-236 0,-59-1-448 16,-1 2-212-16,7 3-16 0,1 1-36 15,-4 1-208-15,-1 2-36 0,-7 5-64 16,4 2-20-16,-8 3-4 0,0 4-128 16,-8 5 68-16,0 2-68 0,-8 2 0 15,-4 6 8-15,-4 4-12 0,0 3-4 16,-8 2-176-16,-7 8-4 0,-6-4-84 15,1 4-244-15,-3 2-48 0,-5-3 32 16,-4 1-84-16,0-1-68 0,-4 1-212 16,0-8-236-16,-4 5-812 0,9-17-1168 0,-22 18-3825 15</inkml:trace>
  <inkml:trace contextRef="#ctx0" brushRef="#br0" timeOffset="45058.244">18156 15881 808 0,'0'0'7172'15,"0"0"-5124"-15,0 0-283 0,0 0-305 16,0 0-204-16,0 0-244 16,0 0-180-16,0 0 112 0,0 0-100 0,68-16-152 15,-36 16-16-15,7 3-224 0,5 1-72 16,4-2-112-16,-5-2-100 0,6 0-164 0,-6 0 84 15,2 0-88-15,-10 0 0 0,5 0 0 16,-5-6-8-16,-2 3-236 16,-1-3-272-16,-5 3-108 0,-3-4-148 0,-3 7-80 15,-10-3-104-15,2 3-440 0,-9 0-880 16,-1 0-925-16,-3 6-2315 0</inkml:trace>
  <inkml:trace contextRef="#ctx0" brushRef="#br0" timeOffset="45287.159">18236 16156 6444 0,'0'0'1988'0,"0"0"-332"16,0 0-779-16,0 0-449 0,0 0 624 16,0 0 248-16,0 0-136 0,112 65-268 0,-69-56-352 15,1-6-72-15,0 1-224 16,-1-4-148-16,-2 0-96 0,-2-4 40 15,1-2-44-15,-8 0-64 0,-1 0-72 0,-3-4-400 16,-3 1-196-16,-5 2-236 0,-5-2-376 16,2 2-848-16,-10 1-1781 15,-3 0-2079-15</inkml:trace>
  <inkml:trace contextRef="#ctx0" brushRef="#br0" timeOffset="45634.802">18630 15662 520 0,'0'0'1852'0,"0"0"4120"0,0 0-4196 15,0 0-539-15,0 0 519 0,80 17-700 0,-44-5-184 16,0 1-4-16,7 2-140 0,2 4-216 15,2 4-200-15,-3-1-104 0,0 6 56 0,-5 1-260 16,-2-1 92-16,-5 8-84 16,-9-2-4-16,-3 1 52 0,-8 7-60 0,-4-1-100 15,-4 3 52-15,-4 4-16 16,-8 0-108-16,-4 2 172 0,-4 2-4 16,-4-5 4-16,0 1 0 0,-3-8 52 0,-1-1-52 15,0-7-184-15,-4-5-140 0,7-7-12 16,-2-4-136-16,3-7-172 0,3-5-172 15,-2-4-300-15,7 0-788 0,-4-7-2033 16,9-3-3251-16</inkml:trace>
  <inkml:trace contextRef="#ctx0" brushRef="#br0" timeOffset="46465.686">26304 13153 848 0,'0'0'208'0,"0"0"1304"16,0 0 3108-16,0 0-2736 0,0 0-88 15,0 0-383-15,44-63-185 0,-44 63-76 0,4 0-144 0,-4 3-176 16,4 7-320-16,8 6-128 15,-5 9 300-15,10 14 188 0,-6 8-328 16,6 10-44-16,-6 9-96 0,-2 11-16 16,2-1-156-16,-3 7-72 0,0-1-152 15,1 0 68-15,-2-5-68 0,1-13-8 16,5-7 0-16,2-13-36 0,1-12 32 0,4-10-88 16,4-9 92-16,-4-7 4 15,8-6 44-15,-1-3 0 0,1-10-44 0,0-3 8 16,0-6-8-16,0-3-4 15,-4-4-52-15,-4-3-108 0,0 1-72 0,-8-4-72 16,4-4 12-16,-9-5-52 0,6-3 148 16,-5-8-96-16,-1-1 48 0,-3-5 8 15,1 7-36-15,-1 0-8 0,4 7-20 0,-5 8 28 16,1 7 76-16,0 7-40 16,-4 9-152-16,0 4-360 0,0 6-160 0,0 6-420 15,-8 0-1048-15,-7 3-3821 0</inkml:trace>
  <inkml:trace contextRef="#ctx0" brushRef="#br0" timeOffset="46665.891">26504 13655 300 0,'0'0'12881'16,"0"0"-11069"-16,0 0-1004 0,0 0-444 0,0 0 500 15,0 0 300-15,0 0-68 0,0 0-188 16,86-9-348-16,-45-1-304 0,2-3-132 0,6 1-112 15,-6-1-12-15,5 4-64 0,-4-1-108 16,-5 3-632-16,2 1-104 16,-6 6-152-16,5 0-492 0,-12 0-1212 0,12 6-2929 15</inkml:trace>
  <inkml:trace contextRef="#ctx0" brushRef="#br0" timeOffset="46994.466">27969 13512 9352 0,'0'0'5253'0,"0"0"-4597"16,0 0-380-16,0 0 100 0,-79-37 380 15,51 37 88-15,4 2-188 0,0 11-224 0,0 3-24 16,4 6-16-16,0 3-96 16,5 8-52-16,-2 4-12 0,2 5 24 0,2 5 12 15,6-1 12-15,3-6-12 0,4 2-84 16,0-11-88-16,11 1-92 0,6-10-4 0,2 0-48 16,5-5-100-16,0-4-216 15,4-4-136-15,0-4-100 0,4-5-160 0,4 0-188 16,-1 0-328-16,-3 0-964 15,-4-2-2181-15,8-4-3371 0</inkml:trace>
  <inkml:trace contextRef="#ctx0" brushRef="#br0" timeOffset="47576.045">28710 13446 432 0,'0'0'9728'0,"0"0"-8411"0,0 0-545 0,0 0 32 15,0 0 544-15,0 0-164 0,0 0-352 0,0 0-396 16,0 0-112-16,0 0 0 16,-67-10 12-16,46 45 20 0,6 3 52 0,-5 11 0 15,4 1-76-15,0 0-88 0,8 1-24 0,0 0 24 16,8-9-12-16,0-1 12 15,8-13 64-15,8-2 68 0,0-4-120 16,8-6-148-16,4-7-48 0,0-2-60 0,-1-5 0 16,1-2-8-16,4-2-112 0,-4-8-160 15,-4-3-196-15,0 1-184 16,-5-5-332-16,2 2-440 0,-9-1-1184 0,0 3-2817 16,-12-6-2979-16</inkml:trace>
  <inkml:trace contextRef="#ctx0" brushRef="#br0" timeOffset="47749.202">28650 13744 6988 0,'0'0'7645'0,"0"0"-6449"15,0 0-1072-15,0 0 484 0,0 0 648 16,0 0 36-16,105-3-348 0,-70 1-416 0,5-5-236 16,-1-3-160-16,6 0-84 0,-2-3-48 15,2 1-12-15,-6-4-244 0,5 0-428 16,4-3-208-16,-5-1-144 0,5 6-180 0,-16 1-1236 15,12-6-2921-15</inkml:trace>
  <inkml:trace contextRef="#ctx0" brushRef="#br0" timeOffset="48404.933">29719 12909 3604 0,'0'0'728'0,"0"0"3720"0,0 0-2804 15,0 0-215-15,0 0-21 0,0 0 52 16,0 0-352-16,0 0-328 0,0 0-84 16,0 0-60-16,83-3 28 0,-47 3-48 15,8 3-148-15,0-3-176 0,-1 3-72 0,-3-3-84 16,0 4-16-16,0-4-56 0,-4 0-64 15,-4 0-12-15,-4 0-144 0,0 0-224 16,-8-4-208-16,-5 1-176 0,-2 0-88 16,-6 0-364-16,-7 3-752 0,0 0-1196 15,-3 0-2205-15</inkml:trace>
  <inkml:trace contextRef="#ctx0" brushRef="#br0" timeOffset="49081.842">29857 13058 28 0,'0'0'8432'0,"0"0"-6696"0,0 0-1080 0,0 0 53 15,0 0 63-15,0 0 224 0,0 0-208 16,0 0-368-16,0 0 20 0,0 0 76 16,25 93 24-16,-17-53-20 0,4 9-36 15,-8 1-24-15,0 4-76 0,-1 7 236 0,-3-1-140 16,0-3-284-16,-7 0-184 0,-5 0 48 15,3-6-48-15,2-6-12 16,-5-5 0-16,8-4 12 0,-1-11-12 0,2-3-4 0,3-6-68 16,0-3 24-16,0-10-28 15,0 0-96-15,0-3-196 0,0 0-140 16,0-3-88-16,0-3-48 0,0-7-136 16,3 0-76-16,2-6-508 0,-1-3-568 0,0-3-1165 15,-4 8-2235-15</inkml:trace>
  <inkml:trace contextRef="#ctx0" brushRef="#br0" timeOffset="49295.178">29894 13516 2508 0,'0'0'5636'16,"0"0"-3616"-16,0 0-1272 0,0 0-539 0,0 0 267 15,0 0 396-15,0 0 164 0,0 0 92 16,92-16-360-16,-53 9-164 15,5-5-124-15,0-1-108 0,0-3-172 0,0 0-112 16,-1 3-48-16,-3 1-40 0,-3 3-60 0,-6-2-252 16,1 3-404-16,-9-3-352 0,-2 5-480 15,-5 4-808-15,-8-2-2653 16</inkml:trace>
  <inkml:trace contextRef="#ctx0" brushRef="#br0" timeOffset="49614.851">29524 12503 4580 0,'0'0'576'15,"0"0"5257"-15,0 0-3373 0,0 0-676 16,0 0-512-16,0 0-288 16,0 0-328-16,0 0-212 0,0 0-112 0,0 0 76 15,95-16 180-15,-51 10-100 0,8-4-220 16,7 4-124-16,5-7-80 16,8 4-64-16,-5-1-64 0,5 4 60 0,-4-5-56 15,0 6-24-15,-5-2-344 0,-3 5-256 16,0-3-140-16,-4 3-300 0,-4-2-1016 15,-16 4-2637-15,11 0-3379 0</inkml:trace>
  <inkml:trace contextRef="#ctx0" brushRef="#br0" timeOffset="54353.687">20618 15805 6916 0,'0'0'4369'0,"0"0"-3229"0,0 0-16 16,0 0-360-16,0 0 232 0,-79 25 288 15,75-22-164-15,4 1-244 0,0-1-384 16,0 0-244-16,11 3-152 0,10 4 160 16,3-1 212-16,3 2-40 0,10-3-76 0,-6-2-208 15,9-1-32-15,-4-3 20 0,-1-2-132 16,1 0-4-16,-3 0 0 0,3-9-4 16,-5-1-100-16,1-3-184 0,0-3-368 15,-4 1-232-15,-5-4-156 16,-3-1-616-16,-8 8-1528 0,1-8-2949 0</inkml:trace>
  <inkml:trace contextRef="#ctx0" brushRef="#br0" timeOffset="54715.55">20913 15449 2964 0,'0'0'8229'0,"0"0"-6713"0,0 0-712 0,0 0 8 16,0 0 108-16,0 0-40 0,0 0-200 0,0 0-320 0,-39 84-100 15,39-59 4 1,0 6-32-16,3 4 28 0,5 9-24 0,0 4-28 16,1 6-120-16,2 3-32 0,1 3-52 15,4 1 4-15,-1 2 80 0,2 0 24 16,-1 1-104-16,-4-4-8 0,-1-6 12 16,-2-2 36-16,-1-5-40 0,0-5 64 0,-1-11 76 15,-3-3 48-15,1-1 124 16,-1-8 144-16,-4-7-280 0,0-3-88 0,0-2 4 15,0-2-28-15,0-1 24 0,-4-1 28 16,-5 1-124-16,-6-1-24 0,-5-3-208 16,0 0-36-16,-8 0-52 0,-3 0-68 15,3-3-164-15,-4-4-52 0,0-2-200 0,0-1-64 16,4-2-452-16,0-5-564 0,8-2-728 16,4 0-1457-16,4 3-1311 0,8-6 4284 15</inkml:trace>
  <inkml:trace contextRef="#ctx0" brushRef="#br0" timeOffset="55382.17">22646 15507 5732 0,'0'0'5913'0,"0"0"-4645"15,0 0-544-15,0 0 104 16,0 0 532-16,0 0-132 0,0 0-360 0,0 0-224 16,24 63 32-16,-16-18 108 0,1 5-184 15,-6 11-176-15,1 9-144 16,-4-4-96-16,0 7-28 0,0-6-80 0,-4-1-76 16,1-11-76-16,3-11-32 0,0-9 24 15,0-16 24-15,0-10-76 0,7-2 40 0,1-7-52 16,0 0 40-16,4 0-16 0,0-13-116 15,0-3 32-15,0-3 96 0,3-3 108 16,-6-3 0-16,3 6-4 0,0 0-88 16,0 6-4-16,-5 3-32 0,6 8-40 15,-1 2 12-15,3 0 160 0,1 5 148 16,0 9 96-16,0 4-24 0,1 4-60 16,-6 1 8-16,1-1-56 0,0 0-4 15,4 0-108-15,-4-6-4 0,4-3-80 0,0-7-136 16,0-3-440-16,4-3-64 0,-1-3-100 15,1-10-692-15,-3 1-1476 0,11-14-3713 16</inkml:trace>
  <inkml:trace contextRef="#ctx0" brushRef="#br0" timeOffset="55686.279">23351 16011 6644 0,'0'0'6613'0,"0"0"-4685"15,0 0-1200-15,0 0 52 0,-95 13 536 16,71 0-132-16,1 6-8 15,2 4-384-15,5 2-368 0,0 0-131 0,9 0-85 16,3-2-104-16,4-4-104 0,0-4-72 16,4-8-64-16,3-1-21 0,1-6 33 15,5 0 52-15,2-3-48 0,2-10-76 16,-2-3-60-16,1 1 28 0,0-6 8 0,0 3-24 16,-4-1 12-16,4 4 12 0,-4 2 24 15,3 3 36-15,-2 3 72 0,2 1 16 16,-6 6 24-16,2 0 48 0,-3 0 68 0,1 6 188 15,-5 4 64-15,3 4 24 0,-3 0-40 16,0 3-60-16,0-1-24 16,0 0-28-16,1 0-80 0,-5-4-112 0,4 1-280 15,3-7-440-15,-3-3-272 0,4-3-92 16,1 0-528-16,-2-6-1300 0,9-13-3189 16</inkml:trace>
  <inkml:trace contextRef="#ctx0" brushRef="#br0" timeOffset="55969.563">23782 15893 5764 0,'0'0'9385'0,"0"0"-7937"15,0 0-640-15,0 0 676 0,-48 74-36 16,36-58-340-16,0 3-539 16,8-3-337-16,-4-4-136 0,8 1-84 0,0-4-12 0,0 1-12 15,5 0 12-15,2 2 0 16,5-3 0-16,4 4 0 0,0-3 0 15,0 0 4-15,3-1 0 0,2-2 4 0,-5-1 0 16,-4 0-4-16,4 1-4 16,-8 2 0-16,-4-2 0 0,-1 2 4 0,-3 1-4 15,0 2-44-15,-11 1-260 0,-2 3-121 16,-2-1-83-16,-2 1-32 0,-2-3-92 16,-1-1-216-16,0-1-560 0,4-3-1208 15,-12-1-3029-15</inkml:trace>
  <inkml:trace contextRef="#ctx0" brushRef="#br0" timeOffset="56705.783">24682 15830 10969 0,'0'0'1964'0,"0"0"-1248"0,0 0 220 16,0 0 524-16,0 0-220 15,0 0-224-15,0 0-240 0,88 99-248 0,-80-55-64 16,0 4-180-16,-4-1-140 0,-4-3-76 15,4-8-68-15,-4-4-112 0,4-7-20 16,0-9-116-16,-1-7-44 0,2-2 12 16,-1-7-4-16,4 0 12 0,-1-7 112 0,1-8 52 15,5-4 44-15,2-7 52 16,-2-2-56-16,2-5 64 0,-2 5 0 0,-2 3 4 16,1 2 48-16,4 1-44 15,-4 7 0-15,-3 5 108 0,2 4 0 0,-3 3 8 0,1 3 116 16,-2 3 56-16,1 6-8 15,0 4-16 1,0 3-36-16,-4-1-12 0,0 8 12 0,-4-5-24 0,0 6-64 16,0-3-44-16,0 2-92 0,0-9-8 0,0 0-60 15,0-4-184-15,0-4-232 0,0-3-148 16,0 0-124-16,0-3-240 0,0 0-464 16,4-6-1124-16,4 0-2401 0,-1-11-3283 15</inkml:trace>
  <inkml:trace contextRef="#ctx0" brushRef="#br0" timeOffset="56984.842">25336 15983 6884 0,'0'0'5937'15,"0"0"-4321"-15,0 0-844 16,0 0-4-16,0 76 804 0,-4-56-28 0,4-6-452 16,-5 2-616-16,5-9-440 0,0-4-36 15,5-3-84-15,3 0-16 0,3 0 92 16,6-10 8-16,-2-1-208 0,2-8-84 0,2-1 72 15,-6 1 72-15,-2-3 4 0,2 2 8 16,-6 5 24-16,1 2 64 16,-4 4 40-16,-4-1 4 0,0 7 4 15,-4-3 64-15,-4-1-64 16,-8 3-36-16,4-1-52 0,-4 2-32 0,4 3-16 0,1 0 48 16,2 0-60-16,1 0-24 0,5 0-184 0,-1 3-216 15,4 0-324-15,0 3-812 16,0 1-1108-16,0-5-2797 0</inkml:trace>
  <inkml:trace contextRef="#ctx0" brushRef="#br0" timeOffset="57267.918">25853 15967 7324 0,'0'0'7545'0,"0"0"-5897"16,0 0-1000-16,0 0-88 15,0 0 20-15,0 0-12 0,0 0 48 0,0 0-240 16,88 3-156-16,-51-12-96 0,2-4-124 15,-3-4-188-15,4-2-596 0,-5-2-200 16,-3-2-232-16,-8 7-904 0,4-6-3017 16</inkml:trace>
  <inkml:trace contextRef="#ctx0" brushRef="#br0" timeOffset="57768.416">26292 15659 9804 0,'0'0'5577'0,"0"0"-4593"0,0 0-648 0,0 0-24 0,40 79 344 0,-32-51 656 15,0 2-392-15,0-2-640 0,-4-3-220 16,4 0-60-16,-5 1 0 0,1-3-96 16,-4-2-248-16,5-2-208 0,-1 1-100 15,-4-7 72-15,4-7 160 0,0 0 136 16,3-6-40-16,-3-3-140 0,9-6 60 15,-6-4 292-15,5-7 112 0,1 1 64 0,-2-2-56 16,2 2 52-16,-2-1 48 16,-3 8 92-16,5 2 160 0,-6 4 112 15,-3 6-24-15,0 0-76 0,0 3-4 0,-4 6 28 16,0 4 20-16,0 4-60 0,0 1-72 16,-4-3-104-16,0-2 16 0,0-3-196 15,4-3-12-15,0-5-84 0,0-2-40 0,0 0 28 16,4-2-40-16,4-5 136 15,4-3 8-15,0 1 4 0,3-3-4 0,-2 1 0 16,2-1-4-16,2 3 8 0,-2-1 0 16,2 3-8-16,-6 5 8 15,2 2 184-15,-2 0 84 0,-3 2 60 0,1 5-32 0,-2 3 140 16,-3 3-48-16,0 2-59 16,0-3-97-16,-4 1-64 0,4-3-56 15,-4-1-112-15,5-2-60 0,-1 0-108 0,-1-4-405 16,1 0-339-16,0-3-224 15,0 0-500-15,4-3-1112 16,-3-4-2581-16,2-5-3367 16</inkml:trace>
  <inkml:trace contextRef="#ctx0" brushRef="#br0" timeOffset="57973.246">26902 15773 6596 0,'0'0'3140'0,"0"0"-487"15,0 0-1621-15,0 0-104 0,0 0 824 0,0 0-40 16,0 0-172-16,0 0-536 15,4 83-420-15,-8-52-120 0,-1 1 301 0,5-3-77 16,0-7-372-16,0-3-316 0,0-6-60 16,5-7-84-16,3-3-136 0,-1-3-120 15,5 0-85-15,1-9-27 0,2-10-84 16,5-1-112-16,-4-5-200 0,0-4-608 0,1 4-500 16,-2 0-328-16,1 3-197 0,-4 0-59 15,-4 3-432-15,4 0-1164 16</inkml:trace>
  <inkml:trace contextRef="#ctx0" brushRef="#br0" timeOffset="58099.701">27121 15744 2612 0,'0'0'4272'0,"0"0"-1480"0,0 0-487 32,0 0-657-32,0 0-440 15,0 77-152-15,0-52-92 0,-5-3 8 0,5 1-48 0,0-8-172 16,0 5-300-16,0-11-452 0,0 0-12 0,5-5-492 0,3-4-368 0,0-4-4 16,4-5 128-16,0-7-444 15,3-5-1032-15,-6 4-2217 0,6-12-3031 0</inkml:trace>
  <inkml:trace contextRef="#ctx0" brushRef="#br0" timeOffset="58341.985">27627 15037 8096 0,'0'0'4417'0,"0"0"-2877"0,-24 82-968 16,20-40 208-16,-4 8 828 15,0 4 12-15,3 7-340 0,2-1-500 16,3 3-340-16,-4 4-172 0,4 6-148 0,0-3-72 16,-4-3-48-16,4-4-12 15,0-9-48-15,0-13-76 0,4-9-68 16,3-6-100-16,6-12-220 0,-1-3-188 0,0-8-136 16,0-3-52-16,4 0-108 0,-4-9-584 15,-1-4-936-15,-2 3-1441 0,2-16-1067 16</inkml:trace>
  <inkml:trace contextRef="#ctx0" brushRef="#br0" timeOffset="58606.563">27958 15189 5928 0,'0'0'2144'0,"0"0"1953"0,0 0-3301 0,0 0 16 0,7 92 656 15,-3-47 104-15,-4 2-304 16,0 7-468-16,0-2-396 0,-4 4-84 0,0-2-88 16,4 0-112-16,-3-4-120 0,3 1-100 0,0-4-352 15,0-8-176-15,0-7 360 0,3-7-204 16,1-8-84-16,0-9 48 16,0-4-92-16,0-4-56 0,-4 0-352 0,0-4-620 15,0-8-512-15,0-4-201 0,-4-3-1543 16,-4-6 848-16</inkml:trace>
  <inkml:trace contextRef="#ctx0" brushRef="#br0" timeOffset="58760.617">27742 15598 2508 0,'0'0'1148'0,"0"0"3424"0,0 0-1547 15,-80-2-1717-15,65 8-656 0,2 3 292 0,10 1 304 16,3 2-116-16,0-2-320 0,12-1-292 16,7-5-24-16,5-1 92 0,12-3-60 0,4 0-136 15,4-10-144-15,3-6-248 16,2 1-64-16,-6-5-400 0,1 1-28 15,4-2-296-15,-8-2-40 0,0 4-144 0,-4 0-1220 16,-12 6-2553-16,4-3-4611 0</inkml:trace>
  <inkml:trace contextRef="#ctx0" brushRef="#br0" timeOffset="59237.031">28555 15605 7232 0,'0'0'3032'0,"0"0"-1807"15,0 0-313-15,0 0 160 0,0 0 536 16,0 0 4-16,39 79-456 16,-39-40-540-16,-7-1-380 0,-5-1-76 0,4-2-156 0,0-9-4 15,-4-4-100-15,8-10-344 0,0-5-432 16,1-3-260-16,3-4-188 0,-5 0-464 15,1-6-2193-15,-4-11-3547 0</inkml:trace>
  <inkml:trace contextRef="#ctx0" brushRef="#br0" timeOffset="59368.58">28499 15563 1016 0,'0'0'10881'0,"0"0"-8761"0,0 0-1172 0,0 0 72 15,0 0 244-15,0 0-496 0,0 0-556 16,84-63-212-16,-64 54-668 0,-1-8-640 15,2 8-636-15,3-7-3045 0</inkml:trace>
  <inkml:trace contextRef="#ctx0" brushRef="#br0" timeOffset="59583.691">28866 15802 7052 0,'0'0'6853'0,"-8"98"-5525"16,8-47-344-16,-4 13 624 0,0 8-144 15,0 4-240-15,4 1-564 16,0-1-392-16,-5-3-160 0,5-3-104 0,0-13-4 16,0-6-328-16,0-13-268 0,5-9 32 15,-1-11 64-15,0-8-64 16,0-7-28-16,0-3-88 0,-4-9-304 0,0-10-560 16,0-7-676-16,0-9-297 0,0-10-1707 15,-4 14-296-15</inkml:trace>
  <inkml:trace contextRef="#ctx0" brushRef="#br0" timeOffset="59741.932">28778 15827 1120 0,'0'0'1344'0,"-4"-79"-404"0,4 54 4872 16,4 2-4156-16,4 2-307 0,4 4 31 15,4 7 28-15,4 4-188 0,0 6-208 16,0 0-156-16,0 3-412 0,0 7-136 0,-1 3-28 16,-2-1-44-16,-6 4-88 15,2 0-148-15,-6-1-52 0,1-2-364 16,1-3-336-16,-5-3-436 0,-1-7-584 0,5-5-1444 15,0-3-2881-15,4-17 349 0</inkml:trace>
  <inkml:trace contextRef="#ctx0" brushRef="#br0" timeOffset="60114.594">29260 15144 5792 0,'0'0'5593'0,"0"0"-3721"15,0 0-1072-15,0 0-64 0,20 70 496 0,-16-29 60 16,0 11-104-16,-4 2-96 0,4 6-260 15,0 0-136-15,0 0-64 0,1 1-327 16,-2-4-281-16,5-10-24 0,0-2-281 16,4-10-303-16,0-10-112 0,3-6 24 15,2-9 108-15,3-4 24 0,3-6 60 0,1 0-188 16,0-6-152-16,1-7-112 16,-1 1-176-16,-1-5-108 0,-3-2 168 0,-4 1 524 15,0-2 444-15,-4 2 80 0,0 1 440 16,-8 2 32-16,-4 3 180 0,0-2 96 0,-4 8 60 15,-5 3-100-15,-2 3-220 16,-5 0-36-16,0 12-28 0,-4 11-48 16,0 5 56-16,4 9-48 0,-3 5-40 15,2 0 0-15,6-1 88 0,2-10-112 16,5-1-236-16,4-11-84 0,4-3-48 0,9-7-52 16,2-3-256-16,9-6-60 0,4 0-152 15,8-12-260-15,0-5-396 0,4 2-1036 16,-8-2-2685-16,19-5-3743 0</inkml:trace>
  <inkml:trace contextRef="#ctx0" brushRef="#br0" timeOffset="60693.032">30188 15544 8552 0,'0'0'4853'0,"0"0"-3709"0,0 0-716 0,0 0 656 16,96-9 304-16,-59 7-460 0,-2 2-388 16,9-4-256-16,-5 1-28 0,2 3-8 0,-9 0-184 15,-4 0-64-15,-5 3-112 16,-11 3-8-16,-8 7-248 0,-4 0 120 16,0 9 88-16,-11 0 0 0,-10 6 12 0,1 4 148 15,-8 3 0-15,0 0 12 16,1 3 52-16,-1 0-16 0,8-3 52 0,0-7 208 15,12-2 48-15,4-7-16 0,4-7-132 16,4-1-60-16,12-2-12 0,4-6 72 0,4-3-12 16,8-3-12-16,-1-6-184 15,5-10-208-15,5 0-340 0,-10-6-212 0,5-5-152 16,-4 2-212-16,-4-4-544 0,-9 9-2656 16,2-8-3969-16</inkml:trace>
  <inkml:trace contextRef="#ctx0" brushRef="#br0" timeOffset="61009.848">30742 15659 7280 0,'0'0'5961'0,"0"0"-3909"15,0 0-1272-15,0 0-64 0,41 67 736 0,-26-62-16 16,5-1-492-16,4-4-556 16,4-6-264-16,0-11-124 0,3-2-160 0,1-2-268 15,-4-5-144-15,0-2 20 16,-8 1 12-16,0 2-140 0,-8 3-72 0,-4 7 140 15,-4-2 364-15,-4 5 152 0,-4 3 96 0,-8-1 4 16,0 3 96-16,-7 1 200 0,-2 3 108 16,6 3 52-16,-1 0 24 15,-1 9-116-15,6 8-48 0,-1 8-36 16,-1 3 72-16,6 7-76 16,-1 10 52-16,0 3 8 0,0-1 88 0,4 7 36 0,0-9-136 15,4-4-328-15,0-9-64 0,4-11-396 0,8-4-260 16,4-11-148-16,4-3-64 15,3-3-32-15,1-9-772 0,-3-1-2848 16,-1-16-3853-16</inkml:trace>
  <inkml:trace contextRef="#ctx0" brushRef="#br0" timeOffset="61238.224">31180 15544 4424 0,'0'0'8281'0,"0"0"-6489"0,0 0-1476 0,0 0 440 0,0 0 476 16,0 0 48-16,41 74-308 15,-33-52-384-15,-1-3-220 0,2 1 12 0,3-1-124 16,-5-5-244-16,1 0 0 0,-3-2 48 16,2-6-56-16,-3 1 4 0,0-4 40 15,0-1 4-15,0-2-48 0,5-2-4 16,2-4-72-16,6-4-48 0,-2-5-16 16,5-2-72-16,3 2-120 0,2-4-88 15,-1-1-160-15,0 1-164 0,4-3-204 16,-5 0-368-16,1-4-988 0,-8 11-2017 0,4-10-1627 15</inkml:trace>
  <inkml:trace contextRef="#ctx0" brushRef="#br0" timeOffset="61519.122">31623 15558 4104 0,'0'0'5248'0,"0"0"-2387"0,-20 85-1417 16,16-56-240-16,-4 3 632 0,8-7-160 0,0-6-608 15,4-6-576-15,8-11-372 0,0-2-120 16,4-2-8-16,8-15-176 0,-4-1-120 0,3-4-140 15,5-3-72-15,-4-5-148 0,1 5 68 16,-5-1 108-16,-5 1 164 16,-3 6 140-16,-7 0 172 0,-2 3 12 0,-3 4 88 15,-3-2 200-15,-10 5 0 0,1-1 172 16,-4 1-4-16,1 6-36 0,-6 3-112 0,6 0 12 16,-5 12-184-16,-1 5-36 0,2 4 8 15,-1 4-20-15,3 1 84 0,-2 0-64 16,7-4-108-16,0-3-88 0,0-3-684 15,4 0-316-15,4-6-396 0,0-1-1460 16,4-3-3201-16,0-6-911 0</inkml:trace>
  <inkml:trace contextRef="#ctx0" brushRef="#br0" timeOffset="61832.72">32192 15348 1708 0,'0'0'1564'0,"0"0"5440"16,0 0-4775-16,0 0-817 15,0 0-132-15,0 0-72 0,4 70-200 16,-11-51-324-16,3-1-412 0,0-5-260 0,4 3 36 16,0-3-44-16,0-3 56 0,0 2-8 15,0 2 32-15,4-6 16 0,3 5-88 16,2-1 88-16,-1 1-16 0,0-1 28 0,-1 2 12 15,6-1-64-15,-5-1-12 16,3-2-48-16,2 2 4 0,-9-2-4 16,3 0 0-16,-3-1-84 0,-4 1-76 0,-4-1-160 15,-7 3-136-15,-2-1-76 16,-6 1-28-16,-9 1-124 0,0 0-412 16,-4-4-740-16,8 0-1409 0,-20 3-3427 0</inkml:trace>
  <inkml:trace contextRef="#ctx0" brushRef="#br0" timeOffset="62032.216">32336 16109 15933 0,'0'0'2764'0,"0"0"-2704"0,0 0-60 16,0 0-692-16,0 0 260 16,0 0 24-16,0 0-744 0,-91-18-3520 0,63 18-6113 15</inkml:trace>
  <inkml:trace contextRef="#ctx0" brushRef="#br0" timeOffset="74851.234">11630 17405 5652 0,'0'0'4532'0,"0"0"-3307"15,0 0-149-15,0 0 60 0,-40-70-8 16,36 61 8-16,0 0-8 0,4 4-196 0,0 5-280 15,8 0-172-15,4 7-112 16,11 9 392-16,5 7-176 0,4 8-216 16,5 10-112-16,-2 8-88 0,-3 3-60 0,0 6-104 15,-4 0-4-15,-4-1-96 0,-1 0 92 16,1-10-128-16,-3-8-172 16,-6-14-148-16,2-13-120 0,-2-9-164 0,5-6-40 15,-4-13-188-15,0-9-520 0,0-10-496 16,-4 4-2345-16,-4-20-2427 0</inkml:trace>
  <inkml:trace contextRef="#ctx0" brushRef="#br0" timeOffset="75034.444">12044 17234 1160 0,'0'0'10805'0,"0"0"-9373"0,0 0-1024 16,0 0-64-16,0 0 72 0,-80 92 380 0,57-51 188 0,-1 0-476 15,-1 7-72-15,1 2-148 16,-4 5-40-16,1-2-176 0,-1-2-72 15,0 1-72-15,4-8-52 0,0-10-164 0,5 1-208 16,2-9-152-16,6-7-60 16,-2-10-48-16,6-2-320 0,3-4-340 15,0-3-1057-15,0-10-2487 0</inkml:trace>
  <inkml:trace contextRef="#ctx0" brushRef="#br0" timeOffset="75345.781">12255 16704 6900 0,'0'0'5445'0,"0"0"-4117"0,0 0-604 16,0 0-156-16,0 0 264 0,0 0 396 15,0 0-148-15,36 66-440 0,-28-34-284 16,0 3-36-16,0 7-76 0,-4 5 4 16,-4 3-128-16,0 8-20 0,0-5-52 15,0 2-48-15,-4-11-136 0,4-6-120 16,0-10-308-16,0-8-88 0,0-11-4 16,0-6-60-16,0-3 28 0,0-5-180 15,-4-12-748-15,4-5-312 0,-4-7-661 0,1 7-1383 16,-2-16-820-16</inkml:trace>
  <inkml:trace contextRef="#ctx0" brushRef="#br0" timeOffset="75541.347">12299 16834 6748 0,'0'0'2192'15,"0"0"-328"-15,0 0-363 0,0 0-121 16,0 0-392-16,84-7-280 0,-64 14-92 16,-5-1-76-16,-2 3-40 0,-2 4-76 0,-3 0-64 15,-4 3 96-15,-4 5-72 0,0 2-188 16,-4 6-184-16,-7 0 0 0,-2-1-12 15,-6 3-104-15,2-4-116 0,-2-2-16 0,-1-10-48 16,0 1-184-16,4-6-104 16,0-10-164-16,0 0-288 0,0 0-608 15,4-7-1149-15,-12-12-2655 0</inkml:trace>
  <inkml:trace contextRef="#ctx0" brushRef="#br0" timeOffset="77134.281">12888 17647 12745 0,'0'0'1540'0,"0"0"-1184"15,0 0-140-15,0 0-64 0,0 0 788 16,0 0 240-16,0 0-400 0,97-17-308 0,-65 14-92 16,3 0-108-16,1 0-176 0,4-4-96 15,-9 1 0-15,5 0 0 16,1-1-108-16,-2-2-260 0,-3 0-176 0,0-4-248 15,4 0-244-15,0-7-464 0,-12 8-1020 16,11-9-5161-16</inkml:trace>
  <inkml:trace contextRef="#ctx0" brushRef="#br0" timeOffset="77319.898">13674 17243 3372 0,'0'0'8673'0,"0"0"-7557"0,0 0-648 0,59 76 208 0,-34-44 296 16,-2 3 336-16,5 0-264 0,-4 0-460 16,4 0-276-16,0-3-180 0,0-4-128 15,-4-2-200-15,-1-8-416 0,-3-1-104 0,1-8-320 16,-2-6-572-16,-3 0-1108 16,5-9-3201-16</inkml:trace>
  <inkml:trace contextRef="#ctx0" brushRef="#br0" timeOffset="77492.694">14096 17230 12105 0,'0'0'1548'0,"0"0"-1092"15,0 0-52-15,-63 76 228 16,38-40 224-16,1 5 36 0,0 6-344 0,-4 2-204 0,5-2-20 16,-1 0-188-16,0 1-136 15,-4-4-68-15,9 1-68 0,-6-7-260 16,1-3-336-16,4-6-208 0,5-4-104 0,-2-6-632 15,6-10-1473-15,-6 5-3355 0</inkml:trace>
  <inkml:trace contextRef="#ctx0" brushRef="#br0" timeOffset="77932.744">14669 17421 11657 0,'0'0'1128'0,"0"0"-300"0,0 0-232 15,0 0 152-15,0 0 420 0,0 0 48 16,0 0-364-16,88 58-344 15,-52-56-212-15,8-2-124 0,4-9-172 0,-4-4-80 16,-1-3-176-16,-7 0-312 0,1 1-100 16,-5-2-228-16,-9 8-512 0,-7-1-1476 15,-8 10-3473-15</inkml:trace>
  <inkml:trace contextRef="#ctx0" brushRef="#br0" timeOffset="78081.532">14813 17637 248 0,'0'0'12313'0,"0"0"-10429"0,0 0-1200 16,0 0-144-16,0 0 92 0,0 0 380 16,0 0-160-16,0 0-332 15,96 12-264-15,-61-12-132 0,10-2-24 0,-2-8-100 0,5-3-232 16,0-3-344-16,0 0-244 16,3 1-188-16,1-1-312 0,-16 6-796 0,16 1-4593 15</inkml:trace>
  <inkml:trace contextRef="#ctx0" brushRef="#br0" timeOffset="78945.474">15754 17221 5652 0,'0'0'5012'0,"0"0"-3583"0,0 0-73 16,0 0-76-16,0 0-60 15,0 0-204-15,0 0-356 0,0 0 204 16,0 0 120-16,107-60-284 0,-51 47-188 0,8 3-172 15,-1-2-72-15,9-2 0 0,0 2-96 16,0-4-64-16,3 0-63 0,-7 0-45 16,4-2-12-16,-9-1-185 0,-7 3-79 15,0 0-164-15,-8 3-244 0,-9 1-172 16,-2 2-16-16,-14 7-204 0,-7 0-212 0,-8 3-792 16,0 0-1185-16,-16 12-2807 0</inkml:trace>
  <inkml:trace contextRef="#ctx0" brushRef="#br0" timeOffset="79184.785">16299 17142 9984 0,'0'0'1509'0,"0"0"-829"0,0 0-104 15,-4 73 420-15,4-39 320 0,0 8-196 0,0 5-368 16,0 7-328-16,0 8-64 15,0 3-64-15,0 8-136 0,0 3-108 0,0-2-52 16,0-2-56-16,0-2-4 0,0-12-288 16,0-8-112-16,0-12 12 0,0-12 112 15,0-14 60-15,4-8-140 0,0-4-300 0,5-16-512 16,-2-10 92-16,1 4-1125 0,5-32-2915 16</inkml:trace>
  <inkml:trace contextRef="#ctx0" brushRef="#br0" timeOffset="79409.203">16486 17247 11297 0,'0'0'1512'0,"0"0"-1052"16,0 0-116-16,0 0 216 16,0 0 588-16,0 0-404 0,0 98-316 0,4-51-252 15,5 8 24-15,-1-2 124 0,-5 8-140 16,5 2-172-16,1 0-12 0,-5 4-64 0,0-3 60 15,-1-1-244-15,-3 1-136 0,4-7-172 16,4-5-196-16,1-12-16 16,-6-5-184-16,5-6-532 0,4-7-845 0,-7-13-891 15,6 1-1976-15</inkml:trace>
  <inkml:trace contextRef="#ctx0" brushRef="#br0" timeOffset="79979.827">17324 17170 7564 0,'0'0'2684'0,"0"0"-1563"0,0 0-569 16,0 0-116-16,0 0 396 0,-76 16 236 15,55 0-120-15,6 6-344 16,-5 1-240-16,4 9 88 0,4 1-88 0,4 9-56 16,4 6-8-16,4 4 8 0,0 0-72 15,12 3-124-15,0 5-52 0,4-2-60 16,-4-6 0-16,4 0-72 0,4-11-52 0,-9-6-36 16,10-7-88-16,-10-11-200 0,10-9-88 15,-6-3-116-15,5-5-116 0,4-11-496 16,-4-8-1020-16,-4 4-1685 0,8-20-1655 0</inkml:trace>
  <inkml:trace contextRef="#ctx0" brushRef="#br0" timeOffset="80174.435">17642 17421 288 0,'0'0'10348'0,"0"0"-8883"15,0 0-773-15,0 0 316 0,100 47 232 0,-72-21-84 16,3-1-180-16,-3 10-392 0,4-3-176 15,0 0-112-15,-4-1-48 0,4 1-164 16,-8-3-84-16,-1-3-4 0,-3-1-252 0,-3-6-288 16,-2-4-176-16,2-8 24 15,-6-4-72-15,1-3-340 0,-4-3-608 0,-4-4-829 16,0-15-2071-16</inkml:trace>
  <inkml:trace contextRef="#ctx0" brushRef="#br0" timeOffset="80367.289">17957 17424 11025 0,'0'0'1708'0,"0"0"-1336"0,0 0-104 15,-64 70 252-15,44-38 432 0,0 0 52 0,-4 5-324 16,4 2-416-16,1-1-128 0,-1 0-72 16,-5 0-60-16,10 0-4 0,-1-3-64 15,0-7-236-15,7 2-404 0,2-8-240 16,3-4-144-16,4-6-508 0,0-5-1249 15,4-7-2555-15</inkml:trace>
  <inkml:trace contextRef="#ctx0" brushRef="#br0" timeOffset="80677.099">18280 17694 11417 0,'0'0'1896'0,"0"0"-1108"32,0 0-332-32,0 0 24 0,0 0 188 15,0 0 136-15,0 0-180 0,0 0-252 0,0 0-184 0,0 0 32 16,95-3 4-16,-63 3-100 0,-4 0 0 0,4 0 72 0,0-4-184 15,0 1-8-15,-4 0-4 0,-5 3 0 16,1-2-8-16,-4-2-32 0,-4 4-144 16,-4-3-236-16,-4 3-164 0,0 0-188 0,-4 0-284 15,-4 0-384-15,3 0-768 16,-3 0-1881-16,0 0-1399 0</inkml:trace>
  <inkml:trace contextRef="#ctx0" brushRef="#br0" timeOffset="81717.25">19283 17542 1356 0,'0'0'3052'15,"0"0"-1516"-15,0 0-260 0,0 0-136 16,0 0 0-16,0 0 104 0,-7-70-179 15,7 57-181 1,-4 1-296-16,0-5-40 0,4 2-280 0,-5 2-16 0,5-3-36 16,-4 3-12-16,4 1-4 0,-4 2 28 0,1 1 24 15,-1 2 0-15,0 1 96 0,-4 3 184 16,-1 0 104-16,2 3-40 0,-1 0-140 0,-5 3-136 16,2 2-36-16,-5 6-28 15,4 1-120-15,-4 4-136 0,4 3 0 0,-3 4 80 16,6 2-32-16,1 3-12 0,0 1-36 15,8 3-72-15,0 3 8 0,0-1 56 16,4 5-4-16,4-5-48 0,1-1 48 16,6-5-36-16,-3 1-16 15,4-7-32-15,4 0-40 0,-4-6-36 16,4-4-12-16,-1-2 32 0,-2-3-240 16,3-5-168-16,-5-2-124 0,6-2-320 0,-6-8-484 0,-2 3-864 15,6-11-2673-15</inkml:trace>
  <inkml:trace contextRef="#ctx0" brushRef="#br0" timeOffset="81920.773">19646 17723 640 0,'0'0'6868'0,"0"0"-5192"15,0 0-512-15,0 0-71 0,0 0 215 16,32 69 4-16,-28-53-400 0,-4 0-332 15,4 0-152-15,-4-2-88 0,4 0-128 16,-4-1-156-16,0-3-56 0,0-3-112 0,-4-4-332 16,0-3-220-16,0 0-308 0,-4-3-708 15,0-4-1461-15,-4-5-2775 0</inkml:trace>
  <inkml:trace contextRef="#ctx0" brushRef="#br0" timeOffset="82073.295">19583 17551 10957 0,'0'0'1900'0,"0"0"-1672"0,0 0 168 0,0 0 316 15,0 0 260-15,0 0-528 16,0 0-384-16,0 0-60 0,0 0-652 0,87-70-412 16,-71 57-876-16,0-12-2617 0</inkml:trace>
  <inkml:trace contextRef="#ctx0" brushRef="#br0" timeOffset="82351.48">20172 17208 10164 0,'0'0'1805'0,"0"0"-1177"0,0 0-220 16,0 0 292-16,0 0 632 15,0 0-84-15,64 79-500 0,-57-62-500 0,6 2-36 16,-5 0 0-16,-1 6-40 0,-3 0-60 16,0 4-100-16,1 4 36 15,-5-3-48-15,0 9-8 0,-9-1-116 0,-2 3-96 16,-1 0-104-16,-4 3-72 0,-5 5-192 16,-2-2-156-16,3-3 52 0,-4 1-80 15,-4 0-28-15,-4-1-788 0,9-10-1613 16,-18 11-3451-16</inkml:trace>
  <inkml:trace contextRef="#ctx0" brushRef="#br0" timeOffset="83709.277">16160 18529 6168 0,'0'0'1224'0,"0"0"-768"0,0 0-276 0,0 0 432 15,0 0 460-15,0 0 52 0,0 0-519 16,0 0-345-16,0 0-68 0,0 0 52 15,8 9 64-15,-4-2 48 0,-4 6-48 16,4 2-92-16,-4 4-76 0,0 1-24 0,0-1-60 16,0-1-56-16,0 6 0 0,0-6-48 15,0-3 40-15,0-1-68 0,0-5-16 16,0-2-124-16,0-5-92 16,0-2-216-16,0 0-244 15,0-2-509-15,3-8-675 0,-3 4-936 0</inkml:trace>
  <inkml:trace contextRef="#ctx0" brushRef="#br0" timeOffset="83884.01">16183 18424 9400 0,'0'0'1525'0,"0"0"-1197"0,0 0-324 16,0 0 672-16,0 0 352 0,0 0-200 15,0 0-424-15,0 0-328 0,0 0-76 16,80-41-76-16,-59 31-356 0,-2 1-640 0,1 0-660 15,0 2-1245-15,0 4-2843 0</inkml:trace>
  <inkml:trace contextRef="#ctx0" brushRef="#br0" timeOffset="84033.17">16522 18577 7232 0,'0'0'2568'0,"0"0"-1512"15,0 0-499-15,0 0 111 0,0 0-16 0,0 0-332 16,0 0-320-16,0 0-52 0,0 0-536 16,76-16-296-16,-68 10-521 0,-4 2-903 15,0 4-864-15</inkml:trace>
  <inkml:trace contextRef="#ctx0" brushRef="#br0" timeOffset="84183.805">16559 18710 5976 0,'0'0'1960'0,"0"0"-1088"0,0 0 500 16,0 0 69-16,0 0-249 0,0 0-324 16,0 0-320-16,79-19-320 0,-63 9-228 15,3-2-96-15,2-3-868 0,-5-6-212 16,3 2-653-16,-6 4-539 0,6-7-3404 0</inkml:trace>
  <inkml:trace contextRef="#ctx0" brushRef="#br0" timeOffset="84696.911">16877 18479 6460 0,'0'0'2508'0,"0"0"-1488"16,0 0-168-16,0 0 305 0,0 0 23 16,0 0-136-16,0 0-324 0,0 0-280 15,0 0-36-15,0 0-56 0,0 0-80 0,-12 31 56 16,12-31 52-16,0-4-4 0,0 4-88 15,0-2-60-15,0 2-64 16,-3 0-124-16,3 0-36 0,-5 0 0 0,5 0 52 0,-4 0 68 16,4 0-68-16,0 0-48 0,-4 0-4 15,4 0-64-15,-4 2 16 16,4 2 48-16,0-4 4 0,0 0 60 0,-4 3-4 16,4-3-12-16,0 4-40 0,-4-2 44 15,4 2 20-15,-3-1 4 16,3 2-76-16,-5 6-60 0,1-2 48 0,4 4-36 15,0 0 40-15,0 2-68 0,0 1 68 16,0-3-4-16,0 3-60 0,9-4-28 16,-6 1 12-16,5-2-8 0,4 0 84 15,-4-4-88-15,-4-4 24 0,4 1-8 0,4-4 36 16,-4 0 48-16,4-11 88 0,-1-1 0 16,6-4-76-16,-6-6 72 15,6-7-84-15,-6 1-184 0,-3-4 24 0,5 3-40 16,-9 1 88-16,-1-1 40 0,1 4-92 15,-4 2-20-15,0 8 32 0,-7-1 148 16,-1 3-96-16,-9 4 100 0,6 6 76 0,-6 0-72 16,6-1-4-16,-9 4-152 15,8 0-184-15,-4 4-80 0,0 2-48 0,5 0-156 16,-2 4-316-16,1 2-992 0,4-6-2677 16,-8 7-2039-16</inkml:trace>
  <inkml:trace contextRef="#ctx0" brushRef="#br0" timeOffset="86514.246">17012 18627 7524 0,'0'0'1308'15,"0"0"-608"-15,0 0 88 0,0 0 373 16,0 0-149-16,0 0-128 0,0 0-288 16,0 0-140-16,0 0 12 0,0 0 0 15,0 0-256-15,-28 20-148 0,24-18 24 0,0 3 100 16,4-5 64-16,0 0 12 0,0 0-36 16,0 0-56-16,0 0 92 0,0-5-56 15,0 3-68-15,0-5-32 16,4 0-20-16,0-5 200 0,5-4-56 0,-5-3-84 15,3 0-148-15,1-3-4 0,1 0 4 0,-5 0 4 16,3 0 60-16,1 2-64 0,-4 1-56 16,5 3-16-16,-5 0 64 0,3 3 8 15,-3-2-4-15,0 5-72 16,0 1-8-16,1 3-4 0,-5 6-12 0,3-4-12 16,-3 4 104-16,0 0 8 0,0 0 0 15,0 4-44-15,0-4-80 0,0 6 12 0,0 0-12 16,4 7 116-16,-4-1 8 15,4 4 60-15,0 0-48 0,-4 0 36 16,4 3-48-16,0 1-4 0,-4-1 4 0,5 2 0 16,-2 2-8-16,-3 2 4 0,4 4 0 15,-4-1-168-15,0 4-76 16,0-4 36-16,0 5 36 16,0-5-60-16,0 0-32 0,0-5 68 0,0 0 112 15,0-9 84-15,0 0 0 0,4-5-84 0,-4-3-24 16,0-2-100-16,0-4-304 0,0 0-168 0,0 0-104 15,0 0-172-15,0-4-324 16,0 1-897-16,0-4-2187 0</inkml:trace>
  <inkml:trace contextRef="#ctx0" brushRef="#br0" timeOffset="86714.144">17025 18951 3284 0,'0'0'5916'0,"0"0"-4444"0,0 0-879 0,0 0 27 15,0 0 72-15,0 0 84 16,0 0 140-16,0 0-44 0,0 0-168 0,0 0-84 16,91-45-184-16,-67 30-164 0,0-7-196 15,-4 2 12-15,4-2-88 0,-5 0-136 16,2 0-364-16,-1 3 12 0,-9-3-168 16,6 6-304-16,-6 0-460 0,-3 4-1149 15,-4-2-2971-15</inkml:trace>
  <inkml:trace contextRef="#ctx0" brushRef="#br0" timeOffset="87257.239">16952 18647 5260 0,'0'0'1716'0,"0"0"-936"0,0 0-40 0,0 0 672 16,0 0 109-16,0 0-481 16,0 0-412-16,0 0-236 0,24-77 4 0,-20 62-52 15,0-4-104-15,5 0-100 0,-5 0 12 16,0 2-28-16,-1 5-52 15,1-1-72-15,0 4-52 0,1 2 52 0,-1 4 84 16,-4 3 44-16,0-4-4 0,0 4-8 16,0 0-16-16,0 0-24 0,0 0-28 15,0 0-48-15,0 0-12 0,0 4-76 0,0-4 0 16,0 0-24-16,0 0-180 0,0 3 116 16,0-3 52-16,0 0 48 15,0 0 72-15,0 0 4 0,0 0 0 0,0 0 4 16,0 0 8-16,0 0 48 0,0 0-60 15,0 0-76-15,0 0-40 0,4-3-48 16,-4-1 164-16,4 2 0 0,-1-2 204 16,1-2-52-16,-4 6-152 0,4-2-56 0,-4 2-96 15,0 0-12-15,4 0-52 16,-4 0 52-16,5 0 148 0,-1 0-32 16,0 0 36-16,-1-5-4 0,-3 5 12 0,4 0 4 0,0 0-12 15,0-2 0-15,0 2-92 16,-4-4-96-16,0 4-120 0,0-3-152 15,0 3-104-15,0-3-132 0,0 3-233 0,0 0-531 16,0 0-1476-16,-8 0-1236 0</inkml:trace>
  <inkml:trace contextRef="#ctx0" brushRef="#br0" timeOffset="87791.102">16889 18684 1240 0,'0'0'3088'16,"0"0"-1148"-16,0 0-560 15,0 0-252-15,0 0 24 0,0 0-107 0,0 0-385 16,0 0-264-16,0 0 92 0,0 0 24 16,0-30-44-16,0 25-108 0,4 0-32 15,0-2 0-15,0 1 4 0,0-4-68 0,4 1-24 16,-1-4-116-16,2-3-116 15,-1 3-8-15,0 1-8 0,-1-1 8 0,2-3 88 16,3 4-12-16,-5-4-76 0,6 2-52 16,-5 2-8-16,-5-1 56 0,5 7 4 15,-3-1-88-15,-1 5 12 0,0-1-100 16,-4-1-140-16,0 4-12 0,0 0 12 16,0 0-4-16,0 0-24 0,0 0-88 15,0 0-144-15,0 7-88 0,-4-5-44 0,0 8-29 16,-5 0-307-16,2 0 96 0,-1 2 104 15,-5 1 144-15,6 0 24 16,-5-1 128-16,-1 1-40 0,6 0 588 0,-5-1 164 16,3-2 264-16,2 2-36 0,-1-2-160 15,0-1 16-15,0-3 92 16,4 1 216-16,0-4 80 0,0 0-128 0,4-3-172 0,0 0 28 16,0 0-92-16,0-3 128 15,0-2 76-15,0-2-280 0,8 0 177 16,0-2 359-16,0-4 52 0,4 0-132 0,0-2-220 15,4-4-176-15,0 2-104 0,0-4-152 16,0 2-8-16,-1-1-120 0,2 1-252 16,-2 0-312-16,2 3-304 0,-2-3-641 15,-2 6-1539-15,-2-2-2468 0</inkml:trace>
  <inkml:trace contextRef="#ctx0" brushRef="#br0" timeOffset="89270.868">15777 16211 6704 0,'0'0'1688'16,"0"0"-664"-16,0 0 48 0,0 0 305 16,0 0 83-16,0 0-252 15,0 0-328-15,0 0-200 0,0 0-140 0,0 0-16 0,0 0 24 16,32 51-116-16,-20-20-112 15,-4 7-84-15,4 1-52 0,0 2-12 16,0-3-36-16,-4 0-52 0,0 1-20 0,0-2-60 16,0-2 0-16,-1 4-4 15,-2-8-48-15,-5-1-60 0,4-9-76 0,-4-9 0 0,0-1-28 16,4-8-108-16,-4 0-112 16,0-3-116-16,0 0-84 0,0 0 40 15,0-3 28-15,0-4-4 0,0 0-116 0,0-5-140 16,-4-1 148-16,0 0-452 0,4-1-485 15,-5 0-679-15,2 1-376 16,-1 1-616-16</inkml:trace>
  <inkml:trace contextRef="#ctx0" brushRef="#br0" timeOffset="90038.702">15777 16205 4424 0,'0'0'1472'0,"0"0"-340"16,0 0-248-16,0 0 320 0,0 0 388 0,0 0-291 0,0 0-405 15,44-67-336-15,-32 58-128 16,4-1 0-16,-4 0 12 0,0 5-92 16,0-1-24-16,0 1-104 0,0 5-96 0,-4 0 20 15,0 0 40-15,-4 0 20 0,3 7-72 16,-2-1 52-16,-1 4 24 16,0 0 112-16,-4 6 36 0,0-2-176 0,0 7-96 15,-4-2-76-15,-5 0 48 0,2-4-60 16,-5 4-60-16,-1-3-64 0,2-2-88 15,-1-2-24-15,0 1-88 0,0-5-148 0,1-1-60 16,-2 0-68-16,5-7-8 0,1 0-152 16,-2 0-348-16,5-3-776 15,-4-4-793-15,4-3-1411 0</inkml:trace>
  <inkml:trace contextRef="#ctx0" brushRef="#br0" timeOffset="90610.4">16060 15808 8372 0,'0'0'1644'15,"0"0"-896"-15,0 0-207 0,0 0 307 16,0 0 520-16,0 0-152 0,0 0-596 0,0 0-432 16,0 0 240-16,0 0 224 0,33 38-128 15,-26-22-236-15,1 1-116 0,-4 2-72 0,0-1 24 16,0 1-52-16,0-3-72 16,0 0-4-16,-4-6-108 0,4-4-24 0,-4-6-36 15,4 3 48-15,-4-3-12 0,0 0-52 16,4-3-136-16,0 0 100 0,0-4 124 15,4 1 92-15,0-5-40 16,0 3 48-16,-4 2 0 0,3-5-4 0,2 6-56 16,-1 2 60-16,-1-1 12 0,-3 4 136 15,5 0-20-15,-1 0-28 0,-1 0-28 16,1 0-68-16,1 7 0 0,2-2 0 16,-3 2-4-16,5 3 0 0,-6-4-372 15,1 7-208-15,1-3-152 0,-5 5-240 16,3 1-316-16,-3 0-1153 0,0-3-2071 0,-4 12-1327 15</inkml:trace>
  <inkml:trace contextRef="#ctx0" brushRef="#br0" timeOffset="96114.045">12502 16491 1148 0,'0'0'8700'0,"0"0"-7399"0,0 0-541 15,0 0 304-15,0 0 144 0,0 0-44 16,0 0-244-16,0 0-360 0,0 0-184 15,0 0 8-15,0 0-148 0,0 0-168 16,4-12-68-16,0 17 0 0,4 11 52 16,0 3-40-16,0 7 100 0,-4-1-112 15,0 3 0-15,0 1 0 0,1-7-44 0,-2 1-16 16,-3-11-4-16,4-3-72 0,-4-4-76 16,0-5-96-16,4 0-40 0,-4-7 124 15,4-5 168-15,0-5 56 0,0-2 0 16,4-6 0-16,-4 0-124 0,4 2 76 15,-4 4 48-15,0 3 0 0,3 7-8 16,-2 2-76-16,-1 7-72 0,0 0 64 0,0 0 92 16,4 7 88-16,-5-2-20 0,1 6-60 15,5-2 92-15,-5 1-24 16,4 2-72-16,-5 1 0 0,1-1-4 0,1 5-8 16,-1 2-108-16,0-4-440 15,-4 8-72-15,4-2-232 16,-4 5-640-16,3-3-917 0,-3-4-1959 0,0 6-1611 0</inkml:trace>
  <inkml:trace contextRef="#ctx0" brushRef="#br0" timeOffset="103069.738">21671 17567 3636 0,'0'0'652'0,"0"0"6297"0,0 0-4657 15,0 0-972-15,0 0-364 0,0 0-64 16,0 0 92-16,0 0-144 0,0 0-228 16,0 0-192-16,0 0-128 0,15 0-48 15,5-3 88-15,4 3 252 0,8-3-96 16,0 0-184-16,4-1-87 0,-4-2-81 0,3 0-40 15,-3 0-12-15,-4-4-72 0,4-4-12 16,-4 6 0-16,-4-5-44 0,-1 1-4 16,-6-2-184-16,3 5-69 0,-5-4-103 15,-2 4-144-15,-5 2-172 0,-5 1-172 16,1 2-356-16,0 4-648 0,-4 0-720 16,0 0-1813-16,-8 13-2403 0</inkml:trace>
  <inkml:trace contextRef="#ctx0" brushRef="#br0" timeOffset="103300.992">21830 17687 2392 0,'0'0'2136'0,"0"0"2828"16,0 0-3143-16,0 0-613 0,0 0-176 0,0 0 124 16,0 0-188-16,0 0-124 0,0 0-72 15,95 36-28-15,-59-40-136 0,-4-3-240 0,0-1-136 16,-4-2-108-16,0 0-112 15,-4 1-12-15,0 2-168 0,-5-2-224 16,-6 4-116-16,2-2-196 0,-7 0-116 0,1 1-96 16,-6-1-436-16,1 1-708 0,-4-1-1213 15,0-8-2615-15</inkml:trace>
  <inkml:trace contextRef="#ctx0" brushRef="#br0" timeOffset="103583.715">21969 17284 980 0,'0'0'1460'0,"0"0"4372"0,0 0-4032 15,0 0-291-15,0 0-293 16,95-5-208-16,-67 5-8 0,-4 0-220 0,4 0-212 0,4 0-140 16,0 0-44-16,0 0-60 15,0 5-260-15,-1 2-64 0,-3 2-8 16,0 3-44-16,-3 5-8 0,-6 2-40 0,1 3 0 15,-3 0 12-15,-6 7-96 0,-3-3-28 16,-4 6 48-16,-4 1-64 16,0 6 40-16,0-4 100 0,-4 3 24 0,-8-6 56 15,0-1-192-15,0-1-128 0,1-5-176 16,-6-3-68-16,2-6-88 16,-2-4-400-16,2-2-376 0,-2 0-1101 0,2-4-671 15,2-3-1040-15</inkml:trace>
  <inkml:trace contextRef="#ctx0" brushRef="#br0" timeOffset="105096.523">23630 17259 2640 0,'0'0'1420'16,"0"0"4064"-16,0 0-3419 0,0 0-657 16,0 0-136-16,0 0-44 0,0 0-172 15,0 0-160-15,0 0-264 0,0 0-224 16,32 25 44-16,-8-11 52 0,4 5-100 0,4 2-36 15,0 8-36-15,0-1-52 16,-1 4-24-16,1 3-52 0,-4 3-104 16,0 0-40-16,0 4 0 0,-4-4-48 15,-4-2-12-15,0-6 0 0,-5-8-12 0,-2-2-148 16,-5-8-104-16,-1-2-188 0,2-4-184 16,-5-6-220-16,-4 0-180 0,4 0-256 15,-4-3-604-15,0-3-1160 0,0-13-2369 16</inkml:trace>
  <inkml:trace contextRef="#ctx0" brushRef="#br0" timeOffset="105331.445">24017 17272 496 0,'0'0'184'0,"0"0"7368"0,0 0-6152 15,0 0-624-15,-39 66 525 16,26-37 399-16,-2-1-228 0,-2 4-564 0,2 6-596 15,-2 1-248-15,2 2-12 0,-5 0 0 16,3 0-52-16,-2-3-88 16,-1 1 12-16,-1-5-164 0,6 1 52 0,-1-9-224 15,0-1-68-15,8-6-40 0,-4-6-88 16,0-4-32-16,5 1-240 16,-2-6-781-16,5-2-931 0,-4-2-1932 0,4 0 2052 15</inkml:trace>
  <inkml:trace contextRef="#ctx0" brushRef="#br0" timeOffset="105923.824">24228 16961 4808 0,'0'0'844'0,"0"0"3976"0,0 0-3211 16,0 0-585-16,0 0 96 0,0 0 292 15,0 0-156-15,0 0-376 0,0 0-348 0,28 76-148 16,-24-57-76-16,0 4-4 0,0 2-104 16,-4 0-80-16,0 0-68 15,0-3-52-15,0-3-48 0,0-3-36 0,0-6 8 16,-4-4 68-16,4-3 4 0,-4-3-168 15,4 0-196-15,0-6-24 0,0-3 120 16,0-4-160-16,0-3 196 0,0 0 0 16,0-6 124-16,0 0-36 0,0 0-52 0,4 2 124 15,0-2 76-15,4 7 12 16,-4-2-8-16,4 5 96 0,-4 2 148 16,4 4 28-16,-4-1-16 0,3 7-52 0,-2-2-32 15,3-2 20-15,-4 4-36 0,0 0-24 16,3 0 0-16,-3 4-48 0,-4-2 32 15,5 8 4-15,-5 0-24 0,0 5-100 0,0 2-64 16,0 4-168-16,-9 4-164 0,2 5-12 16,-5-2-112-16,-1-3-200 15,2 1-136-15,3-1-376 0,-4-5-648 0,4-5-1337 16,0 2-2243-16</inkml:trace>
  <inkml:trace contextRef="#ctx0" brushRef="#br0" timeOffset="106263.427">24523 17538 4620 0,'0'0'220'16,"0"0"6169"-16,0 0-4645 0,0 0-664 15,0 0 20-15,0 0-28 0,0 0-72 16,0 0-108-16,0 0-288 0,0 0-272 16,80-19-196-16,-60 10-40 0,-1-1-88 0,-2 4-8 15,-2-4-96-15,2 5-260 16,-6-2-272-16,6 3-168 0,-6-2-112 0,-3 3-512 15,4 0-904-15,-8 3-2465 0,0-2-1867 16</inkml:trace>
  <inkml:trace contextRef="#ctx0" brushRef="#br0" timeOffset="106665.277">25009 17211 1016 0,'0'0'1176'0,"0"0"-616"0,0 0 4968 0,0 0-3264 15,0 0-307-15,0 0-237 16,0 0-196-16,0 0-244 0,88 73-252 16,-73-53-396-16,5 5-252 0,1 0-36 0,-2 4-36 15,1 3-152-15,1 0-44 0,-6 0-112 16,1-5 0-16,-4-2-8 15,4-5-116-15,-8-1-304 0,0-3-124 0,0-3-64 16,0-4-4-16,-4-5-176 0,0-4-284 0,0 0-928 16,0-4-2125-1,0-15-1387-15</inkml:trace>
  <inkml:trace contextRef="#ctx0" brushRef="#br0" timeOffset="106813.553">25340 17192 508 0,'0'0'9984'0,"0"0"-7707"15,0 0-1221-15,-44 73-156 16,28-34 232-16,-4 2-164 0,4 0-220 16,-4 3-376-16,5 1-264 0,-6-8-108 0,1-1-156 15,5-4-488-15,-6-4-340 16,1-9-304-16,1 1-436 0,2-8-1541 0,-14-6-3455 16</inkml:trace>
  <inkml:trace contextRef="#ctx0" brushRef="#br0" timeOffset="107461.971">24204 17072 1684 0,'0'0'480'0,"0"0"-216"0,0 0 5352 15,0 0-3296-15,0 0-751 0,0 0-377 0,0 0-72 16,0 0-48-16,0 0-48 16,0 0-264-16,24 70-264 0,-20-54-100 0,0 2 24 15,0 1 24-15,0 3-88 0,-4 4-136 16,4 3-84-16,-4-1-132 0,4 3 4 15,-4 5-8-15,0-1-12 0,0 0-76 16,0 0-44-16,0-7-52 0,0-2-52 16,0-4-44-16,0-9 56 0,0-4 40 15,0-6-64-15,0 1-100 0,0-4-72 16,0 0-140-16,0-7-248 0,0 1-120 0,0-4-468 16,0-6-716-16,0-3-717 0,0 0-1075 15,-4 3-783-15</inkml:trace>
  <inkml:trace contextRef="#ctx0" brushRef="#br0" timeOffset="107864.301">24419 16821 1188 0,'0'0'976'0,"0"0"4756"0,0 0-3648 16,0 0-279-16,0 0-321 0,0 0-276 16,0 0-324-16,0 0-144 0,0 0-172 0,0 0-220 15,48 51-172-15,-43-39-172 16,-5 4-4-16,0-4-152 0,0 2-48 16,0-9 64-16,0 2 124 0,0-7 12 0,0 0 112 15,0 0 36-15,0 0-72 0,0 0-76 0,0-7-60 16,0 2-68-16,3-2 4 0,1-2 124 15,4-3 152-15,0-2 20 16,4 5-36-16,-4-1 112 0,4 1 64 0,0 2-28 16,-4 1 36-16,0 3-60 15,0 3-24-15,-4 0-16 0,4 0-36 0,-4 0-48 16,-1 6-24-16,1 0 8 0,0 4-120 16,1 3 0-16,-5-1-148 0,4 5-132 15,-4 2-28-15,0 0-248 0,0 3-444 0,0 0-428 16,4-6-1012-16,-4 6-3153 0</inkml:trace>
  <inkml:trace contextRef="#ctx0" brushRef="#br0" timeOffset="108625.159">26403 16849 2264 0,'0'0'288'0,"0"0"7584"0,0 0-5571 16,0 0-621-16,0 0-292 0,0 0-24 16,0 0 84-16,24 74-352 0,-11-27-424 15,-2 7-356-15,1 9-12 0,1 4-72 0,-6 3-100 16,1-1-68-16,-4-1-60 0,5-2-4 16,-6-9-112-16,1-5 52 0,4-15-208 15,-4-8 48-15,4-17-24 0,-4-2 76 16,4-10-236-16,0-3 36 0,3-6-24 0,2-11 48 15,-1-5 0-15,0-4 72 16,0 1 172-16,-1-1 88 0,-2 4 4 16,2 3 0-16,1 5-56 0,1 8 64 0,-6 6 0 15,6 3 272-15,-2 3 88 0,1 10-16 16,1 3-24-16,-2 3-112 16,1 6-76-16,-4-2-32 0,0 2-28 0,0 0 4 0,1-6-4 15,-6 3-72-15,5-5-116 16,0-2-300-16,4-2-88 0,-4 1-136 15,4-9-500-15,0 1-752 0,-4-3-2020 0,11-3-2065 16</inkml:trace>
  <inkml:trace contextRef="#ctx0" brushRef="#br0" timeOffset="108930.591">27116 17487 3572 0,'0'0'640'0,"0"0"2912"0,0 0-1140 0,0 0-379 15,0 0-245-15,0 0-112 0,0 0-208 16,0 0-268-16,0 0-252 0,0 0-332 15,-79 32-152-15,63-6-88 0,4-1-32 0,1 4 20 16,2-7-84-16,1-3-172 16,4-3-108-16,4-10-120 0,0-3-76 15,0-3-108-15,4-3-12 0,0-3 60 0,9-7-24 16,-2-3-40-16,6-3 64 0,-6 0 84 16,5-3-84-16,0 3-76 0,-1 7 60 15,2-1 148-15,-2 9 28 0,2 2 44 16,-6 2 52-16,2 2 188 0,-2 5 92 15,2 5 80-15,-2 4-20 0,-3-3-20 0,0 6-64 16,1-3-84-16,-6-4 12 0,5 1-184 16,-4-6-232-16,0-4-416 0,5-3-448 15,-2 0-536-15,5-7-732 0,-3 1-2105 16,6-16-1987-16</inkml:trace>
  <inkml:trace contextRef="#ctx0" brushRef="#br0" timeOffset="109202.519">27563 17268 6352 0,'0'0'4024'0,"0"0"-891"0,0 0-1477 0,0 0-456 16,0 0 392-16,0 0-300 0,0 0-264 15,-43 93-392-15,30-65-236 0,5 4-72 16,1-6-95-16,3-1-77 0,4-6-144 16,0-4 36-16,4-2 60 0,3-3-44 15,1-3-64-15,8-1-96 0,0 0 36 0,0 0 20 16,4-2 40-16,-4-1 4 0,4 3 4 15,-4-3 52-15,0 4-60 16,-4-1-4-16,-5 3-56 0,1 1 48 0,-8 0-136 0,0-1-193 16,0 4 37-16,-4 0 48 15,-3-1 24-15,-5-3-108 0,-1 2-136 16,-2-3-112-16,-1-1-188 0,0-3-436 0,-4 2-892 16,8-6-1776-16,-12 0-2261 0</inkml:trace>
  <inkml:trace contextRef="#ctx0" brushRef="#br0" timeOffset="109847.98">28308 17577 820 0,'0'0'7508'0,"0"0"-5104"0,0 0-347 15,0 0-225-15,92 66-248 0,-57-55-236 16,6-9-492-16,-2-2-376 0,1-9-248 15,4-11 40-15,-4-2-64 0,-4-10-208 0,-1-3-60 16,-7-5-224-16,0-2-344 0,-8 1-148 16,0 2-132-16,-8 1-96 0,-8 10-344 15,0 2 156-15,-4 10 284 0,-4 4 512 16,-4 3 244-16,-8 5-172 0,-4 1 4 0,0 3 320 16,-4 0 336-16,0 0 216 0,-4 3-4 15,0 3 92-15,5 1 8 16,3 5 36-16,3 4-52 0,2 6-80 0,3 3 76 15,4 11-4-15,0 5-16 0,4 7 84 16,4 2 60-16,0 2-68 16,8-5-168-16,0-3-64 0,8-9-112 0,-1-7-144 0,6-4-196 15,-5-12-40-15,7-2-240 16,1-10-120-16,0 0-188 16,1-10-184-16,3-7-52 0,0-2 84 0,-1-6-380 15,-3-3-984-15,-8 6-2345 0,3-13-1555 16</inkml:trace>
  <inkml:trace contextRef="#ctx0" brushRef="#br0" timeOffset="109993.639">28946 17367 640 0,'0'0'1264'0,"0"0"3344"15,0 0-1456-15,0 0-1059 0,0 0-265 16,79 80-8-16,-59-48-236 0,4-1-184 16,-4 4-308-16,0-3-332 0,4-4-296 0,-9-6-464 15,2 0 0-15,-1-9-648 0,0-7-356 16,0-2-256-16,-5-4-180 15,5-13-744-15,-4 3-2245 0,0-18-2843 0</inkml:trace>
  <inkml:trace contextRef="#ctx0" brushRef="#br0" timeOffset="110182.105">29280 17252 1448 0,'0'0'11245'0,"0"0"-9729"0,-44 71-1108 0,29-33 360 16,-6 6 700-16,2 7 60 0,-1-3-436 15,3 2-452-15,6-5-188 0,-1-4-200 16,4-6-196-16,4-4-56 0,4-8-232 16,0-4-344-16,0-9-208 0,7-4-176 15,6-6-140-15,2-3-16 0,2-10-40 0,7-6-404 16,-1-6-1057-16,5 0-2495 0</inkml:trace>
  <inkml:trace contextRef="#ctx0" brushRef="#br0" timeOffset="110482.96">29487 17392 3588 0,'0'0'272'0,"0"0"4764"16,0 0-2503-16,0 0-585 0,0 0-188 0,0 0-64 16,0 0-332-16,0 76-216 0,-8-44-184 15,4-1-256-15,0-1-148 0,1-5-135 0,3-6-217 16,-4-6-204-16,4-7-4 0,0-3-108 16,4-3-124-16,-1 0-97 0,1-3-23 15,8-7 12-15,0-9 120 0,0 1 72 16,1-5-48-16,-2 0-96 0,1 2-12 15,0-2 108-15,0 8 72 0,4 2 60 16,-4 3 60-16,-4 4 4 16,4 6 4-16,-4 0 244 0,0 0 68 15,0 11-20-15,0 0-52 0,0 5-100 0,-1 3-68 0,2 0-72 16,-1 0-4-16,0 1-68 0,-1-5-104 16,6-5-292-16,-5-1-200 0,3-2-136 0,2-4-388 15,-2-3-488-15,6 0-872 0,-10 0-2053 16,9-10-819-16</inkml:trace>
  <inkml:trace contextRef="#ctx0" brushRef="#br0" timeOffset="110764.656">30137 16862 508 0,'0'0'11309'0,"0"0"-9405"0,0 0-1536 16,0 0 288-16,0 0 692 15,0 0-24-15,-36 73-232 0,32-32-296 16,4 7-96-16,4 12 120 16,0 4-128-16,4 5-183 0,0 1-193 0,0 4-84 0,0-8-188 15,4-2-44-15,-1-13-144 0,2-10-308 16,-1-12 15-16,-5-11 61 0,6-11-88 0,-2-7-196 15,-3-3-256-15,1-13-280 0,-5-3-432 16,0 0-1064-16,-4-16-3081 0</inkml:trace>
  <inkml:trace contextRef="#ctx0" brushRef="#br0" timeOffset="110923.006">29930 17291 5396 0,'0'0'5256'0,"0"0"-2943"15,0 0-1309-15,0 0-156 0,0 0 552 16,0 0 180-16,11 70-232 0,14-61-356 15,6-6-312-15,1-3-252 0,8 0-100 16,0-12-316-16,-4-4-12 0,0-6-424 0,-1-1-160 16,-7-2-152-16,0-1-320 0,-7 1-552 15,-2 9-1344-15,5-12-3897 16</inkml:trace>
  <inkml:trace contextRef="#ctx0" brushRef="#br0" timeOffset="111415.649">30559 16726 3588 0,'0'0'7028'0,"0"79"-3939"16,0-35-2061-16,4 11-372 16,-4 8 676-16,0 4 428 0,0-3-332 0,0-4-612 15,0-3-508-15,0 0-308 0,5-10-120 16,-5 1-220-16,0-7-396 15,0-9 36-15,3-7 148 0,5-9 304 0,0-6-108 16,0-7-228-16,4-3-388 0,4 0 332 16,0-3 476-16,-1-1 164 0,6 4 92 15,-1 0 132-15,-1 11 16 0,-2 1 124 16,2 4-124-16,-3 6 108 0,-4 3-136 0,0 1 36 16,-4 2-76-16,0-1-36 0,1-2-36 15,-6 0-88-15,-3-3 32 0,4 0-44 16,-4 3 0-16,0-3 12 0,0 1 76 0,0 2 60 15,0-3 52-15,-4 4-52 16,1 2-28-16,-2-2 52 0,1-1 40 16,-4 0 68-16,0 1-84 0,1-4-96 0,-6-3-16 15,6-2-36-15,-6-5 40 16,1-5-76-16,1-4-12 0,-2-3-76 16,2-7 76-16,-1-3 136 15,0-6 24-15,4-3-52 0,4 0-8 0,4-3-100 16,0 3 12-16,4-3 132 0,7 0-56 0,6 0-88 0,-2-3-4 15,6-5-108-15,3 2-32 16,0-7-188-16,3 0-244 0,1-4-272 0,0-1-176 16,0-2-236-16,0-2-1072 0,-4 12-2917 15,8-15-2943-15</inkml:trace>
  <inkml:trace contextRef="#ctx0" brushRef="#br0" timeOffset="112063.69">31663 17100 1160 0,'0'0'5080'16,"0"0"-223"-16,0 0-2781 0,20 80-412 16,-12-43-360-16,-1 14-40 0,2 0-160 0,-5 10-256 15,0-1-324-15,0 4-180 16,-4-1-148-16,0 4 12 0,0-7-196 15,0-3-12-15,0-6-8 0,0-10-200 0,-4-5 48 16,0-9-24-16,0-7-60 16,-5-8-36-16,6-2-188 0,-1-7-120 0,-4-3-104 15,4-9-256-15,-5-7-444 0,2-6-964 16,3 2-1565-16,-4-21-1391 0</inkml:trace>
  <inkml:trace contextRef="#ctx0" brushRef="#br0" timeOffset="112245.655">31651 17189 4312 0,'0'0'236'16,"0"0"3960"-16,0 0-2840 0,0 0-195 16,100-51 239-16,-72 44 16 0,-4 7-344 0,-1 0-368 15,1 0-196-15,-4 11 28 16,-4-2 108-16,0 7-244 0,-8 0-180 0,-1 6-144 16,-7 3-28-16,0 1-48 0,-11 2-148 15,-6 0-184-15,2-2-92 16,-5 0-136-16,0-7-180 0,4-3-404 0,-3-7-544 15,2-5-1113-15,6-4-3275 0</inkml:trace>
  <inkml:trace contextRef="#ctx0" brushRef="#br0" timeOffset="112564.477">32101 16834 2756 0,'0'0'484'0,"0"0"4016"0,0 0-1536 0,0 0-499 0,48 66-361 15,-44-35-236-15,-4 2-604 16,0 5-404-16,0-3-368 0,-8-4-200 0,4-1-208 16,-4-5-84-16,4-6-148 0,4-7-144 15,0 1-104-15,0-10 64 16,0-3 64-16,4 0-200 0,8-16-52 0,4-3 60 0,4-6 148 16,0-6 212-16,-1-5-72 15,6 4-4-15,-1 4 40 0,0 3 92 16,-1-2 44-16,1 8 0 0,-4 0 0 15,0 5 60-15,-4 7 188 0,-1 0 116 16,-2 7 8-16,-5 3-12 0,-4 8-64 16,-1 3-156-16,-3 10-140 0,0 4-136 0,-3 3-148 15,-5 4-164-15,0 3-300 0,-1-3-268 16,2-7-1264-16,-5 11-4713 0</inkml:trace>
  <inkml:trace contextRef="#ctx0" brushRef="#br0" timeOffset="113786.14">24069 18498 716 0,'0'0'992'0,"0"0"6948"16,0 0-6235-16,0 0-729 0,0 0-172 15,0 0 276-15,0 0 48 0,0 0-84 16,0 0-232-16,-60-65-232 0,48 65-108 0,0 0 56 16,-4 0 76-16,4 0-52 15,1 4-176-15,-2 3-228 0,5 3-36 0,1 2-8 16,-2 6-104-16,5 8-60 0,4 2 12 15,0 11 36-15,0 3 0 0,4-5 12 16,0 5-12-16,5-11-36 0,-2-2 0 16,-3-14 44-16,4-2-80 0,1-13-76 15,2 0-108-15,-3-9 60 0,4-10 12 0,4-8-28 16,-4-1-120-16,0-9-196 16,0-5-52-16,-4-2-44 0,0 2-12 15,0 2-44-15,-1-2-36 0,2 7 44 0,-5 0 100 16,0 0 12-16,0 3 60 0,-4 0 68 15,3 1 148-15,-3-1 136 16,4 3 160-16,-4 1 92 0,0-3 60 0,0 1 120 0,0 5-44 16,0 3 348-16,0 6 8 0,4 3 76 15,1 7-52-15,-1 6-28 16,0 0-44-16,0 0 120 0,-1 10 140 0,5 5-56 16,5 2-48-16,-6 4-152 0,1 9-172 0,1-2-112 15,-1 7-84-15,-1-3-4 16,-3 3-168-16,0 2-36 0,0-2-232 15,1 1-100-15,-5-2-24 0,4-2-208 0,-4-4-352 16,3-2-176-16,-3-3-432 16,4-11-1260-16,-4 4-4337 0</inkml:trace>
  <inkml:trace contextRef="#ctx0" brushRef="#br0" timeOffset="113941.85">24440 18433 1472 0,'0'0'10753'0,"0"0"-8825"0,0 0-1260 16,11 77 116-16,-11-49 832 0,0 1-168 0,0 0-492 16,0-11-652-16,0-1-304 0,0-11-232 15,-4 1-408-15,4-7-260 0,0 0-216 16,0-7-236-16,-3-3-596 0,-1 4-2065 16,-5-16-3727-16</inkml:trace>
  <inkml:trace contextRef="#ctx0" brushRef="#br0" timeOffset="114069.532">24343 18319 3108 0,'0'0'508'0,"0"0"6308"0,0 0-5323 15,0 0-633-15,0 0 172 0,0 0-284 0,88-32-748 16,-68 26-76-16,4 4-1232 0,-4-4-1621 16,4 1-5403-16</inkml:trace>
  <inkml:trace contextRef="#ctx0" brushRef="#br0" timeOffset="114536.8">24865 18287 980 0,'0'0'728'0,"0"0"-24"0,0 0-572 15,0 0-28-15,0 0 12 16,0 0 4-16,0 0 936 0,0 0 768 0,0 0-224 15,0 0-96-15,0 0-108 0,0 0-67 16,13-28-85-16,-13 28-252 0,0 0-204 16,0 3-108-16,0-3 36 0,0 0-48 15,0 0-156-15,-4 4-128 0,4-2-76 16,-9 3-48-16,5 1-224 16,-3-1-36-16,-5 9-8 0,-1-2 8 0,-2 7 76 0,3 0-28 15,-4 0 88-15,0 3 24 16,0-3 36-16,4 0 52 0,0-6 8 15,8 1 124-15,0-9-172 0,4 2-208 0,0-4-36 16,0 1-108-16,4-2 32 0,4 2-12 16,0-2-48-16,4 1 0 0,0-3 64 0,4 3 108 15,-4 1 8-15,4-4 64 16,-4 3 16-16,-1 1-84 0,2 2 0 16,-5-4 116-16,-1 5 80 0,-3 3 32 0,1-2-100 15,-1 3-68-15,-4 2-60 0,0-1-4 16,0-2-4-16,-4 2-96 0,-1-2 4 15,-3-4-188-15,-3 1-232 0,-2 0-260 16,2-5-140-16,-1-2 56 0,-4 0-48 16,4-2-556-16,4-5-1288 0,-8-9-2557 15</inkml:trace>
  <inkml:trace contextRef="#ctx0" brushRef="#br0" timeOffset="114770.681">25140 18054 8976 0,'0'0'5805'0,"0"0"-5025"0,0 0-628 15,24 65 272-15,-20-36 880 0,4 6 176 16,-8 3-560-16,5 0-564 0,-1 4-248 0,-4-1 16 16,3 3-52-16,-3-3-72 15,0 1-120-15,0-7-248 0,4-8-132 0,-4-3-116 16,4-9 236-16,0-8 156 0,-4-4-72 15,4-3-360-15,-4 0-416 0,0-10-608 0,0-2-856 16,0-1-2337-16,-4-9-1299 16</inkml:trace>
  <inkml:trace contextRef="#ctx0" brushRef="#br0" timeOffset="114917.156">25037 18355 52 0,'0'0'12529'0,"0"0"-10597"16,0 0-1488-16,0 0-4 0,0 0 404 0,0 0 244 0,0 0-136 15,0 0-384-15,0 0-336 0,92 0-168 0,-64-10 28 16,0 1-92-16,-4-4-244 0,-1 0-472 16,1 1-248-16,-4 1-276 15,-4 3-436-15,-4-3-1428 0,0 5-3769 16</inkml:trace>
  <inkml:trace contextRef="#ctx0" brushRef="#br0" timeOffset="115084.076">25555 18364 900 0,'0'0'11377'0,"0"0"-9465"0,0 76-1264 0,-4-47-72 0,0 3 632 15,0-4-24-15,4-6-580 0,0-6-604 16,0-6-284-16,0-7-312 0,0-3-336 16,0 0-188-16,-4-7-384 0,0-2-872 15,0-13-2961-15</inkml:trace>
  <inkml:trace contextRef="#ctx0" brushRef="#br0" timeOffset="115230.494">25488 18192 5472 0,'0'0'5793'0,"0"0"-3333"0,0 0-1876 16,0 0-524-16,0 0 156 0,0 0 12 15,0 0-228-15,79 48-632 0,-67-48-1048 16,0 0-1453-16,-1-3-3623 0</inkml:trace>
  <inkml:trace contextRef="#ctx0" brushRef="#br0" timeOffset="115427.175">25853 18380 5672 0,'0'0'1844'0,"0"0"3265"0,0 0-3781 16,0 0-404-16,0 0 452 15,0 0-44-15,-32 69-392 0,25-59-424 0,3-7-516 16,4 1-36-16,0-1-176 0,0 1-120 15,0-2-112-15,0 2 36 0,0-4 0 16,0 2 20-16,0 1-36 0,0-3-20 16,0 0-8-16,0 0-152 0,4 0-420 15,3 0-572-15,-2 0-709 0,-1-3-887 16,4-3-1964-16</inkml:trace>
  <inkml:trace contextRef="#ctx0" brushRef="#br0" timeOffset="115948.145">26332 18117 456 0,'0'0'940'16,"0"0"8520"-16,0 0-7543 0,0 0-949 0,0 0-284 16,0 0 212-16,0 0 324 0,0 0-88 15,0 0-388-15,-4 78-276 0,8-40-36 16,0 8 20-16,0 1 148 0,-4 0-164 0,0 1-192 15,3 0-148-15,-3-4-96 16,0-6-112-16,0-6-108 0,0-10 28 0,0-8 20 16,0-9-72-16,5-2-172 0,-5-3-76 15,4 0-36-15,-4-8-40 0,4-3-260 16,-4-1-436-16,0-7-752 0,-4-3-1044 16,0 5-2281-16,-12-4-350 0</inkml:trace>
  <inkml:trace contextRef="#ctx0" brushRef="#br0" timeOffset="116097.44">26141 18361 3644 0,'0'0'248'16,"0"0"6612"-16,0 0-5459 0,0 0-977 16,0 0 432-16,0 0 524 0,0 0-8 15,79-3-356-15,-51 3-508 0,4-3-200 16,0-7-96-16,-1 3-76 0,1-5-136 16,0 3-4-16,1-4-540 0,-6 3-576 15,-3 0-328-15,-8 5-628 0,4-1-3117 16</inkml:trace>
  <inkml:trace contextRef="#ctx0" brushRef="#br0" timeOffset="116664.474">27001 18294 4288 0,'0'0'8397'0,"0"0"-7033"15,0 0-728-15,104 4-248 0,-69-1 132 16,1 0 208-16,-8 3-288 15,0 1-332-15,-4-5-108 0,-4 8-264 0,-4-3-12 16,0 2-4-16,-8 1 68 16,-4 2-24-16,0 4 44 0,-4 0 44 0,-8 6 72 15,-8 1-12-15,0 2 88 0,-4-3 100 0,-3 4 340 16,2-5-432-16,1 2 204 16,1-4 256-16,6-7 168 0,6 1 100 15,3-4 188-15,4-2-248 0,0-1-184 0,11-2-224 16,2-2-120-16,6 2-148 0,5-4-36 15,0-6-112-15,4-6-24 0,4-8-168 16,-4-2-312-16,4-7-248 0,-4-2 80 0,-1-2-860 16,-7 5-2452-16,4-7-2645 0</inkml:trace>
  <inkml:trace contextRef="#ctx0" brushRef="#br0" timeOffset="116948.203">27559 18431 7432 0,'0'0'6805'0,"0"0"-6009"0,0 0-672 15,0 0 496-15,0 0 508 16,0 0 172-16,0 0-732 0,0 0-452 16,92 31-116-16,-77-56-172 0,5-4-212 15,-8-6-320-15,4 0-4 0,-4 3 136 0,1 7 176 16,-10 3 172-16,1 10 136 0,-4 2 88 16,-7 6 60-16,-2 4 164 0,-10 0-36 15,2 4 68-15,-7 6 80 0,1-1 76 0,3 8 132 16,-1 1-256-16,6 4-92 0,2 10 0 15,6 3 28-15,3 6 36 16,0 0-176-16,0 1 4 0,4 2-4 0,0-6 52 16,0-3 8-16,0-9-144 0,8-11-260 15,0-4-380-15,4-6-360 0,0-5 40 16,0-9 180-16,8-6-192 0,-8-2-984 0,7-21-3241 16</inkml:trace>
  <inkml:trace contextRef="#ctx0" brushRef="#br0" timeOffset="117127.777">27930 18294 1580 0,'0'0'11361'0,"0"0"-10037"0,0 0-1056 15,28 73 224-15,-21-45 816 0,-3 4 212 16,0-5-556-16,0-2-436 0,1-3-236 0,-1-6-156 16,-1-4-136-16,-3-3-8 15,4-2-116-15,0-7-20 0,-4 0-176 16,4 0-64-16,4-9-144 0,-3-1-28 0,2-3-92 15,1-6-316-15,0 0-508 0,0 6-1204 16,0-12-2761-16</inkml:trace>
  <inkml:trace contextRef="#ctx0" brushRef="#br0" timeOffset="117381.866">28149 18484 1108 0,'0'0'9676'0,"0"0"-7671"15,0 0-1417-15,4 80 96 0,-1-64 468 16,1-10-32-16,1-3-568 15,3-3-516-15,3-9-36 0,2-7-4 0,2-6-184 16,2-7-312-16,-6-3-232 0,1 0 116 16,0 4 172-16,-4 2 204 15,-4 4 240-15,0 7 164 0,-4 2 28 0,0 4 124 16,-8 2 76-16,0 1 96 0,-8 6-160 16,4 0 52-16,-4 0-84 0,1 3-44 0,-2 9 108 15,2 5-36-15,-2 1-312 0,2 4-12 16,2 2-136-16,-2-3-188 15,7-2-412-15,-4-3-272 0,4-4-584 0,4-5-1300 16,4-3-3117-16</inkml:trace>
  <inkml:trace contextRef="#ctx0" brushRef="#br0" timeOffset="117624.125">28452 18284 288 0,'0'0'11297'0,"0"0"-9237"16,0 0-1200-16,0 0 376 0,0 0 428 15,0 0-500-15,0 0-600 0,0 71-436 0,0-65-128 16,0 0-60-16,0 0-28 16,7-2-20-16,1 2-16 0,5-3 24 0,-6 3 52 15,5 1 44-15,0 2 4 0,0-3 4 16,-4 4 4-16,0-1 4 16,-4 2 64-16,0 1-64 0,0 1 0 0,-4-1 48 15,0 1-60-15,-4 3-24 0,-4 0-184 16,-4 0-176-16,0-3-124 0,-4-1-148 0,0 1-228 15,-4-1-340-15,5-2-1216 0,-17 0-3593 16</inkml:trace>
  <inkml:trace contextRef="#ctx0" brushRef="#br0" timeOffset="118080.821">29232 18551 8688 0,'0'0'5353'0,"0"0"-4377"16,0 70-724-16,4-44 476 0,-4 2 796 16,0 0-396-16,0-8-480 0,0-5-464 15,0-2-184-15,-4-6-208 0,4-7-284 16,0 0-320-16,-4 0-168 0,0-10-52 0,1-7-820 16,-1 3-1413-16,-9-19-3839 15</inkml:trace>
  <inkml:trace contextRef="#ctx0" brushRef="#br0" timeOffset="118230.783">29221 18183 8036 0,'0'0'6389'0,"0"0"-4901"16,0 0-972-16,0 0-40 0,0 0 556 0,0 0 16 16,0 0-888-16,0 0-160 0,0 0-1136 0,0 0-368 15,84-10-688-15,-73 4-3521 16</inkml:trace>
  <inkml:trace contextRef="#ctx0" brushRef="#br0" timeOffset="118467.134">29475 18475 7564 0,'0'0'6873'0,"0"0"-6013"0,0 0-332 16,0 0 1112-16,0 0 284 15,0 0-408-15,0 0-764 0,0 0-688 0,0 0-64 16,0 0-148-16,0 0-84 0,80 38 16 15,-64-47 80-15,0-4 16 16,0-3-76-16,0 3-36 0,-4-2 124 0,0 5 104 0,0 0 4 16,-4 7 8-16,-5 3 76 15,6 0 36-15,-5 0-68 0,0 7 44 0,0 6-12 16,0-1-84-16,3 1-84 0,-3-1-428 16,5 5-236-16,-1-5-212 0,-1 1-588 15,1-7-1068-15,1 3-2857 0</inkml:trace>
  <inkml:trace contextRef="#ctx0" brushRef="#br0" timeOffset="119034.322">31120 18329 992 0,'0'0'12241'0,"0"0"-9937"0,0 0-1384 0,101 13-560 15,-62-10 300-15,10 0 688 16,-6 4-356-16,5-7-564 16,-4 0-328-16,-1 0-100 0,-6 0-44 0,-2 0 44 15,-7 3-96-15,-4 0-160 0,-8 3-64 16,-4 0-12-16,-9 4-60 0,-3 6-40 0,-11-1 40 15,-9 8 8-15,-7 2 84 0,-10 0 52 16,-6 7-52-16,-1-3 276 16,0 3 24-16,-4 0 12 0,4 0 100 0,4-7 124 0,5 0 264 15,3-6-32-15,8-1-12 16,4-4 36-16,12 2 48 0,8-7-88 16,0 4-132-16,8 0-136 0,12 3-28 0,4-4 52 15,8 4-24-15,0 0 8 0,3-6 64 16,9-1 1-16,-4-6-113 0,0-3-144 15,-1 0-60-15,1-5-245 0,-3-9-203 16,-6-1-224-16,-3-5-236 0,-4-5-264 0,0-1-568 16,-13 8-1020-16,6-11-4193 15</inkml:trace>
  <inkml:trace contextRef="#ctx0" brushRef="#br0" timeOffset="119217.788">31730 18437 5336 0,'0'0'156'16,"0"0"6001"-16,0 0-5029 0,0 0-680 16,0 0 528-16,-43 80 312 0,26-55-244 15,2 3-492-15,-1 1-356 0,-4 3-48 0,4-1-60 16,-3 1-36-16,2 0-52 0,1 0-188 16,0-4-196-16,0 0-392 0,1-2-408 15,3 0-376-15,3-11-1041 0,2 5-2359 16</inkml:trace>
  <inkml:trace contextRef="#ctx0" brushRef="#br0" timeOffset="119480.29">31889 18649 652 0,'0'0'11693'0,"0"0"-10289"0,9 80-1060 15,-5-42 312-15,-4 7 316 0,4 2 32 0,-4 4-456 16,0-3-300-16,0-7-112 0,0-13-24 16,0-11-112-16,0-11-120 15,0-6-200-15,0 0-56 0,-4 0 16 0,4 0-256 16,-8 0 48-16,3 0 228 16,2 0-24-16,-1 0-116 0,0 0-208 0,0 0-500 0,4 0-689 15,-4 0-1155-15,0 0-1360 0,4 0 1380 16,0 0 3012-16</inkml:trace>
  <inkml:trace contextRef="#ctx0" brushRef="#br0" timeOffset="119650.142">31922 18731 3616 0,'0'0'640'0,"0"0"2108"15,0 0 1781-15,0 0-3529 0,0 0-452 0,0 0 52 16,0 0 8-16,79-28-12 16,-67 35-104-16,1 3-264 0,-6-1-156 15,1 0-64-15,-3 8-8 0,-5-2-128 0,0 1-72 16,-5 6 8-16,-3 1 32 15,-7 2-4-15,-2-3-40 0,2-2-112 16,-5-5-104-16,-1-5-164 0,2-7-184 0,-5-3-772 16,8-3-1629-16,-16-17-1071 0</inkml:trace>
  <inkml:trace contextRef="#ctx0" brushRef="#br0" timeOffset="119996.841">31185 18170 680 0,'0'0'10116'0,"0"0"-7855"0,0 0-1129 0,0 0 108 15,0 0 276-15,0 0-236 0,0 0-308 16,0 0-300-16,0 0-168 0,0 0-52 15,0 0-112-15,0-9-72 0,0 9-28 16,4 0-55-16,0 0-53 0,0 0-44 16,7 0 128-16,10 0 4 0,-1 0 92 15,8 0 124-15,7-3-168 0,5-1-148 16,8-2-36-16,7 0-36 0,9-5 76 0,1-1-124 16,6-1-84-16,0 1-156 15,2-1-124-15,-2-2-216 0,-3-2-245 16,-5 5-159-16,-7-1-412 0,-8 3-924 0,-12 4-2432 15,-4 0-5345-15</inkml:trace>
  <inkml:trace contextRef="#ctx0" brushRef="#br0" timeOffset="127380.512">29360 1371 8672 0,'0'0'4017'0,"0"0"-3581"0,0 0-436 0,-44-73-32 15,28 54 32-15,-4 7 240 0,0-1 344 16,-8 3 268-16,4 4-60 0,-8 0-200 16,0 6-116-16,1 3-76 0,-9 10-40 15,-3 6 0-15,-2 9-52 0,-7 7-184 16,-3 9-72-16,-5 8-40 0,0 8 100 0,-3 12-100 15,-5 11 60-15,8 9 112 0,1 16-72 16,6 7 72-16,5 2-48 16,9 1 0-16,11-1-76 0,4-6 64 0,16-6-28 15,8-13 4-15,8-6-92 0,20-11-8 16,12-4 60-16,15-11-52 0,17-10-8 16,11-12-120-16,9-8-152 0,12-15-8 0,3-11-52 15,9-11-88-15,4-15-76 16,3-17 24-16,1-8-212 0,-8-7-60 15,-2-9-112-15,-9-4-296 0,-10-6-160 0,-11 0 552 16,-5-10-257-16,-11-2 77 0,-4-8-212 16,-12-5 164-16,-4-6 988 0,-9-5-492 15,-7-5 400-15,-8 0 92 0,-8-1 324 16,-16 4 792-16,-4 10-260 0,-24 9 448 16,-15 9-811-16,-17 11-121 0,-20 11 76 15,-12 13-128-15,-23 14 116 0,-12 14 36 16,-13 11-472-16,-16 9-64 0,-7 19-192 15,-12 13-1100-15,44-4-1461 0,-101 39-2859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5-30T07:38:09.30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16542 1213 4060 0,'0'0'5036'0,"0"0"-2351"0,0 0-1941 0,0 0-260 15,0 0 636-15,0 0 32 16,0 0-132-16,0 0-148 0,-79-4-188 16,67 11-276-16,-4 3-148 0,4-1-76 0,0 0 0 15,-4 8 24-15,4 1-12 16,0 1 40-16,0 7-40 0,0 5 0 0,-4 2 12 16,4 0-52-16,5 3-104 0,-6 2 20 15,5 4 24-15,4-2 4 16,4 4-88-16,0-2-4 0,0 0 32 0,0-3-40 15,8-6-12-15,0-3 4 0,4-5-116 0,-4-6-68 16,4-3-44-16,0-3-116 0,0-1-28 16,4-2-88-16,-4-4 0 0,4 3-336 15,4-5-404-15,-4-1-696 0,-1 0-2141 16,6 0-2611-16</inkml:trace>
  <inkml:trace contextRef="#ctx0" brushRef="#br0" timeOffset="602.218">16929 1467 572 0,'0'0'7284'0,"0"0"-5300"0,0 0-899 16,0 0-173-16,0 0 100 16,0 0 44-16,32-67-308 0,-20 57-204 15,8-3-228-15,-1 5-104 0,1-3-24 0,5 2 52 16,-6-1-124-16,5 4-40 16,0 3-28-16,0 3-48 0,0 0 52 0,-4 7-40 15,4 8 212-15,0 7 384 0,-5 6-236 16,1 11 0-16,1 3 48 0,-6 5-100 15,-2 4-84-15,-6-4-140 0,1-2-32 16,5-7-64-16,-6-5-4 0,-3-12-4 16,4-2-44-16,4-9-120 0,-4-4-24 0,4-4-76 15,0-2-296-15,4 0-288 16,-5-11-448-16,6-6-1036 0,-6 5-2617 16,6-13-2111-16</inkml:trace>
  <inkml:trace contextRef="#ctx0" brushRef="#br0" timeOffset="805.397">17530 1324 10452 0,'0'0'2289'0,"0"0"-1333"0,0 0-40 15,0 0 416-15,0 0 60 0,-91 57-192 16,66-31-352-16,2 2-188 0,-5 4-96 16,0 6-188-16,0 1-144 0,0 1-76 15,0 4-140-15,4 1-16 0,-4-1-64 0,5 1-324 16,7-7-148-16,0-6-160 0,8-7 8 15,4-9-88-15,4-9-228 16,0-4-448-16,4-3-1132 0,4-7-2769 0,4-15-2127 16</inkml:trace>
  <inkml:trace contextRef="#ctx0" brushRef="#br0" timeOffset="1169.586">17777 962 12177 0,'0'0'2472'0,"0"0"-1524"0,0 0 180 0,0 0 448 15,-15 66 96-15,2-40-476 0,6 3-600 0,-1-1-343 16,0-2-241-16,-1-5-12 16,9-2-72-16,-3-6 0 0,3-7-125 15,0-2-67-15,3-4-104 0,1 0-156 0,9-4 220 16,-2-2 96-16,6-7 0 0,-2-2 100 15,6 2-4-15,-1-6 0 0,-5 3 40 16,5 4 68-16,-4-1 4 0,-4 3 0 16,4 1-36-16,-5 5 36 0,-2 1 160 15,3 3 84-15,-5 0-24 0,2 0 12 16,-1 3 0-16,-4 7-12 0,3 0 72 16,-3 2-36-1,-4 4 24-15,0 3-36 0,0 3 49 16,0 0-161-16,-4 1-132 0,1 3-48 0,-5-1-281 0,0 0-439 0,4-3-172 15,-1 0-188-15,5-5-764 16,0-5-584-16,0-3-1489 0,5-9-1535 0</inkml:trace>
  <inkml:trace contextRef="#ctx0" brushRef="#br0" timeOffset="1399.646">18375 1292 2584 0,'0'0'8697'16,"0"0"-7017"-16,0 0-624 0,0 0 196 15,48 70 392-15,-41-48 28 0,2-4-444 16,-5 6-468-16,0 1-288 0,-4 0-44 16,0 4-51-16,0 3-1 0,-4 2-172 0,-4 2-104 15,-4 5-52-15,-4 0-48 16,0 0-40-16,-8 0-96 0,1 1-128 16,-5-4 8-16,0-4-37 0,4-5-47 15,-1-4-184-15,1-6-172 0,9-3-28 16,-5-6-444-16,0 0-916 0,8-8-1716 0,-4-2-3273 15</inkml:trace>
  <inkml:trace contextRef="#ctx0" brushRef="#br0" timeOffset="2870.197">18842 698 5228 0,'0'0'1548'0,"0"0"1320"0,0 0-831 16,0 0-269-1,0 0-552-15,0 0-104 0,0 0-36 0,0 0-156 0,0 0-140 16,0 0-164-16,0 0-116 0,3 35-44 0,-3-16-104 16,0 10-120-16,-3-1-48 15,3 7-4-15,-4 0-128 0,0 0-52 16,-5 3-76-16,1 0-128 0,1 4-284 0,-2-1-296 16,1 3-200-16,-3 1-736 15,3-11-1408-15,-8 18-3097 0</inkml:trace>
  <inkml:trace contextRef="#ctx0" brushRef="#br0" timeOffset="4066.273">19407 1377 7340 0,'0'0'844'0,"0"0"2401"0,0 0-1861 0,0 0-732 0,0 0-116 16,0 0 120-16,0 0-36 0,0 0-32 15,0 0-4-15,64-6-76 0,-44 6-208 16,4 0-176-16,-1-2-12 0,1-2-112 15,0 1-4-15,-3-1-4 0,-2-2-68 16,1 3-296-16,-4 0-252 0,0 3-296 0,-4 0-392 16,-4 0-792-16,-4 0-2469 15,-4 6-2619-15</inkml:trace>
  <inkml:trace contextRef="#ctx0" brushRef="#br0" timeOffset="4302.426">19446 1609 7824 0,'0'0'2796'0,"0"0"-979"0,0 0-581 15,0 0-20-15,0 0-196 16,0 0-252-16,0 0-260 0,0 0-160 0,0 0 0 0,0 0-52 16,0 0-24-16,81-9-124 15,-57 5-92-15,4 2-56 0,-4-1-4 16,3-4-72-16,-3 4-108 0,4-1-336 0,0 1-200 15,0-2-268-15,4 1-460 16,-4 1-804-16,-4 3-2449 0,12-7-2411 16</inkml:trace>
  <inkml:trace contextRef="#ctx0" brushRef="#br0" timeOffset="4835.899">20578 1235 11009 0,'0'0'2128'16,"0"0"-1796"-16,0 0-328 0,0 0 456 16,0 0 540-16,0 0 244 0,0 0-292 15,21 76-308-15,-14-43-236 0,-3 0-148 16,-4 6-88-16,0-1-60 0,0 0-100 16,0-3-12-16,0-7-12 0,4-6-88 15,0-3-20-15,1-6-128 0,2-6-24 16,1-2-12-16,0 0-64 0,1-5 24 0,2 0 0 15,-3-5 148-15,4 0 92 0,0-9 20 16,-1 0 12-16,6-9-8 0,-6 2 48 16,6-6 12-16,-6 2 48 0,2 0 40 15,-5 2-12-15,3 0 72 0,-2 4-72 0,-1 5 0 16,-1 0 196-16,-3 5-24 16,0 2 28-16,0 1-56 0,1 6-68 0,-1 0-92 15,-4 0-56-15,4 6 72 0,-1 5 168 16,5 1-32-16,-4 3 32 0,1 5-32 0,-1 2-40 15,0 7-12-15,-1-1-64 0,-3 4-96 16,0-1 0-16,0-1-296 16,0-2-316-16,4-3-144 0,0 1-212 0,0-4-656 15,0-3-1044-15,5 0-3137 16</inkml:trace>
  <inkml:trace contextRef="#ctx0" brushRef="#br0" timeOffset="5358.346">21392 1257 4592 0,'0'0'2200'16,"0"0"-1344"-16,0 0 972 0,0 0 45 16,0 0-361-16,0 0-480 0,0 0-44 15,95-25-108-15,-76 31-12 0,2 10-208 0,7 6-88 16,-8 7 192-16,3 5-136 0,-3 8-112 15,-4 3-188-15,-4 2-104 16,0-3-8-16,1 1-92 0,-2 0-124 0,6-4 0 16,-6-6-72-16,4-7 8 0,-2-9-44 15,2-3-148-15,2-6-260 0,-6-8-132 16,10-2-180-16,-6 0-260 0,-2-9-596 0,2-7-1120 16,-2 3-2713-16</inkml:trace>
  <inkml:trace contextRef="#ctx0" brushRef="#br0" timeOffset="5555.419">21862 1273 9564 0,'0'0'1845'0,"0"0"-1025"0,0 0-180 0,0 0 468 0,0 0 308 16,-105 64-132-16,82-36-276 0,-9 3-316 16,4 5-224-16,0 2-124 15,0 3-64-15,-3 0-120 0,-1 7-160 0,4-4-36 16,0-3-208-16,4-6-360 0,4-3-124 15,8-10-88-15,4-5-240 0,8-8-264 16,0-7-584-16,0-2-1261 0,8-2-2491 16</inkml:trace>
  <inkml:trace contextRef="#ctx0" brushRef="#br0" timeOffset="6045.133">22236 832 10076 0,'0'0'2317'0,"0"0"-1385"0,0 0-348 0,0 0 756 15,0 0 232-15,0 0-392 0,0 0-552 16,0 0-296-16,0 0 12 16,0 0 88-16,0 0 92 0,4 82-256 0,-4-59-144 15,0-5-116-15,0 1-8 16,0-3-8-16,0-4-52 16,0 2-16-16,0-9-80 0,0-1-116 0,4-4-56 0,-4 0-4 15,3 0 52-15,6 0 92 0,-1-6 56 16,3-4 44-16,2 1 44 0,2-3 44 0,2-5 60 15,-2 1-56-15,-2 3 96 0,-2 1-92 16,1 2-8-16,1 1-8 0,-2 3 8 16,-3 2 12-16,1 1 60 0,-2 3-60 0,1 0 64 15,-4 0 72-15,5 7 72 0,-6-1 12 16,5 3-48-16,-4 4 0 16,0 0-24-16,-4-1 60 0,4 4-100 0,-4 0-48 15,0-4-72-15,0 5-100 0,0-1-340 16,0-7-112-16,0 1-148 0,0-1-64 0,0-2-164 15,5-4-352-15,-2 3-628 0,5-6-700 16,0 4-1409-16,4-4-467 16</inkml:trace>
  <inkml:trace contextRef="#ctx0" brushRef="#br0" timeOffset="6264.506">22782 971 9804 0,'0'0'3265'0,"0"0"-2057"0,0 0-852 16,0 0 412-16,0 0 616 15,0 0 92-15,0 0-284 0,0 0-504 16,0 0-408-16,92 23-148 0,-69-23-132 0,-3 0-48 16,8 0-356-16,-4 0-244 15,4-4-260-15,-5-3-456 0,-2 5-980 16,3-8-2917-16</inkml:trace>
  <inkml:trace contextRef="#ctx0" brushRef="#br0" timeOffset="6453.723">23224 742 11189 0,'0'0'2572'15,"0"0"-1924"-15,0 0-508 16,0 0 452-16,0 0 792 0,-12 86 96 15,9-57-592-15,3 3-628 0,-5 3-152 0,5 3-20 16,-4 2-88-16,0 6-72 0,-4-2-616 16,4 1-336-16,-3-8-112 0,7 2-552 15,-5-14-1204-15,5 7-3413 0</inkml:trace>
  <inkml:trace contextRef="#ctx0" brushRef="#br0" timeOffset="7787.705">20726 1402 1800 0,'0'0'4548'0,"0"0"-3288"16,0 0-676-16,0 0 12 0,0 0 116 16,0 0-244-16,0 0 1157 0,0 0-613 0,0 0-464 15,-4 71-204-15,4-58 64 16,0 3 140-16,0-1 80 0,0 1-72 16,0 3-204-16,-4 0-100 0,0 1-48 0,-1-2-44 15,5 5-108-15,-3-1-44 16,-1 0-4-16,0 0 36 0,0 4-40 0,0-4-4 15,0 3 4-15,0-2-4 0,0-1 0 16,0-3 4-16,0-3-52 0,0 0-8 16,0-3 48-16,0-1 4 0,4-6 0 15,0 1 0-15,-3-4-56 0,3 0 52 0,0-3-52 16,0 0 16-16,0 0 36 0,0 0-40 16,0 0 48-16,0 0-112 15,0 0-60-15,0 0-124 0,0-3-52 0,0 3-64 16,0-6-16-16,0 2-264 0,3-5-184 15,-3 0-800-15,4-1-2277 0,0-9-2183 0,-15 79 4992 16</inkml:trace>
  <inkml:trace contextRef="#ctx0" brushRef="#br0" timeOffset="8917.871">20678 1308 5628 0,'0'0'2056'0,"0"0"-876"0,0 0-16 16,0 0 205-16,0 0-141 15,0 0-116-15,0 0-236 0,0 0-232 0,0 0-116 16,0 0 28-16,0 0 128 0,-4 0 0 16,4 3-204-16,0 0-156 0,0 0-80 15,0 7 16-15,0 0 20 0,0 5-56 0,0 2 20 16,0-2 24-16,0 3-36 0,0 1-24 15,0 4-12-15,0 0-52 0,0 5-44 16,0 1-52-16,0 2-36 0,0 5 36 16,-4-1-48-1,0-1 4-15,0-2 4 0,0 0 4 16,1-7-8-16,3 0 0 0,-4-5-4 0,4-5 8 0,0-3-8 0,0-1-4 16,0-5 0-16,0 4 4 15,-5-7 0-15,5 0 4 0,0 0 0 0,0-3-4 16,0 3 0-16,0-3-4 0,0 0-4 15,0 0-40-15,0 0 36 0,0 0-60 16,0-3 24-16,5 0 44 0,-5 0 4 16,0 0 56-16,0-4-48 0,4 1-8 15,-4-1-4-15,0-2-108 0,0-3-20 0,3-4 24 16,1-1 8-16,-4 5 16 0,4-6 12 16,0 1-76-16,0-2 36 0,-4 3-20 15,4-3 124-15,0-3-152 0,4 3 48 16,-4 0 40-16,0-3-52 0,0 2 116 15,0 1-88-15,4 0 88 0,-4 3 0 16,4 1-68-16,-4-1 16 0,0 3 12 0,-1 3 48 16,1 1 0-16,5-1-16 15,-5 4-32-15,0 0 36 0,3 0-32 16,-3-1 44-16,5 4 48 0,-1-4 0 0,-4 0-36 16,3 5 52-16,2-2 32 0,-5-2-44 15,4 6 8-15,-5-6-48 16,5 6 0-16,-4-3 52 0,5-1 8 0,-5 4 24 15,3-3-44-15,1 3-4 0,-3 0 24 16,3 0-8-16,-5 0 32 0,1 0 0 0,0 3 16 16,0 1-28-16,0-1 4 0,1 3-28 15,-1 0 12-15,-4 0-60 16,3 5 64-16,5 2-64 0,-8-4 48 0,4 4-12 0,0 0-44 16,0-1 0-16,1 1 4 15,-5 3 0-15,3 2 4 0,1-5 0 16,-4 6 52-16,4-2-16 0,-4-2-36 0,0-3-4 15,4 5 4-15,-4-4 48 16,0 2-52-16,0-2 40 0,0 3-48 16,0-1 0-16,0-2-8 0,0 3 0 0,0-3-64 15,0-3 0-15,0 2-28 0,0-3 4 16,0 2-52-16,0-3 28 0,0 3-52 16,0-5-24-16,0 0-12 0,0-4 24 15,0 5 0-15,0-3-12 16,0-1 36-16,0 0-72 0,0-1-212 0,0 3-136 15,0-3-204-15,0 2-304 0,0-1-388 16,0 0-752-16,0 0-1737 0,0 0-1547 0</inkml:trace>
  <inkml:trace contextRef="#ctx0" brushRef="#br0" timeOffset="22347.984">14757 6442 5064 0,'0'0'8253'16,"0"0"-6705"-16,0 0-704 0,0 0-744 15,0 0 100-15,0 0 528 0,0 0 480 16,0 0-320-16,116 0 44 0,-64 0-320 15,8-3-224-15,-5-1-120 0,1-2-84 16,0 3-76-16,-8-4-104 0,3 1-4 16,-6 0-96-16,-2-4 84 0,-7 4-256 15,-1-4-232-15,-7 4-296 0,-7-3-224 0,-6 6-364 16,-10-1-1088-16,-5 4-2145 16,-5 0-1947-16</inkml:trace>
  <inkml:trace contextRef="#ctx0" brushRef="#br0" timeOffset="22548.51">15012 6439 6596 0,'0'0'2584'0,"0"0"-507"0,-4 83-1 15,4-39-300-15,4 9-132 0,5 12-412 0,-2 1-160 16,1 13-224-16,1 9-420 16,-5 2-248-16,-1 2-128 0,1-9-52 15,0-13-108-15,0-14-196 0,0-11-88 0,5-16-172 0,-9-7-200 16,0-9-212-16,0-4-600 15,0-3-1004-15,0 0-2837 0,-9-6-2015 16</inkml:trace>
  <inkml:trace contextRef="#ctx0" brushRef="#br0" timeOffset="22695.018">14953 7172 7128 0,'0'0'4277'0,"0"0"-2817"0,0 0-464 16,0 0 232-16,0 0 268 0,0 0-168 0,0 0-180 15,96-63-340-15,-65 63-36 16,1 0-80-16,0 0-228 0,0 2-379 15,0-2-85-15,-4 4-85 0,-5-2-111 16,1 5-352-16,0 3-316 0,-7 3-400 0,-2-1-816 16,-7 4-1720-16,-4-3-1345 15,-4 9-1419-15</inkml:trace>
  <inkml:trace contextRef="#ctx0" brushRef="#br0" timeOffset="22850.121">15080 7375 7476 0,'0'0'1272'0,"0"0"-472"16,0 0 68-16,0 0 537 0,0 0 3 0,0 0-316 15,0 0-296-15,0 0-180 0,0 0 364 0,0 0-184 16,80 7-164-16,-32-7-360 16,-5-4-272-16,5-5-52 0,4-1-468 15,0-2-560-15,4-4-608 0,7-4-672 16,-14 5-2581-16,22-14 2629 0</inkml:trace>
  <inkml:trace contextRef="#ctx0" brushRef="#br0" timeOffset="23280.972">16016 6956 11701 0,'0'0'1828'0,"0"0"-1156"0,0 0-88 0,-99 70 700 16,59-19 128-16,4 8-52 0,0 12-332 15,4 5-256-15,4-3-44 0,9-5-251 16,10-14-369-16,5-10-108 0,4-16-96 16,0-9-89-16,17-10-79 0,-2-9-68 15,9-6 140-15,4-13-28 0,4-10-268 16,4-3-52-16,-4-6 100 0,0-3 96 0,-4 3 36 15,0 4 124-15,-4 4 8 0,0 8 104 16,-1 10-4-16,1 9 64 0,-4 3 12 0,0 9 372 16,-4 11 8-16,-1 5-108 15,-2 10 0-15,2 2-4 0,-2 8-60 16,2 2 136-16,-2 8 144 0,-5 5-148 0,-8 4-108 16,0 6 0-16,-4-4-76 15,-13 1-32-15,-7 0-28 0,-3-7 25 0,-5-4 51 16,-4-5-76-16,-8 1-84 0,1-8 60 15,-9-5 0-15,0-6-60 0,-4-3 76 16,1-8-40-16,-1-7-40 0,4-8-8 16,0-4 0-16,4-3-12 0,4-12-36 0,8-1-292 15,12-7-1-15,9 2 97 16,15-4 24-16,4-3 28 0,16-8-88 0,12-2 280 16,11-4-8-16,9-4-56 0,0-5-128 15,3 4-520-15,1-4-84 16,-4 3-476-16,-8 5-1204 0,-12 10-2729 0,-4-7-2135 0</inkml:trace>
  <inkml:trace contextRef="#ctx0" brushRef="#br0" timeOffset="23552.161">14355 7982 8036 0,'0'0'4517'0,"0"0"-3965"15,0 0-324-15,0 0 168 0,0 0 340 16,0 0 184-16,0 0 312 0,103-48 24 16,-34 25-356-16,6 1-296 0,17 1-128 15,-1 2-24-15,9 2 112 0,0 4 128 0,11 4-231 16,5 0-61-16,7-1-252 0,1 1-76 16,3 2-72-16,-3 1-96 0,-9 0 36 15,-4 3-76-15,-3 3-92 0,-12 0-213 16,-4 0-103-16,-12 6-80 0,-13 0-72 15,-7 0-100-15,-9 1-412 0,-10-1-528 16,-10-3-1032-16,1 0-2725 0</inkml:trace>
  <inkml:trace contextRef="#ctx0" brushRef="#br0" timeOffset="24435.281">17869 7207 9080 0,'0'0'2965'0,"0"0"-1913"16,0 0-492-16,0 0-232 0,0 0 672 0,0 0 336 16,0 0-40-16,84 57-160 0,-45-47-128 15,10 2-276-15,2-6-120 0,1-2-188 0,-4-4-156 16,3 0-99-16,-6-10-33 15,2-2-136-15,-7-4 0 0,4-4-124 16,-8-5-521-16,-1 0-303 0,2-4-240 0,-14-2-688 16,-6 2-2528-16,-6-9-4405 0</inkml:trace>
  <inkml:trace contextRef="#ctx0" brushRef="#br0" timeOffset="24801.366">18232 6594 5520 0,'0'0'4392'0,"0"0"-1831"0,0 0-1029 16,0 0-344-16,-52 86-16 16,48-51-76-16,4 6-256 0,0 7-188 15,4 7-148-15,8 8-24 0,4 6-152 0,-4 7-60 16,4 7 76 0,4 2 32-16,-5 4 48 0,6 0-83 0,-1 1-181 15,-1-2-156-15,1-1 0 0,4-9 0 0,-4-2 4 16,0-2 0-16,0-11 52 15,-4-3-52-15,-5-9 40 0,6-3-36 16,-10-10 96-16,-3-10 28 0,1 2-52 0,-1-11-36 16,-4-7 12-16,0-3-52 0,0-5 116 15,-4-1 20-15,-5-3 36 0,-6 0 4 16,-9-7-184-16,-4-6-88 0,-8-6-32 0,1-6-156 16,-6-7-88-16,-2-2-208 15,-1-6-157-15,4 0 37 0,4-2-92 0,0 1-12 16,8 4-92-16,8 2-92 0,5 0-248 15,11 2-300-15,4-1-688 0,0 12-2669 16,11-19-2378-16</inkml:trace>
  <inkml:trace contextRef="#ctx0" brushRef="#br0" timeOffset="24992.701">19005 7153 14765 0,'0'0'2112'0,"0"0"-1108"16,0 0-4-16,76 6 580 0,-49-6-400 16,-3 0-147-16,8 0-369 0,-4-3-396 15,4-3-124-15,-1-3-104 0,1 2-40 0,0-3-216 16,0-3-400-16,-4 8-320 0,0-5-133 16,-8 3-483-16,-4 7-1244 0,-8 0-2868 15,-8 7-3421-15</inkml:trace>
  <inkml:trace contextRef="#ctx0" brushRef="#br0" timeOffset="25166.727">19104 7353 9880 0,'0'0'2025'15,"0"0"-529"-15,0 0 12 0,0 0 180 0,0 0-60 16,0 0-400-16,0 0-540 16,0 0-152-16,0 0 108 0,0 0-95 0,64 35-113 15,-33-41-228-15,6-4-208 16,3 1-36-16,-5-7-280 0,9 3-449 15,-4 3-259-15,0 1-300 0,-12 2-928 0,15 2-3436 16</inkml:trace>
  <inkml:trace contextRef="#ctx0" brushRef="#br0" timeOffset="26198.725">20348 7054 5548 0,'0'0'380'0,"0"0"3532"0,0 0-2379 15,0 0-185-15,0-72-136 16,4 49 40-16,3-5-236 0,5 0-264 0,0-5-376 15,9 1-204-15,-2 1-36 0,1 2-84 16,-1 4 84-16,6 3 48 0,-1 8 40 16,0 8-76-16,0 6 124 0,8 4 48 0,-5 15-28 15,6 3 52-15,-2 10-12 16,-4 3-40-16,1 6-24 0,0 4-72 16,-7 5-48-16,3 4-28 0,-5 4-116 0,-2 2 44 15,3 0-36-15,-5 3 64 0,-3-6-76 16,4-2 8-16,-4-11-8 0,0-12-8 15,0-7-128-15,-1-10 40 0,2-8-16 0,2-4-108 16,-2-3-316-16,2-10-212 16,6-8-272-16,-1-14-732 0,-5 7-1076 0,10-32-5097 15</inkml:trace>
  <inkml:trace contextRef="#ctx0" brushRef="#br0" timeOffset="26413.863">21076 6731 8656 0,'0'0'5001'0,"0"0"-4189"0,0 0-332 16,0 0 540-16,-99 88 244 16,71-53-124-16,-4 7-220 0,4 3-392 0,-4 8-248 15,-4 2-44-15,1 5-104 0,-1 3-120 16,-5 0 36-16,2 1-48 0,-1 0-72 16,5-3-60-16,-1-7-248 0,4-4-136 15,4-9-60-15,8-6-128 0,0-7-324 16,4-6-400-16,8-5-620 0,0-10-2001 15,0-2-2259-15</inkml:trace>
  <inkml:trace contextRef="#ctx0" brushRef="#br0" timeOffset="29181.88">21403 6140 5884 0,'0'0'8'0,"0"0"4232"0,0 0-3247 16,0 0-273-16,0 0 60 0,0 0 204 15,0 0 4-15,0 0-4 0,0 0-64 16,96-73-96-16,-64 63-180 0,-4 4-140 0,3 0-36 16,-6 3-136-16,-1 3-36 0,-1 0-64 15,-7 0-48-15,0 0-136 0,-4 3-44 16,-4 3 8-16,0 0-12 0,-5 4-60 0,-3 3 60 16,0 3 44-16,-7 3 44 0,-1 2-88 15,-3 2-52-15,-6-4 40 16,6 0 0-16,-2-3 12 0,5-3 4 0,1-4 4 15,3-5-8-15,4-1-8 0,0 0-176 16,0 4-48-16,11 2 232 0,1 0 0 16,4 7 136-16,5-4-28 0,2 1-20 15,1 0-76-15,-4-3 108 0,4 3-44 0,-8-4 96 16,0 1-76-16,-4 2-12 16,-5-2-32-16,-3 6-40 0,-4-1 84 15,0 1-92-15,-8 3-4 0,-3 0-172 0,-2 0-120 16,-2 0 12-16,-2-2-124 15,2-4-112-15,-5-1-164 0,-1-2-124 16,2-1-276-16,-1-3-520 0,5 1-600 0,2-4-2393 16,-2 0-1379-16</inkml:trace>
  <inkml:trace contextRef="#ctx0" brushRef="#br0" timeOffset="29529.625">22455 6978 14969 0,'0'0'1848'0,"0"0"-1848"0,0 0 76 16,0 0-76-16,0 0 684 0,0 0 500 15,0 0-116-15,0 0-540 0,0 0-116 0,0 0-168 16,99 4-48-16,-62 2-40 0,-1 0 28 16,3 4-68-16,1-4-116 0,4-3-48 15,0 1-376-15,-5-4-368 0,6 0-152 16,-2-4-260-16,-2-2-684 0,-14 3-2496 15,9-13-4273-15</inkml:trace>
  <inkml:trace contextRef="#ctx0" brushRef="#br0" timeOffset="30212.847">23841 6645 4592 0,'0'0'4172'0,"0"0"-1267"16,0 0-1089-16,0 0-244 16,25 83-184-16,-10-42-184 0,1 13-128 0,0 3-68 15,0 4-164-15,1-2-308 0,-2 2-196 16,2-7-100-16,-2 0-108 0,1-10-132 15,-4-3-60-15,3-12-100 0,2-6-204 16,3-12-208-16,3-4-160 0,-3-7-240 16,8-7-284-16,0-11-532 0,0-10-984 15,-8 2-1993-15,12-22-1035 0</inkml:trace>
  <inkml:trace contextRef="#ctx0" brushRef="#br0" timeOffset="30368.736">24311 6826 10920 0,'0'0'1913'0,"0"0"-857"0,0 0-424 15,0 0 204-15,-107 19 372 0,72 0-176 0,-6 9-328 16,-2 4-272-16,-6 7-112 0,-2 5 0 16,-1 8-40-16,-8 0-188 15,-3 9-92-15,3 2-88 0,-4-2-132 0,8-4-148 16,0 0-236-16,9-6-360 0,7-6-412 16,4-8-464-16,13-11-1368 0,-5 6-3593 15</inkml:trace>
  <inkml:trace contextRef="#ctx0" brushRef="#br0" timeOffset="31899.879">17554 9243 12985 0,'0'0'2624'0,"0"0"-1272"0,0 0-816 0,0 0-76 16,0 0 576-16,0 0 176 0,0 0-56 16,76 0-435-16,-40-7-297 0,8 0-136 15,-1-2-116-15,5-4-28 0,-4-2-60 16,0-5-84-16,0-2 0 0,4 0-8 16,-9-7-64-16,6 1-208 0,-6 0-264 15,1-2-269-15,-4 5 9 0,-8 0-188 0,-8 6-520 16,-5 3-1108-16,-2 6-2245 15,-9 1-2123-15</inkml:trace>
  <inkml:trace contextRef="#ctx0" brushRef="#br0" timeOffset="32197.425">17957 8807 6460 0,'0'0'2364'0,"0"0"-616"16,0 0-39-16,0 0 27 0,-84 13-260 15,72-1-156-15,4 11-340 16,5 5-200-16,3 7-128 0,0 7-76 0,11 2-100 15,1 7 48-15,4 6 12 0,0 6-36 16,4 5-99-16,-4 7-25 0,4 1-208 16,-8 4-84-16,0 3-32 0,-5-8-52 15,1-1-4-15,-3-5-4 0,-1-1-4 16,-4-12-48-16,0-2 56 0,0-8 4 16,0-13-8-16,0-3 8 0,0-11-8 15,0-7 8-15,0-6-4 0,0-2-56 0,-4-4-84 16,-1 0-64-16,-3-7-8 0,-3-6-273 15,-6-6-19-15,-2-2-40 0,-1-11-52 16,-4-7-12-16,4-2-444 0,0-7-572 16,4 1-700-16,0 10-1673 0,9-22-1575 0</inkml:trace>
  <inkml:trace contextRef="#ctx0" brushRef="#br0" timeOffset="32429.945">18694 8538 10288 0,'0'0'1941'16,"0"0"-625"-16,0 0-60 15,8 82 220-15,-5-47-168 0,2 0-356 0,3 3-524 16,0 3-256-16,-4 0-128 0,-1 4-44 0,1-4-320 0,1 1-336 0,-1-5-468 15,-4-2-356-15,0-2-700 16,4-14-2157-16,-4 2-3075 0</inkml:trace>
  <inkml:trace contextRef="#ctx0" brushRef="#br0" timeOffset="32615.389">19276 9024 11489 0,'0'0'5576'0,"0"0"-4620"0,0 0-512 16,0 0 1068-16,0 0-268 0,0 0-235 15,0 0-633-15,91-17-376 0,-67 4-208 16,-4 1-373-16,4-1-343 0,-4 7-556 16,-4-1-1552-16,-9 7-4377 0</inkml:trace>
  <inkml:trace contextRef="#ctx0" brushRef="#br0" timeOffset="32780.884">19236 9344 10436 0,'0'0'4493'0,"0"0"-3465"0,0 0-220 16,0 0 864-16,0 0-28 0,0 0 4 0,79-6-471 16,-43-7-465-16,4-6-336 15,4-7-232-15,-5 1-144 0,2 2-128 0,-1 1-260 16,-5 4-388-16,5 1-301 0,0 8-387 15,-12 3-1588-15,16 6-3993 0</inkml:trace>
  <inkml:trace contextRef="#ctx0" brushRef="#br0" timeOffset="34382.856">20539 8721 8928 0,'0'0'3161'0,"0"0"-2213"0,0 0-160 15,0 0-92-15,0 0 504 0,63-72 168 0,-42 59-120 16,2 1-360-16,1 5-240 16,0 3-232-16,-4 4-120 0,0 0-164 0,-4 11-20 15,-4-3 20-15,0 9-36 0,-8 5 16 16,0 6-40-16,-4 4-68 0,-13 9 8 15,2 7-12-15,-10 0-36 0,2-1-12 0,3-6-52 16,-4-5 4-16,8-11 36 16,4-4 56-16,1-4 4 0,-2-4 0 15,9-5-8-15,0-1-80 0,0 3-20 0,5 0-36 16,6-1 8-16,5 7 80 16,8-3 52-16,0 3 8 0,0-4 0 15,0 4 68-15,-5-7-72 0,2 4 72 0,-6 0 52 16,-6-1 96-16,-1 1-28 0,-1 4-8 15,-3-3-52-15,-4 6-32 0,0-4 32 16,-8 6-36-16,1-3-44 0,-2 0-52 16,-6 1-4-16,3-5 0 0,-4 2-8 15,0-5-124-15,0-3-132 0,-1 1-108 16,6-8-28-16,3 3-132 0,-5-5-112 0,6-5-188 16,3-3-292-16,-4-9-700 15,4 2-936-15,4-20-2657 0</inkml:trace>
  <inkml:trace contextRef="#ctx0" brushRef="#br0" timeOffset="34580.482">21396 8876 13149 0,'0'0'1312'0,"0"0"-252"16,0 0-92-16,67 68 388 0,-47-40 60 15,0 7 188-15,0 3-411 16,-1 0-493-16,1 4-348 0,1-1-184 0,-2 0-168 0,-3-3-40 15,5 0-116-15,-10-3-292 16,6-6-268-16,-2-4-109 0,-3-9-31 0,4-3-184 16,-4-10-516-16,4-3-1352 0,-8 0-2913 15,3-16-2687-15</inkml:trace>
  <inkml:trace contextRef="#ctx0" brushRef="#br0" timeOffset="34782.796">21785 8851 7552 0,'0'0'6389'0,"0"0"-5441"16,0 0-480-16,0 0 160 16,-95 77 700-16,63-39 128 0,-8 6-204 0,5 8-444 15,-6 2-336-15,2-1-144 0,-1 4-120 16,1 0-139-16,2 0-69 0,1 2-97 16,0-9-195-16,8-3-428 0,4-9-180 15,9-9-60-15,7-10-272 0,4-13-432 0,4-6-392 16,0 0-1849-16,8-19-1247 15</inkml:trace>
  <inkml:trace contextRef="#ctx0" brushRef="#br0" timeOffset="35516.661">22000 8341 8036 0,'0'0'2889'0,"0"0"-1465"15,0 0-1016-15,0 0-396 16,0 0 600-16,0 0 516 0,0 0 236 16,0 0-288-16,0 0-480 0,0 0-308 0,28 69-80 15,-24-50-8-15,1 1-40 0,-5-1-48 16,0-4-52-16,0 1-60 16,4-3-48-16,-4 0 40 0,0-4-44 0,0-2 48 15,0-5-44-15,0-2-28 0,0 0 16 16,4 0 48-16,-4 0-36 0,0-2 48 15,8-1 0-15,-5-7 0 0,5 0 0 0,1-2 60 16,2-1-52-16,-3-4 4 16,5 5 0-16,-6-1 100 0,1 5-40 15,1-6-8-15,-5 5 36 0,3-1 84 0,1 1 36 16,0 2 0-16,1-2 4 16,-2-1-16-16,1 4 36 0,5-3 0 0,-6 2-12 15,1 1-48-15,0 2-16 0,-3 2 4 16,2 2-52-16,-3 0 4 15,4 0-16-15,-4 2-60 0,4 8-36 0,0 0 88 0,-4 2-28 16,4 7 24-16,-5-3-8 16,6 3-76-16,-9 1 36 0,4-1-48 15,0 0 0-15,-4-3-48 0,4-1-52 0,-4 5-204 16,4-8-120-16,-4 4-28 0,3-7-148 16,-3 4-60-16,4-4-164 0,0-2-392 15,1-1-440-15,-1-3-468 0,0 1-881 16,0-4-2263-16</inkml:trace>
  <inkml:trace contextRef="#ctx0" brushRef="#br0" timeOffset="36772.419">21946 8471 4288 0,'0'0'1756'0,"0"0"-364"0,0 0 824 16,0 0-575-16,0 0-409 0,0 0-160 0,0 0-208 15,0 0-172-15,0 0 52 0,0 0-40 16,0 0-68-16,31-22 60 0,-19 16-128 16,-1-1-140-16,2 0-32 15,-1-2-44-15,4-1 28 16,-4 4 0-16,4-1-16 16,-4 1-32-16,3 3-64 0,1 3-100 0,1-3-48 0,-2 0 4 0,2 3 9 15,2-3 3-15,-3-1-28 0,0 4 0 16,0-3 0-16,0 3-20 0,0-3-40 0,-4 3 48 15,0 0-12-15,0 0-12 16,-5 0-64-16,1 6 4 0,1-2 36 16,-5 2 16-16,0-3-16 0,-1 6-36 0,1-2 84 15,0-1 48-15,-4 4-24 0,5-1-44 16,-5 5-28-16,0-2-36 0,0 1-8 16,-5-1 0-16,-3 5 0 0,5-2-4 15,-5 1-4-15,-1 3-8 0,-2 0 0 0,-1 0 8 16,-1 3 0-16,2-3-44 15,-6 0 36-15,2 0 4 0,-1-3 0 0,0 3-4 16,-4 0-68-16,5-3 76 0,-2-3-52 16,2 0 56-16,2-1-4 15,-2-5-44-15,6 2 48 0,-3-6-48 0,9 3 48 16,-5-2 8-16,4-4 4 0,4 0-4 16,0 0-4-16,-5 0 4 0,5 0-8 0,0 0-4 15,0 0-56-15,0 0 0 16,0 0-36-16,5 0-76 0,-1 0 28 0,0 0 24 15,3 0 120-15,10 0 120 0,2 0 24 16,1 0-8-16,5-4-16 0,3 1-60 16,3 0 36-16,1 0-12 0,0 0-80 15,0 0-4 1,0-4 0-16,-4 4-4 0,4-3-8 0,-9 0-60 16,1-1-84-16,-4 4-220 0,-5 0-96 0,-2-3-53 0,-1 3-19 15,-9-1-116-15,1 4-220 0,-4 0-388 16,0-3-884-16,0 3-2084 0,-4-3-2885 15</inkml:trace>
  <inkml:trace contextRef="#ctx0" brushRef="#br0" timeOffset="37265.558">22049 8375 2812 0,'0'0'4032'0,"0"0"-1968"0,0 0-616 16,0 0-159-16,0 0 259 0,0 0-276 15,0 0-176-15,0 0-228 0,95-9-92 0,-74 12-72 16,-2 0-208-16,5 0-16 16,-4 4-76-16,-1-4-72 0,2 0-36 15,-5 3-52-15,0-3-84 0,0 1-88 0,-4 2 12 16,-5-3-12-16,2 4-20 0,-1 0-52 16,-4-2-8-16,-4 4 8 15,0 4 0-15,0 4 0 0,0 2-60 0,-12 2-156 16,-1 5-92-16,-2 3 4 0,-5-1 8 15,-1 1-12-15,2 0-48 0,-1-2 12 0,0 0 36 16,4-5 48-16,0-3 48 0,8-7 136 16,0-2 28-16,1-4 0 15,7-3-88-15,-5-3-88 0,5 0-76 0,0 0-36 16,0 0-44-16,5 0-8 0,2 0 136 16,1 0 12-16,9-3-228 15,-2 0-188-15,5-3-376 0,-1-1-480 0,-2 1-877 0,11 0-2191 16</inkml:trace>
  <inkml:trace contextRef="#ctx0" brushRef="#br0" timeOffset="37790.179">23295 9426 19185 0,'0'0'1576'0,"0"0"-1576"0,0 0-132 16,0 0-552-16,0 0 684 0,0 0 1036 15,0 0 37-15,0 0-469 0,0 0-496 16,0 0-104-16,60-44 92 0,-19 41 100 0,6-4 80 16,5 7-128-16,0-3-76 0,3 3-28 15,-3 0-44-15,4 0-48 0,-4-3-24 16,-4-3-148-16,0-4-348 0,-1-2-293 15,-2-8-187-15,-2 1-628 0,-15 0-2304 16,8-16-3873-16</inkml:trace>
  <inkml:trace contextRef="#ctx0" brushRef="#br0" timeOffset="38063.529">24335 8775 14073 0,'0'0'2520'16,"0"0"-1848"-16,0 0-360 0,0 0 332 16,0 0 780-16,0 0 336 0,8 70-511 0,-3-41-633 15,-1 3-312-15,0 3-28 16,3 6-20-16,-3 6 8 0,4 0-24 0,1 8-56 16,-2 6-100-16,5 2-36 0,-3 0-48 15,-2 7 0-15,1-3-48 0,-4 0-88 16,5-7-188-16,-5 1-172 0,3-8-192 15,-3-5-48-15,0-4-17 0,4-6-247 16,-3-7-504-16,-2 2-1220 0,1-14-2780 16,-4 9-4077-16</inkml:trace>
  <inkml:trace contextRef="#ctx0" brushRef="#br0" timeOffset="47996.591">15626 11493 312 0,'0'0'8920'0,"0"0"-7191"16,0 0-573-16,0 0-284 0,0 0 172 15,0 0 144-15,-52-73-180 0,36 57-144 16,4 1-308-16,-4-2-232 0,1 2-40 16,-2-1-76-16,2 3-132 0,-2 0 60 15,-2 4 0-15,3-1 24 0,0 4-16 0,-4 3-68 16,0 3 48-16,4 0 8 0,-4 6 52 16,0 10-12-16,4 3-36 0,-4 6-16 15,5 7 16-15,-2 6-40 0,6 10 40 16,-2 3 0-16,5 3-28 0,5 0-60 15,-1 0-40-15,0-4-8 0,4-6-20 16,0-8 20-16,0-7 48 0,4-10 40 16,3-3-84-16,1-10 4 0,5 0-8 0,2-6 48 15,1 0 60-15,5-9 16 0,2-7-16 16,1-6-12-16,0-7-44 0,4-2-52 16,-4-2-116-16,3-2-52 0,-3-2-52 15,1-2 12-15,-1 1-24 0,0 1 48 16,-1-5-48-16,-3 1 84 0,0-1-32 15,-8-2 68-15,3 2-24 0,-6-5-12 16,3 3-48-16,-5-4 148 0,-2-2-64 16,3-2 52-16,0 5-40 0,-4-4 100 0,-1 1-100 15,6 4 100-15,-5 2 12 0,4 6 36 16,-1 3 16-16,-3 3-56 0,0 0 76 16,5 7 64-16,-5 6 124 0,0 2-52 0,-4 6 72 15,3 8 28-15,-3-1-28 16,0 4-60-16,0 0-72 0,0 0-76 15,0 4-76-15,0 2-4 0,-3 7 8 0,-1 2 0 16,4 4 0-16,0 7 0 0,-4 2-8 0,4 4 44 16,-4 3-44-16,4 5 0 15,0 9 72-15,0 2-20 0,-5 3-52 16,1-1-8-16,4 5 8 0,-4-2 36 16,4 2-40-16,0-4 60 0,0 1-12 15,0-1 4-15,0-7 32 0,4-3 48 16,0-6-72-16,1 0-52 0,3-3 80 0,-1-4-16 15,-3-1-60-15,5-5 37 0,3 1-37 16,-5-5-4-16,1 2-8 16,1-4-44-16,-6-3-29 0,5-4 13 0,0 2-148 0,1-8-144 15,-6 0-52-15,1-4-108 16,0-2-112-16,0 0-112 0,4-2-212 0,-3-8-544 16,2-3-920-16,-3 3-1749 0,4-14-1951 0</inkml:trace>
  <inkml:trace contextRef="#ctx0" brushRef="#br0" timeOffset="48196.87">16136 11369 10876 0,'0'0'2985'16,"0"0"-1885"-16,0 0-632 0,0 0 600 0,0 0 424 15,0 0 24-15,0 0-296 16,0 0-464-16,0 0-391 0,80 9-261 0,-68-5-104 15,-1 3-96-15,-2-4-125 0,3 2-363 16,-5 2-232-16,1 0-300 0,1 2-700 16,-6 1-2240-16,-3 3-2209 0</inkml:trace>
  <inkml:trace contextRef="#ctx0" brushRef="#br0" timeOffset="48364.194">16176 11567 7748 0,'0'0'4281'15,"0"0"-3065"-15,0 0-480 0,0 0-88 0,0 0 448 16,0 0 396-16,0 0 76 0,0 0-436 16,0 0-548-16,0 0-280 15,0 0-132-15,48 37-124 0,-37-33-48 0,2-1-180 16,2 4-308-16,6-7-260 0,-6 2-260 16,5 1-564-16,-4-3-1628 0,0 0-3885 15</inkml:trace>
  <inkml:trace contextRef="#ctx0" brushRef="#br0" timeOffset="49234.097">16952 11007 1408 0,'0'0'9885'0,"0"0"-8117"15,0 0-824-15,0 0 16 16,0 0 300-16,0 0 60 0,0 0-84 0,0 0-364 16,0 0-368-16,0 0-52 0,0 0-28 15,56 11 52-15,-28-5-99 16,0 2-133-16,8-1-52 0,0-3-32 0,0-1 32 0,4-3-72 15,-4 0-48-15,-1 0-64 16,1-9 0-16,1-2-8 0,-6 3 0 16,-4-3-16-16,1 3-116 0,-3-2-72 0,-1 3-64 15,-9 1-169-15,2 2-171 16,-10 1-88-16,-3 3-96 0,-4 0-180 0,0 0-648 16,-4 3-996-16,0 3-1793 0,-16 5-2139 15</inkml:trace>
  <inkml:trace contextRef="#ctx0" brushRef="#br0" timeOffset="49898.017">17044 11106 3284 0,'0'0'1264'0,"0"0"1416"0,0 0-1460 0,0 0 308 15,0 0-263-15,0 0-85 0,0 0-196 16,0 0-132-16,0 0-144 16,0 0-140-16,-4 0-104 0,4 3-20 0,0 7 40 15,4 2 88-15,1 7-28 0,3 7-100 16,-5 2-148-16,1 7 24 0,4 4-60 0,-4 5-40 15,4 0-84-15,-4 8 8 0,-4 1-72 16,0 4-68-16,0 0 28 16,0 1-32-16,-4-5-136 0,4-5-8 0,-3-3 44 15,3-11-60-15,0-6 12 0,0-5 52 16,0-7-76-16,3-6 12 16,1-4-88-16,0-3-72 0,4-3-88 0,1-3-136 15,2-10-256-15,1-2-420 16,4-12-448-16,-4 9-948 0,0-20-3101 0</inkml:trace>
  <inkml:trace contextRef="#ctx0" brushRef="#br0" timeOffset="50397.57">17411 11001 3860 0,'0'0'964'0,"0"0"-260"0,0 0 2248 15,0 0-1476-15,0 0-187 16,0 0 83-16,0 0-8 0,0 0-288 0,0 0-184 16,84 47-148-16,-64-37-184 0,-5 3-28 15,9-1-12-15,1 1-88 0,-1 0-64 16,-1 0-84-16,5 2-4 15,-4-2-84-15,4 1-12 0,-8-2-72 0,7 4 32 16,-7-4-68-16,5 4-76 0,-5-4 48 16,-5 4 0-16,5 1-40 0,-4-1-8 0,-4-1 88 15,0 1-76-15,-4 3 108 16,-4-3-36-16,-1 3 16 0,-3 4 68 0,0-4-92 16,-3 3-68-16,-9 3 64 0,0 1 0 15,-4 2-64-15,-4 0 80 0,1 2-4 0,-6 0-76 16,-3-1 40-16,0 3 0 0,0-6 12 15,-3 2 4-15,3 1-64 16,-4-3-8-16,-4-4-40 0,0 0-36 0,1-3-72 16,-1 0-100-16,-1-3-24 0,2-3-124 15,3-4 160-15,0-3 24 16,9-3 48 0,-1-3-48-16,3 0-160 0,1-3-64 0,5-3-48 0,-2-3 12 15,10-4-80-15,-1 3-176 0,0-2-332 16,3-1-400-16,5-1-844 0,0 6-945 0,0-8-2115 0</inkml:trace>
  <inkml:trace contextRef="#ctx0" brushRef="#br0" timeOffset="51116.504">18511 11078 1200 0,'0'0'8652'0,"0"0"-6923"16,0 0-781-16,0 0-220 16,0 0 112-16,-84 37 272 0,64-21-132 0,4 0-128 15,4 3-292-15,-4 4-152 0,4 2-60 16,5 4-104-16,2 6 16 16,1 2-4-16,0 8-8 0,0 3-40 0,4-1 36 15,0 4-84-15,0-4-52 0,4 1 28 16,0-3-52-16,5-4 4 0,-5-3-44 0,-1-10-44 15,5-3-8-15,0-2-52 0,-3-8-40 16,2-1 28-16,1-5 24 16,0-2-52-16,0-2 16 0,-4-1-52 0,4-4-156 15,-4 0-140-15,4 0-168 0,-5 0-68 16,2-4-204-16,-1-1-56 0,0-2-152 16,0-2-380-16,0 2-380 0,-4-2-689 0,0-1-1707 15</inkml:trace>
  <inkml:trace contextRef="#ctx0" brushRef="#br0" timeOffset="51488.427">18462 11043 6900 0,'0'0'348'0,"0"0"3849"0,0 0-2621 15,0 0-200-15,0 0-240 0,0 0 96 16,0 0-104-16,0 0-240 15,0 0-260-15,0 0-88 0,101 22-88 0,-73-19 0 16,3 0-124-16,5 0-36 0,0-3-148 16,-4 0-84-16,0-3-60 0,-4-3-72 15,-4 3-84-15,0-1-320 0,-9-3-244 16,-3 7-160-16,-3-3-304 0,-9 3-896 0,0 0-2812 16,-4 7-4221-16</inkml:trace>
  <inkml:trace contextRef="#ctx0" brushRef="#br0" timeOffset="51969.824">18447 11237 1292 0,'0'0'8980'0,"0"0"-7087"0,0 0-653 0,0 0-260 15,0 0 116-15,0 0-124 16,0 0 36-16,0 0-292 0,0 0-196 15,0 0-92-15,11 75-132 0,-7-59-112 0,-4 3-72 16,0 6-40-16,0 0-60 0,0 4 48 16,0 3-12-16,0 0-48 0,0 0-4 15,0 3-4-15,-4 0-56 0,1 3 60 0,3-3 4 16,-4 3 0-16,0-4 0 0,4-4-4 16,-4 0-68-16,0-4 32 15,4 0 40-15,0-4 0 0,-4-3 12 0,4-3 36 0,-5 0-48 16,5-6 8-16,0-5 4 15,0 2 0-15,0-4 36 0,0-3-36 16,0 0 40-16,0 0-44 0,0 3-8 0,9-3 48 16,-1 3 172-16,0-3 144 15,4 0-56-15,-4 0-128 0,3 0-44 16,-2 0 8-16,3 0-8 0,-1 4-28 0,2-4-12 16,-2 0 4-16,1 3-15 0,4-3-1 15,-4 0-36-15,4 0-40 16,0 0 68-16,0 0-68 0,8 0-4 0,-1 0-4 15,5 0 0-15,0 0-8 0,0-3 0 16,0-1-80-16,0 1-177 0,0-3-187 0,-3-1-96 16,-2 2-36-16,-3-2-92 15,0-3-96-15,-1 1-144 0,-2 3-576 0,-6-4-972 16,-2 4-2201-16,-1-4-2655 0</inkml:trace>
  <inkml:trace contextRef="#ctx0" brushRef="#br0" timeOffset="52248.446">19136 11376 1880 0,'0'0'4164'15,"0"0"-288"-15,0 0-2715 0,0 0 187 16,0 0 336-16,0 0-80 0,0 0-336 15,0 0-228-15,84 75-224 0,-64-42-216 16,-1 2-108-16,2-4-152 0,-1 4-96 16,-5 0-96-16,2 0-136 0,-2 0-12 0,-2-6-48 15,-2-1-256-15,1-6-200 0,0-6-208 16,0-9-88-16,0-4-92 0,4-3-304 16,4-12-720-16,-4-2-1244 0,4-11-2877 0</inkml:trace>
  <inkml:trace contextRef="#ctx0" brushRef="#br0" timeOffset="52400.037">19523 11437 6232 0,'0'0'4749'0,"0"0"-2841"0,0 0-988 0,-77 0-236 15,50 11 200-15,3 9 424 0,-7 8 108 16,3 4-444-16,-4 4-432 0,0 4-232 16,4 2-152-16,0-4 4 0,4 3-72 15,0-6-88-15,0-3-148 0,8-4-392 16,5-5-332-16,2-8-288 0,5-5-540 0,4-7-1224 15,4-9-3101-15</inkml:trace>
  <inkml:trace contextRef="#ctx0" brushRef="#br0" timeOffset="52816.747">19850 11226 10304 0,'0'0'3041'0,"0"0"-861"15,0 0-428-15,0 0-428 16,0 0-436-16,0 0-316 0,0 0-204 16,95-34-260-16,-67 24-100 0,-1 4-8 0,1 2 0 15,0 1-84-15,-4 3 0 0,1 3 36 16,-6 7 48-16,1 5 60 16,-3 6 12-16,-2 4 76 0,1-3 84 0,-4 6-4 15,-4-2 4-15,4 2 60 16,-4-3-23-16,0 4 95 0,-5-4 24 0,6 4-184 15,-5 0-56-15,4-1-52 0,-4 1-24 16,-4 2-60-16,0 1 48 0,0 3-12 16,0 0-44-16,0 3 0 0,0-3-4 0,-4 1 0 15,0-5-48-15,-4 4-24 0,3-3 68 16,-2-4-8-16,3-3-36 0,0 1 44 16,0-3-4-16,0-2-4 0,0-5 4 15,-1 1-40-15,2-5-24 0,-1-3-40 16,0-5-32-16,0 2-36 0,-4-6-136 15,-4 0-49-15,0 0-111 0,-4-3-108 0,-3-6-24 16,-6-1-212-16,-3-3-512 0,-7 0-892 16,7 1-828-16,-21-7-2553 0</inkml:trace>
  <inkml:trace contextRef="#ctx0" brushRef="#br0" timeOffset="53431.082">21057 11715 8128 0,'0'0'4097'0,"0"0"-1893"15,0 0-476-15,0 0-652 16,0 0 160-16,0 0-200 0,0 0-156 0,0 0-308 16,0 0-120-16,0 0-3 0,79-31 107 15,-38 25-32-15,10 2-212 0,1 1-80 0,8 0-124 16,-4 0 0-16,7-4-12 0,-3 4-96 16,4-1-48-16,3-1 44 0,1-4 4 0,-1-5-60 15,2 2-48-15,-9-2-256 16,-9 0-204-16,1-5-76 0,-9 2-157 15,-7 1-127-15,-3 4-420 0,-10-4-856 16,-7 6-2036-16,-12-2-2281 0</inkml:trace>
  <inkml:trace contextRef="#ctx0" brushRef="#br0" timeOffset="53715.821">21837 11303 9852 0,'0'0'2089'15,"0"0"-761"-15,0 0-236 0,0 0 272 16,81-3-84-16,-53 9-300 0,7 3-228 0,-3 4-160 16,8 0-116-16,-5 3-60 0,6-1-48 15,-5 5-188-15,-1-1 40 16,-3 0 0-16,0-1-76 0,-4 5-20 0,-4-4-28 16,-5 0-36-16,-2 3-56 0,-10-3 4 15,-7 7 40-15,0-1-32 0,-7 0 32 16,-10 7-40-16,-7 0 40 0,-3 0-48 15,-1-1-116-15,-7 1 32 0,-2-1-84 16,-3-1-52-16,1-2-144 16,-2 1-76-16,2 0-48 0,-1-4-140 0,4-4-220 0,1-2-316 15,11-2-904-15,3-8-2112 16,10-6-2561-16</inkml:trace>
  <inkml:trace contextRef="#ctx0" brushRef="#br0" timeOffset="54329.965">23033 11106 7096 0,'0'0'2956'0,"0"0"-547"0,0 0-689 15,0 0-304-15,0 0-164 16,52 63-20-16,-40-25-52 0,-1 10-188 0,-7 6-320 16,5 3-112-16,-5 7-111 0,-4 2-37 0,0-5-132 15,0 0-112-15,0-5-100 0,-4-2-68 16,0-4-8-16,-1-8-136 0,1-7 12 0,4-9-76 15,0-11 4-15,0-5-125 0,0-7-231 16,0-3-220-16,0 0-160 16,4-9-268-16,1-4-640 0,-5 0-1932 0,4-15-2129 15</inkml:trace>
  <inkml:trace contextRef="#ctx0" brushRef="#br0" timeOffset="54612.869">23184 11293 4892 0,'0'0'4960'0,"0"0"-2743"16,0 0-725-16,0 0-236 0,0 0 40 16,84-28-44-16,-64 28-276 0,8 6-248 0,0 4-260 15,0 2-152-15,0 4-44 0,0-3-128 16,0 2 4-16,-5 1-76 16,-3 0 4-16,-4 0 8 0,-4 3-12 15,-8 7-24-15,-4-5 40 0,0 6-28 0,-8 1 0 16,-8 0-12-16,0 2 16 0,-4-2 32 15,-8-2-44-15,0-1-52 0,0 0-48 16,0-6-48-16,1-3-124 0,-1-4 24 0,4-2-60 16,0-3 24-16,4-5-208 15,4-2-176-15,0 0-60 0,4 0-116 0,1-6-164 16,2-3-440-16,5-4-924 0,0 3-1557 16,4-8-2923-16</inkml:trace>
  <inkml:trace contextRef="#ctx0" brushRef="#br0" timeOffset="54916.223">24021 11058 6704 0,'0'0'7237'0,"0"0"-5849"0,0 0-808 0,0 0 536 16,0 0 172-16,99-3-44 16,-58-1-448-16,-2-1-420 0,5-4-204 15,0-4-76-15,-4 0-32 0,3 1-64 16,-6-2-144-16,-1-2-380 0,-5 4-308 15,-6-1-212-15,-6 6-184 0,-3 1-800 0,-8 0-2200 16,-8 6-3029-16</inkml:trace>
  <inkml:trace contextRef="#ctx0" brushRef="#br0" timeOffset="55146.668">24204 11131 5204 0,'0'0'648'0,"0"0"3656"0,0 0-2947 0,-43 83-153 16,34-51 324-16,1 0-4 0,5 5-256 15,-1 1-176-15,0 6-256 0,4 5-220 16,0-2-76-16,-5 1-128 0,5 0-116 0,-4-7-92 16,4 0-20-16,0-6-40 15,0-7-20-15,4-2-4 0,5-8-60 16,6-1-60-16,-2-4-4 0,2-5-68 0,5-1 12 16,0-7-136-16,4 0-340 15,4-7-120 1,0-5 20-16,0-7-212 0,4-2-416 0,-1-6-740 0,-10 9-1964 15,7-17-2629-15</inkml:trace>
  <inkml:trace contextRef="#ctx0" brushRef="#br0" timeOffset="55343.416">24758 11220 6960 0,'0'0'8525'0,"0"0"-7281"0,0 0-1056 16,28 73 224-16,-12-44 292 15,-4 2 752-15,7 1-140 0,-2 1-668 16,3-3-408-16,3 0-164 0,1-5-40 16,-3-3-36-16,-2-3-124 0,1-3-192 0,-3-7-216 15,2-2-216-15,1-5-180 16,-4-2-280-16,4-2-740 0,-9-2-2528 0,2-11-3337 0</inkml:trace>
  <inkml:trace contextRef="#ctx0" brushRef="#br0" timeOffset="55518.92">24941 11312 5348 0,'0'0'8101'0,"0"0"-6869"0,-87 80-692 0,55-42 264 0,-8 3 460 16,5 7 72-16,-2-7-252 0,9 0-572 16,9-5-388-16,-2-11-124 0,14-3-468 15,-1-10-512-15,8-2-316 0,4-10-368 16,3 0-992-16,14-25-3381 0</inkml:trace>
  <inkml:trace contextRef="#ctx0" brushRef="#br0" timeOffset="55921.181">25428 11001 10788 0,'0'0'2157'0,"0"0"-1201"0,0 0 400 0,79-51-36 15,-51 35-324-15,0 0-304 0,4 1-384 16,-1 2-60-16,1-1-76 0,0 9-40 16,-4-1 116-16,-8 3 84 15,5 3 120-15,-10 0-52 0,-3 9-168 0,0 1-12 16,-4 5 36-16,0 1 12 0,-5 9 12 0,2 4 37 16,-5 4 11-16,4 0 300 0,-4 3-204 15,4 2-184-15,0 0-120 16,-4 3-12-16,4 0-20 0,0 1-4 0,-1-1-80 15,-3 3 56-15,0 0-52 16,4 2 40-16,-4-5-40 0,0 3-8 0,0-5-4 16,-4-2-8-16,1 2-36 0,3-8 40 15,-4 1-52-15,0-6-24 0,4-5-16 16,-4 2 28-16,0-4-12 0,4-3-36 16,-9-1-60-16,6-2-124 0,-5-1-36 0,-4-1 100 31,4-5-28-31,-4 0-20 0,-3 1-41 15,-6-1-123-15,-3-3-84 0,-8 0-136 0,-3 0-220 16,-14-3-516-16,-6 0-792 0,11 0-552 0,-40 0-2865 0</inkml:trace>
  <inkml:trace contextRef="#ctx0" brushRef="#br0" timeOffset="58417.433">18993 13100 1552 0,'0'0'1396'0,"0"0"168"15,0 0 3124-15,0 0-3048 16,0 0-495-16,0 0-109 0,0 0 24 0,0 0-100 16,0 0-144-16,36-67-272 0,-29 50-220 15,10 3-136-15,-9 1-88 0,7 0 36 16,-2 3 40-16,-2 4 8 0,6-1 4 0,-2 5-16 15,1-2-24-15,0 4-48 16,0 4-96-16,0 3 8 0,0 4 76 0,-4 3-4 16,0 5 100-16,0 0-72 0,-1 6 36 15,-2 4 0-15,3-1-36 0,-1 8 8 0,-2-3-8 16,-1 9 24-16,-1-4 24 16,1 3-88-16,1-6-72 0,-5-3-4 15,-1-3-80-15,1-10-76 0,4-6-136 16,1-4-136-1,-5-3-36-15,-1-6-152 0,5 0-88 0,0 0-208 0,0-9-544 16,0-4-1004-16,0 1-2105 0,0-14-1511 0</inkml:trace>
  <inkml:trace contextRef="#ctx0" brushRef="#br0" timeOffset="58641.522">19506 12925 6656 0,'0'0'2208'0,"0"0"-928"0,0 0-299 0,0 0 419 15,0 0 40-15,0 0-312 0,0 0-476 16,0 0-200-16,0 0-84 0,-91 61-44 16,75-26-12-16,-4 2-16 0,1 5-60 15,-5 5 0-15,-1 1-188 0,-3 3-36 16,0-4-12-16,4 1 0 0,-3-3-112 16,7-8-272-16,0-5-24 0,4-6-80 0,8-7-164 15,0-10-92-15,8-6-176 16,-4-3-468-16,4 0-1193 0,0-19-2463 0</inkml:trace>
  <inkml:trace contextRef="#ctx0" brushRef="#br0" timeOffset="59038.702">19714 12608 2812 0,'0'0'2464'15,"0"0"1748"-15,0 0-2792 0,0 0 149 16,0 0 163-16,0 0-152 0,0 0-228 16,0 0-448-16,28 79-396 0,-28-54-288 15,0 2-84-15,0-2-136 0,0-3 0 16,0-6-244-16,0-4-176 16,0-3 48-16,0-5 112 0,4-4 0 0,-1 0 12 15,6-4 60-15,-1-5 0 0,3-3-84 16,2-4-8-16,-1-4 16 15,-1 5 24-15,2-2 228 0,-2 2-36 0,6 2 96 16,-6 0-20-16,6 4 308 0,-6 3 20 16,1 2 4-16,0 1-36 0,-4 3-24 15,0 0-100-15,-1 0 8 0,2 7 52 0,-5 5 64 16,4 1-4-16,-4 6 0 0,-4 0-28 16,3 4-56-16,-3-1-16 0,0 0-88 15,0 3-120-15,0-2-12 0,-3-1-52 16,-1 0-264-16,0-3-348 0,4 1-164 0,-4-6-188 15,4-1-440-15,0-3-912 0,0 0-2821 16</inkml:trace>
  <inkml:trace contextRef="#ctx0" brushRef="#br0" timeOffset="59676.193">21483 12958 688 0,'0'0'1956'0,"0"0"5436"0,0 0-4791 0,0 0-821 16,0 0-532-16,0 0-140 0,0 0-64 15,0 0-280-15,0 0-260 0,0 0 172 0,23 37 144 16,-10 1-116-16,-1 7-192 0,-5-1-135 16,2 6-149-16,-9-1-128 15,0-5-92-15,0 0-8 0,0-6-100 0,0-2-92 16,0-8-124-16,0-3-97 0,0-9-39 15,4-6-36-15,-4-4-144 0,0-3-252 16,0-3-376-16,0 0-928 0,0-3-972 0,0-7-2177 16</inkml:trace>
  <inkml:trace contextRef="#ctx0" brushRef="#br0" timeOffset="59921.487">21527 13252 704 0,'0'0'7916'0,"0"0"-6076"0,0 0-283 15,0 0 267-15,0 0-116 0,0 0-216 16,0 0-288-16,0 0-244 0,99-12-164 16,-63 2-52-16,4 1-96 0,8-8-163 0,8 4-133 15,3-2-12-15,9-1 12 0,-1 3-124 32,6-2-108-32,-2 2-72 0,1 0-36 0,-4 4-12 15,-4-4-12-15,-4 4-60 0,-5-1-72 0,-3 3-136 0,-9 1-92 16,-6 0-104-16,-14 3-157 0,-3 0-131 15,-8 3-56-15,-3 0-236 0,-9-4-604 16,0 4-1032-16,0 0-1793 0,-13-6-2447 0</inkml:trace>
  <inkml:trace contextRef="#ctx0" brushRef="#br0" timeOffset="60181.454">22519 12808 508 0,'0'0'9852'0,"0"0"-8191"0,0 0-793 15,0 0 408-15,0 0 176 0,0 0-24 16,0 0-384-16,80 44-380 16,-56-34-196-16,3-4-124 0,6 4-76 0,-1-1 0 15,-5 1-132-15,4-1-132 0,-7 1-4 16,1-4-60-16,-5 6-12 0,-5-2 8 16,-2 4-8-16,-2-3-100 0,-7 6 24 0,-4 1 64 15,0 1-124-15,-11 7-16 0,-6 3-32 16,-2-1 8-16,-9 5 40 15,0-3 60-15,-4 3-112 0,-3-2-88 0,-2 1 40 16,-3-4-40-16,1-2-312 0,-6-1-540 16,17-9-1120-16,-7 0-3073 0</inkml:trace>
  <inkml:trace contextRef="#ctx0" brushRef="#br0" timeOffset="60976.763">23615 12960 10376 0,'0'0'1841'16,"0"0"-845"-16,0 0 36 15,0 0 4-15,0 0-52 0,0 0-200 0,83 89-300 16,-75-60-224-16,-4-1-84 0,0 5-128 16,-4-8-36-16,0 2-12 15,0-2-8-15,0-1-176 0,-4-6-152 0,0-1 64 16,4-8-40-16,-3 0-48 0,3-9-108 15,0 0-48-15,0 0 64 0,0-6-4 16,0-3-48-16,3-11 312 0,5 2 64 0,0-6 128 16,1 3 4-16,-2-5 124 15,1 1 76-15,4-3 76 0,-4 2 36 0,4 4 160 0,-1 3-32 16,2 0-32-16,-2 5 4 16,2 6-40-16,-5 2-4 0,3 2-12 15,-2 1-12-15,-1 3-76 0,-1 0 0 0,1 9-52 16,1 3-108-16,-1 5 60 15,-1 5 24-15,-3 4-12 0,0-1 12 16,-4 3 12-16,0 2-108 0,0-3-100 0,0 3 0 16,-4-5-76-16,4 0-156 15,-4-3-284-15,4-3-76 0,0-3-72 0,0-3-132 16,0-1-344-16,4-1-816 0,0-6-2117 16,0-2-2723-16</inkml:trace>
  <inkml:trace contextRef="#ctx0" brushRef="#br0" timeOffset="61365.55">24483 12858 9964 0,'0'0'2021'0,"0"0"-525"15,0 0-88-15,0 0-100 0,80 81-84 16,-57-54-172-16,-2 9-252 0,3-5-236 16,-5 1-268-16,1 0-76 0,-3-7-100 0,2-3-120 15,-3-2-84-15,-4-5-184 16,4-5-260-16,0-4-136 0,0-6-136 0,0 0-228 16,0-9-492-16,-1-5-1064 0,-2 6-2337 15,2-15-2087-15</inkml:trace>
  <inkml:trace contextRef="#ctx0" brushRef="#br0" timeOffset="61563.64">24865 12868 9548 0,'0'0'1861'0,"0"0"-797"0,0 0-120 0,0 0 328 16,-87 60-116-16,63-28-152 0,0 6-320 16,-4 7-176-16,4 2-12 0,-4 4 44 15,1-1-96-15,3-1-176 16,-4-2-120-16,0-2-148 0,4-5-72 0,8-4-256 0,0-8-264 15,4-6-84-15,4-5-4 16,4-8-116-16,4-6-396 0,0-3-1052 0,0-3-2489 16,12-23-2451-16</inkml:trace>
  <inkml:trace contextRef="#ctx0" brushRef="#br0" timeOffset="61968.33">25125 12566 7292 0,'0'0'5053'0,"0"0"-3177"0,0 0-704 16,0 0-340-16,0 0 168 0,32 73 424 15,-29-50-248-15,-3 2-416 0,0-3-384 16,0 1-240-16,0-2-48 0,0-2-88 15,0-2-12-15,0-4-88 0,0-7-8 0,0 0-40 16,4-6 4-16,0 0-64 0,0 0-36 16,5-3-12-16,6-6 24 15,-2-4 120-15,6-4 40 0,-3-2-40 0,4-2 52 16,0-2-16 0,4 4 76-16,-5 3 0 0,5 0 8 15,-3 7 80-15,-6 3 60 0,5 6 60 16,-3 0 36-16,-2 6 48 0,2 7-24 0,-2-1-24 0,-3 7-60 15,0 0-72-15,-4 3-104 0,5 4 64 0,-6-3-72 16,-3-2-84-16,4-2-212 0,-4 4-204 16,0-4-232-16,0-3-188 15,0 3-444 1,-4-7-1600-16,0 8-4793 0</inkml:trace>
  <inkml:trace contextRef="#ctx0" brushRef="#br0" timeOffset="66396.08">23076 11230 1788 0,'0'0'180'16,"0"0"280"-16,0 0-200 0,0 0 3676 16,0 0-2504-16,0 0-356 0,0 0 8 15,0 0 53-15,0 0-21 0,-32 7-56 16,32-7-148-16,0 0 0 0,4 0-136 0,-4 0-196 16,0 0-144-16,5 0-136 0,-5 0-92 15,0 0-32-15,4 0-4 0,0 0 24 16,4 0 4-16,-1-5 8 0,-3 5 4 15,5-2-16-15,2-2-12 0,-3 1-12 16,5 3-24-16,-6-3-4 0,5 1 16 0,1 2 12 16,-2 0 0-16,2 0-28 15,-2 0-20-15,1 0-16 16,4 0 28-16,-4 0-16 0,4 0-44 0,-4 0-16 0,0 2-48 16,4-2 48-16,-5 3 12 0,2-3-8 15,-2 3-16-15,2 1 36 0,-1 3 12 16,-1-5 4-16,-2 5-28 0,-1-5-12 0,-1 8-56 15,1-3 4-15,1 2 40 16,-5 0-36-16,-1 1 52 0,1 0-52 0,4-1-8 16,-4 1 4-16,1-1-4 15,2 1-4-15,-3-4-4 0,4 4-4 16,-4-1 8-16,5-3 0 0,-6 4 0 0,5-3-8 16,-4-1-56-16,0 0 60 0,0 4 4 15,1-3 8-15,-2 1 56 0,1 3-60 16,-4-2 8-16,4 3 36 0,-4-2 1 0,0 3-41 15,0-4-8-15,0 4-8 16,0-4 0-16,-4 1-5 0,4-1-35 16,0 1 36-16,-4-1 8 0,4 1-4 0,-3-1 4 15,3 0 4-15,-5 2 4 16,5-3-4-16,-4 3-4 0,0-1 4 0,0-2-4 16,4 3 4-16,-4-2-4 0,0-4-4 15,1 2 0-15,-2 3-56 16,5-4 56-16,-4-2 0 0,0 2 0 0,4 0 0 15,-4 0-4-15,4-2-36 0,-4 2 0 16,4-3 36-16,-4 0 0 0,1 0-36 16,-1 1 40-16,4 2 4 0,-9-3 4 0,5 3 0 15,0 1-4-15,-3-1 0 16,-1-3 0-16,-1 4 0 0,-2 0 4 0,3-4 0 16,-5 2-64-16,-2 1-20 0,-2-1 12 15,2 1 60-15,-1-3-48 0,0 2 60 16,-4-1-8-16,0 3-4 0,0-4-76 15,0 0 4-15,0-1 36 0,1 2 0 0,-2-4 44 16,6 3-8-16,-2 0-76 0,2-3 40 16,2 4 36-16,2-4 8 15,3 0-8-15,-1 0-72 0,2 0 20 0,3 0 4 16,-4 0-36-16,8 0 8 0,-5 0-96 16,5 0-72-16,0 0-136 0,0 0-184 0,0 0-128 15,5-7-236-15,3 0-152 16,3-1-404-16,2 1-948 0,-1-5-2777 0</inkml:trace>
  <inkml:trace contextRef="#ctx0" brushRef="#br0" timeOffset="77062.705">27200 11378 6520 0,'0'0'5693'0,"0"0"-4085"16,0 0-444-16,0 0-144 0,0 0 244 15,0 0-200-15,0 0-384 0,0 0-336 0,0 0-196 16,0 0 268-16,0 0 36 0,36 30-16 15,1-43-116-15,-2-6-176 0,1 0-20 16,0-7-116-16,-5-2-4 0,1-4-4 16,0-7-76-16,-4 2-228 0,0-5-156 15,0 1-80-15,-4-3 4 0,-4 0 32 0,-4-4-152 16,-1 3-36-16,-6 4-240 0,3-3-412 16,-8 2 332-16,-4 4-56 15,0 0 112-15,0 3 300 0,-4 0 580 16,-8 6 76-16,3 7 436 15,2 3 308-15,-5 7-220 0,3 2-120 0,-2 3 16 16,3 5-64-16,-1 2 24 0,2 2 100 0,-1 8-320 16,0 9 80-16,0 4 160 0,0 9 56 15,4 8 104-15,0 8 124 0,0 3-4 16,0 10-176-16,1 5-36 0,3 7-52 16,-5 7-100-16,-3 5-84 0,8-2-84 0,-4-4-76 15,4-6-72-15,0-7 0 0,0-8-44 16,8-14-16-16,1-11-88 0,-2-15-168 15,9-5-152-15,0-9-132 0,0-4-200 16,4-10-156-16,0-6-420 0,-1-7-1064 0,-2 4-2789 16,-2-19-2947-16</inkml:trace>
  <inkml:trace contextRef="#ctx0" brushRef="#br0" timeOffset="77216.106">27862 11293 3008 0,'0'0'7356'15,"0"0"-5787"-15,0 0-669 0,0 0 560 0,32 73 368 0,-28-50-56 16,-4 2-588-16,4-2-520 0,-4-2-360 16,4-5-304-16,-4-6-120 0,3-4-532 0,1-3-148 0,-4-3-64 15,0 0-120-15,0-9-800 16,0 3-2301-16,0-17-3267 0</inkml:trace>
  <inkml:trace contextRef="#ctx0" brushRef="#br0" timeOffset="77362.46">27902 11087 6188 0,'0'0'6561'0,"0"0"-5185"16,0 0-252-16,0 0 312 0,0 0-292 0,0 0-676 15,0 0-468-15,80-25-112 16,-69 25-592-16,5-4-456 0,-8 4-1036 16,4 0-3429-16</inkml:trace>
  <inkml:trace contextRef="#ctx0" brushRef="#br0" timeOffset="77678.597">28141 11303 1188 0,'0'0'10457'0,"0"0"-9101"0,0 0-260 0,15 82 1008 15,-15-53 52-15,0 0-500 0,0-4-448 16,0-3-479-16,0-6-377 0,4-3-352 16,1-1 0-16,-1-9-132 0,0 0-88 15,0-3 3-15,3 0-51 0,1-3-84 16,1-6 56-16,-2-4 16 0,1 1 24 15,5-4 12-15,-6-3 48 0,1-3 76 16,0 2 68-16,1-2-32 0,-2 3-64 0,1 1 64 16,5 4-76-16,-6 5-12 0,1 5 172 15,0 4 232-15,4 0 112 0,0 7-52 16,-1 2-20-16,2 7 20 0,2 4-60 16,-2 2-48-16,-1 0 36 0,0-4 20 0,-4 2-84 15,3-7-156-15,-3-4-112 16,1-6 4-16,2 1-100 0,-3-4-216 15,5-7-176-15,2-5-208 0,1-4-300 0,0-6-1052 16,-4 5-2244-16,8-12-2361 0</inkml:trace>
  <inkml:trace contextRef="#ctx0" brushRef="#br0" timeOffset="78265.7">28702 11366 5896 0,'0'0'7761'0,"0"0"-6317"0,0 0-940 15,0 0 312-15,0 0 604 0,0 0-312 16,0 0-248-16,0 0-480 0,0 0-112 15,88 35 12-15,-68-54-156 16,4-3-124-16,-4-4-228 0,-5 1-104 0,6 3 52 16,-10 0 36-16,-2 5 108 0,-1 6 124 0,-4 0 12 15,-4 5 4-15,0 4 180 0,-8 2-60 16,-5 0-40-16,2 0 88 16,-10 5-48-16,2 9-124 0,3 4-112 0,-4 8 112 15,0 5 72-15,4 4 172 0,0 7 64 16,0-1 8-16,0 3-24 15,0-3 12-15,4-3-27 0,5-2-117 0,3-14-160 16,4-3-92-16,4-12-189 0,3-5 1 16,10-2 12-16,2-6-108 0,9-9-64 15,0-11-196-15,0-6-64 0,8 0-224 0,-4-6-288 16,0 6 80-16,-4 0 188 16,-1 1 224-16,-2 8 472 0,-10 4 248 15,1 3 152-15,-8 7 380 0,0 6 260 0,-8 3 116 16,4 6-20-16,-4 7 324 0,0 7-80 15,-4 1-336-15,-4 5-272 0,4 2-76 16,0 1 64-16,-4-7 9 0,4 0-85 16,4-3-156-16,0-9-184 0,0-4-96 0,0-3-168 15,4-3-40-15,1 0 52 0,2-9 48 16,5-1-28-16,0-6-68 0,4-3-88 16,0-3-97-16,-4-1 25 0,-1 2 20 15,6 2 76-15,-6 0 100 0,2-1 20 16,-5 1-36-16,3 0 36 15,-2 4 16-15,-5 5 68 16,4 1 52-16,-5 9 12 0,1 0 100 16,0 3 304-16,5 9-88 0,-2 4-96 0,1 3-24 0,-4 3 12 15,5 1 108-15,-5 0 36 0,-1-4-99 16,1-1-121-16,-4-2-132 16,4-6-184-16,0-4-193 0,-4-3-131 0,4-3-288 15,0 0-256 1,1-3-588-16,-2-3-1244 0,1-10-2669 0</inkml:trace>
  <inkml:trace contextRef="#ctx0" brushRef="#br0" timeOffset="78498.165">29507 11251 4804 0,'0'0'5360'0,"0"0"-4275"0,0 0-209 16,0 0 936-16,36 80 44 0,-32-54-220 15,-4 2-260-15,0 1-408 0,0 0-284 16,-4-1 24-16,-4-6 33 0,4 0-353 15,0-9-144-15,1-4-76 0,3-2-96 16,0-7-68-16,0 0-4 0,3-3-60 0,1-7-168 16,8-6 32-16,4-3 136 0,0-6 48 15,8-3-256-15,-4-4-73 16,8-1 49-16,0 2-60 0,-1-4-244 0,10 1-188 16,-5 2-360-16,3 0-880 0,-11 10-2520 15,12-10-4025-15</inkml:trace>
  <inkml:trace contextRef="#ctx0" brushRef="#br0" timeOffset="79016.878">30759 11195 3344 0,'0'0'8073'0,"0"0"-5833"0,-21 73-708 0,14-38 112 15,-1 3 4-15,-1 3-100 16,5-9-536-16,4-3-452 0,4-14-376 16,9-2-184-16,2-6-136 0,6-7 4 0,3-7 24 15,-1-9-100-15,5-6-24 0,4-10-156 16,-4-3-140-16,0-3-72 0,0 3-24 15,-8-3 68-15,-1 6 100 0,-6 4-92 16,-6 2-48-16,-3 4 52 0,-4 6 44 0,-4-3 488 16,-7 7 12-16,-2-1 60 0,-2 4 168 15,-5 2-224-15,-1 7 160 16,6 3 152-16,-5 10-92 0,4 6-160 0,0 6-64 16,0 4 4-16,4-4 184 0,4 1-48 15,0-5-140-15,4-2-388 0,4-2-580 16,-3-4-1296-16,3-7-2241 0,0-3-1659 15</inkml:trace>
  <inkml:trace contextRef="#ctx0" brushRef="#br0" timeOffset="79266.051">31221 11055 784 0,'0'0'1812'0,"0"0"5336"0,0 0-4519 0,0 0-1037 0,63 82-36 0,-51-50-4 15,-8 3-112-15,0 0-224 16,1 4-68-16,-5-5-212 15,0 1-207-15,0-6-185 0,0-4-204 0,0-6-100 16,0-2-144-16,0-11-96 0,3-1 0 16,1-5-48-16,4 0-12 0,-4-2-24 15,8-11 84-15,4-2 0 0,-4-8-60 0,8-8-160 16,0 1-92-16,-5-4-4 16,2-4-12-16,-2-4-132 0,2 0-161 0,-6-2-207 15,2 3-460-15,-2-1-760 0,1 17-2096 16,1-6-3113-16</inkml:trace>
  <inkml:trace contextRef="#ctx0" brushRef="#br0" timeOffset="79595.985">31642 11185 4364 0,'0'0'10993'0,"0"0"-9037"0,0 0-1140 15,-7 66 292-15,7-55 152 0,4-5-284 0,8-6-491 0,4 0-477 16,4-6-8-16,4-8-60 15,4-4-61-15,4-8-355 0,-4 4-240 16,-1-3 68-16,-7 2 72 0,0 4 72 16,-8 4 148-16,-4-2 84 0,-5 8 184 0,-3 0-16 15,0-1 104-15,-7 3 136 0,-5 7 148 16,-4 0-36-16,0 3-52 0,0 14-184 16,-3 2 64-16,-2 9 204 0,5 4 100 15,1 3 60-15,3 3-24 0,-4 4-24 0,0-1-40 16,4-3-60-16,0 3-24 0,3-5-147 15,5-8-121-15,4-9-4 16,0-10-253-16,13-5-95 0,-5-4-172 16,12-7-24-16,-5-9-172 0,10-9-240 0,-1-1-652 15,4-2-1320-15,-9 2-1849 16,13-5-1183-16</inkml:trace>
  <inkml:trace contextRef="#ctx0" brushRef="#br0" timeOffset="79814.732">32054 11011 7008 0,'0'0'1932'15,"0"0"-1192"-15,0 0 240 0,0 0 333 0,0 0 31 16,31 95 0-16,-27-60-132 0,-4 0-196 16,0 3-148-16,0 3 168 0,0-3-152 15,-4-3-184-15,0-3-80 0,1-7 112 0,3-6-151 16,-5-5-265-16,5-9-184 16,0-5-120-16,0 0 72 0,0 0-84 15,8-12-108-15,4-4 48 0,4-3 56 0,0-7-92 16,4-2-24-16,-1-1-124 0,2-6-36 15,-1 0-85-15,-1-6-119 0,2 3-28 16,-1-3-52-16,-1 6-96 0,1-1-364 16,1 8-800-16,-10 9-1308 0,9 0-3361 15</inkml:trace>
  <inkml:trace contextRef="#ctx0" brushRef="#br0" timeOffset="80781.693">32965 11239 7400 0,'0'0'4485'0,"0"0"-3897"15,0 0-524-15,-11-86 460 0,-1 61 724 16,0 3 276-16,4 6-420 15,-4 0-332-15,0 7-264 0,4 2-128 0,-4 4 28 16,4-1 108-16,0 4 32 0,0 0-84 16,1 7-120-16,-6 0-28 0,5 2-108 15,-4 4-76-15,0-4 0 0,5 1-8 16,-1-1 21-16,-1 1-9 0,5-4-16 0,0-3-12 16,1 4-12-16,-1-4 4 15,4-3-16-15,0 3-36 0,0-3-48 16,0 0-8-16,0 6-36 0,0 1 44 0,-4-1 72 15,0 6 0-15,4 2 0 16,-5 1-24-16,1-2 4 0,0-3-40 0,4 3 60 16,0-8-24-16,-3 2-36 0,3 0-8 0,0-4 4 15,0 0-4-15,0-3 0 16,0 3 4-16,0-3 0 0,0 0 0 16,0 0 40-16,0 0-40 0,0 0 0 0,0 0-4 15,0 0-4-15,0 0 0 16,0 0 0-16,0 0 0 0,0 0-12 15,0 0-72-15,0 0-12 0,0 0-4 0,0 0-8 16,0 0-12-16,0 0 0 0,0 0-16 16,3 0 4-16,-3 0 0 0,0-3-16 15,0 3 15-15,4 0 49 0,-4 0 20 16,0 0 60-16,0 0 4 0,0-3 0 16,0 3 0-16,0 0-132 0,0-3-24 0,4 3-28 15,-4-4-60-15,0 4-160 0,5-3-168 16,-5-1-88-16,4 1-180 0,0-2-348 15,-4-1-868-15,4-1-2004 0,-1-5-2997 0,-27 59 2937 16</inkml:trace>
  <inkml:trace contextRef="#ctx0" brushRef="#br0" timeOffset="81222.358">32759 10483 4744 0,'0'0'1964'0,"0"0"2677"0,0 0-2681 0,0 0 40 16,0 0-204-16,11 67-104 0,-11-39-304 15,4 12-220-15,0 0-255 0,-4 8-125 16,4 10-220-16,1 4-108 0,-1 8-76 16,0 3-56-16,-1 1-40 0,1 2-132 15,0-3-84-15,-4 0-24 0,0-4-40 16,-4 1 0-16,-3-6-8 0,3-10-68 15,0-7-88-15,4-5-12 0,0-10-12 16,4-4-28-16,3-9 28 0,1-3-72 0,5-7-148 16,-6-5-84-16,1-4-48 15,0-10-72-15,0-6-41 0,0-3-255 0,0-9-644 16,0-4-932-16,-4 3-1380 0,-4-19-2629 0</inkml:trace>
  <inkml:trace contextRef="#ctx0" brushRef="#br0" timeOffset="81581.993">32814 10824 5348 0,'0'0'5016'0,"0"0"-3163"0,0 0-985 15,0 0-128-15,0 0 576 0,0 0 280 16,12-67-400-16,0 57-580 0,0 0-372 0,4 1-44 16,-4-1 68-16,8 4 88 15,0 0 0-15,-5 3 36 0,6 0 144 16,-1 3-136-16,-1 0-96 0,2 3-35 15,-1 3-49-15,-1 3-4 0,5 7-20 0,-4-3-40 16,0 4-96-16,0-3 20 0,-5 7-76 16,2-2 4-16,-1 2 52 0,-4 5-44 15,-1-1 32-15,-7 7 36 0,1-1 60 16,-5 8 72-16,-5-1 64 0,-6 3-100 16,-10 3-32-16,2 1-76 0,-9-1 48 0,-4 0-36 15,-3 4-36-15,-2-3-36 0,-3-4 0 16,-3-3 36-16,2-3-48 0,2-6-4 15,-1-4-44-15,5-9-168 0,3-7-88 16,0-2-20-16,4-7-172 0,0-4-172 0,4-5-37 16,0-4-71-16,8-2-448 0,4-7-648 15,8 6-1908-15,-4-23-2621 16</inkml:trace>
  <inkml:trace contextRef="#ctx0" brushRef="#br0" timeOffset="89916.315">7673 7141 8536 0,'0'0'1088'0,"0"0"1141"0,0 0-605 0,0 0-88 15,0 0-76-15,0 0-180 16,0 0-316-16,0 0-204 0,0 0-84 16,0-5-164-16,4 5-136 0,5 0-108 0,6 0 12 15,5 0 37-15,5 5-49 0,6-3-64 16,9-2-80-16,-1 0 20 0,6 0-24 16,2 0 28-16,9 0-76 0,-4-2-64 15,-1 2-8-15,5-5 4 0,4 5 0 16,8 0-4-16,4 0-8 0,7 0 8 15,13 5 0-15,3-3 48 0,5 2-48 16,4-1 0-16,-9 0-84 0,5-3-16 0,-12 3 16 0,-1-3 0 16,-7 0-84-16,-4 0 44 15,-13 0 76-15,-3 0 44 0,-8-3-8 16,-4 3 4-16,-9 0-52 0,-7 0 60 0,-8-3-60 16,-4 3-12-16,-4-3-12 15,-4 3-40-15,0-4-81 0,-4 4-99 16,-3-2-100-16,-2 2-84 0,1 0-160 0,0 0-404 15,-4-5-1104-15,4 5-2444 16,-4 0-3589-16</inkml:trace>
  <inkml:trace contextRef="#ctx0" brushRef="#br0" timeOffset="102216.66">26818 1381 7160 0,'0'0'3032'0,"0"0"797"0,0 0-2605 16,0 0-124 0,0 0-156-16,0 0 48 15,0 0-180-15,0 0-76 0,0 0 108 0,56 80 32 0,-37-36-327 16,5 6-173-16,-7 8-64 0,-2-4-20 15,2 3-124-15,-6-7-108 0,-3-3-60 0,5-5-8 16,-6-10-112-16,5-10-256 0,0-6-120 0,4-10-161 16,0-1-183-16,4-5-320 0,0-5-712 15,-5-4-2084-15,6-13-2829 0</inkml:trace>
  <inkml:trace contextRef="#ctx0" brushRef="#br0" timeOffset="102389.964">27153 1520 10981 0,'0'0'1988'16,"0"0"-1084"-16,-69 80-144 0,38-42 624 15,-5 9 28-15,0 5-308 0,0-1-344 16,1-4-232-16,-1 1-272 0,4-4-204 0,0-2-52 16,4-9-220-16,4-3-456 0,8-8-148 15,4-6-80-15,5-6-116 0,3-8-516 16,4-2-1060-16,0 0-2245 0,0-9-1875 15</inkml:trace>
  <inkml:trace contextRef="#ctx0" brushRef="#br0" timeOffset="103011.514">27503 1057 5044 0,'0'0'2916'16,"0"0"-1324"-16,0 0-556 0,0 0 137 15,0 0 143-15,-28 73-92 0,20-51-252 16,5-3-268-16,3 0-188 16,-4 0-68-16,4-9-172 0,0-1-80 0,0-2-60 15,4-4 52-15,3 0-112 0,1-3-76 16,1 0-4-16,2-3-84 0,5-3-112 0,4-7-72 15,-4-4 60-15,4-1-12 16,-4-1-36-16,0 0 32 0,-4 0 116 0,-4 0 112 16,-4 3 96-16,-4 0-96 0,0 3-44 15,-8 1 44-15,-5-1 0 0,-6 7-132 16,3-1 32-16,-8 3-148 0,4 4-244 16,-8 7 52-16,0 6 48 0,0 7-64 15,0 2-196-15,-3 3-216 0,3 0-516 0,3-6-1465 16,-2 13-2859-16</inkml:trace>
  <inkml:trace contextRef="#ctx0" brushRef="#br0" timeOffset="103428.488">27870 1660 8928 0,'0'0'7629'0,"0"0"-6561"0,0 0-1020 0,0 0-48 16,0 0 312-16,0 0 588 0,0 0 120 15,84-9-388-15,-56 6-276 0,-1-4-212 0,1 1-144 16,0-1 0-16,-4 0-180 0,0 2-492 15,0-2-320-15,-1-2-316 16,-6 3-1092-16,-2 0-3113 0</inkml:trace>
  <inkml:trace contextRef="#ctx0" brushRef="#br0" timeOffset="103598.206">27945 1838 11789 0,'0'0'1816'0,"0"0"-1460"0,0 0 456 0,0 0 1036 0,0 0 0 0,0 0-396 16,0 0-648-16,0 0-388 0,92 51-236 0,-60-51-180 16,8-4-72-16,4-8-608 15,4-1-152-15,3-6-300 0,1-1-1024 16,-12 6-3156-16,8-9-5657 0</inkml:trace>
  <inkml:trace contextRef="#ctx0" brushRef="#br0" timeOffset="103930.616">28897 1571 6188 0,'0'0'10661'16,"0"0"-9185"-16,0 0-1288 0,0 0 168 16,-28 86 884-16,17-54 184 0,3-1-307 0,-1 1-429 0,9-3-312 15,0-1-124-15,9-5-80 0,-1-4-40 16,8-3-80-16,0-3-52 0,4-4-60 15,-1-3 48-15,5-3-84 0,0-3-136 0,4 0 28 16,0 0-72-16,4-9 8 16,-4-4-60-16,0-3 16 0,-1-3-4 0,1-3 60 15,-4-3 87-15,-3-4 101 0,-6 1 68 16,-6-4 72-16,-2 0 25 16,-7-3-13-16,0-3-84 0,-7 3 0 0,-6 3-4 15,-2 1 4-15,-2 8 88 0,-2 5-88 0,-1 8-40 16,-4 3-128-16,-4 7-113 0,-4 7 1 15,-4 9-108-15,-3 3-112 0,-6 9-492 16,-2 4-472-16,11-7-1024 0,-16 20-2681 16</inkml:trace>
  <inkml:trace contextRef="#ctx0" brushRef="#br0" timeOffset="107130.739">26440 981 6308 0,'0'0'2404'0,"0"0"-968"0,0 0-944 15,0 0 269-15,0 0 2227 0,0 0-1376 16,0 0-744-16,-80 26-296 0,56-8-28 16,3 8 48-16,-2 6 108 0,-1 5-100 0,4 8-108 15,1 3-28-15,-2 9-28 0,1 6 4 16,1 6-139-16,-2 8-45 15,6 6-172-15,-1 3-84 0,4 3-48 0,0 2 44 0,8-5-56 16,4 0 12-16,4-6-24 16,8-11-100-16,7-5-57 0,5-7-127 0,8-10 28 15,8-8-36-15,4-7 24 0,4-7 32 16,4-6-168-16,0-10-64 16,8-2-200-16,-1-7-548 0,1-10-772 0,-13 0-2013 15,21-15-3015-15</inkml:trace>
  <inkml:trace contextRef="#ctx0" brushRef="#br0" timeOffset="107666.498">27778 821 6856 0,'0'0'2424'15,"0"0"-563"-15,0 0-461 16,0 0 80-16,0 0-140 0,24 68-120 0,-20-46-164 16,-4 4-204-16,0 6-124 0,0 6-16 15,0 6-40-15,0 3-308 0,-8 4-96 16,4 2-84-16,-4 6-4 0,4-3-32 0,-4 1-52 15,4 1-23-15,-4-4-69 16,4-1 8-16,-4-1-4 0,-3 1 0 0,-2-2-4 16,-6 0-4-16,-2-1-48 0,-6 2-13 15,-1-5-35-15,-8-3-100 0,0 1-96 16,0-8 0-16,-4 2-36 0,0-4-16 16,5-6-144-16,-1-4-64 0,8-3 48 15,4-9 24-15,8-3-40 0,0-4 0 16,4-6-328-16,9-4-640 15,-6-4-1108-15,5-3-1469 0,4-10-703 16</inkml:trace>
  <inkml:trace contextRef="#ctx0" brushRef="#br0" timeOffset="107992.41">28192 565 8764 0,'0'0'2068'0,"0"0"-783"16,0 0 71-16,0 0 140 0,0 0-300 0,0 0-184 16,0 0-228-16,24 66-80 15,-24-30-68-15,4 5-108 0,-4 6-196 16,-12 7-88-16,-4 4-244 0,-3-1-84 0,-5 2-540 16,-8 6-300-16,0-5-384 15,12-16-1312-15,-12 13-3685 0</inkml:trace>
  <inkml:trace contextRef="#ctx0" brushRef="#br0" timeOffset="160810.841">2561 14777 10032 0,'0'0'4261'0,"0"0"-3349"16,0 0-824-16,0 0-76 15,0 0-12-15,0 0 464 0,0 0 280 16,0 0 252-16,0 0 116 0,100 0-520 0,-56-5-200 16,-1-1-60-16,2 0-40 0,-6-3 12 15,1-3-60-15,-4 2-132 0,-8-1-112 0,0 0 0 16,0-3-60-16,-4 2-212 15,0-1-360-15,-5-3-288 0,1 0-228 0,1-2-420 16,-10-2-856-16,-3 5-2877 0,-4-8-2507 16</inkml:trace>
  <inkml:trace contextRef="#ctx0" brushRef="#br0" timeOffset="161210.896">2912 14307 1592 0,'0'0'8964'0,"0"0"-7699"15,0 0-781-15,0 0-8 0,0 0 568 16,0 0 184-16,0 0-308 0,0 0-340 16,0 0-272-16,0 0-20 0,-44 82-16 15,44-50-8-15,0 6-16 0,0 3-52 0,8 3-72 16,4 1-12-16,0 2-104 0,4 1 76 16,4 3-72-16,0 3 0 0,4 3-12 0,4 1 76 15,-5-1-16-15,1-4-60 0,0-2-4 16,-3-4 0-16,-6 2 0 15,1-5-4-15,-4 0 8 0,0-3 0 0,-4 1 96 0,-8-8-84 16,0 2 124-16,0-5 108 16,0-2 188-16,-8-7-40 0,-4 1-172 0,0-4-40 15,0-1-104-15,0-4-76 0,-4-2 0 16,4-3-136-16,1-2-12 16,-2-2-32-16,-2-5 80 0,2 0 28 15,-6 0-28-15,3 0 16 16,-5-5 24-16,2-4 56 0,-1-2-72 0,0 3-84 0,-4-2 12 15,4-3-132-15,0 1-176 0,1 1-52 16,-2-1-64-16,2-1 100 0,-1 0-168 16,-1 1-152-16,2-7-280 0,3 3-620 15,4-6-909-15,3 0-343 0,6-3-180 0</inkml:trace>
  <inkml:trace contextRef="#ctx0" brushRef="#br0" timeOffset="162463.856">3717 14754 5824 0,'0'0'8025'0,"0"0"-6265"0,0 0-1080 0,0 0-672 15,0 0 428-15,0 0 360 16,0 0 8-16,0 0-200 0,79 0-284 15,-47 0-196-15,4-3-120 0,0-1-4 0,4-2-4 16,-4 0-4-16,-4-4-4 0,-1-1-332 16,1-3-224-16,-4 1-212 0,-7 0-176 15,-6 4-236-15,-3-1-720 0,-8 4-2213 16,-4 6-2415-16</inkml:trace>
  <inkml:trace contextRef="#ctx0" brushRef="#br0" timeOffset="162677.549">3745 14951 11129 0,'0'0'1924'0,"0"0"-1440"0,0 0-104 16,0 0 368-16,0 0 412 0,0 0 44 16,0 0-224-16,92-10-364 0,-65 4-308 0,9 0-112 15,-4-1-144-15,-4 1-52 0,4-1-52 16,-4 2-56-16,-5-2-260 15,5 3-228-15,0 1-244 0,0 0-288 0,0 0-600 16,-8 3-2545-16,7-3-4831 0</inkml:trace>
  <inkml:trace contextRef="#ctx0" brushRef="#br0" timeOffset="163263.199">4857 14449 964 0,'0'0'10133'15,"0"0"-8005"-15,0 0-1188 0,0 0-196 0,0 0 476 16,0 0 220-16,0 0-20 0,0 0-380 16,99-3-260-16,-56 0-316 15,2-4-184-15,-2 1-84 0,2-3-75 0,-10-1-49 16,5-3 12-16,-4 1-84 0,4-4-12 16,-8 4-341-16,0-5-243 0,-4 4-84 15,-5 3-176-15,-7 4-300 0,-4 6-720 0,-8 0-836 16,-4 0-3329-16,-12 13-1499 0</inkml:trace>
  <inkml:trace contextRef="#ctx0" brushRef="#br0" timeOffset="163644.366">5036 14512 4728 0,'0'0'7245'0,"0"0"-5685"0,0 0-672 15,0 0-216-15,0 0 408 0,0 0 120 16,96 4-208-16,-81-2-232 0,9 2-156 0,-4 2-224 15,0-2-160-15,0 5-100 16,-5-3-24-16,-2 5-20 0,-1-5-68 0,-5 2-8 16,-2 6-100-16,-5 2 24 0,0 0 76 15,0 9 160-15,-5-3-100 0,-6 6-60 16,-6 1-40-16,2 0 40 16,-5-3 108-16,0-1-36 0,0-3-72 0,-4 0 0 15,5 0-64-15,2-3 56 0,2 1 4 0,2-2-44 16,2-5-48-16,7 3 44 0,-5-4-32 15,9-1 0-15,0-2-76 0,5 1 24 16,3-4 128-16,7 0 8 0,2 0 76 16,7 1 20-16,4-7 172 15,7 0-132-15,1 0-88 16,4-3 12-16,-1-4-60 0,2-2-24 0,2 3-196 16,-3-4-156-16,4 1-40 0,-1 2-200 0,-2 0-244 15,2 2-256-15,1-2-552 0,-16 3-1060 16,12-2-3393-16</inkml:trace>
  <inkml:trace contextRef="#ctx0" brushRef="#br0" timeOffset="166321.061">5072 15462 2708 0,'0'0'1016'16,"0"0"3132"-16,0 0-1920 16,0 0-679-16,0 0-601 0,0 0-244 0,0 0 8 15,0 0-56-15,0 0-212 0,0 0-56 16,19 31-72-16,-6-12-140 0,-6 2 140 16,1 0 8-16,0 2-100 0,-3 2 16 15,-5-3-92-15,4 0-36 0,-4-3-64 0,0-3 48 16,0-4-92-16,0 1-4 0,0-7 12 15,0 1-12-15,0-7-12 16,-4 0-372-16,4 0-216 0,0 0-192 0,-5-7-292 0,1-1-988 16,-4-9-2569-16,4 4-1787 15,-7-12 5828-15</inkml:trace>
  <inkml:trace contextRef="#ctx0" brushRef="#br0" timeOffset="166483.664">5024 15361 4144 0,'0'0'232'0,"0"0"4904"0,0 0-3343 16,0 0-409-16,0 0-160 0,0 0 28 16,0 0-472-1,0 0-412-15,91-29-368 0,-70 23 0 0,-2 3-316 16,1-1-412-16,0 4-396 0,0 0-432 0,-8 0-1509 0,4 0-3671 16</inkml:trace>
  <inkml:trace contextRef="#ctx0" brushRef="#br0" timeOffset="167055.875">5418 15523 7384 0,'0'0'4973'0,"0"0"-3161"0,0 0-1368 16,0 0-384-16,0 0 256 0,0 0 480 15,0 0 220-15,0 0-420 16,0 0-348-16,0 0-124 0,0 0-112 15,75 0-12-15,-62-7-188 0,2 3-296 16,2 1-292-16,-6-2-292 0,6-2-796 0,-9 3-2537 16,-5 2-2095-16,-162 34 3992 0</inkml:trace>
  <inkml:trace contextRef="#ctx0" brushRef="#br0" timeOffset="167212.595">5470 15630 5308 0,'0'0'2548'16,"0"0"1509"-16,0 0-2673 15,0 0-332-15,0 0 184 0,0 0 132 0,0 0-472 16,0 0-452-16,0 0-220 0,0 0-176 16,60 0-48-16,-37-6-100 15,5 0-468-15,-4-4-324 0,4 0-252 0,0-2-748 16,-3-1-2889-16,-2-2-4179 0</inkml:trace>
  <inkml:trace contextRef="#ctx0" brushRef="#br0" timeOffset="167474.857">5920 15491 1356 0,'0'0'11469'15,"0"0"-8981"-15,0 0-1872 0,0 0-516 16,0 0 268-16,0 0 304 16,0 67 88-16,9-64-612 0,2-3-148 15,1 0-260-15,4-7 204 0,3-6 56 0,2-2 0 0,-1-4-220 16,-1-4-192-16,-2 1 64 0,-6 0 84 15,2 3 64-15,-5 3-68 0,-5 2-80 16,-3 6-8-16,0-2 16 0,0 3 0 16,-7 4-152-16,-6-2-108 0,2 1-36 15,-6 4-32-15,-2 0-372 0,-1 7 71 0,0 2-103 16,-4 4-188-16,0 0-960 0,9-4-1968 16</inkml:trace>
  <inkml:trace contextRef="#ctx0" brushRef="#br0" timeOffset="168592.817">5020 13440 1096 0,'0'0'6808'0,"0"0"-4064"0,0 0-931 15,0 0-577-15,0 0-320 16,0 0 80-16,0 0-152 0,0 0-224 0,0 0-24 16,0 0 0-16,43 92-176 0,-34-58-100 15,2 5-64-15,-7 5-48 0,0-3-24 16,-4 4-132-16,0 3-52 0,0-4-4 0,-4-3-72 15,-3-3-156-15,-1-3-100 16,4-10 36-16,-1-5 76 0,1-8-100 16,0-2-100-16,4-4-128 0,0-6 124 0,0 0 140 15,0 0 32-15,0-3-28 16,0-3-32-16,0-8 312 0,4 0 0 16,5-5 12-16,-1-7-12 0,-1-3 12 0,1 0-8 15,5 4 8-15,-2-1 228 0,6 8-28 16,-2 2-8-16,2 4 84 0,-2 5-16 15,-3 1-48-15,0 6-36 0,-8 0-28 16,0 0-48-16,0 6-68 0,-4 1-44 16,0 2-64-16,0 3 64 0,-4 4 12 15,-4 3 140-15,-4 3-152 0,0 4-184 0,0-8-16 16,0 2-8-16,4-4 96 16,0-7-16-16,1-2 16 0,7-5-12 0,-5 3 116 15,5-5 4-15,0 0-156 0,5 0-80 16,-1 2 216-16,7 4 24 0,2 0 336 15,2 1-60-15,5 0-76 0,3-2-40 16,-2 2-72-16,3 0-40 0,0-4-44 0,-5 0-4 16,5 0-144-16,1 1-316 15,-1-1-284-15,4-1-372 0,-5 5-916 0,-3-4-2421 16,12 4-2063-16</inkml:trace>
  <inkml:trace contextRef="#ctx0" brushRef="#br0" timeOffset="169594.181">6642 14516 208 0,'0'0'6356'0,"0"0"-2092"15,0 0-2607-15,0 0-457 0,0 0-172 16,-9-67-96-16,5 54 88 0,0 1-224 0,-3-1-216 16,3 4-172-16,-5-2 12 0,1 6-100 15,1 2 48-15,-1-1-52 16,-1 4-44-16,1 4-64 0,-3 4-172 0,-6 6-36 16,6 11-88-16,-2 7 76 0,2 13 0 15,-1 8 12-15,8 5-8 0,-1-4 8 16,5-4-12-16,0-8 8 0,0-8-56 15,9-14 48-15,-1-8-36 0,0-5 36 16,8-7-100-16,3 0-12 0,2-16 76 0,7-7-136 16,0-5-172-16,-4-7-96 15,4-3 44-15,-9 3 136 0,1-3 64 16,-4 3 132-16,0 6-72 0,-4 1 0 0,0 8 36 16,-4 1 60-16,-4 10 52 0,0 2 76 15,-4 4 12-15,0 3 24 0,3 0 184 16,-3 7 12-16,4 2-72 0,-4 8-4 0,5 1 88 15,-1 8 60-15,0 2-12 16,0 1-124-16,-4-4-100 0,4-3-144 16,-1-5-124-16,1-2-448 0,5-5-152 0,-1 0-44 15,-1-8-284-15,1 5-808 0,1-7-2489 16,-1 0-3915-16</inkml:trace>
  <inkml:trace contextRef="#ctx0" brushRef="#br0" timeOffset="170045.569">7100 14487 3240 0,'0'0'10165'0,"0"0"-8265"0,0 0-1184 16,4 66 76-16,-4-36 388 0,0 1 76 0,0 1-348 16,-4-4-420-16,-1 5-304 0,5-8-184 15,-4 7-84-15,4-5 0 0,-4 6-148 16,4-5-60-16,-3-1-176 0,3-9-32 0,0-8-4 15,0-4 108-15,0-6-36 0,0 0-164 16,3-4-128-16,5-8 220 0,1-4 40 16,2-3 200-16,6-6 76 0,-2-7-292 15,6-1-484-15,-2 0-392 0,1-6-313 0,0 4-119 16,0 6 104-16,-4 4 304 16,-4 9 820-16,0 4 560 0,-8 6 256 0,0 1 408 15,-4 5 364-15,0 0 608 0,-8 11-112 16,-1-3-375-16,-6 6-585 0,-5 5-76 15,1 3-52-15,-6 4 112 0,5 2-4 16,0-3-76-16,1-3 16 0,6-3 44 16,1-6-64-16,9-3-160 0,-1-3-200 15,4-5-104-15,0 2 0 0,4 2 88 0,3 0 76 16,6 1 60-16,2 2 36 16,2 1-24-16,6-1-36 0,1 4-76 0,4-3-12 15,0 2-40-15,0 1-72 0,4-3-8 16,-4 2-328-16,4 1 88 0,-4-7-336 15,0 3-420-15,0-5-80 0,-5-1-328 0,-3-3-1217 16,4 0-3235-16</inkml:trace>
  <inkml:trace contextRef="#ctx0" brushRef="#br0" timeOffset="171228.902">7718 14300 10452 0,'0'0'2189'15,"0"0"-1449"-15,0 0-156 0,0 0 504 16,0 0 44-16,0 0-292 0,0 0-392 15,47-76-188-15,-31 57-100 0,0 0-36 16,4-1-112-16,-5 5 64 16,6-1-64-16,-6 6 72 0,1 4 4 0,1 6-80 0,-2 0 68 15,2 6 8-15,-2 8 152 0,2 5-52 16,-2 9 124-16,-2 0 0 0,2 10-76 16,-4 0-88-16,-2 0-56 0,3 0 20 15,-5 1-100-15,2-8 56 0,-1-2-64 16,0-4-12-16,-1-3-52 0,-3-2 56 0,5-8-76 15,-1-3-148-15,-1-2-112 16,2-1-184-16,-1-6-300 0,-1 0-412 16,5-8-532-16,1-3-1028 0,-2-14-2813 0</inkml:trace>
  <inkml:trace contextRef="#ctx0" brushRef="#br0" timeOffset="171380.42">8240 14109 4220 0,'0'0'704'0,"0"0"5244"0,0 0-4907 0,0 0-413 16,-81 68 48-16,53-40 304 0,0 7 156 16,0 2-176-16,4 2-400 0,-3-2-208 0,3 5-104 15,0-4-236-15,0-3-12 0,5 0-76 16,-2-3-84-16,10-7-300 0,-6-2-172 16,10-8-156-16,3-5-200 0,-1-7-384 0,5-3-1121 15,0-6-2427-15,0-4-360 0,13-19 5072 16</inkml:trace>
  <inkml:trace contextRef="#ctx0" brushRef="#br0" timeOffset="172060.535">8434 13379 3416 0,'0'0'992'0,"0"0"364"16,0 0-200-16,0 0-492 0,0 0 48 16,0 0 324-16,0 0 192 0,0 0-155 0,0 0-433 15,0 0-384-15,0 0-104 0,0 0 40 16,4 12 28-16,-4-5 60 15,0-3-28-15,0-1-36 0,0 0-48 0,0 0 8 16,0 0 52-16,0-1-24 0,0 3 48 16,0-3 76-16,0 5 148 15,0-1 80-15,0 1-68 16,0 5-12-16,0 4-80 0,0 3-48 0,0 3-40 0,0 5-88 16,0 4 28-16,-4 4-40 0,1 3-12 0,-6 0-96 15,1 3-16-15,0 1-76 16,-3-1-8-16,2-3-4 0,1-4-192 0,-3-5-148 15,7-7-60-15,-5-3 104 0,5-6 28 16,1-7-12-16,-1-2-12 0,4-2 44 16,0-2 92-16,0 0-76 0,4-8 36 15,-1-3 192-15,10-3-32 0,-1-9 40 0,3-3 52 16,1-6 8-16,5 4-60 16,-2 0 0-16,5 5 64 0,-7 4 60 15,2 3 100-15,1 7 28 0,-5 2 8 0,6 4-76 0,-10 3-8 16,2 0 20-16,-5 0-48 15,-1 7-36-15,-3 2 0 0,-4 1-44 16,0 5-68-16,-8 5 0 0,-3-1 0 16,-6 3-60-16,2 0-12 0,-5-3-40 15,-4 0-60-15,4 0-28 0,4-6 40 0,1-4 8 16,-2 2 112-16,9-9 40 0,1 4 12 16,-2-6-12-16,9 4-88 15,0-4-48-15,0 0-24 0,4 2-16 0,5 3 176 16,6 1 252-16,5-4-80 0,4 2-172 15,0-2-88-15,7-2-60 16,6 0-28-16,-5 0-136 0,4 0-116 0,3 0-528 0,-7 0-892 16,-8 0-1273-16,4 0-2383 0</inkml:trace>
  <inkml:trace contextRef="#ctx0" brushRef="#br0" timeOffset="173448.205">3354 16354 3040 0,'0'0'5948'0,"0"0"-2787"15,0 0-1309-15,0 0-840 0,0 0-296 16,0 0-84-16,-76 39-60 0,61-17-112 16,-2 9-224-16,6 4 0 0,3 3 0 0,4-1-52 15,4 3-36-15,0-6-68 0,0-2-80 16,8-10-12-16,-4-2-4 0,3-12-80 16,2-1-4-16,-5-7-196 0,8 0-136 0,-5 0 168 15,2-2 68-15,3-9-4 0,-1-2 48 16,2-1 56-16,-2-6-4 15,2-5-64-15,-2-1 164 0,-3-2 0 0,0-1 64 16,0 1-60-16,0 3-4 0,-4 1 0 16,0 9 4-16,4 5-4 15,-4 4-48-15,4 3 48 0,0 3 140 0,3 0-128 16,6 9 124-16,3 4 24 0,3 9 52 0,1 4 124 16,4 6-124-1,-3 6-24-15,-1 3 84 0,-5 6-4 0,5 8-132 0,-8 2 64 16,0 3-64-16,0 0-4 0,-4 4 16 15,-4-7-140-15,-5-3-8 16,-3-3 8-16,0-7 92 0,0-3-92 0,0-3 40 16,-7-6 4-16,-1-1 56 0,-4-8 40 0,0 0 268 15,0-8-124-15,-4 1-36 0,0-6-36 16,0-1-48-16,-8-5-92 16,5-1-80-16,-9-3-12 0,0-3-108 0,-4-7-16 15,0-3-44-15,0-3-40 0,4-3 12 16,0-4-36-16,8 4-40 0,8-2-48 15,1 2 52-15,6-1 68 0,1 2-8 16,4 1-16-16,0-5-8 0,13 3-216 16,-6-3-272-16,5-1-560 15,4-2-668-15,-4 10-2105 0,4-14-1759 0</inkml:trace>
  <inkml:trace contextRef="#ctx0" brushRef="#br0" timeOffset="173659.699">4151 16748 7200 0,'0'0'5145'0,"0"0"-3485"0,0 0-876 0,0 0 472 16,79-3 492-16,-62 3-376 0,3-3-576 0,-4 3-504 16,4-4-216-16,-5 1-76 15,6-1-160-15,-6 2-416 0,1-1-356 0,0 3-332 16,-7 0-916-16,-6 3-3581 0,-3 16-3431 15</inkml:trace>
  <inkml:trace contextRef="#ctx0" brushRef="#br0" timeOffset="173799.178">4163 17043 6412 0,'0'0'2364'0,"0"0"-256"0,0 0-1311 15,0 0 675-15,0 0 432 0,0 0-344 16,76-16-588-16,-44 0-464 0,0 0-344 15,4-3-164-15,-1 1-496 0,5-2-660 16,-5 5-516-16,-7 2-2140 0,4 1-4233 16</inkml:trace>
  <inkml:trace contextRef="#ctx0" brushRef="#br0" timeOffset="174593.072">5637 16837 1084 0,'0'0'10725'0,"0"0"-8565"0,0 0-1208 0,0 0 4 15,0 0 344-15,0 0-196 0,0 0-268 16,0 0-148-16,0 0-16 0,112 6-76 0,-68-6-96 15,8-6-147-15,-1-4-121 16,5-2-136-16,-4-4-36 0,4-3-56 16,-5 0 8-16,-7 0-12 0,0 3-264 0,-9 2-321 15,-7 2-243-15,-7 3-152 0,-5 5-468 16,-8 1-1576-16,-8 3-4601 0</inkml:trace>
  <inkml:trace contextRef="#ctx0" brushRef="#br0" timeOffset="174960.756">5693 16872 6188 0,'0'0'8253'0,"0"0"-6525"16,0 0-1424-16,0 0 144 16,0 0 460-16,0 0 412 0,0 0-512 15,79 9-456-15,-62-3-252 0,3 0-100 0,-5 5-12 16,-2-3-76-16,-1 6 76 0,-9-2-84 15,1 4-112-15,-4 6 24 0,0 7 64 16,-7 3-52-16,-10 3-64 0,-2-1 28 16,-1 2 60-16,-5-5 76 0,2-2 8 0,3-1 16 0,0-2-36 15,1-3 84-15,2-4 56 16,6-7 4-16,2-3 0 16,1-2-60-16,8-4-8 0,0-1-44 0,4-2-44 15,9 0 96-15,2 4 264 0,9-1 56 16,8 4-48-16,7-7-4 0,6 0-60 15,-2 0-24-15,13 0-88 0,0 0-88 16,4 0 92-16,-4 0-100 0,-5 0-280 0,-3 0-248 16,-4 0-148-16,-5-3-160 15,-2 3-308-15,-14 0-1244 0,1-4-4229 0</inkml:trace>
  <inkml:trace contextRef="#ctx0" brushRef="#br0" timeOffset="175706.57">5824 15837 4576 0,'0'0'4972'15,"0"0"-1919"-15,0 0-1093 0,0 0-864 0,0 0-164 16,0 0 64-16,0 0 16 0,21 72-40 16,-17-33-312-16,-1 2-304 15,-3 3-76-15,0 2-148 0,-3-2-32 0,-5-4-100 16,-1-1-8-16,1-1-92 0,5-6-84 15,-5-6-108-15,4-8 12 0,-1-5 96 16,1-4 40-16,4-5-16 0,0-4-48 0,0 0 60 16,0 0 100-16,0-4 48 15,0 1 0-15,0-1 0 0,4-4 84 0,1-3 16 16,3-1-88-16,-1-4-12 0,10 0-4 16,-6-3-108-16,6 0 52 0,-6 7-4 15,5 2 4-15,-7 4 48 0,-2 6 4 16,-3 0 4-16,-4 0 0 0,4 0 0 15,-4 0-84-15,0 6-72 0,-4 4 52 0,0 2 104 16,-3 4-96-16,-6 3 88 16,1 0-148-16,1 1 36 0,-2-1 16 15,2-7 108-15,-2-2 64 0,5-4-64 16,1-3-8-16,3-1-104 0,0 3 100 16,-1-5 4-16,5 0-56 0,0 0-20 0,0 0-40 15,0 0-12-15,9 2-64 0,-1-2 200 16,8 7 40-16,-1-4 304 0,6 4-36 0,2-1-48 15,-3 1-76-15,4-4-24 16,0-3-84-16,-4 2-12 0,4-2-64 16,-4 0-96-16,-1 4-212 0,-2-1-88 15,-2 0-248-15,-2 4-324 0,-2-1-956 0,2 3-2133 16,-9 7-1411-16</inkml:trace>
  <inkml:trace contextRef="#ctx0" brushRef="#br0" timeOffset="176495.842">5589 17726 10524 0,'0'0'2221'0,"0"0"-1021"15,0 0-316-15,0 0 188 0,0 0 56 0,0 0-296 16,0 0-252-16,0 0-124 0,0 0-172 15,76 32-164-15,-60-23-68 0,0 4 8 0,-4 2-60 16,0-2-56-16,-4 3-8 0,-4 3 60 16,0 3-8-16,-4 0-184 15,0 1 88-15,0-2-92 0,0-4-32 0,-8-1-128 16,4-10-24-16,-4 1-60 0,3-7-92 16,-6 0-256-16,-1-4-492 15,0-8-648-15,-4-4-961 0,4 0-1923 0</inkml:trace>
  <inkml:trace contextRef="#ctx0" brushRef="#br0" timeOffset="176649.467">5553 17672 1044 0,'0'0'4712'0,"0"0"1381"0,0 0-4941 16,0 0-744-16,0 0 432 16,0 0 600-16,0 0-424 0,0 0-544 0,80-16-472 15,-55 9-136-15,3-2-336 16,-2-1-536-16,2 1-660 0,-7 0-2553 15,3-1-3143-15</inkml:trace>
  <inkml:trace contextRef="#ctx0" brushRef="#br0" timeOffset="176812.779">6000 17738 9308 0,'0'0'6077'0,"0"0"-5117"16,0 0-848-16,0 0 200 0,0 0 308 15,0 0-184-15,0 0-436 0,0 0-212 0,0 0-436 0,79 4-192 16,-62-10-364-16,-10-1-1084 16,6 1-3461-16</inkml:trace>
  <inkml:trace contextRef="#ctx0" brushRef="#br0" timeOffset="176962.563">6056 17862 12589 0,'0'0'1948'0,"0"0"-1644"0,0 0 60 0,0 0 304 16,0 0-16-16,0 0-176 0,0 0-388 0,0 0-88 16,87 10-324-16,-67-14-344 0,4-2-364 15,-4-2-412-15,-4-3-1180 0,12-2-2477 16</inkml:trace>
  <inkml:trace contextRef="#ctx0" brushRef="#br0" timeOffset="177229.109">6522 17783 4288 0,'0'0'9857'0,"0"0"-8369"0,0 0-844 0,0 0 40 15,12 66 52-15,-9-56-108 0,6-7-344 16,-1-3-244-16,0 0 8 0,3-6-48 16,6-3 64-16,-2-4-64 0,1-7-148 15,-4-2-124-15,1 0 64 0,-2 0 196 16,-3 0-36-16,-3 6 40 0,-5 0 4 15,0 3-8-15,0 7-124 0,0-1 136 16,-9 4 28-16,-6 0-28 0,-2 3-124 16,-2-3 24-16,-5 3 24 0,-4 0-120 0,0 3-116 15,0 3-160-15,-4 5 60 16,4 1-184-16,-4 3-336 0,0 2-692 0,12-4-2281 16,-12 5-1695-16</inkml:trace>
  <inkml:trace contextRef="#ctx0" brushRef="#br0" timeOffset="178057.143">7056 16380 572 0,'0'0'10256'15,"0"0"-7691"-15,0 0-729 0,0 0-652 0,0 0-124 16,0 0 212-16,0 0-400 15,0 0-420-15,0 0-280 0,24 69 160 16,-20-18 8-16,-1 16-132 0,-3 6-160 0,0 6 24 16,0-2-24-16,-7-5-40 0,3-5-8 0,-5-13-72 15,5-6-148-15,0-17 64 0,4-8 144 16,0-10 8-16,0-7-4 16,0-6-164-16,0 0-108 0,4-10-28 0,13-3 76 15,-2-6 136-15,5 0 84 0,5-6-52 16,3 3-132-16,-4 3 88 15,-1 3 20-15,1 7-48 0,-4 2 124 0,-1 4 4 0,-6 3 8 16,-1 0 100-16,-5 3 96 16,-2 4 88-16,-5 2 8 15,0 0-12-15,0 1-96 0,0-1-48 0,-9 4 32 16,2-3 4-16,-5-4-40 0,-4 4-32 16,4-4-92-16,-4 1 52 0,-3-2-60 15,2-1-12-15,-3-1-172 16,1-3-8-16,-2 0-52 0,6 0-52 15,-5-3-156-15,3-6-124 0,6-1-64 0,7-3-124 0,0 0-492 0,4 1-772 16,4-4-1044-16,7 0-1901 16,-2 7-1159-16,10-4 5924 0</inkml:trace>
  <inkml:trace contextRef="#ctx0" brushRef="#br0" timeOffset="178576.257">7542 16748 7096 0,'0'0'2868'16,"0"0"-755"-16,0 0-1257 0,0 0-460 0,0 0 420 15,0 0 472-15,0 0-32 0,52 73-436 16,-40-35-300-16,3 7 60 0,-2-1 268 15,2 7-368-15,-6-1-272 0,-5-1-24 16,-1-2-84-16,1 0-100 0,-4-5-148 16,0-4-108-16,0-6 72 0,-4-10 68 0,1-10 112 15,-1-2 0-15,0-7-180 0,4-3-88 16,0-9-60-16,0-7 136 0,0-10-64 16,0-6 112-16,8-2 88 0,-1-5 48 15,1 5-64-15,5-1 4 0,2 7 72 0,-2 5 72 16,-2 4 140-16,1 6-16 0,-4 4 0 15,0 2-36-15,-4 4-112 16,-4 3-48-16,0 0-64 0,0 3 4 0,-4 4 0 16,-4 2-4-16,0 0-60 0,-4 7 40 15,1 0 20-15,2 0 0 16,-3 1 64-16,5-5 4 0,3 4 8 0,4-3 184 16,0-4 76-16,4 4 24 0,3-1 12 15,9 1 44-15,0-3-156 0,4-1-48 16,3 1-12-16,2-4-40 0,-1-3-92 0,4 1-4 15,0-4 0-15,0 0-4 0,-5-4-300 16,1-2-212-16,0-7 12 16,-7 4-148-16,2-7-376 0,-3 0-696 0,-4 0-1308 15,-1-6-3533-15</inkml:trace>
  <inkml:trace contextRef="#ctx0" brushRef="#br0" timeOffset="178811.707">8175 16452 8052 0,'0'0'6209'0,"0"0"-4909"16,0 0-708-16,0 0-4 0,0 0 544 0,76 79 140 16,-60-56-292-16,4-1-480 15,4-2-320-15,-5 2-180 0,1 0 0 16,1-3-144-16,-6 1-296 0,-2-1-244 0,-2-7-188 15,-3 1-244-15,1-1-808 16,-2-5-1932-16,-3-4-2057 0,0-6 629 0</inkml:trace>
  <inkml:trace contextRef="#ctx0" brushRef="#br0" timeOffset="178962.472">8434 16376 1368 0,'0'0'92'0,"0"0"8576"0,0 0-7095 16,0 0-845-16,-76 89 244 0,57-54 312 0,-5 7 100 15,3 2-256-15,-2 0-324 0,3 1-260 16,0-1-224-16,1-2-296 0,-2-7-24 16,5-1-356-16,0-8-336 0,5-3-328 15,2-11-360-15,1-3-940 0,5-11-3825 0</inkml:trace>
  <inkml:trace contextRef="#ctx0" brushRef="#br0" timeOffset="179428.826">8629 15770 11041 0,'0'0'4796'0,"0"0"-4028"16,0 0-456-16,21 92 348 0,-18-54 808 0,-3 4-24 0,4-1-504 15,-4 0-503-15,4-3-269 16,-4 4-168-16,0-8-12 0,0 1-120 15,0-3-245-15,0 0-123 0,0-7-36 0,0-3 72 16,0-8 96-16,0-6 0 0,0-4 0 16,4-4-24-16,-4-6 80 15,5-5 312-15,-5-8 88 0,8-6 48 0,-5-3 112 16,5-4-100-16,5-3-100 16,-6 7-44-16,9 0 96 0,-4 4 108 0,4 9-48 15,0-1-12-15,-4 10-52 0,-4-1-48 16,0 4-40-16,-4 3 68 0,0 0-24 0,-4 0-52 15,0 3-60-15,0 4 48 0,-4 2-52 16,-5 4-20-16,-2 2 24 16,-1 4 48-16,0 0-84 0,-4 0-28 15,4-2-12-15,0-2 28 0,4-1 8 0,5-2 92 16,3 1-40-16,0 0 40 0,0 2 8 16,3-2 48-16,5 0 148 0,4-1 148 0,4 1-124 15,0-3-120-15,4 3-28 16,-4-7-72-16,3 0-116 0,2 1-44 15,-1-4-136-15,-1 0-256 0,-2-1-336 16,2 2-736-16,-3-1-1156 0,-4-3-2477 0,4 4-1459 16</inkml:trace>
  <inkml:trace contextRef="#ctx0" brushRef="#br0" timeOffset="181414.905">11913 15370 14233 0,'0'0'2580'0,"0"0"-1312"0,0 0-960 16,0 0 12-16,0 0 636 0,0 0 108 16,88 32-188-16,-53-32-475 0,1-4-205 15,12-8-76-15,-4-8-48 0,4-2-72 0,-1-6-136 16,1-4-313-16,-4 0-219 0,-5 1-112 15,-7 1-224-15,-8 5-700 0,-7 6-2272 16,-13 4-2733-16</inkml:trace>
  <inkml:trace contextRef="#ctx0" brushRef="#br0" timeOffset="181726.358">12231 14951 5520 0,'0'0'5793'0,"0"0"-3869"0,0 0-1160 16,0 0-536-16,0 0 276 0,0 0 492 15,-39 98 320-15,35-63-284 0,4 6-368 32,0 4-208-32,0 3-4 0,11 6-24 0,-3 0-108 15,8 3-40-15,0 0-72 0,0 3-76 0,0 1-36 0,0-4-92 16,1-1-8-16,-2-1 8 0,-3-5 0 0,-4-2 68 16,0-3 48-16,-4-5-32 0,0 2-84 15,-4-7 44-15,0-6-36 0,0-4 0 16,-4-6 48-16,-4-7-56 0,0-2 56 15,0-7 36-15,-4-3-96 0,-4 0-112 16,-4-3-168-16,-4-7-48 0,0-5-84 16,-4-7-164-16,0-4-36 0,5-5-212 15,-1-5-216-15,4-4-484 0,8-5-1016 16,3 13-2537-16,9-18-2063 0</inkml:trace>
  <inkml:trace contextRef="#ctx0" brushRef="#br0" timeOffset="181943.49">12869 14707 12517 0,'0'0'2440'0,"0"0"-1812"0,0 0-464 16,0 0 468-16,0 0 724 0,0 0 0 15,15 70-544-15,-11-39-544 0,5 4-184 16,-1 6-80-16,-4 0 20 0,-1 0-24 15,1 1-184-15,-4 2-424 0,0 1-268 16,0-5-172-16,0 2-468 0,0-10-932 16,-7 6-3189-16</inkml:trace>
  <inkml:trace contextRef="#ctx0" brushRef="#br0" timeOffset="182115.52">13136 15389 8856 0,'0'0'6821'0,"0"0"-5329"16,0 0-660-16,0 0-28 0,0 0 140 16,92-3-248-16,-73-4-268 15,5-2-380-15,-3 0-48 0,-2-1-368 16,1 3-340-16,-4 0-372 16,0 5-440-16,-8-1-1396 0,-8 3-3705 0</inkml:trace>
  <inkml:trace contextRef="#ctx0" brushRef="#br0" timeOffset="182255.499">13172 15541 6960 0,'0'0'6637'0,"0"0"-4677"16,0 0-1216-16,0 0-532 0,0 0 136 15,0 0 436-15,0 0 220 0,0 0-256 0,0 0-208 16,0 0-248-16,88 42-108 0,-56-48-184 16,-1-1-184-16,1 0-564 15,0 2-320-15,0-2-432 0,-9 0-1296 0,5 4-4073 0</inkml:trace>
  <inkml:trace contextRef="#ctx0" brushRef="#br0" timeOffset="182804.46">14104 15011 5260 0,'0'0'7217'0,"0"0"-5433"0,0 0-1000 0,0 0-52 16,0 0 608-16,107-6-28 0,-63-1-316 15,9 0-372-15,-6-1-268 0,5 2-76 16,-5-5-108-16,1-1-172 0,-4 2-12 15,-4-2-88-15,-4 2-352 0,-4 1-316 16,-4 3-352-16,-13-1-368 0,-2 7-1028 0,-13 0-2453 16,-9 4-2547-16</inkml:trace>
  <inkml:trace contextRef="#ctx0" brushRef="#br0" timeOffset="183111.871">14211 15097 768 0,'0'0'8824'0,"0"0"-5747"0,0 0-1521 0,0 0-1000 15,0 0 424-15,0 0 488 0,0 0-60 16,97 7-192-16,-62-7-544 0,1 0-280 16,0 0-148-16,-4 3-172 0,-8-1-72 15,-4 5-84-15,-5 2-40 16,-3 3 28-16,-7 12-76 0,-5-2-8 0,0 9-76 16,-17 7 72-16,2 3 60 0,-9 1 0 0,-4 2 124 15,4-5 16-15,-4-5-8 0,4-2 88 16,4-7-88-16,4-1 104 0,8-6 8 15,4-6-20-15,4-2-88 16,4-4-12-16,16 1 4 0,0-4 4 0,12-3 76 16,3 0-72-16,10-6 112 0,-2 0-112 15,9-8-12-15,-4 5-8 0,0-1-300 0,0 3-252 16,-9-1-176-16,1 2-192 0,1-1-660 16,-18 3-2224-16,1 1-3997 15</inkml:trace>
  <inkml:trace contextRef="#ctx0" brushRef="#br0" timeOffset="183592.092">14235 16180 3980 0,'0'0'8289'0,"0"0"-7037"15,0 0-1240-15,0 0 52 16,0 0 176-16,0 0 308 0,0 0-32 0,0 0-160 16,0 0-132-16,0 0 64 0,0 0-124 15,64 16 100-15,-55 3 4 0,-6 3-68 16,1 0-28-16,0 3 16 0,-4-5-40 15,0 2 28-15,0-6-116 0,0-4-60 0,0-3-4 16,0-2-44-16,-4-4-40 16,4-3-272-16,0 0-240 0,-4-3-180 15,1-6-560-15,-6-4-676 16,5 3-2009-16,-8-9 801 0</inkml:trace>
  <inkml:trace contextRef="#ctx0" brushRef="#br0" timeOffset="183743.419">14207 16027 1344 0,'0'0'8076'0,"0"0"-6231"0,0 0-609 0,0 0-192 0,0 0 24 15,0 0-264-15,92-19-336 0,-68 13-264 16,0 0-204-16,4-7-228 0,-4 3-512 16,3-2-652-16,-6 5-860 0,3-5-2369 15</inkml:trace>
  <inkml:trace contextRef="#ctx0" brushRef="#br0" timeOffset="183905.113">14697 16129 1212 0,'0'0'10505'0,"0"0"-8853"0,0 0-1120 15,0 0 76-15,0 0 188 0,84-10-180 0,-60 3-616 16,1-1-164-16,-2-3-528 0,-3 2-216 0,0 6-624 15,-4-4-1685-15,-5 7-2395 0</inkml:trace>
  <inkml:trace contextRef="#ctx0" brushRef="#br0" timeOffset="184062.066">14797 16249 600 0,'0'0'9380'0,"0"0"-7371"0,0 0-1097 0,0 0-136 15,0 0 276-15,0 0 96 16,0 0-232-16,0 0-368 0,0 0-548 0,0 0-12 15,0 0-424-15,91 30-292 16,-66-47-228-16,-5 1-512 0,4-6-1557 0,-9 6-3123 16,6-12 1908-16</inkml:trace>
  <inkml:trace contextRef="#ctx0" brushRef="#br0" timeOffset="184225.517">15120 16011 536 0,'0'0'9080'0,"0"0"-7031"0,0 0-1153 15,0 0-256-15,-12 93 72 0,8-66-12 16,-4 9-172-16,4-5-212 0,0 1-128 16,4 0-184-16,-4-3-4 15,4-4-580-15,0-6-468 0,0-3-484 0,0-6-1285 16,0-4-2279-16,0-6 521 0,0-4 4575 16</inkml:trace>
  <inkml:trace contextRef="#ctx0" brushRef="#br0" timeOffset="185120.949">14478 13903 2100 0,'0'0'940'15,"0"0"3336"-15,0 0-1480 0,0 0-1159 16,0 0-685-16,0 0-136 0,0 0 84 15,0 0 200-15,0 0-476 0,0 0-404 16,4 22 140-16,-4 4 4 0,0 2-56 16,0 7-72-16,0 0-76 0,0 3-48 0,-4 0-24 15,1-3-88-15,-5-4 0 0,-1 5-12 16,1-8 8-16,1 4-4 0,-1-3 0 16,-1-1-56-16,2-2-108 15,-1-1-128-15,0-6-144 0,-1 3 44 0,2-6-16 16,3-3 64-16,4-4 24 0,-4-6 76 0,4 1 40 15,0-4 20-15,0 0 56 0,0-4 60 16,0 1 76-16,4-3 0 0,0-7 88 16,0 1 0-16,-1-7-24 15,6 0 0-15,-1-7 36 16,3 5-52-16,2-5 16 0,-1 3 64 0,4 1-4 0,-1 6 64 16,6 0 0-16,-6 4-48 0,5 2-16 0,1 1-60 15,-6 3 152-15,1 2-16 16,-4 1-64-16,-4 3-72 0,-4 0-60 15,0 0-4-15,-4 3-48 0,0 4 4 16,-4 2 44-16,-8 4 24 0,0 3-24 0,-4 6-212 16,-4-3-152-16,0 3 0 0,0-5-16 15,5-3 140-15,-2-3 52 0,10-5 148 16,-6-4 40-16,9 3 100 0,0-5 12 0,1 0 104 16,3 0-16-16,0 0-12 0,0-5 28 15,0 5-4-15,3-2 68 16,5-2 32-16,5 4 24 0,-6 0-64 0,10 0-120 15,-2 0-16-15,2 4 236 0,-2-2-64 16,5 5 0-16,-4-3-88 16,0 2-20-16,4-4-56 0,-8 2-128 0,3-1-16 0,2 1-16 15,-6 2-116-15,6-3-164 16,-6 0-160-16,2 4-312 0,-1-4-240 16,-1 3-164-16,5 0-396 0,-8 1-1004 0,5-1-1965 15,-6-3-1451-15</inkml:trace>
  <inkml:trace contextRef="#ctx0" brushRef="#br0" timeOffset="189557.762">15758 14783 1500 0,'0'0'8424'0,"0"0"-7147"0,0 0-545 15,0 0-192-15,0 0 520 0,0 0 272 16,0 0-136-16,0 0-396 0,0 0-400 15,0 0 48-15,11 72 8 0,-7-30-36 16,0 8-124-16,-4 5-64 0,0 5-96 16,-4 0-136-16,-3 4 48 0,-5-4-44 15,-4 1 4-15,4-7 0 0,-4-1-8 0,4-5-12 16,-1-6-24-16,6-11 36 0,-1-5 8 16,4-8 56-16,0-8-60 0,-1-3-4 15,5-5-4-15,0-2-48 0,0 0-168 16,0-9-24-16,0-1 120 0,5-6-12 0,-1-6 12 15,4-7 120-15,0 1 0 0,-1-7-44 16,2-3-4-16,3 0 52 16,-5 0-12-16,6 0 4 0,-2 9 8 0,2 4 0 15,-1 6 56-15,3 6 64 0,-3 7 28 16,0 3-12-16,1-1-72 0,-6 4-4 16,1 0-52-16,0 4-4 0,-3-1-4 0,-2 6 0 15,-3 1-4-15,0 6 0 0,0 3 0 16,-8 3-108-16,-4 4-60 0,-4-4-36 15,-4 3-64-15,4-6 36 0,1-1 52 16,-2-1 72-16,2-7 108 0,6-4 4 16,1 0 88-16,5-3-52 0,-1 1-36 15,4 2-200-15,4-3 200 0,3 6 136 16,10 1 212-16,-2-1-4 0,5 1-108 0,1-1-64 16,2 5-108-16,-3-9 80 0,4 6 16 15,-4-1-40-15,-4-8-120 16,0 4 0-16,0-3-12 0,-5 1-72 0,6-4-212 15,-1 0-148-15,0 0-148 0,-5 0-140 16,6-4-284-16,-2-5-560 0,-3 7-1576 16,4-12-3417-16</inkml:trace>
  <inkml:trace contextRef="#ctx0" brushRef="#br0" timeOffset="189951.419">16415 15141 4732 0,'0'0'6841'0,"0"0"-5765"0,0 0-668 16,0 0 64-16,0 0 392 0,-92-69 472 0,77 65-232 15,-2 4-344-15,-3 6-304 16,1 13-132-16,-1 7-92 0,-1 6 64 16,2 8 84-16,3 2 124 0,0 4-112 0,4-2-160 15,0-6-136-15,8-8-84 0,4-7-12 16,0-7-56-16,0-6 8 0,12-7-12 15,0-3-4-15,4 0-8 0,0-10-12 16,3-2-52-16,6-7 0 0,-1-4 16 16,0 2-64-16,-5-8 96 0,1 7-56 15,1-4 80-15,-6 7 4 0,1-3 12 0,-4 9 48 16,-4 0 4-16,-1 7 32 0,-2 6-24 16,-1 0 48-16,0 3 148 0,0 10 136 15,4 6-48-15,-5 3-128 0,2 3-56 0,-1 8-16 16,0-2-8-16,4 1 8 15,-4-4-96-15,-1-2-84 0,1-4-380 0,1-3-260 16,3-3-100-16,-4-6-176 0,3-1-336 16,1-2-656-16,-3-4-2121 0,-1-3-2131 15</inkml:trace>
  <inkml:trace contextRef="#ctx0" brushRef="#br0" timeOffset="190409.431">16698 15312 5532 0,'0'0'4408'15,"0"0"-2587"-15,0 0-1157 0,0 0-420 0,0 0 496 0,0 84 556 16,0-50 136-16,0 4-316 16,0 3-460-16,-4-2-248 0,4-4-12 15,0 0-28-15,0-4-168 0,0-6-200 16,4-1-60-16,-1-6-88 0,1-5-172 16,5-4-100-16,-1-6-172 0,-1-3-116 15,1 0-168-15,5-10-320 0,2-2-492 0,2-9-1265 16,3-5-2135-16,-5-3 224 0,2 7 4497 15</inkml:trace>
  <inkml:trace contextRef="#ctx0" brushRef="#br0" timeOffset="190625.93">16976 15391 1460 0,'0'0'1252'0,"0"0"5564"0,0 0-4959 16,0 0-597-16,0 0-280 0,0 0-432 16,0 0-28-16,0 0 212 0,-87 55-120 15,67-36-132-15,-4 0-104 0,8 4-140 0,-4-7-100 16,4 2-48-16,5 2 12 0,3-4 24 15,4-4 60-15,-1 1 28 0,5 0-40 16,5-4 0-16,3-3 64 0,3 4 36 16,9-7 8-16,-4 3-56 0,4-6-116 15,4 0-44-15,0 0-4 0,3 0-60 16,1-3-72-16,0-3-176 0,-3-1-120 0,3 1-260 16,-8 0-300-16,-1 0-288 15,1-1-524-15,-8 4-1464 0,4 0-3761 0</inkml:trace>
  <inkml:trace contextRef="#ctx0" brushRef="#br0" timeOffset="191191.919">17622 14852 1472 0,'0'0'6764'0,"0"0"-2875"0,0 0-2997 0,0 0-544 16,0 0 44-16,0 0 332 0,0 0 524 15,0 0-120-15,0 0-220 0,84 38-180 16,-73-6-112-16,6 9-24 0,-6 1-176 16,-3 2-112-16,1-3-84 0,-1-2-52 0,-1-7-104 15,6-10-64-15,-2 0-80 0,1-6 8 16,-3-4-48-16,2-5-16 15,-3-1-60-15,1-3-168 0,-2-3-212 0,1 0-176 16,0 0-336-16,0-9-676 0,4-1-932 16,-4-2-2209-16,-1-10-1583 0</inkml:trace>
  <inkml:trace contextRef="#ctx0" brushRef="#br0" timeOffset="191379.1">18009 14865 12 0,'0'0'10140'0,"0"0"-8591"0,0 0-1077 15,0 0-60-15,0 0 228 0,-101 57 336 16,70-32 176-16,-1 7-300 0,5 7-172 16,-10-2-172-16,5 5-12 15,-3-2-148-15,3 2-92 0,-4 0-100 0,4-4-156 16,4-4-312-16,0-1-316 0,4-1-180 16,5-7-160-16,-1-6-64 0,8-3-336 0,-1-4-936 15,10-12-2533-15,-1 0-555 0,4-6 4393 16</inkml:trace>
  <inkml:trace contextRef="#ctx0" brushRef="#br0" timeOffset="193761.836">18037 14208 3148 0,'0'0'1732'16,"0"0"-312"-16,0 0 840 0,0 0-488 15,0 0-339-15,0 0-153 0,0 0-112 0,0 0-204 16,0 0-224-16,0 0-196 0,0 0-72 16,0 41 76-16,0-19-4 0,0 1-76 15,4 1-144-15,-4 2-68 0,0 2-84 16,4 5 36-16,-4 2-48 0,0-1-84 15,0 4-64-15,0 1-12 0,0-1-12 16,0 3-4-16,0-3-56 0,0 1 68 0,-4-5-68 16,0-5-40-16,0-3 0 15,-1-8 52-15,5-5 48 0,0-3-48 0,0-4-76 16,0-3 48-16,0-3-8 0,0 0-64 16,0 0-124-16,0 0-36 0,0-3-4 15,0-3 28-15,0-7 24 0,0-3-68 16,9-6-108-16,-5 0 68 0,0-7 28 15,3-2 76-15,-3-1 52 0,5 3 32 16,-5 0 40-16,3 4 152 0,-3 6 60 0,4-4-56 16,-4 8 60-16,4 1 48 15,0-1 104-15,0 2 72 0,4 4 0 16,-4-1 28-16,4 1-24 0,0-1 8 0,0 1-64 16,-4 2-36-16,0 1-40 15,4 0-12-15,-4 0-12 0,-1 2 0 0,6-2-60 0,-5 3-64 16,-5 0 0-16,6 3-8 15,-5-4-4-15,-4 4-4 0,4 0 4 16,-4 0 8-16,0 0 48 0,0 0-56 0,0 4-76 16,0-4-12-16,0 6-60 0,-8 0 88 15,3 4-40-15,-2-1 24 0,-1 4-60 16,-5 0-64-16,-2-1 4 0,3 1-4 16,-4 0-24-16,4-1 60 0,4-3 8 15,-4 1-56-15,4-3 48 0,4-1 64 16,1 0 92-16,-2-2-68 0,5 3-12 15,0-5 12-15,0 2 72 0,0 2 4 16,8-4 216-16,-4 3-40 0,8-3-28 16,-4-2-8-16,0 4-28 0,4-4-8 0,-1 0-28 15,-2 3-16-15,-1 0-56 0,0-3 12 16,-1 2 56-16,2 5-20 0,3-3-52 16,-5 2-48-16,6-3-152 0,-2 0-468 15,-3 1-300-15,5-1-904 0,-6 0-2021 16,5-3-1343-16</inkml:trace>
  <inkml:trace contextRef="#ctx0" brushRef="#br0" timeOffset="194086.324">18686 14564 3636 0,'0'0'2800'0,"0"0"2113"16,0 0-4233-16,0 0-348 0,0 0 476 15,0 0 336-15,0 0-124 0,0 0-352 16,88 2-364-16,-69-8-128 0,2-1-168 0,3 1-8 16,-5 0-304-16,1-3-300 0,-4 2-288 15,4-2-456-15,-9 0-1177 16,2-1-2923-16</inkml:trace>
  <inkml:trace contextRef="#ctx0" brushRef="#br0" timeOffset="194314.627">18984 14303 1772 0,'0'0'1448'0,"0"0"4936"15,0 0-4499-15,0 0-553 0,0 0-324 16,0 0-32-16,0 0-132 0,0 0-88 16,0 0-44-16,0 0-228 0,9 86-136 0,-5-57-52 15,-4 5-124-15,4 4-72 0,-4 4-92 16,0 3-8-16,0 2-4 0,0 1-232 15,-4 2-232-15,0-2-216 0,4-4-332 16,-4-6-432-16,-1-6-1188 0,5-7-3069 16,-7 1-191-16</inkml:trace>
  <inkml:trace contextRef="#ctx0" brushRef="#br0" timeOffset="195876.868">12167 17447 5716 0,'0'0'416'0,"0"0"3668"16,0 0-2883-16,0 0-701 0,0 0-192 0,0 0 64 15,0 0-16-15,0 0-112 0,0 0-156 16,0 0-88-16,0 0 8 16,-7-7 116-16,7 7 132 15,0 0-64-15,0 0 12 0,0 0 148 0,0 0 128 0,0 0-140 16,0 0-176-16,0 0-76 0,0 0-12 16,0 0-12-16,0-3 0 0,0 3 24 15,0-3 0-15,0 3 112 0,0-4 16 0,4 1 20 16,-4 3 4-16,3-3-16 0,-3 0-28 15,0-1 4-15,4 2-12 16,-4-1-40-16,0-1 12 0,0 1 12 0,0-3-24 16,0-1-72-16,0 1-76 0,0-4-48 15,0 1 40-15,-4 0-44 0,1-1-32 16,-5 0 8-16,4 3 4 0,-5 5-52 16,2-4 24-16,-1 2 36 0,-5 4 16 15,-2-2-40-15,2 2-12 0,-2 2 40 0,-1 8-4 16,4 3 56-16,4 6-116 15,-4 6 72-15,8 6 52 0,0 6 124 0,4 0-12 16,0 8-12-16,0-4 72 0,8-4-36 16,0-2-136-16,4-5 124 0,4-11 0 15,0-7-124-15,4-5 8 0,4-7 4 16,-1 0 112-16,5-13-72 0,0-4-52 16,4-8-148-16,-4-3 0 0,0-4-100 0,-4-3-60 15,-4-1-68-15,-4 5 164 16,-8 6 40-16,-1-1 84 0,-2 11-24 0,-1-2-12 15,-4 8 48-15,0 3 76 0,0 3 140 16,0 3-28 0,0 0-112-16,0 3-136 0,0 3-92 15,0 10 152-15,4 7 76 0,4 5 292 0,8 9 120 0,-1 5 100 16,2 6-116-16,-2-1 12 0,2 8-76 16,-6-1-72-16,1 2-36 0,-7 2 20 15,-1-4-96-15,-4 0-12 0,0-10 36 0,0-2-160 16,-4-10 148-16,-1-7-76 0,5-10-24 15,-4-2-52-15,4-6 56 0,-4-7 8 16,4 0 36-16,-4 0 4 0,-7 0-112 16,2-7-304-16,-6 1-152 0,-6-8 88 15,2 2-60-15,-5-3 8 0,0-5-200 16,-8-2-40-16,4-3-192 0,-4-4-204 16,0-2-492-16,8-4-872 0,5 5-3041 15</inkml:trace>
  <inkml:trace contextRef="#ctx0" brushRef="#br0" timeOffset="196110.04">12793 16875 288 0,'0'0'9340'15,"0"0"-7083"-15,0 0-941 0,0 0 56 0,0 0-376 0,0 0-212 16,56 89-324-16,-49-60-260 16,6 2-200-16,-1 1-24 0,-5 3-28 15,2-3-220-15,-1 3-308 16,-4-1-300-16,3 1-296 0,-7 0-868 16,5-6-3133-16</inkml:trace>
  <inkml:trace contextRef="#ctx0" brushRef="#br0" timeOffset="196278.479">13410 17548 5956 0,'0'0'7077'0,"0"0"-5125"0,0 0-1096 16,0 0-176-16,0 0 380 0,97 0-356 15,-74-6-440-15,-3-5-264 0,4-1-408 16,0-1-336-16,-4 1-508 0,0 2-612 15,-8 7-2561-15,-9 3-3575 0</inkml:trace>
  <inkml:trace contextRef="#ctx0" brushRef="#br0" timeOffset="196440.368">13363 17805 6584 0,'0'0'984'15,"0"0"2304"-15,0 0-2027 0,0 0-261 16,0 0 564-16,0 0-156 0,75 13-432 0,-43-13-352 15,5-4-192-15,2-2-236 16,-3-3-196-16,7-1-356 0,-2 1-276 0,2-1-240 16,-3 4-252-16,-12 0-352 0,12 2-4381 15</inkml:trace>
  <inkml:trace contextRef="#ctx0" brushRef="#br0" timeOffset="197165.205">14714 17389 3544 0,'0'0'744'0,"0"0"4760"0,0 0-3059 15,0 0-545-15,0 0-308 0,107 0-124 16,-63-9-332-16,4-4-348 0,4-3-272 16,0-4-184-16,-1 1-160 0,5-6-172 15,-8 3-52 1,-1 0-180-16,-7 0-332 0,-7 6-344 15,-6 3-344-15,-7 4-480 0,-8 2-1252 16,-12 7-3353-16</inkml:trace>
  <inkml:trace contextRef="#ctx0" brushRef="#br0" timeOffset="197466.659">14909 17412 10556 0,'0'0'2033'0,"0"0"-1253"15,0 0 144-15,0 0 568 0,0 0-252 0,0 0-332 16,87 37-428-16,-62-30-356 0,-1-1-112 0,-1 0-8 16,-3 5-4-1,-4-3-152-15,-8 5-132 0,-4 6-24 0,-4 4 72 16,0 8-52-16,-8 8-8 0,-8-2 84 0,1 5 36 16,-6-2 176-16,1-1 0 15,5-7 4-15,-2-4 4 0,9-9 80 16,5-3 112-16,3-6-176 0,0-6-24 0,3-2-148 15,13-2 148-15,4 0 172 16,8-2 128-16,4-9 36 0,8-1-152 16,0-4-176-16,4-3-8 0,-1 0-236 0,1 3-260 0,-4 3-596 15,-1 4-420-15,-11 3-1076 16,4 6-3625-16</inkml:trace>
  <inkml:trace contextRef="#ctx0" brushRef="#br0" timeOffset="197987.568">15100 18345 7988 0,'0'0'1556'0,"0"0"-288"16,0 0 29-16,0 0-5 15,0 0-364-15,0 0-360 16,0 0-264-16,88 74-104 0,-81-56-36 0,2 1-36 16,-5 0-68-16,0 0-48 0,0-3-8 15,-4 0 76-15,0 0-80 0,0-7-88 0,-4 1-124 16,0-4-76-16,-4-6-180 0,-1 0-316 16,2 0-608-16,-5-6-1541 0,0 0-2787 15</inkml:trace>
  <inkml:trace contextRef="#ctx0" brushRef="#br0" timeOffset="198142.661">15080 18256 5308 0,'0'0'6557'0,"0"0"-5493"0,0 0-692 0,0 0 768 16,0 0 72-16,0 0-444 0,80-9-768 15,-60 2-160-15,4 4-748 0,4-3-524 16,-9-1-1356-16,9 1-3677 0</inkml:trace>
  <inkml:trace contextRef="#ctx0" brushRef="#br0" timeOffset="198287.789">15502 18348 5260 0,'0'0'3208'0,"0"0"-647"0,0 0-1801 15,0 0-312-15,0 0 412 0,80-17-236 16,-60 5-624-16,0 3-308 0,-4 0-868 0,0-1-445 15,-4 3-1471-15,-8 4-3980 0</inkml:trace>
  <inkml:trace contextRef="#ctx0" brushRef="#br0" timeOffset="198425.46">15558 18526 6884 0,'0'0'5181'0,"0"0"-3077"0,0 0-1108 15,0 0-364-15,0 0 96 0,0 0 32 16,0 0-140-16,0 0-620 0,0 0-84 15,80 16-440-15,-52-35-196 0,0-10-424 16,-9 10-872-16,6-19-3017 0</inkml:trace>
  <inkml:trace contextRef="#ctx0" brushRef="#br0" timeOffset="198584.657">15873 18221 2752 0,'0'0'8485'0,"0"0"-6741"0,0 0-1108 0,0 0-216 15,-8 85 264-15,8-60 48 0,0 5-320 16,0-8-308-16,4 3-104 0,0-6-128 0,0-2-464 16,4-5-532-16,-4 1-532 0,0-7-1373 15,0-2-2235-15,-4-4 1089 0</inkml:trace>
  <inkml:trace contextRef="#ctx0" brushRef="#br0" timeOffset="199268.022">15012 16700 1604 0,'0'0'1188'0,"0"0"3552"0,0 0-2536 16,0 0-591-16,0 0-281 0,0 0-172 0,0 0-56 15,12 99-236-15,-8-61-252 0,-4 6-264 16,0-2-168-16,0-1-32 0,-4-3-152 16,4-3-12-16,-3-4-176 0,-1-6-324 15,4-6-132-15,-5 0 116 0,5-8 152 16,0-2 124-16,-4-6 24 0,4-3-28 0,0 0 132 15,0 0 124-15,0 0 88 0,0-6-88 16,0 0-12-16,0-7-92 0,0-6-100 16,0 0 52-16,9-7 88 15,-2 1-4-15,5 0 68 0,-3 3 180 0,2 2 148 16,1 5 104-16,-3 2-52 0,-2 3-40 16,-3 4-36-16,0 3-28 0,0 0-112 0,-4 3-64 15,0 0-100-15,0 3-136 16,-4 2-100-16,-4 2-28 0,1 9 160 0,-6 0-8 15,1 3-64-15,-4 3 0 16,4 1 76-16,0-5 24 0,4-2-40 0,0 0 16 16,8-7 92-16,0-2 8 0,4-1 100 15,4 0 204-15,8 1 0 0,5 0-28 16,-2-4-24-16,9-1-28 0,0-2-72 16,0 0 24-16,4 0-108 0,-4 0-68 0,4-2-304 15,-4-1-372-15,0 0-288 0,0-1-408 16,-9 2-1765-16,9 2-3343 0</inkml:trace>
  <inkml:trace contextRef="#ctx0" brushRef="#br0" timeOffset="200062.744">16204 17138 1368 0,'0'0'9272'16,"0"0"-7191"-16,0 0-933 0,0 0-148 16,0 0 284-16,0 0-396 15,0 0-204-15,80 99-204 0,-69-55-144 0,-7 6-80 0,0 5-132 16,-4 2-60-16,0 0-16 0,-4-3-48 0,0 0-88 15,-4 0-84-15,1-10-196 16,-2-2-88-16,5-7-68 0,0-13 104 0,1-6 156 16,3-13 116-16,0-3-28 0,0-3-292 15,3-13-208-15,5-9 172 0,5-13 200 16,2-6 112-16,1-7-60 0,0-7-144 0,0 5 40 16,0 1 356-16,-4 8 12 15,0 12 180-15,-1 7 100 0,2 9 0 16,-1 10-48-16,-9 3-92 0,6 3 76 0,-5 0 100 15,4 3-4-15,-4 6-208 16,-1 4-116-16,1 3-160 0,-4 2-40 0,0 2 60 16,-4 2-100-16,-3 0 48 0,-1 3-20 15,-5 0-4-15,-2 5-40 0,2-5 92 16,6 3 156-16,-1 1-60 16,4-4 68-16,0-2 100 0,4-4 180 0,8 0-52 15,4-6-24-15,0-4-76 0,7-2-4 0,2-4 80 16,3-3-40-16,0 0-88 0,-1-3-76 15,5-7 0-15,0 0-240 0,-4-2-332 16,4 3-416-16,-4-4-948 0,-8 3-2321 16,0 0-1963-16</inkml:trace>
  <inkml:trace contextRef="#ctx0" brushRef="#br0" timeOffset="201604.828">17172 16875 3252 0,'0'0'7412'0,"0"0"-5651"0,0 0-673 0,0 0-604 16,0 0 84-16,0 0 468 0,0 0-8 15,0 0-480-15,0 0-160 16,20 67 168-16,-8-20 196 0,0 7-64 0,-1 7-296 16,-6 2-124-16,-1 0-156 0,-4-2-112 15,0-4-52-15,0-6-68 0,-4-7-152 16,4-8-56-16,0-9 44 0,0-7 136 15,0-8 28-15,0-5-4 0,4-4 36 16,-4-3-20-16,4 0 32 16,4-3 76-16,3-6 0 0,2-4 88 0,-2-4 36 15,6 5-76-15,-6-1-48 0,6 4-88 0,-2 2 76 16,1 4-48-16,0 3 12 16,0 0-16-16,-4 0-8 0,-1 6 72 0,2 1 0 15,-5 2 84-15,-4 1-72 0,-1 2-8 16,1 1-4-16,-4-1 8 0,0 2 104 15,-4-5-12-15,-3 4 8 0,-1-3-108 16,-8-1-40-16,4 0-20 0,-8 1-212 0,0-3-12 16,0-5-184-16,-4 5-68 0,0-7 40 15,1 0-132-15,3-7-352 0,-5 1-284 16,6-7-524-16,3-2-441 0,4-4-819 16,3 6-1848-16,6-9 3436 0</inkml:trace>
  <inkml:trace contextRef="#ctx0" brushRef="#br0" timeOffset="202030.666">17710 17312 3848 0,'0'0'6564'0,"0"0"-5111"16,0 0-837-16,7 74 36 16,-7-43 352-16,0 1 200 0,0 3-148 0,0 4-480 15,-3 2-216-15,-1-3-124 0,-4 3-52 0,4 0-120 16,0-2-64-16,-1-8-88 15,5-2-372-15,0-7-224 0,0-6 80 0,0-10 188 16,9-3 100-16,-1-3-96 0,7-9-300 16,2-7-316-16,3-9-448 0,3-4-677 15,1-5-403-15,0 1 224 0,0-2-380 16,0 4 845-16,0-1 1867 0,-4 0 0 0,-5 7 695 16,2 2 1025-16,-13 11-792 15,0 2 1312-15,-4 7-172 0,-4 3-124 16,-4 0-511-16,-8 3-261 0,0 11-624 0,0-2-216 15,-4 7-164-15,-4 0-80 0,0 3 116 16,4 0 76-16,-3 0-52 16,3 1 64-16,3-1-52 0,6-2-24 0,3-5-52 15,0 1 100-15,8 0 104 0,0 0-56 16,8-4 68-16,3 1-116 16,10-3-116-16,-1-1-84 0,3-3-16 0,1-3-44 0,4-3-4 15,0 0-224-15,-4 0-180 16,-1-6-324-16,2 3-92 0,-1-3-184 0,-4-1-528 15,-5 1-1433-15,6-3-2455 0</inkml:trace>
  <inkml:trace contextRef="#ctx0" brushRef="#br0" timeOffset="202385.621">18323 17008 4984 0,'0'0'5000'0,"0"0"-2771"0,0 0-1513 0,0 0-420 16,0 0 340-16,0 0 428 16,64 96 16-16,-48-69-452 0,0 9-352 15,0-1-64-15,0 0-12 0,-5 0-200 0,2-7-120 16,-2-2-168-16,2-7-260 0,-1-3-324 16,-1-10-112-1,2-3-68-15,-2-3-228 0,6-6-661 16,-6-13-2087-16,2 5-2176 0,2-19 6204 0</inkml:trace>
  <inkml:trace contextRef="#ctx0" brushRef="#br0" timeOffset="202544.847">18670 16995 3876 0,'0'0'4856'0,"0"0"-2359"16,0 0-1289-16,-83 84-340 0,50-46 8 16,-3 3-92-16,4 3-104 0,-3 1-36 15,7-1-268-15,0 0-216 0,5-6-160 16,2-6-88-16,9-3-552 0,0-4-352 15,8-5-264-15,1-8-852 0,3-5-2437 16,0-7-1339-16,0-11 5324 0</inkml:trace>
  <inkml:trace contextRef="#ctx0" brushRef="#br0" timeOffset="202986.497">18686 16459 6808 0,'0'0'5777'0,"0"0"-4681"0,0 0-448 15,0 0 84-15,0 0 616 0,47 92-188 0,-34-63-160 16,-1 2-384-16,-5 1-260 0,6 4-160 16,-5-3-196-16,-5 0 0 0,1-2-148 15,-4 1-232-15,4-3-124 0,-4-4-28 0,0-6 52 16,0-2 32-16,0-11 0 0,4-4 24 15,-4-2 4-15,5-2-44 0,3-9 152 16,-1-3 312-16,1-9 136 0,5 1 16 16,-6-4-88-16,1 7-52 0,1 0 40 15,-2 10 60-15,-3 2 212 0,0 4 56 16,-4 3-56-16,0 3 124 0,-4 10-224 0,0 0-60 16,-3 6-68-16,-6 0-88 0,2 3 0 15,-2 0-4-15,1 0 0 0,1 0 8 16,-2 1-8-16,2-4-4 0,-2 0-4 15,5 0-8-15,1-6-4 0,3-1 4 16,4-2-68-16,0-4 80 0,4 1 100 0,7-1-16 16,2-3 16-16,-2-3 36 15,10 0-136-15,-2 0-48 0,1-6-276 0,1-1-184 16,2-5-252-16,1-4-312 0,0 3-828 16,-8 0-2381-16,4-9-2535 0</inkml:trace>
  <inkml:trace contextRef="#ctx0" brushRef="#br0" timeOffset="203148.892">19064 16815 3360 0,'0'0'8565'0,"0"0"-6865"16,0 0-976-16,0 0 60 0,0 0 352 0,0 0 36 16,0 0-392-16,76 22-608 0,-56-32-172 15,4-2-320-15,0-4-216 16,-1 0-308-16,1-6-516 0,-3 6-1200 0,-1-12-3957 15</inkml:trace>
  <inkml:trace contextRef="#ctx0" brushRef="#br0" timeOffset="203314.078">19439 16554 10840 0,'0'0'1685'15,"0"0"-1189"-15,0 0 156 0,0 83 592 16,0-52 164-16,4 5-408 0,-1 2-516 15,10 3-324-15,-5 3-76 0,-1 4-84 16,6-4-192-16,-9 1-604 0,4-1-320 0,-5-5-180 16,1-5-1188-16,1-11-3633 0,-1 4 66 15</inkml:trace>
  <inkml:trace contextRef="#ctx0" brushRef="#br0" timeOffset="204254.635">21834 15465 5804 0,'0'0'5237'16,"0"0"-2717"-16,0 0-1252 0,0 0-424 0,0 0 588 16,0 0-32-16,107 14-332 15,-63-19-408-15,8-4-380 0,-1-4-120 16,1 1-160-16,-4-4-8 0,-4-3-272 0,-4 3-308 16,-1 0-260-16,-6 4-124 0,-10-5-108 15,-3 5-680-15,-8 3-1152 0,-8-2-2609 0,-4-1-1139 16</inkml:trace>
  <inkml:trace contextRef="#ctx0" brushRef="#br0" timeOffset="204528.727">22172 15049 1448 0,'0'0'1108'0,"0"0"4680"0,0 0-3664 15,0 0-387-15,-28 88-309 0,28-53-196 16,0 7 24-16,8 6-204 0,5-1-256 0,-2 7-228 15,1 1-124-15,0 1-128 16,0 3-104-16,0-3-80 0,-4 4-120 16,0-3-4-16,-4-2-4 0,-4-1 4 0,0-7-4 15,0-3-4-15,0-2 4 0,0-7-4 16,0-7 0-16,0-6-4 16,0-6-68-16,0-9-112 0,0-4-48 0,0-3-76 15,0 0-88-15,-4-3-8 0,0-4-80 0,0-5-312 16,0-10-172-16,0-7-420 15,1 6-968-15,-2-21-2409 0</inkml:trace>
  <inkml:trace contextRef="#ctx0" brushRef="#br0" timeOffset="204686.467">22694 15497 6216 0,'0'0'7485'0,"0"0"-5813"16,0 0-700-16,0 0 544 0,0 0-208 0,0 0-536 15,92-6-432-15,-72-4-340 0,7-3-120 16,1 0-408-16,0-2-492 0,-4-1-428 16,0 0-544-16,-8-1-2449 0,0-1-3183 15</inkml:trace>
  <inkml:trace contextRef="#ctx0" brushRef="#br0" timeOffset="204858.75">22801 15224 1908 0,'0'0'980'0,"0"0"5920"0,0 0-4979 15,0 0-833-15,0 0-208 0,0 0 136 16,0 0-72-16,-39 80-100 0,39-40-160 16,11 5-36-16,-2 3-120 0,3-1-56 15,0 2-308-15,4-5-164 0,4 0-432 0,-5-9-372 16,6 0-264-16,-2-14-480 0,5-4-1404 16,-4-8-3389-16</inkml:trace>
  <inkml:trace contextRef="#ctx0" brushRef="#br0" timeOffset="205293.077">23396 15202 4000 0,'0'0'6985'15,"0"0"-4437"-15,0 0-964 0,-96 9-48 16,64 13-108-16,0 13-236 16,0 6-272-16,5 8-272 0,3 1-88 0,7-3-75 15,6-5-97-15,7-4-364 0,4-7-24 16,4-8-304-16,7-7-61 0,2-10-71 15,6-6-16-15,9-3 124 0,0-14 132 0,4-4-72 16,0-5-136-16,-4-2-100 16,3-1 0-16,-6 4-28 0,-1 0 112 15,-5 6 160-15,-3 3 120 0,0 3 128 0,0 10-88 16,-8 0 100-16,5 3 48 0,-2 8 288 16,-3 9 12-16,4 2-104 0,-4 6-144 0,0 4-24 15,-4 6-72-15,-1 7 56 16,1 2 0-16,-4 6 16 0,0 4 24 15,-11 3 120-15,-1 1 0 0,-4 2 40 0,0-3 12 16,-8-3 8-16,0-6 64 16,0-7-40-16,1-3-24 0,-1-9-36 15,0-4-96-15,3-9-76 0,2-7 24 0,-5-9-96 16,4 0-48-16,0-9-112 0,-4-7-4 16,-4-3 160-16,0-4-4 0,4 1-164 15,-4-6-12-15,9 3 16 0,-1-1 20 16,12-2-72-16,0-1-184 0,8 0-272 0,0-3-312 15,8 1-240-15,3-4-824 0,-3 7-780 16,9-13-3121-16</inkml:trace>
  <inkml:trace contextRef="#ctx0" brushRef="#br0" timeOffset="206026.187">21555 15014 1408 0,'0'0'732'0,"0"0"64"16,0 0-576-1,0 0 2568-15,0 0-732 0,0 0-876 0,0 0-404 16,-8 76-16-16,-1-57 245 0,2 4 83 0,3 3-260 15,-4-5-228-15,-1 8-32 0,5-4 24 16,-3 4 0-16,3 2-124 0,0 2-132 16,0 2-148-16,0 2-28 0,-1 2-60 0,2-2-100 15,-1 5 0-15,4 3 0 16,0 2-44-16,0 4 28 0,0-4-144 0,7 8-4 16,6-5-96-16,2-2-116 0,2 2-104 15,7-5-48-15,4-1-168 0,4-5-228 16,4-8-740-16,3-6-1149 0,1-2-1491 15,-9-10 252-15</inkml:trace>
  <inkml:trace contextRef="#ctx0" brushRef="#br0" timeOffset="206451.707">23913 15018 9880 0,'0'0'2985'0,"0"0"-1637"15,0 0-1332-15,0 0 84 0,0 0 556 0,0 0 732 16,0 0-32-16,80 82-592 0,-52-53-332 0,0 3-64 16,4 5-108-16,-4 5-28 0,-4 2-120 15,-1 1-112-15,-7 3-8 16,-4-4-64-16,-3 3 72 0,-9-3-120 0,-5 5-116 15,-3-5-8-15,-7 3 60 0,-6-6 96 16,1 1-96-16,1-4-88 0,-5-6-48 16,3-7-160-16,2-3-80 0,3-6-288 15,0-5-424-15,4-9-1232 0,-4-2-3305 0</inkml:trace>
  <inkml:trace contextRef="#ctx0" brushRef="#br0" timeOffset="206644.839">24678 15268 14457 0,'0'0'5116'16,"0"0"-4164"-16,0 0-708 16,0 0-36-16,92-25-12 0,-60 12-112 0,3 4-84 15,2-1-632-15,-1 1-360 0,-1-2-312 16,-7 6-1124-16,-4 2-3513 0</inkml:trace>
  <inkml:trace contextRef="#ctx0" brushRef="#br0" timeOffset="206811.799">24599 15541 12345 0,'0'0'3832'0,"0"0"-3652"0,0 0-120 15,0 0 240-15,0 0 472 0,0 0 328 16,0 0-436-16,92 25-452 0,-45-33-212 15,1-9-268-15,3-1-472 0,-3 2-412 16,1-7-560-16,-17 11-2704 16,7-11-4921-16</inkml:trace>
  <inkml:trace contextRef="#ctx0" brushRef="#br0" timeOffset="207287.109">25623 14859 1668 0,'0'0'9313'16,"0"0"-7085"-16,0 0-932 0,0 0-60 15,0 0 156-15,0 0 120 0,99 34-432 16,-35-30-188-16,12-4-308 0,12-7-256 16,-1-4-132-16,4-9-75 0,-7 1-121 15,0-3-49-15,-12 2-291 0,-9 1-256 0,-11 4-248 16,-8 5-124-16,-20 3-440 0,-8 7-932 15,-12 0-2713-15,-16 0-3643 0</inkml:trace>
  <inkml:trace contextRef="#ctx0" brushRef="#br0" timeOffset="207579.123">25913 14972 732 0,'0'0'10761'0,"0"0"-9005"0,0 0-1032 0,0 0 1068 15,80 17 72-15,-44-15-480 0,3 5-488 16,2-3-336-16,2 2-412 0,-7 0-148 0,1 4-88 16,-10-1-56-16,-7 7 20 15,-4 3-20-15,-12 3-200 0,-4 7 24 16,-4 6 136-16,-16 2 184 0,-4 5-84 0,-4-1 84 16,-4 1 48-16,-4 0 40 0,5-4 108 15,3-4 96-15,7-9 0 0,6-1 16 16,11-12-64-16,4-3-136 0,12-2-108 15,8-2-8-15,12-5-40 0,11 0 44 16,13-5-104-16,4-9-100 0,8 0-124 16,-5 0-256-16,6-2-148 0,-10 4-228 15,-3 5-908-15,-16-2-2640 0,3 2-3349 0</inkml:trace>
  <inkml:trace contextRef="#ctx0" brushRef="#br0" timeOffset="208099.129">25881 16015 6536 0,'0'0'220'0,"0"0"2076"0,0 0-1608 16,0 0-380-16,0 0 556 0,0 0 361 15,0 0-37-15,0 0-388 0,0 0-228 0,80 85-168 16,-72-56-92-16,-4-2-60 15,1 6 36-15,-5-4-8 0,0-4-16 0,0 0-152 16,0-2-12-16,-5-8-36 0,5-2-60 16,-4-6-4-16,4-2-112 15,0-5-164-15,-4 0-180 0,4 0-172 0,0-8-396 16,-4-5-976-16,4 3-2417 0,-7-11-1355 16</inkml:trace>
  <inkml:trace contextRef="#ctx0" brushRef="#br0" timeOffset="208258.964">25982 15916 12 0,'0'0'11301'0,"0"0"-9441"0,0 0-1300 0,0 0 72 16,0 0 92-16,0 0-296 0,83-4-428 16,-59 4-216-16,0 0-324 0,4 0-360 0,-4 0-788 15,-5 0-2589-15,9 0-2855 0</inkml:trace>
  <inkml:trace contextRef="#ctx0" brushRef="#br0" timeOffset="208412.979">26336 16131 6280 0,'0'0'8117'0,"0"0"-6893"0,0 0-1024 0,0 0 192 0,0 0 244 15,0 0-88-15,91 4-548 16,-59-10-84-16,0-7-480 0,4 3-124 15,-4-3-256-15,-4 7-896 0,-4 0-2241 0,-8 4-1275 16</inkml:trace>
  <inkml:trace contextRef="#ctx0" brushRef="#br0" timeOffset="208542.575">26507 16259 2360 0,'0'0'772'0,"0"0"7457"0,0 0-6309 0,0 0-800 15,0 0 104-15,0 0-120 0,0 0-220 16,0 0-376-16,0 0-508 0,92 15-296 15,-60-33-476-15,4-1-544 0,-8 3-1036 16,3-13-4241-16</inkml:trace>
  <inkml:trace contextRef="#ctx0" brushRef="#br0" timeOffset="208770.473">26917 16142 7444 0,'0'0'5509'0,"0"0"-3489"16,0 0-1352-16,0 0 124 0,-3 82 428 0,3-63-120 0,3-6-412 15,9-7-688-15,4-3-12 16,5-3-96-16,-2-6 104 0,9-7-156 0,-4-6-124 16,4-3-24-16,-4 0-64 0,-1-5 4 15,2 2 144-15,-9 3 36 0,-5 0 16 16,1 3-4-16,-7 3 176 0,-5 1 8 16,0 2 4-16,-9 0-4 0,-2 0-8 15,-10 1-252-15,-3 3-220 0,-3-1-236 16,-9-1-412-16,0 3-776 0,8 4-1053 0,-19-5-2071 15</inkml:trace>
  <inkml:trace contextRef="#ctx0" brushRef="#br0" timeOffset="209837.317">26145 13795 768 0,'0'0'5052'0,"0"0"-2312"16,0 0-1056-16,0 0-535 0,0 0-85 16,0 0 172-16,0 0-244 0,0 0-212 0,0 0-24 15,0 0-132-15,31 70-64 0,-23-38 24 16,-4 6-4-16,0 6-100 0,-4 4-160 15,0-1-88-15,-4 4-108 0,-8 1-76 0,1-2-48 16,-6-6 8-16,6 1-8 16,-6-8-40-16,10-1-96 0,-1-11-60 0,3-6-12 15,1-6-88-15,4-7-12 0,0 1-36 16,0-7-40-16,0 0-64 0,0 0-12 16,0-4 88-16,0-5 124 0,9-4 104 0,-1-6 140 15,7-4 4-15,2-4 80 16,3-5-32-16,3-3-48 0,1 0 4 15,0 0 44-15,4 3 12 0,-4 3 40 0,0 7 64 16,-4 3-64-16,0 3-52 16,-1 4 164-16,-6 5-124 0,-5 7-88 15,-8 0-112-15,0 0 112 0,0 0-76 0,-4 10 12 16,-4-1 60-16,-4 4 4 0,-8 4-52 16,0-3 40-16,0 5 12 0,-4-2 4 15,0-1-4-15,4 3 12 0,-4-3 0 16,5-1-4-16,6-2 4 0,2-4-8 0,7 4 80 15,4-6 56-15,0 5 20 0,11-3 40 16,6 5-76-16,2 1-64 16,9-2 12-16,0-1-72 0,8 2-188 0,4-5-84 15,4 1-176-15,-1-4-156 0,1-3-212 16,-8 4-1096-16,11-7-3497 0</inkml:trace>
  <inkml:trace contextRef="#ctx0" brushRef="#br0" timeOffset="210558.951">27930 14989 208 0,'0'0'9928'0,"0"0"-8075"16,0 0-737-16,0 0-304 0,15-67 76 15,-15 52 32-15,0 1-216 0,-4 0-204 16,-4 3 24-16,-3 5-140 0,2-1 36 0,-2 7 12 16,-1 0 72-16,0 10 72 0,-8 9-296 15,0 10-48-15,0 5 36 16,0 15 76-16,0-2-40 0,4 3-24 0,4-2-88 16,8-10-80-16,4-6-104 0,0-10-8 15,8-6-112-15,12-10-8 0,4-6 48 16,4-6-76-16,4-6-132 0,4-11-120 15,0-2-52-15,-5-6 36 0,-6 2 160 0,-2 0 60 16,-7 3 120-16,1 4 64 16,-6 3 8-16,-3 0 4 0,-4 7 88 0,0-1-28 15,0 3-12-15,-4 1 64 16,0 5-108-16,0 1-4 0,0 3-8 0,0 0 8 16,0 9 140-16,4 5 176 0,-4 5-144 15,0 3 24-15,0 6-52 0,0 4 16 0,0 0-76 16,0 0-44-16,0 0-40 15,0-4-256-15,0-6-404 0,4-3 36 16,0-6-188-16,4-6 20 0,4-7-88 16,0 0-592-16,-4 0-1080 0,8-17-2885 0</inkml:trace>
  <inkml:trace contextRef="#ctx0" brushRef="#br0" timeOffset="210717.876">28289 15055 560 0,'0'0'10605'0,"0"0"-8277"15,0 0-1412-15,0 0-296 0,0 82 148 16,0-56 184-16,3 0-80 0,1 3-376 16,0-4-436-16,0-3-60 0,8-3-644 15,-4-3-464-15,0-4-264 0,7-1-672 16,-6-5-2605-16,10-6-1899 0</inkml:trace>
  <inkml:trace contextRef="#ctx0" brushRef="#br0" timeOffset="210929.137">28591 15132 496 0,'0'0'9624'0,"0"0"-7747"0,0 0-1197 0,0 0-40 16,-80 26 72-16,56-12 248 0,0 5-40 15,5 1-164-15,-1-1-284 16,8 3-212-16,0-2 12 0,8-2-24 0,0-1-72 16,4-5 68-16,4-2 16 0,3-2-24 15,10-1 20-15,-2 0-36 16,9-4-220-16,0-3-12 0,4 0-292 0,4 0-56 15,0-6-208-15,-4-1-12 0,4-2-192 16,-4 0-396-16,-9 2-1036 0,5-5-3621 16</inkml:trace>
  <inkml:trace contextRef="#ctx0" brushRef="#br0" timeOffset="211133.503">28929 14970 5348 0,'0'0'8753'0,"0"0"-6761"0,0 0-1324 0,0 0-148 15,0 0 644-15,0 0 80 16,96 26-380-16,-68-31-508 0,0-7-356 0,7-4-140 16,2-3-260-16,-1-6-432 0,-1 3-560 15,-3-3-664-15,-8 5-2148 0,-4-11-3165 16</inkml:trace>
  <inkml:trace contextRef="#ctx0" brushRef="#br0" timeOffset="211307.674">29109 14718 5776 0,'0'0'1432'16,"0"0"2721"-16,0 0-3177 0,-24 84-120 15,20-53 540-15,0 8 128 0,4 2-348 16,0 0-432-16,0 3-408 0,0 1-236 15,0 2-100-15,0 0-220 16,-4-5-424-16,4-3-512 0,0-8-508 0,0-6-1112 16,0-9-3041-16,4-2 421 0</inkml:trace>
  <inkml:trace contextRef="#ctx0" brushRef="#br0" timeOffset="211967.498">29563 14414 3676 0,'0'0'8621'0,"0"0"-7025"0,4 70-1000 16,0-29-76-16,-4 13 700 0,0 3 128 16,-4 0-312-16,-4 4-444 0,4-4-284 15,-4-3-176-15,4-6-120 0,0-7-12 0,0-4-280 16,4-4-112-16,0-11 132 0,0 0 88 15,0-6 160-15,0-7-112 0,4 2-48 16,0-8-52-16,5-3 40 0,-2 0 60 16,5-10 112-16,4 0-100 0,4-3-64 15,0 1-60-15,0-1 100 0,-1 4 88 16,2 2 48-16,-6 7 200 0,2 0 132 0,-2 0-32 16,-3 4-80-16,0 2-96 0,-8 3-12 15,5-2 12-15,-9 2 48 0,0 2-24 16,0 0-24-16,-4-1-40 0,-5 2-72 15,-3 1-12-15,0-3 0 0,-7-1 0 16,-2 1 100-16,2-3-100 0,-1-2-68 0,0 1-192 16,0-6-96-16,4 0-16 0,0 0-112 15,4-2-288-15,8-7-396 16,0-5-1096-16,4 2-2593 0,0-11-2299 0</inkml:trace>
  <inkml:trace contextRef="#ctx0" brushRef="#br0" timeOffset="212168.48">30029 14818 7444 0,'0'0'5181'0,"0"0"-3105"0,0 0-1360 15,0 0-112-15,-11 72 448 16,2-37 276-16,-3 6-380 0,1 4-300 0,2 3-196 16,1 0-88-16,5-1-20 0,-1-5-248 15,0-1-96-15,4-6-268 0,0-7-232 16,0-2-292-16,4-8-216 0,3-1-144 15,6-12-372-15,-2-5-404 0,10 0-512 16,-6-5-845-16,17-19-1387 0</inkml:trace>
  <inkml:trace contextRef="#ctx0" brushRef="#br0" timeOffset="212359.755">30288 15107 2232 0,'0'0'792'0,"0"0"-476"16,0 0 7317-16,0 0-5249 0,0 0-924 0,0 0-340 15,0 0-216-15,0 0-332 16,-87 5-100-16,59 15-112 0,0 2-64 0,0 3-52 0,8 1-120 15,4-4-124-15,4 0-72 16,12-6 64-16,0 0 8 0,0-4 8 0,12-1 100 16,4-6-8-16,4-2 0 0,4 1-4 15,-1-4-96-15,5 0-48 0,0-4-332 16,0-1-360-16,-4 2-268 0,-3-4-496 16,-10 3-1376-16,6-2-5021 0</inkml:trace>
  <inkml:trace contextRef="#ctx0" brushRef="#br0" timeOffset="213113.209">27767 14789 600 0,'0'0'612'0,"0"0"4712"15,0 0-956-15,0 0-2631 0,-64 79-553 0,47-50-244 16,1-1 4-16,5 8-200 0,-1-6-236 15,3 6-184-15,2-1-188 0,3 3-84 16,0-1-16-16,4 5-36 0,0 0-12 16,8-1 12-16,4 4 36 0,7 2 16 0,5 1-52 15,8-1 4-15,4 1-8 16,8-8-160-16,4 2-380 0,8 0-312 0,3-7-148 16,5-4-672-16,-16-6-3189 0,24 1-3610 15</inkml:trace>
  <inkml:trace contextRef="#ctx0" brushRef="#br0" timeOffset="213681.307">30787 14747 5004 0,'0'0'5828'0,"0"0"-4759"16,0 0-709-16,0 0 228 15,0 0 444-15,75 55 348 0,-51-33-440 0,0 3-288 0,-1 7-312 16,1 0-120-16,-3 2-120 0,-10 5-48 0,2-4 72 16,-9-1-124-16,-4 1 8 0,0 4-8 15,-8-7-8-15,-8-2-240 0,-5 3 108 16,2-8-44-16,-1 0-64 0,-4-2 8 15,-1-4-264-15,2-6-272 0,-1-5 120 16,4-1-56-16,4-7-780 0,4 0-1701 0,-3-7-3199 16</inkml:trace>
  <inkml:trace contextRef="#ctx0" brushRef="#br0" timeOffset="214049.516">31487 14535 2796 0,'0'0'7236'0,"0"0"-5407"15,0 0-881-15,0 0 60 0,41 86 256 16,-30-52 112-16,6 8-284 16,2 2-360-16,-3 1-336 0,4 2-188 0,0-1-24 15,0 0-12-15,-4-5-148 0,4-2-24 16,-5-7-268-16,-2-7-40 0,2-6-160 0,-2-3-204 15,-2-6-148-15,-3-5-220 0,5-1-516 16,-9-4-1036-16,7-9-2533 0</inkml:trace>
  <inkml:trace contextRef="#ctx0" brushRef="#br0" timeOffset="214236.465">31858 14668 4316 0,'0'0'7669'15,"0"0"-6489"-15,-83 71-864 0,47-31 144 0,-8 8 452 16,0 6 396-16,0 0-420 0,0-3-280 16,9 0-200-16,3-4-308 15,4-2-100-15,0-8-208 0,8-1-488 0,4-5-224 16,4-9-280-16,4-3-256 0,0-6-1128 0,4-10-2305 16,4-3-1322-16</inkml:trace>
  <inkml:trace contextRef="#ctx0" brushRef="#br0" timeOffset="-214747.196">32185 13912 4892 0,'0'0'7245'0,"0"0"-6109"16,0 0-956-16,0 0 316 0,0 0 692 16,0 0-16-16,0 0-160 0,0 0-468 15,24 99-348-15,-32-58-96 0,-4 7 36 16,-4 5-36-16,-4 5 72 0,-4-4-172 16,0-3-4-16,4-7-256 0,8-9 28 15,4-9 108-15,4-7 12 0,4-7 24 0,0-5-24 16,0-4-184-16,8-3-152 0,1-3 36 15,2-4 212-15,5-5-16 0,0-4 116 16,4-3 92-16,0-3-52 0,0-3 60 16,4 2 48-16,-9 0 16 0,2 5 12 0,-2 5 36 15,-2 0 16-15,-5 7 36 0,-1-1 36 16,1 7 12-16,-3 0 0 0,-5 0-40 16,4 0-48-16,-4 7 12 0,0-1 76 15,-4 7-64-15,-5 0-96 0,1 0-48 16,-3 5-4-16,-9-2-12 0,3 3 0 15,-2 4-4-15,-5-4-80 0,0 0 44 0,4 3 40 16,4-6 8-16,0-1 4 0,8 1 64 16,8 1-16-16,0-6 40 15,8 6 20-15,8-5 56 0,8 5-16 0,8-4 60 16,7-1-208-16,6-3-24 0,2-2-456 16,1-1-352-16,-4 1-632 15,-9-4-1668-15,14 0-6473 0</inkml:trace>
  <inkml:trace contextRef="#ctx0" brushRef="#br0" timeOffset="-211153.233">21607 17126 4700 0,'0'0'596'0,"0"0"3348"0,0 0-3184 16,0 0-164-16,0 0 61 0,0 0 155 16,0 0 20-16,-41 85-196 15,41-56-128-15,0-1-88 0,0 2-80 0,9-2-76 16,-5 0-36-16,4 1-152 0,-5-7-68 15,5 0-8-15,1-2 0 0,-1-8-128 0,-1 1-248 16,1-4-180-16,1-6-156 0,2 0-284 16,-3-3-492-16,5 0-1489 15,-6-3-2519-15</inkml:trace>
  <inkml:trace contextRef="#ctx0" brushRef="#br0" timeOffset="-211003.33">21813 17319 836 0,'0'0'8956'0,"0"0"-7063"0,0 0-701 16,88 7-20-16,-56-4-60 16,0-3-192-16,3 0-144 0,2 0-216 0,-5-10-424 15,0 3-136-15,-4-5-96 16,4 3-68-16,-9-3-108 0,1 1-200 0,-4-1-296 16,-4 3-316-16,-4-1-632 0,-4 0-1305 15,-4-2-1615-15</inkml:trace>
  <inkml:trace contextRef="#ctx0" brushRef="#br0" timeOffset="-210702.782">22168 17079 1016 0,'0'0'52'16,"0"0"4528"-16,0 0-2304 0,0 0-1056 0,-95-55-96 15,75 52 1-15,8 3 119 0,-1 0-136 16,10 6-348-16,-1 7-264 0,4 3-120 0,0 7 52 16,0 2 16-16,7 6 52 0,6 1-20 15,-1 6 80-15,-1 4-148 16,-2 2-100-16,2 3-132 0,1 7-40 15,-3 3-88-15,-5 0-48 0,3-2-124 0,-3-4 64 16,0-7 60-16,1-9-76 0,-1-3 36 16,0-7 36-16,-4-3 4 0,0-3 0 15,0 0-8-15,0-6-56 0,0-4-8 16,-8-2-28-16,3-1-72 0,-3-6-24 16,-3 0-40-16,2 0 0 0,-6-3-24 15,3-7-28-15,-1-2-212 0,-2-4-216 16,-1-3-116-16,8 0-232 0,-5-7-288 0,9 5-681 15,4 2-1115-15,0-11-2140 0</inkml:trace>
  <inkml:trace contextRef="#ctx0" brushRef="#br0" timeOffset="-210538.781">22367 17373 92 0,'0'0'9416'15,"0"0"-7611"-15,0 0-637 0,0 0-20 16,0 0 72-16,0 0-116 0,80 13-472 15,-64-13-332-15,-4 0-224 0,4 0-76 16,4-3-72-16,-5-4-292 0,2-5-304 16,3-1-212-16,-5-3-260 0,2 0-1056 15,-9 3-2441-15,-1-2-2039 0</inkml:trace>
  <inkml:trace contextRef="#ctx0" brushRef="#br0" timeOffset="-210353.1">22491 17145 6584 0,'0'0'2360'16,"0"0"5"-16,0 0-1233 0,0 0-480 0,0 0 200 16,0 0 260-16,24 76-144 15,-17-48-312-15,6 2-344 0,-5 1 12 0,-4 1 72 16,3-1-124-16,-3-2-272 0,5-1-12 16,-5 1-288-16,0-4-232 0,3 1-92 15,2-5-80-15,3 2 136 0,-1-10-632 16,2-3-1380-16,-2-7-2333 0,6-3-743 15</inkml:trace>
  <inkml:trace contextRef="#ctx0" brushRef="#br0" timeOffset="-209919.958">23065 17199 5776 0,'0'0'2612'16,"0"0"-464"-16,0 0-795 15,0 0-61-15,0 0 132 0,-84 16-4 0,60 9-292 16,4 3-320-16,0 4-252 0,5-3-164 15,2 0-184-15,5-7-156 0,5-3-52 16,-1-6-184-16,4-8-28 0,0-5-96 16,7 0-72-16,1-2 216 0,5-11-56 15,-2-3-68-15,1-3-72 0,-3-3-24 16,2 3 72-16,-3-1 80 0,1 5 20 0,2 5 124 16,-7 4 24-16,8 3-24 0,-4 3 88 15,0 7 128-15,3 1 160 0,2 5 16 0,-5 6-40 16,3 0-80-16,-2 4-96 15,3-1-76-15,-5 3-12 0,-3 4 12 0,5-1 128 16,-5 11 20-16,-4-1 28 0,0 3-28 16,0 6 36-16,0 2 28 15,-4 1 60-15,-5-2-60 0,1-1 8 16,1 1-72-16,-1-10 12 0,-1-3-12 0,2-7 0 16,3-2 24-16,0-11-60 0,0-5-28 15,0-7 4-15,-1 0 44 0,-2-3 16 0,-1 0-112 16,0-3-48-16,-8-6-84 15,4-1-52-15,-8-3-60 0,1-5-168 16,-5-1-104-16,3-3-112 0,-3-2-24 16,5-1-180-16,2 0-192 0,6 0-308 15,7 0-608-15,0 2-1377 0,-1-8-2799 0</inkml:trace>
  <inkml:trace contextRef="#ctx0" brushRef="#br0" timeOffset="-209647.954">23336 17049 4060 0,'0'0'288'0,"0"0"5020"16,0 0-4003-16,0 0-121 15,51 77 144-15,-46-49-172 0,-1 1-172 0,-4 3-252 16,0 0-148-16,0 2-184 0,0-3-140 15,0 2-136-15,-4 2 0 0,-1-3-52 16,-3-4-72-16,-3 0-124 0,2-2-60 16,-3-3-76-16,1-2-128 0,-2-5-84 15,2-3-196-15,-1-3-164 0,0-4-152 16,4-3-868-16,-4-6-3053 0</inkml:trace>
  <inkml:trace contextRef="#ctx0" brushRef="#br0" timeOffset="-209418.591">23647 16935 8868 0,'0'0'5009'15,"0"0"-4197"-15,0 0-648 0,0 0 264 16,0 0 516-16,0 0 252 0,0 0-428 0,0 0-520 15,0 0-236-15,47 76-4 16,-38-53-8-16,-6-1-308 0,-3 1-272 16,0-2-256-16,0 2-432 0,0-4-860 0,-8 9-3373 15</inkml:trace>
  <inkml:trace contextRef="#ctx0" brushRef="#br0" timeOffset="-209241.521">23798 17306 4560 0,'0'0'8753'0,"0"0"-7157"15,0 0-976-15,0 0 648 0,0 0 48 16,0 0-404-16,99-8-444 0,-78-3-468 0,7 3-64 16,-5 1-464-16,5-3-372 0,-4 4-228 15,-4-1-332-15,-1 7-820 0,-6 0-2337 16,-9 0-1899-16</inkml:trace>
  <inkml:trace contextRef="#ctx0" brushRef="#br0" timeOffset="-209087.312">23985 17454 3756 0,'0'0'6880'0,"0"0"-4903"0,0 0-1021 16,0 0-28-16,0 0 220 0,0 0 68 16,0 0-60-16,0 0-428 0,0 0-408 15,0 0-148-15,88 2-172 0,-69-9-24 16,5 1-628-16,-3 0-536 0,3-4-652 15,-9 4-2528-15,6 0-4777 0</inkml:trace>
  <inkml:trace contextRef="#ctx0" brushRef="#br0" timeOffset="-198768.965">24543 17093 3940 0,'0'0'4220'15,"0"0"-3364"-15,0 0-44 0,0 0-112 0,-88 45 2109 16,73-32-1085-16,-2-3-500 16,10-1-152-16,3-3-132 0,4 1-236 15,15-1-300-15,13 4-12 0,12-1 208 0,8 4 96 16,12-4-272-16,0-2-83 0,-1-1-85 15,1-6-148-15,-5 0 48 16,-3-3 16-16,0-3-96 0,-8-4-76 0,0-3-84 16,-4 1 12-16,-8-1-304 0,-4 0-185 15,-8 1-183-15,-5 2-196 0,-7 4-312 16,-4-1-544-16,-4 7-888 0,-4-3-2821 16,-19 3-2943-16</inkml:trace>
  <inkml:trace contextRef="#ctx0" brushRef="#br0" timeOffset="-198434.763">24738 17237 5868 0,'0'0'5097'15,"0"0"-3849"-15,0 0-444 0,0 0 204 0,0 0 280 16,0 0 32-16,84 61-484 16,-64-55-476-16,-5 0-176 0,2-4-36 0,-6 3-148 15,-3-3-60-15,1 5 60 0,-9-4-8 16,0 6 0-16,0 4 8 0,-9 6 76 15,-10 6-76-15,-5 10-220 0,-4 3-4 16,-4 6 60-16,-4 2 92 0,4-5-116 16,1 0 68-16,-1-2 120 0,4-6 76 15,7 0 24-15,1-5-12 0,9-2 48 0,3-7 100 16,8-3-52-16,0-1-96 16,11-2-28-16,10-3 16 0,11 2-64 15,3-5 272-15,5 0-4 0,8-4-68 0,-4-3 8 16,4 0 36-16,-5 0-120 0,-2 0-136 15,-2 0-172-15,1 3-72 0,-4-3-348 16,0 0 332-16,-4 0-1188 0,0 0-688 16,-13 0-1696-16,1 0-2121 0</inkml:trace>
  <inkml:trace contextRef="#ctx0" brushRef="#br0" timeOffset="-198022.297">24678 18395 10000 0,'0'0'1625'15,"0"0"-1073"-15,0 0-540 16,0 0 704-16,0 0 212 0,0 0-268 0,0 0-380 0,0 0-116 16,84 13-64-16,-68-2 52 15,-4-3 36-15,0 5-36 0,-4-4 36 16,-4 8 164-16,0-2 100 0,-4 2 124 0,0 4-216 15,-4 2-164-15,-5-1-128 0,-2 3-68 16,-1-6-8-16,0 4-180 16,0-5-132-16,1-5-192 0,2-2-232 0,1-6 68 15,0-5 84-15,-4 0-208 0,4-5-720 16,0-9-873-16,1 4-759 0,-6-18-1820 16</inkml:trace>
  <inkml:trace contextRef="#ctx0" brushRef="#br0" timeOffset="-197855.089">24691 18294 10724 0,'0'0'1761'0,"0"0"-1173"0,0 0 608 0,0 0 368 0,0 0-436 16,87-21-456-16,-63 14-424 0,0 0-244 16,4-3-4-16,-4 1-388 0,4 0-620 15,-5-1-176-15,5 3-412 0,-12 1-2493 0,5 6-4127 16</inkml:trace>
  <inkml:trace contextRef="#ctx0" brushRef="#br0" timeOffset="-197664.717">25061 18433 7976 0,'0'0'2808'0,"0"0"-1443"15,0 0-573-15,0 0-76 0,0 0-196 16,83-12-280-16,-67 10-140 0,0-3-48 15,0 3-52-15,1-2-80 0,-2 1-476 16,-3 0-108-16,0 3-308 0,-4 0-737 16,-4 0-1567-16,-4 0-2168 0</inkml:trace>
  <inkml:trace contextRef="#ctx0" brushRef="#br0" timeOffset="-197518.926">25121 18570 2996 0,'0'0'5708'0,"0"0"-4284"0,0 0-688 16,0 0 293-16,0 0 199 0,0 0-248 0,0 0-144 15,0 0-232-15,0 0-28 0,0 0 92 16,71 42-8-16,-50-42-440 16,-2 0-56-16,5-7-164 0,-4-2-136 0,3-4-572 15,2-6-296-15,-1 0-396 0,-4 0-1044 16,8-9-3777-16</inkml:trace>
  <inkml:trace contextRef="#ctx0" brushRef="#br0" timeOffset="-197375.921">25555 18249 11609 0,'0'0'1804'0,"0"0"-1396"0,0 0-28 15,0 80 28-15,0-51-68 0,4 2-264 16,4 1-76-16,-1-4-4 16,2 4 0-16,-1 0-248 0,-1-3-816 15,-3-10-848-15,5 0-2913 0</inkml:trace>
  <inkml:trace contextRef="#ctx0" brushRef="#br0" timeOffset="-196593.368">24738 16106 11325 0,'0'0'1936'0,"0"0"-1160"16,0 0-156-16,0 0 728 0,0 83 164 15,0-48-224-15,0 3-492 0,0 4-368 0,0 2-120 16,-4 1-52-16,-4 2-160 0,1 0-12 16,-6 1-84-16,-2 0-4 15,-2-1-8-15,2-2-168 0,-2-8-272 0,6-4-16 16,-2-11 64-16,9-6 208 0,0-10 112 15,1-6 68-15,3-3-288 0,3-13-180 16,5-3-96-16,5-6 344 0,6-8 112 0,1 2 120 16,4 3 0-16,4-1-40 15,-3 7 44-15,2 2 264 0,1 5-68 16,-4-2 4-16,0 5 72 0,-4 3-12 0,-5-1-52 16,-3 8-72-16,-7-3-44 15,-1 5-92-15,-4 0-16 0,0 0-156 0,-4 7-36 16,-5 3 72-16,-6-1-12 0,-2 10-88 15,-7-1-36-15,1 6 84 0,-1-6 180 16,4 5-28-16,0-4 36 0,4-3 64 0,4-4 132 16,0 1 188-16,8-7-24 15,4 5-164-15,0-3-184 0,0 3 0 16,13 1 100-16,2 1 60 0,5 3-12 0,4-4 0 16,3 1-76-16,5 0 40 0,5-4 20 15,2 1-144-15,-3-4-148 0,0 3-244 16,4-2-436-16,-4-1-460 0,-8 0-1116 15,4 1-3093-15</inkml:trace>
  <inkml:trace contextRef="#ctx0" brushRef="#br0" timeOffset="-194918.124">26515 17351 184 0,'0'0'1252'0,"0"0"52"0,0 0 52 16,0 0 64-16,0 0 168 16,0 0-252-16,0 0-224 0,0 0-116 0,0 0 61 15,-11-72-109-15,6 58-232 0,1 5 24 16,0-4-144-16,-4 0-44 0,4 0 16 15,-3 1-36-15,-2 2 40 0,1 1-72 16,1-1-192-16,3 7-8 0,-5 0 68 0,5 3 16 16,0 0-64-16,0 0-40 0,1 6-108 15,-5 4-84-15,-5 6-76 16,6 9 48-16,-5 7 28 0,3 9 8 0,2 4 40 16,3 5 8-16,0 2-8 0,4-1-36 15,0-1-100-15,0 1-48 16,0-7 0-16,4-3-24 0,4-6-64 0,4-6-132 15,0-4-200-15,3-6-144 0,5-3-68 16,1-6-200-16,3-4-300 0,-1-6-180 0,9-6-216 16,0-4-657-16,-8-3-1019 0,15-5-1472 15</inkml:trace>
  <inkml:trace contextRef="#ctx0" brushRef="#br0" timeOffset="-194536.137">27101 17424 7064 0,'0'0'1000'0,"0"0"-584"16,0 0 568-16,0 0 669 0,0 0-357 16,0 0-400-16,-92-38-400 0,72 38 36 0,1 3 200 15,2 10-76-15,2 6-280 16,2 7-32-16,2 6 64 0,-1 1 68 16,3 6-92-16,2-4-52 0,-1-7-120 0,8-2-212 15,0-7-36-15,0-10-128 0,8-5-96 16,-1-4 52-16,6 0-16 0,2-10 220 15,6-9-196-15,-6-3-36 0,5-7-176 16,1-2 44-16,-6-4 144 0,1 3 0 16,-4 0 72-16,0 0 48 0,-4 4 104 15,0 2 0-15,-4 1 8 0,0 5 44 16,-4 1 64-16,0 7 48 0,0 3 24 0,0 2 92 16,0 7 80-16,0 0-96 0,0 3-80 15,0 3-84-15,0 7-48 0,4 7 196 16,-4 5 48-16,3 7-48 0,-3 2 36 15,0 5-12-15,0-1-12 0,0 4-64 0,0-5-196 16,-3 2-24-16,-1-4-212 0,0-3-344 16,4-1-224-16,0-5-68 15,0-1-108-15,4-6-616 0,0-10-1204 0,4-3-2421 16</inkml:trace>
  <inkml:trace contextRef="#ctx0" brushRef="#br0" timeOffset="-194359.323">27248 17479 10496 0,'0'0'1445'0,"0"0"-1189"15,0 66-40-15,0-34 500 0,-3 5 632 0,3-2-24 0,0 3-532 16,0-2-420-16,0-1-344 16,3-7-28-16,1-2-188 0,4-4-516 15,5-2-352-15,-2-6-184 0,1-3-908 0,0-6-2609 16,8-10-1783-16</inkml:trace>
  <inkml:trace contextRef="#ctx0" brushRef="#br0" timeOffset="-194119.877">27515 17570 7796 0,'0'0'2136'0,"0"0"-1824"16,0 0-92-16,0 0 681 0,-79 22 163 0,54-6-396 15,5 0-276-15,1 3-84 0,3 0 108 16,0 0 40-16,4 1-36 15,4 2 20-15,0-3 60 0,4 0-32 0,4 0-80 16,0-4-16-16,0-2-60 0,8-3-116 16,7 2-184-16,2-5 88 0,3-1 36 15,3 0-72-15,5-6-52 0,0 0-12 16,4 0-160-16,0 0-264 0,0-6-248 16,-4 0-280-16,0-4-244 0,0 1-612 0,-12 3-1317 15,3-4-2835-15</inkml:trace>
  <inkml:trace contextRef="#ctx0" brushRef="#br0" timeOffset="-193920.513">27762 17602 12405 0,'0'0'1568'0,"0"0"-1252"0,0 0 64 16,0 0 504-16,84 10 84 0,-60-14-392 15,8-9-408-15,-4 1-168 0,0-4-12 16,0-3-276-16,-5 2-420 0,1-2-428 16,-4 5-536-16,-8-3-2257 0,-4-2-2719 15</inkml:trace>
  <inkml:trace contextRef="#ctx0" brushRef="#br0" timeOffset="-193738.445">27917 17317 11281 0,'0'0'1396'0,"0"0"-1240"0,-8 69 304 16,8-40 668-16,-3 5 424 0,3 1-464 15,0 0-552-15,7 0-252 0,2 0-60 16,-5 0-212-16,3-3-12 0,1 3-248 0,-4-3-472 16,1-4-484-16,-5 4-356 0,0-3-968 15,0-7-2077-15,0 6-1199 0</inkml:trace>
  <inkml:trace contextRef="#ctx0" brushRef="#br0" timeOffset="-193068.095">28603 16923 12525 0,'0'0'1184'0,"0"0"-928"0,0 0-204 15,-4 85 492-15,-1-44 528 0,-6 8 44 16,3 1-468-16,0 4-288 0,-4 0-212 16,4 0 40-16,-3 0-52 0,2-3-136 0,1-7-60 15,0-3-64-15,5-5-196 0,-1-11-116 16,-1-6 152-16,5-7 108 16,-4-5 52-16,4-4 48 0,0-3 64 0,4-7-200 15,5 1 212-15,-2-6 52 0,9-4 96 16,0 3-24-16,4-4-60 0,0 9 60 15,4-3 100-15,-4 5-124 0,3 4-92 16,-2 2 56-16,-1 0-64 0,-5 2-64 0,-2 4 64 16,-6 1 56-16,-3 3 96 0,0-1 56 15,-4 1 40-15,0 3-48 0,-4-1 8 16,-3-2-36-16,-10 2 4 0,2-2-80 16,-5-1-96-16,-1-2-60 0,-2-1-176 15,3-6-20-15,0 0-92 0,0 0-72 16,0 0-52-16,5 0 32 0,-6-6-112 15,10-3-76-15,-6-1-232 16,10 0-92-16,-6 1-864 0,9 3-505 16,4-4-1831-16</inkml:trace>
  <inkml:trace contextRef="#ctx0" brushRef="#br0" timeOffset="-192357.825">28961 17487 7444 0,'0'0'2876'0,"0"0"-1587"0,0 0-1057 15,0 0 280-15,0 0 652 0,0 0 140 16,16 74-308-16,-12-46-464 0,0 4-48 0,0 1 236 16,-4-3 12-16,0 5-300 0,0 0-172 15,0-3-104-15,-4 0-144 0,0-3-12 0,0-4-16 16,1-6-168-16,-1-4-320 15,4-4-88-15,0-9-140 0,0-2-4 16,0-2-248-16,0-11-228 0,7-4 232 0,1-2 264 16,9-6-320-16,-6 0-77 0,6 2 173 15,-6 1 136-15,6 0 660 16,-6 2 144-16,1 6 388 0,-4-2 428 0,0 6 104 0,0 0 5 16,-4 4-101-16,-4 3-72 0,0-1-176 15,0 1-184-15,0 3-100 16,-8 0-100-16,0 0-180 0,0 3 52 0,-8 4-64 15,5 5-172-15,-6 5 172 0,1 5 240 16,4 0 64-16,4 0 76 0,1 0-52 16,2-2 48-16,1-5 28 0,4-2-104 15,4 1-104-15,5-9-68 0,2 1 32 0,9 1 52 16,-4-7-40-16,8 0-84 0,0 0-76 16,8-10-8-16,0-3-8 15,0-2-412-15,-1-5-296 0,1 1-496 0,-4 1-472 16,-7 2-972-16,2-7-2297 0</inkml:trace>
  <inkml:trace contextRef="#ctx0" brushRef="#br0" timeOffset="-192101.66">29464 17138 9912 0,'0'0'1341'15,"0"0"-865"-15,0 0-220 0,0 0 604 16,67 70 440-16,-51-48-88 0,4 0-484 0,-4 1-372 16,4 2-84-16,0 1 28 15,-5-1-128-15,2 0-60 0,-6 1-112 16,-2 2 0-16,-5 1-64 0,-4-1-124 0,0 2-136 16,0-5-176-16,-9 3-44 0,-2-3 16 15,-5 1-12-15,4-4-208 0,-4-3-324 16,0-6-532-16,-4-1-737 0,8-5-1631 15</inkml:trace>
  <inkml:trace contextRef="#ctx0" brushRef="#br0" timeOffset="-191512.163">30308 17252 8976 0,'0'0'2889'0,"0"0"-1901"0,0 0-428 16,0 0 180-16,0 0 536 0,0 0-96 0,92 79-344 15,-68-49-268-15,-4 1-88 0,-1-2-132 16,2 4-28-16,-6-3-64 0,1-4-196 16,-4 0-60-16,1-8-92 0,-2 1-56 0,-3-6-72 15,1 0-236-15,-2-4-212 16,5 1-264-16,-4-7-384 0,0-3-604 16,4 0-848-16,-4-7-505 0,4-15-1091 0</inkml:trace>
  <inkml:trace contextRef="#ctx0" brushRef="#br0" timeOffset="-191337.442">30675 17173 7916 0,'0'0'2628'0,"0"0"-1583"15,0 0-557-15,0 0 112 0,-84 70 244 16,61-38 32-16,-2 10-220 0,1 2-240 0,0 0-28 16,0 5-100-16,5-3-80 0,-5-4-120 15,7-4-88-15,6-10-216 0,-1-2-500 16,3-6-208-16,6-9-244 0,3-4-508 15,0-7-789-15,0-4-2263 0</inkml:trace>
  <inkml:trace contextRef="#ctx0" brushRef="#br0" timeOffset="-190804.224">30906 16291 12057 0,'0'0'1256'0,"0"0"-1204"15,0 0 288-15,0 0 524 0,36 65 648 0,-28-32-324 16,-4 5-332-16,3 3-412 0,-7 3-100 16,0 0-12-16,0 5-136 0,-7-2-96 15,-1 1-100-15,-9 0-4 0,6-3-120 0,-6-8-256 16,6-2-76-16,3-9-76 15,-1-11 248-15,2-4 124 0,7-5 24 16,0-6-88-16,0 0-148 0,0-6-52 0,0-7 180 16,7-4 160-16,2-2 84 0,3-6 12 15,0 3-8-15,4-3 76 0,-5 9 160 16,6-1 72-16,-6 8 36 0,2 3-112 16,-2 3 0-16,2 3-100 15,-5 0-36-15,-1 0 24 0,-3 3 72 0,0 0-48 16,-4 7 12-16,4-4-48 0,-4 3-100 15,0 1 48-15,-8 3-60 0,1-1 0 16,-1-2-120-16,-5 3-16 0,2-1-24 0,-6-2-28 16,6-1-32-16,3 1 20 15,-5-6 104-15,10 1 96 0,-1-2 8 0,4 1 140 16,0-2 88-16,0 3-88 0,0-3-12 16,4 2 12-16,3 2-12 0,2-4-36 15,3-2 12-15,-1 5 12 0,6-5-52 16,3 0 12-16,-5-5-84 0,5-1-12 0,-4-2-292 15,0 1-156-15,0-5-120 0,4 1-152 16,-5-1-160-16,2-4-708 0,-6 10-1236 16,2-10-2805-16</inkml:trace>
  <inkml:trace contextRef="#ctx0" brushRef="#br0" timeOffset="-190653.23">31217 16789 9864 0,'0'0'2397'0,"0"0"-1837"0,0 0-36 0,0 0 760 0,0 0 240 16,75 7-512-16,-47-7-464 0,4-10-500 16,0 0 28-16,0 1-76 0,3-4-248 15,-7 1-400-15,4-1-480 0,-4 1-628 16,-8 1-2177-16,5-4-2755 0</inkml:trace>
  <inkml:trace contextRef="#ctx0" brushRef="#br0" timeOffset="-190485.668">31739 16472 10876 0,'0'0'1989'0,"0"0"-1553"0,0 0 264 0,0 0 952 15,0 0-12-15,4 70-524 16,-4-42-464-16,4 4-208 0,3 0-116 0,-3 6-196 16,0 0-132-16,0 0-296 15,1 0-536-15,-5 3-368 0,0 0-588 0,-5-9-1008 16,-7 16-3245-16</inkml:trace>
  <inkml:trace contextRef="#ctx0" brushRef="#br0" timeOffset="-189121.655">25898 16964 3876 0,'0'0'2956'16,"0"0"-892"-16,0 0-716 0,0 0-239 15,0 0-209-15,0 0-148 0,0 0-164 0,0 0 276 16,0 0 108-16,47 70-140 0,-31-42-160 16,-4 10-24-16,4 0-168 0,-8 10-48 15,5 3-96-15,-6 3-56 0,-3 6-96 16,0 1-84-16,-4 6-48 0,0-8-52 15,-4 2-60-15,0-11 0 0,0-1 44 16,1-11-56-16,3-10-28 0,-5-9-44 0,5-3-104 16,0-10-132-16,0-3-80 15,0-3 128-15,0 0 84 0,0 0 72 16,0-6 28-16,5-4 24 0,-2-5 108 16,1-8 8-16,0-2 8 0,4-3-124 0,-4-5 112 15,0-5 8-15,0 0-72 0,0 0 68 0,0 1 8 16,0 1 0-16,4 9 4 15,-1 3 8-15,2 9 252 0,3 2-4 16,-5 6-36-16,2 4-76 0,3 3-24 0,-5 0-124 16,2 7-4-16,-5-1-40 0,0 6 44 15,-4 5 0-15,0 3-124 16,-4 1-112-16,-9 4-100 0,2 4-100 0,-6 0-8 16,2-4 8-16,-1 0 80 0,-4-6 56 15,8-6 200-15,-4 1 100 0,4-6 120 16,4-5-32-16,4 0 128 0,4 1-52 15,0-4-16-15,0 3-132 0,4 1 84 16,9 1 264-16,-2 2 76 0,5 3-240 0,4-1 100 16,-4 0 12-16,4 1-128 0,-4-3-172 15,3 2 64-15,-2-3-16 16,-2 4-60-16,1-4-148 0,0 0-388 0,-4 1-380 0,0-1-316 16,-3 3-1080-16,-2-2-2541 15,-3 5-1591-15</inkml:trace>
  <inkml:trace contextRef="#ctx0" brushRef="#br1" timeOffset="-173634.025">15945 14090 3192 0,'0'0'2072'16,"0"0"-1488"-16,0 0-428 0,0 0 808 16,0 0 128-16,-88-67-80 0,68 67-340 15,1 0-104-15,-6 10-116 0,5 6-115 16,-8 3-69-16,0 3-24 0,-4 7 28 16,1 5 392-16,-9 4 244 0,0 7-348 15,-4 3-268-15,5 9-128 0,-5 4-84 0,0 5-80 16,0 7-4-16,4 7-124 15,0-1 52-15,8 4 0 0,1 2 32 0,3-2 44 16,7 3 8-16,10 2-4 0,3 1 0 16,8 1 116-1,0 2 184-15,15-4 64 0,6-2-256 16,3-4-112-16,8-5 0 0,-1-4 0 0,5-7-116 0,8-8 16 16,0-4-116-16,12-10 148 0,4-3 64 0,7-6 8 15,12-6 0-15,9-4-4 0,8-2-104 16,8-4 104-16,11-4 0 0,8-2-68 0,9 0 16 15,4-10-480-15,3 0 60 0,4-3-128 16,9-6 76-16,3-10 256 0,4-7 40 16,5-8 228-16,3-10 4 15,1-6 188-15,-5-5 16 0,-4-5 60 0,-7-4-152 16,-1-5-116-16,-3-4-116 16,-5-3-52-16,-3-6-112 0,-5-1-52 0,-3-6-236 0,-13 4-257 15,-7-7 189-15,-13 3 572 16,-11 0 64-16,-4 4 568 0,-13-1 16 0,-7 1 21 15,-8 0 11-15,-8-1-204 0,-8 1 84 16,-1-1 28-16,-11 3-268 16,-4 2 188-16,-8 1-40 0,-8 1 252 15,-4-1 88-15,-4 4-116 0,-8 4-228 0,-8 3-24 16,-12 1-204-16,-8 2-112 0,-12-1-60 16,-12 4-148-16,-7 3-188 0,-12 6 124 15,-5 4-196-15,-12 5-36 0,-3 4-44 16,-5 7 132-16,-7 5 120 0,-1 7 228 15,-12 7 8-15,-3 6-72 0,-8 6-80 16,-13 11 24-16,-7 11 124 0,-9 14 0 16,-3 8-112-16,-5 13 28 0,-3 10-164 15,-8 6-284-15,4 10 28 16,-5 2 252-16,9 7 140 0,0-2-36 0,11 1-388 16,44-21-1301-16,-31 25-2731 0</inkml:trace>
  <inkml:trace contextRef="#ctx0" brushRef="#br1" timeOffset="-172551.537">16690 17040 4704 0,'0'0'1156'0,"0"0"-360"0,0 0-16 0,0 0 244 16,0 0 672-16,0 0-315 15,-92 53-253-15,76-48-120 0,0-3-44 16,-4 2-184-16,1-4-200 0,-1 0-456 0,-5 2-124 15,-3 2-4-15,0-2-4 0,-7 9-48 16,-1 1 48-16,-4 4-68 0,0 6-12 0,-3 4 88 16,-6 9 68-16,2 3 32 15,4 7 28-15,-10 2-12 0,5 6-104 16,1 9-12-16,-1 1-76 0,0 3 68 0,0 5 16 16,5-5-8-1,-2 1 8-15,10-4 56 0,7-2 124 0,4-5 12 0,8-1 112 16,8-1-100-16,8-4-16 0,8 1-108 15,11-4 0-15,9 2 48 0,13-2-132 16,10 0-4-16,9-6-56 0,8 1 48 16,8-7 8-16,8 0-148 0,3-7 48 0,9 1-120 15,7-4 20-15,0-5 0 0,9-5 88 16,0-2-76-16,8-10-12 16,3 0 200-16,5-3 76 15,7-3-68-15,0-6 4 0,5-4-12 0,4 1 64 16,-2-8-40-16,-2-2 64 0,-1-7-80 0,-3 1-8 15,3-4-80-15,-3-6-108 16,-4-4 112-16,-5-2-140 0,-4-3 116 16,-7-8 0-16,0-5 48 0,-5-6-48 0,-3-11 100 0,3-8 40 15,-3-10-40-15,-1-7-12 0,1-9-468 16,-8-7-176-16,-9 1-208 16,-7 3 112-16,-12 2 356 0,-5 11 396 0,-19 6 536 15,-4 12 304-15,-12 7 12 0,-8 6-108 16,-8 7-280-16,-4 5-124 0,-8 1-64 0,-4 3-100 15,-8 4-28-15,-16-1 100 0,0-3-236 16,-12 3 236-16,-4-4-72 0,-8 5-176 16,-12-1-52-16,-3 3-256 0,-16 4-80 15,-9 4-172-15,-17 4-84 0,-2 8 204 16,-12 5 136-16,-9 8 256 0,-7 8-16 16,-5 7 52-16,-7 7-88 0,-5 12 100 0,-7 3 48 15,-12 12 156-15,-4 7-16 16,-9 17-24-16,-3 6-164 0,0 12-52 0,0 9 4 15,0 1-68-15,11 3-148 16,8 0 24-16,21-10-152 0,15-2-424 16,21-11-1040-16,35-18-2721 0,-11 15-2235 15</inkml:trace>
  <inkml:trace contextRef="#ctx0" brushRef="#br1" timeOffset="-169786.748">26288 16698 5288 0,'0'0'4956'16,"0"0"-3795"-16,0 0-533 0,0 0-268 15,0 0 24-15,0 0 228 0,0 0 188 16,0 0-380-16,0 0-68 0,0 0-24 0,0 0-24 16,-63-36-104-16,46 36 24 0,-3 0 232 15,1 3 68-15,-2 4-40 0,-3 2-212 16,-4 1-160-16,0-1-108 0,1 8 0 15,-4-3-4-15,-6 3 0 16,5 5-108-16,0 1 96 0,-4 2-100 0,5 3 52 16,-5 1 56-16,4 0-4 0,0-2 8 15,-3 3 8-15,3-2 0 0,0 4 0 16,0-4 4-16,4 4-4 0,4-3-4 16,0-1 0-16,5 4-8 0,-2-3-36 15,1 2-84-15,1 4 112 0,2 0-76 0,-3 3 88 16,5-3-8-16,2 0 8 0,1 4 0 15,1-5-4-15,2-3-40 0,1 5 36 16,1-1 0-16,3 0 8 0,0 1 0 16,4-6 40-16,0 3-40 0,0-2-128 0,4-2 116 15,7-4-76-15,-3 3 84 16,9-2 0-16,-2-1-84 0,1 0-24 0,5 0 12 16,2 2 48-16,1-5 40 0,0 0-36 15,4 0 48-15,0 1 4 16,0-2-4-16,4-2-88 0,0 0 80 0,-4 1-92 0,4-1 92 15,3-3 16-15,-3 3 84 16,4-4-32-16,0 2-32 0,4-2-28 16,0-2 0-16,-1 1 0 0,1-2-40 15,0 1-148-15,4-1 4 0,0 1 64 16,-1 2 8-16,1-3 64 0,0 5 36 0,4-4 12 16,-4 3 12-16,-1-1 48 0,6 1-48 15,-6 0 40-15,5 0 36 16,3 0-20-16,1 1 156 0,1-6-168 0,3 6-56 15,-1-5-12-15,1 1-36 0,-1-1 48 16,5 1-12-16,0 0-64 0,0 0-128 16,4-1-8-16,-1 1 84 0,1 4 120 0,0-5-144 15,-1 4 52-15,1-4 92 16,0 4 8-16,-1 0-4 0,1-4-8 0,5 2 12 16,-2 0 88-16,1-3-88 0,3 2-76 15,-2-4-100-15,2 0-12 0,-3 1 88 0,-1-1 100 16,5 1 12-16,-4 0-12 15,3-1 48-15,6 1 28 0,-6-1 100 0,0 3 16 16,9-2-44-16,-4 1-148 0,4-6 108 16,-5 2-108-16,5-1-12 15,0 1-76-15,-1-2-148 0,1-2 84 0,-4 1-200 16,4-1 188-16,-5-3-12 0,-3 0 36 16,4 0 140-16,-1-3 4 0,1-1 72 15,-1 1 0-15,6-2-72 0,-6-2 284 16,-3 1-20-16,3-1-68 0,2 2-48 15,-10-6-148-15,5 1 76 0,0 2-80 16,-8-3-116-16,3 2 56 0,1-1-144 0,-8-2-124 16,3 2 64-16,-3-2 0 0,-4-1 248 15,4 1-108-15,-9-1 120 0,5-3 4 16,0 0 96-16,-4 0-92 0,-5-3 196 16,5 0-100-16,-3 0-48 0,2 1 84 0,-3-2 80 15,-1-2-116-15,2 3 40 0,-2-3-140 16,1-4 0-16,4 0-12 0,-5 1 0 15,6-1 0-15,-6-2-112 0,1-4 48 16,0 1 24-16,-4-1 40 0,-1-3-88 16,2-3 36-16,2-4-36 0,1-2 0 15,-1-6-104-15,2-4 0 0,3-7-24 16,-5 1-52-16,5-4-12 0,-9 1 164 16,2 2 128-16,-2 2 88 0,-7 1 204 15,1 1 280-15,-10 5-56 0,-3-1-112 0,0 2-112 16,-9 4-68-16,2-4-36 0,-6 3-136 15,-2-3-52-15,-5 1-176 0,-4-1-216 16,0 0 4-16,0 0 32 0,-8-3 156 16,-1 4 72-16,-6-2-12 0,-1 5 116 15,0-4 24-15,0 7 152 0,-4-4 140 0,0 4 60 16,0-1-100-16,-4 3-100 16,5-2 88-16,-6 3-228 0,-3 3 24 0,0 0 28 15,0 3-12-15,0 0-44 0,1 0-8 16,-5 0-140-16,5 3 80 0,-5 1 8 15,4-1-48-15,-4 3 12 0,0 4 88 16,0 0 12-16,4 2 152 0,-8 5-88 16,4-1-76-16,-4-4 72 0,0 6-8 15,-3 3 60-15,-1-2-60 0,0-1-64 0,-8 1-136 16,0 4 132-16,1-1-124 16,-5 1-48-16,0 2 76 0,1 1 24 15,-5 2 72-15,4-2 0 0,-4 3 0 0,4-1-4 16,0 1-44-16,-4 2 44 0,0 2 8 15,5-3 64-15,-5 3-12 0,0-1 84 16,0 3-8-16,0 0-124 0,0 0-4 16,-2 0 8-16,-2 0-4 0,0 0-4 15,-4 3-32-15,4-1 16 0,1 3 16 0,-1 1-76 16,-4 0 76-16,4 1 64 0,4-4-64 16,-7 6-12-16,3-3 8 0,0 1 0 15,0-1-4-15,0 0 4 0,1 1 8 16,-1-4 0-16,0 3-4 0,4 0-100 15,-3 1 20-15,7-1 72 0,-4 0 4 16,0 1-48-16,0-1 40 0,5 0-128 0,-1 1 136 16,-4 0 4-16,0 2-76 15,5 0-12-15,-5 1-36 0,4 3 72 16,-4-3 0-16,5-1 48 0,-5 3-44 16,4-2 40-16,0 3-8 0,4-1-44 15,-4 4 8-15,5-6 52 0,-5 3 0 0,4-1 0 16,4 2-8-16,1 0 8 0,-6 0 40 15,10-2-40-15,-1 4-48 0,0-3 44 16,0 0-8-16,1 3-92 0,-2-4 16 0,5 4-12 16,-3-3-52-16,3 2-28 15,0-2 168-15,-4 6-52 0,4-5 64 16,-3 4 12-16,3-3-12 0,0 5 4 0,0-4 96 16,0 0-92-16,0-1 44 0,0 2-48 15,5-2 60-15,-5-2-60 0,0 0 8 16,3-1-12-16,-2 1 0 0,3-3 12 15,0 3-12-15,0-1-4 0,0 1-8 0,-3 0-64 16,-1-4-28-16,0 3 92 16,4-2 8-16,-3 3 4 0,-2-3 48 0,1-1 16 15,1 1-60-15,-1-1 4 0,0 4-8 16,4-4-44-16,-8 4 44 0,4-4 0 16,0 2 4-16,1-3-4 0,-1 3-100 15,0-3 12-15,-4-2-4 0,4 5 80 0,0-5 12 16,5 0 4-16,-1 1 48 0,0-4 76 15,4 3-4-15,0 1 4 16,4-4-52-16,0-1-12 0,1 5-56 0,2-4 56 16,-3 0-56-16,5 1 32 0,-1-1-40 15,-4 3-92-15,4-2 4 0,4-1-24 16,-4 3 112-16,4-3-12 0,4 0 12 16,-4 0 44-16,5 1-32 0,2-1 64 15,1 0-24-15,0 0-44 0,1 0 44 0,2-3-4 16,-3 3-32-16,4-3 32 0,4 4 16 15,-4-4 12-15,4 0 12 0,0 0 0 16,0 0-84-16,0 0-4 0,0 0-304 16,0-4-24-16,4 1-156 0,0 0-280 15,0-3-1237-15,5-4-2687 0</inkml:trace>
  <inkml:trace contextRef="#ctx0" brushRef="#br1" timeOffset="-166776.126">19160 15591 6644 0,'0'0'2984'0,"0"0"1061"16,0 0-2969-16,0 0-708 0,0 0-104 15,0 0 228-15,0 0 324 16,0 0 40-16,0 0-100 0,0 0-212 0,80-8-128 15,-44-2-12-15,-1 0-60 0,9-2 0 16,-4-4-152-16,4 0-140 0,0-6-48 0,0 6-4 16,-5-6-108-16,-2 3-136 0,-1-3-220 15,-1 0-212-15,-3-1-332 16,-4 1-496-16,-4 0-840 0,-12 9-2777 0,-8-3-3039 16</inkml:trace>
  <inkml:trace contextRef="#ctx0" brushRef="#br1" timeOffset="-166536.186">19435 15297 11237 0,'0'0'1284'0,"0"0"-980"0,0 0-136 15,0 0-128-15,0 0 660 0,0 0 364 16,0 0-220-16,0 0-544 0,0 0-224 16,0 0 192-16,16 19 132 0,-4-3 72 15,-1 3 0-15,2 9-136 0,-5 4-76 0,3 6-76 16,-2 6-72-16,-1 0-40 15,-4 5-72-15,-4-5-48 0,3 5-4 16,-3-9-80-16,0 2-192 0,4-5-268 0,5-2-392 16,-5-6-492-16,4-4-824 0,-1-6-2273 15,1-2-1491-15</inkml:trace>
  <inkml:trace contextRef="#ctx0" brushRef="#br1" timeOffset="-165203.4">20296 16030 10064 0,'0'0'1329'0,"0"0"-1329"15,0 0-841-15,0 0 841 0,0 0 685 16,91-22 267-16,-63 19-300 0,8-4-296 0,-4 7 0 16,7 0 268-16,-2 0 8 0,3 0-252 15,-1 4-168-15,1 2 40 16,4-3-52-16,-1 4-72 0,6-4 32 0,-2 3-80 0,5-3-76 16,-4 0 0-16,0 4 0 15,0-4-4-15,-1 0-52 0,1-3 52 16,0 3 4-16,0-3 48 0,-1 3-40 15,1 1-12-15,1-1-80 0,-6 6 4 0,0-3 68 16,2 7-80-16,-6-2 12 0,6 0-12 16,-2 3 76-16,1-2-64 0,4 1 76 15,0 0 64-15,-1-1-64 0,6-2-76 0,-2 3 64 16,1-7 0-16,0 3 4 16,4-2-4-16,-1-1-76 0,1 0-128 15,4 1 16-15,-1-1 84 0,1 0 56 0,0 1-28 16,4-1-52-16,-4 4 88 0,3-3-48 15,1 1 48-15,-4 3 40 16,3-5-116-16,-3 0 40 0,4 0 48 0,0-3 40 16,3 4 0-16,-2-4 4 0,2 3-4 15,1 1 0-15,-4-1-4 0,3 0-48 0,1 1 0 16,0-1-36-16,-4 3 84 0,3-2-96 16,-3-1 56-16,0 1 36 15,-4 2 16-15,3-3 44 0,-3 1-48 0,-4-1 4 16,4 0 0-16,-4 1 68 0,3-1 88 15,-3 0-24-15,-4 1 36 16,4-1-60-16,-9 4-4 16,5-3 28-16,-8 1-88 0,0 3-52 15,-5-3-4-15,-3-2 0 0,-8 5-12 0,0-8 8 0,-8 2 8 16,-4-1-8-16,0-1-40 0,-8 1 48 0,-4-4 4 16,0 0 8-16,-4 0-12 15,0 0-40-15,0-4-84 0,-8 1-156 16,-4-3-212-16,-8-4-248 0,0 1-192 0,-8-1-136 15,-4-3-349-15,-4 5-763 0,4 1-772 16,-27-6-1216-16</inkml:trace>
  <inkml:trace contextRef="#ctx0" brushRef="#br1" timeOffset="-164066.462">21108 16208 5532 0,'0'0'1588'0,"0"0"-848"15,0 0-532-15,0 0 40 0,0 0 268 0,0 0-24 16,0 0-492-16,0 0-128 0,0 0-468 16,0 0-144-16,-83 35-416 0,74-29-40 15,-2 1 112-15,-1 2 276 0,0-6 704 0,0 3 104 16,4 1 664-16,-4-4 28 15,4 4-156-15,-3-5-56 0,-2 3-104 16,1-3-376-16,0 2-92 0,0-2-1444 0,-8 2-1332 16</inkml:trace>
  <inkml:trace contextRef="#ctx0" brushRef="#br1" timeOffset="-156520.945">20268 16361 572 0,'0'0'7648'0,"0"0"-5476"0,0 0-1227 15,0 0-933-15,0 0-12 16,0 0 576-16,0 0 208 0,0 0-96 0,0 0-152 0,31-19-120 16,-18 19 80-16,-1 0 84 15,-1 0-128-15,-2 0-140 0,2 0-108 16,1 3-28-16,4 0 96 0,0 0-84 0,0 0-124 16,4-1-56-16,-4-2 104 15,4 0-112-15,-1 5 12 0,2-5 60 16,-1 0-68-16,-1 2-4 0,2 2 92 0,-6 2-92 15,5-3-8-15,-3 7 8 0,2-3 52 16,-3-2-48-16,4 5-4 0,-4-3-104 16,-1-1-8-16,6 0 24 0,3 0 12 0,0-2-84 15,-1-1-28-15,1 0 0 16,0 0-100-16,1 0 160 0,-1 0 116 16,-1 1 0-16,-3 2-40 0,0-3 44 15,3 4-4-15,-2 2 4 0,-1 1 8 16,-1-1-100-16,-2 1 36 0,2-1-224 0,-3 1-116 15,5-1-24-15,-6 4-28 0,5-3-12 16,-4-4 96-16,4 3 120 0,4 1 252 16,0 0 88-16,-1-4 140 0,2 0-228 15,-1 1-72-15,0-1 72 0,-1 0 76 0,1 1 92 16,0-1 60-16,0 0-132 16,1-3-96-16,1 0 0 0,2 1 0 0,-3-1 12 15,-1-3 48-15,4 3-60 16,-4-3 0-16,-5 0 56 0,5 0 8 0,-3 0-52 0,2 0-12 15,1 0 0-15,0 3 4 16,0 0 112-16,-5 1-16 0,5-1-100 16,4 3-76-16,0-3 64 0,4 0 12 0,0-3 0 15,4 0 0-15,-1 0-52 0,6 0 52 16,-1 0 0-16,-5 0 0 16,5 0 4-16,-3 0 56 0,-2 0 40 0,-3 0 64 15,0 0 52-15,0 4-12 0,0 3-128 16,-1-1-64-16,1 0-12 15,-4 1-4-15,4-1-80 0,0 0 84 0,4 0 4 0,-1-3 4 16,-3 1-4-16,4-1-8 0,1 0 4 16,2 0 0-16,-7 0 0 15,4 1 8-15,-5-1-4 0,1 3 84 0,-4-3 140 16,4 3 24-16,-4 1-4 0,0-1-72 0,4 4-176 16,-4-1 28-16,4-2-36 15,3 2 8-15,1 1-100 0,0-4-124 16,1 0-140-16,-2-3 124 0,5 4 52 0,-5-4 136 15,5 0 52-15,-3-3 0 16,2 3 52-16,-3 0 36 0,4 1 152 16,-4-1 36-16,0 3-24 0,0-3-152 0,-1 4-52 15,-3 0 48-15,4-1-96 0,-4 0-12 16,3 1-124-16,-3-1-104 16,-4-3 40-16,4 2 72 0,0 2 40 0,-4-3 80 0,0-1-56 15,0 0 64-15,0 0 40 16,0 0-32-16,0 1 68 0,-4-4 24 15,4 3 76-15,0 0 12 0,-1 0-112 0,1 0 0 16,-4 0 8-16,4 0-80 0,-4 4 4 16,4-1-4-16,-5 0 8 0,1 1 24 15,4-1-36-15,-4 1-12 0,4-1 12 16,-3 0-4-16,3-3 8 0,-5 4-4 16,5-4 52-16,0 0 48 0,-4-3-20 0,4 4 56 15,-4-4 40-15,-1 0-16 0,-3 2-108 16,4-2 96-16,-8 0 16 0,4 0-40 15,0 0-64-15,-4 0 24 0,0 3-84 16,-4-3-48-16,-1 0 48 0,-7 4 0 16,1-4-4-16,-5 0-4 0,0 0-68 15,0 0-172-15,-5 0-128 0,-6 0-228 0,-5 0-616 16,-4 0-1684-16,-16-7-5833 16</inkml:trace>
  <inkml:trace contextRef="#ctx0" brushRef="#br1" timeOffset="-152487.45">5697 10585 5064 0,'0'0'248'0,"0"0"156"0,0 0-172 15,0 0 2252-15,0 0-684 0,0 0-331 0,0 0-125 16,0 0-160-16,0 0-164 0,-11 3-76 16,11-3-40-16,0 0-148 15,0 0-100-15,0 0 32 0,3 0-16 0,-3 0-60 16,0-3-76-16,4 0-244 0,-4 3-72 16,8-4-24-16,-4 2-51 0,3-5-13 15,2 1-20-15,-1 2-28 0,3-2-24 16,-2 3-48-16,3-3 48 0,-1 3-12 15,6-4-40-15,-2 4 80 0,5 0-40 16,1 0-36-16,-2 0 36 0,5 3 0 0,0-4-36 16,0 4 60-16,0 0-64 0,-4 0 0 0,4 0-4 15,-4 0 8-15,-1-3-8 16,6 3-4-16,-5-3-4 0,-1 3-8 16,-2-3 0-16,2 3 0 0,-3 0 0 15,5-3 0-15,-6 3-48 0,1 0 60 16,4 0 4-16,-4-3-4 0,-1 3 0 15,2-3 0-15,-6 3 8 0,2-4 4 0,-1 4 0 16,-1-3 36-16,2 0-44 0,-2 0 4 16,2 3 0-16,-2-4-4 15,-3 4 0-15,5-2 4 16,-6 2-4-16,5 0 4 0,-3 0 0 0,2 0 0 16,5 0 4-16,-4 2-4 0,4 2-8 0,4-1 0 0,-5 0-8 15,6 0-4-15,-1 1-36 0,-1-1 0 16,5 0 40-16,-3-3-100 15,3 0 12-15,-1 3 20 0,-7-3 16 0,5 0 60 16,-2 0 0-16,-3 0-8 0,-4 0-4 16,-5 0 8-16,2 0 4 0,-5 0 0 15,0 0 4-15,-4 0 8 0,0 0 48 0,0 0 0 16,0 3-16-16,0-3-44 16,0 0-136-16,0 0-104 0,0 0-149 15,0 3-307-15,-4-3-364 0,0 3-612 0,4-3-1448 16,-4 10-3601-16</inkml:trace>
  <inkml:trace contextRef="#ctx0" brushRef="#br1" timeOffset="-141.347">10339 6966 1188 0,'0'0'0'16,"0"0"-888"-16</inkml:trace>
  <inkml:trace contextRef="#ctx0" brushRef="#br1" timeOffset="592.398">11232 5664 2956 0,'0'0'508'16,"0"0"1488"-16,0 0-152 16,0 0-880-16,0 0-344 0,0 0 4 15,0 0 188-15,0 0 53 16,0 0-81-16,0 0-52 0,19-32-120 16,-19 32-40-16,0 0-28 0,0 3-24 0,0 1 48 0,-8 2 72 0,4 3-224 15,-7 1-268-15,-2 3 40 16,2 2-52-16,-2 2-136 0,1 2 0 15,-4 6-4-15,-3 0-68 0,-2 7 8 0,2 6 0 16,-9 6 4-16,-8 11-16 16,0 5-172-16,-8 3-44 0,-4 10 128 0,-7 3 40 15,-1 3 40-15,-4-2 84 0,1 7 76 16,-5-2-28-16,0-1-40 0,-3 2 92 0,-2 0 0 16,2-4-24-1,-1 1 16-15,4-1 44 0,-3-6 76 0,7-3-60 16,0-7-16-16,4-9-36 0,8-4 0 15,5-8-88-15,7-7 12 0,8-12-24 16,4-5-72-16,12-5-40 0,0-9-76 16,12-1-260-16,0-3-372 0,0-7-128 0,12-6-332 15,0-9-668-15,-1 3-949 0,13-31-2295 16</inkml:trace>
  <inkml:trace contextRef="#ctx0" brushRef="#br1" timeOffset="856.201">10188 6654 1240 0,'0'0'10201'16,"0"0"-9085"-16,0 0-1116 0,0 0-132 15,-53 93 132-15,38-49 384 0,-5 3 116 16,-8 14 8-16,4 3-52 0,-4 8-112 16,0 4-68-16,1 4-60 0,3 0-52 15,7-1-88-15,2-5-68 0,2-2 80 0,2-8 76 16,7-11 36-16,4-9 52 15,4-8 40 1,3-11-8-16,10-12-96 0,-2-8-52 16,9-5 116-16,4-5-44 0,8-15 92 0,0-8-164 0,12-10-48 0,8-10-88 15,4-8-136-15,3-3-336 0,5 1-300 16,-1 0-108-16,-3 7-712 0,-19 13-2357 16,10-4-3407-16</inkml:trace>
  <inkml:trace contextRef="#ctx0" brushRef="#br1" timeOffset="14853.164">9972 8001 5308 0,'0'0'2160'0,"0"0"-1112"0,0 0-568 15,-99 48 76-15,62-29-116 16,2 3-232-16,-1-4 36 0,0 2-48 16,4-5-184-16,4-5 104 0,0 0 12 15,8-7-128-15,1-3 0 0,2 0-84 0,10-6-564 16,-5-7-424-16,4-3-628 0,4 0-1552 16,4-6-676-16</inkml:trace>
  <inkml:trace contextRef="#ctx0" brushRef="#br1" timeOffset="15091.804">9598 7906 2672 0,'0'0'4652'0,"0"0"-2512"0,0 0-796 0,0 0-699 15,0 0 995-15,0 0-484 0,0 0-460 16,0 0-396-16,0 0-300 0,0 0-24 16,-72 50-88-16,60-28 36 0,1 7-12 0,2 0 24 15,1 3-60-15,0-4-104 0,1 1-16 16,2-4 108-16,1-3 20 0,4-6 40 15,0-3-12-15,0-1-4 16,4-1-8-16,8-6-104 0,4 2-140 0,8 2 292 16,0-3 40-16,8 0-152 0,7 1-232 15,1-3-336-15,1-1-481 0,-6-3-959 16,17 0-2076-16</inkml:trace>
  <inkml:trace contextRef="#ctx0" brushRef="#br1" timeOffset="15384.941">10542 7947 9248 0,'0'0'1949'0,"0"0"-1253"0,0 0-492 15,0 0 168-15,0 0 484 0,0 0 260 16,-83-22-128-16,70 28-236 0,5 6-248 15,1 11-216-15,-2 2-164 0,1 8 0 16,4 4 84-16,4 1 28 0,0-1-36 16,0-1-52-16,0-7-148 0,0-6-4 15,12-4-96-15,-3-11 16 0,2-2-16 16,6-2-36-16,2-4 60 0,1-10-272 16,4-5-260-16,4-8-336 0,-1-5-244 0,5-7-336 15,-4-4-945-15,-4 8-1783 0,8-17-480 16</inkml:trace>
  <inkml:trace contextRef="#ctx0" brushRef="#br1" timeOffset="15575.879">10805 7426 3160 0,'0'0'4664'0,"0"0"-2772"16,0 0-547-16,0 0-137 0,0 0 4 16,0 0 8-16,0 0-476 15,0 0-216-15,0 0-88 0,-16 96 84 0,16-55 60 16,0 6-88-16,0 4-136 0,4 6-140 15,-4 7-136-15,0 3-84 0,0-5-124 0,0-1-124 16,0-14-196-16,0-5-240 16,8-17-212-16,0-5-416 0,4-11-476 0,0-2-1245 15,4-7-3563-15</inkml:trace>
  <inkml:trace contextRef="#ctx0" brushRef="#br1" timeOffset="15872.268">11048 8099 7460 0,'0'0'2192'0,"0"0"-1248"0,0 0-27 16,4 70 631-16,0-57 368 0,0-1-156 16,0-9-716-16,0 1-584 15,4-4-200-15,0-4-100 0,0-5 12 0,8-4-64 16,-1-6-108-16,2-3-60 0,-2-1-224 16,2-2-24-16,-6 3 48 0,-3 7 40 15,-3-5 44-15,-5 8 68 0,0 2 108 0,0-3 124 16,-5 7 52-16,-3 0-4 0,-3-1 124 15,-2 4-100-15,2 3-8 0,-1 3 44 16,-1 10-108-16,2 3-28 0,-2 6 28 16,6 3 12-16,-1 0-36 0,0 5-60 15,8-5-40-15,0-3-160 16,0-3-260-16,4-3-244 0,8-7-116 0,4-5 84 16,3-4-260-16,9-7-456 0,4-9-1164 0,-4 4-2665 15</inkml:trace>
  <inkml:trace contextRef="#ctx0" brushRef="#br1" timeOffset="16193.633">11645 8007 10876 0,'0'0'2157'0,"0"0"-1281"15,0 0 0-15,-15 76 392 0,-1-48 396 16,0 2-232-16,0-2-392 0,0-6-344 16,8-6-196-16,0-4-172 0,4-7-179 15,4-3-149-15,0-2-145 0,0 0-27 0,0-2-288 16,4-5-52-16,8-3-16 15,0-6 76-15,0-3-52 0,4 0-84 16,0-3-104-16,0-1-16 0,-1 5-4 0,-2-1 68 16,-2-1 140-16,-3 5 128 0,5-2 124 15,-6 8 200-15,1 6 52 0,0 3 380 0,1 0 248 16,-2 6 168-16,-3 5-12 16,4 8-200-16,1-1-100 0,-2 1-40 15,-3 2 20-15,0 3 16 0,4-2 36 0,-3 0-104 16,-2-6-192-16,1 0-220 15,4-7-84-15,-4 0-52 0,0-4-68 0,4-3-372 16,0-2-100-16,-4-2-212 0,4-9-388 16,-1-1-964-16,2-1-3037 0,-5-6-4118 0</inkml:trace>
  <inkml:trace contextRef="#ctx0" brushRef="#br1" timeOffset="16472.178">12080 7934 6188 0,'0'0'2456'16,"0"0"-1176"-16,0 0-259 0,0 0-5 16,0 0 288-16,0 0 256 0,80 79-312 15,-65-60-360-15,-2 6-192 0,-2 4-236 16,2 0-140-16,-5 6-148 0,3-3-72 0,-7 3-88 16,0-3 76-16,1-7 84 0,2-2 72 15,-3-8 0-15,0-5-168 16,0-4-76-16,0-6-124 0,0 0-12 0,4-6 112 0,0-8 24 15,4-1 124-15,4-7-40 0,8-6-84 16,-1-5 0-16,5 1-256 0,4 1-224 16,5-1-36-16,-5 3-16 0,7 4-304 15,-3 0-756-15,-12 6-1448 16,16-4-3941-16</inkml:trace>
  <inkml:trace contextRef="#ctx0" brushRef="#br1" timeOffset="214538.338">4952 15290 3828 0,'0'0'2748'0,"0"0"-2072"16,0 0-312-16,0 0 3653 0,0 0-2293 16,0 0-464-16,0 0-140 0,0 0 12 15,0 0-52-15,8-18 28 0,-8 18-152 16,0 0-176-16,0 2-208 0,4 3-168 0,-4-3-39 16,0 1-137-16,0 3-56 0,4 8-40 15,4 1 0-15,4 7-32 16,-1 10-28-16,2 9-60 0,-1 7 36 0,0 6-48 15,0 7-4-15,-1 2-44 0,2 1-48 16,-5-2-112-16,-1-4 52 0,1-8 96 16,1-5-4-16,-5-16 60 0,-1-4-4 15,1-9-64-15,0-7-96 0,0-2-124 16,-4-4-13-16,0-3-35 0,4 0 0 16,-4-6-4-16,0-4 28 0,0-5 60 0,0-8 0 15,5-2 44-15,-5-11-68 16,0 2 44-16,4-4 64 0,-1 0 112 0,1 3-40 0,4 3 92 15,5 3-88-15,2 4 44 16,5 3 52-16,-4 0 76 0,4 2 84 16,0 8-88-16,-8 3 40 0,-1 2 60 0,2 7 100 15,-9 0-28-15,0 3-48 16,-4 3-48 0,0 6 8-16,0 5-156 0,0 5 0 0,-4 0-208 0,-8 5 40 15,0-2-16-15,-4 0 12 0,4 0-112 16,-4-6 28-16,0-1 108 0,0-1 148 15,4-4 0-15,0-1 72 0,5-5 52 0,3-4 0 16,-1 0-116-16,5 0 52 0,0 0 40 16,5 1-16-16,6 2 64 0,1 0 144 15,4 0-32-15,3 1 32 0,2-4-72 0,3 0-36 16,-4 1-40-16,-1-2-20 0,-2 3 20 16,2-3-8-16,-2 2-132 0,-2-2-4 15,1 1-12-15,0 0-136 0,-4 1-204 16,0 3-308-16,0-1-236 0,0 3-408 15,3 1-896-15,-6-4-2829 0,3 1-3115 16</inkml:trace>
  <inkml:trace contextRef="#ctx0" brushRef="#br1" timeOffset="-212779.079">5040 13500 4852 0,'0'0'1588'15,"0"0"-784"-15,0 0 2412 0,0 0-1171 16,0 0-569-16,0 0-464 0,0 0-28 16,0 0-80-16,0 0-148 0,0 0-136 0,0 0-116 15,-4-32-96-15,4 32-52 0,0 3-16 16,4-3-20-16,-4 4-100 15,0-4-76-15,4 2-8 0,0 2-28 0,0 2 28 0,3-3-16 16,-3 4 28-16,-4-1-16 16,5-3-8-16,-1 3-28 0,-4 1 12 0,4-4 4 15,-4 3-3-15,0-2-25 0,4-2-36 16,-4 3-36-16,0-5 52 16,0 2-16-16,0-2-40 0,0 0 4 0,0 0 60 15,0 0-24-15,0 0-36 0,0 0 60 16,0 0-60-16,0-2-4 15,0 2 0-15,0 0-8 0,0 0-48 0,0-5-24 16,0 5-36-16,0 0 0 0,0 0-40 16,0 0 27-16,0-2 9 0,0 2-8 15,0 0-24-15,0-4-4 0,0 4 28 0,0-3 32 16,0 3 16-16,0 0 12 0,-4 0 60 16,4-3-48-16,0 3 48 0,-4 0-4 15,4 0 4-15,0-3 8 0,0 3 4 16,-4 0 0-16,4-3 0 0,0 3-4 0,0 0-8 15,0 0 0-15,0 0 4 16,0 0 4-16,0 0 0 0,0 0 52 16,0 0-56-16,0 0 0 0,0 0-4 15,0 0 0-15,0 3-84 0,0 0-52 16,0 7 76-16,4-1 60 0,4 3 84 0,-1 7-20 16,-3 4 20-16,9-2-12 0,-9 6-72 15,-1 1 0-15,5 4-60 0,-4 4-100 16,-4 2-8-16,4-4-52 15,-4 4 36-15,5-3 112 0,-5 0 28 0,0-7 44 16,0-5 12-16,0-4 0 0,0-6 96 16,0-4-44-16,0-2-52 0,0-4 60 0,0-3 36 15,0 0 28-15,0 0 48 0,0-3-28 16,0-4-156-16,0-2-12 0,0-4-48 16,0-6-24-16,4 0 56 0,-1-7 20 15,1-2 8-15,0 2 0 0,4-2 64 16,-3-1-56-16,6 4 76 0,-3 0 52 0,4 2-128 15,-4 1 64-15,4 2 48 0,0 2 4 16,0-1-16-16,-1 3 0 0,2 3-36 16,-5 3 40-16,-1 1-15 0,2 3-13 15,-1 3-8-15,0 0-16 16,-5 3 12-16,5 0-60 0,1 0 48 16,-1 0 0-16,-1 6-48 0,6 0 100 0,-5 7-28 15,-1 3 24-15,6 6 0 0,-5 0-12 16,-5 7-32-16,5 2-64 0,-4 5-68 15,0-3-40-15,-4 3-24 0,5-4-12 0,-5 0-76 16,0-7-84-16,4 0-121 16,-4-2 37-16,0-4-88 0,0-4-232 0,3-2-704 15,-3-3-1152-15,0-4-2637 0,4-3-1403 16</inkml:trace>
  <inkml:trace contextRef="#ctx0" brushRef="#br1" timeOffset="-211609.247">5905 15912 7976 0,'0'0'2304'0,"0"0"-627"15,0 0-297-15,0 0-60 16,0 0-96-16,0 0-120 0,0 0-176 0,0 0-260 16,0 0-152-16,0 0 0 0,0 0 12 31,15 65-200-31,-11-37-168 0,1 4-28 0,-1 3-20 16,-1 2-64-16,1 2-40 0,-4-1-8 0,4 3 0 0,-4 0 0 15,4-5-12-15,-4-2-72 0,0-2 20 16,0-6 60-16,0-7 4 0,0-7 44 0,-4-2-44 15,4-7-72-15,-4 0-60 0,4-3-40 16,0 0 48-16,-4 0 28 0,4 0 0 16,0-6-52-16,-3-1-72 0,-1-5 120 15,-1-4-44-15,1 0 20 0,0-7 32 16,0 2 84-16,0 2 16 0,4-4-4 0,0 4 104 16,4 0-104-16,0 0 80 15,9 0 24-15,-2 0 16 0,1 0-28 0,4 3 64 16,0 0-52-16,0 0 128 0,-1 7-44 15,-2-1-92-15,2 3 8 16,-2 4-24-16,-1 0 40 0,-1 3-64 0,2 0-12 0,-6 10 52 16,5 0 20-16,-3 6 4 15,2 5-16-15,-3 8-108 0,1 3-24 0,-5 6-136 16,-1 0-144-16,1 4-96 0,-4-1-164 16,0 0-12-16,0-6-160 15,0-1-240-15,0-4-544 0,0-8-1428 16,0 0-3633-16</inkml:trace>
  <inkml:trace contextRef="#ctx0" brushRef="#br1" timeOffset="-210578.821">5553 17405 6188 0,'0'0'2092'0,"0"0"-756"15,0 0 133-15,0 0 227 0,0 0-384 0,0 0-276 16,0 0-144-16,0 0-188 15,0 0 8-15,0 0 80 0,56 3-40 0,-39 23 44 32,-6 5-272-32,6 8-240 0,-6 5-68 0,1 3-92 15,0 5-76-15,-4-5-48 0,0 4 0 0,-1-1-72 16,-2-2-100-16,-1-7-156 0,0-2 72 0,0-4 96 0,-4-10 112 16,0-3-4-16,0-3-68 0,0-6-64 15,0-7-48-15,0 0-52 16,-4-6 0-16,0 0 4 0,0 0 104 0,-1-6-32 15,-2-7-116-15,-1 1-268 0,4-7 128 16,0-3 228-16,1-1 236 16,3 0 100-16,3 2 64 0,1 5 60 0,8 1 36 15,-5 4-36-15,2 2-152 0,-5 6 28 16,4 3-12-16,-4 0 12 0,-1 0 36 0,-3 0 0 16,5 6-64-16,-5 0-60 0,0 5-12 15,0 4-208-15,0 1-116 16,0 5-84-16,-5 6 120 0,2-5-72 0,-5 3 84 0,0-6 148 15,-1-3 128-15,6-2 116 16,-1-9 184-16,4 2-64 0,0-5 128 16,0 2-104-16,7-4-260 0,10 3 72 0,3 1 228 15,8-4 72-15,-5 2-76 0,5-2-40 16,4 0-8-16,-4 3-140 16,0-3-96-16,4 0 76 0,0 0-88 0,3 0 12 15,-3 0-12-15,5 0-136 16,-5 0-356-16,0 0-184 0,0 0-268 15,-1-3-500-15,-3 3-2672 0,4 0-3637 0</inkml:trace>
  <inkml:trace contextRef="#ctx0" brushRef="#br1" timeOffset="-209163.449">14211 15923 4072 0,'0'0'2112'15,"0"0"-800"-15,0 0 36 16,0 0 220-16,0 0 181 0,0 0-177 0,0 0-332 0,0 0-308 15,0 0-92-15,-23-58 144 16,23 65-44-16,0 0-180 0,4 1 0 16,0 9-164-16,0 5-168 0,3 6-112 0,-3 1-96 15,5 6-87-15,-9-1-49 16,4 5 4-16,-4 5-88 0,0 1-4 0,0 2-72 16,-4 0 28-16,0 2-37 0,-1-5-87 15,1-6-20-15,-3-3 96 0,7-10 32 16,-4-11-8-16,0-6-84 0,4-4-116 15,0-4-104-15,0-7-40 0,0-9-108 16,0-3 128-16,0-9 212 0,0-7 76 16,4-3 56-16,0-4-56 0,3 8-56 0,2-1 104 15,2 3 60-15,5 4 0 0,0 5 124 16,5 7 108-16,-6 7 64 0,5 3-48 16,0 2 80-16,-4 4-80 0,-4 0-80 15,4 0-56-15,-4 7-4 0,-4-2-44 16,-4 2 8-16,4 6-12 15,-8 3 16-15,0 6-76 16,0 4-88-16,-4 2-120 0,-9 8-24 0,2-3 12 16,-6 6-24-16,-2-7-40 0,3 0 64 0,0-10 60 0,0-3 160 15,4-10-8-15,5-2 8 0,-6-5-72 16,9-2 72-16,0-2 0 0,4-2 56 16,0-2-56-16,4-4-48 0,13 1 48 15,-2-1 232-15,5 1 64 0,4 3 20 0,0 3 16 16,4-1-52-16,0 1-60 15,0 0-220-15,0 3-48 0,-1 0 40 0,5 0-56 16,4 0 56-16,-4 0-156 16,4-3-68-16,-1-3-528 0,-7-1-212 15,4 4-444-15,-12-3-896 0,8 2-3289 16</inkml:trace>
  <inkml:trace contextRef="#ctx0" brushRef="#br1" timeOffset="-208312.638">14495 13991 6036 0,'0'0'2548'0,"0"0"-324"0,0 0-451 16,0 0-129-16,0 0-308 16,0 0-56-16,0 0-200 0,0 0-80 0,0 0-152 15,0 0-188-15,11 4 24 0,-7 12-28 16,0 3-159-16,0 10-133 0,-4 2-72 0,0 4-16 15,-4 6-84-15,-4 4-92 16,-7-1-52-16,2 8-48 0,-7 1 0 0,1 1-48 16,-1 6 0-16,-5-6 36 15,6-3-76-15,3-6 40 0,4-14 44 0,0-9-8 16,8-9 0-16,0-6-84 0,4-7-60 16,0-4-4-16,0-8-32 0,8-10-124 15,0-7 100-15,0-6 8 0,7-7 75 0,2 1-63 16,3-3 64-16,-4 6 44 0,4-1 80 15,-1 8 8-15,1 3 40 16,1 3-28-16,-6 5 204 0,1 4 29 0,0 0-49 16,0 7 44-16,-4 3-68 0,0-1-28 15,4 4 60-15,-4 3-20 16,4 0-52-16,-5 0 0 0,2 6-12 0,2 4-8 16,-6-1 20-16,-1 7-24 15,3 3-12-15,-7 3-84 0,0 5-8 16,1 0-4-16,-5 9-60 0,0-2-96 0,-5 4-148 15,1 0-264-15,0 1-120 0,-3-1-105 0,3-3-243 16,4-4-556-16,0 1-872 16,0-10-2384-16,0 8-2449 0</inkml:trace>
  <inkml:trace contextRef="#ctx0" brushRef="#br1" timeOffset="-206781.737">15017 16843 3892 0,'0'0'4432'0,"0"0"-2544"0,0 0-367 16,0 0-21-16,0 0-244 0,0 0 44 15,0 0-172-15,0 0-308 0,0 0-140 16,0 0-64-16,0 0-28 0,0 0-60 16,23-16-88-16,-18 16-76 0,-1 7-48 15,3 5 160-15,-3 4 141 0,4 9-241 0,1 7-108 16,-6 3-136-16,1 4-48 0,-4-2 0 16,0 1-72-16,0 0-4 15,0-6-8-15,0-3-60 0,0-10 0 0,0-6-12 16,0-7-36-16,0-3-76 0,0-3-68 15,4 0-40-15,0-6 40 0,0-4 43 16,4-2-47-16,0-7 124 0,-4-4 8 0,4-3-56 16,0-2 80-16,0 0 28 0,-4 2 72 15,0 1 0-15,4 0 48 16,-4-1-48-16,3 3 4 0,2 4 0 0,3 0 8 16,-5 5 172-16,6 0 0 15,-2 5-40-15,6 2-60 0,-6 4-8 16,-3 3-16-16,5 0 109 0,-2 6-21 0,-3 4-40 15,1 7 36-15,-2 2 28 0,1 2-40 0,-4 5-72 16,0 2-60-16,-4 4-48 0,5 3-132 16,-5-3-148-16,0 2-185 15,3 2-239-15,1-5-420 0,-4 4-752 0,4-9-2020 16,0 12-3657-16</inkml:trace>
  <inkml:trace contextRef="#ctx0" brushRef="#br1" timeOffset="-205738.059">15140 18072 8128 0,'0'0'2408'0,"0"0"-647"0,0 0-497 15,0 0-32-15,0 0-48 0,0 0-96 16,0 0-216-16,0 0-280 0,0 0 8 0,23 19 64 16,-14-4-112-16,-1 10-80 0,0 8-216 15,-1 5-36-15,-2 3-108 16,-5 7-76-16,4 3-32 0,-4 2-4 0,0 6 8 15,-4-3-8-15,-1 1-8 0,-2-3-52 16,-1-2-52-16,0-5-44 0,3-9 56 16,1-7-44-16,1-12 56 0,-1-6 84 15,4-10-104-15,0-3-160 0,0-10-220 0,4-5 60 16,3-11 328-16,2-5 100 0,-1-8 0 16,-4-2-4-16,3 0-72 15,2 3 4-15,3 3 72 0,-5 10 4 0,6 3 56 16,-2 2 140-16,1 8-92 0,-3 5 28 15,2 1-16-15,-3-1 28 0,4 5-64 0,-4 2 4 16,-4 0-40-16,4 0-36 16,-3 0 88-16,-2 2-92 0,1 8 64 15,-4 0 12-15,0 2-80 0,0 8-4 0,-4 2-144 16,-4 3-100-16,-4 4 60 0,4-4 36 16,-4 0-48-16,0-3-36 0,5-2-4 0,-6-5 84 15,9-5 152-15,0-3 84 16,4-5-84-16,0-2-8 0,0 3-148 15,4 1 156-15,4-4 232 0,8 3-20 0,5 4 20 16,-2-4-48-16,1 0-24 0,4 2-40 16,-1 0-44-16,5 1 44 15,0 0-120-15,0 1 0 0,4 2-60 0,0-3 60 16,4 1-48-16,0-4-396 0,-4 0-156 16,0 0-140-16,0 0-284 15,-4 0-920-15,-5-3-2597 0,5 10-4055 0</inkml:trace>
  <inkml:trace contextRef="#ctx0" brushRef="#br1" timeOffset="-203392.815">24786 18183 3180 0,'0'0'1548'15,"0"0"-520"-15,0 0 104 0,0 0 556 16,0 0-28-16,0 0-319 0,0 0-277 16,0 0-72-16,0 0 12 0,0 0 16 15,60-45-100-15,-56 45-100 0,-4 0-88 16,4 7-16-16,-1-1 92 0,1 10-132 0,0 3-192 16,1 7-164-16,-1 9-176 15,0 5 28-15,-4 11-4 0,0 0-108 0,0 7-8 16,0-1-48-16,-4 0-4 0,0 1-72 15,-5-2-96-15,-2-2-28 0,3-3-8 16,-1-7 20-16,2-9 136 0,3-9 40 0,0-8-80 16,4-8 28-16,-4-10 12 15,4 0-76-15,0-10-252 0,4-6-76 16,0-9 304-16,3-6-12 0,1-4 156 16,1-3 0-16,2 0 0 0,-3-4 4 15,5 4 60-15,-2 3 4 0,2 7 192 0,-5-1 12 16,3 10-24-16,-7 3-156 0,5 7-80 15,-5 3 88-15,-1 2-96 16,-3 1 0-16,0 3-48 0,0 0-12 0,0 0 60 16,0 3 4-16,0 1-4 0,0 4-148 15,-7 5-12-15,2 4 16 0,-3 5 68 16,-3 6-32-16,-2 0-64 0,5 5-48 0,-7-5-76 16,6 0 148-16,1-5 144 15,1-4 4-15,7-3 112 0,0-7-16 0,0 1 40 16,11-4-88-16,6 4 76 0,2-4 12 15,5 0 12-15,0 0 32 0,4 4-116 16,0-3-64-16,4 2-4 0,-4 0-4 16,0-2 0-16,0 3-424 0,-5-7 4 0,-3 3-4 15,-4-3-136-15,4-3-396 16,-7 7-616-16,-2-7-2356 0,-7 2-4669 16</inkml:trace>
  <inkml:trace contextRef="#ctx0" brushRef="#br1" timeOffset="-202095.704">24774 16291 6824 0,'0'0'1000'16,"0"0"-388"-16,0 0 1921 0,0 0-1001 0,0 0-244 15,0 0-236-15,0 0-224 16,0 0 56-16,0 0 208 0,0 0-164 0,0 0-216 16,68 79-36-16,-56-53-104 15,-5-1-72-15,2 3-160 0,-5 2-36 0,-4 1-59 16,0-3-61-16,0 7-4 0,-9 0-60 16,1 0-120-16,-3 3 48 0,-2 4-44 0,-2-2-8 15,-1 5-104-15,-4-1 0 0,0 2-112 16,0-9-69-16,4-2 69 15,0-10 112-15,8-5 104 0,4-8-8 16,0-5-100-16,4-7-20 0,0 0-76 0,0-4-24 16,4-5-84-16,4-4 132 0,5-9 116 15,2-3 68-15,1-7 0 0,0-4 4 16,4 2 0-16,-1-1 4 0,-2 4-8 16,-2 1 0-16,2 2 84 0,3 3-24 15,-5 2-8-15,6 1 20 16,-6 3 48-16,1 3 76 0,0 4-84 0,-4-1 68 15,0 4-80-15,4 2 44 0,-4 1 4 0,4 3-4 16,-4-1 28-16,0 1-100 0,-4 3 25 16,4 3-25-16,-5 4-12 0,2 6 28 15,-5 2-4-15,0 8 60 0,0 2 40 16,-4 9-88-16,0 2-84 0,-4 5-12 16,0 0-124-16,-5 4-156 0,5-3 24 15,1 2-85-15,-1-6-231 0,0-3-180 0,4-3-304 16,0-4-496-16,0-5-1080 15,8-9-2937-15,-1 5-3531 0</inkml:trace>
  <inkml:trace contextRef="#ctx0" brushRef="#br1" timeOffset="-199663.774">26021 15729 8200 0,'0'0'1620'16,"0"0"817"-16,0 0 399 15,0 0-756-15,0 0-632 0,0 0-428 0,0 0-344 16,0 0-216-16,0 0-56 0,16 41 44 16,-4-20 65-16,-4 9-161 0,3 5-52 0,-2 2-56 15,-5 12-28-15,0-2 40 16,-4 4-16-16,-4 0-72 0,0 0-120 15,-8-4-48-15,0-3-48 0,4-3-36 0,0-9-132 0,4-7-52 16,0-5 40-16,0-8-40 16,4-5-156-16,0-7-60 0,0 0-13 15,0 0 81-15,0 0 64 0,0-3 60 16,0-8-52-16,0 3 76 16,0-9 156-16,0 2 68 0,4-8 44 0,0 2 8 15,4-5 4-15,0 1 88 0,0 0 44 0,3-1-68 16,2 7 56-16,-1 6 4 15,0 4-12-15,-4 3 96 0,-1 2-16 16,1 4-192-16,-8 0-12 0,5 4 148 0,-5 4 84 16,0 3-136-16,0 3-24 0,-9 7-8 15,2-2-64-15,-1 3-60 0,-5-3-72 16,6-4-4-16,-1-2-20 0,8 1 32 0,-4-6 40 16,4 3 40-16,0-5 44 0,4 0 48 15,4 3 12-15,-1-2 52 16,6-2-28-16,-2 2 24 0,6 0-8 0,-2-1-100 15,6-1-4-15,-2 2-108 0,1-3 28 16,4-1-356-16,0 0-316 0,0-3-288 0,-4 0-752 16,4 0-860-16,-9 0-2553 15,10 0-1987-15</inkml:trace>
  <inkml:trace contextRef="#ctx0" brushRef="#br1" timeOffset="-198829.26">26416 13941 5976 0,'0'0'3012'0,"0"0"-931"16,0 0-925-16,0 0 44 0,0 0 300 15,0 0-152-15,0 0-376 0,0 0-204 16,0 0-4-16,0 0 48 0,0 0-40 15,-32-9 104-15,23 41-231 0,-2 9-137 16,-5 9-96-16,0 7-12 0,-1 3-144 0,-2-2-16 16,-5 2-84-16,4-6-60 15,0-3-32-15,0-3-64 0,5-10-8 0,6-10-80 16,1-5-8-16,8-11-108 0,0-9-76 16,8-3-104-16,8 0 32 0,5-12 36 15,6-7 76-15,5-10-77 0,4-3 13 0,-4-2 60 16,0-4 84-16,0-1 76 0,-4 2 84 15,0-5 12-15,-5 7 172 0,1 0-12 16,0 4-164-16,-5 6 96 0,6 5 88 16,-9 7-8-16,3 4 33 0,-2 2-57 15,-2 4-28-15,5 3 16 0,-3 0-140 16,-2 10 40-16,2 5-48 0,-2 1-12 16,-2 7-52-16,-2 5-20 0,-3 4 0 15,-4 3-148-15,1 6-109 16,-5 0 25-16,0 3-228 0,-5-2-556 15,1-1-896-15,0-9-2128 0,0 13-3073 0</inkml:trace>
  <inkml:trace contextRef="#ctx0" brushRef="#br1" timeOffset="-150009.596">3315 10476 8944 0,'0'0'4849'0,"0"0"-4153"0,0 0-264 0,0 0 220 16,0 0 332-16,0 0-88 15,0 0-156-15,99-52-120 0,-52 29-156 16,2-2 4-16,3-1-188 0,-1 4-108 0,-3-3-88 16,-1 3-84-16,-6-4-36 0,-1 3 28 15,-5-2-52-15,-7 3-248 0,0 0-352 16,-8-1-128-16,0 1-424 0,-8 3-708 16,-4 3-2140-16,0-3-2753 0</inkml:trace>
  <inkml:trace contextRef="#ctx0" brushRef="#br1" timeOffset="-149796.62">3736 9890 5520 0,'0'0'2912'0,"0"0"-1604"0,0 0-55 0,0 0 263 16,77 3-240-16,-49 3-276 16,0 1-108-16,0 2-208 0,3 4-348 15,-4-1-136-15,1 5-40 0,0 1-160 16,-7-1 0-16,-1 4 40 0,-8 5-36 0,-5-1 132 15,-3 10-136-15,-4 3-52 0,-4 7-272 16,-3 2-72-16,-10 0 16 16,6 5-108-16,-10-4-512 0,2 0-816 0,3-10-1377 15,-12 9-1735-15</inkml:trace>
  <inkml:trace contextRef="#ctx0" brushRef="#br1" timeOffset="-144911.269">5574 11830 10784 0,'0'0'3153'0,"0"0"-2053"0,0 0-812 16,0 0 52-16,0 0 568 0,0 0-160 15,0 0-104-15,0-16-76 0,3 16-88 16,1 0 12 0,4 0-52-16,1 0-100 0,2 0-84 15,2 0-24-15,-2 0-24 0,5 0-72 0,-4 2 20 0,8 2-72 16,0-4 52-16,4 3-40 0,4-3 0 0,0 0-32 16,4 0-4-16,0-3 1 0,3-3-57 15,1 0 56-15,4-5-16 16,4 6-40-16,-4-2 4 0,8 0-8 0,-9 5-4 15,1-2-56-15,0 4 48 0,0 0-85 16,-4 0 1-16,-1 0 84 0,5 6-112 16,-3-1 52-16,2-3 60 0,5 2-28 0,4-4 40 15,-1 0 48-15,5 0-48 0,0-6-316 0,-1-1 60 16,2 0 196-16,3 2 60 16,0-2 0-16,3 0 0 0,1 4-4 15,4 3 4-15,0 0 8 16,3 0 52-16,1 3-48 0,-1 4 72 0,2 0-72 15,-2-4-12-15,1 2-4 0,-1 1-104 16,1 1 96-16,0-3-60 0,0-1 20 0,-1 0 44 16,5-1 8-16,-4 2 8 0,0-1 44 15,3-3-52-15,-3 4-40 16,4-4 36-16,-4 3-68 0,-1 0 72 0,1-1 60 16,-5 5 4-16,5-4-60 0,1 4 4 15,-2-1 40-15,1 1-36 0,-1-2-8 16,6-1-4-16,-2-1 4 0,0-3-8 0,2 0 4 15,-2 0 0-15,0 0-48 16,6-7 44-16,-2-1 4 0,1-2 0 0,-1 0-4 16,2 1 0-16,-2-4-44 15,0 4 48-15,1-5 0 0,-4 5 64 0,4 0-60 16,-5 2-8-16,1 1-4 0,0 0 8 16,0-1-12-16,-1 1-76 0,1 0 76 15,0 3-12-15,-5-4 24 0,1 4 12 16,0 0 52-16,0-3-12 0,-4 2-52 15,3 1-8-15,-7 0 8 0,0 0 0 0,-4 0 44 16,0 3-44-16,-5 0 0 0,1 0 12 16,-5 0-8-16,-6 0-4 0,2 0 4 15,-7 0 44-15,-4 0-48 0,0 0-108 16,-8 3 68-16,0 3 32 0,-4-3 8 16,-8 4-64-16,-1-4 52 0,-2 3-96 0,-1-3 36 15,-5 1 60-15,-3-1 8 0,4 0-8 16,-4 0-84-16,0-3-40 0,0 0-32 15,0 4-4-15,0-4-12 0,0 0 12 16,0 0-24-16,0 0-100 0,-7 0-232 16,-5-4-288-16,-4-2-968 0,-1 3-2800 15,-26-13-4981-15</inkml:trace>
  <inkml:trace contextRef="#ctx0" brushRef="#br1" timeOffset="172495.938">6234 11418 4212 0,'0'0'2096'16,"0"0"1988"-16,0 0-4084 16,0 0 132-16,0 0-132 0,0 0 849 15,0 82 231-15,5-57-188 0,3-3-344 0,4 7-244 16,-5-1-12-16,6 1 88 0,-2 6 300 16,6 0 52-16,-6-1-260 0,2 1-220 15,2 1-16-15,-3-1-36 0,4 3-104 16,-4-4-8-16,1 4 0 0,-6-2-84 0,5-2 4 15,-3-1 0-15,-2-2 0 16,1-6 0-16,0-5-8 0,-3-2 0 0,-2-4-100 16,1-9 40-16,0 2-116 0,-4-4-144 15,0-3-80-15,0 0-140 0,0 0-100 16,0-10-144-16,0 1-64 0,-8-7-464 16,0-6-849-16,4 6-1731 0,-15-19-1156 0</inkml:trace>
  <inkml:trace contextRef="#ctx0" brushRef="#br1" timeOffset="172681.902">6203 11595 5928 0,'0'0'2844'16,"0"0"-1344"-16,0 0-415 16,0 0-225-16,0 0 164 0,0 0 4 0,-79 35-180 15,62-19-344-15,-2-4-280 0,6 1-184 0,-2 0-40 16,2-1-316-16,2-2-212 0,3-4-204 15,4-3-260-15,-1-3-584 0,5 0-1237 16,0-6-2315-16</inkml:trace>
  <inkml:trace contextRef="#ctx0" brushRef="#br1" timeOffset="172842.813">6223 11519 940 0,'0'0'6900'0,"0"0"-5412"0,0 0-208 0,0 0 61 16,80-4-165-16,-57 8-8 15,-3-1 72-15,8 3-308 0,0 0-336 16,4 4-396-16,-4-4-112 0,4 4-88 0,-4-3-124 16,0-2-500-16,4-1-508 0,-4 3-548 15,-9-5-1513-15,9 5-3795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5-30T07:43:32.342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2932 1149 3420 0,'0'0'7745'0,"0"0"-5505"15,0 0-1260-15,0 0-212 0,0 0 504 16,0 0-12-16,0 0-336 0,0 0-396 16,0 0-292-16,0 0-28 0,32-3 416 0,8 3 144 15,7 0-380-15,9 0-120 0,4 0-132 16,4 3-15-16,0-3-109 16,-1 0 36-16,-3 0-40 0,-4 0-8 0,0-3-104 15,-9-6-225-15,-2-4-107 0,-6-3-200 16,-7 0-256-16,-4-3-4 0,-4-6-716 15,-12 2-1216-15,-5 5-2417 0,-10-12-2411 0</inkml:trace>
  <inkml:trace contextRef="#ctx0" brushRef="#br0" timeOffset="267.071">3398 746 8020 0,'0'0'4237'0,"0"0"-3549"0,0 0-176 0,0 0 552 15,0 0 112-15,0 0-496 0,0 0-220 16,0 0-136-16,-55 92 12 0,55-54 36 15,4 6 24-15,3 10-76 0,5 10-60 16,8 6-164-16,0 6-8 0,0 7 72 16,4-1-52-16,0 1 4 0,-5-7-12 15,5-7 8-15,-3-5-32 0,-10-7 20 16,6-6 100-16,-10-4-60 0,-3-5 32 0,-4-7 128 16,0-10-68-16,0 1-128 15,-4-11-52-15,1-2-40 0,-9-2-8 0,-1-9-60 16,-7 2-392-16,5-4-232 0,-6 0-16 15,-7-6-88-15,5-11-464 0,-1-5-516 16,4-7-428-16,4-6-901 0,4 10-1435 16</inkml:trace>
  <inkml:trace contextRef="#ctx0" brushRef="#br0" timeOffset="715.887">4490 1155 15221 0,'0'0'2328'0,"0"0"-2080"0,0 0 272 0,0 0 220 16,0 0 44-16,0 0-172 0,-84 102-160 15,52-51-220-15,4 12-16 0,0 4 16 16,4 3-12-16,9-7-87 0,3-8-133 16,12-14-101-16,0-13-155 0,0-15-48 15,8-7 24-15,3-3 112 16,2-3 44-16,6-12-48 0,2-8-72 0,-1-8-48 15,-1-8-64-15,5-4-12 0,-4-2 100 0,4 1 32 16,-4 6 176-16,0 0 0 16,-1 9-76-16,6 5-28 0,-9 9-80 0,3 1 32 15,2 11 140-15,-6 0 72 16,1 13 432-16,0 4-52 0,0 4-168 0,4 8-4 16,0 6 0-16,-4 3 28 0,0 9-4 15,-4 4-24-15,-8 10 12 0,-4 2-12 0,0 0 12 16,-8 4-4-16,-4-3-8 15,-9-7 24-15,-2-3 12 0,-1 0-52 0,-4-7 53 16,-4-2-1-16,-3-10 60 0,-5-3-16 16,-4-7-92-16,-4-9-64 0,-4-4-96 15,-4-8-36-15,0-4-192 0,-11-4-160 16,-1-11-220-16,1-4-169 0,-6-6-135 0,-2-11-68 16,4-2-284-16,-2-3-648 15,2-7-844-15,19 10-1385 0,-27-22-915 16</inkml:trace>
  <inkml:trace contextRef="#ctx0" brushRef="#br0" timeOffset="1032.49">2526 930 5836 0,'0'0'5281'16,"0"0"-3729"-16,0 0-364 0,0 0 288 0,0 0-340 15,0 0-612-15,0 0-216 16,-96 39 152-16,76-18-136 0,-4 10-140 16,0 2-36-16,0 8-76 0,0 3 104 15,5 11 8-15,3 2-48 0,-1 6-52 0,9 11-72 16,5 5 36-16,3 9 16 0,3 1-64 15,10 4-56-15,10 2-16 0,5-6 12 16,4-8-372-16,12-3-544 0,4-12-332 16,4-12-116-16,8-13-584 0,-13-15-977 0,25-14-1983 15</inkml:trace>
  <inkml:trace contextRef="#ctx0" brushRef="#br0" timeOffset="1333.088">5215 876 1108 0,'0'0'13229'16,"0"0"-11893"-16,0 0-1044 0,95 35 136 15,-67-19 60-15,0 3 84 0,-4 4 168 16,0 4-48-16,0 12-116 0,0 5-108 0,0 7 152 15,0 7 196-15,-4 2-500 0,-8 6-156 16,-5 4-99-16,-3 3-1 16,-4 3-52-16,-11-2 36 0,-6-2-44 15,2-5-4-15,-5-11-165 0,-5-4-231 0,10-11-172 16,-1-12-52-16,0-9-36 16,9-12-212-16,-2-8-576 0,5-3-884 0,-4-32-3257 15</inkml:trace>
  <inkml:trace contextRef="#ctx0" brushRef="#br0" timeOffset="1524.771">5813 574 13833 0,'0'0'1772'16,"0"0"-1484"-16,0 0 240 0,0 0 680 15,0 0 28-15,83 70-132 0,-71-38-360 16,4 9-292-16,-4 4-232 0,0 6-100 15,-4 3-12-15,-8 6-108 0,0 3-132 16,0 1-636-16,-12-1-332 0,1-3-436 0,-2-5-976 16,1-14-432-16,-12 6-4621 0</inkml:trace>
  <inkml:trace contextRef="#ctx0" brushRef="#br0" timeOffset="2449.044">473 1028 3252 0,'0'0'9105'0,"0"0"-7585"0,0 0-724 15,0 0 872-15,-39-70-92 0,35 64-576 16,4 6-448-16,0 0-296 0,0 10-256 0,8 9 0 15,4 16 220-15,7 15 208 0,2 14 8 16,7 13-92-16,-4 11-128 0,-1 5-128 16,1-2-88-16,0-1-12 15,0-11-100-15,-1-13-128 0,-6-18 44 0,-2-16 48 16,-6-13 4-16,3-11-16 0,-5-8-156 16,6-5-16-16,2-17 160 0,2-14 52 15,-2-11-64-15,1-13-4 0,-4-10-56 16,-3-3-28-16,-2 0 64 0,-3 3 24 0,0 10-28 15,0 9 212-15,0 13-84 16,5 16-56-16,-6 12-32 0,5 10 48 16,4 4 124-16,0 10 24 0,4 16 212 0,4 5 12 15,0 6 0-15,3 6 132 0,5 7-32 16,-3 4-192-16,-1 2 68 16,-5 1-76-16,1-8 48 0,-3-5 192 0,-6-13 64 0,-3-10-96 15,0-5-40-15,-4-15-172 16,0-2-32-16,-4-3 8 0,0 0 28 15,4 0-27-15,-4-6 75 0,4-7 176 0,0-6 40 16,0-9-108-16,3-13-172 0,6-10-124 16,-5-10 28-16,4-5-36 0,-4-5-108 15,0 2-192-15,-1 3-284 16,-3 6-193-16,1-1 73 0,3 10-104 0,-4 3-404 16,0 10-872-16,-1 10-2136 0,-3-1-1073 15</inkml:trace>
  <inkml:trace contextRef="#ctx0" brushRef="#br0" timeOffset="2683.074">1270 783 13877 0,'0'0'2064'0,"0"0"-2060"0,0 0 0 0,0 0 964 15,0 0 148-15,76 11-300 16,-48-9-276-16,0 2-172 0,-1-2-208 16,1 3-64-16,0-5-96 0,0 0-60 0,-3 0-540 15,-1 0-484-15,-5-5-392 16,1 3-776-16,-3-2-2309 16,-10-2-2403-16</inkml:trace>
  <inkml:trace contextRef="#ctx0" brushRef="#br0" timeOffset="2847.182">1485 908 4272 0,'0'0'2060'0,"0"0"2613"0,-15 82-4041 16,11-40 288-16,4 9 980 0,0 3 176 15,0-1-548-15,0 8-480 0,0-4-432 0,8-3-360 16,0 0-256-16,3-7-176 0,6-8-436 16,-1-8-200-16,-1-12-32 0,6-13 0 15,-2-6-412-15,5-12-872 0,-8-7-2289 16,0-25-2919-16</inkml:trace>
  <inkml:trace contextRef="#ctx0" brushRef="#br0" timeOffset="3116.655">1888 730 12673 0,'0'0'4032'0,"0"0"-3520"16,0 0 168-16,0 0 824 15,0 0-196-15,0 0-516 0,-60 105-500 0,37-54-135 16,-1 2-45-16,3 4-4 0,6-5-108 15,-1-8 0-15,8-9-84 0,4-7-40 16,4-2-21-16,0-7-39 0,8-3 4 0,-1 0 8 16,10 0 16-16,2-3-52 15,5-1 128-15,4-2 80 0,0-1 84 0,0 1-12 16,-4-4-72-16,-4 0 0 0,0 4-4 16,-9 3 4-16,-2-1-60 0,-1 8 52 15,-4 1-128-15,-4 8-108 0,-4 3-244 0,-13 9-244 16,-6 4-404-16,-5 2-716 0,-16 4-712 15,12-13-2505-15,-32 16-3031 16</inkml:trace>
  <inkml:trace contextRef="#ctx0" brushRef="#br0" timeOffset="3615.025">514 2232 8492 0,'0'0'2997'0,"0"0"-849"0,0 0-436 15,0 0-20-15,0 0-500 0,0 0-428 16,0 0-288-16,0 0-96 0,0 0-24 16,0 0-64-16,91-41 100 0,-39 31-40 15,7 0-72-15,9 4-84 0,8-3-63 16,4-1 35-16,-1 1-80 0,5-1-4 16,0 0-84-16,-5 1-12 0,-2-4-120 0,-6 0-40 15,0 4-193-15,-11-4-135 0,-4 4-12 16,-12-4-160-16,-4 7-52 0,-4-5-384 15,-8 9-800-15,-13-1-2208 0,2 3-3677 16</inkml:trace>
  <inkml:trace contextRef="#ctx0" brushRef="#br0" timeOffset="4343.155">6709 1254 1120 0,'0'0'4276'16,"0"0"512"-16,0 0-2679 0,0 0-385 15,0 0-172-15,0 0-272 0,0 0-308 16,0 0-540-16,0 0-184 0,0 0 72 16,12 51 524-16,28-42-72 0,4-3-224 0,4 1-256 15,-1-4-108-15,2-3-100 16,-6 0-76-16,-4 0 76 0,-3-6-84 16,1-4-48-16,-9 1-196 0,-1-4-448 0,-7 4-360 15,0 2-176-15,-8 1-1052 0,-4 3-3097 16,-8 3-4147-16</inkml:trace>
  <inkml:trace contextRef="#ctx0" brushRef="#br0" timeOffset="4513.398">6928 1514 4304 0,'0'0'1588'16,"0"0"284"-16,0 0 888 0,0 0-691 0,0 0-513 15,96 55-44-15,-64-47-404 0,3-1-276 16,6-3-484-16,2-4-240 15,1 0-108-15,4 0-464 0,4-4-596 0,-1-3-712 16,-10 1-852-16,10-7-3933 0</inkml:trace>
  <inkml:trace contextRef="#ctx0" brushRef="#br0" timeOffset="4679.345">7968 1419 7524 0,'0'0'5777'0,"0"0"-4409"15,0 0 384-15,104 7 100 0,-73-12-608 16,5-3-572-16,-4-9-368 0,5-2-156 16,-2-6-136-16,5-7-12 0,-4-5-248 15,-1-2-448-15,-3-3-584 0,0 2-704 16,-12 8-2396-16,-3-12-2773 0</inkml:trace>
  <inkml:trace contextRef="#ctx0" brushRef="#br0" timeOffset="4933.112">8092 783 8200 0,'0'0'3197'16,"0"0"-1929"-16,-13 71-284 0,13-30 736 0,0 10-100 15,4 5-516-15,5 5-204 0,2 3-8 16,2-1-156-16,2 4-212 0,6 3-148 16,-2-1-168-16,1 8-87 0,1-4-13 15,2 2-104-15,-7 6 8 0,4-9 48 16,-8 2-48-16,-1-5 60 0,-7-5-12 0,1-4-52 15,-5-9-8-15,0-4-44 16,-5-9 44-16,-2-6 60 0,-5-9-48 0,-4-7-12 16,-4-10-48-16,4-6-244 0,-12-3-133 15,4-13-51-15,-3-12-316 0,-5-14-556 16,-1-9-884-16,10 7-2144 0,-13-38-2817 16</inkml:trace>
  <inkml:trace contextRef="#ctx0" brushRef="#br0" timeOffset="5124.54">8844 476 9260 0,'0'0'6061'16,"0"0"-5245"-16,0 0-484 0,21 76 416 0,-21-34 600 15,4 2-268-15,-4 4-380 0,0 2-432 0,0-3-208 16,0 5-60-16,3-1-60 0,1-4-416 15,0-3-468-15,5-2-436 0,-1-4-972 16,-5-9-2469-16,5 5-3079 0</inkml:trace>
  <inkml:trace contextRef="#ctx0" brushRef="#br0" timeOffset="10498.216">9658 774 1188 0,'0'0'4044'0,"0"0"-1520"0,0 0-892 0,-5-82-3 16,-7 60-125-16,1 3-240 15,-6 3-252-15,-2 2 232 0,-1 9-540 0,0 5 132 16,-4 3-304-16,0 20-28 0,0 11-72 16,-4 17-100-16,4 18 0 0,-4 8-40 15,5 8 64-15,3-2-88 0,3 0-12 0,6-13-124 16,3-10-124-16,4-16-8 0,4-12-60 16,0-13-72-16,0-13-100 0,8-3-24 15,-4-3 36-15,7-12 108 0,6-7 104 16,-2-10-152-16,5-12-192 0,5 0-32 15,-6-6-96-15,1 2 36 0,-3 4-36 16,-2 6-16-16,-2 6 32 0,2 10 68 16,-7 7 88-16,4 7-16 0,0 5 20 0,-1 11 304 15,6 4 16-15,-1 11 372 16,3 5 44-16,-2 8 80 0,2 5-128 0,1 7 40 16,1 6-176-16,-6 3-4 0,-7 7-20 15,-3 3 24-15,-5 3 72 0,0 9 48 16,-17 1 48-16,-3 2 0 0,-3 8-172 15,-1-7-120-15,-8 2-52 0,4-5-64 16,-4-7 40-16,-4-9-40 0,1-7 80 0,-2-9 56 16,5-13 4-16,0-9-16 15,0-10-32-15,4-7-88 0,1-5 36 16,3-7-48-16,-4-4-60 0,0-8-88 0,0-4-8 16,4-6-76-16,0-7 48 0,9-3-36 15,2-2-96-15,9-5 32 16,4 1-72-16,9-1-196 0,3 2-188 0,8 2-56 15,3-3-380-15,1 0-716 0,-4 9-856 16,16-15-2481-16</inkml:trace>
  <inkml:trace contextRef="#ctx0" brushRef="#br0" timeOffset="10684.283">10339 1444 12045 0,'0'0'1624'0,"0"0"-876"15,0 0 952-15,0 0-360 16,96 64-512-16,-68-55-224 0,7-2-188 0,1-4-32 16,7-3-140-16,6-10-140 0,3-5-104 15,-1-8-60-15,-3-2-248 0,-1-3-268 0,-2-2-444 16,-6-1-584-16,-11 10-1240 16,-4-18-4581-16</inkml:trace>
  <inkml:trace contextRef="#ctx0" brushRef="#br0" timeOffset="10898.918">10669 1133 11897 0,'0'0'1864'0,"0"0"-1404"0,-12 63 348 16,12-24 540-16,0 2-476 0,4 3 56 16,4 5-40-16,-3-2-236 0,6 7-128 15,-3 0-220-15,0 3-156 0,1 6-64 16,-2 1-84-16,1-3-76 0,-4-4-340 0,5 0-328 15,2-7-128-15,-3-6-44 0,8-2-128 16,-4-4-1008-16,0-13-2021 0,4 1-2187 16</inkml:trace>
  <inkml:trace contextRef="#ctx0" brushRef="#br0" timeOffset="12459.411">12064 1320 7052 0,'0'0'4317'0,"0"0"-2997"0,0 0-400 15,0 0-348-15,0 0 176 16,0 0 208-16,0 0 96 0,0 0-232 16,79 0 144-16,-43 0-336 0,5 0-260 0,-6 0-112 15,5 0-24-15,0-3-120 0,-4-3-36 16,4 0-76-16,-1-1-12 16,-3-5 0-16,-4-1-260 0,1 1-288 0,-6-5-252 15,-3 1-324-15,-4 1-752 0,-5 2-1092 0,-6-10-2945 16</inkml:trace>
  <inkml:trace contextRef="#ctx0" brushRef="#br0" timeOffset="12780.357">12435 838 4620 0,'0'0'1016'0,"0"0"260"0,0 0 2805 0,0 0-2389 16,0 0-440-16,0 0-228 15,0 0-368-15,0 0-392 0,0 0-28 16,0 0 256-16,-36 67-32 15,48-26 152-15,-1 3-56 0,6 10-136 0,-2 4-176 16,5 9-48-16,-3-1-112 0,6 4-80 0,-7-1 152 16,5-2 76-16,-6 0-124 0,-3-1 100 15,-4-2 0-15,-4-4 40 0,-4-2 92 16,0-7-36-16,0-7-60 0,-8-3-96 16,-4-6-88-16,4-6-52 0,-3-11 0 0,-2-1-8 15,-2-8-140-15,-2-2-140 16,2-7-96-16,-6 0-172 0,-3-5-40 15,0-6 20-15,1-6-144 0,3-5-268 0,-4-6-372 16,8-4-160-16,0-3-436 0,8-1-1041 16,4 11-1183-16,8-13-176 0</inkml:trace>
  <inkml:trace contextRef="#ctx0" brushRef="#br0" timeOffset="13279.436">13625 1219 11569 0,'0'0'2628'0,"0"0"-1756"15,0 0-140-15,0 0 632 0,0 0-88 0,0 0-512 0,0 0-224 16,-75 67-124-16,47-33-184 16,4 8-12-16,-4 3-28 0,9 2-20 15,2-3 24-15,6-3-16 0,7-9-180 0,4-3-48 16,0-13-132-16,0-4-100 0,8-5 60 15,3-7-72-15,2 0-40 0,-2-9-108 16,6-8 132-16,2-4-60 0,-3-5 0 16,0-6 20-16,4 0 116 0,-3 1 92 15,-2-1 68-15,1 4 4 0,0 2 60 0,0 3-32 16,0 9 28-16,0 3-176 0,-4 5 188 16,-1 6 300-16,2 0 8 15,-2 10 64-15,2 5 48 0,-2 2 8 0,-3 8-96 16,5 0-64-16,-6 7 64 0,1 9 8 15,-4 0-8-15,0 10-16 0,0 3-36 16,-4 6-28-16,0 4 17 0,-4 0-1 0,-8 2-12 16,1-2-16-16,-2-4-96 15,-2-6-8-15,2-3-28 0,-2-9 72 0,2-9-8 16,-2-3 8-16,2-11-12 0,-2-1-12 16,-2-8-8-16,-2-4-16 15,-5 1 0-15,-4-7-132 0,0 0-36 0,-8 0-36 16,1-7-108-16,-5-9-172 0,0-2-48 15,0-8-120-15,0-5 60 0,0-5-73 16,4-2-159-16,8-3 44 0,5 3-232 0,11-3-412 16,4 3-720-16,8-1-856 15,0 7-2393-15,0-12-1879 0</inkml:trace>
  <inkml:trace contextRef="#ctx0" brushRef="#br0" timeOffset="13483.729">13984 752 12449 0,'0'0'2300'15,"0"0"-1404"-15,0 0-4 0,0 0 352 16,0 0 16-16,0 0-352 0,0 0-236 16,56 69-284-16,-48-36-204 0,-4 5-80 15,-4 3-104-15,0 7-84 0,0 3-524 16,0 6-372-16,-4 0-472 0,-4-13-1244 15,-8 23-3753-15</inkml:trace>
  <inkml:trace contextRef="#ctx0" brushRef="#br0" timeOffset="28670.049">1601 3556 5288 0,'0'0'392'16,"0"0"5505"-16,0 0-4121 0,0 0-592 15,0 0-140-15,0 0 176 0,0 0-116 0,-28-47-200 16,24 43-204-16,4 4-152 15,0 0-216-15,0 0-192 0,0 4-140 0,0 1-96 16,0-2-40-16,8 7 136 0,0 5 28 0,4 6 140 16,0 7 52-1,8 7-220-15,-4 3 84 0,4 10 52 0,-4-1-52 16,0 7 52-16,0 6-124 0,-4 4 0 0,-1 2 48 16,2 4-12-16,-5-1-40 15,3-4 36-15,-2-8-44 0,-1-10-84 16,-1-12 24-16,1-6 52 0,1-10-76 0,-2-6 8 0,-3-7-8 15,0-3-12-15,0-3 8 16,5 0 36-16,-2-6 52 0,5-8 84 16,0-4 4-16,0-14-36 0,4-5-52 15,-4-8-136-15,0-9-56 0,-4-3 56 16,0-4 40-16,-4 1-40 0,0 3-24 16,-4 3 16-16,4 6 144 0,-1 10-160 0,1 10 48 15,1 5-44-15,3 7-4 16,0 11 12-16,-1 1 100 0,6 4 48 15,2 9 0-15,6 5 84 0,-1 11 16 0,-1 6 108 16,5 10-100-16,-4 10 64 0,0 3-12 16,0 4 36-16,-5-2-124 0,-2 2-64 0,-1-7 104 15,0-7-16-15,-4-3 40 16,3-12-4-16,-2-4 4 0,-1-10 20 16,-4-1 4-16,0-7-40 0,-1-7 28 0,1 0-16 15,0 0 28-15,1-11-39 0,-1-1 63 16,7-7 200-16,-3-7-128 0,9-4-112 15,-6-9-132-15,2-3-12 0,-2-2-180 16,6-1-64-16,-2 1-180 0,1 0-181 16,0 0 5-16,4 4-108 0,-1 0-284 15,6 2-500-15,-5 0-1000 0,-5 8-2641 0,9-10-2695 16</inkml:trace>
  <inkml:trace contextRef="#ctx0" brushRef="#br0" timeOffset="29084.683">2976 3346 8412 0,'0'0'4185'16,"0"0"-2985"-16,0 0-1100 15,0 0 116-15,0 0 820 0,4 77 660 16,-4-40-380-16,0 8-428 0,0 9-312 0,0 3-160 16,-4 4 0-16,-5 4-100 15,2 3-84-15,-1 1-96 0,-5 5-88 0,6-8 12 16,-1-1 48-16,0-9-56 0,4-5 20 16,4-10-72-16,0-9-44 15,0-10 44-15,0-10 68 0,4-1 16 0,0-9-72 16,4 1 0-16,3 0 48 0,2-3 173 15,6 4 203-15,5-1-96 0,4-3-72 16,0 0-76-16,0 4-60 0,4-4-60 0,-4 3-60 16,4-3 0-16,0 0 36 15,-4 0-48-15,0 0-8 0,0 0-176 0,-5 0-192 16,1-3-192-16,4-1-185 0,-4-6-159 16,0-2-372-16,-1-1-1064 0,-6 1-2648 0,7-8-3157 15</inkml:trace>
  <inkml:trace contextRef="#ctx0" brushRef="#br0" timeOffset="29417.433">3740 3851 6900 0,'0'0'7081'0,"0"0"-5689"16,0 0-336-16,9 91 340 0,-5-55 204 15,-4-4-72-15,0 0-459 0,4-7-497 16,0-3-280-16,-1-9-124 0,5-3-84 15,1-8-84-15,6-2-4 0,6 0-8 16,3-9-48-16,4-7-48 0,3-6-124 0,-3-3-168 16,4-7-97-16,-5 0 73 0,1-4 80 15,-4 3 52-15,-7-3 100 0,-2 1 44 16,-7 0 52-16,-3 0-28 0,-5 4 56 0,-9 6 68 16,-6-1 120-16,-2 7 16 0,-2 6-40 15,-5 4 64-15,4 5-52 16,0 4-108-16,-4 7-152 0,0 9-8 0,-4 6 24 15,4 9 136-15,-4 1 32 0,1 7-32 16,7-1-76-16,-1-4-20 0,6 1-420 0,-1-2-292 16,4-2-752-16,4-6-1024 15,3-2-2589-15,2-11-2711 0,3-8 7676 16</inkml:trace>
  <inkml:trace contextRef="#ctx0" brushRef="#br0" timeOffset="29683.893">4752 3413 5868 0,'0'0'6449'0,"0"0"-3225"15,-51 79-1696-15,27-37-224 16,-4 8 180-16,0 7-152 0,0 7-287 0,0-1-305 16,9 4-256-16,3 0-76 0,0-4-116 15,11-9-40-15,5-6-72 16,0-6-12-16,9-14-68 0,3-3-56 0,8-9-44 0,-1 0 0 15,5-7-12-15,0-2-48 16,4-1 8-16,0-6-20 0,0 0-108 16,-5 0-36-16,-2-3-112 0,-5-7-68 0,0 3-88 15,-13-1-108-15,1-5-249 0,-4 0-471 16,-7-3-1468-16,-14-2-2872 16,6 4-3753-16,-21-14 7933 0</inkml:trace>
  <inkml:trace contextRef="#ctx0" brushRef="#br0" timeOffset="29845.367">4477 3956 6492 0,'0'0'7729'0,"0"0"-6533"16,0 0-568-16,0 0 824 0,88 26 152 0,-64-24-244 15,4-2-360-15,4-2-443 0,-4-9-385 16,0 3-172-16,0-9-437 0,0 1-355 16,-5-2-256-16,1-2-392 0,-7 1-1012 15,-2 0-2777-15,-7 3-2347 0,-3-3 6248 16</inkml:trace>
  <inkml:trace contextRef="#ctx0" brushRef="#br0" timeOffset="29981.747">4797 3886 4092 0,'0'0'7625'0,"0"0"-5197"0,-20 82-1568 15,12-43-496-15,0 5 656 0,-1 0 436 0,2 3-188 16,-1-1-420-16,0-2-408 0,0-3-332 16,-4 0-108-16,-1-6-476 15,-2 0-332-15,3-6-80 0,-8-4-312 0,0 1-920 16,-8-1-2641-16,5-5-4067 0,-25 7 8356 0</inkml:trace>
  <inkml:trace contextRef="#ctx0" brushRef="#br0" timeOffset="30379.034">1565 4921 4396 0,'0'0'8505'0,"0"0"-5681"0,0 0-1596 0,0 0-716 0,0 0-252 16,0 0 208-16,80 22 456 16,-28-12 144-16,11-2-44 0,14-1-171 0,9-7-261 15,6 0-96-15,8-2-84 0,4-5-64 16,8-5-68-16,2 1-88 15,6-1-168-15,4-1-20 0,3 5-8 0,5-3 4 16,3-2-48-16,5 7 48 0,-1 0 84 16,1 0-36-16,-5 2-48 0,-4 1-96 15,-7 0-132-15,-5 0-52 0,-7 0-20 0,-8 0 68 16,-5-1-68-16,-7 1-64 16,-5-3 72-16,-10 3 100 0,-10-3-124 0,-11 2-37 0,-5-2 25 15,-10 3-148-15,-5-3 88 16,-12 2-444-16,-5-2-204 0,-3-1-784 15,-8 1-628-15,0 0-1965 0,0 0-2567 0,-8-11 6148 16</inkml:trace>
  <inkml:trace contextRef="#ctx0" brushRef="#br0" timeOffset="31356.749">7020 3546 4804 0,'0'0'896'0,"0"0"4208"16,0 0-3407-16,0 0-601 15,-20 99-120-15,12-52-4 0,-4 13-192 16,0 7-192-16,-4 6-64 0,0 3-28 16,1 7-80-16,-6-4-92 0,-3 7-80 15,1-4-244-15,-1 4 0 0,-4-6-8 0,4-8-88 16,3-11-40-16,2-13 132 0,10-14 0 16,2-11-68-16,3-11-148 0,0-5-200 15,4-7-300-15,0-10-472 0,4-9-508 16,4-9-696-16,4-13-2281 0,0-14-931 0,-5 15 5604 15,10-34-1088-15</inkml:trace>
  <inkml:trace contextRef="#ctx0" brushRef="#br0" timeOffset="31699.736">6904 3803 1812 0,'0'0'900'0,"0"0"5568"0,0 0-4531 0,0 0-373 0,92 39-516 15,-64-11 128-15,4 11-116 0,-1 8 28 16,1 7-56-16,4 3-120 15,-8 10-44-15,0 0 100 0,-4-1-556 0,-4 1-276 0,-8 0-56 16,-1-8-80-16,-2-2-8 16,-5-13-4-16,0-4-100 0,0-15-32 15,-4-3-28-15,0-10-72 0,0-2-108 0,0-7-100 16,-8-3 48-16,-1 0 0 16,-6-3-248-16,-5-7-252 0,0-5-80 0,-8-4 16 0,0-4-204 15,0-5-212-15,-3 0-208 16,-1-5 523-16,0-2 501 0,0 7 568 15,4 0 544-15,4 1 153 0,9 13 407 0,2 0-208 16,9 7 20-16,4 2-232 0,4 2-180 16,9 3-40-16,2 0 52 15,9 0 376-15,4 3-272 0,4 0-384 0,4 4-176 16,-1-2-12-16,5 2-48 0,-3-3-108 16,2-4-864-16,1 0-532 0,-9 0-1212 15,14-7-4121-15</inkml:trace>
  <inkml:trace contextRef="#ctx0" brushRef="#br0" timeOffset="32009.195">7901 4134 5124 0,'0'0'7937'16,"0"0"-6337"-16,0 0-844 0,0 0-40 0,-88 89 412 16,60-61 36-16,-4 5-156 0,4 0-272 15,0-1-320-15,8 1-248 0,5-5-68 16,2-6-92-16,5-3 0 0,4-6 40 0,4-4-48 15,0 2-56-15,12-9 20 0,4 4 36 16,5-2 72-16,2 2-28 0,5-3-40 16,-4 1-4-16,0 1 4 0,0 2 0 15,-8 0 8-15,0 1 112 0,-4 5 20 0,-5 4 16 16,-7-1-16-16,0 3 112 16,0 3 25-16,-7 0-77 0,-14 0-156 15,6-3-48-15,-5-3-188 0,-5-4-117 0,6-2-83 16,-1-3-148-16,5-7-76 15,2 0-132-15,1-7-192 0,9-8-672 0,-6-8-768 16,9-6-2213-16,0 4-2435 0,0-23 5916 16</inkml:trace>
  <inkml:trace contextRef="#ctx0" brushRef="#br0" timeOffset="32345.768">8267 4128 6960 0,'0'0'5565'0,"0"0"-3417"16,0 0-936-16,0 0-460 0,0 0 208 15,-4 85-32-15,-16-50-128 0,-8 3-152 16,0 0-148-16,0 4-48 0,-3-5-64 0,3-2-108 16,3-6-84-16,10-4-63 15,-1-3-9-15,8-8-64 0,4-8-60 0,4-4 0 16,4-2-124-16,7 0 28 0,10 0 23 16,3-2-87-16,8-4 16 0,3 2-4 15,1 1 28-15,0 3 12 0,0 0 44 16,-5 10 20-16,1 1 44 0,-12 8 136 15,1 4 120-15,-10 3-52 0,-3 2 16 16,-8 1-11-16,0 2-5 0,-4 2-48 0,-7-3-20 16,-1 0-16-16,-8-5 24 15,3-3-44-15,-2-6-100 0,3-6-52 16,4-7-248-16,-4-3-172 0,4-3-273 0,4-10-291 16,5-9-484-16,-2-6-820 15,5-14-2568-15,0 11-3225 0,0-27 5485 16</inkml:trace>
  <inkml:trace contextRef="#ctx0" brushRef="#br0" timeOffset="32799.235">8610 4321 8080 0,'0'0'6093'0,"0"0"-4329"0,0 0-1060 0,15 80 44 16,-11-43 588-16,-4 2 160 0,0 5-120 0,0-4-367 15,0 0-381-15,0-9-312 0,4-6-208 0,9-9-108 16,-6-3-40-16,14-7 32 0,-2-6-88 15,5-6-172-15,4-7-92 0,8-6-28 16,-4-6-48-16,-1-3-101 0,5-1-23 16,-8-1 84-16,0 5 184 0,-4 4 120 15,0 4 24-15,-4 5 52 0,0 5 96 0,-8 4 12 16,0 6 344-16,-4 10 180 16,-1 6-184-16,-3 6 100 0,1 5-136 0,-5-2-23 15,4 4 7-15,-4-7-56 0,4-6-64 16,0-3-92-16,3-6-88 0,6-8 4 0,2-2-8 15,6 0-36-15,3-9-116 0,-1-7 0 16,5-3-64-16,0-3-68 16,0 0-81-16,0-1 41 0,-4 4 0 0,-1 1-84 15,-6 1-4-15,-1 5 84 0,-12 6 136 16,0-1 76-16,-4 7 120 16,-8 3 4-16,-8 7 116 0,-9 9 16 0,1 2 24 15,-3 9-28-15,-1 5 104 0,0 3 44 16,0 1 12-16,8-2-48 0,1 1-64 15,6-6-8-15,9-7-40 0,4-6-96 0,0-6-36 16,17-10-96-16,2-3-136 0,5-3-8 16,8-10-4-16,4-2-160 15,8-4-184-15,0-4-392 0,8-2-1036 0,-5 3-1756 16,5 0-1605-16,-12 5-1275 0,16-5 5581 0</inkml:trace>
  <inkml:trace contextRef="#ctx0" brushRef="#br0" timeOffset="33247.358">10821 4356 2964 0,'0'0'7340'0,"0"0"-4795"0,83 51-601 15,-43-32-432-15,12 3-32 0,4-10 36 16,0-5-536-16,-1-7-404 0,-3-13-468 0,4-9-108 16,-4-9-416-16,-1-9-244 0,1-4-160 15,1-6-216-15,-10-1-580 0,-3-3-1200 16,-9 13-3561-16,-6-20-846 0</inkml:trace>
  <inkml:trace contextRef="#ctx0" brushRef="#br0" timeOffset="33545.985">11207 3794 3200 0,'0'0'952'16,"0"0"4620"-16,-28 95-3087 15,25-47-573-15,3 11-20 0,0 5-244 0,3 10-228 16,5 2-244-16,1 6-284 0,-1 8-320 15,-1 1-171-15,1 4-209 0,1-3-20 0,-5 1-28 16,3-4-132-16,-3-3 48 0,4-4 36 16,-4-3-8-16,8-2-40 15,-4-11 12-15,0 0-60 0,-3-8-8 0,-2-4-64 16,-3-3-4-16,0-3-104 0,-3-7 48 16,-6-3-16-16,-3-6 88 15,0-4 0-15,-4-9 60 0,0-2-4 0,-7-5-56 16,-1-10-12-16,-8-2 12 0,0 0-16 15,-9-9-93-15,2-7-99 0,-5-3-48 16,-4-6-160-16,5-1-220 0,-2-5-48 0,6 2-84 16,3 1-308-16,4 2-480 0,4 1-532 15,4-1-969-15,9 4-2475 0,2 3 1224 16</inkml:trace>
  <inkml:trace contextRef="#ctx0" brushRef="#br0" timeOffset="34266.722">12199 4442 1580 0,'0'0'9821'0,"0"0"-7609"15,0 0-904-15,96 6-468 16,-52-12-108-16,0-4-296 0,-1-3-188 0,1 1-248 15,-8-4-148-15,0 0-640 0,-8 2-460 16,-4 2-512-16,-4 5-2445 0,-12 1-3451 16,-4 6 7424-16</inkml:trace>
  <inkml:trace contextRef="#ctx0" brushRef="#br0" timeOffset="34446.394">12319 4724 2672 0,'0'0'9105'0,"0"0"-6805"0,0 0-1188 16,0 0-132-16,0 0 208 0,95 10-272 16,-55-10-164-16,8-6-260 0,4-5-272 15,3-1-148-15,1-1-72 0,4 0-232 16,-4 1-592-16,-4 2-696 0,-12 4-1068 16,12 6-4357-16</inkml:trace>
  <inkml:trace contextRef="#ctx0" brushRef="#br0" timeOffset="35162.557">13789 4178 5056 0,'0'0'52'0,"0"0"5937"0,0 0-3813 0,0 0-856 15,0 0-308-15,0 0 44 0,0 0-200 16,0 0-176-16,0 0-260 16,76-80-196-16,-52 49-176 0,0-1 0 15,0 0 44-15,-1-3-92 0,1 4 0 0,0-1-8 16,1 6 8-16,-6-2-8 0,1 9 8 15,-4 0-8-15,-4 2 4 0,0 9 0 16,0 2-60-16,-4 1-8 0,4 5-76 0,4 0 136 16,-1 5 12-16,2 9 0 15,2 9 48-15,1 6 40 0,4 7 96 0,-3 8-76 16,-2 3 4-16,1 7 24 0,0 6 60 16,-4 0-48-16,-4 7 84 0,0 1 24 15,-4-3 72-15,0 2-120 0,-5-4 36 16,6-6-48-16,-5-5-88 0,0-14-108 15,4-7-4-15,-1-11-8 0,2-8-180 16,-1-5-284-16,3-7-124 0,2 0-124 0,-2-12-172 16,6-8-220-16,-6-6-648 15,6-9-2444-15,-6 7-1953 0,1-26 2117 0</inkml:trace>
  <inkml:trace contextRef="#ctx0" brushRef="#br0" timeOffset="35382.853">14590 3826 4316 0,'0'0'2460'0,"0"0"2389"0,0 0-3937 16,0 0-504-16,-56 79 308 0,36-47 500 15,-3 6 172-15,-1 10-328 0,-8 2-516 16,0 5-184-16,-5 1-76 0,-2 8-88 16,-5 2-60-16,-4 4-40 0,-8 3-96 0,5 1 0 15,-5-8 0-15,4-3-48 16,5-6-196-16,2-13-204 0,14-4-68 0,3-12-232 15,4-9-116-15,12-6-244 0,0-10-744 0,8-3-3009 16,1-3-2111-16,-2-13 6148 0</inkml:trace>
  <inkml:trace contextRef="#ctx0" brushRef="#br0" timeOffset="36433.54">14985 3200 6688 0,'0'0'2764'0,"0"0"-431"16,0 0-965-16,0 0-588 15,0 0 68-15,0 0 260 0,0 0-4 0,0 0 48 16,43 64-204-16,-26-30-248 0,-6 5-200 16,-3 6-108-16,-8-1-100 0,0 0-108 15,0-2-76-15,0-2-60 0,-4-4-44 16,-4-5-4-16,5-2-48 0,-1-7-60 0,-1-6-112 15,1-4-36-15,4-5-72 0,0-3-100 16,0-4-40-16,0 0 64 16,9-7 36-16,-2-3-100 0,5-5 72 0,1-8 72 15,2-2 64-15,-3-4 100 0,4 0 60 16,-1-2 72-16,-2 0 28 0,2-2 52 16,-2 2 48-16,-1 5 160 0,0 3 52 15,-4 4 68-15,3 11-68 0,-3 2 20 16,1 2-124-16,-1 4-36 0,3 4 36 0,2 4 28 15,-6 9-40-15,5 5 24 0,0 0 72 16,-4 6 12-16,-4 4-108 0,0 3-140 16,-4 1-56-16,0-3-60 0,0 3-316 15,0 2-360-15,-4 1-232 0,0-2-220 16,-4 1-664-16,5-9-1384 0,-6 12-3609 16</inkml:trace>
  <inkml:trace contextRef="#ctx0" brushRef="#br0" timeOffset="40809.045">16837 4823 5988 0,'0'0'7341'0,"0"0"-6425"0,0 0-876 16,0 0-32-16,0 0 264 15,4 63 232-15,-8-38 216 0,-4 0-64 16,-4 5-232-16,-3-8-176 0,2 3-124 16,2-3-112-16,-2-6-12 0,2 3-48 0,3-5-288 15,-1-6-344-15,1-2-136 16,8-1-80-16,-3-5-336 0,-1 0-1076 0,4 0-3189 16,-8-14 58-16</inkml:trace>
  <inkml:trace contextRef="#ctx0" brushRef="#br0" timeOffset="43943.94">18989 4226 9876 0,'0'0'1369'0,"0"0"-393"15,0 0-196-15,0 0 228 0,0 0 128 16,0 0-144-16,0 0-276 0,0 0-204 0,0 0-240 15,0 0 12-15,0 0 224 0,79 19 192 16,-34-13-220-16,-2 0-200 0,0-3-192 16,2-3-40-16,-2 0 8 0,6 0-56 15,-6-3-48-15,5-6-60 0,-1-1-444 16,2-5-272-16,-2-1-288 0,-6-3-328 0,-2-1-972 16,-15 5-2561-16,0-10-1587 0</inkml:trace>
  <inkml:trace contextRef="#ctx0" brushRef="#br0" timeOffset="44317.71">19463 3746 7460 0,'0'0'4753'16,"0"0"-3949"-16,0 0-444 0,0 0 48 0,0 0 276 0,0 0 200 15,-80 50-4-15,76-27-204 0,-4 3-328 16,8 8-100-16,0 4 24 0,0 10-72 0,4 3-52 15,0 6 60-15,5 4-196 0,-6 6 100 16,5-1-108-16,0 7 48 0,0 0-4 0,-4 3-48 16,0 1 108-16,4-5-108 0,-4-1-40 15,0-8 40-15,0-6 0 16,-1-7 16-16,2-1-12 0,-1-11-4 0,4-7 72 16,-4-2-64-16,0-7 92 0,-1-6-4 15,-3-1-32-15,4-5-52 0,-4-3 60 16,0-7-60-16,0 0 196 0,-4 0 236 15,-7 0-224-15,-6-7-220 0,-6-3-356 16,-1-5-72-16,-4-1 84 0,0-3-52 16,0-3 52-16,4 0-104 0,1-4-220 0,3 1 16 15,3 0-328-15,2 2 68 16,7-2-268-16,4 2-356 0,4-2-773 0,0 0-755 16,4 5-1788-16,8-8 4304 0</inkml:trace>
  <inkml:trace contextRef="#ctx0" brushRef="#br0" timeOffset="44564.385">19989 4302 11309 0,'0'0'3940'0,"0"0"-3136"0,0 0-700 15,0 0 460-15,0 0 580 0,95-13-84 16,-67 8-396-16,0-2-384 0,0 3-196 16,0-2-84-16,0 3-88 0,-5-4-168 15,1 4-540-15,1 3-180 0,-9-3-220 0,-4 3-916 16,-1 0-2753-16,-7 0-2691 0,-8 6 5449 16</inkml:trace>
  <inkml:trace contextRef="#ctx0" brushRef="#br0" timeOffset="44746.082">20052 4423 6036 0,'0'0'6297'0,"0"0"-5301"16,0 0-476-16,0 0 636 0,0 0 152 15,0 0-160-15,0 0-244 0,0 0-340 16,0 0-60-16,0 0-52 0,104 19-180 16,-68-19-260-16,0 0-12 0,4 0-160 15,-1 0-268-15,2 0-284 0,-2 0-276 16,1 0-340-1,-5 0-880-15,-7 3-3093 0</inkml:trace>
  <inkml:trace contextRef="#ctx0" brushRef="#br0" timeOffset="46332.067">21323 3667 92 0,'0'0'8568'0,"0"0"-6500"16,0 0-807-16,0 0-377 16,0 0 48-16,0 0 272 0,0 0-100 0,0 0-264 15,0 0-404-15,0 0-288 0,0 0 40 16,13 60 292-16,-9-22 236 16,-1 10-136-16,1 9-152 0,-4 7-36 0,0 3-136 0,0 2-100 15,-7 1 40-15,-1 0-148 16,-5-3-48-16,2-2-44 0,-2-4-64 15,2-7 56-15,7-9 52 0,0-13-4 0,4-7 4 16,0-9-72-16,0-3 12 16,8-7-40-16,-1-3-44 0,6-3-52 15,-2-3-24-15,6-7 48 16,-2-6 12-16,2-3 28 0,2-2 8 16,-3-9 112-16,0 2 0 0,-4 0 4 0,0-4-104 15,-4 6-60-15,4 1 88 0,-4 6 36 0,-4 7 48 16,3 1 0-16,-2 5-84 0,3 6 84 15,-4 0 0-15,4 3 160 0,4 7 12 0,0 2-52 16,-5 8-56-16,6-1 32 16,-1 2 28-16,-5-1-76 0,2 2-36 15,-5 0-12-15,4-3-24 0,-5-2-356 0,1-2-36 16,4-5-16-16,-3-3-88 0,3-1-188 16,-1-4-568-16,1 2-848 0,-4-4-2521 15,1 0-2783-15,-1-9 7424 0</inkml:trace>
  <inkml:trace contextRef="#ctx0" brushRef="#br0" timeOffset="46509.337">21933 4382 9880 0,'0'0'4561'0,"0"0"-3865"0,0 0-468 16,0 63 348-16,0-38 680 0,0 1-8 15,0-1-276-15,0 1-532 0,0-5-364 16,4 2-76-16,0-1-112 0,1-6-352 15,2 0-276-15,1-7-296 0,4-3-272 16,4-6-648-16,4 0-532 0,-1-12-2117 0,-2-1-1159 16,7-15 5112-16</inkml:trace>
  <inkml:trace contextRef="#ctx0" brushRef="#br0" timeOffset="46681.547">22423 4191 1540 0,'0'0'12089'15,"0"0"-10365"-15,0 0-960 0,88 19 116 0,-52-16 260 16,3 0-364-16,2-3-420 0,2 0-356 16,2-9 0-16,2-2-208 15,1-1-408-15,-5-4-360 0,1 1-376 0,-11-1-956 16,2-9-3549-16</inkml:trace>
  <inkml:trace contextRef="#ctx0" brushRef="#br0" timeOffset="46912.526">22659 3823 9276 0,'0'0'5345'0,"0"0"-4625"0,-9 75-244 16,9-36 104-16,9 6 516 0,-2 2 228 16,-3 3 12-16,4 5-604 0,-3 2-380 15,-1 0-192-15,3 0-160 0,-3-1-4 0,-4-1-132 16,0-7-216-16,4-7-172 15,0-10-176-15,0-6-108 0,8-11-32 0,4-7-164 16,4-7-312-16,4-16-376 0,4-10-1212 16,4-9-2725-16,-13 3 142 0</inkml:trace>
  <inkml:trace contextRef="#ctx0" brushRef="#br0" timeOffset="47690.753">24165 4403 8960 0,'0'0'7437'15,"0"0"-6169"-15,0 0-1268 0,0 0-96 16,0 0 96-16,0 0 172 0,0 0 324 16,0 0-460-16,0 0-36 0,0 0-308 0,67-35-200 15,-63 35-316-15,-4-2-168 16,0 2-92-16,0 0-264 0,-4 0-432 0,-3 0-765 0,-2 2-1595 16,5-2-603-16,-15 0 4743 15</inkml:trace>
  <inkml:trace contextRef="#ctx0" brushRef="#br0" timeOffset="48099.96">23734 4470 820 0,'0'0'408'15,"0"0"-408"-15,0 0 312 0,0 0-312 0,0 0-432 16,0 0-36-16</inkml:trace>
  <inkml:trace contextRef="#ctx0" brushRef="#br0" timeOffset="51822.858">23622 3552 7128 0,'0'0'5905'0,"0"0"-4317"0,0 0-656 15,0 0-236-15,0 0 264 0,0 0 68 16,0 0-104-16,0 0 80 0,0 0-200 16,76 99-268-16,-71-33-111 0,-5 8-85 0,-5 8 24 15,-3 4-36-15,-4 0-112 0,-4-1-96 16,-3-5-60-16,2-4-60 0,6-6-96 15,-2-13 88-15,5-6-52 0,8-17 12 0,0-4 0 16,0-16 40-16,4-3-64 16,5-8-76-16,3-3-8 0,3-16-24 0,5-7 120 15,4-10 48-15,4-13-88 0,0 2 16 16,-4-4 0-16,3 7-60 0,-6 6 128 16,-1 10-44-16,-1 9-12 0,-6 6 11 15,-2 7-35-15,-3 3-52 0,1 0 16 16,-1 10 132-16,-1 2 152 0,-3 4 56 15,-4 3-75-15,4 3 3 0,-4 4-16 16,0-1 48-16,0 4-8 0,-4-1-16 16,-4-2-36-16,5 2-100 0,-5-6-8 0,3-3-40 15,1-6-44-15,0-3-256 0,4-3-265 16,0-7-127-16,0 0-144 16,0 0-612-16,0-4-1588 0,0-6-3221 0,0 1-2571 0,0-10 8473 15</inkml:trace>
  <inkml:trace contextRef="#ctx0" brushRef="#br0" timeOffset="52063.34">24212 4340 7644 0,'0'0'6841'0,"0"0"-5945"0,0 0-216 15,99-9 632-15,-78 9-432 0,-1 0-436 16,-9 5-76-16,-3 8 136 0,-4 4 60 0,-4 1-152 16,0 5-168-16,-4 5-96 15,-7 1-52-15,-6 3 136 0,2 3-12 0,-2 0-4 16,2-4-7-16,-1-2 11 0,8-4-40 15,8-6-96-15,0-5 16 16,11-6-16-16,10-8-24 0,7 0-12 16,7 0 12-16,6-6-60 0,-2-3-48 0,5-4-220 15,0 0-288-15,-4 0-249 16,-1 1-183-16,-7-1-360 0,0 3-820 16,-12 4-2884-16,-4-3-5289 0</inkml:trace>
  <inkml:trace contextRef="#ctx0" brushRef="#br0" timeOffset="58595.86">19360 6445 312 0,'0'0'9956'0,"0"0"-8587"0,0 0-345 0,0 0-196 15,0 0 216-15,0 0 76 0,0 0-224 16,0 0-236-16,-9 16-288 0,25-13 48 0,0 3 320 15,8 1-76-15,0-4-212 0,0 1-144 16,8-4-76-16,-4 0-76 16,4-7-8-16,-4 0-100 0,4-4-44 0,0 0 4 15,-1-5-8-15,-3 3-84 0,-1-2-196 16,1 2-208-16,-4 0-116 0,-3 1-84 16,-2-1-152-16,-6 0-240 0,2 4-668 0,-6-5-720 15,-2 8-2249-15,-3-7-1287 16</inkml:trace>
  <inkml:trace contextRef="#ctx0" brushRef="#br0" timeOffset="58979.503">19674 6153 3100 0,'0'0'3088'0,"0"0"-232"0,0 0-1732 0,0 0-243 15,0 0 83-15,0 0 72 0,0 0-144 0,0 0-184 16,0 0-88-16,0 0-156 15,0 0-152-15,0 0-80 0,-76 63-56 16,76-34-4-16,5-1 28 0,-1 4-36 0,3-3-40 16,1 6-36-16,0-4-88 0,1 4 96 15,-6 7-96-15,5-2 0 16,0 6 56-16,-4 1-56 0,0 4-12 0,0 3 12 16,0-3 84-16,0 0-84 0,0-4 4 15,0-2-4-15,0-7 12 16,-4-3 0-16,3-4-8 0,2-6 56 0,-1-2-60 0,0-4 0 15,-4-7 8-15,0-1 92 16,4-3-96-16,-4-2 48 0,0-1 8 16,0-3-12-16,-4 2-48 0,-4-4-208 0,-4 0-52 15,0-4-28-15,-4-3-48 16,0 1-28-16,0-6-52 0,-3-7-72 16,-2 0-32-16,5 0-160 0,1-4-136 0,3 1-168 15,-1 3-168-15,6 0-633 0,-1 3-251 16,4 1-684-16,-1 2-344 0,1 4 1748 15,4-1 961-15</inkml:trace>
  <inkml:trace contextRef="#ctx0" brushRef="#br0" timeOffset="60046.915">20215 5931 6140 0,'0'0'2000'16,"0"0"-728"-16,0 0-948 0,0 0-80 0,0 0 532 16,0 0 537-16,0 0-253 0,0 0-296 15,0 0-128-15,0 0-196 16,0 0-48-16,77-47-52 0,-70 55-76 0,-3-2-92 16,-4 5 8-16,4-3-28 0,-4 3-92 15,0-5 4-15,0 0-16 0,0-3 52 0,0 1-12 16,0-1-76-16,-4-3 76 15,4 0 36-15,0 0 40 0,0 0-64 16,0 0-100-16,0 0-260 0,-4 0-476 0,4 0-572 16,0 0-764-16,-3 0-2349 0,-1 0-2535 15,4 0 5600-15</inkml:trace>
  <inkml:trace contextRef="#ctx0" brushRef="#br0" timeOffset="60644.981">20507 6372 3612 0,'0'0'432'15,"0"0"3540"-15,0 0-2468 0,0 0-228 0,0 0-191 16,0 0 39-16,-80-13-52 16,64 7-148-16,0 3-220 0,4-4-148 15,-4 0-244-15,4 2-176 0,-4-2-132 0,4 0-4 16,5 5 0-16,-6 2 48 15,5 0-36-15,1 7 60 0,-1 5-20 16,-1 10 8-16,-2 3 28 0,7 11 124 0,-4 1 24 16,-1-2 36-16,6 4-84 15,-1-11-92-15,4-3-92 0,0-6 0 0,4-9-4 16,3-7 4-16,6-3-4 0,2 0 12 0,6-9 76 16,3-7 12-16,4-6-100 0,0-3-308 15,-5-5-116-15,5-1 76 0,-4 3 88 16,-4 2-28-16,-4 0 4 0,0 1 4 15,-4 6 76-15,0 3 104 0,-4 4 92 16,-4-1 0-16,0 9 8 0,-1 2 128 16,1 2 108-16,0 0 32 0,1 6 68 15,-1 7 40-15,0 2-44 0,0 8-20 16,-1 2-52-16,1 6 12 0,-4 6-52 16,0 0 40-16,0 1-24 0,0 0-104 0,4 0 16 15,-4-3-72-15,4-3 20 0,1 0-92 16,3-7 0-16,3-3 44 0,-3 0-44 15,4 0 0-15,0 1 4 0,1-1 100 16,-2 6 4-16,-3 5-4 0,4 2-8 16,0 6 72-16,-4 3-4 0,0 4 76 15,-4 2-108-15,0-2-52 0,-4 4-24 16,0-2-56-16,-4-2 48 0,-8-4-40 16,0-3-8-16,-8 1 44 0,-8-9 0 0,0 0 0 15,-4-5 12-15,-4-2-44 0,-3-4 32 16,-5-9-48-16,-4-7-112 0,5-6-180 15,-9-9-160-15,3-10-120 0,2-7-140 0,-1-6-116 16,1-6-312-16,-6-6-780 16,5-4-2264-16,12 10-1781 0</inkml:trace>
  <inkml:trace contextRef="#ctx0" brushRef="#br0" timeOffset="60994.184">18714 6117 3904 0,'0'0'168'0,"0"0"4448"0,0 0-2924 16,-48 99 45-16,40-48-265 0,0 6-16 0,8 10-184 15,0 6-288-15,0 6-240 16,4 4-112-16,0 2-164 0,8-2-200 16,-5-4-132-16,10-2-136 0,-1-10-88 15,4-7-96-15,8-6-280 0,3-13-144 0,9-6-72 16,4-10-316-16,7-8-400 15,9-14-928-15,9-6-2189 0,-18-8-2231 16</inkml:trace>
  <inkml:trace contextRef="#ctx0" brushRef="#br0" timeOffset="61258.706">21160 6156 9792 0,'0'0'4769'16,"0"0"-3621"-16,0 0-480 0,71 66-20 0,-46-40 356 16,-9-1-16-16,-1 7-132 0,-2-3-304 15,-1 6-284-15,-9 0-36 0,1 3-88 16,-4 0-72-16,-4 4-72 0,-7 2-8 0,-6 0-116 16,-2 0-204-16,-5-2-88 15,0-4-12-15,4-6-160 0,-3-10 36 0,6-6 72 16,2-7-40-16,6-9-352 0,-3-3-1052 31,5-16-2609-31,3 3-3127 0,4-23 6016 16</inkml:trace>
  <inkml:trace contextRef="#ctx0" brushRef="#br0" timeOffset="61462.056">21753 5854 7160 0,'0'0'2008'0,"0"0"689"0,0 0-653 0,0 0-60 16,41 74-124-16,-37-46-404 0,0 4-340 0,3 2-448 16,-3 1-304-16,0 4-204 15,1-1-160-15,-1 0-4 0,-4-3-312 0,0 3-220 16,-4-3-196-16,-5-4-240 0,2 1-448 16,-5-3-1400-16,-1-1-2973 15,6-9-2267-15,-10-3 7292 0</inkml:trace>
  <inkml:trace contextRef="#ctx0" brushRef="#br0" timeOffset="61633.025">22161 6417 7200 0,'0'0'9429'16,"0"0"-8049"-16,0 0-872 0,0 0 68 15,0 0 184-15,79 9 84 0,-59-9-320 16,4 0-376-1,-1-7-148-15,1 1-388 0,-3 0-452 16,-2-1-400-16,-3 1-592 0,-4 6-2160 0,-12 0-3669 0</inkml:trace>
  <inkml:trace contextRef="#ctx0" brushRef="#br0" timeOffset="61780.387">22064 6661 7928 0,'0'0'6941'16,"0"0"-5697"-16,0 0-876 0,0 0 504 0,0 0 316 15,0 0-120-15,0 0-64 0,92 23-420 16,-60-34-452-16,1-1-132 0,2-4-524 0,-3 0-476 16,-4 4-316-16,-5 2-816 0,1-3-3393 15</inkml:trace>
  <inkml:trace contextRef="#ctx0" brushRef="#br0" timeOffset="62307.246">22993 6077 456 0,'0'0'8372'0,"0"0"-5171"0,0 0-1261 16,0 0-636-16,0 0-248 0,0 0-208 16,0 0-140-16,0 0-116 0,0 0-112 0,-84 101-36 15,81-57-16-15,-1 11-24 16,-1 2-88-16,5 3-84 0,0 5-108 0,0-2-64 15,0 0 88-15,5 0-148 0,-1-6-48 16,3-3-36-16,1-9-48 16,1-4-248-16,6-9-48 0,-3-10-196 0,8-4-176 0,4-11-100 15,0-7-232-15,8-7-632 16,-4-11-756-16,4-11-2665 0,-9 7-563 16,14-29 4484-16</inkml:trace>
  <inkml:trace contextRef="#ctx0" brushRef="#br0" timeOffset="62673.571">23570 5898 196 0,'0'0'9912'0,"0"0"-7683"16,0 0-329-16,0 0-124 0,28 96-40 16,-24-51-464-16,5 8-144 15,-9 2-348-15,0 2-208 0,0 0-39 0,0-3-145 16,-9-3-192-16,1-4-196 0,1-6-44 15,3-6-224-15,0-9 4 0,4-7 55 16,0-12 61-16,0-5-68 0,0-2 44 16,8 0 28-16,-1-2 144 0,6-8 36 15,-1-4 24-15,-5 0-60 0,6 0 0 16,-5 2-48-16,-1-1-12 16,-3 8-4-16,4 0-20 0,1 3-8 0,2 2 92 15,-3 0 108 1,8 7 76-16,-4 1 24 0,0 5-16 15,0 3 16-15,-4 3-3 0,4-3-69 0,-8 0-40 0,4 0-84 0,-4-4-12 16,-1-2-4-16,1-1-188 0,1-6-149 0,-5 4-171 16,0-7-208-16,0 0-256 15,4 0-468-15,-4 0-1292 0,4-10-2649 0,0 4-2483 0,3-16 7556 16</inkml:trace>
  <inkml:trace contextRef="#ctx0" brushRef="#br0" timeOffset="62835.965">24005 6445 3664 0,'0'0'8877'0,"0"0"-7029"0,0 0-828 16,0 0 324-16,0 0-12 16,31 83-40-16,-26-61-120 0,-1 0-304 0,-4-3-347 15,4 3-265-15,0-6-256 0,0 0-184 0,3-2-433 16,2-6-151-16,-1 2-52 0,3-7-224 16,-2 1-788-1,-1-4-2312-15,7 0-3693 0</inkml:trace>
  <inkml:trace contextRef="#ctx0" brushRef="#br0" timeOffset="63261.984">24575 6232 12029 0,'0'0'5168'0,"0"0"-4032"0,0 0-556 0,-68 79 388 15,40-40 168-15,0 2 93 0,4-3-369 16,0-6-424-16,9-4-308 0,2-8-128 15,9-7-72-15,4-7-60 0,0 0-124 0,4-6-8 16,5 0 20-16,6-3 64 0,5-6 20 16,1-8-116-16,2-2-53 0,1-3 1 15,0 3 108-15,-4-4 124 16,0 8 32-16,-4 2 16 16,3 4-12-16,-2 5 52 0,-2 4-4 0,2 0 12 0,-2 10 76 15,-2 6 108-15,-2 9-16 0,-3 7-32 0,4 7 56 16,-4 5 29-16,0 6-25 0,1 7 44 15,-6 0 76-15,-3 4-36 0,0 2-124 16,-8 1-72-16,0-4-80 0,-4-6 80 0,0-3-36 16,0-6 64-16,1-7 56 0,2-10-48 15,-3-3-12-15,5-8-36 16,-1-5-64-16,-1-6-4 0,-2-3-4 0,-2-3-144 16,-2-6-36-16,-2-2-64 0,-2-12-56 15,-9-2-64-15,0-7-24 0,0-2 12 16,-4-7-97-16,-3-4-139 0,3-6-228 15,-8 1-524-15,7-4-792 0,-2 3-788 16,-1 0-2529-16,12 17-1239 0,-3-7 6344 16</inkml:trace>
  <inkml:trace contextRef="#ctx0" brushRef="#br0" timeOffset="63787.317">25248 6413 9964 0,'0'0'2317'0,"0"0"-685"0,0 0-492 16,0 0-460-16,0 0 0 15,0 0 344-15,92-6-232 0,-53-1-348 16,1 1-336-16,4 0-108 0,-4-4-184 16,0-2-396-16,0-1-164 0,-8-4-204 15,4-2-360-15,-8 0-764 0,-9 7-2729 0,1-13-2355 0</inkml:trace>
  <inkml:trace contextRef="#ctx0" brushRef="#br0" timeOffset="63980.968">25523 6032 4196 0,'0'0'1108'0,"0"0"3240"16,0 0-2823-16,0 0 51 0,-7 99 104 0,7-55-216 15,7 3-224-15,-3 8-176 0,4 2-260 16,0-3-364-16,-4-3-352 16,4-4-88-16,0-2-396 0,-4-7-328 0,3-7-228 15,2-9-156-15,6-2-404 0,2-10-792 16,2-10-2201-16,-2 0-1907 15,7-30 5620-15</inkml:trace>
  <inkml:trace contextRef="#ctx0" brushRef="#br0" timeOffset="64308.942">26105 5813 7824 0,'0'0'5209'0,"0"0"-4077"16,0 0-224-16,4 102 692 0,-4-54 72 15,0 9-208-15,0 0-436 0,0 2-456 0,0 2-244 16,0-1-99-16,-4-6-153 16,4-6-76-16,-5-3-305 0,5-4-75 15,0-9-44-15,0-6 20 0,0-12 100 0,0-3 72 16,5-5-24-16,-1-6-100 0,4 0-24 16,-1-10 196-16,10-5 184 0,-2-5 64 15,2 1 36-15,2-3-52 0,1 9-44 16,-3 0 4-16,-2 8 140 0,-2 5 48 15,2 2 24-15,-3 5 76 0,0 9-4 16,0 1-48-16,-5-3-148 0,2 5-96 16,-5 0 0-16,0 1-8 0,0-4-224 15,0 0-220-15,-4-4-136 0,0-2-112 16,0-4-304-16,-4 0-1248 0,-4-3-2785 0,0 1-3519 16,-4-4 6853-16</inkml:trace>
  <inkml:trace contextRef="#ctx0" brushRef="#br0" timeOffset="64548.698">26539 6470 1212 0,'0'0'11741'16,"0"0"-9949"-16,0 0-772 0,0 0 360 15,0 0-476-15,0 0-284 0,0 0-156 16,0 0-180-16,0 0-76 16,0 0 0-16,0 0-60 15,60 64-64-15,-60-45-84 0,-9 3 76 0,6-3 20 0,-1 4 76 0,0-8 72 16,0-2 448-16,4 1-179 15,0-9-221-15,4 1-172 0,7-3-60 16,2-3-60-16,6 0-4 0,5-9-200 0,4-3-333 16,8-8-231-16,5-2-340 0,-2 0-604 15,-7 3-2032-15,11-7-3969 0</inkml:trace>
  <inkml:trace contextRef="#ctx0" brushRef="#br0" timeOffset="64945.61">27157 6267 15605 0,'0'0'4112'0,"0"0"-3464"0,-108 86-76 15,72-48 573-15,-4 0-165 0,12-3-256 0,8-7-264 16,5-9-364-16,11-2-96 16,4-9-96-16,0-1-36 0,15-3-40 15,2-4-68-15,2-4-12 0,5-5-40 0,4-3 0 16,0-7-20-16,-4 0 8 15,4-1 24-15,-8 4 87 0,0-3 69 16,0 7 40-16,-1-1-24 0,-6 6 36 0,6 4-4 16,-6 3 4-16,2 3 24 15,2 10 48-15,-6 6 0 0,6 11 12 0,-6 0-12 16,1 12 48-16,0 5 48 0,-8 4 88 0,0 4 72 16,-4 4-75-16,0-2-9 15,-4 4 20-15,-4-5 4 0,-4 2-40 16,0-7-60-16,-4-3-24 0,0 0 88 0,0-11-4 15,4-2-84-15,-8-5-64 0,9-9-8 16,-6-8-4-16,6-7-140 0,-6-6-60 16,2-3-100-16,-2-9-84 0,-2-11-125 15,-1-3-31-15,0-11-104 0,0-9-340 16,4-7-268-16,-3-11-684 0,2-8-660 16,2-4-2141-16,2 12-2291 0,9-35 6652 0</inkml:trace>
  <inkml:trace contextRef="#ctx0" brushRef="#br0" timeOffset="65179.547">27758 6010 7672 0,'0'0'4525'16,"0"0"-3005"-16,24 74-632 0,-16-41 256 15,4 6 188-15,-4 2-120 16,0 1-388-16,4-1-368 0,-4-4-236 0,0-1-96 15,-8-1-76-15,0-1-48 0,0-2-48 16,-12-6-112-16,0-3-136 0,-4-4-120 16,0-7-212-16,0-5-76 0,4-7-128 0,0-7-248 15,1-16-1196-15,7-2-2469 0,-1 3-2227 16,5-25 5956-16</inkml:trace>
  <inkml:trace contextRef="#ctx0" brushRef="#br0" timeOffset="65348.468">28344 5461 11129 0,'0'0'4064'15,"0"0"-3648"-15,0 0 488 0,0 0 932 0,28 89-140 16,-28-51-292-16,0 3-615 0,0 3-557 16,-8 5-228-16,0-5-4 0,-1 0-248 0,2 0-289 15,-5 0-363-15,-8-2-380 16,8-7-1068-16,-23 12-3644 0</inkml:trace>
  <inkml:trace contextRef="#ctx0" brushRef="#br0" timeOffset="65907.67">22101 8506 4880 0,'0'0'9089'16,"0"0"-7133"-16,0 0-964 0,95 0-172 15,-59 0-92-15,0 0-396 0,-1 0-260 0,1-3-72 16,1-3-88-16,-5-4-168 16,7-1-448-16,-7 3-528 0,-4-3-696 15,-4 3-2341-15,-12 2-4011 0</inkml:trace>
  <inkml:trace contextRef="#ctx0" brushRef="#br0" timeOffset="66063.001">22363 8699 5320 0,'0'0'4876'16,"0"0"-3447"-16,0 0-413 0,0 0 396 16,84 29 156-16,-48-26-312 0,3-3-600 15,6 0-568-15,2-10-88 0,5 1-608 16,0-4-660-16,-12 1-1108 0,16-4-5433 0</inkml:trace>
  <inkml:trace contextRef="#ctx0" brushRef="#br0" timeOffset="66844.229">23841 7671 6652 0,'0'0'2428'15,"0"0"-1124"-15,0 0 205 16,0 0-369-16,0 0 332 0,36 82-36 0,-19-34-280 15,-6 12-264-15,-3 7-224 0,1 9-128 16,-9 0-24-16,0 4-128 0,-4-2-92 16,-9-1-124-16,-2-4-160 0,2-6-12 0,-2-16-52 15,7-14-80-15,3-14 124 16,1-7-104-16,4-10-108 0,0-3-160 16,13-3 52-16,2-6 144 0,6-7 108 0,3-6-168 15,-1-6-40-15,5-6 12 0,-4-2 36 16,-4 1 40-16,0 7-40 15,-4 0-12-15,-5 9 88 0,2 6 84 0,-1 4 76 16,-5 6 12-16,2 3 260 0,-1 10 52 16,3 6-16-16,-3 3-72 0,1 3-12 0,-2 0-52 15,1 1-64-15,-4-3-80 16,5-1-28-16,-2-7-112 0,-3 5 52 0,0-8-200 16,0-2-444-16,0-4-216 0,1-3-716 15,-1-3-1008-15,-1 0-2589 0,-3-15-1959 16</inkml:trace>
  <inkml:trace contextRef="#ctx0" brushRef="#br0" timeOffset="67005.777">24431 8331 2916 0,'0'0'7928'0,"0"0"-6615"16,0 0-813-16,0 0 404 0,-8 79 276 15,4-53-44-15,-3 2-332 0,3-2-420 0,4-4-296 16,-5 0-88-16,5-9-200 0,0 0-448 15,0-7-412-15,0-3-380 0,0-3-864 16,5-3-2557-16,-1-3-1291 0,0-13 6020 16</inkml:trace>
  <inkml:trace contextRef="#ctx0" brushRef="#br0" timeOffset="67394.856">24563 7711 3160 0,'0'0'92'0,"0"0"1968"16,0 0 2380-16,0 0-2443 0,0 0-409 16,8 90-216-16,-8-55-40 0,0 0-192 0,0 2-332 15,-4-2-276-15,-5 0-224 16,6-3-212-16,-5-4-96 0,4-2-116 15,0-4-328-15,0-2-236 0,0-4-316 0,4-4-476 16,0 1-1196-16,0-7-3137 0,0-3-507 16,8-3 5932-16</inkml:trace>
  <inkml:trace contextRef="#ctx0" brushRef="#br0" timeOffset="68047.887">25228 8229 2300 0,'0'0'1120'0,"0"0"3652"0,0 0-3476 16,0 0-364-16,-79-54 177 0,59 54 159 16,3 3-20-16,-2 10-236 0,2 13-244 15,2 2-176-15,-1 14-16 0,0 2 44 0,4 4 24 16,4-3-128-16,0-7-172 15,8-10-172-15,0-6-172 0,0-6-80 16,8-10-8-16,4-6 4 0,4 0 84 0,4-9 0 16,3-8 48-16,1-4-48 15,1-4-176-15,-1-1-108 0,-5 0-36 0,-3 1-12 16,0 6 20-16,-4 6 64 0,0 3 100 16,4 8 12-16,-4 2 60 0,4 2 76 15,-4 15 236-15,3 5 12 16,-2 6 12-16,7 5 0 0,-4 4-60 0,0 8-52 0,-1-1 48 15,2 7-144-15,-6 3 120 16,-3 3-112-16,-4 0 124 0,-4 0-24 0,0 4 12 16,-8-4-72-16,-7 0 68 0,-5-3 52 15,-1-3-12-15,2-4 232 16,-5-6-12-16,4-3-196 0,0-9-124 16,0-6-8-16,0-11-40 0,1-6-60 0,2-6-36 15,-7-9-404-15,5-7-48 0,-2-9 112 16,-3-8 20-16,1-8 76 0,3-3-52 0,4-3-124 15,4-2 60-15,4 2-12 16,8 6 36-16,0 3-36 0,12 6 32 16,8-3-72-16,4 3-96 0,12-3-512 0,3 1-392 15,5-1-668-15,8-3-1797 0,0 3-603 16,-9 6 2336-16</inkml:trace>
  <inkml:trace contextRef="#ctx0" brushRef="#br0" timeOffset="68294.927">25973 8217 2540 0,'0'0'11369'0,"0"0"-9497"0,0 0-1344 15,0 0-40-15,0 0 184 0,0 0 600 16,0 0-20-16,100 19-372 15,-56-17-344-15,-1-2-272 0,5-2-208 0,1-8-56 16,-6-3-160-16,-3-3-288 0,0-3-456 16,-8 1-320-16,-9-1-508 15,-7 6-2180-15,-8-9-3945 0</inkml:trace>
  <inkml:trace contextRef="#ctx0" brushRef="#br0" timeOffset="68461.692">26124 7925 3008 0,'0'0'8753'16,"0"0"-5821"-16,0 0-1912 0,-19 76-364 16,19-45 180-16,4 11 240 0,7 2 20 0,2 1-324 15,2 2-396-15,2 0-180 16,-2 4-196-16,2 1-108 0,-6-8-432 16,-3 3-352-16,1-5-180 0,-2-4-520 0,-3-3-1224 15,-4 0-2545-15,0-10-1367 0,0 6 6376 16</inkml:trace>
  <inkml:trace contextRef="#ctx0" brushRef="#br0" timeOffset="69964.985">27192 7791 2144 0,'0'0'0'0,"0"0"0"0,0 0 5616 16,0 0-3376-16,0 0-651 0,0 0-437 15,0 0-68-15,0 0-144 0,0 0-36 16,0 0 92-16,32 54 72 0,-24-13-288 15,1 9-180-15,-5 5-168 0,-4 3-76 16,0-1-40-16,0 0-156 0,-4-3-40 16,-5-10-116-16,9 1-4 0,-4-13-48 0,4-4-24 15,0-9-4-15,0-7-32 0,0-2-40 16,0-4-24-16,4-6-36 16,0 0 40-16,8 0 68 0,0-6 88 0,1-7-76 0,2-2-20 15,1-1-76-15,0-4-52 16,0 2 28-16,-4 1 96 0,-1 2 16 15,2 2 80-15,-1 4-56 0,0 6-8 0,0 3 80 16,-5 0 224-16,6 8 24 16,-5 9 8-16,3 2-48 0,-3 7 16 15,1-1 20-15,-6 3-132 0,1-6-16 0,0 1-88 16,-4-8-8-16,4-2-120 0,-4-1-324 16,4-5-292-16,1 0-204 0,-5-4-408 15,4-3-1244-15,-1-6-2801 0,1-1-1595 0,0-11 6804 16</inkml:trace>
  <inkml:trace contextRef="#ctx0" brushRef="#br0" timeOffset="70127.916">27746 8169 6384 0,'0'0'6185'16,"0"0"-4177"-16,0 0-1352 0,0 0 124 16,12 69 460-16,-12-43-64 0,4 3-288 15,1-4-388-15,-2 0-292 0,5 1-208 0,4-7-60 16,0 3-320-16,4-6-356 0,0-4-240 15,0 1-304-15,0-7-684 0,-4 1-1200 16,4-7-3361-16</inkml:trace>
  <inkml:trace contextRef="#ctx0" brushRef="#br0" timeOffset="70686.946">28400 7985 12237 0,'0'0'4772'0,"0"0"-3952"0,-80 60-548 15,56-31 284-15,0 3 448 0,0-4-136 0,5 4-244 16,6-7-320-16,5-3-300 0,5-6-4 16,3 0-88-16,0-6-104 0,0-4 20 15,7-3-8-15,1-3-52 0,5 0-64 0,-2 0-20 16,2-3-16-16,-2-3 76 15,5-6 12-15,0-2 8 0,-4 2 52 0,4-4 48 16,-4 6 24-16,0 1 16 0,-4-1 20 16,0 4 68-16,-1 0 8 15,2-1-4-15,-1 1-4 0,0 2 8 0,-5 2 64 16,6-3 44-16,-1 5 28 0,0 0-12 16,-1 0 48-16,6 7 24 15,-6 3 12-15,5 0-36 0,1 2 0 0,-2 7 48 0,2 4-96 16,-2 3 24-16,1 2-16 15,0 0 16-15,0 7-88 0,0 0-48 16,-4 0 100-16,0 4-100 0,-4 1 96 0,0 2-12 16,0 2-80-16,-4 4 44 15,-4-3-12-15,-4 1-44 0,0-1 0 16,-8-1 52-16,4-3-52 0,-4-3 40 0,0-2 32 16,-4-4-28-16,5-7 12 0,-2-2 12 15,-3-8 4-15,5-5-4 0,-6-3 12 16,2-5-12-16,-1-2-12 0,0-2-8 15,0-9-48-15,0-8-4 0,5-3-76 16,-2-9-56-16,6-4 12 0,-2-7-136 16,5 2-76-16,4-5-80 0,4 4 80 0,0 2 164 15,4 2-4-15,13-1-148 0,-6-1-96 16,13-3-164-16,-4-2-384 0,8 0-364 16,-12 6-1500-16,12-19-3877 0</inkml:trace>
  <inkml:trace contextRef="#ctx0" brushRef="#br0" timeOffset="70881.002">28957 7503 952 0,'0'0'12241'16,"0"0"-10289"-16,0 0-1060 0,17 66 312 0,-14-38 8 15,-3 7-204-15,4 4-408 16,-4-4-440-16,0 2-160 0,0-2-92 0,0 4-300 15,0-4-332-15,-4 2-300 0,-7 2-568 16,-2-11-2388-16,-15 17-4181 0</inkml:trace>
  <inkml:trace contextRef="#ctx0" brushRef="#br0" timeOffset="71852.485">23538 9855 10452 0,'0'0'5737'0,"0"0"-4053"16,0 0-956-16,0 0-248 0,0 0 232 0,0 0 216 16,0 0-64-16,0 0-255 0,0 0-233 0,0 0-112 15,0 0-68-15,81 9-100 16,-38-18-92-16,1-7-4 0,-4-3-280 16,-8 0-144-16,0 0-120 0,-8 3-77 0,-9 0-71 15,-2 0-204-15,-6 4-368 16,-7 2-724-16,0-3-1824 0,-3 4-1721 0,-14-5-1355 15</inkml:trace>
  <inkml:trace contextRef="#ctx0" brushRef="#br0" timeOffset="72044.499">23682 9506 6128 0,'0'0'1340'16,"0"0"2765"-16,0 0-3133 0,0 0-536 16,0 0-28-16,0 0 584 15,0 0 232-15,0 104 116 0,4-57-332 0,0 5-220 16,0 8-76-16,0 0-148 0,1 1-232 0,-2-1-128 15,-3 1-204-15,0-4-76 16,4-7-536-16,-4-2-380 0,4-7-192 16,4-2-316-16,-4-9-616 0,8-3-868 15,-8-12-3205-15,8 1 2233 0</inkml:trace>
  <inkml:trace contextRef="#ctx0" brushRef="#br0" timeOffset="72692.534">24356 9599 4668 0,'0'0'2124'0,"0"0"988"16,0 0-1091-16,0 0-525 0,0 0-188 16,95 75-24-16,-79-34-80 0,-8 10-228 15,-4 7-260-15,-4 1-164 0,0 5-84 16,-7 2 80-16,-6 2-12 0,-2-5-220 0,-2-3-168 15,2-2-148-15,-2-8-24 16,2-9-232-16,2-2-24 0,6-13 60 16,3-8 112-16,0-11 20 0,4-4-44 0,0-3-188 15,4-7-120-15,7-8 196 16,10-8 232-16,-1-2-88 0,3-7-208 16,1 0-12-16,0 3 0 0,4 4 112 0,-4 10 120 15,0 1 40-15,0 9 36 0,-4 5 12 16,-1 2 296-16,-2 8 124 0,-6 5 32 15,2 5-56-15,-6 2-164 0,-3 3-100 0,4-2-68 16,-8 2 32-16,0-3-92 0,0 1 4 16,0-5-8-16,0 2-76 0,-4-4-232 15,-4-5-204-15,1 3-68 0,-2-8-212 16,1-2-752-16,1-4-1352 0,-1-4-4033 16,4-2 889-16,-1-13 5688 0</inkml:trace>
  <inkml:trace contextRef="#ctx0" brushRef="#br0" timeOffset="72911.739">24910 10276 9096 0,'0'0'5377'15,"0"0"-4481"-15,0 0-356 0,0 0 388 0,0 0 56 16,0 0-232-16,0 0-360 0,24 74-320 16,-24-58-68-16,0 6 4 0,0-3-4 15,-9 6-4-15,5-2 8 0,0-2 40 16,0 3 16-16,4-9 68 0,0 1 4 0,4-6-48 15,8-7-28-15,8-3 64 0,0 0-16 16,8-10-108-16,0-6-128 0,-1-2-500 16,1-6-284-16,-4-1-228 0,-3 0-568 0,-10 10-1432 15,2-17-4541-15</inkml:trace>
  <inkml:trace contextRef="#ctx0" brushRef="#br0" timeOffset="73128.453">25104 9651 3664 0,'0'0'9653'0,"0"0"-7953"0,0 0-796 16,0 0 136-16,25 71-180 0,-22-43-304 15,1 4-300-15,0 3-228 0,0-1-28 16,1 2-136-16,-1-1-348 0,0 0-420 15,-1-4-348-15,-3 5-744 0,0-14-3149 0,0 8-3415 16</inkml:trace>
  <inkml:trace contextRef="#ctx0" brushRef="#br0" timeOffset="73618.611">25909 10076 8764 0,'0'0'5069'0,"0"0"-5069"16,0 0 0-16,-95 0 0 0,63 14 88 16,4 5 648-16,-4 9 160 0,0 4-64 15,8 6-20-15,5 1-232 0,2-2-220 16,10-2-236-16,3-6-124 0,0-7-72 15,4-6 68-15,4-7-52 0,7-4-56 0,2-5 52 16,6-7 60-16,1-6 64 0,5-9-64 16,-2-1-160-16,-3-2-124 0,4 3 72 15,-4-1 24-15,0 8 40 0,-4 5 36 16,3 3 12-16,-2 7 0 0,-2 7 100 16,5 12 52-16,-8 6 320 0,4 14-48 15,-4 2-116-15,1 9-112 0,-2 2-92 0,-3 5-4 16,1-1 8-16,-2 2 92 15,1-1 124-15,-8-3-52 0,0 0 124 16,0-4 24-16,-4-1 172 0,-4-5 256 0,-4-6-236 16,0-2-60-16,1-8 32 0,-2-9 29 15,2-6-189-15,-6-8-140 16,6-5-84-16,-6 0-100 0,2-12-204 0,-2-8-100 16,-6-1 24-16,3-10 35 0,-4-4-107 15,5-7-172-15,-6-6-48 0,1 0-200 16,4-2-124-16,1-1-380 0,6 9-1096 0,5 5-748 15,5 9-2285-15,-1 4 469 16,4 6 3984-16</inkml:trace>
  <inkml:trace contextRef="#ctx0" brushRef="#br0" timeOffset="73964.493">26579 10218 3344 0,'0'0'10193'0,"0"0"-7853"0,0 0-792 0,0 0-28 15,0 0-160-15,99 37-336 16,-71-30-355-16,8-5-365 0,1-2-220 0,2-13-84 16,5-2-204-16,0-8-465 0,-1-2-219 15,-3-6-40-15,0-1-588 0,-12 6-1584 16,-4-9-3769-16</inkml:trace>
  <inkml:trace contextRef="#ctx0" brushRef="#br0" timeOffset="74151.749">26977 9807 6796 0,'0'0'4877'0,"0"0"-2677"0,0 0-984 16,0 0-524-16,0 0 100 0,-16 99 452 15,16-58-148-15,0 11-100 0,5 0-412 16,-1 3-228-16,-1 2-128 0,5 0-116 15,-8-1-112-15,4 2-4 0,-4-4-400 0,4-6-436 16,-4-8-192-16,4-4-28 16,1-7-636-16,2-7-1060 0,-3-7-2765 0,4-5-1207 15,-4-4 5748-15</inkml:trace>
  <inkml:trace contextRef="#ctx0" brushRef="#br0" timeOffset="74744.946">27726 9753 4012 0,'0'0'6684'0,"0"0"-4975"15,0 0-485-15,0 0 208 16,48 79 152-16,-36-40-140 0,0 5-372 0,-8 10-336 0,0 1-188 16,-4 2-208-16,0-1-96 0,-4 1-120 15,0-2-56-15,-4-8-68 0,0-9-48 16,4-3-12-16,4-5-136 0,-4-11 0 16,4-11 12-16,0-2 64 0,0-6 48 15,4 0-88-15,4-3-136 0,0-8 28 16,4-6 108-16,4-5 64 0,0-4 32 0,-1-2 64 15,-2 3 0-15,2 1 8 0,2 3 68 16,-2 5 8-16,-2 3 76 0,-2 7 48 16,2 4 64-16,-2 2 44 0,-3 2-36 15,0 7-36-15,1 5-36 0,-2 1-76 0,1 3-120 16,-4 2 72-16,0-1-80 16,1 0 0-16,-5 0-4 0,0 0-48 15,0-3-156-15,-9 0-176 0,1 0-144 16,-7-4-296-16,-2 2-384 0,-3-2-788 15,5-2-2632-15,-2-4-4253 0,-2-4 7001 0</inkml:trace>
  <inkml:trace contextRef="#ctx0" brushRef="#br0" timeOffset="74964.727">28097 10312 6656 0,'0'0'6449'0,"0"0"-4685"16,0 0-520-16,0 0 280 0,83-19-44 15,-71 16-448-15,1 3-424 0,-10 0-304 0,1 0-168 16,0 6-92-16,0 4-44 0,-4 2-48 15,0 7 44-15,0 3-8 0,-4 4 0 0,-4 2 4 16,1-2 8-16,3 0 12 0,-1-8 36 16,5-1 24-16,5-5 40 15,3-2-4-15,7-4 12 0,9-3-20 0,0-3-40 16,8 0-60-16,0-9-52 0,8-4-144 16,-5-6-192-16,6-3-344 15,-6-3-396-15,1 0-236 0,0-1-848 0,-12 6-2424 16,8-5-4477-16</inkml:trace>
  <inkml:trace contextRef="#ctx0" brushRef="#br0" timeOffset="75461.939">29005 9855 5868 0,'0'0'8541'15,"0"0"-7217"-15,0 0-1048 0,-87 60 128 0,59-25 432 16,0 7 292-16,0 2-144 16,8-4-300-16,0-1-244 0,12-7-220 15,5-3-208-15,3-11-12 0,0-5-72 16,7-2-40-16,9-9 64 0,0-2 44 15,3 0-68-15,6-13-124 0,3 0-84 16,-4-5-28-16,4 1 4 0,-4-2 56 0,-1 4 28 16,-3 2-52-16,0 7 100 0,-4 3 72 15,0 3 52-15,0 3-12 0,-4 9 60 16,4 10 112-16,-9 4-24 0,2 9-80 16,-1 3 116-16,-4 4-116 0,0 2-4 0,-4 0 8 15,0 7 88-15,0 0 48 0,-4 0 96 16,-12 3 12-16,0-4 64 0,-4 0 108 15,0 2-36-15,-8-8-112 0,4-2-96 16,0-5-52-16,1-7-32 16,-1-8-4-16,4-7-24 0,-1-5-24 0,6-7-48 15,-2-3-112-15,6-9-180 0,-6-4-84 16,6-9 44-16,-1-7-108 0,4-5-148 0,0-8-176 16,0-12-164-16,4-6-708 15,0 12-1432-15,1-44-3445 0</inkml:trace>
  <inkml:trace contextRef="#ctx0" brushRef="#br0" timeOffset="75644.602">29555 9413 8672 0,'0'0'6861'0,"0"0"-5393"0,0 0-1132 15,0 0 172-15,44 63 640 16,-40-24 76-16,0 6-396 0,-1 2-540 0,-3 3-288 15,0 5-256-15,0-1-364 0,0 0-444 16,-3-3-636-16,-1-13-3124 0,-16 16-6449 16</inkml:trace>
  <inkml:trace contextRef="#ctx0" brushRef="#br0" timeOffset="77809.553">22511 11744 4500 0,'0'0'7021'0,"0"0"-5525"0,0 0-604 15,0 0 336-15,0 0 308 16,80 28-296-16,-53-22-164 0,5-1-340 16,1-5-332-16,2 0-208 0,1-7-112 15,0-2-84-15,-1-5-4 0,1-2-328 0,-8-2-584 16,0-1-292-16,-11 0-512 0,-6 3-2096 16,-11 9-4121-16</inkml:trace>
  <inkml:trace contextRef="#ctx0" brushRef="#br0" timeOffset="77978.218">22595 11919 3788 0,'0'0'7537'0,"0"0"-5933"0,0 0-1184 0,0 0 116 16,0 0 352-16,0 0-20 0,79 25-224 16,-43-25-368-16,4-3-276 0,4-10-488 15,4 4-420-15,-1-4-764 0,-2-3-2465 0,-14 7-4291 16,9-10 7996-16</inkml:trace>
  <inkml:trace contextRef="#ctx0" brushRef="#br0" timeOffset="80178.561">23929 11804 12 0,'0'0'1056'0,"0"0"4528"0,0 0-4336 16,0 0-44-16,0 0-76 0,0 0 45 0,0 0-149 16,0 0-40-16,0 0-108 15,0 0-164-15,0 0-96 0,-35 4-116 16,22 2-44-16,1 6-72 0,1 8-84 0,-6 2 36 16,2 10 36-16,2 2-28 0,-2 8-96 15,6 2-76-15,-2 4-12 16,7-1-12-16,0 7 72 0,0 0 88 0,4-3-4 15,0-3-44-15,8-1-128 0,3-5-132 16,2-7 0-16,6-3-12 0,-2-10-84 0,7-3-212 16,-1-6-180-16,5-4-188 0,0-6-152 15,4-3-116-15,-4-3-312 16,4-6-768-16,-8-1-1193 0,4-3-2903 0</inkml:trace>
  <inkml:trace contextRef="#ctx0" brushRef="#br0" timeOffset="80722.879">24416 11668 3816 0,'0'0'7449'15,"0"0"-6049"-15,0 0-724 0,0 0-168 16,0 0 304-16,0 0 548 0,15 73-156 0,-15-36-228 15,4 11-260-15,-4 7-136 16,0 5-68-16,0 0 64 0,-4 4-140 16,0-4-84-16,-4 4-192 0,1-1-76 15,-6-6-76-15,5-2-8 0,-3-8-4 16,6-15-68-16,5-7 60 16,0-12 0-16,0-7-108 0,5-3-88 0,3-3 12 0,3-3 64 0,2-6-4 15,2-7-32-15,2 0-40 0,-6-3 48 16,6 3 24-16,-6 0 52 15,1 4-16-15,-4 1 40 0,4 5 0 0,-4 0 12 16,4 6-4-16,0 0 52 0,-1 4 100 16,-2 4 108-16,3 6-24 15,-5-3-112-15,2 8-24 0,-1 1 28 0,-1 0-28 16,1-2-44-16,-3 1 40 0,-1-3-44 16,0 0-60-16,0-7-196 0,-1 1-272 15,-3-4-172-15,4-3-88 0,-4-3-268 0,0 0-712 16,0 0-1052-16,0-3-3305 0,-4-6-59 15</inkml:trace>
  <inkml:trace contextRef="#ctx0" brushRef="#br0" timeOffset="80899.695">24842 12334 992 0,'0'0'2856'0,"0"0"4653"0,0 0-6073 0,0 0-492 15,0 0 236-15,40 77 180 0,-37-55-240 16,1 3-204-16,-4-5-520 15,0 2-324-15,4 0-72 0,-4-5-96 0,4-3-424 0,1-3-308 16,-5-3-272-16,4-4-628 16,0-1-1424-16,-1-3-3477 0,1-7 1902 15</inkml:trace>
  <inkml:trace contextRef="#ctx0" brushRef="#br0" timeOffset="81083.033">25172 12274 8140 0,'0'0'6225'0,"0"0"-4485"0,0 0-872 16,0 0 36-16,0 0 232 0,0 0-144 15,96 35-284-15,-68-35-440 0,8-6-268 0,0-7-140 16,3-3-264-16,-3 0-380 16,-4-3-432-16,0 3-472 0,-8 1-1376 0,0-4-3889 15</inkml:trace>
  <inkml:trace contextRef="#ctx0" brushRef="#br0" timeOffset="81254.027">25451 12023 328 0,'0'0'10376'0,"0"0"-8563"0,0 0-769 0,-32 96 24 16,28-58 268-16,-4 0 88 0,5 6-160 15,-1-2-404-15,0-4-408 0,4 0-280 16,0-4-172-16,0-4-316 0,0-5-344 15,4-3-192-15,0-6-388 0,7-3-1068 16,6-10-2685-16,-2-3-2923 0,13-7 7576 16</inkml:trace>
  <inkml:trace contextRef="#ctx0" brushRef="#br0" timeOffset="85911.187">26081 11797 6884 0,'0'0'4081'0,"0"0"-2437"0,0 0-128 0,0 0-756 16,0 0 272-16,0 0 296 0,0 0 8 15,0 0-452-15,8-37-332 16,-8 41-196-16,4 1-28 0,-4 11-36 0,0 7 148 16,3 12 229-16,-3 6-233 0,-3 9-232 15,-5 5-120-15,0-1 52 0,-4 0-28 16,0-4-60-16,0 0-48 0,4-4 0 15,0-11-60-15,0-1 0 0,4-7-48 16,4-13-52-16,0-1-32 16,0-10-124-16,0-3-133 0,8-9-51 0,4-10 36 0,4-7 196 15,3-5 112-15,-2-4 68 16,3 2-132-16,-5 6-12 0,2 7 76 16,-2 8 32-16,-2 2 124 0,-2 10 12 0,1 0 124 15,1 0 72-15,-6 13 84 0,5 3 88 16,-3-1-4-16,-2 5-132 0,5-1-88 15,-3 0-112-15,-2 3-44 0,1-6-76 16,-4 0-20-16,4-7-196 0,0 1-368 16,-4-4-184-16,0-2-300 0,0-4-984 0,0 0-1100 15,0-10-2677-15</inkml:trace>
  <inkml:trace contextRef="#ctx0" brushRef="#br0" timeOffset="86150.487">26507 12195 6836 0,'0'0'6773'0,"0"0"-5921"16,0 0-396-16,0 0 312 0,0 0 560 16,0 0-484-16,0 0-376 0,0 0-340 0,0 0-128 15,64 73 0-15,-64-54 4 16,0 3-4-16,0 1-4 0,-4-2 4 0,-1 5 4 16,-2-3 84-16,-1-4-4 0,4-1 104 15,4-5 56-15,0-3-12 0,4-4 16 0,8-3 32 16,4 0-60-16,4-3-48 15,3 0-76-15,1-6-96 0,4-4-312 0,0 1-264 16,0-4-236-16,-3-2-324 0,3-2-528 16,-9 4-1184-16,5-12-3077 0</inkml:trace>
  <inkml:trace contextRef="#ctx0" brushRef="#br0" timeOffset="86595.338">27061 11732 12985 0,'0'0'1740'0,"0"0"-1196"16,23 69-368-16,-18-44 440 15,3 7 536-15,0 0-64 0,-1-3-568 0,-3 5-264 16,1-2 4-16,-1 6 56 0,-4 1-68 16,0 5-80-16,-4-3-164 15,-8 7 0-15,-4 0-4 0,0-1 4 0,-4 2-8 0,0-5 4 16,0-4-4-16,4-5-88 16,-4-6-164-16,9-7-100 0,-6-6-64 15,6-9-84-15,3-7-288 0,-1-4-228 0,1-9-588 16,5-2-1036-16,-5-17-3501 0</inkml:trace>
  <inkml:trace contextRef="#ctx0" brushRef="#br0" timeOffset="86854.192">27443 11478 12865 0,'0'0'1984'16,"0"0"-1596"-16,0 0-272 0,0 0 20 16,0 0 580-16,0 0 76 0,0 0-296 15,0 0-236-15,0 0 12 0,28 89 24 0,-28-52-72 16,-4 8-112-16,-8-1-104 0,4 4 68 16,-7 0-76-16,2-4-112 0,-2-3-156 15,2-3-240-15,2-9-260 0,3-4-188 16,8-6-336-16,-4-9-796 0,4-1-2261 0,0-9-2699 15</inkml:trace>
  <inkml:trace contextRef="#ctx0" brushRef="#br0" timeOffset="87381.485">27950 12153 15293 0,'0'0'2116'15,"0"0"-1704"-15,0 0-352 0,0 0 212 0,-97-6 332 16,70 12 356-16,-1 7-388 16,-3 10-240-16,3 2-124 0,0 7 48 15,0 6-64-15,4 6-20 0,-1 0 32 0,6 5 77 16,7-8 47-16,0-6-120 15,8-7-208-15,4-6-12 0,0-5-100 16,12-9-44-16,4-8-88 0,3-3-109 0,9-13-107 0,4-5-128 16,0-5 176-16,4-2-4 15,-4 2 8-15,-4 4 40 0,0 3-36 16,-4 10 144-16,-4 2 160 0,-5 7 100 0,-2 7 284 16,-2 7 112-16,-3 6-152 15,-4 9 64-15,5-1-88 0,-5 7 24 16,-1 6 28-16,1 1-4 0,-4-1-48 0,0 7 0 15,0-4-28-15,0 3 16 16,-4 1-12-16,-3 0-28 0,-6 4 16 16,5-8-51-16,-8 3-9 0,5-6-4 0,-1 0-36 15,-4-6-24-15,0 1 0 0,0-11 0 16,0-3-44-16,0-9-16 0,0-4-64 16,0-9-56-16,-4-3-96 0,0-10-125 15,0-7-99-15,5-7-24 0,-6-11-32 0,1-4-116 16,1-9-40-16,3-3-200 0,0 1-772 15,4-1-684-15,4 6-680 0,4 15-53 16,4-7-1743-16</inkml:trace>
  <inkml:trace contextRef="#ctx0" brushRef="#br0" timeOffset="87577.967">28268 12258 15281 0,'0'0'2428'0,"0"0"-1700"0,0 0 0 0,104 4 568 16,-69-1-116-16,2-3-51 0,-1 0-485 16,3 0-392-16,1 0-160 0,0-7-92 15,-4-2-192-15,0-1-328 0,-5-2-256 16,1-4-293-16,-4 0-543 0,-4-3-1428 16,-8 3-2901-16,-4-5-3735 0</inkml:trace>
  <inkml:trace contextRef="#ctx0" brushRef="#br0" timeOffset="87731.124">28611 11997 12617 0,'0'0'1872'15,"0"0"-1292"-15,-28 81 140 0,16-40 956 0,8 6 212 16,-4 1-408-16,8 0-532 16,0 2-391-16,0-5-265 0,0 0-116 0,0-8-176 15,4-5-216-15,-4 0-304 0,4-3-225 16,0-4-167-16,-4 1-276 0,0-5-888 15,0-4-2568-15,0 1-3993 0</inkml:trace>
  <inkml:trace contextRef="#ctx0" brushRef="#br0" timeOffset="88548.24">29419 11567 8232 0,'0'0'2496'16,"0"0"-491"-16,0 0-425 0,32 76-156 0,-23-35 140 16,-9 7-264-16,0 9-304 15,-5 3-372-15,-3 0-256 0,-3 0-140 0,-2 1-44 16,2-7 0-16,-1 1-64 0,0-11-72 15,4-6-48-15,4-7-72 0,0-5-136 16,4-11-204-16,0-2-100 0,0-7-100 0,0-3-28 16,4-3 36-16,4-3 196 15,-4-9 212-15,8-1 180 0,-4 0 16 16,3-3 84-16,-2 4-80 0,-1-1-8 0,0 7-4 16,-5 2-28-16,5 4 36 0,1 0 184 15,-5 7 112-15,7 6-60 0,-3 0-52 16,4 5-12-16,0 1 40 0,1 3 80 15,-6 2-240-15,1-10-52 0,0 2 0 16,-3-2-88-16,-5-8-96 0,3 0-272 16,-3-4-236-16,0 3-212 0,0-3-336 15,-3-2-1076-15,3 0-2581 0,-9 0-3003 16</inkml:trace>
  <inkml:trace contextRef="#ctx0" brushRef="#br0" timeOffset="88728.072">29739 12191 3952 0,'0'0'8885'0,"0"0"-7461"0,0 0-716 0,0 0 72 16,0 0 948-16,0 0-392 16,0 0-356-16,0 0-356 0,75 77-308 0,-71-55-84 15,-4 0-48-15,4-2-148 0,-4-5-36 16,4-2-256-16,0-4-292 0,0-2-164 16,0-4-132-16,0 1-84 0,4-4-312 15,-4 0-572-15,-1-4-952 0,6 1-2353 16,-1-9-859-16</inkml:trace>
  <inkml:trace contextRef="#ctx0" brushRef="#br0" timeOffset="90003.744">30129 12071 7492 0,'0'0'1776'0,"0"0"-404"0,0 0-87 15,0 0-5-15,0 0 56 0,0 0 12 16,0 0-232-16,0 0-112 0,0 0-140 16,84-22-188-16,-60 22-176 0,4 0-228 15,-9-3-104-15,5 3-68 0,-4-3-92 16,0-3-8-16,4-1-180 15,-4-3-372-15,-5-2-244 0,2-1-104 0,-2-4-140 0,-2 3-516 16,-5 3-1232-16,-5-8-3605 0</inkml:trace>
  <inkml:trace contextRef="#ctx0" brushRef="#br0" timeOffset="90213.441">30360 11795 10184 0,'0'0'1557'15,"0"0"-1057"-15,0 0-180 0,0 0 360 16,0 0 524-16,0 0-116 0,0 0-268 0,-12 89-296 16,12-51-140-1,0 0-24-15,0 3-88 0,4 4-100 0,0-4-156 16,0 0 24-16,4-3-40 0,0-2-408 0,0-8-128 16,8-6-196-16,0-6-288 0,0-3-308 15,4-4-780-15,-5-6-1105 16,13-3-2555-16</inkml:trace>
  <inkml:trace contextRef="#ctx0" brushRef="#br0" timeOffset="90660.555">30882 11941 11085 0,'0'0'1708'0,"0"0"-1132"0,0 0-324 15,0 0 208-15,0 0 512 0,0 0-52 16,-88-38-240-16,72 44-196 0,-3 7-112 15,-2 6 0-15,6 6-64 0,-5 6 64 16,-1 5 120-16,6-1 0 0,-1-3-124 16,4-4-100-16,4-3-180 0,8-9-88 0,0-2-84 15,0-8-28-15,4-6 4 16,8 0-52-16,-1 0-132 0,10-10 8 16,3-5 28-16,-4-2-52 0,3-5-16 0,-3 3 16 15,1 0-36-15,-6 3 20 16,1 3 88-16,-4 1 0 0,-4 5-40 0,0 5 88 15,0 2 28-15,-4 0 160 0,4 2 76 16,-4 8 220-16,4 3 16 0,0 3-12 16,4 6 12-16,-4 0 44 0,0 3-96 0,0-3-112 15,3 4 28-15,-2-5 44 0,-1 0-108 16,-1-2-4-16,-3-4 4 0,5-2-24 16,-5 0 8-16,0-7-20 0,0-3-16 15,-4 0 0-15,0-3-8 0,0 0 56 0,0 0-108 16,0 0-128-16,0-3-164 15,0-3-104-15,-4-1-156 0,0-2-144 0,-5-4-172 16,5 0-100-16,-3 1-360 0,-1-4-288 16,-5-3-657-16,6 5-1719 15,-9-14-1624-15</inkml:trace>
  <inkml:trace contextRef="#ctx0" brushRef="#br0" timeOffset="91264.442">30766 11347 9432 0,'0'0'1925'0,"0"0"-885"0,0 0-324 15,0 0 592-15,0 0 128 0,0 0-280 16,0 0-436-16,0 0-360 16,0 0-88-16,0 0 196 0,-3 90 196 0,-1-37-40 15,0 7-188-15,-5 8-20 0,1 4-28 16,-7 5-8-16,-1 2 9 15,0 0-77-15,-4-7-140 0,3-1-76 0,2-7 0 16,-1-7 16-16,8-9-108 0,4-11-4 16,4-8-4-16,0-10-60 0,4-7 52 15,4-5-60-15,0-4-60 0,4-3-76 0,3-10 40 16,2-5-12-16,3-7-4 16,-5-4 39-16,6-2-63 0,-2 1-48 15,-6 0 36-15,2-2 16 0,-3 3 44 0,4 4 28 16,-4-3-16-16,-4 3 0 0,4 3 88 15,-4-1 56-15,0 5-4 0,-4 5 8 16,4 0-8-16,-8 8 8 0,4 2 56 16,-1 0-8-16,2 0 40 0,-1 8 120 0,4 9 24 15,3 6 24-15,-2 2-76 0,-1 3-20 16,0 1-40-16,-5 2-36 0,1-2-24 16,1 0 28-16,-5-4-40 15,0 0-7-15,0-2-41 0,0-4-12 16,0-4-61-16,0-5-87 0,0-3-192 0,0 0-124 15,0-7-144-15,0 0-200 0,4 0-176 16,0-7-632-16,4-3-740 0,-5 3-1953 16,5-8-2351-16</inkml:trace>
  <inkml:trace contextRef="#ctx0" brushRef="#br0" timeOffset="91482.05">31109 12223 7808 0,'0'0'4389'0,"0"0"-3457"0,0 0-548 0,0 0 404 0,0 0 824 16,0 0-236-16,0 0-160 15,0 0-468-15,0 0-332 0,0 0-36 16,11 45-12-16,-14-23-16 0,-5 3-156 0,0 4-124 16,-4-4-20-16,8 1 8 0,0-5-48 15,4-1 72-15,0-4-48 16,12-6-36-16,8-4-12 0,4-6 8 0,8 0-4 16,3-10-248-16,6-5-180 0,-5-1-116 15,-1-3-196-15,1 0-28 0,-8 2-112 16,-4-2-600-16,-8 5-1076 0,0 0-2449 0,-12-2-2523 15</inkml:trace>
  <inkml:trace contextRef="#ctx0" brushRef="#br0" timeOffset="92022.773">29017 11960 2552 0,'0'0'5076'0,"0"0"-3276"16,-32 79-223-16,24-40-49 0,5 8 192 15,-1 7-156-15,4 6-312 0,4 7-468 0,3 3-252 16,5 3-176-16,4-7-180 0,5-2-176 15,7-10-296-15,7-9-356 0,9-14-304 16,8-8-224-16,8-11-372 0,11-12-832 16,-15 0-2201-16,32-22-2726 0</inkml:trace>
  <inkml:trace contextRef="#ctx0" brushRef="#br0" timeOffset="92376.899">31794 11925 11509 0,'0'0'1612'0,"0"0"-1612"15,0 0-248-15,0 0 248 0,0 0 752 0,0 0 152 16,60 91 268-16,-52-51-304 16,-8 1-196-16,0 3-176 0,0 6-76 15,-4 2-48-15,-8 2-4 0,0 2-60 0,-4-1-172 16,1-5-64-16,-2-2-72 0,2-4-12 16,2-3-260-16,2-9-156 0,-2-3-104 15,5-7-72-15,1-6-44 0,3-3-80 16,-4-10-100-16,-4 0-80 0,4-3-328 0,-5-6-1125 15,6 0-2283-15,-1-10-1548 16</inkml:trace>
  <inkml:trace contextRef="#ctx0" brushRef="#br0" timeOffset="92827.776">32639 12134 15029 0,'0'0'2420'16,"0"0"-2224"-16,0 0-196 15,-104-12 0-15,64 24 460 0,-3 7 340 0,-5 11 60 16,4 1-188-16,4 11-52 0,8-1 124 16,5 1-235-16,7-5-145 0,7-2-84 15,5-7-136-15,8-5-96 0,0-7-48 0,4-7-108 16,9-6 0-16,2 0-76 0,6-3-20 15,3-3-16-15,7-9-108 0,-3-1-37 16,4-6-95-16,0 3-28 0,-9 2 12 16,1 2 108-16,1 5 112 0,-9 7 84 15,-1 5 112-15,-3 9 60 0,-3 9 268 16,-5 9 0-16,-1 6-108 0,-3 3 12 16,0 6 0-16,0 2 24 0,-3-2-28 0,-1 4-108 15,-5 0 64-15,-3-3-28 16,5-1 64-16,-1-3-80 0,-5-2-80 0,6-7-72 15,-1 0 64-15,-5-3-4 0,6-4-84 16,-5-2-64-16,0-7-36 16,0-6-48-16,-4-1 24 0,0-5 48 0,0-4-60 15,-8-3 12-15,4 0 36 0,0-14-24 16,-4 0-76-16,1-12-8 0,3-6-204 0,-1-10-632 16,2-8-704-16,6 11-1220 15,10-37-3625-15</inkml:trace>
  <inkml:trace contextRef="#ctx0" brushRef="#br0" timeOffset="93028.15">33212 11706 13697 0,'0'0'1988'0,"5"70"-1528"0,-14-30-252 16,2 12 128-16,-9 2 708 0,-4 2-8 15,4-4-704-15,-8-1-332 16,4 0-664-16,0-7-212 0,-8 1-196 0,5-4-528 16,-1-13-1584-16,-12 14-4005 0</inkml:trace>
  <inkml:trace contextRef="#ctx0" brushRef="#br0" timeOffset="93763.299">23168 13991 4272 0,'0'0'6512'16,"0"0"-4291"-16,0 0-633 0,0 0-516 16,0 0-76-16,0 0 72 0,60 74-104 0,-16-65-180 15,0-6-256-15,-1 1-160 0,5-4-136 16,-8 0-188-16,0-7-44 15,-8 1-256-15,0 0-248 0,-9 3-144 0,-3-4-264 16,-7 7-488-16,-5 0-1064 0,-8 0-2777 16,-4 7-2411-16</inkml:trace>
  <inkml:trace contextRef="#ctx0" brushRef="#br0" timeOffset="93914.814">23288 14335 10212 0,'0'0'2149'0,"0"0"-1417"0,0 0-224 0,0 0 608 15,0 0 204-15,99 25-292 0,-55-25-528 16,9-7-340-16,10-7-160 0,5-3-148 16,3-2-312-16,5 0-996 0,-21 6-972 15,18-6-4005-15</inkml:trace>
  <inkml:trace contextRef="#ctx0" brushRef="#br0" timeOffset="94294.278">24706 14262 12985 0,'0'0'1448'15,"0"0"-300"-15,0 0-568 16,0 0-104-16,0 0 608 0,24 66 88 0,4-50-152 16,12 0-252-16,8-6-256 0,3-3-160 0,1-5-144 15,4-2-136-15,0-9-72 16,-5-3-88-16,-6-5-316 0,-6 1 52 15,-3-6-356-15,-12 0-88 0,-4 0-224 0,-4-4-528 16,-9 1-768-16,-2 0-1549 0,-1 8-1115 16,-8-8-648-16</inkml:trace>
  <inkml:trace contextRef="#ctx0" brushRef="#br0" timeOffset="94494.285">25085 13998 3192 0,'0'0'7004'0,"0"0"-5291"15,0 0-957-15,0 0-320 0,0 0 252 0,0 0 248 16,-33 70-52-16,33-35-256 15,9 3-64-15,-1 10 44 0,-1-1 88 0,6 11-20 16,-5 1-24-16,-1 2-16 0,1 6-232 16,-8-1-100-16,5 1-60 0,-5 0-60 15,0-4-112-15,-9-2 12 0,2-4-84 16,-1-10 88-16,0-5-88 0,-4-7-4 16,0-10-56-16,3-9 44 0,2-6-68 15,-1-10-72-15,-4 0-124 0,4-10-296 16,-4-9-48-16,1-6 48 0,2-4 12 0,1-12-192 15,8-7-676-15,0 10-1220 0,0-35-3241 16</inkml:trace>
  <inkml:trace contextRef="#ctx0" brushRef="#br0" timeOffset="94685.311">25707 13732 12773 0,'0'0'1780'15,"0"0"-1100"-15,0 0-276 0,7 91 540 16,-7-46 336-16,-4-1-108 0,1 8-472 0,-6-5-504 16,1-3-196-16,4 1-196 0,-3-6-444 15,3-1-160-15,0-7-264 16,-1 1-740-16,5-13-2749 0,-4 3-4471 0</inkml:trace>
  <inkml:trace contextRef="#ctx0" brushRef="#br0" timeOffset="95295.671">26236 14277 10796 0,'0'0'761'16,"0"0"-761"-16,0 0-116 0,0 0 116 15,0 0 412-15,0 0 344 0,0 0-64 16,-95 23-132-16,74-5-92 0,-3 8 188 0,9 7 164 16,-5 1-52-16,4 4-36 15,8-3-248-15,0-1-196 0,4-5-68 16,4-10-148-16,0-2-72 0,4-9-12 0,8-4-200 16,4-4 28-16,4-6 84 0,-1-4 12 15,5-5-12-15,1-5-172 0,-5-2 24 16,3 3-64-16,-3 0 64 0,-3 6-144 15,-2 4-8-15,2 2 136 0,-6 7 164 0,1 7 24 16,4 5 76-16,0 11 200 0,0 5 64 16,-1 11 64-16,-2 5-152 15,2 3 12-15,2 7-68 0,-2 7-116 0,2-1 356 16,-6 3 48-16,-2 2-72 0,-1-5-112 16,-8-4 60-16,0-5 96 0,-8-4-96 0,-5-5-112 15,6-7-84-15,-6-5-84 16,1-12 44-16,1-6 100 0,-5-5-148 15,0-7-60-15,0 0-164 0,0-7-96 0,-4-9 12 16,0-3-196-16,4-6-32 0,-4 0 16 16,1-8-248-16,2 0-184 0,1-6-252 15,4 1-864-15,1 6-2701 0,-2-19-2239 16</inkml:trace>
  <inkml:trace contextRef="#ctx0" brushRef="#br0" timeOffset="95513.44">27137 14427 10784 0,'0'0'6049'0,"0"0"-4981"0,0 0-696 15,0 0-260-15,91 60 244 0,-63-54 12 16,0-2-232-16,4-4-136 0,0 0-616 15,4-13-136-15,-5 0-204 0,1-6-488 16,-8 3-1092-16,4-9-4053 0</inkml:trace>
  <inkml:trace contextRef="#ctx0" brushRef="#br0" timeOffset="95694.482">27372 14224 1004 0,'0'0'12281'0,"0"0"-10757"0,0 0-1260 15,-28 94-260-15,20-54 564 0,0-3 748 16,4 8-24-16,0-1-652 0,4 4-308 16,-4 3-112-16,4-4-36 0,0 0-108 0,0-2-76 15,0-3-492-15,0-8-272 16,0-2-388-16,0-3-336 0,0-9-904 0,-4 1-3065 16</inkml:trace>
  <inkml:trace contextRef="#ctx0" brushRef="#br0" timeOffset="96605.722">28480 14516 5032 0,'0'0'3096'0,"0"0"-1012"0,0 0-587 16,0 0-89-16,0 0 28 0,0 0-328 16,0 0-376-16,0-73-432 0,-4 60-124 0,-5 4-40 15,5 2 76-15,0 4 148 0,0 0 0 16,-3 3-16-16,3 0 12 16,-5 0 76-16,2 6-88 0,-5 1-48 0,-1 2-28 15,2-3-48-15,3 4-84 0,3-7-92 16,5 3-44-16,0-6-76 0,0 0-104 15,0 0-224-15,0 0-4 0,0 0 4 16,0-3-28-16,0 3 52 0,0 0 168 16,0 0 172-16,0 0 40 0,0 0 4 15,0 0 0-15,0 0 0 0,0 0 84 16,-4 0-48-16,4 0-40 0,0 0-160 16,0 0-152-16,0 0-124 0,0-3-60 0,0 3-72 15,0-6-72-15,0-1-168 0,0 4-260 16,0 0-120-16,-3 0-405 0,3 0-1023 15,-12 3-1968-15,27 28 1072 0</inkml:trace>
  <inkml:trace contextRef="#ctx0" brushRef="#br0" timeOffset="96862.869">28113 14589 10588 0,'0'0'2145'0,"0"0"-1441"16,0 0-96-16,0 0 772 15,0 0 88-15,0 0-240 0,99 9-304 0,-63-21-300 16,5-4-120-16,6-7-164 0,5-2-216 16,-1-7-124-16,-3-3-232 15,1 4-184-15,-6-2-208 0,0 6-128 0,-11-2-188 16,0 6-580-16,-4 1-816 0,-12 6-2177 0,0-3-2319 15</inkml:trace>
  <inkml:trace contextRef="#ctx0" brushRef="#br0" timeOffset="97160.147">28583 13991 5884 0,'0'0'2172'0,"0"0"-568"16,0 0-67-16,0 0-85 0,-36 64-332 15,28-29-180-15,-4 3-132 0,4 11-196 0,4 7 192 16,0 8 68-16,1 5-280 0,3 5-200 16,0 4-108-16,0 6-196 15,3 1 44-15,5 5-44 0,0-8-4 0,4 0-84 16,-4-9-120-16,4-6-40 0,-4-7-124 16,0-10-48-16,4-4 24 0,-5-9 24 15,-2-2 0-15,-1-9-52 0,-4-3-136 16,0-11-52-16,0-5 56 0,-9-5 64 15,2-2-160-15,-9 0-56 0,0-6-320 16,0-1 416-16,0-5 64 0,1-7-336 0,-2 0-753 16,2-10-551-16,2 7-420 0,2-22-376 15</inkml:trace>
  <inkml:trace contextRef="#ctx0" brushRef="#br0" timeOffset="97615.18">29531 14436 12673 0,'0'0'2564'0,"0"0"-1492"16,0 0-448-16,0 0 160 0,0 0 512 16,-80-12-388-16,57 24-152 15,-10 7-280-15,1 10-88 0,5 5 49 0,-4 6 219 16,3 4-124-16,3-3-132 0,9 0-184 15,4-7-176-15,5-1-40 0,7-12-108 16,0-7-48-16,4-4-100 0,11-8 4 0,5-2-88 16,8-9-24-16,0-8-12 15,8-1-181-15,-4-7 69 0,0 0 84 16,-8 2 124-16,0 1 36 0,-5 6 60 0,-6 9-36 16,-2 1 12-16,-3 6 208 0,-4 13 184 15,1 6 220-15,-5 9-48 16,0 7-140-16,0 10-92 0,0 3-4 0,0-1 52 15,0 7-64-15,0-1-32 0,-5 2-76 16,5-1 0-16,-8 0 0 0,4-3 60 0,-3 0 12 16,3-4-12-16,-9-5 4 15,2-5 32-15,-2 2-24 0,-6-11-72 16,2-3-40-16,-2-1-80 0,-1-12 32 0,0-3-20 16,-4-5-64-16,4-4-72 0,0-7-168 15,1-9 32-15,-2-10-36 0,5-2-248 16,0-10-248-16,5-10-580 0,2-6-420 15,5 10-1320-15,4-36-3881 0</inkml:trace>
  <inkml:trace contextRef="#ctx0" brushRef="#br0" timeOffset="97790.678">30105 13890 3068 0,'0'0'8137'0,"0"0"-7029"15,0 0-664-15,0 0 552 16,16 101 636-16,-24-46-76 0,-4 8-760 16,-8 11-796-16,-8 5-212 0,0 0-520 0,-4 4-324 15,-3-7-380-15,7-16-1760 0,-17 16-5597 16</inkml:trace>
  <inkml:trace contextRef="#ctx0" brushRef="#br0" timeOffset="101112.034">13685 5201 5092 0,'0'0'2228'16,"0"0"2253"-16,0 0-3161 15,0 0-392-15,0 0-92 0,0 0 284 0,0 0 108 16,0 0-28-16,0 0-104 0,0 0-288 0,0 0-188 16,-35 0-132-16,38 0-136 0,-3 0-107 15,4 0-125-15,1 0-60 0,7 2 12 16,-1-2 88-16,13 4 68 0,0-1 100 15,4 0-40-15,8 0-56 0,4-3-112 16,4 4-36-16,3-4-80 0,5 0 8 16,12 0 0-16,8 0-8 0,4 0 228 0,8-4-220 15,3-2-4-15,4-3-8 16,1-1-44-16,0-6-64 0,-5 2 36 0,1 0-72 16,-4-2 48-16,-5 2-48 0,-6 2 128 15,-6 5-56-15,-3 1 24 0,-12 3 4 16,-9 0 40-16,-3 3 8 0,-8 0 4 15,-4 0 0-15,-4 3 100 0,0 0 16 16,-5 1-80-16,5-2-44 0,-3 3-4 16,3-3 0-16,-1-2 4 0,1 0 4 15,0 0 8-15,4 0 0 0,0 0-12 16,0 0 12-16,0-2-12 0,-1-3 0 16,1 3-4-16,-4 2 4 0,-4-4 0 15,0 4 12-15,0 0-4 0,-4-3 64 0,0 3 0 16,-4-3 48-16,0 3 52 0,0-7-16 15,0 5-24-15,-4-8 0 0,3 0 24 16,2 1 12-16,-5-4-56 0,3 1-64 0,-2-4-40 16,3 0 0-16,-5 0 0 0,-3 0 0 15,5 0 4-15,-1 1-8 16,-5-2 4-16,1-5-8 0,0 0-8 0,0-7-52 16,-4 1 56-16,5-10-80 0,-1-3-64 15,-1-6 40-15,-3-11-108 0,4-7-12 16,0-4 20-16,4-7-80 0,-4-4-16 15,1-2 4-15,-2 3 8 16,1-4-24-16,-4-2-32 0,4-5 140 16,0-1-121-16,0-12-111 0,0 3-20 0,-4-6 20 15,0 5 12-15,0 2-40 0,-8 8 52 0,0 11-52 16,-4 7 220-16,0 7-24 0,1 8 0 16,-6 11-52-16,-2 8 140 0,3 8-40 15,-9 6 224-15,6 6 48 16,-5 2 64-16,4 9 24 0,-4-3 40 15,4 8-4-15,-4-2 52 0,0 0-88 0,5 3-72 16,-1 2 56-16,3 0 44 0,2-4-28 0,2 4-4 0,5-3-20 16,1 3-24-16,-1-3-40 15,-1 0-40-15,2 0 40 0,3-1 28 16,-4 1-76-16,4 3-48 0,-5-3-4 0,2 3 40 16,-5 0-136-16,3-3 40 15,-6 3 44-15,3 0 64 0,-4-4 12 0,1 4 88 16,-6-6 0-16,1 3-52 0,-3-6-44 15,-1 2 4-15,-4 1 44 16,0-4-48-16,-4 4-8 0,-4-3-88 0,1 2 92 16,-10 1-112-16,-2 3 24 0,-5 3-20 15,-8 0 44-15,-8 9 16 0,-8 1-112 16,-7 2 12-16,-5 7 84 0,-12 1-160 0,-3 5 76 16,0-3-36-16,-2 6 60 15,-2 2 12-15,4-2-40 0,3 0 144 0,4 1-80 16,5 0 84-16,8-1-96 0,-1 0 28 15,11 2 72-15,6-5 16 0,7-6-8 16,16-3-4-16,13-4 132 0,10-9 0 16,14 1 152-16,3-4-4 0,4 0-200 0,8 0-84 15,-1-4-12-15,6 1 12 0,2 0 72 16,2 3-36-16,2 0-24 16,1 3 224-16,4 10-140 15,0 12 4-15,0 7 72 0,-4 13 88 0,0 15-112 0,-4 13 112 16,0 16 8-16,-8 12-108 0,-1 20-48 15,2 9-40-15,-9 16 64 0,4 13-52 16,-4 3 88-16,0-1-172 0,0 2-24 16,0-8 24-16,0-8 0 0,0-7 48 15,-4-13 12-15,-1-10-52 0,1-15 20 16,1-11 20-16,-1-8-56 0,4-10 8 0,0-6-160 16,0-6-24-16,0-15-48 0,7-1-88 15,6-10-144-15,-2-6-128 0,6-10-176 16,2-4-292-16,1-9-1096 0,-8-6-876 15,12-8-2229-15</inkml:trace>
  <inkml:trace contextRef="#ctx0" brushRef="#br0" timeOffset="134103.766">2784 7607 1160 0,'0'0'9917'16,"0"0"-8221"-16,0 0-792 0,0 0-16 15,0 0 408-15,0 0 96 0,0 0-168 16,0 0-240-16,0 0-176 0,0 0-296 0,-32-35-192 15,32 35-176-15,9 3-144 0,3 10 12 16,8 3 160-16,8 12 228 16,4 4-23-16,-1 10-209 0,1-1-156 0,-4 6 88 15,-1 2-40-15,1-3-60 0,-4-1-4 16,1-10-108-16,-5-3-32 0,-1-9-172 16,-3-4-133-16,-4-8-111 0,4-1-112 15,-4-3-256-15,4-7-352 0,-4 0-640 0,3-7-1064 16,-6-3-2177-16,-1-12-2011 0</inkml:trace>
  <inkml:trace contextRef="#ctx0" brushRef="#br0" timeOffset="134294.314">3183 7560 7476 0,'0'0'5049'16,"0"0"-4141"-16,0 0-504 0,0 0 52 15,0 0 392-15,-55 76 264 0,38-41 20 0,2 0-116 16,-2 2-292-16,1 5-256 15,1-3-224-15,3-2-168 0,-1 1-76 0,2-1-100 16,-2-1-428-16,6-4 52 0,-1-7-252 16,0 0-316-16,3-8-396 0,1-8-852 15,4-3-2093-15,-7-6-2083 0</inkml:trace>
  <inkml:trace contextRef="#ctx0" brushRef="#br0" timeOffset="134642.766">3231 7099 10256 0,'0'0'4377'0,"0"0"-3481"16,0 0-508-16,0 0 56 0,0 0 576 16,0 0 44-16,0 0-252 0,0 0-200 15,0 0-120-15,32 73-236 0,-25-41-88 16,-3-1-80-16,0-2-64 0,1-4-24 15,-1-3-112-15,0-5-44 0,0-9-28 16,-1-1 0-16,1-3-36 0,4-4-36 16,1 0 24-16,-2-6-76 0,1-1 100 15,5-5 72-15,-6 1 124 0,1-1-48 16,0 2-16-16,4 1 16 0,0 3-28 0,0 3-36 16,0-1 124-16,0 4 44 15,-4 4 92-15,4 2-16 0,-4 6 28 0,0 2-96 16,0 5 32-16,4 0-76 0,-9 3 0 15,6 0 4-15,-5 0-12 0,0 3-440 16,-4 4-104-16,0-1-224 0,0 1-836 16,0-4-1260-16,0 10-3649 0</inkml:trace>
  <inkml:trace contextRef="#ctx0" brushRef="#br0" timeOffset="135276.792">3980 7756 4136 0,'0'0'4672'0,"0"0"-1423"0,0 0-2109 0,0 0-632 16,0 0 332-16,0 0 208 16,-88 22-268-16,72 1-32 0,-4 2-92 0,5 6-36 15,2 5-164-15,2 2-76 0,3 0-120 16,4 0-4-16,-1-9-24 0,5-4-76 16,0-10-156-16,5-5-148 0,7-10-36 15,-5 0-24-15,6 0 48 0,2-12 88 16,6-5 68-16,-2-4 0 15,1-5-280-15,0-2-12 0,3-1 64 0,-2 4-4 0,-5 0 40 16,3 5 60-16,-2 5 0 0,-2 4 12 16,6 6 48-16,-10 5 52 15,9 0 24-15,-8 5 372 0,4 12-28 0,5 5-120 16,-10 7 8-16,5 2-20 0,0 7-28 16,-4 6-36-16,0 8 96 0,0 1-36 0,-1 5 36 15,-6 2-60-15,-1 1 36 16,-4-4 108-16,0 0 112 0,-4-6 56 0,-5-4-67 15,2-2-129-15,-5-7-68 0,3-10-28 16,-2-2-32-16,-1-7 32 0,0-3-48 16,-8-7-32-16,0 1 20 0,-4-7-144 0,-8 0-108 15,-3-3-52-15,-9 0 52 16,-4-3-48-16,1-4-12 0,-5-2 8 16,3 3-140-16,2-7 44 0,6 7 76 0,14-5 116 15,3 6-20-15,8 2-13 16,4-3 37-16,8 1-16 0,4-1-104 0,0-7-320 15,8-5-156-15,4-8 80 0,4-5-124 16,8-7-556-16,-1-7-920 0,-2 14-1848 16,7-24-1369-16</inkml:trace>
  <inkml:trace contextRef="#ctx0" brushRef="#br0" timeOffset="135712.09">2310 7317 3344 0,'0'0'6960'0,"0"0"-4887"0,0 0-697 16,0 0-72-16,0 0-208 15,0 0-168-15,-95 24-420 0,75-2-12 0,-5 3 8 16,2 6-36-16,-5 7-12 0,8 8-92 15,-4 1-80-15,9 7 8 0,-2 3-60 0,6 7-60 16,3 2-4-16,8 4-160 0,0 3 56 16,8 3-64-16,3 0-72 15,13-2-48-15,0-2-208 0,8-5-152 0,4-10-80 16,8-6-128-16,4-13 8 0,0-12-36 16,12-10-168-16,-2-13-540 0,7-6-1040 15,-18-8-2705-15,33-16-2063 0</inkml:trace>
  <inkml:trace contextRef="#ctx0" brushRef="#br0" timeOffset="136028.368">4642 7258 10408 0,'0'0'4769'0,"0"0"-4093"15,0 0-436-15,27 85 276 0,-19-50 232 16,0 4 168-16,0 1-212 0,-5 6-252 16,2-6-132-16,3 5-16 0,-4 3-108 15,-4-1-96-15,0 4-92 0,0-3-8 0,-4-1-4 16,-4-2 0-16,-4-4-168 0,4-6-96 15,-4-7-88-15,4-5-112 16,0-7-160-16,0-4-148 0,1-5-432 0,-2-5-824 16,1-4-2981-16</inkml:trace>
  <inkml:trace contextRef="#ctx0" brushRef="#br0" timeOffset="136274.15">5003 6838 12865 0,'0'0'4128'0,"0"0"-3448"16,0 0-380-16,0 0 340 0,0 0 248 15,0 0 176-15,0 0-300 0,0 0-400 16,60 86-216-16,-47-57-75 0,-2 6-61 15,-7 3-12-15,5 7-12 0,-9 1-245 16,0 9-423-16,-5 2-308 0,-7 0-252 0,5 0-640 16,-6-12-1084-16,2 5-3605 15</inkml:trace>
  <inkml:trace contextRef="#ctx0" brushRef="#br0" timeOffset="136501.415">5319 7617 11789 0,'0'0'4872'16,"0"0"-4296"-16,0 0-568 0,0 0 812 0,0 0 280 15,75-7-404-15,-51 1-292 0,0-4-328 16,4 1-76-16,0-7-400 0,-5 3-276 0,5 0-492 15,-7 4-648-15,-10-1-1372 16,2 10-4949-16</inkml:trace>
  <inkml:trace contextRef="#ctx0" brushRef="#br0" timeOffset="136678.644">5338 7886 13597 0,'0'0'2288'0,"0"0"-2012"15,0 0-264-15,0 0 564 0,0 0 544 16,0 0 40-16,0 0-20 0,96 7-456 0,-65-20-404 16,2 1-208-16,3-4-72 15,0 0-476-15,-4-1-244 0,3 2-236 0,1 5-452 16,0 4-968-16,-8 3-1688 0,7 3-2065 0</inkml:trace>
  <inkml:trace contextRef="#ctx0" brushRef="#br0" timeOffset="137930.136">6322 7289 1032 0,'0'0'8168'0,"0"0"-6540"16,0 0-815-16,0 0-213 0,0 0 168 0,0 0 392 15,0 0-60-15,0 0-208 0,0 0-264 16,0 0-180-16,-4 3-112 0,4-3-52 16,4 0 0-16,-4 0 12 0,0 0 60 15,0-3-36-15,0 3-60 0,0 0-52 0,0 0-12 16,0 0-24-16,0 0 0 0,0 0-28 16,0 0 16-16,0 0-52 15,0 0 4-15,0 0-28 0,0 0 16 0,0 0-4 16,0 0-12-16,0 0-36 0,0 0 28 15,0 0-28-15,0 0 36 0,0 0-24 16,0 0-12-16,0 0 4 0,0 0 8 16,0 0-48-16,0 0 60 0,0 0-12 15,0 0-12-15,0 0 28 0,4 0-4 16,-4 0-60-16,0 0-12 0,5 0 0 0,-1 0-60 16,7 0-52-16,10 3 112 15,11 1 88-15,7 6 9 0,13-5-13 16,4 1-76-16,3 5 92 0,10-5-28 0,-2 1 12 15,4-5 208-15,6-2 468 16,-2 0-480-16,-4-9-268 0,-2-3-12 0,-5-2-48 16,-8 2-64-16,-9-4-176 0,-8 3-232 15,-2 4-160-15,-10 0-197 0,-11 2-259 16,-4 3-792-16,-8 1-2024 0,-8 3-1813 0</inkml:trace>
  <inkml:trace contextRef="#ctx0" brushRef="#br0" timeOffset="138276.328">6546 7452 5032 0,'0'0'4896'0,"0"0"-2643"0,0 0-349 0,0 0-140 16,0 0-124-16,79 12-256 0,-51-9-340 0,0 1-300 15,0 3-256-15,-9-5-136 0,2 4-208 16,-5 4-56-16,0 0-84 0,-9 6 0 0,2 5-4 15,-9 11-4-15,0 3-96 16,-4 12-128-16,-12 4-76 0,-5 7-4 16,-2-5-32-16,-1 2 192 0,-8-4 144 15,4-4 4-15,0-6 88 0,0-5-76 16,4-9 48-16,9-2-12 0,2-4-48 16,9-9-8-16,4 1-100 0,4-4-28 0,17 1 136 15,7-1 4-15,7 1 264 0,10-4 100 16,2-3-88-16,9-3-36 0,4 0-4 15,0 0-104-15,-1 0-87 0,-3-6-49 16,3 0-13-16,-3-1-59 0,-4 1-488 0,0 3-452 16,-4 0-300-16,-4 3-832 0,-12 0-2632 15,7 0-5177-15</inkml:trace>
  <inkml:trace contextRef="#ctx0" brushRef="#br0" timeOffset="139075.737">6040 6797 5488 0,'0'0'444'15,"0"0"1104"-15,0 0 2617 0,0 0-2489 0,0 0-368 16,0 0-224-16,-53 73-228 16,42-40-108-16,-1 7-128 0,-4 8-92 15,4 6-108-15,5 10-88 0,-6 2-124 0,5 8 36 16,1 5 16-16,2 0-76 0,-3 0-16 16,8 7-80-16,-4 3-40 15,4 3-48-15,0 7-4 0,8-4 0 0,1 3-44 16,-2-2-16-16,1-1 64 0,5-6 0 15,-2-7-8-15,1-2-52 0,4-11-124 16,0-5-108-16,8-8-136 0,0-1 8 0,4-7-12 16,0-3 88-16,8-7-28 15,-5-1-160-15,9-5-80 0,-1-3-44 16,2-4-60-16,2-6-320 0,6-3-352 0,-2-7-496 16,-11-2-925-16,16-7-2403 0</inkml:trace>
  <inkml:trace contextRef="#ctx0" brushRef="#br0" timeOffset="144567.412">6653 8738 1160 0,'0'0'1632'0,"0"0"-1280"16,0 0 1472-16,0 0 932 16,0 0-940-16,0 0-716 0,0 0-199 15,0 0-29-15,0 0-68 0,0 0-116 0,0 0-128 16,8-48-120-16,-4 45-124 0,-4 3-76 16,5-4-76-16,-1 4-64 0,-1 0 112 15,5 4 244-15,0 2-144 0,1 4 0 16,-2 2-28-16,1 7-72 0,-4 0-100 15,0 3-36-15,-1 4 20 0,-3-1-20 0,0 0-64 16,0-2-4-16,0-1 40 0,-3-3-48 16,3-3-164-16,-4-6-96 15,0-1-124-15,4-6-128 0,0-3-140 0,-4 0-156 16,0 0-252-16,0-9-660 16,1 3-2453-16,-6-17-2635 0</inkml:trace>
  <inkml:trace contextRef="#ctx0" brushRef="#br0" timeOffset="144730.701">6638 8550 6704 0,'0'0'2856'0,"0"0"-1091"0,0 0-405 16,0 0-20-16,0 0-100 0,0 0-312 16,0 0-400-16,0 0-304 0,0 0-72 15,67-19-152-15,-51 16-72 0,0 0-528 0,0 3-608 16,0 0-576-16,-4 0-2481 0,4 6-3783 15</inkml:trace>
  <inkml:trace contextRef="#ctx0" brushRef="#br0" timeOffset="144902.453">6952 8728 4832 0,'0'0'1772'16,"0"0"2296"-16,0 0-2779 0,0 0-85 0,0 0 92 15,0 0-288-15,0 0-432 0,0 0-368 0,0 0-208 0,0 0-320 16,72-7-548-16,-61 1-384 16,2 3-740-16,-5 3-1081 0,-1 0-1863 15</inkml:trace>
  <inkml:trace contextRef="#ctx0" brushRef="#br0" timeOffset="145046.853">7040 8801 104 0,'0'0'4036'15,"0"0"-3504"-15,0 0-24 0,0 0 4040 0,0 0-3039 16,0 0-149-16,0 0-36 0,0 0-196 15,0 0-248-15,0 0-236 0,0 0-20 16,-5 67-68-16,18-61-112 0,-5-4-220 16,3 2-224-16,2-4-112 0,2 0-72 15,2 0-436-15,3-6-652 0,3-6-596 0,-7 1-2313 16,5-8-2995-16</inkml:trace>
  <inkml:trace contextRef="#ctx0" brushRef="#br0" timeOffset="145308.692">7450 8760 4620 0,'0'0'4308'0,"0"0"-2588"0,0 66-419 16,-4-43 499-16,4-1 220 0,-3-10-428 0,3-2-628 15,0-10-556-15,3 0-408 16,5-10 0-16,4-5 208 0,4-8 124 0,-1-5-332 16,6-7-360-16,-1-3-44 0,-5 2 32 15,-2 4 76-15,-1 5 24 0,-5 4 24 16,2 1 84-16,-9 9 76 0,0 4 88 15,-9 2 200-15,-2 4-12 0,-6 3-188 16,-2 0-8-16,-1 3-44 0,-4 7-60 0,4-1 64 16,0 4-64-16,0 0 0 15,4-4-24-15,0 0-252 0,4 2-416 16,5-5-968-16,-10-4-3433 0</inkml:trace>
  <inkml:trace contextRef="#ctx0" brushRef="#br0" timeOffset="146276.307">6745 6181 4508 0,'0'0'236'0,"0"0"4832"15,0 0-2811-15,0 0-533 16,28 80-320-16,-20-45-184 0,-1 5-160 16,-2 5-232-16,-5 6-176 0,0 3-172 0,0 1-160 15,-5 1-160-15,-6-1-64 0,-1-2-96 16,3-2-52-16,-2-7-48 0,3-9-132 0,-1-9 24 15,6-10 60-15,-1-7 28 0,4-9-104 16,0 0-84-16,0 0-124 16,0-9-172-16,7-7 108 0,-2-7 220 0,7-5 0 15,-1-7 64-15,-2-4 100 0,3 2-68 16,-1-1 32-16,6 3 20 16,-6 6 124-16,2 7 4 0,-2 6 228 0,-3 7 124 15,1 6-64-15,-5 3-24 0,0 0 20 16,-1 3 40-16,1 3-88 15,-4 10-100-15,0 0-60 0,0 3-40 0,0 0-36 16,-7 3-112-16,-1 0 64 0,-1-3-88 16,1-3 52-16,5-4 84 0,-5-1 124 15,8-5-12-15,0-4 184 0,0 3-88 16,0-5-156-16,4 2 44 0,7 2 68 16,2 2 80-16,-2 0 28 0,10 1-40 15,-2-1-12-15,5 0 76 0,0-2 56 0,0-1 16 16,4 0-100-16,-1-3-184 0,-3 0-84 15,4 0-144-15,0 0-420 0,0-3-256 16,4 3-124-16,-4 0-384 0,0 0-1056 16,-9 0-2865-16,6 0-2187 0</inkml:trace>
  <inkml:trace contextRef="#ctx0" brushRef="#br0" timeOffset="152731.159">8291 7638 1952 0,'0'0'1512'0,"0"0"2496"16,0 0-1016-16,0 0-859 0,0 0-1061 15,0-75-476-15,0 55 200 0,0 1-52 0,-4 1 48 16,4 1-192-16,-4 6-56 0,0-3-72 16,0 2-80-16,0 5-36 15,-4-2-132-15,4 2-4 0,-4 2 48 0,0 0-32 16,5 3-16-16,-6 2 0 0,-3 0-76 16,1 0-132-16,-2 7-12 15,-2 1-72-15,-2 12 0 0,2 6-40 0,-5 4 108 16,3 15 0-16,2 3 4 0,2 3 56 15,2 3-56-15,3 0 0 16,4-7 0-16,4-9-48 0,0-5 44 0,0-8-4 0,0-13 4 16,8-2-68-16,-1-4-88 15,6-6-24-15,-1 0 112 0,4-6 72 0,3-11 80 16,5-2-80-16,4-6-208 0,-3-7-60 16,-2 1 20-16,1-1 52 15,-4-1 84-15,-5 5 40 0,2 0 12 0,-6 0-28 0,2 2 16 16,-5 4-8-16,-4 0 80 15,-1 6 148-15,-3 3-24 0,4 7-12 16,-4 2-28-16,0 2-12 0,0 2-20 0,0 2 68 16,0 8 104-16,0 6 8 0,0 6 24 15,0 6 0-15,0 7-60 0,0 4-60 16,-4 2-40-16,1 0-88 0,-5 1-8 16,4-5-4-16,-5-5-128 0,9-3-332 0,-4-3-296 15,4-7-140-15,0-4-192 16,0-2-436-16,4-7-584 0,5-3-953 15,-1-3-2479-15</inkml:trace>
  <inkml:trace contextRef="#ctx0" brushRef="#br0" timeOffset="152946.625">8665 7654 2612 0,'0'0'10449'16,"0"0"-8785"-16,0 0-1044 0,0 0 144 15,-12 89 264-15,5-57 236 0,-2 6-244 0,1 1-332 0,1-2-264 16,-1 2-180-16,-1 2-144 0,1-3-100 16,5 0-12-16,-5-3-112 0,4 0-108 15,0-3-352-15,-1-4-128 0,1-9-64 16,4-3-16-16,0-7-40 0,9-4-196 0,3-5-932 16,-5 0-1921-16,14-20-1075 0</inkml:trace>
  <inkml:trace contextRef="#ctx0" brushRef="#br0" timeOffset="153227.512">8848 7849 8220 0,'0'0'2304'0,"0"0"-875"15,0 0-433-15,0 0 88 0,0 0 156 16,-91 8-376-16,68 3-220 0,2 4-196 0,-3 1-212 16,5 0-100-16,-1 5-132 0,-1-1 4 15,6-1 52-15,2 0 16 0,9-6 72 16,1-1 12-16,3 1 40 0,0 0-52 15,11-1 0-15,2 2 136 0,-2 1 452 16,10-5-148-16,-1 2-184 0,-1 2-164 0,5-2-68 16,-3 1-48-16,2-4-76 0,-3 4-44 15,4-4-4-15,-5 4-60 16,2 0-28-16,-1 0-20 0,-1-1-208 0,-2 4-52 16,-2-4-244-16,1 2-248 0,0-2-328 15,0 2-372-15,0-10-600 16,-8 3-2065-16,4 0-2099 0</inkml:trace>
  <inkml:trace contextRef="#ctx0" brushRef="#br0" timeOffset="154699.281">9673 7556 3484 0,'0'0'440'16,"0"0"2272"-16,0 0-364 0,0 0-900 15,0 0-531-15,0 0-121 0,4-70 24 0,-4 62-32 16,0 1-64-16,-4 0-180 16,0 4-92-16,1 3 64 0,-5-4 36 15,3 4-52-15,-3 0-116 0,4 0-72 0,1 0-52 16,-1 0-88-16,0 0 0 0,4 0-24 15,-4 0 0-15,4 0-36 0,0-3-48 16,0 3-16-16,0 0-40 0,0 0 40 16,0 0-36-16,0 0 52 0,0 0-52 0,0 0 36 15,0 0-40-15,0 0-8 16,0 0 0-16,0 0-48 0,0 0-4 0,0 0 40 16,0 0-60-16,0 0 24 0,0 0 36 15,0-2-64-15,0 2 16 0,0 0 48 16,0 0 0-16,0 0 4 0,0 0 8 15,0 0 8-15,0 0 40 0,0 0-44 16,0 0 0-16,0 0 8 0,0 0 0 16,0 0 36-16,0 0-48 0,0 0 0 15,0 0 0-15,0 0 0 0,0 0 0 16,0 0 52-16,0 0-44 0,0 0 40 0,0 0 0 16,0 0-36-16,0 0 52 0,0 0-4 15,0 0-12-15,0 0-36 0,0 0 4 16,0 0 44-16,0 0 0 0,0 0-48 15,0 0 52-15,0 0-60 0,0 0-4 0,0 0-100 16,0 0 28-16,0 0 20 0,0 0 40 16,0 0 0-16,0 0-48 0,0-3 12 15,0 3-4-15,0-7 48 16,0 3-192-16,0-2 136 0,0 0-64 0,0-1 36 16,0 1 76-16,4 0-36 0,-4-1 48 15,4 1-4-15,-4 3 0 0,4-3-4 0,-1-1-56 16,1 1 4-16,4 0 52 0,-3-1-92 15,3 1 52-15,-1 3-4 0,1 0 44 16,1 3 8-16,2 0 48 16,1 0 48-16,4 6 80 0,-4 4 32 0,8 2-96 15,-8 1 12-15,4 3-40 0,0 4-36 16,0-6-36-16,-5 9 64 0,2-2-68 16,-1 8 48-16,-1 1-56 0,2 1-4 15,-9 7-8-15,-1-3-48 0,1 3-40 0,0-3-8 16,-4 0 8-16,0-6 8 15,0-4 92-15,0-6 4 0,4-2 8 0,-4-6-12 16,5-4-8-16,-5 0-76 0,4-4-40 16,-4-3-84-16,4 0-4 0,-1 0-196 15,1 0-164-15,4-10-152 0,-3 1-132 16,3-7-344-16,-1-1-456 0,-3-5-1177 0,0 7-1819 16,0-14-455-16</inkml:trace>
  <inkml:trace contextRef="#ctx0" brushRef="#br0" timeOffset="154954.47">10100 7217 2644 0,'0'0'8200'0,"0"0"-7103"16,0 0-637-16,0 0 88 0,0 0 268 15,0 0 224-15,0 0 80 0,-88 66-276 0,68-43-348 16,0 5-272-16,-8 4-124 0,0 6-88 15,-7 3 160-15,-1 3 4 0,-4 3-80 16,0 2-88-16,-3 2 44 0,2-4-44 16,-2-2 4-16,3-1-12 0,3-6-12 15,6-5 4-15,7-5-128 0,4-6-224 0,5-9-64 16,6-4-72-16,5-2-120 0,4-7-200 16,0 0-284-16,0 0-648 0,8-4-1293 15,1-3-1415-15</inkml:trace>
  <inkml:trace contextRef="#ctx0" brushRef="#br0" timeOffset="155725.374">10287 6722 4104 0,'0'0'664'0,"0"0"4520"0,0 0-3367 16,0 0-437-16,0 0-68 0,0 0-16 15,0 0-140-15,0 0-64 0,0 0-228 0,0 0-212 16,64 78-152-16,-57-52-108 0,-3 0-76 15,1-1-108-15,-5 1-88 16,0-1-108-16,0-3 4 0,0-3-16 0,0 0-8 16,0-7-88-16,0-2-12 0,0-7-64 15,0 1-48-15,0-4-12 16,0 0-24-16,0 0 12 0,0-4-88 0,4 1 64 0,0-7 192 16,3 1 76-16,6-7 100 0,-1-3-60 15,3-1-40-15,-2-1-76 0,-2 5 32 16,6 1 44-16,-6 1 4 0,2 5-4 15,-2 2 0-15,1 5 172 0,-3 2 12 16,-2 0 88-16,-3 0-28 0,4 7 0 16,-4-2-24-16,0 4-84 0,0 7 44 15,-4 1-8-15,0-1-28 0,0 3-20 0,0-1-64 16,0 5-60-16,0-5-8 0,-4 1-188 16,0 4-328-16,0-4-124 15,0 4-112-15,4-8-112 0,0-3-432 0,0-1-656 16,4-9-1096-16,4-2-1821 0,8-9-307 15</inkml:trace>
  <inkml:trace contextRef="#ctx0" brushRef="#br0" timeOffset="156094.543">10897 6699 10124 0,'0'0'3121'0,"0"0"-1749"0,0 0-816 16,-21 70-80-16,18-39 432 0,3 4 396 15,0 3-380-15,0 4-504 0,0 2-224 16,0 1-132-16,0 3-64 0,0-1-132 16,0-3-300-16,0-2-380 0,0-3-344 0,3-9-364 15,5-7-720-15,-3-8-2133 0,7-4-1263 16</inkml:trace>
  <inkml:trace contextRef="#ctx0" brushRef="#br0" timeOffset="156992.506">11988 7141 572 0,'0'0'11157'0,"0"0"-9941"15,0 0-1048-15,0 0 176 0,0 0 368 0,92 12 312 16,-72 4 108-16,-5 9-84 0,2 5-204 0,-2 4-304 16,2 4-184-16,-6 0-108 0,2 3-40 15,-2 3-72-15,-7-2 8 0,0 3-44 0,-4 2-88 16,-4-3-12 0,-4 4-4-16,-3-4-44 0,-2 3-88 15,-6-5-132-15,3 4-64 0,-5-6-112 0,-2-1 88 0,3-6-104 16,-4 0-184-16,5-5-316 0,-6-6-260 15,5 2-492-15,0-13-997 0,-7 3-2707 16</inkml:trace>
  <inkml:trace contextRef="#ctx0" brushRef="#br0" timeOffset="158697.846">12770 6547 6080 0,'0'0'1780'15,"0"0"1068"-15,0 0-1227 0,0 0-585 16,0 0 16-16,0 0 336 0,0 0 16 15,0 0-216-15,0 0-292 0,15-51-244 16,-15 54-164-16,0 7-136 0,-8 9-156 16,4 12-48-16,-8 10-4 0,4 13-72 15,-7 9-16-15,-2 5-56 0,-3 1-64 0,1 1-32 16,-1-3-244-16,-1-4-368 0,2 0-372 16,3-2-696-16,4-20-2492 0,-8 14-4721 15</inkml:trace>
  <inkml:trace contextRef="#ctx0" brushRef="#br0" timeOffset="159652.692">4638 10632 6168 0,'0'0'7145'0,"0"0"-5597"0,0 0-880 0,0 0 500 15,0 0 136-15,0 0-72 0,95 19-252 16,-67-19-344-16,-1 0-248 15,1 0-192-15,0-8-196 0,-4 1 0 0,4-5-48 0,-4-1-160 16,-4 1-416-16,4 1-280 16,-8-1-212-16,0 5-508 0,-4 4-1196 15,-8 3-2625-15,-4 12-2471 0</inkml:trace>
  <inkml:trace contextRef="#ctx0" brushRef="#br0" timeOffset="159825.93">4721 10928 8292 0,'0'0'3053'15,"0"0"-1629"-15,0 0-812 0,0 0 164 16,0 0 412-16,0 0 92 0,0 0-220 16,0 0-420-16,0 0 16 0,0 0-128 15,0 0-112-15,104 16-160 0,-72-16-208 0,0 0-48 16,7-3-256-16,-3-4-628 0,3 4-336 16,-11-3-980-16,17 6-3641 0</inkml:trace>
  <inkml:trace contextRef="#ctx0" brushRef="#br0" timeOffset="175808.548">16785 2121 4880 0,'0'0'3976'16,"0"0"-919"-16,0 0-1421 15,0 0-672-15,0 0-92 0,0 0 48 0,0 0-48 16,0 0-164-16,0 0-116 0,0 0-112 0,44 50-60 16,-36-21-64-16,0 6-4 0,-8 3-168 15,0 0-36-15,0 0-40 16,-8 1-96-16,0-6 0 0,0 0-4 0,0-11-8 15,4-3-4-15,4-10-56 0,0-2-24 16,0-7-52-16,0 0 52 0,0-7-76 16,4-5-120-16,4-7-64 0,5-6 100 0,2-7 32 15,1-7 68-15,-4 1 68 16,4 3-8-16,-4 4 84 0,3-1-52 16,2 10 52-16,-6 3 0 0,2 3 12 0,-1 6 112 15,-5 7 60-15,6 1 24 16,-2 2-36-16,2 2-96 0,-1 4-64 0,-1 8-12 15,-2 2 96-15,-1 5 16 0,-1 2-40 16,-7-1-24-16,4 3-44 0,-4 1-4 16,0-1 0-16,-4-3-12 0,4 3-356 0,-7-5-296 15,3-1-116-15,0-3-100 16,-1-4-324-16,1-5-552 0,4-1-1160 16,0-6-2497-16,0-3-306 0</inkml:trace>
  <inkml:trace contextRef="#ctx0" brushRef="#br0" timeOffset="176184.238">17419 2139 6948 0,'0'0'5309'0,"0"0"-3169"0,0 0-1180 0,0 0-296 15,0 0 204-15,0 0 248 0,0 0-80 16,0 0-240-16,0 0-244 0,0 0-112 15,83 57-76-15,-55-46-48 0,0-5 25 0,8 2 279 16,0 3-196-16,4-5-208 16,0 1-156-16,-1-1 0 0,2 0-48 15,-5-3 0-15,-5 4-4 0,1-1-4 0,-4 3 0 16,0-2 0-16,-9-1-4 16,-2 1-4-16,-9-1-8 0,-1 3 0 15,-7-2-36-15,0 2 48 0,-7 4 12 0,-9 4 72 16,-4 1-24-16,-8 1-48 0,-4 0 60 15,0 0-72-15,-3-3-64 0,-1 0-56 0,-5-4-108 16,2-2-16-16,-1 0-68 0,0-1-100 16,0-6-41-16,8 4 5 15,4-7-88-15,13 3-236 0,-2-3-220 0,14 0-716 16,3 0-588-16,0 0-2169 0,3 0-1807 16</inkml:trace>
  <inkml:trace contextRef="#ctx0" brushRef="#br0" timeOffset="177115.266">18451 2092 3160 0,'0'0'4'0,"0"0"4116"16,0 0-1580-16,0 0-451 0,0 0-441 15,0 0-216-15,0 0-260 0,0 0-320 16,0 0-208-16,0 0-148 0,0 0-76 0,0 0-76 16,-32-12-48-16,32 14-88 15,0 1-60-15,-4 1-40 0,4-1 16 16,0 0 24-16,-4 4-4 0,4-1-8 0,-4-3 36 15,4 3 24-15,-4 1-16 0,4-4 4 16,-4 0 0-16,4 0-28 0,0 1-56 0,-4-2 20 16,4-2 0-16,0 0-56 15,0 0 8-15,0 5 13 0,-4-5-37 16,4 2-40-16,0 1 40 0,-4-3-40 0,4 3 40 16,-4 1-44-16,0 3 0 0,4-1 8 15,-4 2-12-15,4 3-12 16,-3 1 0-16,-2 1 4 0,5 0 0 0,0-1 0 0,-4 1-40 15,4 3 40-15,0-1-40 16,0 5 44-16,0-5-8 0,0 5 0 16,4 1 0-16,1-2-33 0,-2 0 45 0,5-2 0 15,0 2-4-15,0-6 0 0,4-1 0 16,4-2 4-16,-4-4 12 0,7 0 0 16,-2-6 73-16,3 0 51 0,3 0-4 15,1-3-12 1,1-6-36-16,-1-4 4 0,-1-6-40 0,1 0-36 0,0-3-4 15,0-3-8-15,-5 2-12 0,-2-2-112 0,-2-1 4 16,-2 1 60-16,-5 0-24 16,-5-4-76-16,-3 4 52 0,0-3 47 0,-3 2-87 15,-9 3 4-15,-1 4 144 16,-2 4-60-16,-1 5-52 0,0 0 4 16,-4 7-24-16,-4 3-164 0,1 0-20 0,-14 6-24 15,1 11-200-15,-7 1-112 0,-5 8-272 16,0 6-468-16,4 0-1100 0,-3 1-2773 15,11-3-3083-15,-24 17 8020 0</inkml:trace>
  <inkml:trace contextRef="#ctx0" brushRef="#br0" timeOffset="180113.836">7621 10559 196 0,'0'0'11389'0,"0"0"-9597"15,0 0-940-15,0 0 308 0,0 0 184 0,0 0-148 16,0 0-272-16,0 0-444 0,0 0-372 0,0 0 40 16,5 7 132-16,23-1 124 15,8-2 256-15,7-2-208 0,1-2-224 16,0 0-92-16,-1-2 21 0,2-5-97 0,-2-3 36 16,-2-2-96-16,-2-4 0 0,-3 3-148 15,-4-2-133-15,-8 2-167 16,0-1-136-16,-5 6-52 0,-6 2-148 0,-6 2-412 15,-7 4-928-15,0 0-2040 0,-3 7-809 16</inkml:trace>
  <inkml:trace contextRef="#ctx0" brushRef="#br0" timeOffset="180492.539">7785 10658 2584 0,'0'0'1916'0,"0"0"1440"0,0 0-1580 0,0 0-175 15,0 0 27-15,0 0-152 0,0 0-88 16,0 0-308-16,0 0-12 0,75 35-376 16,-54-35-236-16,-1 3-148 0,-1-3-28 15,1 0-108-15,0 0-64 0,0 0-100 16,-4 4-8-16,0 2-64 0,-9 6-32 16,2 7-88-16,-5 10-160 0,-4 9-172 0,-4 7-88 15,-5 6 8-15,-2-1 60 16,-4 1 52-16,-2-4 92 0,1-2 228 0,4-7-76 15,1-5 132-15,-2-5 108 0,1-6 164 16,5-4-24-16,3-2 20 0,-5-6 60 16,9-3 16-16,0-4-12 0,0-3-76 15,9 0-20-15,2 0 120 0,5 0 248 0,8 0 72 16,4 0-76-16,-4-6-48 0,4-1-52 16,4-2-72-16,-4-5-100 0,4 5-112 15,0 0-8-15,-1-4-100 0,-3 4-220 16,4-1-516-16,0 4-200 0,-4-1-300 15,-5 4-1352-15,-3 3-2781 0,-7 3-3922 16</inkml:trace>
  <inkml:trace contextRef="#ctx0" brushRef="#br0" timeOffset="180875.293">7944 11839 9752 0,'0'0'2501'0,"0"0"-2501"16,0 0 228-16,0 0-228 0,0 0 588 15,0 0 112-15,0 0-128 16,0 0-192-16,0 0-76 0,0 0-116 0,88 45-36 16,-76-29-40-16,-5-1 52 0,2 2-24 0,-1 1 32 15,-4 1-32-15,-1 3 52 16,-3-2-92-16,0-1-88 0,0 0 24 16,0-6-20-16,0-4-16 0,0-2 0 0,0-4-176 15,-3 0-80-15,3-3-144 16,0-3-128-16,-4-4-132 0,0-2-392 15,0-10-984-15,-5-4-965 0,2-5-2343 0,3 5 2349 0</inkml:trace>
  <inkml:trace contextRef="#ctx0" brushRef="#br0" timeOffset="181041.719">7944 11662 7808 0,'0'0'2488'0,"0"0"-699"0,0 0-945 16,0 0 48-16,0 0 688 0,0 0-260 15,0 0-448-15,0 0-388 0,80-51-276 16,-64 41-208-16,0-2 0 0,0 1-124 16,4 0-296-16,-1 1-424 0,1 3-488 15,-8 1-972-15,4 3-3109 0</inkml:trace>
  <inkml:trace contextRef="#ctx0" brushRef="#br0" timeOffset="181228.128">8294 11785 704 0,'0'0'11989'15,"0"0"-10193"-15,0 0-1228 0,0 0 136 16,0 0 240-16,0 0-24 0,0 0-264 0,0 0-300 16,0 0-156-16,0 0-148 0,88-38-52 15,-75 25-244-15,-5 4-472 0,-1-1-468 16,1 1-652-16,-4 6-2092 0,-4 3-2677 15</inkml:trace>
  <inkml:trace contextRef="#ctx0" brushRef="#br0" timeOffset="181408.647">8371 11881 2584 0,'0'0'8473'0,"0"0"-6817"0,0 0-1084 0,0 0 296 15,0 0 532-15,0 0 44 16,0 0-256-16,0 0-424 0,0 0-344 0,0 0-164 15,91-38-124-15,-71 25-132 0,0-3-208 16,4-3-468-16,-5 2-276 0,2 3-176 16,3-3-848-16,-13 7-2349 0,10-2-2799 0</inkml:trace>
  <inkml:trace contextRef="#ctx0" brushRef="#br0" timeOffset="182108.137">8749 11589 1264 0,'0'0'9797'0,"0"0"-8153"16,0 0-1044-16,0 0 8 0,0 0 216 15,0 0 284-15,0 0-116 0,0 0-232 16,0 0-216-16,0 0-136 0,-4 34-76 16,4-34-60-16,0 0-40 0,0 0 0 0,0 0 0 15,0 0-12-15,0 0-36 0,0 0-12 16,0 0-24-16,0 0-28 0,0 0 0 0,0 0-8 15,0 0-4-15,0 0-20 16,0-3-32-16,0 1-56 0,-4 2-4 0,0-4 4 16,1 1 0-16,3 3 8 15,-5-3 0-15,1 3 4 0,0-4-4 0,0 4-8 16,4 0-8-16,0 0 0 0,-4 0-40 0,4 0 44 16,-4 0 4-16,4 0 12 15,0-3 96-15,-3 3-12 0,3 0-8 0,0 0 8 16,0 0-24-16,0 0-24 15,0 0-36-15,0 0-8 0,0 0-4 0,-4 0-84 16,4 3-36-16,0 1 36 0,0 2 20 16,-5 0 52-16,5 4-24 0,-4-1 36 15,4 3 4-15,0 5 56 0,0-1-48 16,0 3 40-16,0 0-44 0,0 0-8 16,0 4-12-16,4-4-40 0,1-1 52 15,-1 4 0-15,-4-2-40 0,3-1 40 0,1-3 8 16,0-1-4-16,-4-2 0 0,4 0-4 15,-4-4 0-15,4 0 0 0,-4-2 8 16,0-4 4-16,4 0 40 0,-4 0-48 16,0-3-4-16,0 4 0 0,0-4-8 15,5 0 4-15,-5 3-12 0,0-3 4 16,0 0 4-16,0 0-36 0,0 0 44 16,0 0 8-16,0 0 0 0,0 0 40 0,0 0-36 15,0 0 36-15,0 0 0 0,0 0 0 16,0 0 0-16,0 0 12 0,0 0 0 0,0 0-48 15,0 0-4-15,0 0-8 16,0 0 0-16,0 0-64 0,0 4 4 16,0-4 0-16,0 0 12 0,0 0-24 15,0 0-16-15,0 0-44 0,0 0-28 16,0 0-20-16,0 0-52 0,0 0-60 16,0 0-52-16,0 0-12 0,-5-4-60 0,5 4-112 15,-4-3-312-15,4-4-528 0,-4 1-1092 16,0-4-2473-16,4 4-3647 0,-11-7 8240 15,39 62 176-15</inkml:trace>
  <inkml:trace contextRef="#ctx0" brushRef="#br0" timeOffset="183625.496">7860 9744 1264 0,'0'0'4'0,"0"0"532"16,0 0 2608-16,0 0-64 16,0 0-876-16,0 0-799 0,0 0-293 0,-4-68 48 15,4 63-160-15,0 2-116 0,0-3-228 16,-3 1-96-16,3-1-52 0,0 4-24 0,0-1-52 15,0 0-100-15,0 3-84 16,0 0-52-16,0 0-112 0,0 3-84 16,0 2 0-16,3 8-84 0,1 4 36 0,4 11 48 15,1 7 120-15,-5 6-32 0,-1 6-84 16,1-3 8-16,-4 5-12 16,4-8-232-16,-4-6-200 0,0-4 24 0,0-6 40 0,0-8 80 15,0-4 16-15,0-4-112 16,0-2-104-16,0-7-116 0,0 0 112 15,0 0 216-15,0 0 276 0,4-7 12 16,1-6 92-16,-1 1-44 0,3-8-60 0,-3-2 12 16,8-3 4-16,-3 3-8 0,2-1 40 15,1 4 216-15,0 4-12 0,0 2 52 16,0 4-64-16,0 2 8 0,-4 7-136 0,0 0-24 16,0 0-40-16,0 7 16 15,-4 2 48-15,-4 4-64 0,0 6 16 16,0 0-64-16,-4 3-200 0,0 0-160 0,-4-3-28 15,-1 1-4-15,6-9 80 16,-5 3 148-16,4-9 104 0,-4 2 60 16,5-3 76-16,-2-1 12 0,5-3 36 0,-4 0 52 15,4 0-24-15,0 0-76 0,0 0 8 16,0 0-84-16,0 0-236 0,0 0 84 16,4 3 152-16,4 0 76 0,4 4 224 0,4-1-92 15,4 0 116-15,0 4-88 16,-1-1-24-16,5 1-140 0,-3-1 28 0,3 1-100 15,-1-1-84-15,1 1-504 0,0 0-632 16,-4-1-1072-16,16 16-3145 0</inkml:trace>
  <inkml:trace contextRef="#ctx0" brushRef="#br0" timeOffset="184608.268">8693 11696 928 0,'0'0'1184'0,"0"0"-596"0,0 0 3564 16,0 0-2648-16,0 0-272 0,0 0-224 0,0 0-195 15,0 0-45-15,0 0-76 16,0 0-232-16,0 0-128 0,4 68-40 16,-4-56-88-16,0 1-4 0,5-1 68 15,2 3-28-15,-3 2-28 0,4-1 4 0,-4 0 48 16,5 0-12-16,-2-1 12 0,1-2 40 16,-4 0-28-16,4-3-52 0,-4-1-100 0,4-6-24 15,0 3-52-15,0-3 4 16,0 1-4-16,4-4 0 0,-5 3 4 0,6-3 48 15,-1 0-28-15,-5 0-20 0,6-7 60 16,-2 1-28-16,-3-4-20 16,5-2 96-16,-6-4 148 0,1-3-124 0,1 0-108 15,-5-6-76-15,0-5-4 0,-1 3-120 16,-3-2-24-16,0-3 76 0,0 0 20 16,0 4 52-16,-7-1-84 0,-2 4-52 0,-3 0 136 15,1 3-8-15,-6 2 4 16,6 1-48-16,-6 6 52 0,2 1 132 0,2-1-120 15,-2 7-12-15,3-4 0 0,0 7 0 16,4-3 0-16,-4 6-4 16,4 0 4-16,-4 0-4 0,4 0-44 0,0 6-164 15,0 4-24-15,1 2-24 0,-2 1-24 16,5 6 32-16,-4 0-72 0,1 4-104 0,3 2-64 16,-5-3-60-16,5 1-108 15,0-2-228-15,4-1-432 0,-4-2-765 16,4 1-2019-16,0-6-460 0,-3 0 3261 15</inkml:trace>
  <inkml:trace contextRef="#ctx0" brushRef="#br0" timeOffset="187692.958">9589 10341 92 0,'0'0'1136'0,"0"0"-420"0,0 0-624 16,0 0 36-16,0 0-60 0,0 0-16 15,0 0 532-15,0 0 2024 0,0 0-1100 16,0 0-508-16,-4-38-76 0,4 35 136 16,-3 3-67-16,3-4-41 0,0 1-68 15,0 3-156-15,0-3-156 0,0 3-92 16,0 0-188-16,0 0-80 0,0 0-20 15,0 0-28-15,0 0-16 0,0 0-8 16,0 0-4-16,0 0-8 0,0 0 8 0,0 0 20 16,0 0 44-16,0 0 36 0,0 0 40 15,0 0-28-15,0 0-48 16,0 0-76-16,0 0-52 0,0 0-64 0,0 0 0 16,0 0-4-16,0 0 4 0,0 0 44 15,0 0-44-15,0 0 4 0,0 0 0 16,0 0 64-16,0 0-28 0,0 0 16 0,0 0-52 15,0 0 112-15,0 0-64 0,0 0 28 16,0 0-16-16,0 0-8 0,0 0-60 16,0 0 0-16,0 0-4 0,0 0-4 15,0 0-8-15,0 0 0 0,0 0 4 0,0 0-4 16,0 0 0-16,0 0 4 0,0 0 0 16,0 0 8-16,0 0 4 15,0 0 4-15,0 0 4 0,0 0-8 0,0 0 4 16,0 0 4-16,0 0-4 0,0 0-8 15,0 0 0-15,0 0-4 16,0 0 4-16,0 0 0 0,0 0 0 0,0 0 0 16,0 0 0-16,0 0-4 0,0 0-8 15,0 0 12-15,0 0 0 0,0 0 8 16,0 0-4-16,0 3 72 0,0-3-68 16,0 0-4-16,0 0-4 0,0 3-56 15,0 1-44-15,3-1-12 0,1 3 40 0,5 7 72 16,-1 6 136-16,3 6 24 0,2 8 12 15,-5 0-12-15,-5 6-148 0,5 2-12 16,-4 4 0-16,-4-1 0 0,5-2 8 0,-5-2-8 16,0-8-12-16,0-6 12 15,0-3 0-15,0-11-8 0,4-3-68 16,-4-5-8-16,0-1-16 0,0-3-12 0,0 0-36 16,4-3-60-16,-4-4-64 0,3 1 24 15,1-11 160-15,4 2-24 0,1-7 0 16,-5 0-76-16,3-7 92 0,1 4-20 15,-4-1 20-15,1-2-4 0,2 2 36 16,-3-3 16-16,4 4 36 16,-4 3 0-16,5 0-48 0,-2 3 48 0,1 2-56 15,0 9 68-15,4-3 124 0,-4 9 40 16,0-2-4-16,4 4-36 0,-4 0-36 16,3 4 36-16,2 3 28 0,-1-1 20 0,-1 2-12 15,-2 6 16-15,-1-2-168 0,-1 4 80 16,-3 0-16-16,0 3-28 0,1 0-40 15,-5 3-4-15,4 0 0 0,-4 0-212 16,0 2-112-16,0-6-12 0,0 1-112 16,-4-3-68-16,4 0-24 0,-5-3-52 0,5-7-40 15,0 0-284-15,0-6-424 0,5 0-645 16,3 0-891-16,-1-9-1652 0,1 2 2180 16</inkml:trace>
  <inkml:trace contextRef="#ctx0" brushRef="#br0" timeOffset="188032.485">10216 10547 3332 0,'0'0'9209'0,"0"0"-7741"16,0 0-964-16,0 0-200 15,0 0-24-15,0 0 296 0,0 0 256 16,0 0 4-16,0 0-316 0,99-29-260 0,-71 20-164 15,0-4-96-15,0-2-4 16,0-1-96-16,-1 0-484 0,-3-4-324 0,0 4-148 16,-4-3-296-16,-4 4-804 0,-4 2-2109 15,-4-6-3111-15</inkml:trace>
  <inkml:trace contextRef="#ctx0" brushRef="#br0" timeOffset="188262.109">10367 10144 416 0,'0'0'9280'0,"0"0"-8027"0,0 0-853 15,0 0 112-15,-5 82 372 0,14-46 368 16,-1 5-152-16,3 3-308 0,2 8-264 0,-2-2-204 16,2 4-224-16,-5 2-92 15,-1-4-8-15,-3-5-48 0,0-5-440 16,0-11-228-16,1-12 72 15,2-5 100-15,1-9-64 0,0-5-120 16,4-5-448-16,0-9-1005 0,-4 1-2787 0</inkml:trace>
  <inkml:trace contextRef="#ctx0" brushRef="#br0" timeOffset="190108.502">9346 10341 964 0,'0'0'1056'0,"0"0"6080"16,0 0-4951-16,0 0-725 0,0 0-260 15,0 0-276-15,0 0-272 0,0 0-48 16,0 0-100-16,-23 85-68 0,10-49-40 16,2-2-72-16,3 7-88 0,-4 0 8 15,4 5-32-15,4-5-52 0,0 3-112 0,4 4-44 16,0-1-4-16,8 7-48 16,4-3-76-16,8-1-24 0,4 2-372 0,8-5-224 15,0-2-92-15,7-11-144 0,9-5-400 16,0-6-944-16,8-15-2237 0,-12-4-1167 15,20-10 4840-15</inkml:trace>
  <inkml:trace contextRef="#ctx0" brushRef="#br0" timeOffset="190512.756">11558 10106 848 0,'0'0'10897'16,"0"0"-9613"-16,0 0-736 0,0 0-104 0,0 0 36 16,80 53 128-16,-69-33 32 0,6 5-120 15,-2 3 4-15,-2 2-40 0,2 1-136 16,-7 4-200-16,4-4-72 0,-4 4-36 16,-4 0-36-16,-4-2-4 0,0-2 8 15,0 1-8-15,0-4-72 0,-8 1-40 16,1-7-12-16,-6 0-124 0,1 1-112 0,1-7-76 15,-2 2-160-15,-6-5-232 16,3 0-336-16,-1-4-932 0,-2-2-2337 0,3-4-1995 16,-12-3 5436-16</inkml:trace>
  <inkml:trace contextRef="#ctx0" brushRef="#br0" timeOffset="191231.014">12299 10176 848 0,'0'0'144'16,"0"0"7688"-16,0 0-6408 0,0 0-211 16,0 0-61-16,0 0-68 0,0 0 136 0,-76-45-116 15,65 45-200-15,-6 0-208 0,1 9-200 16,4 4-152-16,-3 6-36 0,3 10-36 15,0 6-4-15,4 5 4 0,0 6-52 16,4-2 48-16,0 3-144 0,4-9-112 16,0-6-12-16,4-9-4 0,0-7-56 15,4-10-28-15,4 0 28 0,-1-6 0 16,6 0 8-16,-2-9-32 0,5-4-160 16,-3-6-16-16,-2 0-32 0,2-4 68 0,-2-2-8 15,-3 6 84-15,4-3 84 0,-8 3 16 16,4 0 48-16,-4 3 0 0,0 3 4 15,-4 7 44-15,0 3-48 0,-4 3 4 0,4 0 156 16,4 6 12-16,-4 4 108 16,8 2 52-16,-4 4-72 0,4 10-28 15,-1-1-60-15,2 3 24 0,-2 5-24 0,-3-2-64 16,5 1-96-16,-6-1-12 0,1-2-36 16,-4 1-320-16,5-12-364 0,-2 1-240 15,1-9-204-15,0-1-280 0,-3-7-628 16,2-2-993-16,-3 0-2855 0,0 0 1248 15</inkml:trace>
  <inkml:trace contextRef="#ctx0" brushRef="#br0" timeOffset="191401.65">12609 10481 1460 0,'0'0'8048'0,"0"0"-6511"15,0 0-869-15,0 88 128 0,0-50 324 16,0-2 212-16,0 2-224 0,0-7-292 15,0-2-432-15,5-4-372 0,-1-2-12 0,0-5-596 16,4-1-224-16,-1-11-300 0,6 0-452 16,2-6-1021-16,-2-12-2951 0</inkml:trace>
  <inkml:trace contextRef="#ctx0" brushRef="#br0" timeOffset="191641.924">12964 10503 4288 0,'0'0'4188'0,"0"0"381"16,0 0-3793-16,0 0-292 0,0 0-28 0,-87 75 172 16,66-52 164-16,6 0-200 0,-1-1-232 15,4-3-76-15,4-1-36 16,4-5-96-16,4-3-80 0,0-1 76 0,8 1 0 16,0-4 40-16,8 0 84 0,4 1 72 15,0-4-28-15,4-3-56 0,0 3-112 0,3-3-64 16,-3 0-84-16,4 0-40 0,0 0-132 15,0 0-344-15,-4 0-196 0,-1 0-192 16,5 0-280-16,-7 0-964 0,-5 0-2569 0,0 7-3847 16</inkml:trace>
  <inkml:trace contextRef="#ctx0" brushRef="#br0" timeOffset="192261.795">13511 9874 1384 0,'0'0'8456'0,"0"0"-6727"0,0 0-605 0,0 0 0 15,0 0 244-15,0 0-160 16,87 66-100-16,-55-31-168 0,0 7-264 0,0 5-208 0,-4 1-124 16,4-1-76-16,-5 1-60 15,-3-4-64-15,4-2-32 0,0-7-112 16,-4-4-12-16,0-8-136 0,-5-4 76 0,2-9-36 15,-6-3-296-15,1-5-272 0,0-2-184 16,-4-7-108-16,0-5-468 0,-3 3-1448 16,-5-17-4053-16</inkml:trace>
  <inkml:trace contextRef="#ctx0" brushRef="#br0" timeOffset="192474.527">13960 9893 9772 0,'0'0'4477'0,"0"0"-3757"0,0 0-216 16,-60 70 280-16,41-41 424 0,-5 5-132 16,0 4-388-16,0-3-260 0,-4 6-220 15,1 1-72-15,-1 0-136 0,-4 2-8 16,0 0-52-16,0 3-40 0,0 1-156 0,1-6-236 16,3-4-232-16,3-3-156 15,1-10-228-15,9-3-504 0,2-9-1104 0,-2-3-3113 16</inkml:trace>
  <inkml:trace contextRef="#ctx0" brushRef="#br0" timeOffset="193286.005">14132 9197 8344 0,'0'0'1684'0,"0"0"-447"0,0 0 47 16,0 0 272-16,0 0-168 0,0 0-368 16,0 0-296-16,0 0-104 0,0 0-140 15,84 32-24-15,-76-6-24 0,-5 2-76 0,1 7-172 16,-4 0-36-16,0 4-148 0,0-7 4 16,0-5-4-16,-4-2-64 15,4-5-156-15,0-7-84 0,0-7 32 0,0 1-48 0,0-7 12 16,0 0 24-16,0 0 36 15,4 0-12-15,0-4 88 0,0-5 172 16,5-1 4-16,2-6 56 0,-3-3-52 0,5-2-4 16,-2-2 72-16,6-3-64 15,-6 7-12-15,1-3 4 0,0 7 84 0,4-2 48 0,-4 8 88 16,0 3 20-16,-1 3-96 16,-2 3 28-16,-1 0-4 0,0 3 36 0,-1 3-12 15,2 3-12-15,-5 4-12 0,4 3-60 16,-5 3-16-16,1 0 64 0,0 0-160 15,-4-2-40-15,0-2-12 0,0 1-80 16,0 0-432-16,0 3-188 16,0 0-300-16,0 0-276 0,0-3-996 15,5-3-2765-15,-5-7-2611 0,8-6 6785 0</inkml:trace>
  <inkml:trace contextRef="#ctx0" brushRef="#br0" timeOffset="193646.552">14722 9429 536 0,'0'0'10961'0,"0"0"-9333"0,0 0-1144 0,0 0-244 16,0 0 308-16,0 0 472 15,0 0 376-15,0 0-292 0,0 0-336 16,83-16-156-16,-58 4-168 0,2 3-152 0,4-4-60 16,-3 0 12-16,4 4-24 0,-4-4 12 15,0 7-72-15,-4-4-76 0,0 0-80 16,-8 4-4-16,4 3-48 0,-8-3-12 15,0 2-64-15,-4 1-240 0,-4 3-308 16,4-3-272-16,-8 3-228 0,3 0-604 0,-3 0-1424 16,0 0-4181-16</inkml:trace>
  <inkml:trace contextRef="#ctx0" brushRef="#br0" timeOffset="194594.286">14789 9064 652 0,'0'0'352'16,"0"0"2256"-16,0 0 2612 0,0 0-3552 0,0 0-531 15,0 0 231-15,0 0-144 0,0 0-252 16,0 0-92-16,0 0-104 15,0 0-80-15,0 0-36 0,0 0-20 0,68 83-188 0,-64-55-96 16,4 4-60-16,-8-1-28 16,4 5-72-16,0-1-88 0,-4 0-96 15,0-4-12-15,0 4 0 0,0-6-72 0,0 0-112 16,0-4-256-16,0-3-124 16,0-6-24-16,4-3-16 0,0-4-140 0,-1-5-396 15,2-4-636-15,3 0-760 0,4-4-1989 16,-9-2-1159-16,10-10 5148 0</inkml:trace>
  <inkml:trace contextRef="#ctx0" brushRef="#br0" timeOffset="195270.619">15706 9271 6916 0,'0'0'6341'15,"0"0"-4577"-15,0 0-984 16,0 0 172-16,0 0 304 0,0 0-184 0,0 0 8 15,91-3-396-15,-70-1-380 0,-2-3-268 0,1 1-36 16,4 0-368-16,-1-3-436 16,-2-3-276-16,-1 1-500 0,-5 2-2316 0,2-3-3333 15</inkml:trace>
  <inkml:trace contextRef="#ctx0" brushRef="#br0" timeOffset="195460.575">16068 9083 3008 0,'0'0'6556'0,"0"0"-2539"16,0 0-3217-16,0 0-296 0,0 0 128 0,-3 77 496 16,3-52 156-16,0 3-496 15,0 4-504-15,3-3-200 0,1 3-84 16,4-4-60-16,-4 4-248 0,0 1-520 16,1-3-300-16,-5 5-496 0,0-12-1388 0,0 5-3593 15</inkml:trace>
  <inkml:trace contextRef="#ctx0" brushRef="#br0" timeOffset="201937.114">4741 13360 7612 0,'0'0'4613'0,"0"0"-3385"0,0 0-848 16,0 0 76-16,0 0 316 0,0 0 196 15,84 23-40-15,-48-20-244 0,-5 2-336 16,5-1-212-16,0-4-36 0,-4 0-88 0,-4 0 36 16,0 0-48-16,-4 0-44 0,-9 0-68 15,5-4-296-15,-4 4-312 0,-7 0-272 16,-2 0-696-16,-7 7-2225 0,0 0-2867 16,-7 4 3820-16</inkml:trace>
  <inkml:trace contextRef="#ctx0" brushRef="#br0" timeOffset="202141.705">4896 13808 144 0,'0'0'2020'0,"0"0"5448"0,0 0-5403 0,0 0-609 0,0 0 172 16,0 0-360-16,0 0-400 0,0 0-72 15,0 0-192-15,100 8-208 0,-72-13-212 16,3-1-180-16,-3-4-4 0,4 4-308 0,0-4-396 15,-4 3-100-15,4 1-312 0,0 4-740 16,-4 2-2393-16,-4 0-3519 0,0 13 6072 16</inkml:trace>
  <inkml:trace contextRef="#ctx0" brushRef="#br0" timeOffset="-208906.559">6745 13389 6432 0,'0'0'7641'0,"0"0"-6289"16,0 0-1352-16,0 0-104 0,0 0 104 15,0 0 492-15,0 0 252 0,0 0-60 16,99-29-176-16,-58 22-64 0,-2 7-172 0,9-2-112 16,4-2-60-16,0 1-4 15,-1 3-92-15,-3-3-4 0,1 1 0 16,-6-5-12-16,-4 3-112 0,-7 1-224 0,0-3-232 16,-8 3-312-16,-3 3-316 0,-10 0-968 15,-7 0-2465-15,-4 3-2891 16,-8 6 6948-16</inkml:trace>
  <inkml:trace contextRef="#ctx0" brushRef="#br0" timeOffset="-208588.814">6889 13532 1148 0,'0'0'9424'16,"0"0"-8063"-16,0 0-949 0,0 0 124 15,0 0 244-15,0 0 232 0,0 0-104 16,103 12-200-16,-75-9-248 0,0 1-60 15,0-2-112-15,-4 5-180 0,-5-1-92 16,-2 0-16-16,-6 5-72 0,-3 4-100 16,-4 8 20-16,-4 2-144 0,-8 6-168 0,-7 4 8 15,-6 4 180-15,-7-1 176 16,4 0 100-16,-4-7 64 0,5-2-64 16,3-7 124-16,0 1-60 0,0-8 60 0,8-4 208 15,4-5-44-15,8 0-28 0,0-6-84 16,0 2-56-16,4-2-116 15,9 0 4-15,6 0 204 0,9 0-16 0,4 0 4 16,3-2-200-16,6-4-12 0,-2 0-236 0,1-5-100 16,4 3-188-16,0 1-696 0,-12 0-1356 15,7 1-4885-15</inkml:trace>
  <inkml:trace contextRef="#ctx0" brushRef="#br0" timeOffset="-208129.752">6625 14897 2948 0,'0'0'6796'0,"0"0"-6604"15,0 0-140-15,0 0-52 0,0 0 816 0,0 0 265 16,0 0-429-16,88-64-344 15,-73 61 12-15,2 3 24 0,-1 3 48 16,-4 7-24-16,-1 2-152 0,-2 12 112 0,-1-3-64 16,-4 4 52-16,-4 4-112 0,0 0-4 0,0-1-72 15,0 1-128 1,-4-4 0-16,-4 0 52 0,3-3 8 0,1-5-52 16,1-5 44-16,-1-6-48 0,4-2-4 0,-4-4-364 15,4 0-140-15,-4-10-304 16,0-6-552-16,0-9-821 0,-1-3-3587 15,-2 2 1064-15,-5-18 4293 0</inkml:trace>
  <inkml:trace contextRef="#ctx0" brushRef="#br0" timeOffset="-207972.339">6749 14652 3088 0,'0'0'7684'15,"0"0"-6539"-15,0 0-733 0,0 0 544 0,0 0 620 16,0 0-116-16,0 0-548 0,0 0-428 15,84 3-312-15,-64-3-172 0,-1-3-100 16,5-3-420-16,1 0-316 0,3 2-308 16,-9-2-1088-16,5 3-4385 0</inkml:trace>
  <inkml:trace contextRef="#ctx0" brushRef="#br0" timeOffset="-207785.914">7203 14821 7856 0,'0'0'6985'0,"0"0"-5537"16,0 0-1172-16,0 0-16 0,0 0 376 15,0 0-56-15,0 0 28 16,88-7-228-16,-69-2-380 0,2-5-296 0,3 0-456 16,-5 1-392-16,-3 3-300 0,0-3-888 15,-4 7-2133-15,0 0-2447 0,-8 6 6544 16</inkml:trace>
  <inkml:trace contextRef="#ctx0" brushRef="#br0" timeOffset="-207606.109">7426 14852 1004 0,'0'0'9316'0,"0"0"-7643"16,0 0-965-16,0 0 56 0,0 0 468 0,0 0 320 16,0 0-468-16,0 0-528 0,45 67-356 15,-38-64-144-15,9 0-56 16,-4-3-248-16,4 0-208 0,0-6-192 0,-1 0-320 15,10-3-304-15,-5-5-624 0,3-2-1141 16,1 1-2271-16,-7-1 997 0</inkml:trace>
  <inkml:trace contextRef="#ctx0" brushRef="#br0" timeOffset="-207387.965">7845 14827 5136 0,'0'0'4052'0,"0"0"-1075"0,0 0-2057 15,0 0-560-15,8 70 340 0,-5-63 548 16,1-4-200-16,4-3-528 0,1-7-444 0,2-9-16 15,6-3-60-15,2-9-336 0,-6-4-76 16,2-3-96-16,-2 4 132 0,-2-1 88 16,-7 2 136-16,-4 5 144 0,0 6-156 15,-12 4-36-15,-8-1 200 0,-4 5 104 16,-4 3 196-16,-8 4-24 0,1 2-264 16,-1 2-12-16,-4 0-116 0,4 0-84 15,-4 0-168-15,4 0-240 0,1 0-536 0,3-7-1493 16,8 1-3331-16,-12-14 1665 15</inkml:trace>
  <inkml:trace contextRef="#ctx0" brushRef="#br0" timeOffset="-206305.744">7104 11985 2716 0,'0'0'264'0,"0"0"6348"0,0 0-4675 0,0 0-553 16,0 0-100-16,0 0 4 0,0 0-304 15,0 0-288-15,0 0-384 0,0 0-4 16,-20 67 76-16,20-29 60 0,0 11-24 0,0 3-76 16,0 9-172-16,-4 6-116 0,-4 3-56 15,-5 6-8-15,2-7-4 16,-2 1-84-16,6-9-140 0,-1-11-84 0,4-12 88 16,0-8-40-16,4-11 0 0,0-5-112 15,0-3-36-15,0-5-40 0,0-3-16 0,0 0 84 16,0-3 116-16,0 0 100 15,0-6-12-15,4 0 188 0,0-5 24 0,0-3-24 16,0-5-88-16,3-7 76 0,-2-3 8 16,3 4 4-16,3-4-8 0,2 7 16 15,-1 6 32-15,4 1 136 16,-1 8 0-16,6 1-16 0,-10 2-20 0,6 4 48 16,-6 0 92-16,-3 0-280 0,1 10-40 15,-5-1-20-15,-4 4 16 0,0 3 36 0,0 0-224 16,-9 3-44-16,1-3 0 15,-3 0 24-15,2-3-64 0,-3-4-88 16,1 1 36-16,2-4 128 0,-3-3 240 16,5 3 0-16,-1-6 188 0,-1 0 92 0,5 0-40 15,1 0 0-15,-1 0-36 16,4 0 48-16,0 0 36 0,-4 0 0 0,4 0-100 16,0 0-180-16,0 0-4 0,4 0 100 15,3 0 24-15,1 3 44 16,5 7 92-16,6-3 396 0,-3 2-188 0,5 0-140 0,-2 1-12 15,1-1-60-15,1 1-112 0,-2 0-88 16,-3-1-60-16,3 1-52 16,2-1 0-16,-1-2-132 0,3-1-344 0,-3 0-264 15,5 4-144-15,-1-4-208 0,-1 4-564 0,1-1 508 16,-4 0-3005-16,-4 1-2575 0,0-1 5752 16</inkml:trace>
  <inkml:trace contextRef="#ctx0" brushRef="#br0" timeOffset="-191754.595">9913 13440 7736 0,'0'0'2332'16,"0"0"-1636"-16,0 0 1089 0,0 0 63 15,0 0-1016-15,-60-74-52 0,43 59-336 0,2-2-160 16,-1 2 40-16,0 2-148 0,-4-3-52 0,8 4 76 16,-4 5-4-16,4 1 128 0,1 3 132 15,-2 3-160-15,2 3-76 16,-6 10-36-16,2 2-144 0,-2 14-40 0,6 2-48 15,-6 11 44-15,6 6 4 0,-1-1-8 16,0 7-4-16,4-3-36 0,4-10-28 16,4-3 64-16,0-15-72 0,0-8 8 0,4-8-84 15,4-4 64-15,-1-3 20 16,6-10 68-16,2-8 8 0,6-8-48 16,-1-6-212-16,-1-2-36 0,-2-2 108 0,2 2 52 15,-3 2 36-15,-4 7 92 16,0 5-64-16,0 5 60 0,-4 8-40 0,-4 1-20 15,4 6 8-15,-8 0 64 0,4 0 80 16,0 6 116-16,0 4 52 0,0 5 64 16,0 2 68-16,-1 5-132 15,2 3-88-15,-1 4 12 0,-4 6-48 0,4 2-40 16,-4 2 28-16,0 5-112 0,4-6 0 16,0 1-48-16,-4-8-28 0,3-2-108 0,6-10-124 15,-5-4-60-15,0-5-364 0,4-3-148 16,-1-7-340-16,2 0-728 0,-1-4-937 15,7-12-2183-15</inkml:trace>
  <inkml:trace contextRef="#ctx0" brushRef="#br0" timeOffset="-188383.797">10614 13287 7840 0,'0'0'584'0,"0"0"1316"0,0 0-291 15,0 0-341-15,0 0 4 0,0 0 24 16,0 0-240-16,0 0-272 0,96 64-204 16,-68-32-136-16,0 1-48 0,-1 6-16 15,1 3-60-15,-8 0-124 0,0-5-88 0,-5 1-60 16,2-6-48-16,-6-4-4 0,1-8-4 16,1-5-124-16,-6-5-236 15,6-4-208-15,-5-6-264 0,-1 0-28 0,5-9-204 16,0-4-604-16,-4-9-1068 0,0 3-2357 15,1-16-1335-15</inkml:trace>
  <inkml:trace contextRef="#ctx0" brushRef="#br0" timeOffset="-188204.724">11024 13300 9380 0,'0'0'1757'0,"0"0"-909"16,0 0-92-16,-48 69 240 15,29-33 308-15,-2 2-184 0,-3 3-368 0,5 3-316 16,-5 0-116-16,0 0-156 0,3 2-84 15,2-9-80-15,3 3 0 0,0-9-124 16,4-6-260-16,4-6-300 0,4-6-120 16,0-7-24-16,0-6-340 0,1 0-644 15,3-6-2193-15,-4-13-2395 0</inkml:trace>
  <inkml:trace contextRef="#ctx0" brushRef="#br0" timeOffset="-187752.576">11144 12591 8476 0,'0'0'4897'0,"0"0"-4249"16,0 0-636-16,0 0 380 0,0 0 608 15,0 0 328-15,0 0-172 0,0 0-452 0,63 74-296 16,-59-46-164-16,0 4-84 16,-4 0-60-16,0 0-52 0,0 0-48 0,0-4-48 15,0-6-64-15,0 0-132 0,-4-6-28 16,4-3 100-16,0-7 60 0,0-6 52 16,0 0-88-16,0 0-24 0,0-6-4 15,4-7 68-15,0-3 56 0,5-2-8 16,-2-1 56-16,5-4-4 0,-4 4 0 15,0 2 4-15,0 3-56 0,4 3 60 16,-4 3 8-16,0 1 140 0,0 3-24 16,0 4 64-16,0 0-4 0,-4 0 24 0,4 7 16 15,-4-1-16-15,3 7-60 0,-2-1 0 16,-1 5 0-16,-4-2-64 0,4 1-76 16,-4 1-8-16,0-2-44 0,0 1-20 0,0 3-192 15,-4 0-248-15,0 3-152 16,-4-3-48-16,4 1-168 0,0-8-336 0,0 1-400 15,4-8-360-15,0 2-953 16,-4-7-2803-16</inkml:trace>
  <inkml:trace contextRef="#ctx0" brushRef="#br0" timeOffset="-187449.176">11570 12887 7432 0,'0'0'3084'16,"0"0"-1555"-16,0 0-657 0,0 0-44 15,0 0 388-15,0 0-48 0,0 0-276 16,0 0-108-16,0 0-44 0,0 0-224 0,0 0-196 15,96 3-112-15,-77-3-60 16,1 0-112-16,-3-3-36 0,2-3-112 16,1-4-180-16,-4 1-324 0,0-4-172 0,0 0-280 15,-4-2-756-15,-4 5-1384 16,0-10-3673-16</inkml:trace>
  <inkml:trace contextRef="#ctx0" brushRef="#br0" timeOffset="-187221.808">11649 12566 12597 0,'0'0'1516'0,"0"0"-768"16,0 0-508-16,0 0 252 0,0 0 760 16,0 80 64-16,4-52-464 0,5 4-544 15,-1 1 72-15,-1 0-112 0,6 9-120 0,-5 0-76 16,-1 2-72-16,-3 3-68 15,0-3-56-15,-4 1-220 0,4-6-172 0,1-5-136 16,-1-4-112-16,3-9-96 0,1-9-144 16,1-1-468-16,2-11-848 0,-3 0-2101 15,8-17-2011-15</inkml:trace>
  <inkml:trace contextRef="#ctx0" brushRef="#br0" timeOffset="-185706.402">12463 12816 7400 0,'0'0'2568'0,"0"0"-955"15,0 0-677-15,0 0-156 0,0 0 376 16,0 0-36-16,0 0-236 0,0 0-276 16,0 0-232-16,0 0-192 0,0 0 16 15,28-5 156-15,-13 5 76 0,5 0-24 0,-4 0-164 16,4 0-120-16,0 0-120 0,0-3-4 15,0-3-4-15,-1 1-120 0,-2-1-24 16,-1-2-244-16,-1-3-224 0,2 5-240 16,-2-7-432-16,-3 7-784 0,0-2-2197 15,0-6-2363-15</inkml:trace>
  <inkml:trace contextRef="#ctx0" brushRef="#br0" timeOffset="-185449.633">13060 12458 5884 0,'0'0'6121'0,"0"0"-4769"0,0 0-852 0,0 0 32 16,0 0 804-16,0 0 180 16,0 0-352-16,0 0-660 0,0 0-320 0,0 0-84 15,8 13 108-15,-4 3 88 0,4 9-28 16,-4 4-184-16,0-1-8 0,4 7-64 0,-8-3-12 15,4 6 0-15,-1-3-52 0,2 0-324 16,-1 0-240-16,4-6 40 16,0-1-192-16,4-2 36 0,-4-4-296 15,3-3-408-15,2-6-984 0,-1-4-2133 0,-1-2-1787 16</inkml:trace>
  <inkml:trace contextRef="#ctx0" brushRef="#br0" timeOffset="-184647.185">14096 13312 7400 0,'0'0'4825'0,"0"0"-3329"16,0 0-912-16,0 0 184 0,0 0 300 0,104 48 24 15,-65-32-312-15,2-3-312 16,-2-4-280-16,-3-5-176 0,3-4-12 16,-2 0-12-16,-5-4-64 0,0-3-280 0,-4-1-264 15,-5-3-336-15,-3 3-504 0,-4-3-1056 16,-4 2-3681-16</inkml:trace>
  <inkml:trace contextRef="#ctx0" brushRef="#br0" timeOffset="-184421.356">14363 13109 9380 0,'0'0'2645'0,"0"0"-1101"16,0 0-792-16,0 0 92 0,0 0 416 0,3 82-64 15,6-46-304-15,-1 5-328 0,0 3-220 16,0 4-100-16,-4 0-48 0,0-1-108 16,0 4-44-16,-4-4-44 0,4-5-84 15,3-4-164-15,2-6-352 0,-1-10-176 0,11-3-140 16,1-9-192-16,4-7-292 16,4-3-648-16,-3-3-1053 0,6-19-2599 15</inkml:trace>
  <inkml:trace contextRef="#ctx0" brushRef="#br0" timeOffset="-184173.42">15598 12947 13165 0,'0'0'1584'0,"0"0"-1004"0,0 0 48 0,96 0 340 16,-52 0 336-16,-1 0-172 0,5 0-436 16,4 0-364-16,-1 0-176 0,5-3-156 15,4-2-60-15,-4-9 0 16,0 5-332-16,-5-4-232 0,1 0-212 16,-12 4-412-16,-12-1-1404 0,0-3-4169 15</inkml:trace>
  <inkml:trace contextRef="#ctx0" brushRef="#br0" timeOffset="-183819.627">15634 13116 13401 0,'0'0'2204'0,"0"0"-800"16,0 0-1032-16,0 0 24 0,0 0 776 15,0 0 264-15,0 0-352 0,76 50-539 16,-41-47-253-16,6 0-96 0,-2 1-192 0,-3-4 0 15,-4 7-8-15,-4-4-40 16,-8 6-68-16,-4 4-8 0,-9 6 36 16,-2 3-28-16,-5 7 28 0,-12 9-49 0,-9 4 37 15,-6-2 8-15,-5 5 84 0,4-1 4 0,-3-3 4 16,6-5 32-16,5-2-36 16,5-5-4-16,2-4 0 0,13-6-68 15,0-3 12-15,9-4 12 0,10-2 40 16,9-3 8-16,4-4 96 0,8-3 64 0,4 0-52 15,8-7-11-15,-1-2-49 16,1-4-48-16,0 4-80 0,0-4-189 0,4-3-215 16,-4 4-200-16,-5-5-100 0,1 2-244 15,-1 2-1020-15,-10 7-1924 0,10-4-2961 16</inkml:trace>
  <inkml:trace contextRef="#ctx0" brushRef="#br0" timeOffset="-181366.1">15797 14172 8644 0,'0'0'232'0,"0"0"2569"0,0 0-1953 16,0 0-476-16,0 0 200 16,0 0 456-16,0 0 96 0,0 0-320 0,0 0-252 15,40 68-156-15,-31-40-100 0,-2 4-96 16,1 3 60-16,-4-4-76 0,-4 5-60 16,4-2-112-16,-4-5 0 0,0-4-4 0,0-3 4 15,0-9-4-15,-4-3-8 16,4-6-12-16,0-4-272 0,0 0-308 0,-4-11-240 15,4-5-336-15,-4-3-20 0,4-9-568 16,0 6-997-16,-4-13-2115 0</inkml:trace>
  <inkml:trace contextRef="#ctx0" brushRef="#br0" timeOffset="-181223.366">15841 14090 992 0,'0'0'8016'0,"0"0"-5907"0,0 0-1069 0,0 0 84 16,0 0 336-16,0 0-112 0,0 0-272 0,0 0-320 15,80-31-272-15,-65 27-288 0,-2 1-196 16,2-3-116-16,2 3-80 0,-6-4-520 16,6 4-532-16,-10 3-932 0,1 0-3341 15</inkml:trace>
  <inkml:trace contextRef="#ctx0" brushRef="#br0" timeOffset="-181065.749">16204 14233 9672 0,'0'0'1533'16,"0"0"-749"-16,0 0 176 0,0 0 468 16,0 0-232-16,0 0-540 0,0 0-656 15,0 0-240-15,0 0-540 0,0 0-244 0,0 0-912 16,0 0-2101-16,71-22-931 0</inkml:trace>
  <inkml:trace contextRef="#ctx0" brushRef="#br0" timeOffset="-180936.459">16183 14414 7976 0,'0'0'2280'0,"0"0"-1119"0,0 0-225 16,0 0 404-16,0 0 80 0,0 0-172 16,0 0-452-16,101 7-288 0,-73-20-284 0,3-6-224 15,1 0 0-15,0-4-568 0,0 1-420 16,0-3-472-16,0 2-944 16,-13 5-2053-16,9-5-2187 0</inkml:trace>
  <inkml:trace contextRef="#ctx0" brushRef="#br0" timeOffset="-180715.728">16698 14259 10032 0,'0'0'2649'16,"0"0"-1717"-16,0 0-424 0,3 73 492 16,6-54 536-16,-5-6-120 0,8-5-692 15,4-8-564-15,3-2-60 16,5-15 12-16,4-4 48 0,0-4-100 0,0-8-60 16,0 2-8-16,-8-1-336 0,0 4 0 15,-5 3 60-15,-6 2 88 0,-5 7-40 0,-4 3 0 16,0 4 224-16,-8 6 12 0,-8-1 0 15,-5 4-124-15,-6 0-188 16,-1 0-48-16,-3 0 0 0,-1 0-208 0,-5-3-476 16,1-7-1192-16,8 4-2249 0,-15-16-2367 15</inkml:trace>
  <inkml:trace contextRef="#ctx0" brushRef="#br0" timeOffset="-179920.836">16020 11783 6900 0,'0'0'1312'0,"0"0"-484"0,0 0 1729 15,0 0-549-15,0 0-288 0,56 68-448 16,-44-32-316-16,0 9-224 0,-4 1-116 16,0 6-88-16,-8-1-88 0,0 2-208 15,0 2-84-15,0-5-40 0,-8 1-108 16,0-2-8-16,1-5-68 0,-6-11 4 16,5-3-124-16,4-11 48 0,1-6 16 15,3-10 8-15,-5-3-172 0,5 0-32 0,0-10-56 16,0-5 40-16,8-8 220 0,-4-6 12 15,4-6-24-15,5 0 132 0,-6-2 0 16,5 5-4-16,0 4-68 0,0 2 76 16,0 6 0-16,-4 5 132 0,4 8 56 0,-4 2-76 15,-5 1 8-15,-3 4-44 0,0 0-72 16,0 0 4-16,0 0 40 0,0 4-48 16,-3 1 100-16,-5 9 12 0,0-2-104 15,-4 7-8-15,-4 0 8 0,0 0 40 16,0 0-40-16,4 0-8 0,4 0-4 0,0-3 4 15,4-2 52-15,4-3 92 16,0 3-68-16,0-2-72 0,12 3 68 16,4-2 124-16,8-1 28 0,4 2 44 0,3-5 0 15,10 1-72-15,2-7-148 16,6 1-48-16,-2-4-80 0,1 0-188 16,3-4-528-16,-2-2-288 0,-1 3-620 0,-13-1-2696 15,1 4-5825-15</inkml:trace>
  <inkml:trace contextRef="#ctx0" brushRef="#br0" timeOffset="-178256.001">18786 12802 2460 0,'0'0'6164'0,"0"0"-5100"15,0 0-200-15,0 0 333 16,-81-49 455-16,62 49-16 0,-1 0-200 0,0 11-552 15,4 4-312-15,-4 10-68 0,5 10-12 16,2 7-96-16,-2 2-16 16,2 3 96-16,5-3 0 0,1-5-160 0,7-7-156 0,0-7-160 15,0-9-88-15,3-5-44 16,5-9-16-16,5-2-32 0,6-2 20 16,5-15-36-16,0-5 24 0,4-3-180 0,-4-4-28 15,-4-1 20-15,0 3 176 0,-5 2 136 16,2 0 40-16,-2 2 8 15,-2 0-8-15,-6 5 8 0,1-1 8 0,-4 6 224 16,-4 0-48-16,5 6-12 0,-5 7 40 16,0 0-4-16,0 0-52 0,0 13 28 15,0 3 100-15,0 7 8 0,4 8 96 16,-4 4-32-16,0 0 32 0,0 5 253 0,0-1-277 16,0-4-252-16,0 0-112 15,0-2-108-15,0-5-156 0,0-6-272 0,4-7-205 16,-1 2-223-16,1-8-296 0,9-3-820 15,-5-3-1020-15,-1-3-2361 0,5-3-2623 0</inkml:trace>
  <inkml:trace contextRef="#ctx0" brushRef="#br0" timeOffset="-178086.186">19021 13033 11489 0,'0'0'2188'15,"0"0"-1048"-15,0 0-396 0,0 0 276 0,4 83 432 16,-4-55-108-16,-4 4-440 0,-1-4-380 15,5-2-192-15,0-4-188 0,0-3-144 16,0 0-168-16,9-3-260 0,-5-3-280 0,3-4-188 16,6 2-188-16,-1-6-724 15,3-5-1048-15,-2 0-1769 0,11-12-1315 16</inkml:trace>
  <inkml:trace contextRef="#ctx0" brushRef="#br0" timeOffset="-177871.874">19300 13065 7948 0,'0'0'2380'0,"0"0"-527"15,0 0-537-15,0 0-8 0,0 0 52 16,0 0-84-16,0 0-536 0,-96-3-344 0,76 16-160 16,0 2 8-16,0 4-96 15,8 0-64-15,-3 4-72 0,6-5-4 16,9 2 8-16,0-5 80 0,0-3 4 0,5 2 44 16,10-1 40-16,1-4 24 0,8 1-60 15,0-4-136-15,4-3-12 0,0 1 0 16,4-4-152-16,-1 0-484 0,5-4-76 15,-4-2-264-15,0-1-624 0,-8 1-1612 0,8 0-5305 16</inkml:trace>
  <inkml:trace contextRef="#ctx0" brushRef="#br0" timeOffset="-177255.839">19813 12630 7352 0,'0'0'1972'16,"0"0"213"-16,0 0-725 0,0 0-124 15,100 82-100-15,-68-50-104 16,0 0-312-16,0 0-288 0,-4-4-196 0,-5 1-188 16,5-7-76-16,-8-3-72 0,-4 0-52 15,0-5-60-15,0-6-308 0,0-2-384 16,-4-1-276-16,4-5-340 0,-4-7-656 0,-4 0-2273 15,0-9-2551-15</inkml:trace>
  <inkml:trace contextRef="#ctx0" brushRef="#br0" timeOffset="-177071.811">20184 12602 6064 0,'0'0'4016'0,"0"0"-2471"0,0 0-337 0,0 0 128 0,0 0 128 0,0 0-148 16,-76 34-444-16,60-14-392 0,-3 5-148 15,-2 0-84-15,-3 10-164 16,1-4-84-16,-1 8-4 0,-4-1-116 0,0 0-300 16,0 0-124-16,0 1-152 15,4-1-328-15,1-7-148 0,3-2-464 16,8-10-1237-16,-4-3-2791 0</inkml:trace>
  <inkml:trace contextRef="#ctx0" brushRef="#br0" timeOffset="-176190.066">20387 11801 8292 0,'0'0'2368'0,"0"0"-927"0,0 0-661 15,0 0 344-15,0 0 364 0,0 0-104 16,0 0-552-16,0 0-460 16,0 0 132-16,0 0 124 0,0 0-88 0,44 80-64 15,-36-55-172-15,0 1-96 0,-4-5-168 16,0 2-40-16,-4-4-48 0,4-6 36 15,-4-1-132-15,0-2-112 0,0-7-16 16,3 1-44-16,-3-4-4 0,0 0 36 16,5 0 4-16,-1-4-4 0,4-3 48 0,-4-5 152 15,3-1 8-15,6-3-20 0,-1 0-4 16,-5 0 48-16,6 0 44 0,-5 1-36 16,-1 2 44-16,6 4 8 0,-5 2-8 15,-5 1 4-15,5 6 132 0,1 0 24 0,-5 0 40 16,3 0 8-16,-3 6 28 0,4 4 8 15,-4-1 16-15,5 7-28 16,-6-3-48-16,-3-1-88 0,4 1-88 0,-4-1-8 16,0 1-64-16,0-3-292 0,0 3-232 15,0-4-240-15,0 1-312 16,0 0-684-16,0-4-832 0,0-3-2125 0,0 1-1359 16</inkml:trace>
  <inkml:trace contextRef="#ctx0" brushRef="#br0" timeOffset="-175164.621">20881 11997 10937 0,'0'0'2204'15,"0"0"-932"-15,0 0-944 16,0 0 52-16,0 0 400 0,0 0 360 0,0 0-184 16,0 0-240-16,80-12-112 0,-57 5-188 15,9 1-172-15,-4-2-108 0,0-3-100 16,-4-1-36-16,4-1-148 16,0-3-156-16,-3 0-300 0,-2 1-368 0,-7-1-320 0,-1 2-556 15,-6 6-1360-15,-5-5-3341 0</inkml:trace>
  <inkml:trace contextRef="#ctx0" brushRef="#br0" timeOffset="-174970.112">20984 11703 4820 0,'0'0'5996'0,"0"0"-4595"0,0 0-849 0,0 0 96 15,0 0 624-15,-11 75 276 0,11-49-312 0,0 3-468 16,0 0-288-16,4-1-208 15,0 4-200-15,-1-4-72 0,-3 5-56 0,0-8-464 16,5 0-420-16,-5-2-472 0,4-8-640 16,4-5-1853-16,-4-4-759 0,3-6-851 15</inkml:trace>
  <inkml:trace contextRef="#ctx0" brushRef="#br0" timeOffset="-174537.192">21156 11564 11117 0,'0'0'1848'16,"0"0"-1376"-16,0 0-192 0,0 0 772 15,0 0 748-15,0 0-324 0,8 85-548 16,-4-53-376-16,-4-1-76 0,0 4-108 0,4-4-232 16,-4 5-136-16,0-4-96 15,0 0-100-15,0 2-292 0,0-5-128 0,0-4 0 16,0-6 52-16,0-9 104 0,0-4 148 15,5-6-84-15,-2 0-236 0,9-4 208 16,-4-4 160-16,8-9 124 0,-4-2-136 0,4 0-40 16,-4 0 12-16,4 0 180 15,-4 4 124-15,-1 5 104 0,-6 1-44 0,-1 5 296 16,-4 1 84-16,0 3 28 0,0 0 8 16,0 0 40-16,-9 3-256 15,1 1-260-15,-3 2-56 0,-2 4 4 0,2 2 52 16,-1 1 92-16,3-4 32 0,2 4 76 15,3-1 36-15,0-2 24 0,4 3 12 16,0-4-96-16,4 5-16 0,0-2 84 0,3-3 4 16,6 3-16-16,-1-2-48 15,0 1-120-15,4-2-16 0,4-3-40 0,-5-2-8 16,6-2-68-16,-1 2-376 0,-1-4-48 16,1 0-188-16,-4 0-364 0,4-6-628 15,-8 2-1488-15,0-2-3297 0</inkml:trace>
  <inkml:trace contextRef="#ctx0" brushRef="#br0" timeOffset="-174029.382">21590 11846 4028 0,'0'0'9005'0,"0"0"-7037"16,0 0-916-16,0 0-120 0,0 0 296 0,0 0-148 15,0 0-112-15,0 0-564 16,0 0-232-16,0 0-88 0,0 0-84 0,92-16-12 16,-72 9-488-16,3-2-208 0,-2-1-164 15,3-2-388-15,-4 3-832 16,-8-2-2597-16,3-8-3371 0</inkml:trace>
  <inkml:trace contextRef="#ctx0" brushRef="#br0" timeOffset="-173837.46">21826 11553 13033 0,'0'0'2268'15,"0"0"-1428"-15,0 0-420 0,0 0 464 16,0 0 608-16,-9 84-216 0,14-56-604 15,-1 0-368-15,4 4-160 0,3 3-136 16,-2 0-8-16,-1 7-108 0,-1-5-232 16,-3 8-380-16,0-4-272 0,1 3-180 15,-5 1-976-15,0-13-2588 0,0 9-4405 0</inkml:trace>
  <inkml:trace contextRef="#ctx0" brushRef="#br0" timeOffset="-169698.995">4765 16526 11221 0,'0'0'3868'15,"0"0"-3052"-15,0 0-816 0,0 0 0 16,0 0 212-16,0 0 416 0,0 0 356 0,0 0 188 15,88 5-400-15,-52-5-404 16,3 0-148-16,1 0-48 0,0-2-52 16,-4-8-116-16,0 3-4 0,-5-1-4 0,-6-3-116 15,-1 2-272-15,-1 4-316 0,-7-2-280 16,0 3-672-16,-8 1-2652 0,-8 6-4249 0</inkml:trace>
  <inkml:trace contextRef="#ctx0" brushRef="#br0" timeOffset="-169523.119">4936 16719 13997 0,'0'0'1588'0,"0"0"-1524"16,0 0-64-16,0 0 0 0,0 0 0 0,0 0 580 16,84-2-228-16,-49-5-164 0,10-5-188 15,-2-2-604-15,5-2-416 16,0-3-564-16,-13 7-2281 0,18-7-2643 0</inkml:trace>
  <inkml:trace contextRef="#ctx0" brushRef="#br0" timeOffset="-166561.696">6984 15906 6216 0,'0'0'3016'15,"0"0"-1183"-15,0 0-1293 0,0 0 36 16,0 0 792-16,0 0 104 0,0 0-456 0,0 0-424 16,0 0-268-16,0 0-48 15,0 0 184-15,19 36 208 0,-6-11-52 0,-5 4-260 16,-4 8-52-16,-1 4-108 0,-3 8-72 16,0 1-120-16,-3 4 0 0,-5 0 0 15,0-6-4-15,-1-7-4 0,2-9-44 16,3-10-16-16,0-6 52 0,0-10-84 15,4-3-28-15,0-3-120 0,0 0-28 16,0 0-36-16,0-6-12 0,4-4-48 16,4-5 72-16,-1-7 280 0,6-4 8 0,2-6 8 15,2 0-72-15,-6 0 8 16,10 1 52-16,-6 6 0 0,5-4-64 16,1 7 0-16,-2 3 76 0,-3 6 160 15,0 1-48-15,-7 5-48 0,-2 0 8 16,1 7 40-16,0 0-24 0,-3 0-40 0,-2 3-40 15,5 8 140-15,-4 1 36 0,4 7 28 16,-5 7-4-16,2 2-60 0,-5 1 0 16,0 2-136-16,0-1 0 0,0 1-12 0,-5-6-160 15,5 1-208-15,-3-8-164 0,3 2-136 16,0-1-216-16,0-4-576 0,0-5-1208 16,0 7-3321-16</inkml:trace>
  <inkml:trace contextRef="#ctx0" brushRef="#br0" timeOffset="-165884.628">7681 16106 6352 0,'0'0'3168'0,"0"0"-1427"16,0 0-945-16,0 0 64 0,0 0 528 16,0 0-52-16,0 0-256 0,0 0-372 15,88 83-272-15,-60-51-88 0,-4-1-16 16,4 1-88-16,-4 0-72 0,-5-3-124 16,1-4-48-16,1-2-52 0,-6-11-80 0,2 1-288 15,-6-7-124-15,1-6-112 16,0 0-156-16,0-6-360 0,-5-4-676 0,-2 0-1081 15,-1-12-2447-15</inkml:trace>
  <inkml:trace contextRef="#ctx0" brushRef="#br0" timeOffset="-165701.2">7960 16093 8476 0,'0'0'1656'0,"0"0"-727"15,0 0-273-15,0 0 240 0,0 0 292 0,-68 87-148 16,53-56-236-16,-2 4-148 0,6 0-20 15,-6 0-124-15,2 3-152 0,-5-3-188 0,4 3-172 16,0-6-72-16,0 0-436 16,4-7-76-16,4-6-220 0,0-6 0 15,5-7-44-15,3-6-192 0,-5-3-712 0,5-3-1145 16,0-13-3191-16</inkml:trace>
  <inkml:trace contextRef="#ctx0" brushRef="#br0" timeOffset="-165040.688">8100 15783 6624 0,'0'0'1676'0,"0"0"-808"16,0 0-556-16,0 0 464 0,0 0 733 15,0 0-141-15,0 0-364 0,0 0-380 16,0 0-72-16,0 0 188 0,0 0 16 15,48 6-208-15,-44 7-88 0,3 6-104 0,-3-3-84 16,0 3-48-16,0-1-88 0,-4 1-76 16,4-6-60-16,-4 4-8 0,0-5-80 15,0-5-196-15,0-1 40 0,0 0 56 16,0-6 28-16,0 0 48 0,0 0 100 0,0 0-60 16,0-3 20-16,5 0-72 15,-5-7-100-15,4 1 16 0,-1-1 108 0,5-5 88 16,0 2 12-16,4-4-12 0,-4 5 8 15,4-1-56-15,-4 4 20 0,4 2 40 16,-4 4 128-16,0 0 20 0,-4 3-60 16,4 0-28-16,-4 0 92 0,0 0 132 0,-1 6-88 15,-3 4-84-15,4-1 0 16,1 4-104-16,-1 1-8 0,-4 0-156 0,4-1-252 16,-4 4-300-16,0-2-448 0,0-2-816 15,0 3-3341-15</inkml:trace>
  <inkml:trace contextRef="#ctx0" brushRef="#br0" timeOffset="-164118.463">8478 15840 1828 0,'0'0'9725'0,"0"0"-7905"15,0 0-1136-15,0 0-380 0,0 0 532 0,0 0 196 16,0 0-280-16,0 0-740 0,0 0-12 16,0 0 0-16,0 0 100 0,63 9 72 15,-38-6-48-15,-1 1-124 0,0-4-60 16,-1 0-204-16,1 0-320 0,-4-7-436 15,5-2-524-15,-10 2-1052 0,5-8-3137 16</inkml:trace>
  <inkml:trace contextRef="#ctx0" brushRef="#br0" timeOffset="-163939.537">8880 15591 600 0,'0'0'10557'0,"0"0"-8841"15,0 0-1484-15,0 0-68 0,0 0 664 16,0 0 536-16,-8 83-220 0,8-59-796 0,0 1-336 16,0 0-12-16,0 0-224 15,0 0-276-15,0 4-280 0,0-4-444 0,0 4-780 16,0-10-2505-16,0 10-2283 0</inkml:trace>
  <inkml:trace contextRef="#ctx0" brushRef="#br0" timeOffset="-162772.087">9498 16256 4760 0,'0'0'2200'0,"0"0"-760"0,0 0-116 16,0 0 81-16,0 0-5 0,0 0-316 0,0 0-184 15,0 0-40-15,0 0-96 16,0 0-72-16,76 18-108 0,-52-13-136 16,-1 0-128-16,5-5-36 0,0 0 12 0,0 0-112 15,4 0-108-15,-4-3 8 0,0-4-84 16,0-2-60-16,-4 0-40 0,-1-4-84 16,1 0-284-16,-3-2-236 0,-1-4-304 15,-1 0-352-15,-6-2-784 0,-6 7-1909 16,1-2-1563-16</inkml:trace>
  <inkml:trace contextRef="#ctx0" brushRef="#br0" timeOffset="-162364.792">9836 15865 4028 0,'0'0'2396'0,"0"0"-1004"0,0 0-340 15,0 0 332-15,0 0 253 0,0 0-321 16,0 0-540-16,0 0-396 0,0 0-164 15,0 0-24-15,0 0 60 0,-47-6 24 0,47 6-100 16,-4 3-112-16,4-3-56 0,-4 3 44 16,0 4 8-16,4-5-8 0,-4 3 36 15,4 0-28-15,0-2 16 0,-4-3 36 0,4 4-48 16,0-4-56-16,0 0 44 0,0 0-44 16,0 0 44-16,0 0 24 15,0 0-12-15,0 0 12 0,0 0-4 0,0 0 16 16,0 0 12-16,0 0 0 0,0 0 0 15,0 0-12-15,0 0-40 16,0 0-36-16,0 0 40 0,0 0-44 0,0 0-8 16,0 0 0-16,0 0-52 0,0 0 44 15,0 0 4-15,0 0-68 0,0 0-44 0,0 0-8 16,0 0 12-16,0 0-100 16,0 0-80-16,0 0-72 0,0 0-48 15,0 0 20-15,0 0 76 0,0 0 64 0,0 0-4 16,0 0 40-16,0 0-48 0,0 0-80 15,0 0-80-15,-4 0-228 0,4 0-348 16,0 2-497-16,-4-2-955 0,0 0-2016 0,16-2 1656 16</inkml:trace>
  <inkml:trace contextRef="#ctx0" brushRef="#br0" timeOffset="-161155.698">9909 15963 3604 0,'0'0'4180'0,"0"0"-2896"16,0 0-652-16,0 0 300 0,0 0 533 0,0 0-9 15,-4-70-312-15,-1 61-324 0,-3-1-64 16,1 1-56-16,-5 3-144 0,-4-1-108 16,0 4-52-16,0 0-164 0,-4 3-60 0,0 0-36 15,-4 0 12-15,0 13 24 16,0 2-12-16,1 9-36 0,-1 7 84 0,-1 7-88 16,5 3 76-16,1 7-72 0,2 0-16 15,2 2-100-15,6-2-8 16,2-4 0-16,7-6-4 0,0-12-56 0,0-10-64 15,7-7 116-15,10-6 8 0,-1-3 4 16,3 0 72-16,9-15-16 0,0-8-60 16,4-3-12-16,0-5-148 0,0-7 16 0,-4 3-164 15,0 0 64-15,0 6-16 16,-4 2 16-16,-5 4 72 0,2 4 12 16,-1 0-16-16,-5 3 92 0,-3 3 80 0,-3 4 4 15,-2-1 72-15,1 7-60 0,-4-1 64 16,-4 4-16-16,4 0 16 0,-4 0 48 15,0 0 24-15,5 10 132 0,-5 0 64 16,7 5 112-16,-3 2-28 0,0 8-64 16,0 0 76-16,0 3-88 0,4 2-132 15,-4 1-124-15,0 4-47 0,0 0-1 0,-4 3-36 16,4-2 36-16,0 1-44 16,0-2-4-16,0 0 0 0,0 0 0 15,0-1 8-15,0-2 4 0,-4 4 64 16,0-5-4-16,0 1-24 0,0 3-36 0,-4-3 60 15,-4 0-12-15,0-1 12 0,-4 1 16 16,0 3-76-16,-4 0 48 0,-4 3-12 16,1-3-36-16,-9 3 36 0,0-6-36 15,-4 3 48-15,-4-7-16 0,-1-3-40 16,2 0 0-16,-1-8 68 0,0-4-72 0,8-7 12 16,4-4 40-16,1-2-52 0,7-5-8 15,4-9-176-15,-1 0 16 0,6-3-16 16,7-5 4-16,0 0-28 0,0-7 64 15,7 4 59-15,6-4-3 0,2 1 80 0,2 0-64 16,6-2 24-16,-3-1 36 16,4-1 0-16,1 0-48 0,-2 1-24 15,1 1-4-15,0-1 28 0,0 2-48 16,0 4-200-16,-5 0-116 0,2 6-164 0,-6 3-184 16,2 3-364-16,-6 1-760 15,2 1-772-15,-6 6-1973 0,1 5-2639 0</inkml:trace>
  <inkml:trace contextRef="#ctx0" brushRef="#br0" timeOffset="-160370.97">6526 16002 2916 0,'0'0'5348'16,"0"0"-3524"-16,0 0-843 0,0 0-145 16,0 0 228-16,0 0 92 0,0 0-256 15,0 0-372-15,0 0-100 0,-60 85 40 16,52-49 28-16,5 4-36 0,3 8-36 0,0 0-40 16,0 3-176-16,0 2-108 0,7-1-100 15,5 1 0-15,4-2-124 16,0 0-12-16,4-6-348 0,8-1-348 0,0-5-320 15,4-6-376-15,7-3-988 0,-11-11-2269 16,19-3-1995-16</inkml:trace>
  <inkml:trace contextRef="#ctx0" brushRef="#br0" timeOffset="-159957.008">8729 15954 3848 0,'0'0'7809'0,"0"0"-6757"0,0 0-848 16,0 0-192-16,0 0 64 0,0 0 700 0,44 76 304 15,-40-54-604-15,0 5-360 0,-4-2-40 16,0 2-28-16,0 5 4 0,-4 1-52 15,0 1 0-15,-4 1-176 0,0 4 0 16,-4-5 36-16,-4 1-148 0,-4 3-196 16,0-3-112-16,-4 0-52 0,-8 0-236 0,0-3-569 15,4-10-915-15,-15 10-2428 16</inkml:trace>
  <inkml:trace contextRef="#ctx0" brushRef="#br0" timeOffset="-159380.262">6749 17164 5440 0,'0'0'2056'0,"0"0"-952"0,0 0-172 15,99-19 232-15,-58 9-83 0,6-2-209 16,5 1-440-16,4-1-24 0,4-1 24 16,0 5 40-16,3-6-208 0,-3 5-84 15,0 2-68-15,-1-2-36 0,-3 3-76 0,-8-1 0 16,-1-2-120-16,2 2 76 0,-10 1 40 16,-3-4-132-16,1 4-68 0,-9 0-8 15,-5 3-92-15,-7-4-168 0,-4 7-116 16,-5-3-76-16,-2 3-184 0,-1 0-301 0,-4 0-415 15,-4 0-1296-15,-8 0-2812 0</inkml:trace>
  <inkml:trace contextRef="#ctx0" brushRef="#br0" timeOffset="-159113.054">7370 17091 11101 0,'0'0'2392'15,"0"0"-1424"-15,0 0-856 0,0 0 232 16,-4 85 408-16,0-53 540 0,1 3-432 16,-1 3-564-16,0 0-100 0,0-3-72 15,-1 0-36-15,1 0-84 0,0-3-4 0,1-7-172 16,3-6-248-16,0-7-276 0,0-5-100 15,0-7-124-15,0 0-244 16,3-7-680-16,5-11-485 0,1 5-1667 0,-1-14-900 16</inkml:trace>
  <inkml:trace contextRef="#ctx0" brushRef="#br0" timeOffset="-158954.233">7514 17183 6188 0,'0'0'2688'0,"0"0"-1200"0,0 0-703 16,0 0 323-16,0 0 144 0,0 76-240 0,-4-48-316 15,-4 4-244-15,3 3-136 0,2 0-220 16,-5 3-96-16,4-3-100 0,-4 3-316 16,5-2-592-16,-2-5-568 0,1-3-1369 15,-8 7-3715-15</inkml:trace>
  <inkml:trace contextRef="#ctx0" brushRef="#br0" timeOffset="-158682.211">6816 18266 10136 0,'0'0'3221'0,"0"0"-2277"0,0 0-896 16,0 0 40-16,96 32 760 16,-64-26 136-16,4-4-272 0,0 2-540 0,4-4-72 15,-5-6-96-15,1-7-4 0,1 1-336 16,-9-8-212-16,-5-2-284 16,-3-1-392-16,-5 4-712 0,-2-12-2797 0</inkml:trace>
  <inkml:trace contextRef="#ctx0" brushRef="#br0" timeOffset="-158388.394">7020 18012 12269 0,'0'0'1964'0,"0"0"-1648"16,-4 67-204-16,8-40 684 0,4 9 348 0,4 2-248 0,0 0-436 15,3 3-80-15,-2 1-84 16,-2-1-12-16,2 3-76 0,-5 3-36 15,-5-1 28-15,1 1 8 0,-4-6-28 16,0 0 4-16,0-5 48 0,-4-5 40 16,1-5 56-16,-5-7-72 0,4-8-124 15,-5 3-20-15,2-8-48 0,-1-6-64 0,-5 0-340 16,2 0-160-16,-6-3 72 0,2-9-72 16,-5-4-200-16,-3-6-224 0,-2-3-256 15,1-4-316-15,8-3-72 0,0 3-656 16,9 7-1761-16,7-8-539 0</inkml:trace>
  <inkml:trace contextRef="#ctx0" brushRef="#br0" timeOffset="-158022.775">7681 17818 12509 0,'0'0'2416'0,"0"0"-2032"15,0 0-380-15,0 0 332 0,0 0 308 0,-8 69-96 16,4-44-348-16,4 8-124 0,-4-5-76 16,4 1-300-16,0-1-516 0,0 1-380 15,0-1-328-15,0-5-1749 0,0 12-5715 16</inkml:trace>
  <inkml:trace contextRef="#ctx0" brushRef="#br0" timeOffset="-156580.718">10594 16652 9500 0,'0'0'2425'16,"0"0"-789"-16,0 0 64 0,0 0-444 15,107 10-72-15,-63-4-196 16,-4 1-348-16,-1-1-372 0,2-3-120 0,-5-3-148 16,-5 0-56-16,1-5-128 0,0-9 48 0,0-5-456 15,-4 0-492-15,0-3-680 0,-8 3-2324 16,-1-13-4041-16</inkml:trace>
  <inkml:trace contextRef="#ctx0" brushRef="#br0" timeOffset="-156400.008">11008 16383 8824 0,'0'0'2801'0,"0"0"-1045"0,0 96-424 0,0-52-12 0,5 6-128 16,-2 4-352-16,5 0-420 16,-4 0-332-16,4-6-88 0,4-1-420 15,0-9-572-15,4-6-236 0,7-9-484 0,-2-8-948 16,10-8-3021-16</inkml:trace>
  <inkml:trace contextRef="#ctx0" brushRef="#br0" timeOffset="-139948.437">10682 7000 2784 0,'0'0'7536'0,"0"0"-6479"0,0 0-593 16,0 0-52-16,0 0 176 0,0 0 188 15,0 0 88-15,0 0 8 0,0 0-108 0,-4 0-196 16,4 0-220-16,0 0-184 0,7 0-40 16,1 0 172-16,9 0 0 15,-2 0-24-15,1 0-48 0,4 0-88 0,4 0 12 16,-4-3-12-16,8 0-76 0,0-3 12 15,0 0 16-15,-1-4-88 0,6 1-12 16,-6-1 8-16,5-2 0 0,-8 2-120 0,0 1-84 16,0 2-312-16,-5-2-172 15,-2 6-156-15,-2-4-332 0,-2 3-540 0,-6 4-1345 16,-7 0-3631-16</inkml:trace>
  <inkml:trace contextRef="#ctx0" brushRef="#br0" timeOffset="-139050.701">11260 6819 11161 0,'0'0'1436'15,"0"0"-900"-15,0 0-164 0,0 0-44 16,0 0 128-16,0 0 104 16,0 0 32-16,19-78-28 0,-7 59 16 0,4-4-208 0,0 1-148 15,0 4-112-15,4 1-52 16,-5 4-60-16,2 1 0 0,-2 8 8 16,-2 4-8-16,-2 0-48 0,-3 9 48 15,1 8 48-15,-5 5 88 0,-1 6 12 16,-3 7-36-16,0 0-60 0,0 0 8 15,-7 0-52-15,3 3 36 0,-1-6-44 0,1 0 0 16,0-7 12-16,4-6-4 0,0-3 0 16,0-10 40-16,0 1 0 0,0-7-48 0,4 0 0 15,5-4-8-15,-1-5 0 16,3-7-4-16,6-6-260 0,-2-3-400 16,1-4-456-16,0 0-448 0,-4 7-1052 0,-4-9-2809 15</inkml:trace>
  <inkml:trace contextRef="#ctx0" brushRef="#br0" timeOffset="-138906.031">11406 6543 11101 0,'0'0'1680'15,"0"0"-1016"-15,0 0-156 0,0 0 100 0,0 0 60 16,0 0 100-16,9-70-16 16,6 51-340-16,6 0-300 0,3-3-112 0,8 3-160 15,3 0-300-15,-3 3-1012 0,-4 7-1184 16,8-5-4561-16</inkml:trace>
  <inkml:trace contextRef="#ctx0" brushRef="#br0" timeOffset="-129556.271">10738 10239 6808 0,'0'0'2128'0,"0"0"-884"0,0 0-780 16,0 0 1001-16,0 0 43 0,0 0-608 15,0 0-456-15,0 0-312 0,0 0-124 16,0 0 56-16,15-19 188 0,1 10 340 16,0-1-148-16,0 3-300 0,0 1-144 0,-4 6-64 15,0 0 28-15,4 11 36 16,-4 3 148-16,-1 5-60 0,2 7-36 0,2 6 36 15,-7 0-84-15,5-1 8 0,-6 8-8 16,-3-5-4-16,0-2-56 0,1 0 8 16,-5-7 36-16,4-6 8 0,-4-3 4 15,4-9 0-15,-4-1-128 0,0-6-32 0,0 0 60 16,0-4-432-16,0-5-524 0,0 0-748 16,0-14-3269-16</inkml:trace>
  <inkml:trace contextRef="#ctx0" brushRef="#br0" timeOffset="-129396.608">10725 9782 7188 0,'0'0'4109'16,"0"0"-2405"-16,0 0-748 0,0 0-248 0,80-67-552 15,-52 45-156-15,4 0-568 0,7 0-820 16,-7 5-705-16,17-2-2807 0</inkml:trace>
  <inkml:trace contextRef="#ctx0" brushRef="#br0" timeOffset="-128647.062">15359 8992 5672 0,'0'0'3132'0,"0"0"-1492"16,0 0-543-16,0 0 327 15,0 0-164-15,0 0-404 0,0 0-336 16,0 0-184-16,0 0-72 0,68 5-20 0,-57 8-48 16,-2 3-32-16,-1 3 36 0,-4 7 12 15,0 2-52-15,-4 4-152 0,0 0 68 0,0-1-68 16,0-1-8-16,0-5 8 16,-4-10-4-16,4-3-4 0,-4-5-4 0,4-3-244 15,0-4-164-15,-4 0-204 0,4 0-364 16,-4 0-448-16,4 0-1376 0,-9-13-4409 0</inkml:trace>
  <inkml:trace contextRef="#ctx0" brushRef="#br0" timeOffset="-128486.933">15279 8760 8392 0,'0'0'2665'0,"0"0"-1021"0,0 0-296 16,0 0-524-16,84-67-544 0,-60 48-280 0,4 2-212 15,-1 3-788-15,1 3-736 0,-4 3-2453 16,8 1-3471-16</inkml:trace>
  <inkml:trace contextRef="#ctx0" brushRef="#br0" timeOffset="-127728.649">17805 13058 12765 0,'0'0'1464'0,"0"0"-1036"15,0 0-300-15,0 0 388 0,0 0-36 16,76-56 224-16,-56 43-104 0,0 3-352 16,0 0-88-16,-8 5 100 0,3 1-148 15,-2 4-20-15,-5 4-84 0,-1 4 68 16,-3 15 196-16,5 3-24 0,-9 8-64 0,4 11-48 16,-4-1-76-16,0 3-48 0,-4-2 88 15,0-3-52-15,-1-8 4 0,1-5-4 16,4-6 0-16,0-15 12 0,0-1-60 15,0-7-196-15,0-3-136 0,9-9-172 16,-1-13-116-16,-1-8-324 0,1-8-640 16,1 9-2328-16,-9-18-3801 0</inkml:trace>
  <inkml:trace contextRef="#ctx0" brushRef="#br0" timeOffset="-127585.864">17885 12693 14261 0,'0'0'1804'15,"0"0"-1464"-15,0 0-104 0,0 0 176 0,0 0 332 16,0 0 220-16,83-28-580 0,-55 12-384 16,4 0-332-16,9-3-572 0,-2 0-512 15,-11 3-868-15,16-3-3473 0</inkml:trace>
  <inkml:trace contextRef="#ctx0" brushRef="#br0" timeOffset="-125854.832">20427 12446 6004 0,'0'0'3016'0,"0"0"-1039"0,0 0-873 16,0 0 36-16,0 0 92 0,0 0-36 15,0 0-200-15,0 0-364 0,0 0-260 0,0 0-36 16,0 0-76-16,-4 76-112 16,4-45-36-16,0-1-28 0,0-2 4 0,0-3-16 15,0-5-60-15,-4-5-12 0,4-5-4 16,0-4-56-16,0-3-64 0,0-3 76 15,0 0-164-15,4-3-60 0,4-3 92 0,0-7 176 16,4-3 0-16,-1-6-108 16,6 0 12-16,-6 3 28 0,2-4 64 15,-1 7 4-15,0 0-108 0,0 7 12 0,-5 3 0 16,1 2-40-16,1 4 140 0,-1 0 172 16,-5 7 4-16,5 3 84 15,1-1-100-15,-5 3-48 0,3 1-36 0,-3 4-4 16,0-5-60-16,0 4-8 0,0-4-4 15,-4 4-280-15,0-3-264 16,0 3-204-16,0-3-296 0,0-1-356 0,5 1-936 16,-5-7-2481-16,0 7-1599 0</inkml:trace>
  <inkml:trace contextRef="#ctx0" brushRef="#br0" timeOffset="-125422.2">20846 12652 8716 0,'0'0'1580'0,"0"0"-551"16,0 0-437-16,0 0 304 0,0 0 304 0,0 0 0 16,0 0-256-16,0 0-440 0,0 0-292 15,0 0-40-15,0 4 16 0,0-4 36 16,0 0-64-16,0 0-60 0,7 2-12 0,1 2 84 15,1-1-36-15,2 0 48 16,1-3-48-16,0 3 0 0,4 0-12 16,4-3-40-16,-5 0-20 0,6 0-4 0,-5 0 16 15,0 0-76-15,4-6-408 0,-9 3-124 0,6-4-236 16,-6 1-332-16,1 3-628 16,-3-3-1388-16,-2-1-3529 0</inkml:trace>
  <inkml:trace contextRef="#ctx0" brushRef="#br0" timeOffset="-123802.214">21016 12391 7312 0,'0'0'2036'0,"0"0"-1144"15,0 0-584-15,0 0 261 0,0 0 431 16,0 0 356-16,0 0-188 0,0 0-500 15,0 0-316-15,0 0-64 0,-11 67-20 16,11-41-56-16,0-1-48 0,0 5-128 0,0-5-36 16,0 0-8-16,0 0 0 0,0-3-116 15,0 0-128-15,0-2-112 16,-4-1-228-16,4-4-104 0,0-2-100 0,0-4-160 16,0-2-508-16,0-4-989 0,4 0-2115 0</inkml:trace>
  <inkml:trace contextRef="#ctx0" brushRef="#br0" timeOffset="-123516.112">21379 12497 3648 0,'0'0'6788'0,"0"0"-5847"0,0 0-633 15,0 0 220-15,0 0 228 0,0 0-44 0,0 0-76 16,0 0-168-16,0 0 12 0,0 0-80 16,0 0-136-16,64 44-124 0,-60-25-16 15,1 4 80-15,-2-2-52 0,-3 5-56 16,0-4-96-16,0 0 12 0,0-3 72 16,-3 0-80-16,-2-3-4 15,1-5-4-15,0-3-168 0,4-2-232 0,0-2-188 16,-4-4-136-16,4 0-148 0,0 0-412 0,-4 0-1153 15,0-10-3103-15</inkml:trace>
  <inkml:trace contextRef="#ctx0" brushRef="#br0" timeOffset="-123355.657">21403 12465 11297 0,'0'0'1576'16,"0"0"-888"-16,0 0-560 0,0 0 344 15,0 0 312-15,0 0 8 0,0 0-452 0,0 0-340 16,80-3-316-16,-64 3-780 0,4 0-620 16,-8 0-1393-16,8 3-4023 0</inkml:trace>
  <inkml:trace contextRef="#ctx0" brushRef="#br0" timeOffset="-123201.371">21757 12674 13013 0,'0'0'1680'0,"0"0"-1200"0,0 0 284 16,0 0 280-16,0 0 416 0,0 0-428 16,0 0-956-16,0 0-76 0,80 4-308 15,-55-17-184-15,3-6-396 0,-4 0-544 0,-5 3-1220 16,5-4-3797-16</inkml:trace>
  <inkml:trace contextRef="#ctx0" brushRef="#br0" timeOffset="-123030.363">22025 12397 12853 0,'0'0'1716'15,"0"0"-896"-15,-21 68-356 0,14-40 192 0,3 11 316 16,0-2-44-16,0 5-520 0,0-1-404 16,0 0-4-16,4 0-432 15,-4 4-448-15,4-3-404 0,-4 2-556 0,0-12-2093 16,0 18-2915-16</inkml:trace>
  <inkml:trace contextRef="#ctx0" brushRef="#br0" timeOffset="-118375.48">12115 12541 520 0,'0'0'4916'16,"0"0"1149"-16,0 0-4553 0,0 0-556 15,0 0 56-15,0 0-28 0,0 0-120 0,0 0-280 16,-15-2-416-16,23 2-160 16,4-5 208-16,4 3 80 0,0-8 48 0,3 0-12 0,2 4-120 15,-6-3-92-15,5 2 64 16,-8 1-144-16,0 6-40 0,0 0-172 15,-4 6 120-15,0 10 52 0,-4 6 64 0,0 10 32 16,0 3-96-16,-4 6-184 16,0 4 124-16,0-4-52 0,-4 1 52 15,0-2-76-15,0-1 88 0,1-4-76 0,-2-4 124 16,1-1 132-16,0-9-72 0,4-5 0 0,0-6-60 16,0-5-120-16,0-5-116 15,8-2 200-15,0-8-40 0,4-9-8 0,1-7-472 16,-2-8-416-16,-3-4-764 0,0 6-2240 15,-4-12-2229-15</inkml:trace>
  <inkml:trace contextRef="#ctx0" brushRef="#br0" timeOffset="-118219.463">12120 12204 3544 0,'0'0'8833'0,"0"0"-6925"0,0 0-580 16,0 0-160-16,0 0-152 0,0 0-296 15,0 0-352-15,51-82-368 0,-23 60-116 0,4 0-424 16,0 0-404-16,4 3-456 16,-8 5-748-16,7-1-3801 0</inkml:trace>
  <inkml:trace contextRef="#ctx0" brushRef="#br0" timeOffset="-113987.692">10032 13906 8536 0,'0'0'1992'0,"0"0"-563"16,0 0-865-16,0 0-220 15,0 0-76-15,0 0 268 0,0 0-80 0,0 0-100 16,0 0-256-16,0 0 192 0,0 0-140 15,79-25-152-15,-66 21 0 0,-2 1 0 16,-3 0 4-16,5 3-4 0,-6 0-8 16,1 0-44-16,-4 0 44 0,5 6 8 15,-2 7 84-15,-3 3 104 16,4 6-124-16,-4 3 48 16,-4 5 0-16,5-2-108 0,-5 4-4 0,0-4 4 15,0-5 0-15,0-5 108 0,0-5-36 0,0-6 100 0,0-4-96 0,4-3-80 16,-1-3-100-16,1-10 48 15,4-3 52 1,5-3 0-16,-6-6-276 0,1-1-532 0,0 1-512 16,-3 8-2593-16,-5-8-3755 0</inkml:trace>
  <inkml:trace contextRef="#ctx0" brushRef="#br0" timeOffset="-113838.855">10147 13636 9836 0,'0'0'2241'0,"0"0"-1309"16,0 0-28-16,0 0 124 0,84-66-576 16,-52 43-452-16,8-2-464 0,4-4-844 15,-9 11-688-15,18-17-2197 0</inkml:trace>
  <inkml:trace contextRef="#ctx0" brushRef="#br0" timeOffset="-80493.094">12016 16298 5196 0,'0'0'4476'0,"0"0"-3560"0,0 0 513 16,-96 6-89-16,76-6 224 15,5 0-228-15,7 0-140 0,4-4-132 16,4 4-304-16,0 0-356 0,16 0-232 0,8 0 136 16,15 0 300-16,13 0 112 0,12-2-175 15,8-5-229-15,4 0-144 0,-1-5-28 16,1 2-84-16,-1-6 36 0,-7 0-32 16,-4 1-60-16,-8-2-4 0,-8-1-64 15,-5 1-152-15,-11 8-124 0,-8-3-217 16,-8 8-127-16,-4 1-192 0,-12 3-412 0,-4 3-744 15,-4 7-1876-15,-19 9-3653 0</inkml:trace>
  <inkml:trace contextRef="#ctx0" brushRef="#br0" timeOffset="-80171.943">12136 16351 4636 0,'0'0'2512'16,"0"0"292"-16,0 0-1491 15,0 0 11-15,80 57 380 0,-52-41-400 16,-1-3-412-16,-3-1-196 0,0-2-408 0,0-1-164 16,-5 4-64-16,-2-1-60 15,-6 7-68-15,-2 7-68 0,-9 6-436 0,-5 6-220 16,-10 10 64-16,-5 2 96 0,-8 5 36 0,4-1 12 16,-4-1 88-16,0-2 88 15,0-6 396-15,4-4 4 0,0-6 16 0,5-7 64 16,-1-5 296-16,8-8 156 0,8-4-68 15,4-5-188-15,4-3-168 0,15 0 168 16,5-3 336-16,12 0 24 0,5 0-96 16,2-3-96-16,5-4-64 0,-4 5-136 15,-1-5-124-15,-2 1-76 0,-6 2-36 16,-3 2-124-16,-4-5-372 0,-4 7-240 16,-4-4-160-16,0 1-276 0,-8 3-1308 0,0 0-3793 15</inkml:trace>
  <inkml:trace contextRef="#ctx0" brushRef="#br0" timeOffset="-79822.799">12343 17614 1488 0,'0'0'9268'0,"0"0"-8227"0,0 0-989 0,0 0 204 15,0 0 372-15,0 0-220 0,0 0-164 16,0 0-4-16,0 0 28 16,83 7 0-16,-70-1-104 0,-2 7 24 0,2 3-48 15,-6 3 0-15,-3 4 36 16,0 2-64-16,-4 0-20 0,0 0-32 15,0-3-48-15,0 1 40 0,-4-7 24 0,4-3-72 0,-4-4 0 16,4-6-4-16,-3-3-216 16,-1 0-376-16,0-10-144 0,-5-2-600 15,1-4-581-15,-3 3-1191 0,-6-18-2988 0</inkml:trace>
  <inkml:trace contextRef="#ctx0" brushRef="#br0" timeOffset="-79673.086">12220 17417 6248 0,'0'0'2972'0,"0"0"-1496"0,0 0-511 16,0 0 495-16,0 0-76 0,0 0-448 15,87-2-296-15,-67-1-248 0,4-1-300 16,0-2-92-16,0 3-276 0,3-4-416 16,-3 1-384-16,0 3-460 0,-7 0-1397 15,6 3-4315-15</inkml:trace>
  <inkml:trace contextRef="#ctx0" brushRef="#br0" timeOffset="-79439.675">12757 17570 1472 0,'0'0'8036'16,"0"0"-6463"-16,0 0-337 0,0 0 460 15,0 0-192-15,0 0-312 16,0 0-184-16,80-3-316 0,-68 0-224 0,0 0-368 16,0-4-96-16,3 4-8 0,-2-3-80 15,-2-1-284-15,2 0-364 0,-2 2-336 16,-3 2-400-16,-4-1-548 0,1 2-1081 16,-5 2-2739-16</inkml:trace>
  <inkml:trace contextRef="#ctx0" brushRef="#br0" timeOffset="-79256.199">12833 17691 1292 0,'0'0'9300'0,"0"0"-7703"0,0 0-945 15,0 0 212-15,0 0 532 0,0 0-188 0,0 0-284 16,0 0-316-16,0 0-200 0,0 0-112 16,88 60-284-16,-69-63-12 15,2-7-224-15,-2 1-332 0,5-3-164 0,0-4-320 16,0-1-384-16,-4 5-904 0,-4-1-2317 15,4-3-2239-15</inkml:trace>
  <inkml:trace contextRef="#ctx0" brushRef="#br0" timeOffset="-79114.513">13168 17449 288 0,'0'0'9200'0,"0"0"-7519"0,0 0-1041 16,0 0-24-16,0 0-52 0,0 0-224 15,0 0-340-15,0 0-192 0,0 0-228 16,0 0-620-16,87 42-493 0,-78-49-1707 0</inkml:trace>
  <inkml:trace contextRef="#ctx0" brushRef="#br0" timeOffset="-74959.111">13223 17484 548 0,'0'0'1368'16,"0"0"-1040"-16,0 0-288 0,0 0 64 16,0 0 1328-16,0 0 1576 0,0 0-1268 15,0 0-756-15,0 0-196 0,0 0 77 16,-4 0 11-16,4 0-236 0,0 0-232 0,0 0-52 15,0 0 168-15,0 0 172 0,0 0 24 16,0 0-32-16,0 3-20 16,0-3-36-16,-4 7-36 0,4-3-76 0,0 4-164 15,-4 5-72-15,4 4-64 0,0 5 12 16,0 3-36-16,4 0-84 0,4 7-104 16,1 0 76-16,2 0-84 0,-3 0-12 15,5-1 0-15,-6-3-36 0,5 1 36 16,-3 1-88-16,-2-5 4 0,5 0-100 0,-8-3-100 15,8-3-12-15,-8-3-48 16,0-7-76-16,0-2-248 0,0-4-104 0,0-3-160 16,-1 0-188-16,2-3-268 0,-1-7-648 15,0 4-2033-15,-4-13-1603 0</inkml:trace>
  <inkml:trace contextRef="#ctx0" brushRef="#br0" timeOffset="-72741.612">12036 14779 2936 0,'0'0'0'15,"0"0"0"-15,0 0 4108 16,0 0-2444-16,0 0 4 0,0 0-339 15,0 0-305-15,0 0 20 0,0 0-16 0,0 0-144 16,0 0-144-16,4 26-4 0,0-7-88 16,4 6-120-16,0 5-132 0,0 7 8 15,4 1-84-15,-5 6-136 0,6 4 0 16,-5 6-172-16,4 4 148 0,-4 5-76 16,0-3 16-16,-1 0-100 0,-3 1-8 15,1-4 0-15,-1-4 0 16,-4 1-68-16,0-2-68 0,0-8-40 15,0-6 84-15,0-7 40 0,0-8 56 0,0-7 0 0,-4-7-92 16,4-2-176-16,0-4 0 0,0-3 124 16,0 0-12-16,0-3-60 0,0-4-40 15,0-6 88 1,0-2 60-16,4-5 24 0,-4-5-8 16,4-2 32-16,-4-6 64 0,0 2 0 0,4 2 76 15,-4 1-72-15,0 3 48 0,3 4-52 0,1 2 0 16,0 7 12-16,5 3 76 0,-1 2-88 0,-1 4-4 15,1 0 4-15,1 3 0 0,-2 0 100 16,1 0-88-16,0 3 36 0,1 3 28 16,-2 5 8-16,-7-3 52 15,0 5-72-15,0 3-64 0,0 3-120 0,-7 0-128 16,-6 0 0-16,5-3 112 0,-3-3-36 0,-2-4 96 16,5 1-48-16,-3-7 24 0,2 0 100 15,1 0-8-15,1-3 8 0,3 0 12 16,0 0 52-16,-1 0-60 0,5-3-4 15,0 3-76-15,0-3 76 0,0 0 0 16,0 3 124-16,9-3 0 0,-1 0-12 16,-1 3-100-16,6 0 136 0,2 0 76 15,6 0 0-15,-6 0-112 0,5 3-28 16,1 3-8-16,-2-3-28 0,1 0-48 0,0 0-72 16,-4 4 20-16,4-4 44 0,-4 0 0 15,4 0-264-15,-5-3-136 0,2 3-176 16,3-3 0-16,-5 4-84 0,2-4-328 0,-2 0-552 15,2 0-516-15,-2 0-2321 16,1-4-2383-16</inkml:trace>
  <inkml:trace contextRef="#ctx0" brushRef="#br0" timeOffset="-66508.396">13988 16446 3552 0,'0'0'612'0,"0"0"4540"15,0 0-3343-15,0 0-269 0,0 0-432 16,0 0-116-16,0 0 40 0,0 0-40 16,0 0-160-16,13-66-252 0,-6 56-148 15,5 1-136-15,-3 2-36 0,-2 4-76 16,1 3-36-16,0 0-148 0,1 0 0 15,-2 5-76-15,1 6 72 0,0 5 4 16,0 3 124-16,-4 9 12 0,0 1 44 0,0 3-172 16,-4 3 36-16,0 2-44 15,0-2-4-15,-4 1-144 0,4-5-72 16,-4-5 36 0,4-7 12-16,0-6 60 0,0-5-60 15,0-1-72-15,0-3-64 0,0-4-28 0,0 0-72 0,4 0-212 0,0-11-232 16,4-1-292-16,-1-7-568 0,2-6-1293 15,-1 6-2907-15,-4-16 1533 0</inkml:trace>
  <inkml:trace contextRef="#ctx0" brushRef="#br0" timeOffset="-66304.166">13964 16131 3388 0,'0'0'248'0,"0"0"4076"0,0 0-2344 15,0 0-419-15,0 0-329 0,0 0-124 16,0 0-68-16,0 0-144 0,0 0-292 16,92-47-316-16,-68 42-216 0,0-6-72 0,-4 5-4 15,3 0-268-15,-2-1-484 0,-1-2-264 16,3 6-316-16,-7-1-684 16,-4 4-1009-16,4 0-2515 0</inkml:trace>
  <inkml:trace contextRef="#ctx0" brushRef="#br0" timeOffset="-65406.566">15104 16456 1420 0,'0'0'668'15,"0"0"3892"-15,0 0-3588 0,-20-67 120 0,13 48-80 16,-6 0-368-16,1 3 309 16,0 4 127-16,-4-1-224 0,0 7-220 15,1 0-28-15,-6 6-52 0,6 0 48 0,-5 0-176 16,-1 0 24-16,-2 8-40 0,3 5-64 16,0 6-84-16,0 4-44 15,-4 9-56-15,8 2 20 0,0 7 0 0,4 3-172 16,4 5-8-16,8-5 68 0,0 0-68 15,4-6 0-15,12-6-4 16,0-9 4-16,4-7-4 0,0-11-12 0,4-1-88 0,4-4 100 16,3-9 0-16,1-7 0 15,0-9-308-15,0-5-76 0,5-1-64 16,-9-1 12-16,-1 1 64 0,-3-1 104 0,-4 0 104 16,-5 3 64-16,-2 1 24 0,-1 2 76 15,-5 4-56-15,2 3 56 0,-5 3 124 16,-4 3 76-16,0 4 56 0,0 3-20 15,0 1 76-15,0 5 12 0,0 0-12 16,-4 11 36-16,4 2-104 0,0 12-8 0,-4 3 72 16,-1 11 12-16,5 5 48 15,-7 1 172 1,3-1-112-16,0-6-328 0,0-2-100 0,4-9-184 0,0-7-24 16,0-8-100-16,0-2-120 0,4-4-200 0,4-6-212 15,-1 0-168-15,2 0-676 16,-1-3-1216-16,7-17-2685 0</inkml:trace>
  <inkml:trace contextRef="#ctx0" brushRef="#br0" timeOffset="-65220.288">15359 16506 3424 0,'0'0'392'0,"0"0"2292"0,0 0-164 0,16 74-660 0,-12-46-115 15,-1 4-317-15,2 0-224 16,-1-4-184-16,-4 3-396 0,0-4-408 0,4-2-216 15,0-3-212-15,0-6-452 16,0-3-456-16,4-4-336 0,4-9-592 16,-1 0-133-16,6-9-127 0,-6-1-844 0,10-15-432 15</inkml:trace>
  <inkml:trace contextRef="#ctx0" brushRef="#br0" timeOffset="-65007.364">15602 16605 716 0,'0'0'1372'0,"0"0"-904"0,0 0 1304 15,0 0 2932-15,0 0-2960 16,0 0-379-16,0 0-253 0,0 0-236 0,0 0-28 15,0 0-128-15,0 0-408 0,-80 0-136 16,69 16 4-16,-2 3 56 0,2 0 0 16,3 1-12-16,3-1-24 0,5-5-24 15,0 0 56-15,9-2 56 0,-1-2 92 16,3-4-96-16,5 1-84 0,0-1-40 0,4-6-100 16,0 0-56-16,0 0 4 0,4 0-8 15,-4-4-172-15,8 2-172 16,-5-8-236-16,1 4-176 0,4-1-156 0,0-2-300 15,4-1-892-15,-12 3-2013 0,8-5-4738 16</inkml:trace>
  <inkml:trace contextRef="#ctx0" brushRef="#br0" timeOffset="-64596.845">15949 16138 4924 0,'0'0'2380'0,"0"0"32"0,0 0-347 16,0 0-529-16,75 83-268 0,-51-55-120 15,4 7-144-15,-4 0-156 0,0 0-256 16,3-3-136-16,-2-3-240 0,3-4-216 15,0 0 0-15,-4-6-64 0,0-3-20 16,-1-4-312-16,1-5-220 0,-4-7-168 16,0 0-344-16,0-7-552 0,-9 1-1328 0,2-13-2893 15</inkml:trace>
  <inkml:trace contextRef="#ctx0" brushRef="#br0" timeOffset="-64417.499">16351 16189 5064 0,'0'0'2288'0,"0"0"1941"0,0 0-3153 16,0 0-360-16,-80 67 196 0,57-36 112 0,3 5 72 0,-4 2-284 16,-1-1-256-16,6 5-196 15,-1-3-4-15,4-6-304 0,4 3-52 0,0-8-200 0,5-2-480 16,2-4-300-16,1-3-304 16,4-10-396-16,0-5-996 0,4-4-2273 15,1-4 193-15,6-21 3960 0</inkml:trace>
  <inkml:trace contextRef="#ctx0" brushRef="#br0" timeOffset="-64090.288">16490 15824 4212 0,'0'0'6713'0,"0"0"-5365"0,0 0-1092 15,0 0 88-15,0 0 472 0,0 0 416 0,0 0-416 16,0 0-452-16,0 0-264 16,84-28-20-16,-71 28 32 0,-2 6-48 15,1 3 72-15,-4 7 0 0,-4 3-12 0,-4 3 64 16,0 3-100-16,0 5 24 15,-4-5-64-15,-4 4 76 0,0-8-48 16,0-4-28-16,1-2-48 0,-2-8-124 0,1-1-520 16,4-6-364-16,-3 0-376 0,3 0-924 15,-5-6-3125-15,1-10-551 0</inkml:trace>
  <inkml:trace contextRef="#ctx0" brushRef="#br0" timeOffset="-63926.752">16499 15554 2600 0,'0'0'8353'0,"0"0"-6569"0,0 0-916 16,0 0 160-16,0 0 132 0,0 0-432 15,91-45-588-15,-67 40-140 16,0-2-140-16,4 3-264 0,-4 2-464 0,4 2-548 16,-13 0-1400-16,9-4-4121 0</inkml:trace>
  <inkml:trace contextRef="#ctx0" brushRef="#br0" timeOffset="-63296.142">17008 15923 208 0,'0'0'7872'15,"0"0"-5320"-15,0 0-639 0,0 0-673 0,0 0-252 16,0 0 156-16,0 0-228 0,0 0-320 16,96 0-196-16,-68-4-140 0,0-6-136 15,0 1-64-15,-4-4-60 0,4-2-168 16,-4-5-528-16,-1 1-424 0,-3 1-368 0,1-6-1020 16,-10 6-2649-16,1-1-1835 0</inkml:trace>
  <inkml:trace contextRef="#ctx0" brushRef="#br0" timeOffset="-63124.102">17391 15570 768 0,'0'0'1412'0,"0"0"5056"0,0 0-4324 16,0 0-483-16,0 0-209 0,0 0-224 0,0 0-4 16,0 0-292-16,0 79-436 0,0-49-296 15,0 0-88-15,0 2-100 0,0 6-12 16,0 1-348-16,0-1-360 0,0 4-396 15,4 2-192-15,-4-13-1416 0,0 14-3805 16</inkml:trace>
  <inkml:trace contextRef="#ctx0" brushRef="#br0" timeOffset="-61306.665">11642 15881 3476 0,'0'0'796'0,"0"0"4116"0,0 0-2951 16,0 0-725-16,0 0-252 0,0 0-196 15,0 0-32-15,0 0-60 0,-40 92-196 0,36-54 68 16,-1 3-44-16,5 5-104 0,-7 4-148 16,3 4-48-16,0 3-28 15,-4 10-48-15,4 3-36 0,-4 6-100 16,4 6-4-16,-4 7 0 0,8 3-8 0,0 3 0 15,4 1 68-15,8 2-68 0,4-3 0 16,8 1 0-16,4-5-156 0,4-2 44 16,7 0-260-16,10-6-12 0,2-7-312 0,13-2-92 15,3-8-244-15,9-6-156 0,3-5-344 16,9-8-773-16,0-6-1859 0,-24-9-1236 16,40 4 5124-16</inkml:trace>
  <inkml:trace contextRef="#ctx0" brushRef="#br0" timeOffset="-60603.603">17689 15756 3388 0,'0'0'64'0,"0"0"2464"0,0 0-8 0,0 0-720 15,0 0-267-15,84 5-165 16,-59 7-172-16,3 4-188 0,3 0-160 0,1 6-400 15,0 3-48-15,0 2-164 0,0-2-64 16,-4 2-24-16,0 3-60 16,0 1 112-16,-5 4 8 0,-7 0 16 0,4 7-4 15,-8 2-60-15,-4 0-108 0,-4 7 20 0,-4-1 12 16,0 8-76-16,-4-4-8 0,-8 3-88 16,1 4-24-16,-6-4-156 0,-3 0-16 15,1-1 84-15,-5 2-120 0,3-4 20 16,-3-3-20-16,5-7-80 0,-1-6-40 15,0-3-100-15,8-9-168 16,0-7-288-16,0-3-536 0,8-10-993 0,4-3-1975 16,-4-3 440-16</inkml:trace>
  <inkml:trace contextRef="#ctx0" brushRef="#br0" timeOffset="-60115.27">18984 15679 8292 0,'0'0'2885'0,"0"0"-1717"0,0 0-336 16,0 0-376-16,0 0 600 15,97 47 288-15,-61-19-328 0,-1 14-284 16,1 2-176-16,-4 3-84 0,3 8-116 16,-3-5 0-16,-4 1 36 0,0-1-100 15,-4-5-280-15,-3-3-12 0,-6-7-124 0,-3-7-168 16,0-9-148-16,0-2-140 0,-5-9-184 15,-2-4-252-15,3-4-364 0,0-7-632 16,-4-12-989-16,-4 3-2327 0,0-22 584 0</inkml:trace>
  <inkml:trace contextRef="#ctx0" brushRef="#br0" timeOffset="-59932.634">19391 15691 1212 0,'0'0'10953'15,"-36"65"-9573"-15,17-25-908 0,-6 4-168 0,-3 9 352 16,0 5 252-16,-3-4-168 0,6-3-364 16,2-3-212-16,-1-7-164 15,8-9-136-15,4-4-352 0,5-6-340 0,-2-9-144 16,5-10-360-16,4-3-832 0,-4-3-2337 16,4-7-1875-16,-4-18 6168 0</inkml:trace>
  <inkml:trace contextRef="#ctx0" brushRef="#br0" timeOffset="-59607.005">19590 15227 8732 0,'0'0'3281'0,"0"0"-2245"0,0 0-236 0,0 0 356 0,0 0 64 15,0 0-160-15,0 0-156 0,68 80-432 16,-64-52-276-16,0 3-12 15,0-1-112-15,0-2-72 0,0-9-4 0,-4-3-56 16,4-7-124-16,0-5-64 0,0-2 124 16,4-2 124-16,0 0 40 0,0-9 72 15,3-7-40-15,6-3-72 0,-1-3 0 0,3 0-12 16,-2 2-48-16,-2 8 8 16,6-1-20-16,-6 7 64 0,1 3-92 15,0 3 100-15,0 0-12 0,0 9-76 0,-4 4 20 16,0 6 68-16,-5-1 0 15,6 5-152-15,-5 0-220 0,-4-1-288 0,4 3-340 16,-4 0-424-16,0-5-1548 0,-4 12-4641 0</inkml:trace>
  <inkml:trace contextRef="#ctx0" brushRef="#br0" timeOffset="-58664.362">20567 16356 6292 0,'0'0'5409'0,"0"0"-3429"16,0 0-888-16,0 0-640 0,0 0 264 0,0 0 328 15,84-8-224-15,-57-2-476 0,4 1-320 16,-3-1-24-16,0 1-308 0,-3-1-212 16,-5 1-240-16,-1 2-296 0,-6 2-500 15,-6 0-1452-15,-3 5-2609 0</inkml:trace>
  <inkml:trace contextRef="#ctx0" brushRef="#br0" timeOffset="-58504.65">20578 16526 432 0,'0'0'4956'0,"0"0"-816"0,0 0-2527 16,0 0-393-16,0 0-120 0,0 0-8 0,0 0-172 15,96 5-380-15,-64-5-396 0,3-5-144 0,6-2-352 16,-2 0-416-16,6 1-220 15,-6 0-540-15,1-1-905 0,-8 5-2747 0</inkml:trace>
  <inkml:trace contextRef="#ctx0" brushRef="#br0" timeOffset="-56186.487">22296 16163 848 0,'0'0'5200'0,"0"0"-2408"16,0 0-992-16,0 0-359 16,0 0 27-16,0 0-160 0,0 0-288 15,0 0-392-15,0 0-304 0,0 0-48 16,0 0 368-16,80 48 60 0,-48-16-200 0,-5 6-208 15,1 0-12-15,-8 4-56 0,0-5-224 16,-8-2 40-16,4-3-44 0,-8-6-72 16,0-7-64-16,-1-3-196 0,2-7-160 15,-5-2-136-15,0-4-164 0,-4 0-280 16,4-3-416-16,3 0-788 0,-3-3-957 0,1-4-2155 16,-1-8 1836-16</inkml:trace>
  <inkml:trace contextRef="#ctx0" brushRef="#br0" timeOffset="-55993.215">22511 16180 2568 0,'0'0'588'0,"0"0"3592"0,0 0-3128 15,0 0-132-15,0 0 268 16,-32 72 25-16,28-37-177 0,-3 4-244 0,-2 2-232 16,1 3-220-16,-3-3-96 0,-2 0-144 15,5-3-100-15,-3-6-176 0,2-2-396 16,1-8-256-16,4-7-40 0,1-2-120 15,-1-7-381-15,0-3-1027 0,4-3-1784 16,0 0 1104-16,0-15 2904 0</inkml:trace>
  <inkml:trace contextRef="#ctx0" brushRef="#br0" timeOffset="-55589.569">22778 15919 4832 0,'0'0'1744'16,"0"0"840"-16,0 0-980 16,0 0-139-16,0 0-173 0,40 79-264 0,-36-59-208 15,3-5-332-15,-7 1-372 0,4-3-44 0,-4 4-72 16,0-9 0-16,0 3 48 15,0-3-36-15,0-5-4 0,0-3-8 16,0 0-64-16,5 0-172 0,-1 0-40 0,0-9 112 16,7 0 76-16,2-3 36 15,-2-5 48-15,5 4-4 0,0 1-4 0,1 2-52 16,-6 4 64-16,1 0 12 0,-3 6 228 0,2 0-64 16,-7 0-48-16,0 6 84 15,-4 3 92-15,0 4 8 0,0 0-60 16,-8 5-92-16,-3 6-48 0,-2-3-108 15,1 2-4-15,-4 2-100 0,-3 0-148 16,-2-2-304-16,1-1-140 0,-3-3-152 16,-1-1-376-16,0-1-672 0,0-4-977 0,8-5-2019 15,-19 3 1137-15</inkml:trace>
  <inkml:trace contextRef="#ctx0" brushRef="#br0" timeOffset="-55287.054">21914 16156 2612 0,'0'0'2972'0,"0"0"212"15,0 0-1568-15,-52 68-263 0,39-30 19 16,-2 6-164-16,3 11-236 0,-1 5-156 15,6 3-300-15,3 7-52 16,4 3-8-16,0 4-108 0,0-5-136 0,4 1-164 16,3-5-48-16,6-9-92 0,-1-11-104 15,8-10-348-15,-1-13-168 0,9-12-144 16,4-9-76-16,4-4-476 0,8-13-768 16,-1-6-1753-16,-11-1-947 0</inkml:trace>
  <inkml:trace contextRef="#ctx0" brushRef="#br0" timeOffset="-55063.117">23153 16177 4592 0,'0'0'1520'0,"0"0"3609"0,0 0-3245 0,0 0-68 15,79 56-380-15,-59-37-340 0,-4 3-120 16,-4 2-164-16,3 1-260 15,-6 3-244-15,-5 4-76 0,-4 0-124 0,0 5-108 16,-4 2 4-16,-12 1-4 0,0 5-244 16,-8 0-172-16,0-4-24 0,-4-3-140 15,4-7-12-15,5-1-124 0,-2-11-180 0,6-6-276 16,6-10-536-16,-2-3-1237 16,3 0-3983-16,4-26 3616 0</inkml:trace>
  <inkml:trace contextRef="#ctx0" brushRef="#br0" timeOffset="-54828.004">23419 15783 4528 0,'0'0'5144'0,"0"0"-2247"0,0 0-1689 15,0 0-548-15,0 0 288 0,0 0 172 0,0 0-360 16,0 0-364-16,0 0-232 15,0 0-152-15,0 0 60 0,44 76-20 16,-44-54-52-16,0 3-124 0,0 4-236 0,-12 3-188 16,4 3-268-16,-4 0-252 15,0 2-276-15,0-2-984 0,5-9-2477 16,-1 6-1475-16</inkml:trace>
  <inkml:trace contextRef="#ctx0" brushRef="#br0" timeOffset="-54215.189">24057 16376 2704 0,'0'0'1500'15,"0"0"4924"-15,0 0-5215 0,0 0-365 16,0 0 204-16,0 0 268 0,-88-64-160 16,76 64-140-16,-4 7-336 0,4 9-296 15,-4 10-100-15,4 9-24 0,-3 9-4 16,-5 0-48-16,8 3-60 0,-1-2-148 16,6-6 0-16,3-8-120 0,4-12-288 15,0-5-24-15,8-9 148 0,8-5 200 0,-1-3 32 0,6-10-120 16,-2-6-40-16,5 0 4 15,-4-6 44-15,-4 3 152 0,0 0 12 16,0 3 4-16,-4 6 0 0,0 0 0 16,-4 7 0-16,0 2-4 15,0 4 100-15,0 6 48 0,-1 8 88 0,2 5 36 16,-1 6-120-16,3 7-92 0,-2 3 40 0,-1 3-16 16,-1 6 40-16,1 0-116 0,-8 8 140 15,4-2-24-15,-4 8-76 16,-4-1 28-16,-4-3-12 0,1 3-56 0,-6-6-4 15,2-1 4-15,-1-5 40 0,-1-3-36 16,-2-9 112-16,-1 0-48 16,4-8 68-16,-4-6-20 0,4-6 0 0,-4-3 44 15,0-10 40-15,-4 0 40 0,1 0-200 16,-2-13 12-16,1-3-48 0,-3-3-12 16,3-7-60-16,-1-2 48 0,6-1-88 0,-1 0 40 15,8 1-48-15,0 6 20 0,8-4-72 16,0 8 40-16,4-5 8 0,8 5 4 15,0-6-64-15,4 3 0 0,8-2-100 16,-4-2-144-16,7 0-80 0,1-1-136 16,4-2-204-16,0 0-444 0,4-2-828 15,-9 8-2173-15,14-6-2571 0</inkml:trace>
  <inkml:trace contextRef="#ctx0" brushRef="#br0" timeOffset="-53745.689">24531 16681 6280 0,'0'0'5365'16,"0"0"-3665"-16,87 10-288 0,-42-8 32 15,6-2-368-15,5 0-468 0,-4-9-288 16,0 0-232-16,-5-7-76 0,1 0-12 15,-4-6-416-15,0-1-388 0,-8 1-400 16,0-3-476-16,-16 9-2553 0,-1-9-3475 0</inkml:trace>
  <inkml:trace contextRef="#ctx0" brushRef="#br0" timeOffset="-53542.54">24962 16312 640 0,'0'0'9336'0,"0"0"-7247"0,0 0-825 0,0 0 248 16,0 0-28-16,-9 86-236 0,13-54-284 0,5 3-312 16,-2 4-236-16,-3-5-172 0,4 8-120 15,-4-4-124-15,4 0-44 16,-4 4-288-16,0-5-184 0,0 1-208 0,4 4-8 16,0-5 24-16,4-2-824 0,3-3-1108 0,2-9-2345 15,-6-7-1519-15,13-4 6348 0</inkml:trace>
  <inkml:trace contextRef="#ctx0" brushRef="#br0" timeOffset="-52057.915">25982 16393 1880 0,'0'0'0'16,"0"0"76"-16,0 0-76 0,0 0 4228 16,0 0-2564-16,0 0-444 0,0 0-264 15,-92 37 153-15,68-11 75 16,4 5-152-16,0 8-268 0,0 2-144 0,0 3-128 15,8 1-12-15,1-8-180 0,6-4-44 16,5-8-256-16,0-9-180 0,8-10-16 16,8-6 192-16,4 0-4 0,4-6-96 15,-1-13-84-15,9-3-24 0,-4-4-80 16,0-6 40-16,-4 4 88 0,-3-4 120 0,-2 7 44 16,-3-2 48-16,0 6-40 0,-8 2 96 15,4 3-28-15,-8 7 36 0,0 2 88 16,0 4 4-16,-4 3 8 0,3 3-48 15,2 6-12-15,-1 10 136 0,4 7 40 0,0 3-116 16,-1 9-24-16,2 3 0 0,2 6 24 16,-7 2-4-16,5 5-60 15,-9-4 16-15,0 4-16 0,0 0-36 0,-5 0-16 16,1 0 40-16,-7-4 12 0,3-1-36 16,-4-5-12-16,0-6-40 0,-1-2 40 15,6-11-16-15,-5-3 4 0,4-10-40 16,4-2-36-16,-4-7 36 0,4 0 76 15,0-3-124-15,-4-3-204 0,-4-10-128 0,0 1 0 16,-4-8 84-16,0-2-60 16,0-6-116-16,1-4-124 0,-6-3-356 15,2-3-64-15,-1-1-208 0,3-5-484 0,6 3-1049 16,3-3-1611-16,-1 12 76 0,9-15 3804 16</inkml:trace>
  <inkml:trace contextRef="#ctx0" brushRef="#br0" timeOffset="-51849.7">26304 16021 3544 0,'0'0'6596'16,"0"0"-5383"-16,0 0-353 0,0 0 572 0,0 0-28 15,0 0-312-15,84 35-512 16,-69-17-180-16,-6 1-252 0,-1 7-76 15,-5 3-72-15,-3 0-52 0,0-1-244 0,0 0-304 16,0 1-280-16,0 0-208 0,-3-4-516 16,-1-3-1445-16,-5 3-3487 0</inkml:trace>
  <inkml:trace contextRef="#ctx0" brushRef="#br0" timeOffset="-51127.154">26850 16481 2772 0,'0'0'1240'0,"0"0"2856"16,0 0-2208-16,0 0-427 0,0 0-205 15,0 0 4-15,0 0-360 0,0 0-256 0,0 0-180 16,0 0-72-16,0 0-92 0,-60 38 0 16,52-9 8-16,-4 3-20 0,4 3 8 15,4 2-60-15,-3 4-52 0,2 1-12 16,1-1-84-16,0 1-76 0,4-4-12 16,0-1-108-16,0-1 8 0,8-7-132 15,0-4-264-15,4-6-136 0,4-6-16 16,0-4-124-16,4-3-260 0,-1-6-380 0,2 0-768 15,-1 0-1857-15,-5-6-1567 0,6-7 5460 16</inkml:trace>
  <inkml:trace contextRef="#ctx0" brushRef="#br0" timeOffset="-50776.147">27328 16580 3484 0,'0'0'3084'0,"0"0"-576"16,0 0-856-16,0 0 85 0,0 0-53 15,59 79-348-15,-42-51-292 0,-2 4-356 16,2-3-256-16,-2-4-212 0,1-2-220 16,-4-4-124-16,4-4-272 0,0-2-288 0,0-7 4 15,4-6-88-15,-4 0-688 0,4-6-1633 16,-8-3-3027-16</inkml:trace>
  <inkml:trace contextRef="#ctx0" brushRef="#br0" timeOffset="-50612.824">27591 16542 3268 0,'0'0'1436'0,"0"0"5009"0,0 0-5017 16,-76 31-636-16,53-8 336 0,-5 8-16 0,0 1-320 15,3 7-304-15,-2-2-204 16,2 1 4-16,6-3-52 15,3 0-236-15,0-6-112 0,4-8-536 0,4-2-480 16,4-5-436-16,4-9-1556 0,0-1-3541 16</inkml:trace>
  <inkml:trace contextRef="#ctx0" brushRef="#br0" timeOffset="-50258.991">27718 16291 8444 0,'0'0'5213'0,"0"0"-4125"0,0 0-292 15,0 0 324-15,0 0 8 0,0 0-496 0,8 76-572 16,-4-63-60-16,-4-4-60 0,5 0-64 16,-5-2-160-16,0-1-48 0,4-2-44 15,-4-1 56-15,0-3 68 0,3 0 40 16,5-3 108-16,0-7 104 0,4 1 124 15,0-4 40-15,0-3-40 0,4 3 28 16,0 1-4-16,-4 1 40 0,0 6 96 16,4 2 0-16,-4 3-12 0,0 0 60 15,0 3-8-15,-1 9-20 0,2 1 92 0,-6 6 92 16,1 4 0-16,-4-1-144 0,1 3-140 16,-5 0-192-16,4-3-12 0,-4-3-180 15,4-2-408-15,-4-5-340 0,3 1-244 16,-3-10-640-16,4 0-2420 0,0-3-4165 0</inkml:trace>
  <inkml:trace contextRef="#ctx0" brushRef="#br0" timeOffset="-50076.575">28344 16348 7976 0,'0'0'5501'15,"0"0"-4485"-15,0 0-384 0,40 82 540 16,-28-50 284-16,-5 4-208 0,2-3-488 0,-1 3-480 15,0-1-192-15,-5 3-88 0,-3 3-72 16,0 1-344-16,-3-2-308 16,-13 5-88-16,0-1-180 0,-8 2-388 0,-4-6-844 15,4-8-2009-15,-20 13-1671 0</inkml:trace>
  <inkml:trace contextRef="#ctx0" brushRef="#br0" timeOffset="-48906.632">22838 15963 1016 0,'0'0'916'0,"0"0"1860"0,0 0 1652 16,0 0-2439-16,0 0-373 0,0 0-88 16,0 0-200-16,0 0-36 0,0 0-188 15,12-12-228-15,-12 15-116 0,3-1-184 16,-3 9-248-16,4-1-48 0,0 9 100 0,-4 3-28 15,4 3-72-15,1 0-75 0,-1 5-117 16,-4-2-80-16,0 2 52 0,0 3-52 16,0-1 40-16,-4-1-48 0,-1 1 0 15,1-4-48-15,-4-2 40 0,1-1-64 16,3-5 0-16,0-1-4 0,-1-10-8 16,5 1-13-16,0-7-51 0,0 0-80 15,0-3-28-15,0 0 0 0,0 0 60 0,0-6 100 16,0-4 88-16,5 1 8 15,3-10 0-15,-1-1-8 0,1-5-80 16,1-3 16-16,-1 2 60 0,3-2 0 0,-3 5-36 16,1 1 44-16,-2 0-4 0,5 3 0 15,-3 3 4-15,2 4-44 0,-3-1 48 16,4 0 4-16,0 3 120 0,-4 2 48 16,4-3-28-16,0 5-20 0,4-1 8 0,-4 1 16 15,-1 0 8-15,2 3-8 0,-2 0-16 16,2-1-12-16,-5 4-32 0,3 0-3 15,2 4-13-15,-5 2-68 0,3 6 44 16,-2 1 28-16,-1 6-68 0,-1 1-4 0,-3 2 0 16,0 3-4-16,-4 0-4 15,0 4-72-15,0-4-153 0,-4 2-111 0,0-6-40 16,0 2 4-16,1-8-52 0,-1 1-96 16,0-3-128-16,-1-4-184 0,1 4-492 15,4-6-584-15,-4-1-1244 0,4 0-3241 16,-7-6 958-16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5-30T07:51:06.579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9009 1819 11245 0,'0'0'2368'0,"0"0"-1224"0,0 0-124 16,0 0 44-16,0 0 16 0,0 0-240 15,0 0-212-15,0 0-164 0,0 0-108 16,0 0-28-16,3 13-32 0,1-13-68 16,4 0-8-16,0 3 0 0,0-3 12 0,4 3 45 15,3 0-21-15,2-3-12 0,3 3-28 16,-5-3-8-16,6 0 32 16,-2 0-12-16,5 0-44 0,-4 0-40 0,0-3-24 15,4 0-12-15,-4 0 4 0,0 0-64 16,0-1 0-16,-4 2-44 0,3-3 8 0,-2 5 36 15,-2 0-44-15,2-2-4 0,-6 2 0 16,2 0-4-16,-2 0-4 16,1 0 4-16,-7 0 4 0,2 0 0 0,1 0-4 15,-4 0-8-15,-4 0 0 0,0 0-36 16,4 0-36-16,-4 0-76 16,0 0 4-16,0 0-60 0,0 0-28 0,0 0-80 15,0 0-64-15,-4 0-108 0,4 0-89 16,-4 0-147-16,0 2-368 0,-3-2-760 15,3 5-1196-15,-13 1-3581 0,57-19-1467 0</inkml:trace>
  <inkml:trace contextRef="#ctx0" brushRef="#br0" timeOffset="29147.408">22260 2533 496 0,'0'0'1224'0,"0"0"-1224"0,0 0-376 16,0 0-720-16</inkml:trace>
  <inkml:trace contextRef="#ctx0" brushRef="#br0" timeOffset="29430.415">21921 2686 7936 0,'0'0'756'15,"0"0"1416"-15,0 0-1091 0,0 0-201 0,0 0-60 16,0 0-136-16,0 0-116 0,0 0-36 0,0 0 44 16,28 6 92-16,-16-6-132 15,8 3-164-15,3-3-148 0,5 0-16 16,4-3-8-16,0-3-40 0,5-1-40 0,-2-2-120 15,-3-1-40-15,0-2 36 16,-4 2-68-16,-4 0-88 0,-1 3-348 0,-2 2-164 16,-1-1-112-16,-5-4-200 0,2 4-536 15,-6 3-1000-15,1-7-2805 16</inkml:trace>
  <inkml:trace contextRef="#ctx0" brushRef="#br0" timeOffset="29846.704">22221 2432 8716 0,'0'0'1048'0,"0"0"-660"15,0 0-128-15,0 0 321 0,0 0 307 16,0 0 160-16,0 0-168 0,0 0-384 16,0 0-256-16,0 0-40 0,0 0 80 15,-25 76 8-15,25-51-48 0,-3 7 0 0,3-1-64 16,0 5-4-16,-5-5-80 0,5 4 24 15,-4 4 56-15,4-1-96 0,0 0-28 16,0 0-36-16,0 0 64 16,0-4-76-16,0 1 0 0,0 1 0 15,4-4 4-15,1-4 120 0,-2 0-36 0,1-5-84 16,4 2 8-16,-8-6 152 0,4 1-52 16,0-5 72-16,-4 1 4 0,0 0-16 15,0-3-8-15,0-1-80 0,0-2-72 0,0-4 52 16,-4 1-52-16,0-4 60 0,0 0 28 15,0 0 48-15,-3 0 24 0,-6-3-96 0,1 0-76 16,0 0-84-16,-4-6-28 0,-4-4-120 16,1-2-100-16,-1-1-140 15,-1 1 100-15,2-4-152 0,-1 3 4 0,8-4-32 16,-4 5-140-16,4-4-208 0,4 0-144 16,0 0-316-16,4 1-497 15,0-1-1243-15,4-6-1644 0</inkml:trace>
  <inkml:trace contextRef="#ctx0" brushRef="#br0" timeOffset="31529.543">23579 2676 11221 0,'0'0'1832'16,"0"0"-876"-16,0 0-692 15,0 0-252-15,0 0 280 0,0 0 36 0,0 0 240 16,0 0-16-16,0 0-196 0,0 0-232 16,-28-66-36-16,19 66-24 0,2 0-60 15,-5 3 68-15,0 5-64 0,-8 6-8 0,-4 5-48 16,0 6 48-16,0 0 0 0,1 8 112 15,-5-5-112-15,7 3 48 16,-3 1-40-16,9-6-8 0,-2-1 0 0,6 0 12 16,3-6 24-16,4 2 52 0,4-2-16 15,0 0-8-15,0-5 60 0,4 0-112 0,4-1-12 16,7-1 52-16,-2-2 20 16,6-4 28-16,5-3 36 0,4-3 64 15,0 0-88-15,0 0-28 0,4-3-8 0,-4-3-76 16,-4-1-64-16,-1 1-72 0,-6 0-160 15,-2-1-164-15,-2 1-152 0,-6 0-156 16,-3 2-200-16,0-3-528 0,-4 2-840 0,0-4-2989 16</inkml:trace>
  <inkml:trace contextRef="#ctx0" brushRef="#br0" timeOffset="31740.341">23336 2886 9956 0,'0'0'1469'0,"0"0"-1225"16,0 0-88-16,0 0 228 0,0 0 524 15,0 0 160-15,79-16-308 16,-55 13-192-16,0-1-244 0,4 4-236 0,0-3-76 16,-5 0-8-16,5 3-4 0,0-3 0 15,-4 0-124-15,1 3-152 16,-1-3-368-16,-1 3-392 0,1-3-496 0,-8 3-1225 0,4 0-4071 15</inkml:trace>
  <inkml:trace contextRef="#ctx0" brushRef="#br0" timeOffset="33010.782">24332 2504 7948 0,'0'0'5113'0,"0"0"-4437"16,0 0-676-16,0 0-728 0,0 0 728 0,0 0 168 16,0 0 860-16,0 0 60 0,11 87-168 15,-11-43-296-15,5 10-164 0,-5 3-136 16,0 4 36-16,0-5 60 0,-5 2-124 16,1-8-88-16,0 2-196 0,1-11 0 0,3-7-12 15,0-5 0 1,0-12-136-16,0-9-172 0,0-2-160 0,7-1-264 0,-3-5-276 15,5 0-128-15,-1-5-268 0,-5-4-512 16,1 0-1377-16,0-14-2355 0</inkml:trace>
  <inkml:trace contextRef="#ctx0" brushRef="#br0" timeOffset="33332.461">24395 2558 8372 0,'0'0'3101'0,"0"0"-1973"15,0 0-756-15,0 0-284 0,0 0 576 16,0 0 540-16,0 0-136 0,0 0-400 0,80-21-208 16,-60 23-148-16,8 5-92 15,-4 5-20-15,0 1-88 0,0 4 0 0,-5 2 24 16,2 0-16-16,-6 3-8 16,1 0-36-16,-8 3-68 0,0 1 4 15,-8-1 60-15,0 0 28 0,0 7 0 0,-12 0-88 16,1 0 48-16,-10 3-52 0,1-4-8 15,1 1-64-15,-1-3-12 0,-1-7-32 16,6-3 20-16,-1-6 12 0,4-1-32 0,-3-5-116 16,2-1-96-16,1-3-16 15,-4 0-88-15,8-3-124 0,-3 0-92 16,2 0-104-16,1-3-304 0,1-3-432 0,3-4-797 16,4 4-2279-16,0-10-876 0</inkml:trace>
  <inkml:trace contextRef="#ctx0" brushRef="#br0" timeOffset="33553.019">25176 2569 10304 0,'0'0'4993'16,"0"0"-4225"-16,0 0-528 0,0 0 360 15,76 0 492-15,-56 0-340 0,4-4-308 16,-8 4-260-16,8-2-116 0,-5 2-68 0,5-5-292 16,-7 3-472-16,2 2-328 0,-6 0-232 15,-2 0-1116-15,-11 0-3349 0</inkml:trace>
  <inkml:trace contextRef="#ctx0" brushRef="#br0" timeOffset="33836.102">25256 2610 6916 0,'0'0'768'0,"0"0"4365"0,0 0-4353 16,0 0-464-16,0 0 292 0,0 0 744 0,-28 66 36 15,24-44-312-15,0 10-372 0,-3 3-236 16,-2 3-28-16,1 0 120 16,0 3-36-16,-4 0-232 0,0 1-132 0,1 0-40 15,2-8-60-15,1 1 4 0,4-6 20 0,4-7 1 16,0-5-37-16,4-3-48 15,4-1 4-15,5-2-4 0,-2 1 8 0,6-3 36 16,-2 1-44-16,5-4 0 0,1 1-12 16,2-1-96-16,1-3-89 15,8-3-79-15,-1 0-128 0,5 0-84 0,-4-3-160 16,5-3-208-16,-5-4-392 0,-1 1-688 0,-7 2-1220 16,4-5-3665-16</inkml:trace>
  <inkml:trace contextRef="#ctx0" brushRef="#br0" timeOffset="34231.428">25858 2663 1720 0,'0'0'11465'15,"0"0"-8709"-15,0 0-1352 0,0 0-960 16,0 0-292-16,0 0 68 15,0 0 152-15,0 0 96 0,0 0 400 0,0 0-120 16,68 81-212-16,-57-50-160 0,2 1-192 16,-2-1-51-16,1-2-125 0,-3-4-8 15,2-6-61-15,-3 0-231 0,4-5-244 16,0-2-160-16,0-5-12 0,0-1-140 0,0 0-216 16,0-6-572-16,0 0-992 0,-4 0-2077 15,4-12-2691-15</inkml:trace>
  <inkml:trace contextRef="#ctx0" brushRef="#br0" timeOffset="34397.112">26212 2641 1332 0,'0'0'4212'0,"0"0"2721"0,0 0-5797 0,0 0-576 16,-103 89 172-16,67-54 732 0,0 3-72 16,-4 0-232-16,4 0-336 15,1 0-224-15,-1-3-248 0,4-3-220 0,0 0-132 16,0-7-148-16,12-2-280 0,0-5-184 15,12-8-184-15,0-4-116 16,8-6-320-16,4 0-856 0,4-6-1897 0,12-13-1911 16</inkml:trace>
  <inkml:trace contextRef="#ctx0" brushRef="#br0" timeOffset="34852.906">26531 2556 8836 0,'0'0'4861'16,"0"0"-4049"-16,0 0-760 0,80-29-40 0,-52 16 332 16,0 3 232-16,-4 4 144 15,4 0-308-15,-5 3-248 0,5 0-164 0,-4 3-12 16,0 0 8-16,-8 3 4 0,0 0 84 16,-4 3 44-16,0 4-16 0,-8-1 0 0,4 1 36 15,-8 7 124-15,3-3 28 16,-3 5 116-16,0 4 4 0,0 3-24 0,-3-1-40 15,-1 0-52-15,0 3-8 0,0 1-40 16,-1 1-76-16,1 3 40 16,4-1 12-16,-7 3 0 0,3 0 24 15,0 4 24-15,0-1 25 0,-5-3-65 0,6 0-32 16,-1-4 8-16,0 1 4 0,0 0-16 16,0-7 52-16,0 4-112 0,4-4-36 15,-4 1-36-15,4-1-64 0,-4-3 32 16,4 0-40-16,-4-2-8 0,4 2-4 15,-4-7 8-15,4 2-8 0,0-5-48 0,-4 1 48 16,4-3 0-16,-4-1 0 0,0-3-72 16,4 1-36-16,-4-4-88 0,-4 0-32 15,0 0 8-15,0-3-56 0,-8 3-64 16,0-3-125-16,-8 0 41 0,-4 0-16 16,-7-6-192-16,-5 0-424 0,-12-1-600 0,-4-2-1080 15,16 3-2141-15,-36-4-3183 16</inkml:trace>
  <inkml:trace contextRef="#ctx0" brushRef="#br0" timeOffset="42316.116">4039 4048 900 0,'0'0'1864'0,"0"0"-168"15,0 0-460-15,0 0-1220 16,0 0-4-16,0 0 104 0,81 41 16 16,-78-38 48-16,-3 0 4 0,0 0-80 0,0 1 64 15,0-1 52-15,-7 1 40 16,3-1 52-16,-5-1-104 0,-2-2 612 0,-2 3-212 15,-2 1-428-15,-2-4 80 0,2 0 152 16,-2 0 160-16,2 0-19 0,-2 0 51 16,2 0-152-16,-1 0 60 0,0 0-64 15,4-4 60-15,-4 4 180 0,5 0 56 0,-2 0-12 16,5 0-104-16,5 0-88 0,-6 0-20 16,5 0-36-16,4-3-100 0,0 3-88 15,0 0-124-15,0 0-48 0,0 0-40 16,0-2-32-16,9 2-52 15,-2 0-124-15,1 0 0 0,12 0 116 0,0 0 8 0,8 0 124 16,3 0-16-16,10 0-104 0,-1 0 60 16,3 0 20-16,5 0 16 15,4 0-88-15,-1 0-8 0,2-3 4 0,3-4 64 16,3 3-72-16,-3-2-8 16,3 0-64-16,-7-1 12 0,4 5-40 15,-9-5 4-15,-2 4-4 0,-2 0-36 0,-6-1-24 16,-5 1-24-16,-5 3 36 0,-3 0 12 15,-4 0 24-15,-4 0-36 0,-8 0-12 0,0 0-28 16,-4 0 4-16,-4 0 8 0,0 0-72 16,0 0-216-16,0 3-292 15,-4-3-404-15,-4 4-696 0,0-1-2873 0,-8-3-3198 16</inkml:trace>
  <inkml:trace contextRef="#ctx0" brushRef="#br0" timeOffset="43532.166">1143 7838 4972 0,'0'0'4244'16,"0"0"-1663"-16,0 0-741 0,0 0-468 15,0 0-268-15,0 0-100 0,0 0-308 0,0 0-204 16,0 0-132-16,4 30-92 0,8-12 88 16,-4 11-12-16,7 9-100 15,2 10 28-15,-2 5-88 0,2 8-16 0,-2 6-20 16,5 6-28-16,-3 6-56 0,-6 4 8 16,1-1 0-16,0 7-72 0,0-3-44 15,-4-7-28-15,-3-3 20 0,-2-9-20 0,1-13-72 16,0-10-64-16,-4-12-36 0,4-9-40 15,0-10-108-15,-4-7-208 16,0-6-116-16,4 0-264 0,1-6-484 0,-2-7-368 16,5 0-636-16,-8-29-2457 0</inkml:trace>
  <inkml:trace contextRef="#ctx0" brushRef="#br0" timeOffset="43785.329">1214 7817 6412 0,'0'0'4553'0,"0"0"-3317"0,0 0-124 16,0 0 56-16,0 0-20 0,84-29-192 15,-60 29-384-15,-3 0-124 0,2 0-112 16,1 0-92-16,-4 3-20 0,-4 7-88 16,0 2-136-16,-1 4 0 0,-6 9 0 0,-1 7 4 15,-8 4 108-15,0 8-108 0,-4 3-4 16,-12 4-4-16,0-4-144 15,-4 2-88-15,-4-8-12 0,1-4-196 0,-2-4-164 0,1-3-208 16,0-3-180-16,0-5-420 16,5-6-476-16,2-7-857 0,2-2-2407 15</inkml:trace>
  <inkml:trace contextRef="#ctx0" brushRef="#br0" timeOffset="44082.86">1689 8125 716 0,'0'0'9620'0,"0"0"-8047"0,0 0-841 16,75 9 324-16,-54-2 452 15,-6-1-348-15,1 3-476 0,-4 4-260 16,4 0-128-16,-8 6-120 0,0 4-128 0,0-2-48 16,0 5 0-16,-8 4-44 0,0 0-120 15,0-1-120-15,-4-7 100 16,0-3 184-16,-4-7 148 0,4-5 124 0,0-3 24 15,0-4 40-15,0 0-52 0,0-7-124 16,1-6-64-16,-1-3-84 0,4-9 124 16,0 0 148-16,0-5-116 0,0-2-168 0,11 1-148 15,1 3-36-15,0-1-12 0,4 4-272 16,4-4-472-16,-1 6-320 0,2 2-860 16,-1-1-972-16,-1 8-1929 0,2 3-1003 15</inkml:trace>
  <inkml:trace contextRef="#ctx0" brushRef="#br0" timeOffset="44340.855">2139 8236 9368 0,'0'0'2077'16,"0"0"-1241"-16,20 72 48 0,-12-49 664 15,4 2-48-15,-4-9-216 16,0-6-528-16,0-4-300 0,4-6-212 0,-1 0-44 16,2-6 32-16,2-7-12 0,2-3-48 15,2-9 24-15,1-2-184 0,-3-3-12 16,-2-5-100-16,-3 3-120 0,0 0 64 0,-4 7 20 15,-4 6-48-15,-4 6 132 0,0 4 52 16,-4 2 188-16,-8 4-56 0,0 0 28 16,-4 3-148-16,0 0-12 0,1 3-108 15,-2 7 68-15,2-1 36 0,-2 4 4 0,2 0-84 16,6-1-4-16,2 1-44 16,-1-4-28-16,4-2-260 0,4 2-444 15,0 1-748-15,0-1-1308 0,0 5-3481 0</inkml:trace>
  <inkml:trace contextRef="#ctx0" brushRef="#br0" timeOffset="44607.9">2634 8182 10528 0,'0'0'2377'16,"0"0"-1473"-16,0 0 20 0,0 0 484 0,0 0-304 16,0 0-164-16,0 0-148 15,0 0-376-15,0 0-120 0,0 0 56 16,55-22 100-16,-47-2-244 0,-4-1-208 0,0 4-24 15,0 2-232-15,-4 2 24 16,0 6 72-16,0 0 88 0,-8 5 64 0,-4 4-4 16,-4-5-136-16,-4 7 100 0,1 0 8 15,-6 0 32-15,5 7-48 0,5-2-28 0,-2 11-64 16,2-4-84-16,-1 7 36 16,4 1-28-16,3-1-8 0,5 0-40 0,-3 0-148 15,3 3-736-15,4-3-1136 0,0-3-2045 16,0-2-1999-16</inkml:trace>
  <inkml:trace contextRef="#ctx0" brushRef="#br0" timeOffset="44745.721">2769 8134 8988 0,'0'0'2313'0,"0"0"-1389"16,75 9 12-16,-47-5 460 0,0 2-312 16,0-3-328-16,-4-3-180 0,4 0-204 0,-4-9-164 15,3-4-68-15,-3-6-140 0,4-6-264 16,-8-4-468-16,5-3-588 0,-10-3-848 15,-3 10-1945-15,-4-10-2003 0</inkml:trace>
  <inkml:trace contextRef="#ctx0" brushRef="#br0" timeOffset="44963.643">3055 7689 8976 0,'0'0'2337'16,"0"0"-1757"-16,0 0 36 0,0 0 340 0,-7 74 84 0,7-36 60 15,0 6-156-15,7 4-64 16,-3 6-96-16,-4 6-120 0,4 7-136 15,-4 2-184-15,0 5-196 0,-4 2-76 16,0 3-72-16,-3-2 8 0,-1-4 4 16,-5-7-12-16,2-3-80 0,-1-6-204 15,-4-2-72-15,-1-5-60 0,-2-1-40 0,3-5-88 16,-8 0-176-16,-4-2-208 16,-3-2-428-16,-6-1-716 0,5-7-773 0,-23 6-2031 15</inkml:trace>
  <inkml:trace contextRef="#ctx0" brushRef="#br0" timeOffset="45365.095">864 9116 8704 0,'0'0'3881'0,"0"0"-2365"0,0 0-516 15,0 0-384-15,0 0-176 16,0 0-300-16,0 0 84 0,0 0 64 0,0 0 396 16,112-36 96-16,-61 27-248 0,9 2-176 15,4-2-100-15,12-1-12 0,3-3 4 16,9 5 32-16,3-9 72 0,1 4 40 16,7-2-76-16,2-4-132 0,2 3-40 15,9-3 40-15,-5 0-51 0,9-4 51 16,0 4-28-16,3-2-48 0,0 2-108 0,1 2-68 15,-5 1 68-15,-3 4 0 16,-5 5 0-16,-2 1 44 0,-6 0-40 0,-3 6-4 16,-5-4-60-16,-7 4-48 0,-5-3-28 15,-11 0 52-15,-5 0-109 0,-10-3-87 16,-14 3-12-16,-7-1 24 0,-4 1 24 16,-12 0-12-16,-4 0 0 0,-3-1-64 15,-6 1-156-15,1 0-224 0,-4 0-240 0,0-3-672 16,0-1-1232-16,-7-5-2813 0</inkml:trace>
  <inkml:trace contextRef="#ctx0" brushRef="#br0" timeOffset="54232.67">6127 8007 5988 0,'0'0'1572'15,"0"0"1732"-15,0 0-1763 16,0 0-661-16,0 0-76 0,0 0 56 0,0 0-116 15,0 0 12-15,0 0 40 0,0 0-88 16,80 12-252-16,-53-7-124 0,1-3-12 0,0 1-48 16,4 0-64-16,-4-3-24 0,4 0-112 15,-4 0-12-15,0 0 16 16,0-3-64-16,0-2-4 0,-4-6-8 0,4 2-148 16,-9-4-368-16,6 0-184 0,-10 1-152 15,1-1-216-15,1 1-480 16,-9-1-764-16,-5 3-1733 0,1 3-2259 0</inkml:trace>
  <inkml:trace contextRef="#ctx0" brushRef="#br0" timeOffset="54717.155">6478 7607 1760 0,'0'0'900'0,"0"0"3708"15,0 0-3064-15,0 0-380 0,0 0-79 16,0 0-161-16,0 0-28 15,-79-54-144-15,75 51-64 0,4 3-144 0,-4 0-152 16,4 0-104-16,0 0-124 16,0 0-156-16,0 6-4 0,0 7 4 0,0 3 156 15,0 9 12-15,0 1 116 0,0 6-80 16,0-1 72-16,4 4-108 0,0 0 60 16,-1 3-88-16,1-2 64 0,4 1-24 15,1 1-40-15,2 4-52 0,-3-1 68 0,5 1-68 16,-2 1-32-16,1-1-4 0,0-1-48 15,0 7 112-15,4-1-24 0,0 1 144 16,-4 3 112-16,4-4 0 0,-5 0-160 0,6-5-36 16,-6-3-36-16,6-2-28 15,-10-2-36-15,6-2 28 0,-5-5 8 0,-5 0-12 16,1-2-32-16,0-4-48 0,-4 0 80 16,0-3-36-16,0-3 24 0,-4 0 4 0,-7-4 20 15,-2 5-36-15,2-9-8 0,-10 6-4 16,2-9-48-16,-5 2-4 15,0-3-156-15,-8-1 0 0,4-3-32 16,-4 0 20-16,0 0-72 0,4-3 48 16,0-1-84-16,4-5-40 0,1 3-24 15,3-5-60-15,-1-1 8 0,2-1-24 0,7-2-100 16,0-1-168-16,4-3-52 0,0 0-432 16,8-3-276-16,0-1-692 15,0-2-953-15,0 8-2435 0</inkml:trace>
  <inkml:trace contextRef="#ctx0" brushRef="#br0" timeOffset="55340.976">7211 8156 404 0,'0'0'12373'16,"0"0"-10077"-16,0 0-1200 0,0 0-280 0,0 0 40 15,0 0-28-15,0 0-20 0,0 0-48 16,0 0-212-16,95 0-216 0,-67 4-164 0,4-4-20 16,-4 0-76-16,0 0-16 0,0 0-56 15,-4-4-8-15,4 1-52 16,-5 0-112-16,-2-4-300 0,-1 5-288 0,-5-5-156 16,-2 7-208-16,-5-3-652 0,-1 0-2220 15,-7 3-1861-15</inkml:trace>
  <inkml:trace contextRef="#ctx0" brushRef="#br0" timeOffset="55537.096">7323 8356 3164 0,'0'0'652'16,"0"0"3060"-16,0 0-1316 0,0 0-475 0,0 0-181 16,0 0-172-16,0 0-444 0,0 0-200 15,0 0-44-15,0 0-44 0,0 0-24 16,75 23-240-16,-51-23-192 0,4 0-100 0,-4 0-120 15,4-4-148-15,-1-2-12 16,6 0-136-16,-6-1-264 0,5-2-336 16,-4 3-232-16,0-4-392 0,-8 4-1424 0,4-1-5581 15</inkml:trace>
  <inkml:trace contextRef="#ctx0" brushRef="#br0" timeOffset="64381.148">28220 2758 7856 0,'0'0'4161'16,"0"0"-3037"-16,0 0-688 0,0 0 196 15,0 0 344-15,0 0 320 16,0 0-212-16,-79-50-456 0,55 46-392 0,-4 2-160 16,-8 2 20-16,0 0-96 0,-4 2-4 15,0 8-4-15,-3 0-52 0,-1 5-16 0,-4 2 4 16,0 4 8-16,1 5 60 0,-5-1-92 16,3 4 44-16,-2 0 40 0,7-4 8 15,0 4 4-15,9-4 4 0,3 1 8 16,12-7 76-16,4-3 24 0,4-4 36 15,8 1-140-15,0-7 40 0,4 1-40 16,4 2-4-16,7 0 68 0,2 1 48 16,11 0 116-16,3 2 120 0,10-5-52 0,2-1-32 15,1 0-28-15,-1-6 0 16,2 0-124-16,-1 0-44 0,-5 0-72 0,1 0 4 16,-8 0-8-16,0-3-12 0,-4 0-208 15,-8-1-256-15,-4 2-124 0,-4 2-164 0,-4 0-300 16,-4 0-536-16,0 0-1096 15,-8 0-1829-15,-8 2-1971 0</inkml:trace>
  <inkml:trace contextRef="#ctx0" brushRef="#br0" timeOffset="64591.591">27359 3344 380 0,'0'0'9260'16,"0"0"-7015"-16,0 0-1069 0,0 0 20 15,0 0 392-15,0 0-108 16,0 0-368-16,101 12-312 0,-62-12-200 16,-3 0-256-16,7 0-148 0,2 0-88 0,-2-4-96 15,2 1-12-15,-2 0-72 0,1 1-504 16,0-2-392-16,-1 1-132 0,2 0-292 16,-6 3-1068-1,1 0-2629-15,-16 0-3159 0</inkml:trace>
  <inkml:trace contextRef="#ctx0" brushRef="#br0" timeOffset="67404.469">28866 2717 5956 0,'0'0'2236'16,"0"0"841"-16,0 0-1905 0,0 0-292 0,0 0 136 16,0 0 460-16,0 0-260 0,0 0-224 15,0 0-240-15,0 0-296 0,-4-13-148 16,16 13-136-16,8 0-64 0,8 4 172 16,11-1 148-16,5 0 256 0,4 4-272 0,-4-4-167 15,-4-3-125-15,-1 3-108 31,-7-3 0-31,5 0-12 0,-10 0-4 0,1 0-68 16,-4 0-209-16,-8 0-263 0,4 0-408 0,-8 0-276 0,-4-3-776 16,0 3-2096-16,-5-3-2049 0</inkml:trace>
  <inkml:trace contextRef="#ctx0" brushRef="#br0" timeOffset="67628.094">29041 2711 796 0,'0'0'8944'0,"0"0"-7047"16,0 0-949 0,0 0 172-16,-8 80 440 0,8-45-80 0,4 9-260 15,-4 3-380-15,4 5-264 0,-4 2-220 0,0 2-112 0,0-5-48 16,0 1-124-16,-4-8-72 0,4-6-44 0,0-4 40 16,0-9-4-16,4-2-140 0,-4-4-180 15,4-7-312-15,0-1-344 16,-4-3-220-16,4-1-504 0,-4-3-1012 0,5-4-2041 15,-5 0-2079-15,0-11 5992 0</inkml:trace>
  <inkml:trace contextRef="#ctx0" brushRef="#br0" timeOffset="67776.761">29073 3140 9876 0,'0'0'1869'0,"0"0"-445"0,0 0 212 15,0 0-112-15,84-3-428 0,-65 3-288 0,5 0-256 16,0-4-208-16,1 4-204 0,-10-3-140 15,5 3-148-15,-8 0-184 0,0 0-444 16,-8 7-452-16,-4 2-596 16,0 1-1040-16,-16 11-2265 0</inkml:trace>
  <inkml:trace contextRef="#ctx0" brushRef="#br0" timeOffset="67967.316">28985 3365 2944 0,'0'0'1616'0,"0"0"3232"0,0 0-3107 0,0 0-661 15,0 0 400-15,0 0 228 0,0 0-288 16,84 10 192-16,-48-10-788 0,0-4-368 16,4-2-224-16,-4 0-124 0,-1-4-108 0,1 1-60 15,0-1-112-15,0 1-588 16,-1-1-236-16,-2 1-384 0,3-1-1028 16,-4 0-2501-16,-8 7-3623 0</inkml:trace>
  <inkml:trace contextRef="#ctx0" brushRef="#br0" timeOffset="68280.403">29786 2771 8060 0,'0'0'4353'0,"0"0"-3673"0,0 0-236 16,0 0 836-1,0 0 248-15,0 0-420 0,76 6-416 0,-48-6-272 16,-5 0-260-16,5 4-112 0,-3-4-48 15,-5 0 0-15,3 0-96 0,-3 0-448 16,0 0-384-16,-4 0-264 0,-4 0-472 0,0 0-1052 16,-8 0-2693-16</inkml:trace>
  <inkml:trace contextRef="#ctx0" brushRef="#br0" timeOffset="68533.519">29874 2870 952 0,'0'0'1356'15,"0"0"4840"-15,0 0-4176 0,0 0-567 16,-32 76-225-16,28-51 4 0,-4 7 44 16,8 3-184-16,-8 6-408 0,4 3-164 0,0 4-100 15,0 4-136-15,4-2 60 0,0-2 196 0,0-6-40 16,12-9-216-16,-4-3-4 16,8-8-12-16,0-3-36 0,0-4-52 15,0-2-112-15,0-3-64 0,4-3-4 0,-5-5 8 16,6-2-4-16,3 0-4 15,0-2-232-15,-5-8-280 0,5-3-136 16,4-3-184-16,-4-3-152 0,-4 0-556 0,0 3-1312 16,0-12-2793-16</inkml:trace>
  <inkml:trace contextRef="#ctx0" brushRef="#br0" timeOffset="68717.86">30336 3016 144 0,'0'0'9520'0,"0"0"-8227"16,0 0-253-16,0 0 584 0,48 82 300 0,-32-57-232 16,-5-2-552-16,10 2-536 15,-5 0-260-15,-1-2-100 0,2-4-196 16,-2 0-48-16,5-3-208 0,1-7-196 16,-2 1-348-16,5-7-316 0,0-3-536 0,4 0-1196 15,-5-6-2853-15</inkml:trace>
  <inkml:trace contextRef="#ctx0" brushRef="#br0" timeOffset="68880.864">30607 3089 640 0,'0'0'10072'0,"0"0"-8695"16,-88 57-917-16,53-26 688 0,-10 5 624 0,10 2-192 16,-1 0-476-16,0-6-500 0,12-1-320 15,0-1-284-15,8-12-36 0,4 1-544 16,4-9-372-16,8-4-120 0,0-3-464 15,4-3-1332-15,16-9-3825 0</inkml:trace>
  <inkml:trace contextRef="#ctx0" brushRef="#br0" timeOffset="69330.287">30961 2803 9888 0,'0'0'1973'16,"0"0"-1113"-16,0 0 172 0,0 0 248 16,0 0-612-16,0 0-332 0,84-40-260 0,-60 33 12 15,0 0 28-15,0 2-108 16,0 5 108-16,0 0 20 0,-9 0-88 16,6 2 40-16,-10 4-36 0,2 5 120 0,-6-3 52 15,6 5-24-15,-5 6 84 0,-1-1 100 0,1 6 248 16,1 4-156-16,-5 3-92 0,3 5 68 15,-3 6 0-15,0 2-36 0,0 0 20 16,-4 0-96-16,4 0-120 0,1-2 61 16,-2-4-53-16,9-6 76 0,-4-4-24 15,4-3-76-15,0 1-12 0,0-6-44 16,0 2-40-16,0-3-96 0,0-3 108 16,-4-1-108-16,0 1 48 0,-5 0 12 15,1-3-72-15,-4-1 8 0,0 2 40 16,0-5 0-16,0 0 4 0,-4 1-40 0,-3-1 36 15,-5 1-44-15,0-1-4 0,-4-2-60 16,-4 0-76-16,1-1-32 16,-9-3-120-16,0 0-88 15,-13-1-24-15,-2-2-108 0,-9 0-149 0,-8 0-147 0,-8 0-200 16,-3 0-608-16,-5-2-1036 0,-4-1-3217 16,17 0-3043-16,-33-3 8752 0</inkml:trace>
  <inkml:trace contextRef="#ctx0" brushRef="#br0" timeOffset="80641.659">24846 724 5196 0,'0'0'3160'0,"0"0"-1088"15,0 0-875-15,0 0 35 0,0 0 396 16,0 0-92-16,0 0-284 0,-13-73-336 16,13 66 8-16,0 5-40 15,0 2-260-15,0 0-368 0,0 2-124 0,0 8-132 16,4 6 0-16,5 12 112 0,-5 7 104 16,3 13 112-16,-3 6 13 0,-4 0-77 0,0-1-264 15,0-5-8-15,0-3-88 0,0-7-88 16,0-9-337-16,4-4 9 0,1-8-24 15,-1-6-184-15,0-4-288 16,3-7-616-16,-7 0-1344 0,4-4-2945 0</inkml:trace>
  <inkml:trace contextRef="#ctx0" brushRef="#br0" timeOffset="80928.9">24945 621 10532 0,'0'0'1889'0,"0"0"-713"0,0 0 304 0,0 0-68 16,92-5-464-16,-64 8-304 16,4 6-76-16,3 1 56 15,1 3-220-15,-4 3 28 0,-4 0-176 0,-4-1-112 16,-4 7-144-16,-8 0-12 0,-4 5 12 16,-4 0 0-16,-4 2 4 0,-4 0 72 0,-8 3-4 0,-4-4 36 15,-7 4-20-15,-2-7-88 16,-3 0-12-16,0-2-76 0,-3-4-20 15,-1 0-112-15,0-6-160 0,4-4-108 16,-4-2 44-16,4-1-72 0,4-6-52 16,0 0-112-16,5-3-316 0,2-7-240 15,6-3-704-15,7 1-485 0,0 2-2071 0,4-6-1512 16</inkml:trace>
  <inkml:trace contextRef="#ctx0" brushRef="#br0" timeOffset="81228.79">25830 571 4576 0,'0'0'2460'0,"0"0"2429"15,0 0-3761-15,0 0-72 16,0 0 272-16,0 0 76 0,0 0-432 0,0 0-380 16,0 0-200-16,0 0-156 0,-92-16-52 15,72 23-100-15,0 5-84 0,-3 4-8 16,2 7-88-16,-3-1 48 0,5 3 48 15,3 4 8-15,4-4-8 0,0 0-4 16,8-2 4-16,4-2 48 0,0-4 88 0,7-4-76 16,2-1 12-16,6 1 64 15,6 0-76-15,-2-4-56 0,9 1 72 16,-4-1-76-16,4-5-4 0,0-1-44 0,0 0-4 16,-4-3-180-16,4 0-212 0,-8 0-292 15,0 0-44-15,-5 0-180 0,-6 0-640 16,-1 3-2260-16,-8 3-3225 0</inkml:trace>
  <inkml:trace contextRef="#ctx0" brushRef="#br0" timeOffset="81431.585">25451 1111 768 0,'0'0'9488'0,"0"0"-7455"16,0 0-525-16,0 0 524 0,0 0-416 0,100 22-516 0,-68-22-264 15,4 0-152-15,3-3-108 16,1-7-200-16,0 4-204 0,0-3-164 0,0-4-8 16,4 4-96-16,-1-4-200 0,-3 4-216 15,8-4-380-15,-8 3-216 0,4 0-432 16,-16 3-1128-16,12-1-2809 0</inkml:trace>
  <inkml:trace contextRef="#ctx0" brushRef="#br0" timeOffset="81654.023">26264 590 7220 0,'0'0'3288'16,"0"0"-1151"-16,0 0-737 0,79 0 404 15,-47 0-176-15,0 0-588 0,1 0-536 16,-1 0-224-16,3-7-144 0,1 1-136 15,-4 0 0-15,0-3-492 0,-4 2-260 16,-9 1-288-16,1-4-576 0,-7 7-1124 16,-5-3-2741-16</inkml:trace>
  <inkml:trace contextRef="#ctx0" brushRef="#br0" timeOffset="81828.722">26435 628 3344 0,'0'0'104'0,"0"0"4348"0,-12 67-1876 0,12-35-763 15,-3 3-41-15,3 3-40 0,-4 4-232 16,-5-5-312-16,5 4-288 0,-7 1-252 16,-1-4-380-16,0 0-188 0,0-6-80 15,-1 0-88-15,2-10-340 0,7-2-368 0,0-9-264 16,4-4-480-16,0 0-1200 16,0-7-2789-16,4 0-2666 0</inkml:trace>
  <inkml:trace contextRef="#ctx0" brushRef="#br0" timeOffset="81978.19">26435 996 4912 0,'0'0'1900'0,"0"0"2813"16,0 0-3113-16,0 0-12 0,92-19 12 0,-68 13-404 15,4-3-516-15,-4 5-308 0,-5-2-372 16,1 3-36-16,-8 0-212 16,1-1-396-16,-6 4-336 0,-7 0-268 0,0 7-624 15,-4 6-612-15,-12 2-1401 16,-7 4-967-16</inkml:trace>
  <inkml:trace contextRef="#ctx0" brushRef="#br0" timeOffset="82115.12">26444 1165 1656 0,'0'0'1072'0,"0"0"-292"16,0 0 4532-16,0 0-4084 0,0 0-400 15,0 0 613-15,0 0-13 0,0 0-212 0,83 37-208 16,-48-37-232-16,6-6-252 0,-2-2-276 0,6-3-236 16,-2 3-12-16,-3-6-392 0,-4 5-492 15,0 2-632-15,-13 1-1172 16,9 0-4325-16</inkml:trace>
  <inkml:trace contextRef="#ctx0" brushRef="#br0" timeOffset="100680.769">8530 7857 3192 0,'0'0'3948'0,"0"0"-2144"0,0 0-1012 16,0 0-252-16,0 0 157 0,0 0 347 15,0 0-20-15,0 0-84 0,0 0-104 16,-80-21-156-16,72 28-100 0,-3 2-176 16,-2 0-68-16,1 4-12 0,5-1-64 15,-2 5 40-15,-3-2 20 0,1 1 28 0,-2 3-52 16,6 6-112-16,-5 4-60 0,-1 2-40 16,6 7 16-16,3 4 96 0,0 3-36 15,0 2-100-15,4 0 64 0,0 4-112 16,12-3-20-16,-5 3 16 0,6-7 56 15,2-2-64-15,6-7-4 0,-6-10-84 0,5-6-44 16,1-6 124-16,-2-7-80 0,1-3-256 16,1-3-120-16,6-6-252 15,-3-7-416-15,0-6-616 0,-4 4-2240 0,3-18-3025 16</inkml:trace>
  <inkml:trace contextRef="#ctx0" brushRef="#br0" timeOffset="100994.264">8785 8118 7596 0,'0'0'4401'15,"0"0"-2813"-15,0 0-840 0,0 0-332 0,0 0 152 16,0 0 300-16,0 0 160 0,0 0-248 16,0 0-288-16,0 0-196 0,76-67-124 0,-53 54-84 15,-3 4-88-15,4-1-12 0,1 4 12 16,3 3 60-16,0 3-48 15,-1 0 88-15,-3 9-100 0,4 8 48 0,-8 4-24 16,4 8 64-16,-9 3 20 0,2 3-48 16,-6 6-56-16,1 1 52 0,-3-2-8 15,-2-4-48-15,-3-1-92 16,4-10-8-16,-4-6-180 0,0-3-164 0,-4-6-212 16,5-7-124-16,-2-3-164 0,5 0-320 15,0-13-444-15,1-6-925 0,-2-9-1843 0,5-7-124 16,-8 9 3908-16,4-22-275 0</inkml:trace>
  <inkml:trace contextRef="#ctx0" brushRef="#br0" timeOffset="101174.613">9338 7934 952 0,'0'0'9664'0,"0"0"-8287"16,0 0-813-16,0 0 292 0,0 0 236 16,-59 67 156-16,39-39-128 0,0 7-140 15,-4 2-204-15,0 5-232 0,1 6-140 0,-5-1-148 16,0 5-72-16,0-1-172 0,4 2-12 15,-4-4-40-15,5-5-72 0,6-6-228 16,1-3-176-16,4-10-224 0,4-9-200 16,8-4-184-16,0-8-264 0,0-4-808 15,12-7-729-15,-4-2-2791 0,12-10 1725 0</inkml:trace>
  <inkml:trace contextRef="#ctx0" brushRef="#br0" timeOffset="101543.537">9621 8271 10396 0,'0'0'1997'15,"0"0"-1193"-15,0 0-256 0,0 0 264 16,0 0 272-16,0 0-80 0,0 0-204 16,0 0-144-16,0 0-128 0,0 0-60 0,88-20-112 15,-68 20-48-15,1 6 20 16,2-2 16-16,1-1-28 0,8 1-36 0,-4-4 24 16,3 0-84-16,-3 0-48 0,4 0-51 15,-4 0 11-15,0-4-20 16,0-3-112-16,-8 5-8 0,4-4-68 0,-4 0 28 15,-1-1-24-15,-6 0-257 0,-2 2-207 16,-3 0-144-16,1 3-32 0,-5-2-232 16,-4 1-468-16,0 0-1020 0,0 0-2801 0,0 0-3863 15,-17 3 8668-15</inkml:trace>
  <inkml:trace contextRef="#ctx0" brushRef="#br0" timeOffset="104002.411">11136 7963 6512 0,'0'0'1936'0,"0"0"-796"16,0 0-56-16,0 0 77 0,0 0-33 0,0 0-124 16,0 0-128-16,-80-3-208 0,68 9-104 15,0 3-112-15,0 4-52 0,0 0-88 16,-4 3-28-16,5-1-24 0,-2 4 52 15,2 4-92-15,3-1-72 0,-1 4-136 0,1 2-4 16,5 4 4-16,3 3-4 16,0-1 52-16,0 5-60 0,0-1 0 15,11-3-8-15,-2-1 8 0,-1-5 8 16,3-4-8-16,2-2-72 0,-2-4 68 0,1-6 0 16,4-7-180-16,-4 0 84 15,0 1 100-15,4-7-72 0,4 0-300 0,-4-10-248 16,8-2-280-16,-4-8-372 0,3-6-772 15,-7 7-1893-15,5-12-3063 0</inkml:trace>
  <inkml:trace contextRef="#ctx0" brushRef="#br0" timeOffset="104282.825">11494 8004 2672 0,'0'0'7632'0,"0"0"-6987"0,0 0-309 15,0 0 356-15,0 0 308 0,0 0 144 16,76 32-68-16,-56-19-172 0,0 2-124 0,0 4-284 16,-1 4-248-16,2-1-60 0,-6 6-64 15,1 1-16-15,0 5-44 16,-7-2 168-16,-2 4-44 0,-3-1-116 0,0-4 16 16,-4 4-76-16,0 1 84 15,-8-3-80-15,-3 0-8 0,-2-1-4 16,-2-1-4-16,-6-2-136 0,-3-4-24 0,5-3-52 15,-5-6-20-15,0 1-68 0,4-11-44 0,0-3-256 16,4-3-152-16,0-7-492 16,0-8-1316-16,8-2-2717 0,-3-11-791 0</inkml:trace>
  <inkml:trace contextRef="#ctx0" brushRef="#br0" timeOffset="105162.06">11909 7369 6156 0,'0'0'4404'15,"0"0"-3231"-15,0 0-441 16,0 0-348-16,0 0 380 0,0 0 252 16,0 0 4-16,0 0-28 0,0 0-220 0,0 0-112 15,83 67-280-15,-71-42-36 16,-4 3-156-16,-4 1 8 0,0 3-88 0,-4 0-56 15,0-1-40-15,0-1 12 0,0-5-24 16,0-7-48-16,0-1 36 0,0-12-112 16,0-2-12-16,0 1-24 0,0-4-36 0,0 0-40 15,0-4-8-15,0 1 68 0,4-6 4 16,1-4-40-16,2-2 16 16,1-4-16-16,0-1 76 0,4-2-16 0,0 0 28 15,-1-3 36-15,6 3-72 0,-6-1 152 16,2 4-68-16,-1 2 76 0,0 6-8 15,0 1 8-15,-5 3 136 0,1 5 64 16,-3 2 0-16,3 2 48 0,-5 5 0 0,1 3-12 16,0 5 24-16,0 2-48 15,-4 2-16-15,0-5-188 0,5 0-8 16,-5-4-8-16,0-4-104 0,4-3 16 16,0-3 20-16,-4 0 36 0,3 0 40 0,5 0 124 15,-4-6 48-15,5-7-12 16,2-1-160-16,1-4-4 0,4-1-108 15,-4 0 0-15,4 0-8 0,0 0 68 16,4 3 40-16,-5 3-88 0,2 4 92 0,-2-1-40 16,-2 10 48-16,-6-3 80 0,5 3 16 0,-7 0-8 15,3 0-16-15,-5 3 28 16,1 7 24-16,0 3 60 0,0-1-24 16,-4 8 48-16,0 2-60 0,0 6-72 0,0 4-40 15,-4-3-36-15,0-1-100 0,4 1-84 16,-4-8-172-16,4-2-112 0,0-2-76 15,0-8 8-15,8 1-112 0,1-4-144 0,-1 1-216 16,3-5-540-16,2 1-941 16,-2-3-1883-16,1 0-1836 0</inkml:trace>
  <inkml:trace contextRef="#ctx0" brushRef="#br0" timeOffset="106046.733">13323 8068 3024 0,'0'0'196'0,"0"0"5516"16,0 0-4780-16,0 0-336 0,0 0 345 16,0 0 403-16,0 0-156 0,-100-44-164 0,77 44-204 15,-5 2-140-15,0 15 28 16,0 4-88-16,0 11-184 0,0 13-204 16,4 8 4-16,1 4 96 0,2 0-100 0,9 1 28 15,4-7-116-15,8-13-144 0,0-10 0 16,0-5-60-16,8-14-124 0,4-6 60 15,0-3 112-15,4-3 12 0,4-13-84 16,0-7-40-16,4-2-84 0,0-9-40 0,-1-1 4 16,-2-4 68-16,3 4-20 0,-5 3 36 15,1 11 60-15,1 2-72 16,-2 7-76-16,1 7 108 0,0 5 140 0,0 13 64 16,0 6 196-16,0 6 64 0,0 7-128 15,-4 3 40-15,-4 7 12 0,0 2-52 16,-8 1 12-16,0 6-36 15,0 3 36-15,-4-1-120 16,-4 8 120-16,-4-1 148 0,-4 4-16 0,0-7 64 16,-4-3 24-16,0-3-4 0,0-10-95 0,4-6-61 0,-4-10-76 15,4-2-32-15,-4-10-64 16,4-8 36-16,-3-1 24 0,2-4-44 0,-6-7-112 16,-1-5-24-16,-4-4-172 0,-1-6 16 15,2-3-4-15,-5-5-44 0,4-1-88 16,0 2 23-16,4-3 1 0,8 1 12 15,4 3-60-15,1 2 24 0,2 0-88 0,5-2-260 16,0 2-136-16,0 1-312 16,12-3-380-16,0-1-808 0,4-7-1613 0,4 2-1563 15</inkml:trace>
  <inkml:trace contextRef="#ctx0" brushRef="#br0" timeOffset="106292.604">13937 7857 4956 0,'0'0'6325'0,"0"0"-4889"0,0 0-532 15,0 0 364-15,0 0 208 0,0 0-48 16,-5 86-352-16,-2-54-376 0,3 6-200 16,0 6-84-16,4 0 12 0,0 5-4 15,0-2-204-15,0 1-88 0,0-3-72 16,0-4-60-16,8-9-88 0,-5-7-32 0,6-6 12 15,3-6-64-15,-1-7-204 16,2 0-224-16,-2-6-168 0,6 0-256 0,-2-3-360 16,2-6-624-16,-2-7-1048 0,-2-3-1861 15,-2 3-1527-15</inkml:trace>
  <inkml:trace contextRef="#ctx0" brushRef="#br0" timeOffset="106465.341">14152 8038 756 0,'0'0'5716'0,"0"0"-2924"0,0 0-687 15,0 0-105-15,0 0-352 0,79 30-240 16,-51-5-76-16,-4 0-48 0,4 7-180 16,0 0-348-16,-1-4-392 0,-2-2-240 15,-1-5-124-15,0-4-136 0,-5-4-304 16,5-3-156-16,-4-8-212 0,1-2-116 16,2-2-488-16,-11-8-1228 0,8-9-3021 15</inkml:trace>
  <inkml:trace contextRef="#ctx0" brushRef="#br0" timeOffset="106633.633">14534 7934 1788 0,'0'0'10865'0,"0"0"-9325"0,0 0-640 0,-71 90 128 16,47-53 272-16,-4 8 112 16,-4-4-188-16,0 3-368 0,4-3-408 0,0 1-324 15,0-4-124-15,0-3-244 0,4 0-364 16,5-4-284-16,2-6-448 15,6-6-836-15,7-8-2164 0,0-8-1693 0,4-10 429 16</inkml:trace>
  <inkml:trace contextRef="#ctx0" brushRef="#br0" timeOffset="106843.291">14805 7893 8200 0,'0'0'5945'0,"0"0"-5189"16,0 0-240-16,88 41 164 15,-72-19 312-15,0 4 368 0,-4-1-56 0,-5 4-608 0,2 3-332 16,-1 1-264-16,-4 0-36 16,-4 5-64-16,0 3-132 0,-8 1-64 0,-8 2-148 15,0 0 4-15,-8-2 96 0,0-1-28 16,-4-3-352-16,-4-3-192 16,0-6-176-16,-7-4-248 0,11-9-1344 0,-28 3-3697 15</inkml:trace>
  <inkml:trace contextRef="#ctx0" brushRef="#br0" timeOffset="108863.6">4494 6741 4256 0,'0'0'7909'0,"0"0"-6745"0,0 0-592 0,0 0-64 16,0 0 300-16,0 0 148 0,0 0-4 16,0 0-232-16,0 0-300 0,-17 18-172 15,30-14-4-15,2-1 64 0,6 0 48 16,7 0 60-16,4 0-132 0,-1-3-104 15,1 0-20-15,0 0-24 0,4-6-64 16,-4 0-64-16,-1-1 64 0,1 1-68 0,0 3 0 16,-4-3-4-16,-4-1-4 0,0 4-56 15,-4-4-88-15,-4 7-96 0,-1-2 0 16,-2 2 72-16,-1 0-20 0,-5 2-4 16,2 8-16-16,-1 3 116 0,-1 6 96 0,2 6 120 15,-1 10-68 1,-4 9 68-16,0 1-32 0,3 9-88 0,-3 1 0 15,1 1 28-15,3 7-20 0,-4-2-8 0,-1-4 88 16,-3-7-80-16,0-8 4 16,4-7 96-16,-4-6-32 0,4-8-72 15,-4-2 104-15,0-2-108 0,4-9-8 0,-4 2-104 16,5-6 40-16,-5-4 12 16,0 0-100-16,0 0-136 0,0 0-180 0,-5-4-192 15,1 1-200-15,-4 0-204 0,1-3-568 16,-10-3-2225-16,2 2-2271 0</inkml:trace>
  <inkml:trace contextRef="#ctx0" brushRef="#br0" timeOffset="109057.999">4642 7334 6020 0,'0'0'6745'15,"0"0"-5561"-15,0 0-956 0,0 0 164 16,0 0 804-16,79-26-76 0,-48 14-264 15,-3-4-264-15,4-3-196 0,-4 3-148 0,4 0-152 16,-4 0-96-16,-4 3-80 0,-4 1-156 16,0 2-440-16,-4 7-192 0,0 0-172 15,-9 3-368-15,2 13-732 0,-5-4-2041 16,-4 23-1483-16</inkml:trace>
  <inkml:trace contextRef="#ctx0" brushRef="#br0" timeOffset="109244.186">4737 7601 3164 0,'0'0'1760'16,"0"0"1448"-16,0 0-1780 0,0 0-35 0,0 0 367 16,0 0-44-16,0 0-552 15,0 0-360-15,0 0 44 0,0 0 132 16,75-7-144-16,-39-2-236 0,1-4-184 16,-2 1-196-16,1-5-132 0,0-2-88 0,-1 1 0 15,6-2-356-15,-5 1-476 16,7 1-364-16,-3-2-408 0,-9 8-1456 0,18-8-5253 15</inkml:trace>
  <inkml:trace contextRef="#ctx0" brushRef="#br0" timeOffset="110012.111">5952 6629 4636 0,'0'0'9229'0,"0"0"-7913"16,0 0-1128-16,0 0 12 0,0 0 428 16,0 0 224-16,0 0 180 15,0 0-132-15,44 86-276 0,-40-51-256 0,0 6-124 16,-4 0-72-16,0 0-52 0,4-5-112 15,0-2 16-15,-4-8-24 0,7-1-120 0,-2-9 48 16,-1-2-16-16,4-9 40 0,-4-2-124 16,-1-3-84-16,1 0-24 15,5-3 68-15,-1-2 140 0,-1-9 0 0,1-2 8 16,5-3-60-16,-6-3-20 0,5 0 44 16,1 0-24-16,-2-1 12 0,2 1 40 15,-2 3 60-15,1 3 0 0,0 4 4 16,0-1-56-16,-4 9 60 0,-4 1 4 0,0 3 52 15,4 0 68-15,-4 10 56 0,0 2 104 16,0 4-68-16,-4 3 8 0,0 4-12 16,0-1-48-16,0-4 24 0,0-4-104 0,0-2-80 15,0-5-12-15,0-4-48 16,0-3 56-16,0 0 4 0,3-3 12 16,6-6-4-16,-1-1-8 0,3-6-120 0,6 0-64 15,-2-6 12-15,2 4 52 16,3 1 32-16,-5 1 76 0,6 0-60 15,-2 3 64-15,-3 1 4 0,5 5-4 0,-6 4 4 16,2 0 4-16,-2 3 144 0,1 0-32 16,0 3 48-16,-5 4-12 0,2 2 48 15,-5 4-52-15,-1 2 64 0,-2 4 12 16,-1 4 0-16,0 2-24 0,-4 0-124 16,0 7-60-16,0-6-12 0,0 2 0 0,0-6-132 15,0 1-200-15,0-4-56 0,0-3-40 16,0-4-52-16,0-2-160 15,0 0-324-15,4-4-444 0,-4-4-1080 0,7-2-3149 16</inkml:trace>
  <inkml:trace contextRef="#ctx0" brushRef="#br0" timeOffset="112779.953">8541 6775 392 0,'0'0'6932'0,"0"0"-5400"16,0 0-448-16,0 0 197 0,-7-86-141 16,7 61-16-16,0 3 96 0,0 2-136 15,0 2-232-15,4 5-116 0,-4 3-140 16,0 7-176-16,0 3-160 0,0 0-76 0,0 3 0 15,-8 7-160-15,-8 9-24 16,0 10-148-16,-8 5 64 0,-4 8-4 16,4-1 76-16,1-3-48 0,-1 0 44 0,3-9-44 0,10-1-12 15,-2-6 20-15,5-2-60 16,5-1-72-16,3-6 72 0,3-1 52 16,10-2-112-16,-1-1 20 0,8-3 152 0,3-2 124 15,1-1-48-15,4-3-16 0,0 0-60 16,0-3 112-16,0-4-108 0,-4 1 96 15,-5 3 60-15,2 3-24 0,-10 0-88 16,2 0-44-16,-5 3 48 0,-1 6 20 16,-7-2 40-16,4 3-100 0,-4-1 48 15,0 0 76-15,0 1 12 0,0-1-60 16,-4 1 32-16,-7 0-44 0,3 0-64 16,-5-2-12-16,2 3-184 0,-6-3-64 15,2 3-32-15,-5-2-32 0,4-4 4 16,-4 2-112-16,4-3-52 0,0 2-52 15,5-6 32-15,2 3 4 0,5-3-52 0,4 0-360 16,0-6-680-16,0-3-1533 0,8-1-1495 16</inkml:trace>
  <inkml:trace contextRef="#ctx0" brushRef="#br0" timeOffset="113133.107">8921 6753 5336 0,'0'0'5480'0,"0"0"-4271"0,0 0-121 0,0 66 308 16,0-37-32-16,0 0-212 16,-4 0-260-16,-1-4-272 0,5 0-288 15,0-3-332-15,0-6-92 0,5-6 88 0,-1-4-92 16,3-3-40-16,1-3-100 16,0 0-48-16,1-6 100 0,6-7-104 15,-2-3-168-15,2-6-144 0,1 0-4 0,4-1 152 16,-4 4-52-16,-4-3 36 0,8 4 36 15,-9 1 36-15,2-1 116 16,-1 5 244-16,-5 3 36 0,-3 1 116 0,5 6 240 0,-5 3 124 16,-4 0-72-16,4 0-20 15,-1 9 92-15,-3 7 108 16,4 3-156-16,0 3 28 0,0 3 36 0,-4 1-72 16,5-1-32-16,-1 1-156 0,0-4-236 0,3-3 0 0,1-3-60 15,1-4-40-15,2-5-320 0,5-1-176 16,0-6-136-16,1 0-212 15,6-8-432-15,-7-3-1148 0,12-8-3157 16</inkml:trace>
  <inkml:trace contextRef="#ctx0" brushRef="#br0" timeOffset="113328.817">9626 6711 2764 0,'0'0'5848'0,"0"0"-2823"0,0 0-1797 16,0 0-172-16,-80 89 412 0,60-47-284 0,-3 0-328 15,2 2-88-15,5 0-112 0,4-6 44 16,8-3-152-16,1-9-300 0,3-5-248 0,0-7-12 16,7-9-52-16,5-1-32 15,0-4 84-15,4-9-196 0,0-11-148 0,4-2-184 16,4-10-296-16,0-3-292 16,0-3-568-16,-9 10-1236 0,9-19-2525 0</inkml:trace>
  <inkml:trace contextRef="#ctx0" brushRef="#br0" timeOffset="113663.572">9745 6343 8976 0,'0'0'5125'0,"0"0"-3925"15,0 0-280-15,0 0 16 0,0 0-80 16,-4 86 144-16,0-45-92 0,4 4 56 16,0-1-188-16,0 4-191 0,4-1-209 15,0 2-244-15,4-5-132 0,4 0-4 16,-4-9-128-16,0-2-112 0,4-12-8 0,-4-5 68 15,4-6-73-15,-4-10-95 0,3 0 0 16,2 0 60-16,-5-10-12 0,3-2-4 16,2-8-44-16,-5 4 32 0,3 0 88 15,2 1 132-15,-6 5-12 0,1 0-8 16,1 7 44-16,-5 0 72 0,3 3 4 0,1 0 160 16,0 9 60-16,-3 1 4 15,2 3-40-15,1 2 132 0,0 1-96 16,1 0-84-16,-2 0 108 0,1 1-24 0,0-5-220 15,0 1-12-15,4-5-124 0,-4-1-192 16,4 0-148-16,4-4-152 0,0-3-172 0,-1 0-764 16,2 0-1120-16,2-6-3213 15</inkml:trace>
  <inkml:trace contextRef="#ctx0" brushRef="#br0" timeOffset="113876.371">10738 6763 11429 0,'0'0'6260'0,"0"0"-5532"16,0 0-592-16,0 0 12 0,83 3 208 16,-55-3 160-16,-1-3-4 0,5-4-20 0,0-2-224 15,4-4-152-15,4-4-116 16,-4 3-172-16,4-3-496 0,-5 1-216 0,-3 0-164 15,0 4-352-15,-12 2-1096 0,1 0-3169 16</inkml:trace>
  <inkml:trace contextRef="#ctx0" brushRef="#br0" timeOffset="114094.068">11013 6388 8944 0,'0'0'5393'0,"0"0"-4509"15,-9 79-316-15,9-37 272 0,0 5 192 16,0 4-4-16,0 3 40 0,0-4-300 16,4 2-280-16,1-8-208 0,2 1-232 0,-3-8-48 15,4-4-144-15,-4-12-344 16,8-5-60-16,-4-9 8 0,0-7 12 0,4-7-196 16,0-11-316-16,4-8-552 0,0-12-912 15,0 9-1749-15,-1-25-1075 0</inkml:trace>
  <inkml:trace contextRef="#ctx0" brushRef="#br0" timeOffset="114680.256">11232 6273 6036 0,'0'0'4929'0,"0"0"-2657"0,0 0-992 15,0 0-332-15,0 0 348 0,0 0-204 0,23 96-216 16,-23-52 68-16,0 7-64 0,0 0-136 16,0 3-75-16,0-1-221 15,0 5-132-15,0-4-172 0,0-3-92 0,0-4-52 16,0-9-72-16,5-2-84 0,-2-18-36 0,5-6-16 15,0-5-8-15,4-7-41 16,0-7-47-16,0-1 48 0,4-9-36 0,-1-2 12 16,2 0 60-16,-6 5 24 0,2 0 76 15,2 4 8-15,-6 7 40 0,3 0 60 16,-1 0 12-16,2 3 36 0,-6 0 232 16,1 3-12-16,0 3 0 0,-3 4-24 0,2-3 36 15,1 5 0-15,-4-6-96 16,4 4-108-1,0-4-64-15,0 0-112 0,4-2-44 0,0-1-100 16,0-3-36-16,0 0-160 0,4-7-120 0,0-1-140 16,-4-9-260-16,8 2-44 0,-5-5-60 0,2 1-32 15,-2-3-44-15,6 3 324 0,-6 3 728 16,1 1 100-16,0 5 76 0,-7 1 460 16,2 4 276-16,-3 5 60 0,-4 0 44 15,4 5 0-15,-8 4 0 0,0 3-28 0,0 8-88 16,0 2-204-16,-3 3-8 15,-2 3 80-15,1-5-71 0,0 0-245 16,4-8-184-16,0-3-156 0,0-1-12 0,0-9-60 16,0 2-36-16,4-4-4 0,0 0-32 15,8 0-60-15,-4-6-101 0,8-5 1 0,-4 3-24 16,0-6-24-16,0 5 60 16,0-1-4-16,-5 4 52 0,-2 3 24 0,-1 1 112 15,-4 2 96-15,0 0 0 0,0 0 196 16,0 0 72-16,0 2-72 0,0 1-112 15,0-3-84-15,0 0-72 16,0 0-124-16,4 0-96 0,0-3-148 0,3-10 20 16,6-3-256-16,-1-3-648 0,-1-9-812 15,6-1-572-15,-2-10-117 0,-2 11-395 16,-2-26-2983-16</inkml:trace>
  <inkml:trace contextRef="#ctx0" brushRef="#br0" timeOffset="114988.616">12108 6340 3252 0,'0'0'8345'0,"0"0"-6273"0,0 0-804 0,0 0 28 15,0 0-308-15,48 73 16 0,-40-34 52 16,-1 5-160-16,-3 1 20 0,5 2-163 16,-1 0-121-16,-1 2-136 0,1-2-208 0,1-3-192 15,2 0-96-15,1-2-44 16,0 0-100-16,-4-9-36 0,0 0-4 0,1-8-56 16,-6-9-76-16,-3-2 24 0,0-12-25 15,0 1-107-15,-3-3 36 0,-10 0-100 16,1 0-384-16,-8-5-184 0,-4-6-156 0,-4-5-468 15,-4-6-628-15,-7-3-373 16,3-8-415-16,0 2-792 0,4 6 1632 0,8 2 2256 16,8 8 1864-16,12 2 1276 15,4 7-1112-15,4 2-344 0,8-2 349 16,4 3-309-16,8-3-368 0,4-4-96 0,4 4-436 16,4-7-204-16,4 4-128 0,0-2-184 15,3 3-256-15,-2-5-52 16,2 7-92-16,-3-4-848 0,4 0-584 0,-12 7-720 15,15-3-3721-15</inkml:trace>
  <inkml:trace contextRef="#ctx0" brushRef="#br0" timeOffset="122295.513">17176 7975 6140 0,'0'0'3040'0,"0"0"-651"0,0 0-1673 15,0 0-496-15,0 0 252 0,0 0 228 16,0 0 88-16,-4 3-156 0,12 16 184 0,0 10-148 15,3 6-72-15,2 10-84 0,-5 2-168 16,-5 4-120-16,1 2-16 0,1-4-108 16,-5-8-40-16,4-6-60 0,4-16-48 15,-4-3-12-15,3-13-76 0,2 1 80 16,-1-4 56-16,3-7 100 0,2-3 48 16,-2-6-148-16,10-6-60 0,-10-6-164 0,6-1 40 15,-2-3 12-15,-3 1 48 0,4 1-44 16,-4 5 160-16,4 9-32 15,-4 4 28-15,0 6-152 0,0 6 164 0,4 6 12 16,0 6 212-16,-5 11-36 0,9 2 8 16,-8 10 76-16,4 1-100 0,-4 1-60 0,1 1 172 15,-2 0-64-15,2-10 28 16,-2-4-64-16,-3-10 60 0,4-3-36 16,-4-5 24-16,4-6-24 0,-5 0 144 15,2 0 220-15,3-10-168 0,0-2-163 16,0-10-57-16,-1-3-76 0,2-5-108 0,-1-1 0 15,-1-4-132-15,2 0-148 0,-6-1-205 16,1 3-175-16,1 0-196 0,-5 2-444 16,0 5-960-16,-1 10-2588 0,1-3-2617 15</inkml:trace>
  <inkml:trace contextRef="#ctx0" brushRef="#br0" timeOffset="122476.71">18097 8122 4272 0,'0'0'6472'0,"0"0"-4203"16,0 0-981-16,0 0 84 0,-5 63 184 16,1-41 12-16,0 0-316 15,0 4-532-15,0-1-440 0,1 3-180 0,-1-2-100 16,0 3-84-16,-1-7-364 0,5-3-176 16,-4-6-124-16,4-6-152 0,0-7-388 15,0 0-1024-15,0 0-2857 0,0-11-3575 0</inkml:trace>
  <inkml:trace contextRef="#ctx0" brushRef="#br0" timeOffset="122650.085">18056 8007 6352 0,'0'0'6173'0,"0"0"-4757"0,0 0-556 0,0 0 460 15,0 0 104-15,80-16-396 16,-60 13-536-16,0-3-492 0,0 2-100 0,4 1-488 15,-1 0-292-15,5 3-140 0,-4-3-1312 0,1 3-4509 16</inkml:trace>
  <inkml:trace contextRef="#ctx0" brushRef="#br0" timeOffset="122810.374">18443 8276 10016 0,'0'0'3937'0,"0"0"-3277"0,0 0 324 16,0 0 880-16,0 0 36 0,0 0-300 15,84 32-615-15,-61-43-537 0,9-10-276 16,-4 2-172-16,8-6-48 0,-5 0-352 0,-3 0-257 16,4-1-87-16,-4 1-356 0,-4 2-956 15,-3 8-2072-15,-6-10-2425 0</inkml:trace>
  <inkml:trace contextRef="#ctx0" brushRef="#br0" timeOffset="123027.195">18666 7807 4376 0,'0'0'8773'16,"0"0"-7589"-16,-8 99-376 0,8-52 248 0,-8 13 292 16,4 3-124-16,-4 8-288 0,0-1-548 15,0-4-328-15,5-2-60 0,-2-14-392 0,5-9-124 16,0-11 88-16,5-15 8 15,6-5-188-15,1-10-336 0,4-6-384 16,3-10-544-16,6-12-664 0,3-14-1909 0,-8 10-1963 16,12-36 6188-16</inkml:trace>
  <inkml:trace contextRef="#ctx0" brushRef="#br0" timeOffset="123343.647">19072 7518 7112 0,'0'0'6557'16,"0"0"-5453"-16,0 0-552 0,4 79 92 15,-4-38 532-15,0 10 284 0,-4 3-244 16,0 7-420-16,-3 3-212 0,3 2-124 0,-4 1-131 16,-5 3-157-16,6-5-164 15,-1-4-8-15,-1-13-72 0,9-10-124 16,0-15 87-16,4-14-27 0,9-6-92 16,-2-3-52-16,6-3 36 0,-2-11 60 15,5-4-12-15,5-8-48 0,-2-2-60 16,5 0-16-16,-4-1 52 0,4 4 48 0,-4 6 36 15,4 6 184-15,-4 6 48 0,-5 7 196 16,2 7 88-16,-2 6-12 0,-3 6-4 16,-4 6-60-16,0 0-36 0,0 7 0 15,-4-4-100-15,-4 2-8 0,4-2-112 0,-4-2-52 16,4-4-168-16,-1-6-428 16,6-4-320-16,-1-2-508 0,0-7-1316 0,7-3-3933 15</inkml:trace>
  <inkml:trace contextRef="#ctx0" brushRef="#br0" timeOffset="129097.405">21781 8061 980 0,'0'0'3036'0,"0"0"2624"16,0-67-3855-16,0 42-497 0,0 3 80 15,0 0-24-15,0 3-120 16,-7 2-128-16,7 6-80 0,-8 1-176 0,4 6-188 16,-1 1-88-16,-2 3-228 0,-1 0-200 0,0 3-152 15,-8 4 8-15,4 8-8 16,-4 5 80-16,0 5-4 0,0 7-80 15,4 6-64-15,5 6 52 0,-2 7 8 0,9 0 4 16,0 3-4-16,0-4-8 0,9-2 4 16,-2-6 0-16,9-8-4 0,0-8-36 15,5-3 36-15,2-4-108 0,5-5 108 16,0-7-76-16,3 0-8 16,5-7-356-16,1 0-180 0,-1-9-384 0,3-2-328 15,1-4-832-15,-9 3-2160 0,18-8-3861 0</inkml:trace>
  <inkml:trace contextRef="#ctx0" brushRef="#br0" timeOffset="129329.03">23057 7934 3312 0,'0'0'11509'16,"0"0"-9569"-16,0 0-1504 0,8 67 428 0,-8-36 332 15,4 5 284-15,-4 4-151 0,0-1-641 16,3-4-420-16,1 0-216 0,0-7-52 16,1 1-12-16,-1-10-304 0,0-4-132 15,-4-5-85-15,4-3 9 0,-4-7-220 0,0 0-368 16,0-7-812-16,0 1-2072 16,-12-13-4177-16</inkml:trace>
  <inkml:trace contextRef="#ctx0" brushRef="#br0" timeOffset="129459.763">22957 7715 4772 0,'0'0'9061'0,"0"0"-7553"0,0 0-732 0,0 0 512 16,0 0-236-16,91-19-620 0,-63 12-432 0,0-2-368 16,4 0-612-16,4 2-252 0,-4 0-912 15,12 2-3769-15</inkml:trace>
  <inkml:trace contextRef="#ctx0" brushRef="#br0" timeOffset="129724.556">23570 7874 5320 0,'0'0'10197'15,"0"0"-9005"-15,-32 67-544 0,17-39 624 0,-1 4 200 16,-4 3-44-16,4-3-371 16,8-4-573-16,1-6-268 0,7 1-168 0,0-4-48 15,3-4-96-15,9-2 92 0,1 0-8 16,6-4 0-16,1 0-60 15,4 1 60-15,3-3 0 0,-3 0 0 0,-3 1-48 16,-1-2 56-16,-5 8-8 0,-3-5 4 0,0 1 8 16,-8 1 8-16,0 3 0 0,-4-1 52 15,0 0-4-15,-8-1-56 0,-4 1-132 16,0 0-256-16,-3-1-108 0,-5-2-17 16,-1-1-83-16,-3-2-208 0,1 0-556 15,-5-5-1032-15,4 1-2856 0,-16-3-4393 16</inkml:trace>
  <inkml:trace contextRef="#ctx0" brushRef="#br0" timeOffset="130407.442">24472 8032 11725 0,'0'0'2400'0,"0"0"-1212"15,0 0-40-15,0 0 244 0,0 0-344 16,0 0-360-16,0 0-188 0,75 51-72 16,-67-23 0-16,-5 2-208 0,-3 1-76 0,0 1-84 15,0-4-60-15,0-5-48 0,0-2-12 16,0-7-72-16,0-3-64 0,0-4 48 15,0-7-20-15,0 0-28 0,0 0-48 0,5-9 0 16,3-3 144-16,0-4 28 16,-1-6 60-16,2 2-48 0,3 4 8 15,-5 7 40-15,6 2-96 0,-5 4 108 0,3 3 72 16,2 3 64-16,-2 10 48 16,-3 3 8-16,1 3 128 0,-5 4-136 0,-1 2-4 15,1-3-8-15,-4 1-76 0,4-1 40 16,-4-3-136-16,0-7-68 0,0 1-56 0,4-7-156 15,-4 1-356-15,4-4-380 16,0-3-404-16,4-7-780 0,4-5-1768 16,1-1-2293-16,6-15 1345 0</inkml:trace>
  <inkml:trace contextRef="#ctx0" brushRef="#br0" timeOffset="130695.705">24985 8153 1188 0,'0'0'7460'0,"0"0"-4375"16,0 0-1241-16,9 90-100 0,-6-57 52 15,-3-1-116-15,4-2-488 0,0-12-424 16,4-2-388-16,0-6-284 0,4-7-96 16,0-3-52-16,4 0 52 0,3-13 36 0,2-3-36 15,-1-6-304-15,3-6-160 0,-3 2 84 16,1 1 136-16,-6-1 60 0,-6 1 172 16,-2 9-72-16,-7 0 84 0,0 4 36 15,-7 2 112-15,-6 3-140 0,-7 5 4 16,-3 2-12-16,-1 6 0 0,-1 7 104 0,1 9 68 15,1 0 24-15,3 3-48 16,4 1-100-16,4-7-44 0,0 0-4 0,9-6-136 16,-2-7-96-16,5 0-576 15,0-6-348-15,5-3-512 0,6-11-196 16,9-7-776-16,-4-2-2085 0,19-21-2466 16</inkml:trace>
  <inkml:trace contextRef="#ctx0" brushRef="#br0" timeOffset="130874.141">25574 7610 5032 0,'0'0'1864'0,"0"0"3205"0,0 0-3433 16,21 70 112-16,-21-28-168 0,0 5-216 0,0 10-48 15,-8 3-144-15,0 4-75 0,-4 3-117 0,4-1-300 16,0 1-344-16,4-7-300 0,4-9-36 16,0-6-276-16,8-13-280 15,0-10 24-15,0-10 180 0,0-5 36 16,0-4-73-16,-4-3-283 15,-4 0-476-15,0-13-1044 0,0 7-2220 0,-12-14-3281 0</inkml:trace>
  <inkml:trace contextRef="#ctx0" brushRef="#br0" timeOffset="131022.854">25280 8093 5672 0,'0'0'6001'0,"0"0"-3953"16,0 0-608-16,0 0-52 15,0 0-184-15,0 0-104 0,0 0 148 16,103-48-464-16,-58 35-360 0,2-2-220 0,5-1-204 15,0-3-8-15,3 6-200 16,-3-3-496-16,4 6-532 0,0 3-800 0,-16 5-3416 16,20 2-5789-16</inkml:trace>
  <inkml:trace contextRef="#ctx0" brushRef="#br0" timeOffset="131495.916">26973 8175 9580 0,'0'0'4045'0,"0"0"-3065"0,0 0-148 15,0 0 300-15,0 0 656 16,-80-57-524-16,69 61-592 0,3 15-428 16,-8 9 88-16,4 7 164 0,-4 12 125 0,0 3-37 15,4 2-220-15,4-8-148 0,8-9-216 16,0-10-4-16,0-11-200 16,12-5-28-16,0-6 16 0,7-3 68 0,6-9 4 15,2-8-76-15,5-8-45 0,0-6-15 16,0-4 24-16,0 0 84 0,-4 3 40 15,-4 1 120-15,4 6-64 0,-9 6 28 0,2 8-48 16,-9 5 36-16,3 6 60 16,-7 3 132-16,5 13 148 0,-6 3-48 0,1 7-36 15,5 0-16-15,-6 2-56 0,1-3-52 16,-4-3 37-16,5 0-109 16,-2-3-4-16,1-6-301 0,4-3-291 0,0-8-124 15,0-2-260-15,0-2-696 0,0-8-1192 16,3-15-4229-16</inkml:trace>
  <inkml:trace contextRef="#ctx0" brushRef="#br0" timeOffset="131774.152">27492 8007 7324 0,'0'0'7985'0,"0"0"-6865"0,0 0-60 15,83-3 1108-15,-47 0-724 0,4-1-327 16,-1 1-305-16,1 0-304 0,0 0-184 0,-8 3-252 15,-4 3-72-15,-8 3-96 0,-4 7 24 16,-4 3 12-16,-12 7-36 0,-4 4-48 16,-12 8-4-16,-8 7-20 0,-12 2-48 15,0 8 92-15,-8 0 48 0,1-3 76 16,6-2 4-16,5-1 168 0,9-15 32 16,11-6 72-16,4-9-92 0,8-6-88 0,8-7-88 15,8-3 52-15,8 0 108 16,12-10-32-16,7-9-28 0,6-9-108 15,2-5-208-15,1 2-284 16,-4-4-296-16,-1 1-109 0,-2-3-383 16,-10 7-1212-16,-7 10-2680 0,0-7-4185 0</inkml:trace>
  <inkml:trace contextRef="#ctx0" brushRef="#br0" timeOffset="132096.951">28100 8251 4224 0,'0'0'10065'0,"0"0"-7769"0,0 0-1736 16,0 0 136-16,5 71 548 0,7-62 104 15,-1-6-396-15,2-3-528 0,6-3-167 16,5-13-41-16,0-2-48 0,1-5-168 16,-1-6-388-16,-1 1-113 0,1-1-23 15,-4 1 112-15,-4 2-28 0,-4 7 84 0,-8 0 136 16,0 3 100-16,-4 4 120 0,-8 1 72 16,-8 3 88-16,-4 2-76 15,-4 1 124-15,4 5-72 0,-4 5-16 0,0 6-8 16,1 9 84-16,2 7 60 0,1 6 84 15,1 8 60-15,3 1 1 0,-4 2 195 16,8 3 188-16,-4-2-32 0,4-4-188 16,4-3-176-16,0-8-244 0,8-9-144 15,0-5-144-15,4-3-136 0,8-10-116 0,0 0 24 16,8-3-64-16,0-10-204 0,4-5-232 16,8-7-373-16,-4-4-1255 15,-9 5-2468-15,13-18-2613 0</inkml:trace>
  <inkml:trace contextRef="#ctx0" brushRef="#br0" timeOffset="132309.927">28531 8051 7140 0,'0'0'5309'0,"0"0"-3501"0,0 0-1440 15,0 0 200-15,0 0 424 0,0 0 272 16,80 55-92-16,-76-30-212 0,3 4-360 0,-2 2-40 16,-1 7 549-16,0-3-5 15,0 2-428-15,-4-4-300 0,0-1-124 16,0-4-72-16,0-5-72 0,0-4-96 0,0-6 0 15,0-11-12-15,4-2-8 0,3 0-76 0,2-13 72 16,7-1-48-16,4-13-96 16,4-1-196-16,-1-7-128 0,5-2-116 15,-4-5-152-15,4-6-253 0,0 4-695 0,-12 6-2396 16,12-11-2805-16</inkml:trace>
  <inkml:trace contextRef="#ctx0" brushRef="#br0" timeOffset="132554.372">29005 8204 4212 0,'0'0'5428'0,"0"0"-555"0,-16 83-3961 16,12-62 32-16,4 2 820 0,0-11-164 16,8-5-540-16,4-7-280 0,4 0-219 0,4-9-221 15,8-7-88-15,0-10-252 0,0-2-96 16,-5-5-256-16,5 5 72 0,-4-4 75 16,-7 7 33-16,-2 3-44 0,-7 2 20 15,-3 2 100-15,-5 5 84 16,-13 1-40-16,-2 1 44 0,-5 8 8 0,-5 0 76 15,-3 3 32-15,0 6-108 0,1 8-8 16,-4 1-100-16,3 0 32 0,0 2 16 16,3-1-112-16,5 3-328 0,1-3-320 0,-1 0-680 15,3 0-1112-15,-6 7-3085 0</inkml:trace>
  <inkml:trace contextRef="#ctx0" brushRef="#br0" timeOffset="133169.315">29830 8071 3496 0,'0'0'5372'0,"0"0"-2199"15,0 0-1309-15,0 0-596 16,0 0-48-16,0 0 260 0,-36 76-408 0,28-41-140 15,4 0-160-15,0-3-284 0,4-7-208 16,0-2-112-16,4-12-60 0,4-1-108 16,1-6 52-16,6-4 8 0,1 0-60 15,4-10-60-15,0-5-292 0,4-6-100 16,-5 2 48-16,2-2 16 0,-6-2 68 0,-2 4-20 16,-2 3-44-16,-11 4 92 15,0 2 240-15,0 4 28 0,-7 3-24 0,-5-3 48 16,-8 6 0-16,-4 0 0 0,-1 0 0 15,-3 2 0-15,5 8 0 0,-1 0 12 0,4 2-12 16,4-2-100-16,4-1-12 16,0-2-356-16,8-1-772 0,1-3-1392 15,3 4-3145-15</inkml:trace>
  <inkml:trace contextRef="#ctx0" brushRef="#br0" timeOffset="133315.776">30018 8178 2824 0,'0'0'4456'0,"0"0"1297"16,0 0-3825-16,95 19 32 0,-63-15-104 15,0-4-236-15,4 0-572 0,3-10-427 16,2-6-369-16,2-6-160 0,0-3-92 16,2-2-324-16,-2 0-369 0,-2-4-123 15,-6 1-224-15,-3-1-412 0,-8 5-584 0,-8 1-808 16,-5 5-2057-16,-11 2-643 0</inkml:trace>
  <inkml:trace contextRef="#ctx0" brushRef="#br0" timeOffset="133582.554">30364 7760 3220 0,'0'0'824'15,"0"0"1452"-15,0 0 92 0,0 0-880 16,0 0-199-16,-71 89 211 0,71-58-180 0,0 7 20 16,0 7 116-16,3 5-208 0,5 8-52 0,0 7-60 15,1 9-272 1,-6 3-159-16,1-1-185 0,0 4-108 0,0-5-220 16,0-2-192-16,0 0-52 0,0-3-44 15,0-10-72-15,0-3-16 16,-4-5 68-16,0-8 116 0,0-9 0 0,-12-4-72 15,0-6-24-15,-4-8-76 0,0-8 124 0,0-2-48 16,0-7-96-16,0-9-41 16,1-10-107-16,-2 0 24 0,-2-11-64 0,3-4-388 15,-5-5-348-15,10-8-964 0,-1-3-780 0,3 11-2981 16,9-25-1387-16</inkml:trace>
  <inkml:trace contextRef="#ctx0" brushRef="#br0" timeOffset="134128.2">31328 7950 4468 0,'0'0'2864'0,"0"0"2517"16,0 0-4249-16,0 0-308 15,0 0 904-15,0 0-160 0,0 0-620 0,0 0-408 16,0 0-356-16,0 0 24 0,0 0 160 15,-83 82 108-15,59-38-24 0,4 8 44 16,-1 2 5-16,2 2-41 0,-1-1-132 16,4-7-88-16,4-7-48 0,4-10-20 15,8-8-4-15,0-8-168 0,8-9-72 0,4-6-60 16,8 0 48-16,8-12 20 16,0-7-152-16,3-6-172 0,5-7-96 0,-4-3 59 15,0 0 169-15,-4 0 0 16,0 0 64-16,-8 0 20 0,-5 7 88 0,-2-2 44 15,-5 5 40-15,-1 10 8 0,-7 5 160 16,4 4 16-16,-4 6-52 0,0 0 24 0,0 10-156 16,5 8 0-16,-5 5 308 15,4 9 69-15,-4 6-49 0,0 4 72 16,0 5-28-16,0 4-80 0,0 2-40 0,-9 8-108 16,2 2-68-16,-1 4 8 0,-5-1-72 15,2 4-8-15,-5 0-4 16,0-6-4-16,4-4 0 0,0-6 4 0,0 1-12 15,4-11 0-15,0-6 8 0,4-6-8 16,-8-7 12-16,8-3 0 16,-4-10-72-16,-4-5-16 0,1-4-20 0,-6-3 12 0,2-3 16 15,-5-7 76-15,-5-5 4 16,1-7-192-16,-3-7-64 0,-1-6 52 0,-4-7-52 16,4-2-60-16,4-7-32 0,0 1-165 15,9-5-35-15,-2 1-108 0,6 4-412 16,7 2-620-16,4 6-328 0,4 2-632 15,4 2-2577-15,3 12-2011 0</inkml:trace>
  <inkml:trace contextRef="#ctx0" brushRef="#br0" timeOffset="134363.912">31826 7982 1120 0,'0'0'1868'16,"0"0"3916"-16,0 0-3007 0,0 0-857 15,0 0-172-15,0 0-216 0,0 0-228 16,60 86-168-16,-52-46-180 0,0 5-164 0,-4 3 96 16,0 2-75-16,0-2-149 0,-1 0-144 15,2-7-204-15,3-5-208 0,0-5-104 16,3-10-4-16,6-4-8 0,-2-7-160 16,2-7-100-16,3-3-156 0,3-3-216 15,1-13-244-15,0-3-177 0,0-4-651 0,4-5-1204 16,-12 5-2913-16,4-15-2195 0</inkml:trace>
  <inkml:trace contextRef="#ctx0" brushRef="#br0" timeOffset="134559.897">32192 7931 364 0,'0'0'11149'16,"0"0"-8925"-16,0 0-920 0,-3 73 632 0,3-41 116 15,7 6-376-15,2-1-447 16,3-1-405-16,-1-1-352 0,6-4-156 15,-1 1-88-15,-1-6-180 0,2-4-48 0,2-3-204 16,1 0-136-16,0-7-216 0,4-2-60 16,4-3 19-16,0-7-279 0,4 0-680 15,-4-10-944-15,-4 1-2884 0,4-14-4029 0</inkml:trace>
  <inkml:trace contextRef="#ctx0" brushRef="#br0" timeOffset="134704.527">32531 7972 5016 0,'0'0'7937'0,"0"0"-6029"16,-103 73-1176-16,59-32-120 16,-12 9 428-16,1 5 296 0,-1-1-204 0,8-2-304 15,4-6-520-15,12-4-308 16,4-7-280-16,4-6-432 0,9-4-340 16,7-9-472-16,8-7-1276 0,0-2-3105 0</inkml:trace>
  <inkml:trace contextRef="#ctx0" brushRef="#br0" timeOffset="134914.132">32787 7947 3848 0,'0'0'7329'0,"0"0"-5153"0,0 0-1576 0,0 0 160 16,0 0 892-16,39 89-36 0,-35-61-484 15,0 4-592-15,-4 0-268 0,0 6-212 16,0 3 76-16,-8 3-136 0,-8 2-136 15,-3 0-144-15,-9 5-248 0,-8 0-248 16,-5-3-340-16,-10 2-512 0,11-11-1556 16,-28 15-5145-16</inkml:trace>
  <inkml:trace contextRef="#ctx0" brushRef="#br0" timeOffset="177450.147">20331 9662 9672 0,'0'0'3009'0,"0"0"-1989"15,0 0-588-15,0 72 340 0,-4-37 540 16,1-3-116-16,-5 6-404 0,-1-3-360 16,1 0-232-16,1-4-200 0,-1 1 0 0,3-5-52 15,-3-6-108-15,5-9-220 0,3-5-152 16,0-3-264-16,0-4-408 16,0-7-908-16,0 0-1937 0,3-18-2167 0</inkml:trace>
  <inkml:trace contextRef="#ctx0" brushRef="#br0" timeOffset="177630.041">20408 9424 7628 0,'0'0'3301'0,"0"0"-893"16,0 0-796-16,0 0-64 16,0 0 276-16,0 0-324 0,0 0-548 0,0 0-524 15,0 0-428-15,0 0-72 0,86 57-452 16,-69-45-284-16,-1 4-456 0,-4-3-908 15,-5 12-3761-15</inkml:trace>
  <inkml:trace contextRef="#ctx0" brushRef="#br0" timeOffset="177812.576">20698 10026 13453 0,'0'0'2796'16,"0"0"-1068"-16,0 0-632 0,0 0 128 0,0 0-200 15,0 0-123-15,0 0-297 16,0 0-372-16,0 0-168 0,0 0-64 16,0 0-84-16,43 61-256 0,-30-61-144 0,-2 0-161 15,2 0-95-15,-5 0-228 0,-1 0-652 16,-3 0-1152-16,5-4-3121 0</inkml:trace>
  <inkml:trace contextRef="#ctx0" brushRef="#br0" timeOffset="178191.928">21140 9896 1384 0,'0'0'11857'0,"0"0"-10285"0,0 0-1292 16,0 0 120-16,0 0 532 0,0 0 364 15,0 0-432-15,0 0-496 0,0 0-220 16,91 51 48-16,-70-51-24 0,3-3-96 15,-5-10-76-15,5 0-44 0,0-2-80 0,-3-5-60 16,-2-1-160-16,1 2-40 0,-3 0 40 16,-6-1 120-16,-7 4 144 0,0 0 80 15,-4 4 72-15,0-1-72 0,-12 0 0 0,-4 1-112 16,1 2 112-16,-2 4 136 0,-2-1-36 16,-1 7 124-16,-1 7 8 0,2 5 16 15,-5 10 24-15,4 7 60 0,4 3-16 16,-8 6 136-16,4 6 52 0,4 4 20 15,-4 3-124-15,5-1-108 16,2 1 1-16,2-6-53 0,11-10-116 0,0-6-68 16,3-8-56-16,9-5-12 0,8-6-64 15,4-3-188-15,8-7-309 0,0 0-255 0,8-10-468 16,8-6-936-16,-16 3-2784 0,19-9-4973 16</inkml:trace>
  <inkml:trace contextRef="#ctx0" brushRef="#br0" timeOffset="178352.289">21890 10176 3192 0,'0'0'12325'0,"0"0"-10261"0,0 0-904 16,0 0 460-16,0 0-51 15,0 0-65-15,0 0-528 0,0 0-604 16,0 0-372-16,0 0-48 0,24 44-216 0,-13-53-36 16,1-1-52-16,0 1-264 15,0-4-280-15,0 3-501 0,-4-2-1299 0,-4 2-2904 16,-4-3-4869-16</inkml:trace>
  <inkml:trace contextRef="#ctx0" brushRef="#br0" timeOffset="179041.677">23232 9868 7244 0,'0'0'1948'0,"0"0"-372"16,-20-83-187-16,12 61 323 16,0 6-208-16,-4 9-72 0,5 7 68 0,-2 0-488 15,-3 20-388-15,-8 5-76 16,1 16-120-16,-5 9 20 0,-8 14 221 16,4 3-25-16,-4 2-208 0,4-1-132 0,4-11-160 15,9-9-96-15,6-10-48 0,5-13-108 16,4-6-52-16,9-13-68 15,6-2-88 1,5-4 40-16,8-10 20 0,4-9 40 0,0-3-125 0,0-10-3 16,0 0-32-16,0 0 36 0,-4 4 24 0,0 2 44 0,-5 11 64 15,-3 2 52-15,-4 10 44 0,0 3 112 16,0 9 288-16,-4 10 140 0,-1 3 12 0,2 11-124 16,2 1 40-16,-2 11-128 0,-2-1-32 15,1 7 133-15,1 7-113 16,-6 1-8-16,1 5 44 0,-8 2-20 0,0 4 32 15,0 0-44-15,-8 1-136 0,-3-2 24 16,-6-3-12-16,2-5 24 0,-5-3 64 16,-1-5 32-16,2-6 180 0,3-5-164 0,0-14-100 15,0-2-48-15,4-13-76 16,0-7-8-16,0-6 0 0,-4-10-60 16,0-5-36-16,-8-10 24 0,0-7 24 0,-4-7-208 15,-4 1-104-15,5-6-184 16,-1 0 108-16,0 5 28 15,8 1-92-15,0 3 104 0,8 7-93 0,4-4-267 0,5 4-120 16,3-4-280-16,7 3-4 0,5-3-328 16,8 4-616-16,-4 3-1061 0,11-13-2327 0</inkml:trace>
  <inkml:trace contextRef="#ctx0" brushRef="#br0" timeOffset="179350.59">24101 9915 1800 0,'0'0'80'16,"0"0"936"-16,0 0 5948 0,0 0-4647 15,0 0-769-15,0 0-384 0,0 0 32 0,-44 67-120 16,32-45-48-16,3 3-140 0,2 1-128 15,-1 0-160-15,0 2-124 0,-4 0-112 16,8 7-60-16,-4 0 37 0,0 4-25 16,0 2-96-16,4 0-88 0,4 0-48 15,0 1 0-15,0-7-36 0,4-5-48 0,4-3-48 16,4-8-84-16,0-4-76 0,4-5-80 16,-1-4-113-16,6-6-171 0,3 0-160 0,0-9-184 15,4-7-540-15,-9 3-1252 16,9-12-3417-16</inkml:trace>
  <inkml:trace contextRef="#ctx0" brushRef="#br0" timeOffset="179613.116">24603 10046 13729 0,'0'0'3832'0,"0"0"-3376"16,0 0 12-16,-52 85 776 0,36-57 428 0,4 5-363 15,0-5-621-15,4 1-420 16,5-4-100-16,3 1-48 0,0-1-76 0,7-3-44 16,1-3-8-16,4 0-104 0,0-5 16 15,4-2-60-15,4-5-24 16,-5-1-4-16,5-4 28 0,-3 1-76 0,6-3 28 16,-3-5-88-16,4-6 40 0,-4-1-249 15,4-7-167-15,-4 0-212 0,0 0-516 16,-4-3-964-16,-5 6-1632 0,-2-14-1545 0</inkml:trace>
  <inkml:trace contextRef="#ctx0" brushRef="#br0" timeOffset="179998.932">25112 9931 4924 0,'0'0'8953'0,"0"0"-7953"16,0 0-824-16,56 80 304 0,-39-52 948 15,-6 4 272-15,6 3-620 0,-6 3-616 0,6 3-208 16,-6 0-12-16,1 1-24 16,-4 2-24-16,-4-3-4 0,-4 5-116 15,-4-6-68-15,-8-3-4 0,0 5-4 16,-8-7-172-16,1 0-24 0,-9 1-36 0,4-9-60 16,-1-4-96-16,5-4-4 15,1-9 72-15,2-4-12 0,6-6-96 0,3-3-264 16,0-13-540-16,8-6-328 0,0 0-952 15,16-25-2581-15</inkml:trace>
  <inkml:trace contextRef="#ctx0" brushRef="#br0" timeOffset="180162.336">25643 10128 92 0,'0'0'14145'0,"0"0"-11713"15,0 0-1412-15,103 16 188 16,-71-13 140-16,4 0-32 0,3-3-503 0,2 0-533 0,-2 0-276 15,6-3-4-15,-2-4-280 16,-3 1-289-16,4-3-343 0,-8 6-200 0,-1-4-636 16,-10 4-1040-16,-6 3-2325 0,-14 0-3187 15</inkml:trace>
  <inkml:trace contextRef="#ctx0" brushRef="#br0" timeOffset="180325.202">25770 10458 10588 0,'0'0'6693'0,"0"0"-5529"0,0 0-904 0,0 0 232 16,0 0 220-16,36 67 544 0,0-67-139 16,8 0-645-16,3-10-300 0,9-2-172 0,-4-1-152 15,3-6-124-15,-3 3-112 16,1-3-329-16,-6-4-431 0,1 2-656 0,-16 1-2564 16,11-8-4597-16</inkml:trace>
  <inkml:trace contextRef="#ctx0" brushRef="#br0" timeOffset="180752.935">26109 9740 7776 0,'0'0'7313'0,"0"0"-6005"0,0 0-1300 16,0 0-4-16,-13 103 768 0,10-59 788 16,-5 9 24-16,4 11-756 0,-4 3-428 0,0 9-120 15,0 3-87-15,-4 4 15 16,0 0-112-16,0-1 0 0,1-6-96 16,2-8-100-16,9-12-92 0,0-8-88 0,9-11-109 15,2-7 13-15,5-12-136 0,4-7-136 16,4-5-176-16,4-6-320 0,8-10-728 15,-8-3-1344-15,19-19-3569 0</inkml:trace>
  <inkml:trace contextRef="#ctx0" brushRef="#br0" timeOffset="181094.842">27112 10271 13133 0,'0'0'6136'0,"0"0"-4960"0,0 0-920 0,-31 95 72 15,11-57 585-15,0 1 527 0,0-1-316 16,8-4-652-16,4-2-316 16,8-7-60-16,0-5-48 0,16-8 20 15,4-3-68-15,12-4-48 0,0-5-108 0,4-5-84 16,3-4-28-16,5-7-44 0,-4-3-64 16,4 0 40-16,-8-6-4 0,4 0 76 15,-12-1 20-15,0-5 88 0,-9-1 48 16,-3-3 100-16,-12 0 8 0,-4-3 108 15,-8-1 132-15,-8 1-92 16,-12 6-4-16,-4 4 12 0,-3 12-108 0,-1 6 52 16,-8 10-40-16,0 4-52 0,-7 11-8 15,-5 8-8-15,0-1-40 0,-4 3-124 0,-4 4-336 16,5-4-316-16,-9 7-477 16,4 0-1375-16,8-7-2452 0,-24 14-4109 15</inkml:trace>
  <inkml:trace contextRef="#ctx0" brushRef="#br0" timeOffset="187041.857">4980 10296 6656 0,'0'0'6417'0,"0"0"-5169"0,0 0-1248 15,0 0 4-15,0 0 440 16,0 0 600-16,0 0 224 0,72 63-292 0,-52-23-284 16,-1 4-176-16,-2 13-160 0,-2 6 24 15,-2 10-36-15,-2 0-88 0,2 0-256 0,-6-6-12 16,1-16-52-16,0-10-44 0,-4-16-28 16,4-13 64-16,-4-5-12 0,-4-3-88 15,4-4-100-15,4-7-32 0,-4-9 96 16,4-6-28-16,0-10-72 0,4-6 0 15,-5-6-36-15,2-4 144 0,-1 3 52 16,-1 1-88-16,2 2 236 0,3 4 0 0,-1 7 8 16,2 8 104-16,-2 5 112 15,1 5 0-15,-3 10 48 0,-2 3-52 16,-3 0-96-16,0 6 24 0,5 7 36 0,-5 6 112 16,-4 3 12-16,4 6-76 0,-4-2-88 15,0 0-88-15,0-4-56 16,0-9-76-16,0-4 68 0,0-9-76 0,0 0 72 0,3 0-100 15,1-6-120-15,4-4 108 16,5-7 64-16,-2-1-52 0,5-4 4 0,-4 4-16 16,3-6-36-16,6 12 60 0,3-1 28 15,0 3 64-15,-1 8-64 16,1-2 72-16,4 4 4 0,0 6 172 0,-4 4 92 16,1 3-108-16,-6 6-12 0,5-2 24 15,-4 4-24-15,-4 5 84 16,0-1-120-16,-4 7-16 0,-1-1-24 0,-2 5-64 15,-1-5-8-15,-5-5-72 0,1-4-12 16,0-3-4-16,1-3-240 0,-1-7-348 16,4 1-364-16,-5-7-856 0,1 0-2600 0,4-3-3713 15</inkml:trace>
  <inkml:trace contextRef="#ctx0" brushRef="#br0" timeOffset="187885.511">7024 10537 680 0,'0'0'10929'15,"0"0"-8985"-15,0 0-1132 0,0 0-328 0,24 81 272 16,-20-53 560-16,-4 7-136 16,0-1-416-16,-4 4-420 0,-4-2-196 15,3-5-88-15,1-5-60 0,1-1-96 0,-1-9-52 16,0-3-248-16,4-4-156 0,-4-6-180 15,4-3-300-15,-4-6-772 0,0-7-2161 16,-1 1-4027-16,-6-14 5293 0</inkml:trace>
  <inkml:trace contextRef="#ctx0" brushRef="#br0" timeOffset="188043.846">7003 10413 6900 0,'0'0'5817'0,"0"0"-4901"0,0 0-608 15,0 0 84-15,0 0-12 0,0 0-268 16,0 0-112-16,81 5-556 0,-61-5-984 16,3 0-1253-16,-7 0-4443 0,12 0 4720 0</inkml:trace>
  <inkml:trace contextRef="#ctx0" brushRef="#br0" timeOffset="188294.795">7598 10446 3484 0,'0'0'6640'0,"0"0"-5107"0,0 0-405 15,-9 82 576-15,1-57 200 0,1 0-312 0,-1-4-556 16,4-7-496-16,4-3-260 0,0-6-96 16,0-2-96-16,8 1-28 0,3-1 24 15,6 1 0-15,-2-1-84 0,2 0 0 0,2 3 0 16,-3 1 40-16,0-4-40 0,-4 6-40 16,4-2 40-16,-4 2 8 15,0 1 52-15,-4-1 136 0,0 4 144 0,-4-1-60 16,0 4-72-16,-4 0-40 0,0 0-100 15,-8 1-68-15,-4-2-240 16,0 1-176-16,-4 0-168 0,-3-4-260 0,-6 4-188 16,1-3-568-16,-4 0-1116 0,9-7-2877 15,-9-3-2795-15</inkml:trace>
  <inkml:trace contextRef="#ctx0" brushRef="#br0" timeOffset="188744.624">9020 10624 11057 0,'0'0'2752'0,"0"0"-1764"0,0 0-596 15,0 0 212-15,56 76 600 0,-24-54-164 16,0-3 132-16,3-3-512 0,5-7-268 16,-4-6-208-16,0-3 24 0,4-10-152 0,-8-5-56 15,0-7-60-15,-1-7-160 0,1-2-344 16,-8-7-292-16,1-1-428 0,-6-2-504 0,-7 12-1200 15,-8-12-3417-15</inkml:trace>
  <inkml:trace contextRef="#ctx0" brushRef="#br0" timeOffset="188962.306">9327 10115 5348 0,'0'0'8289'0,"0"70"-6845"15,0-26-488-15,0 10 136 16,4 10 184-16,-4 9 124 0,4 0-168 0,-4 0-636 0,3-3-572 16,1-6-24-16,5-7-400 0,-1-13-256 15,-1-9 8-15,6-13 132 0,-1-15 224 0,3-7-140 16,1-3-496-16,-4-13-388 0,4-10-640 0,-4-2-1921 16,1-7-1259-16,-6 9-312 15,1-22 5397-15</inkml:trace>
  <inkml:trace contextRef="#ctx0" brushRef="#br0" timeOffset="189329.744">9694 9785 1684 0,'0'0'10405'0,"0"0"-8721"16,0 0-756-16,19 86 4 0,-14-35 312 16,-5 9 80-16,0 7-240 0,0 9-336 0,0 6-136 15,4 4-76-15,-4 3-292 16,0 0-204-16,3-7-40 0,1-11-160 0,4-19 28 15,0-13-100-15,0-13 124 0,0-14-40 16,0-1 0-16,0-11-44 0,4 0 32 16,0-11 12-16,0-1-96 0,0-11-60 15,-1-2-16-15,2-3-52 0,-2-1 80 0,6 6 92 16,-9 4 16-16,3 3 72 16,-2 10 12-16,-1 3-12 0,3 3 112 15,2 7 96-15,-2 9 212 0,-3 3 64 16,5 2 84-16,-2 5-64 0,-3-3-72 0,4 2-4 15,-4-6 4-15,4-3-88 0,-4 0-12 16,4-9-76-16,-4-2-100 0,4-2-44 16,0-3-60-16,-4 0-24 0,4-6-160 15,0-1-368-15,4-2-380 0,-4-4-392 16,-1 4-792-16,6-1-924 0,-2 4-2313 16,-6 0-1003-16,10 6 6416 0</inkml:trace>
  <inkml:trace contextRef="#ctx0" brushRef="#br0" timeOffset="189594.119">10315 10737 1616 0,'0'0'8124'0,"0"0"-5563"0,0 0-889 15,0 0-268-15,0 0-184 0,0 0-188 0,80 27-104 16,-68-38-192-16,3-5-244 16,-2-3-160-16,2-6-144 0,-6 0-184 15,2 0-8-15,-3 0 4 0,-4 1-120 0,1 6 8 16,-5 5 88-16,0 7-36 0,-13 6 36 16,-2 0-172-16,-2 0 108 15,-7 9 16-15,-4 3-24 0,5 4 52 0,-1 8 44 16,4 1 172-16,4 3-36 0,0 7-76 15,4 0 64-15,5 0 48 16,2 3-40-16,5-3 28 0,0-8-64 0,5 3-60 16,10-11-36-16,5-7-96 0,8-5 24 15,4-4-40-15,8-3-32 0,3-10-272 16,1-5-396-16,8-7-424 0,0-2-576 0,4-3-1024 16,-4-2-2037-16,-9 8-2995 15,13-14 7589-15</inkml:trace>
  <inkml:trace contextRef="#ctx0" brushRef="#br0" timeOffset="190294.143">11554 10322 692 0,'0'0'10449'0,"0"0"-8641"0,0 0-496 0,0 0-100 15,80 28 56-15,-65-2-112 0,-2 11-108 16,-5 5-284-16,-5 3-336 0,1 2-232 16,-4-6-88-16,0 0-24 0,0-8-84 15,0-8-48-15,0-6-48 0,4-10 20 16,-4-6-56-16,4-3-64 15,1-3 0-15,-1-9 0 0,7-8 12 16,-3-5-36-16,5-7-124 0,2-2 12 0,-2 1 60 16,2 2 188-16,1 9 84 0,0 3 76 0,0 8 132 15,0 6 76-15,0 5-76 0,-8 0-60 16,3 12 48-16,-6 5 52 0,-1 5 8 0,0 0-160 16,-4 0 4-16,0 0 8 0,0 1-32 15,0-10-16-15,0-1-48 0,0-5-8 16,0-7-4-16,0 0 0 0,0 0-12 15,4-4-96-15,0-6-56 0,3-6 164 16,6 2 0-16,-5-7-64 0,3 2-56 0,2 4 20 16,2-1 96-16,-2 6 4 15,2 1 88-15,2 0 72 0,-2 5-4 0,-2 4-20 16,-2 0 0-16,1 4 96 0,0 2 36 16,-4 3 120-16,0 4 136 15,-1 0-63-15,-2 3-85 0,3 3-88 16,-4-3 16-16,4-1-36 0,-5 4-88 0,2-2-144 15,-1 2-36 1,0-5-120-16,-4 3-220 0,4-1-144 16,0 0-180-16,3 0-81 0,2 0-291 15,-1-7-864-15,7-6-2356 0,-6-3-2125 0,6-12-647 0</inkml:trace>
  <inkml:trace contextRef="#ctx0" brushRef="#br0" timeOffset="190618.758">12411 10399 6900 0,'0'0'6309'0,"0"0"-4153"0,0 0-1172 16,0 0-152-16,3 75 508 0,-3-40 108 16,0 6-84-16,0-3-343 0,0-2-305 15,0-9-220-15,4-4-312 0,4-10-184 0,1-4-96 16,6-9-24-16,-2 0 36 0,2-3 20 16,5-7-56-16,-4-8-192 15,4-4-64-15,0-8 60 0,0 2-84 0,0-4-13 16,-5 4-39-1,2-1 100-15,-6 7 24 0,2 3 68 16,-5 3 116-16,-4 6 48 0,3 7 96 0,-2 3 88 0,-1 6 228 16,0 8 160-16,0 5-12 0,-4 6-148 0,3 3-24 15,1 4 13-15,-4 3 31 0,4 0 16 16,-4-4-84-16,4 1-112 0,1-9-108 16,-1-4-48-16,0-7-204 0,3-8-172 15,5-4-168-15,0-4 55 0,4-8-59 16,4-7-244-16,0-11-876 0,-4 9-2620 15,12-23-2969-15</inkml:trace>
  <inkml:trace contextRef="#ctx0" brushRef="#br0" timeOffset="190844.569">13208 9903 8232 0,'0'0'6117'0,"0"0"-4453"0,0 0-712 16,0 0 168-16,-13 91 112 0,9-56 76 0,4 7-176 15,0 5-415-15,0 4-321 16,4 9-44-16,5 7-108 0,2 3-76 0,2 7-96 16,2-2-24-16,2-5-48 0,2-9-8 15,1-10-136-15,0-14-88 16,4-8-32-16,4-10-124 0,0-5-156 0,0-12 43 16,0-2-143-16,0-2-124 0,0-15-444 0,-5-1-1104 15,1-5-1964-15,-12 4-1545 0</inkml:trace>
  <inkml:trace contextRef="#ctx0" brushRef="#br0" timeOffset="191175.207">13777 9881 1016 0,'0'0'9740'0,"0"0"-7879"0,0 0-597 16,0 78-224-16,0-36-72 0,0 8 420 16,4 8-40-16,-4 5-388 0,8 1-288 0,-8 6-208 15,4-7-136-15,0 4-192 16,4-7-136-1,1-6-84-15,-2-10-4 0,1-6-44 0,4-12 20 0,0-3-68 16,-4-11-76-16,3-5-212 0,-6-4-96 0,3-3-184 16,-8-3-168-16,0-7-416 0,0-4-876 15,0 3-2193-15,-13-11-2363 0</inkml:trace>
  <inkml:trace contextRef="#ctx0" brushRef="#br0" timeOffset="191342.416">13542 10376 2540 0,'0'0'6588'0,"0"0"-2131"0,0 0-3581 0,0 0-260 16,0 0 140-16,0 0 160 0,0 0 524 16,0 0-220-16,108 6-536 0,-68-16-304 15,0-5-160-15,-1-5-196 0,-3 5-24 16,-4-4-268-16,-4-1-440 0,0 8-400 0,-8-1-400 16,-5 4-1132-16,2-1-4493 0</inkml:trace>
  <inkml:trace contextRef="#ctx0" brushRef="#br0" timeOffset="191527.837">14184 10353 8656 0,'0'0'7533'0,"0"0"-6393"0,-5 71-892 16,5-44-40-16,0 5-20 15,0 0 452-15,5 0 332 16,3-3-608-16,-4-4-364 0,0 0-272 0,-1-2-548 15,1-7-228-15,0 0-196 0,-4-7-632 16,0-6-1200-16,-4 0-3565 0</inkml:trace>
  <inkml:trace contextRef="#ctx0" brushRef="#br0" timeOffset="191678.688">14056 10036 7232 0,'0'0'10645'0,"0"0"-9461"16,0 0-1184-16,0 0-4 0,0 0-268 0,0 0 164 16,76-70 32-16,-64 61-504 15,0 2-624-15,0 1-1060 0,-5 6-4485 16</inkml:trace>
  <inkml:trace contextRef="#ctx0" brushRef="#br0" timeOffset="192512.061">14582 10296 5276 0,'0'0'92'16,"0"0"5224"-16,0 0-4055 0,0 0-329 0,0 0-104 0,0 0 88 15,0 0 128-15,0 0-124 0,0 0-308 0,0 16-268 16,0-6-68-16,-4 2-56 0,4 4-8 16,-4 3 20-16,4 6-68 15,0 5-4-15,4 8 12 16,4 6 84-16,-4 7-12 0,4 10 4 0,-4-3-40 0,4 10-160 15,-4 2-36-15,4 3 0 0,-4-1 76 16,0-1-88-16,0-5 0 0,0-5 4 0,-1-4 12 16,2-6 32-16,-1-7-36 0,0-6 28 15,0-3-40-15,0-6-8 0,0-3-4 16,-1-8-36-16,1-2 40 0,-4-6-104 16,0-4-84-16,0-3-120 0,0-3-140 15,0 0-84-15,0 0-28 0,-4-3-28 0,4-6-140 16,-3-4-220-16,-5-9-368 15,4-3-432-15,-4-11-1233 0,0 11-2059 16,-4-26 1404-16</inkml:trace>
  <inkml:trace contextRef="#ctx0" brushRef="#br0" timeOffset="192878.363">14542 10458 1840 0,'0'0'456'0,"0"0"-392"0,0 0 1464 16,0 0 1168-16,0 0-1176 0,0 0-276 16,56-76-184-16,-44 63 49 15,-4 3-161-15,0-2-244 0,4-1-272 0,0 1-152 16,7-4 112-16,-2 3-76 15,2 3 16-15,1 1-80 0,1 3-76 16,-2 6 48-16,1 0-48 0,-3 0-64 0,-6 6-96 16,-3 7 72-16,-4 6 204 0,-4 3 68 15,0 7-60-15,0 2-88 0,-8 1-100 0,-4 3-104 16,-4 0 48-16,1-3-56 0,-2-1 0 16,-2-2-60-16,3-10-228 15,4 0-136-15,-1-10-56 0,6-2-84 0,3-4-192 16,-4 1-80-16,8-4-248 0,0 0-336 15,0-7-1009-15,0-3-2535 0,0 2 1064 0</inkml:trace>
  <inkml:trace contextRef="#ctx0" brushRef="#br0" timeOffset="193262.751">15135 9683 1292 0,'0'0'1680'0,"0"0"6220"0,0 0-6447 16,25 83-405-16,-18-42-148 0,2 7 324 15,3 9 232-15,-5 3-176 0,2 7-296 16,3 0-384-16,-5 3-160 0,-3 0-108 0,1 2-188 16,-1-5-60-16,-4-1-28 0,0-8-56 15,0-10-124-15,4-11-132 0,0-13-136 16,-1-10-72-16,5-10-248 0,5-4-272 0,2-7-424 15,1-11-848-15,4-5-1957 16,-8 1-2235-16,12-19 3164 0</inkml:trace>
  <inkml:trace contextRef="#ctx0" brushRef="#br0" timeOffset="193410.934">15543 10347 4244 0,'0'0'8357'0,"0"0"-6649"0,0 0-876 0,3 73-240 15,-3-44 264-15,0-2 472 0,-7 6-92 16,-2-1-392-16,1-4-392 0,-3-3-232 0,2-6-220 15,1-3-72-15,1-9-480 0,-1-7-256 16,-1 0-324-16,2-10-672 0,3-5-1980 16,-4-2-2421-16,-1-14-106 15</inkml:trace>
  <inkml:trace contextRef="#ctx0" brushRef="#br0" timeOffset="193544.924">15431 10134 4712 0,'0'0'7913'0,"0"0"-6281"0,0 0-660 0,0 0 52 0,0 0-252 15,84 3-312-15,-65-3-28 0,5 0-404 16,4 0-28-16,0-6-844 16,0-3-764-1,-8 2-2428-15,12 1-6593 0</inkml:trace>
  <inkml:trace contextRef="#ctx0" brushRef="#br0" timeOffset="193716.889">16108 10315 1760 0,'0'0'11925'0,"0"0"-9257"0,-40 84-880 0,24-51-176 16,1 9-416-16,2-4-3 0,2-3-69 16,7-6-448-16,4-4-396 0,0-8-280 15,7-6-100-15,5-4 4 0,0 0-4 0,4-7-32 16,0 0-240-16,0 0-136 16,0-7-4-16,0-5-153 0,0 1-275 0,-1-3-684 15,-6 0-1288-15,7-8-3053 0</inkml:trace>
  <inkml:trace contextRef="#ctx0" brushRef="#br0" timeOffset="194234.91">16383 9868 5108 0,'0'0'7713'0,"0"0"-6513"0,0 0-732 16,0 0 252-16,-8 66 464 15,8-31 136-15,8 13-172 16,0 6-240-16,4 9-236 0,0 4-12 0,-4 6-80 0,4-3-239 16,-8-1-121-16,4-8-148 0,-1-7-72 15,-3-10-76-15,5-12 64 0,-1-7-36 16,-1-5-84-16,1-11-4 0,5-2-241 16,-9-4-195-16,-1-3-124 0,1-6-184 15,-4-5-352-15,0-4-620 0,0-3-828 16,-4-6-2261-16,-3 6-2743 0,-10-11 7448 0</inkml:trace>
  <inkml:trace contextRef="#ctx0" brushRef="#br0" timeOffset="194743.026">16303 10315 1552 0,'0'0'3220'0,"0"0"5397"0,0 0-6729 0,0 0-804 16,0 0 96-16,0 0 108 0,80 13-40 16,-48-13-368-16,4-6-468 0,3-4-264 15,2-2-148-15,-6-5-36 0,5 2-428 0,-8-4-268 16,3 2-248-16,-3 3-384 0,-4 0-672 15,0 2-1144-15,-4 5-1929 0,0 4-923 16,1 3 4748-16,-6 0 985 0,-3 12 598 16,0 5 1137-16,-4 4-472 15,-4 5 6212-15,0 3-4295 0,-4 2-681 0,-4 4-476 16,0 0-484-16,0 3-176 0,0 1-48 0,-4-4-272 16,4-1-244-16,0-9-160 15,0-6-244-15,4-5-96 0,4-5-132 16,8-6 24-16,-5-3-136 0,6 0-120 15,3-5-136-15,-1-6-136 0,5-1-104 16,4 2-184-16,-4 1-4 0,4 2 168 0,0 7 264 16,-4 0 320-16,0 0 176 0,0 9 240 15,0 4 152-15,-1 7 44 0,-3 1 124 16,1 5 0-16,3 3 56 0,-5 3-48 0,5-1-272 16,0 2 72-16,-4 2-148 0,4-2 24 15,0 3-36-15,-4 2 48 16,-4-3-36-16,-5 6-4 0,-6-3-8 0,-5 4-96 15,0-1 32-15,-13-3-72 0,-6-1 0 16,3-4 64-16,-12-5 45 0,4-9-33 0,-4-3 44 16,-4-9-96-16,5-7-96 15,-6 0-72-15,1-16-216 0,5-6-177 16,7-7 101-16,0-7 12 0,12-1 8 0,4-8 28 16,4 0-76-16,8-2-36 15,8-4 12-15,3 4 32 0,2-1-84 16,7-3-312-16,-4 3-736 0,-5 14-1180 0,5-15-2889 15</inkml:trace>
  <inkml:trace contextRef="#ctx0" brushRef="#br0" timeOffset="201944.362">11271 12139 6552 0,'0'0'1508'0,"0"0"-796"16,0 0-244-16,-71-83 152 0,47 60 440 16,3-2-135-16,-3 6 23 0,5-4-424 15,-5 4 1400-15,4 4-888 0,4 2-388 0,4 3-76 16,0 4 172-16,4 6-20 0,1 3-500 16,-2 13-224-16,5 9-84 0,0 13 84 15,4 7 160-15,0 9 24 0,4 1-48 16,9 1 12-16,2-5-28 0,5-4-44 15,-4-6-12-15,4-6-64 0,0-9-4 16,-4-5-48-16,0-7 44 0,-1-11 8 0,6-3-52 16,-6-3-8-16,2-13-12 15,2-9-172-15,-3-4-76 0,0-6 72 0,-4 0 4 16,0 1 20-16,-3-1 64 0,-6 3 24 16,1 9-96-16,-4 4-16 15,-4 6 96-15,-8 7 80 0,-4 3 72 0,-8 3-76 16,4 0 28-16,-3 14 44 0,-1-3 4 15,0 8 12-15,7 3-12 0,-2 1-4 16,6 0-8-16,2-2 0 0,3 2 8 0,-1-7-96 16,6-4-300-16,3-6-392 15,0 1-416-15,8-7-480 0,0 0-284 16,0 0-1017-16,8-3-2083 0</inkml:trace>
  <inkml:trace contextRef="#ctx0" brushRef="#br0" timeOffset="202111.324">11530 12195 2540 0,'0'0'10209'0,"0"0"-8793"0,0 0-672 0,91 28 240 16,-59-21 180-16,-4-4-368 0,0 1-156 15,0-4-108-15,-4 0-188 0,4-10-160 16,0-1-28-16,0-3-156 0,0-5-148 0,-1 0-344 16,1-6-372-16,-4 1-112 0,-7 2-240 15,-2 0-332-15,-7 0-592 0,-3 3-981 16,-5 5-1143-16,-9-1 340 0</inkml:trace>
  <inkml:trace contextRef="#ctx0" brushRef="#br0" timeOffset="202375.129">11765 11868 3132 0,'0'0'4116'0,"0"0"-2700"0,0 0-108 0,0 0-520 0,0 0-155 16,0 0 291-16,-28 66 72 0,32-40-248 16,0 9-100-16,8 0 220 0,0 6-124 15,4 3-92-15,0 7 4 0,0 6-112 16,0 4-60-16,4 2-216 0,-5 6-108 15,2 8-84-15,-2-1 8 0,-2 1-36 16,2-1 28-16,-2-3-68 0,-2 0 28 16,-3-9-36-16,1-5-12 0,-5-7 8 0,-4-11 0 15,0-6 4-15,0-13 8 0,-9-3 52 16,-7-10 64-16,-4 1-124 16,-3-6-104-16,-9-4-200 0,-4-4-80 0,-8-9-108 0,1 0-28 15,-6-8-148-15,6-2-260 16,-1-2-556-16,12-4-52 0,4 4-2929 15,12-10-1595-15</inkml:trace>
  <inkml:trace contextRef="#ctx0" brushRef="#br0" timeOffset="202801.957">13004 12233 6352 0,'0'0'2804'15,"0"0"-1084"-15,0 0-255 16,0 0-201-16,0 0-324 0,0 0 16 16,0 0 152-16,0 0-148 0,56 73-8 0,-20-45-80 15,4 2-356-15,0-8-248 16,3-6-156-16,5-7-104 0,-4-6 48 0,0-3-56 15,-4 0-76-15,-4-12-180 0,-9-1-112 16,1-7-12-16,-12 1-196 0,0-6-328 16,-4-3-236-16,-3-4-548 0,-6-3-996 15,-3 9-1957-15,-3-12-1227 0</inkml:trace>
  <inkml:trace contextRef="#ctx0" brushRef="#br0" timeOffset="202991.841">13243 11760 8916 0,'0'0'2157'0,"0"0"-1217"0,24 98-364 0,-12-37 36 16,4 11 76-16,0 11 236 0,-4 3 236 16,0 0-220-16,-4 0-96 15,4-7-236-15,0-6-400 0,-1-13-208 0,2-13-24 16,2-11-284-16,2-14-248 0,-2-15-140 16,2-7-56-16,-2-13-156 0,5-19 228 15,-3-10-308-15,-6-12-608 0,5-12-789 16,-4-4-223-16,-4 16-48 0,-4-34-1696 15</inkml:trace>
  <inkml:trace contextRef="#ctx0" brushRef="#br0" timeOffset="203345.637">13590 11608 2704 0,'0'0'3140'0,"12"-74"-980"15,-4 65-232-15,0 3-611 0,-1 6-393 0,2 12 164 16,3 17-224-16,-1 15 112 0,2 17-24 16,-2 11-244-16,-2 17-124 15,-1 10-64-15,-4 2 160 0,-1 5-16 0,1-5-236 0,0-2-220 16,0-10-148-16,5-13-60 15,2-13-112-15,-3-12 16 0,8-16-28 16,-4-13-60-16,1-12-88 0,-2-10-108 0,6-4-152 16,-6-14 384-16,1-11-36 0,4-7-112 0,0-8 20 15,-4-3 80-15,4 3 56 16,0-1-44-16,-4 10-4 0,0 9 24 16,0 8 80-16,-1 11 32 0,-2 7 52 15,-1 14 284-15,-1 4 88 16,1 8-60-16,-4 5-152 0,8 4-48 0,-8-3-12 15,4 2 100-15,-4-2 20 0,8-3-32 0,-4-3-152 16,4-7-36-16,0-4-76 16,0-5-20-16,0-4-28 0,0-2-12 0,0-4-40 15,-4 0-168-15,4 0 20 0,-1-4-288 0,-2 1-296 16,3 0-392-16,-1 0-268 16,2 3-409-16,-5 0-1015 0,-5 3-2144 15</inkml:trace>
  <inkml:trace contextRef="#ctx0" brushRef="#br0" timeOffset="203662.467">14299 12487 11237 0,'0'0'1464'16,"0"0"-1056"-16,0 0-168 0,36 73 156 15,-20-54 352-15,-4-9-28 0,4-8-340 0,-1-2-168 16,2-8 100-16,3-15-32 0,-1-5-172 15,-2-11-108-15,-2 2-12 16,2-8-224-16,-6 6-8 0,2 1-44 0,-6 4 60 16,-3 5 64-16,-4 10 116 0,0 4-52 15,-7 8 40-15,-6 7 56 0,-6 0-44 16,-1 13-76-16,-5 9 124 0,1 3 24 0,1 10 192 16,3 6 112-16,8 4 36 0,0 2 88 15,8 4-40-15,0 0-48 16,4-3-56-16,4-4-96 0,12-3-212 0,0-6 0 15,4-10-88-15,4-2-220 0,3-10-140 16,6-7-52-16,3-6 96 0,3-4 88 0,-3-11-288 16,3-8-448-16,-7 2-992 0,13-11-3301 15</inkml:trace>
  <inkml:trace contextRef="#ctx0" brushRef="#br0" timeOffset="204511.583">15706 12725 4620 0,'0'0'6421'0,"0"0"-5473"0,0 0-612 15,0 0-4-15,0 0 332 0,0 0 60 16,99-69-88-16,-67 69-372 0,0 0-200 16,0 9 36-16,-4 4 12 0,0 6-60 0,-12 3-52 15,-1 6 0-15,-2 1 136 0,-5 3-128 16,-4 3 4-16,-4-3 0 0,0-7 36 15,-8-3-36-15,-1-3 116 0,1-9 36 0,1-8 72 16,-1-2 68-16,-1-2-52 16,5-10-116-16,-3-8-36 0,-1-2-12 0,4-10 124 15,4-3-64-15,0-6 0 0,0-1-84 16,4 1 48-16,8 0-108 16,0 6 68-16,7 2 4 0,-2 5 12 15,2 9-88-15,1 8-64 0,-4-3-60 0,0 8-60 16,-4 2-52-16,0 1-288 15,4 3-332-15,-4 0-240 0,0 7-644 0,-4-1-2133 16,4 8-2075-16</inkml:trace>
  <inkml:trace contextRef="#ctx0" brushRef="#br0" timeOffset="204819.849">16363 12611 1384 0,'0'0'9989'0,"0"0"-8921"0,0 0-520 16,0 0 396-16,28 92 532 0,-24-63 280 15,-4-1-432-15,3 1-512 0,2-7-332 16,-1-6-332-16,4-7-148 0,3 1-100 16,2-10-72-16,-1 0 16 0,4-3 104 0,-1-13 52 15,6-3 0-15,-6-10-132 16,2-3-252-16,-2 0 140 0,1-2 84 0,-4-1 36 16,0 5 36-16,-4 3 16 0,0 2 8 15,-4 2-44-15,-4 4 16 0,-4 6 92 16,-4 4 8-16,-3-1 116 0,-2 7-24 15,1 3-36-15,0 0-64 0,0 10-160 16,5 5 160-16,-6 7 36 0,5 4 76 16,5 3-12-16,-5-2-4 0,4 0-32 15,-1-5-64-15,5-3-100 0,0 0-220 16,0-3-436-16,0-3-420 0,9-1-640 0,-5-5-1312 16,7-5-3045-16</inkml:trace>
  <inkml:trace contextRef="#ctx0" brushRef="#br0" timeOffset="205095.222">16813 12687 10032 0,'0'0'1829'0,"0"0"-917"0,0 0 92 0,0 0 176 15,44 79 256-15,-36-62-192 0,-4-9-524 16,4-4-376-16,0-4-72 0,4 0 156 16,4-12-72-16,-4-5-112 0,4-5-244 0,0-3-84 15,-4-7-188-15,-1 3 76 0,-2 1 48 16,-1 2 4-16,-4 11 8 15,-4 2 136-15,0 6 36 0,-8 7-36 0,-5 0-68 16,2 0-56-16,-10 7 36 16,2 3 28-16,-5 1 0 0,4 6-16 0,0 2-96 15,4 4 60-15,4-1 0 0,0 3 64 16,4-3-40-16,4 0-20 16,4-5-44-16,0-5-156 0,0-2-588 0,4-5-512 15,8-1-316-15,-4-4-1513 0,12-9-2263 0</inkml:trace>
  <inkml:trace contextRef="#ctx0" brushRef="#br0" timeOffset="205345.153">17459 12122 3452 0,'0'0'8085'0,"0"0"-7329"0,0 0 128 16,0 0 8-16,0 0 420 15,20 101 208-15,-20-59-328 0,0 8-392 16,0 4-52-16,0 0 84 0,0 4-208 0,8 2-360 15,-4-4-200-15,7-1-64 16,-2-4-136-16,3-7-96 0,-5-5-168 0,6-14 96 16,-2-6 96-16,6-6 12 0,-6-7-196 15,1-6 120-15,0 0 112 0,-4-6-172 16,0-10-260-16,-4-3-436 0,-4 0-412 0,0-6-520 16,-12 2-1961-16,4 4-519 15,-16-6 284-15</inkml:trace>
  <inkml:trace contextRef="#ctx0" brushRef="#br0" timeOffset="205524.948">17164 12490 8400 0,'0'0'2316'0,"0"0"-1131"16,0 0-33-16,0 0 20 0,0 0-12 0,0 0-4 15,0 0-356-15,0 0-392 0,0 0 88 16,0 0 256-16,16 10-288 16,20-10-132-16,3 0-64 0,10 0-96 0,-6 0 12 15,5-7-76-15,-4 1-108 16,4-3-4-16,-9 2-44 0,6-6-172 0,-6 4-428 15,-3-1-272-15,0 1-292 0,-1 0-440 16,-10 2-916-16,6-5-3181 0</inkml:trace>
  <inkml:trace contextRef="#ctx0" brushRef="#br0" timeOffset="207642.581">19044 12197 5884 0,'0'0'2052'0,"0"0"2217"16,0 0-2981-16,0 0-296 15,0 0-44-15,0 0 72 0,0 0-176 0,0 0-112 16,-75-33-300-16,55 41-220 0,0 9-64 15,-4-2-40-15,8 4 40 0,-3 7 0 0,-2-4 48 16,6 7 24-16,-2-7 0 16,1 3 124-16,1 0 60 0,3-2-76 15,3-4-60-15,2 0-84 0,3 0-64 0,0 0-24 16,4 0-96-16,0 0 4 0,4 4-4 16,7-5 0-16,2 4-12 0,2-3-36 15,2-2-60-15,-2 2 20 0,5-7 4 0,5 5-256 16,-2-5-428-16,1 4-140 0,8 0-260 15,-4-1-612-15,-8-5-2096 16,8 6-4833-16</inkml:trace>
  <inkml:trace contextRef="#ctx0" brushRef="#br0" timeOffset="207794.899">19706 12649 7372 0,'0'0'9129'0,"0"0"-7157"0,0 0-192 15,0 0-135-15,0 0-373 0,0 0-292 0,0 0-560 16,0 0-420-16,0 0-160 0,0 0-152 16,4-22-256-16,-4 11-424 15,0 6-697-15,0-2-2527 0,0 0-4665 0</inkml:trace>
  <inkml:trace contextRef="#ctx0" brushRef="#br0" timeOffset="-197885.176">3542 15018 13121 0,'0'0'3128'0,"0"0"-1972"16,0 0-1056-16,0 0 12 0,0 0 604 15,0 0 220-15,0 0-88 0,0 0-168 0,67-7-92 16,-26 7-152-16,6 0-155 0,5 0-173 16,-5 3 24-16,5 4 4 0,-3-4 20 15,-2 0 0-15,-4-3-108 0,2 0-40 16,-6 0-8-16,-3 0-56 0,-4-6-112 16,0-4-148-16,-4-3-157 0,-4-2-267 0,-4-7-212 15,-5-1-400-15,2-6-964 16,-9 7-2532-16,-8-10-2901 0</inkml:trace>
  <inkml:trace contextRef="#ctx0" brushRef="#br0" timeOffset="-197518.999">4032 14553 10816 0,'0'0'2001'16,"0"0"-1541"-16,0 0-384 0,0 0 460 0,0 0 1132 15,0 0 136-15,0 0-680 16,-17 83-556-16,22-54-248 0,3 6 60 0,0 4 48 15,-1 1-24-15,2 8-100 0,-1 4-124 16,3 1-8-16,-3 11-76 16,1-1-32-16,-2 7-60 0,1-1 4 0,5 1-8 15,-9-3-64-15,3-4 64 0,-3 1 8 16,0-7 0-16,0-6-8 0,1 0 52 16,-2-7-48-16,-3-5 0 0,0-5 44 0,0 1 0 15,0-10-36-15,0 1 48 16,0-4 12-16,-3-6-72 0,-6 1 148 15,1-5-15-15,-3-3-121 0,-2 3-12 0,-2-5-181 16,-6 0 9-16,-3-2 16 0,1-1-52 16,-5-1-48-16,0-3-12 0,0-3-36 15,0-3-16-15,0-4-144 0,4-3 72 16,0-2-136-16,5-4-40 0,-2-1-100 16,6 1 20-16,6 1-320 0,2-6-292 15,-1 6-696-15,4-1-1225 0,4-6-1795 0</inkml:trace>
  <inkml:trace contextRef="#ctx0" brushRef="#br0" timeOffset="-196853.454">4737 14360 6096 0,'0'0'936'0,"0"0"4345"0,0 0-3817 16,0 0-384-16,0 0 64 0,0 0-4 16,0 0-112-16,0 0-200 0,0 0-324 15,-13 80-200-15,10-46-156 0,-5 8-104 16,0 0-44-16,-1 2-48 0,-2 0-224 0,-1-3-400 15,4 1-216-15,-4-7-240 0,1-3-280 16,2-1-500-16,-3-12-1337 0,-3 9-2831 0</inkml:trace>
  <inkml:trace contextRef="#ctx0" brushRef="#br0" timeOffset="-194675.408">5434 15211 8716 0,'0'0'4773'0,"0"0"-3693"15,0 0-460-15,0 0-356 0,0 0 124 16,0 0 292-16,0 0 144 15,0 0 16-15,0 0-24 0,84-6-228 0,-56 3-232 16,0-1-200-16,0 2-148 0,0-5 108 16,-4 1-112-16,3 0-8 0,1-5-180 15,0 6-256-15,-4-2-212 0,0-3-160 0,-9 3-180 16,2 5-588-16,-10 2-1364 16,-3 0-3421-16</inkml:trace>
  <inkml:trace contextRef="#ctx0" brushRef="#br0" timeOffset="-194468.169">5605 15414 5840 0,'0'0'196'0,"0"0"4148"0,0 0-2567 0,0 0-269 16,0 0-240-16,0 0 0 0,0 0-316 16,0 0-356-16,0 0-16 15,0 0 36-15,68-18-172 0,-40 8-260 0,0 1-172 16,4-2-12-16,-4 3-184 0,4-2-272 15,-1 3-492-15,1 1-308 0,4 3-428 16,-8 3-2140-16,8 0-2489 0</inkml:trace>
  <inkml:trace contextRef="#ctx0" brushRef="#br0" timeOffset="-166590.03">6917 14455 5672 0,'0'0'2208'0,"0"0"-636"0,0 0-900 16,0 0 3365-16,0 0-2297 0,0 0-388 0,0 0-436 16,0 0-212-16,0 0-64 0,-45 45-80 15,41-36-108-15,1 7-132 0,-1 0-104 16,-4 3-8-16,-1 7 0 0,2 2 36 15,-1 7-27-15,-1 3 27 0,1 7-4 0,1 2 88 16,-5 7-84-16,0 3-52 0,0 7-24 16,-1 3-20-16,2 2-108 15,-6 4-32-15,10 4-8 0,-5-1 12 0,8-1-12 0,1-1 4 16,3-2-4-16,3-1 0 16,5-7-4-16,7-1-4 0,2-2-76 15,-1-5-16-15,4-2-8 0,4-4-192 0,0-4 8 16,4-5-96-16,4-3-36 15,7-7-161-15,5 2-183 0,4-1-76 0,8-1 0 16,0-2-392-16,4 2-1080 0,-13-8-2349 16,24 9-2839-16</inkml:trace>
  <inkml:trace contextRef="#ctx0" brushRef="#br0" timeOffset="-165903.963">12036 14687 6656 0,'0'0'4925'0,"0"0"-2677"15,0 0-564-15,0 0-244 0,0 0-148 16,0 0-248-16,0 0-308 16,36 64-272-16,-24-38-84 0,0 2 8 0,4 4-24 15,-4 3-11-15,0 2-49 0,-1 1-132 16,2 6-40-16,-6 5-84 0,-3 1-44 0,0 4-4 15,-4 7-4-15,0 2-8 16,-4 1 12-16,0 0-4 0,-3-1 0 0,-1 1-8 16,-4-1-48-16,-4 0-12 15,-4 0-28-15,-4 2-92 0,-8-2-136 0,0-5-245 16,-4-8-207-16,1-2-148 0,-10-7-156 0,2-4-440 16,-1-2-800-16,4-13-1961 15,-20 1-1411-15</inkml:trace>
  <inkml:trace contextRef="#ctx0" brushRef="#br0" timeOffset="-165286.642">7832 15093 8384 0,'0'0'2637'0,"0"0"-1337"16,0 0-624-16,0 0 100 15,0 0 240-15,80-21-120 0,-59 21-204 0,2 0-232 16,-3 0-208-16,4 9-28 15,0 7-40-15,3 6 16 0,-3 6 168 0,4 4 324 16,-3 10-164-16,-5-1-136 0,-1 6-36 16,-2 2-12-16,-6-2 32 0,2-3-72 15,2-6-156-15,-7-2-148 0,4-11 0 0,0-10-148 16,-4-5-352-16,0-6-404 0,4-8-188 16,-4-8-244-16,4-12-836 15,-4 3-1012-15,3-21-2493 0</inkml:trace>
  <inkml:trace contextRef="#ctx0" brushRef="#br0" timeOffset="-165084.584">8339 15081 7564 0,'0'0'3044'0,"0"0"-1191"0,0 0-541 0,-48 73 132 0,28-36-48 0,-4 9-4 16,0 4-492-16,-4 7-396 0,0 1-236 15,4-5 4-15,-3-1-88 0,3-5-100 16,7-10-76-16,2-7-8 0,2-11-184 15,6-3-328-15,3-10-152 0,4-3-188 16,0-3-216-16,0 0-436 0,0-9-816 0,4 2-2097 16,7-12-1035-16</inkml:trace>
  <inkml:trace contextRef="#ctx0" brushRef="#br0" timeOffset="-164894.676">8406 15396 7820 0,'0'0'1932'0,"0"0"-459"0,0 0 383 16,0 0 200-16,88 0-348 0,-64 6-316 0,3-3-360 16,1 3-88-16,4-3-152 0,0 1-280 15,1-1-256-15,-1-3-147 16,3 0-61-16,-3 0-48 0,0-3-169 0,0-4-183 16,0 1-184-16,-4 3-112 0,0-3-124 15,0-1-188-15,-5 1-376 0,-3 2-796 0,-8 2-1964 16,-4 2-3145-16</inkml:trace>
  <inkml:trace contextRef="#ctx0" brushRef="#br0" timeOffset="-164554.327">9338 15154 13581 0,'0'0'2652'0,"0"0"-1732"16,0 0-920-16,0 0 0 15,0 0 236-15,0 0 420 0,-79 16 220 16,51 10-544-16,4 2-232 0,0 10 72 0,0 4 108 16,5 2 40-16,-5-1 80 15,7 3-132-15,-2 1-84 0,6 2-36 16,6-9-28-16,3 2-36 0,4-5-32 0,0-5-52 15,11-4-64-15,6-9 64 0,3-2-48 16,3-4-36-16,5-13 0 0,4 0-100 16,0-10-304-16,0-6-136 0,0-3-124 15,-5-6-200-15,-6-1-380 0,-6 4-1228 0,-6 0-2781 16,-9-1-3339-16</inkml:trace>
  <inkml:trace contextRef="#ctx0" brushRef="#br0" timeOffset="-164169.769">7626 15018 9400 0,'0'0'2397'16,"0"0"-1181"-16,0 0-388 16,-45 79 176-16,34-44 28 0,-6 5-168 0,6 2-264 15,-6 6-128-15,6 2-116 0,3 4 28 16,4 1-4-16,4-2 28 0,0-1-116 15,12 1-120-15,3 1-100 0,13 0 4 16,4 0-72-16,5 1-4 0,6-5-80 0,1-3-40 16,4-5-188-16,4-7-168 15,-1-7-216-15,5-5-124 0,4-11-232 0,0-2-640 16,7-10-1116-16,-15 0-2345 0,29-22-219 16</inkml:trace>
  <inkml:trace contextRef="#ctx0" brushRef="#br0" timeOffset="-163891.992">9626 15079 10816 0,'0'0'2677'0,"0"0"-1825"16,55 68-624-16,-35-36-52 15,8 10 1208-15,-4-1 476 0,0 1-728 0,0 2-552 16,0-1-252-16,4 3-32 0,-4-4-68 16,-5 2-128-16,1-1-44 15,-8 2-56-15,-3 3-12 0,-9 2-160 0,0 2-120 16,-9-5-76-16,-3 4-96 0,-4-6 36 16,-3-5 32-16,-2-1-124 0,2-7-136 0,-5-7-288 15,0-6-292-15,0-6-320 16,5-11-1044-16,-9-4-4425 0</inkml:trace>
  <inkml:trace contextRef="#ctx0" brushRef="#br0" timeOffset="-163480.207">10163 14709 11069 0,'0'0'4460'0,"0"0"-3680"16,0 0-640-16,0 0 32 0,0 0 900 16,36 82 664-16,-32-59-536 15,-4 6-604-15,4 0-304 0,-4-1-96 0,0-3-63 16,0 1-73-16,0-11-60 15,0-4-48-15,5-5-85 0,-1-6-51 16,-1 0-96-16,5-6 0 0,4-8-48 0,4-5 12 16,-4 0 8-16,8-6-72 0,0 4 112 15,-4-3 108-15,4 6 52 0,-1 5 108 0,-6 0 8 16,2 7 44-16,-2 3 96 0,-6 3 156 16,1 0 64-16,-4 3 36 0,5 6-4 15,-9 1-132-15,4-1-60 0,-4 4 0 16,0-4-16-16,0-2-80 0,0-4-104 15,3 0-8-15,1-3-60 16,0-3 52-16,4-3-4 0</inkml:trace>
  <inkml:trace contextRef="#ctx0" brushRef="#br0" timeOffset="-160820.377">10386 14872 1188 0,'0'0'248'0,"0"0"64"0,0 0 28 15,0 0-160-15,0 0 2456 0,0 0-1048 16,0 0-704-16,0 0-4 0,0 0 120 15,0 0-4-15,21-26 49 0,-21 26-145 16,3 0-132-16,-3 0-108 0,0 0-136 16,0 0-196-16,4 0-152 0,-4 0 0 15,4 0 40-15,-4 0-52 0,4 0-64 16,-4 0-12-16,0 0 88 0,5 0 12 0,-5 3 64 16,4 3 4-16,-4 1 92 15,0 3 0-15,0 2-84 0,0 1-152 0,0 3-12 16,0-4-28-16,0 1-8 0,0 0-56 15,0-1-8-15,0 2 0 0,0-2-12 16,0 1-40-16,0-1 44 0,0 1-40 16,0 0 36-16,0-1-88 0,0 1 36 0,0-4 28 15,0 1 36-15,0-4 88 0,0-3-80 16,0 1 4-16,0-4 88 16,0 0-100-16,0 0 0 0,0-4-12 0,0-5-212 15,0-1-40-15,4-5 116 0,3-1 12 16,-3-3 124-16,4-3-100 0,1 3 100 15,-2-3-48-15,5 2-4 0,-3 1 52 16,2 1 12-16,1-2 0 0,-4 8 100 16,0-5 136-16,0 8-12 0,0 0 64 15,4 2-88-15,-4 1 20 0,0 3-8 0,0-4-52 16,0 7 0-16,0-3-8 16,3 3-68-16,-2 0 4 0,2 0-80 15,2 7 40-15,-1-1-44 0,-5 3 4 0,6 4 0 16,-5 3 56-16,3 3-56 0,-7 0-8 15,0 0-88-15,1 3-48 0,-1 0-48 0,-4-2-76 16,3-1-24-16,-3-3-140 16,0-4-172-16,0 1-208 0,0-7-140 15,0 4-284-15,-3-4-612 0,3 1-961 0,-4 0-1615 16</inkml:trace>
  <inkml:trace contextRef="#ctx0" brushRef="#br0" timeOffset="-160239.919">12888 14358 9308 0,'0'0'2605'0,"0"0"-625"0,0 0-412 16,0 0-260-16,0 0-20 0,0 0-300 15,0 0-228-15,0 0-272 0,0 0-180 16,0 0 32-16,-39 94-72 0,31-59-12 16,0 3-64-16,0 7-140 0,0-4-4 15,0 3-44-15,0 5-4 0,-4-6-48 0,4 1-76 16,-3-2-156-16,-2-3-72 16,5-4-232-16,1-7-140 0,3-2-196 15,-1-8-328-15,5 1-792 0,0-6-1808 0,0 0-3657 16</inkml:trace>
  <inkml:trace contextRef="#ctx0" brushRef="#br0" timeOffset="-159474.338">13610 15351 2760 0,'0'0'1696'0,"0"0"3212"15,0 0-3267-15,0 0-445 0,-8-79 56 16,4 62 180-16,-4 5 104 15,-4 6-328-15,1-1-392 0,-6 4-360 0,-3 3-148 16,1 3-12-16,-2 10 56 0,-3 6-80 16,0 9 56-16,1 8-132 0,3 11-52 0,4 10-56 15,0 4-16-15,4-1 0 0,4 0 16 16,8-6-88-16,0-13-64 16,8-9-80-16,0-14-100 0,7-8-84 0,6-6 156 15,3-8 0-15,0-8-12 0,4-7-108 16,4-10-64-16,-5 2 0 0,1-9 32 15,-4 4 128-15,0 4 136 0,0 6 8 16,-5 5-20-16,-2 8-52 0,3 7 124 0,-1 2 36 16,-2 15 164-16,-2 3-4 15,2 7-60-15,-6 8 72 0,1 5 16 16,0 0-40-16,0 6 48 0,-3 1 36 0,-6 6 28 16,-3 0 20-16,0 6 16 0,0 0-128 15,0 0 92-15,-12 0-92 0,0-3 40 16,-4 0 389-16,0-7-41 0,-4-2-264 15,5-8-124-15,-6-4-80 0,6-7-40 0,-5-11-76 16,7-2 0-16,-2-7 52 16,3-3-56-16,0-3-4 0,0-6-108 15,-4-10-76-15,0-3 40 16,0-12-84-16,-3-7 44 0,-2-6-104 0,1-5-64 0,1 2 11 16,6 1 25-16,9 9 24 0,0 5 144 0,4 7 76 15,12-4-36-15,1 4-28 16,2 0 52-16,5-4-136 0,4-2-232 15,1-1-272-15,2-7-472 0,1 5-624 0,0-5-512 16,-4 11-1969-16,7-11-1999 0</inkml:trace>
  <inkml:trace contextRef="#ctx0" brushRef="#br0" timeOffset="-159245.342">14255 15170 572 0,'0'0'7496'0,"0"0"-4908"0,0 0-863 15,0 0-5-15,0 0 60 0,0 0-244 16,0 0-176-16,0 0-304 0,0 0-284 16,4 85-176-16,-8-50-60 0,1 1-15 15,-1-1-181-15,-1 2-112 0,5 5-80 0,0-1 20 16,5 1-36-16,2-2-64 16,1 2-68-16,0-10-72 0,4-4-12 15,0-6-24-15,4-9-196 0,0-7-72 0,0-6-132 16,7-2-245-16,-2-15-139 0,3-5-432 15,0-3-1128-15,-9 3-2768 0,6-17-3465 16</inkml:trace>
  <inkml:trace contextRef="#ctx0" brushRef="#br0" timeOffset="-159072.43">14586 15329 2796 0,'0'0'7248'0,"0"0"-3295"15,0 0-3309-15,0 0 48 0,52 89 616 0,-40-64 244 16,4 4 0-16,-4-1-224 0,4-2-523 15,0-8-453-15,-4-4-352 0,4-2-48 16,-1-9-244-16,-3 1-413 0,4-4-135 16,0-11-128-16,4-4-524 0,-4-7-1160 15,0-3-2341-15,0 2-2211 0</inkml:trace>
  <inkml:trace contextRef="#ctx0" brushRef="#br0" timeOffset="-158907.728">14805 15240 848 0,'0'0'5884'0,"0"0"253"15,0 0-4849-15,0 0-632 0,-87 95 40 16,59-57 220-16,0 10 280 0,-4-1-244 0,4 4-300 16,0-4-184-16,0 2-28 15,9-5-184-15,-2-10-256 0,10-8-36 16,2-7-540-16,5-6-432 0,4-10-412 0,4-3-800 16,5-13-1796-16,-5 1-1945 0</inkml:trace>
  <inkml:trace contextRef="#ctx0" brushRef="#br0" timeOffset="-158682.99">15144 15141 6200 0,'0'0'4448'0,"0"0"-2011"0,0 0-1429 16,0 0-288-16,75 83 288 0,-58-58 84 0,-6 5 100 15,1 0-344-15,-3 2-440 0,-2 4-164 16,1-2-132-16,-8 4-52 0,0-3-60 0,0-3 0 15,-8 3-52 1,1 0-232-16,-10-3-8 0,2 2-52 16,-5-2-16-16,-5 0-48 0,1-4-60 15,-3 1-144-15,-1 0-216 0,-4-4-212 0,1-3-368 0,3-6-420 16,3-2-1025-16,-2-12-2595 0</inkml:trace>
  <inkml:trace contextRef="#ctx0" brushRef="#br0" timeOffset="-158163.748">15897 15366 5124 0,'0'0'7117'15,"0"0"-5077"-15,0 0-928 0,0 0-472 16,0 0 276-16,0 0 312 0,104 13-156 0,-57-13-420 0,1 0-276 16,4-9-68-16,0-3-64 0,0-5-100 0,-5-5-48 15,-3 0-96-15,0-3-204 16,-5-4-260-16,-7 4-220 0,0-2-200 16,-8 2-156-16,-3 6-632 0,-10 4-1196 0,-7-8-3685 0</inkml:trace>
  <inkml:trace contextRef="#ctx0" brushRef="#br0" timeOffset="-157953.276">16343 14958 3436 0,'0'0'2148'0,"0"0"3585"0,0 0-3901 16,-3 66-368-16,6-35-180 0,1 4 20 15,4 10 44-15,0-1-388 0,0 7-360 16,0 3-236-16,-4-1-180 0,0 1-184 15,0 1-84-15,-4 3-284 0,4-4-220 16,-1-4-124-16,2-2-40 0,-1-6-216 16,4-5-648-16,-4-11-1404 0,3 9-4245 0</inkml:trace>
  <inkml:trace contextRef="#ctx0" brushRef="#br0" timeOffset="-155503.036">17857 14779 1656 0,'0'0'456'0,"0"0"-116"15,0 0 5068-15,0 0-3284 0,0 0-511 16,0 0-293-16,0 0-212 0,0 0-60 15,0 0-152-15,0 0-180 16,8-7-156-16,-4 7-212 0,4 7-224 16,8 5 172-16,4 8-24 0,8 9 112 0,-1 3-52 15,1 3-184-15,0 5-28 0,0-1-48 16,-7 2-72-16,-2 0-8 0,-3-2 0 0,1-9-128 16,-6-1-100-16,1-4-84 0,-4-5 12 15,0-7-160-15,0-4-188 0,0-2-192 16,0-4-376-16,-4-3-488 0,4 0-1289 15,-4-6-2543-15</inkml:trace>
  <inkml:trace contextRef="#ctx0" brushRef="#br0" timeOffset="-155290.173">18236 14830 3024 0,'0'0'12'0,"0"0"5968"0,0 0-4364 16,0 0-447-16,0 0-181 0,0 0 44 15,-72 67 96-15,56-35-108 0,-4 5-244 16,-4 2-252-16,4 5-4 0,-4 0-112 16,-3-2-48-16,3 2-100 0,0-2-212 0,3-4-48 15,2-7-148-15,7-5-196 0,4-7-300 16,4-6-352-16,4-3-324 16,4-10-616-16,0 0-2645 0,8-10-3195 0</inkml:trace>
  <inkml:trace contextRef="#ctx0" brushRef="#br0" timeOffset="-155082.959">18415 15079 2940 0,'0'0'1120'0,"0"0"5280"0,0 0-4179 0,0 0-629 15,0 0-264-15,0 0-176 16,92-30-156-16,-64 24-340 0,0 0-212 0,4-4-188 15,-1 4-148-15,-3-4-108 0,4 4-112 16,-4-1 28-16,0 0-336 16,4 2-320-16,-9-2-516 0,1 5-656 0,-3-3-2045 15,-6 3-2359-15</inkml:trace>
  <inkml:trace contextRef="#ctx0" brushRef="#br0" timeOffset="-154734.098">19268 14818 8740 0,'0'0'2349'0,"0"0"-933"0,0 0-28 16,0 0 268-16,0 0-112 0,0 0-480 15,0 0-472-15,0 0-296 0,0 0 0 16,-92 25-28-16,76-3-36 0,-4 6-48 16,0 4-24-16,0 4-40 0,1 5 64 15,6 0-36-15,2-3-28 0,3 0-20 16,3-3-40-16,5-6-56 0,0-4-4 16,9-6-56-16,-1-6-80 0,7-4-72 15,5-6-72-15,4-3-76 0,0-3-84 0,4-9-224 16,-4-1-348-16,4-3-636 15,-8-3-876-15,-9 7-2509 0,-7-7-2195 0</inkml:trace>
  <inkml:trace contextRef="#ctx0" brushRef="#br0" timeOffset="-154389.397">17634 14760 2492 0,'0'0'964'16,"0"0"3956"-16,0 0-3004 15,0 0-783-15,0 0-157 0,-91 31 160 0,67-11 8 16,-4 6-164-16,4-1-72 0,-4 3-160 15,3 4-68-15,2-3-124 16,3 3-176-16,0-1-144 0,8 7-116 0,1 3 28 0,7 3-12 16,4 8-124-16,0-1 64 0,7 6-76 15,9 0-8-15,4 3-52 16,4-2-36-16,8-1-28 0,0-3-232 0,8-7 0 16,-1-9-88-16,9-2-200 0,4-14-152 15,3-10-460-15,5-6-416 0,-15-6-1220 16,18-13-3041-16</inkml:trace>
  <inkml:trace contextRef="#ctx0" brushRef="#br0" timeOffset="-154108.994">19678 14779 3908 0,'0'0'456'0,"0"0"6237"0,0 0-4653 16,0 0-568-16,80 76-248 0,-64-52-244 15,0 4-88-15,-4 3-112 0,3-3-336 16,-6 4-200-16,-2 0-144 0,-3 3-100 16,-4 0-4-16,0 2-4 0,-7 3-116 15,-6 1-60-15,-6 0-12 0,-2 4 12 16,-7-5-136-16,0 5-128 0,-3-7-48 15,-5 0-100-15,0 1-272 0,1-8-304 0,-5 0-556 16,12-11-1257-16,-20-1-2047 0</inkml:trace>
  <inkml:trace contextRef="#ctx0" brushRef="#br0" timeOffset="-153370.192">19929 14395 1032 0,'0'0'5852'0,"0"0"-495"0,0 0-4029 0,0 0-476 15,0 0 308-15,0 0 24 16,0 0-44-16,0 0-92 0,0 0-360 16,0 0-136-16,36 89-136 0,-36-55-76 0,-4-1-72 15,0-1-148-15,0-7-108 16,-4 0-12-16,8-9-44 0,0 0-112 0,0-7-76 16,0-2-36-16,0-7-24 0,0 0-64 15,8 0 88-15,4-9 108 0,0-4 60 16,0-3 52-16,-1-3-12 0,6-3 60 15,-2-1 0-15,-2 2-12 0,-2-2 4 16,6 4-44-16,-10 0 40 0,5 6 8 0,-7 6-4 16,-1 4-100-16,0 0 108 15,-4 3 12-15,3 3 120 0,-3 4 80 0,0-1-56 16,4 7-32-16,-4-4 24 0,0 0-40 16,0 1 16-16,4-6-124 0,-4-1-84 15,8-3-84-15,-3 0 36 0,2 0 132 16,5-10 0-16,4 1-64 0,0 0-120 15,0-5 0-15,0 5 108 0,0-1 4 16,-1 7 24-16,2 0 48 0,2 3 84 0,1 0 76 16,1 6 60-16,-2 4 0 15,-3 6-48-15,0 0-36 0,0 7-4 0,-4-2 4 16,-3 2-64-16,-2 2-24 0,1 0-44 16,-4 1-4-16,-4-1-4 0,4 0-212 15,-4 1-264-15,0-1-280 0,0-2-424 16,4-4-988-16,0-3-2372 0,-4-7-3909 0,8 1 6613 15</inkml:trace>
  <inkml:trace contextRef="#ctx0" brushRef="#br0" timeOffset="-152721.714">20977 15018 12 0,'0'0'7300'0,"0"0"-5704"16,0 0-536-16,0 0 129 0,0 0 195 15,0 0-96-15,0 0 68 0,0 0-476 0,-79-29-216 16,66 48-92-16,-2 6 24 16,2 10-40-16,-2 4-148 0,2 5-64 15,2 1-36-15,3-8-64 0,-1 2-112 0,5-14-132 16,4-3-52-16,0-6-108 0,0-10-60 15,9-3-84-15,-1-3 68 16,7-7 128-16,2-4 8 0,7-11 100 0,-1-3-60 16,5-5-116-16,-4 2 16 0,0-2-36 15,0 9 60-15,-5 5 12 0,-2 6 0 16,-2 7-12-16,-2 3 8 0,-2 10 128 16,1 5 100-16,1 8 108 0,-2 6-20 0,2 5 108 15,-6 4 0-15,1 4-124 0,0-1-36 16,1 0-24-16,-6 4-40 0,1 0 64 15,-4-1 12-15,0 6 60 0,0 4 148 16,-4 0-4-16,-8 1 4 0,0-1 32 16,-8-1-24-16,5-2-168 0,-6-7-24 0,2-2-76 15,3-7 25-15,0-3-21 16,0-13-88-16,0-4-4 0,-4-5-8 0,4-10-88 16,-4 0-141-16,0-7-63 15,0-9 84-15,1-5-256 0,2-8-24 0,2-6-136 16,-2-6-72-16,6-7-156 0,-2-3-228 15,5 1-512-15,1-5-816 0,7 4-1697 16,-4 11-1559-16,4-17 2444 0</inkml:trace>
  <inkml:trace contextRef="#ctx0" brushRef="#br0" timeOffset="-152508.557">21424 14379 5108 0,'0'0'2040'0,"0"0"2629"15,0 0-3121-15,0 0-4 0,15 70 120 16,-15-42-296-16,4 7-420 0,0-3-360 16,1 3-280-16,2 0-136 0,-7 0-172 15,4-3-60-15,0-4-296 0,0 4-568 0,0-3-496 16,-1-1-880-16,2-8-2521 0,-1 11-1899 15</inkml:trace>
  <inkml:trace contextRef="#ctx0" brushRef="#br0" timeOffset="-151619.329">21981 15072 2240 0,'0'0'8'16,"0"0"-8"-16,0 0 4032 0,0 0-2176 0,0 0-376 15,0 0-344-15,0 0-3 0,0 0-57 16,0 0-148-16,0 0-180 15,-44-17-116-15,44 17-80 0,0 0-48 0,0 0-92 0,0 0-112 16,0 0-124-16,0 0-76 16,0-3-16-16,0 3 16 0,0 0 0 15,0 0 0-15,0 0-52 0,0 0 76 0,0 0-24 16,0 0-16-16,0 0 52 0,0 0 12 0,-4 0 16 16,0 3-16-1,4 1-64-15,-4-1 40 0,-3 0 0 0,3 4-16 16,-1 0-44-16,1-5-52 0,-4 7-4 0,1-2-8 15,3 3 4-15,-5-1-4 16,5 4-8-16,-7 5 8 0,7 5 68 16,-5 5 20-16,5 4 32 0,-4 6-56 0,5 1 20 15,3 5 0-15,-4 1-68 16,4-4-8-16,0-4-8 0,0-2-4 16,4-7-48-16,-1 1-80 0,5-6 20 0,1-7-144 15,2-3-264-15,1-1-132 0,1-2-80 16,-2-7-164-16,2 0-340 0,-2-3-908 15,1 0-2397-15,-3-3-2863 0</inkml:trace>
  <inkml:trace contextRef="#ctx0" brushRef="#br0" timeOffset="-150956.589">22275 15084 1068 0,'0'0'1004'0,"0"0"-808"16,0 0 3776-16,0 0-2320 0,0 0-564 15,0 0-232-15,0 0 212 0,0 0 105 16,0 0 27-16,0 0-272 0,21 25-256 16,-10-15-16-16,2 6-92 0,-2-4-36 15,2 2-80-15,-5-3-148 0,7 0-52 16,-6 2-36-16,6-1 96 0,-3 1-12 0,0-1-24 16,0 4-64-16,1 0-72 0,-2 0-52 15,1 0-68-15,0-1-16 0,0-1-8 16,0-3-116-16,0 0-208 0,-4-5-152 15,8 1-184-15,-4-7-200 0,-1 2 76 16,6-2-204-16,-6 0-412 0,2-5-872 16,-6-5-2149-16,1 3-1091 0</inkml:trace>
  <inkml:trace contextRef="#ctx0" brushRef="#br0" timeOffset="-150768.328">22646 15049 5284 0,'0'0'3252'16,"0"0"-1508"-16,0 0-415 0,0 0-97 16,0 0 28-16,-99 76-360 0,74-43-60 0,-3 0-320 15,2 6-148-15,-2-1-48 0,-4 1-76 16,4 2-116-16,0-6-132 0,4-4-188 16,-1-2-436-16,10-10-332 0,2-2-176 15,6-9-396-15,7-4-937 0,-4-4-2379 16</inkml:trace>
  <inkml:trace contextRef="#ctx0" brushRef="#br0" timeOffset="-150520.557">22925 14900 260 0,'0'0'5356'0,"0"0"-544"16,0 0-3111-16,0 0-349 0,100 9-56 0,-77 4-76 15,-2 3-356-15,3 7-128 0,-5-1-156 16,-3 3-184-16,1 4-76 16,-6 2-124-16,-3 5-96 0,-4-3-96 0,-4 2-4 0,0 7-88 15,-8-4-144-15,-7 0-112 16,-2 4-100-16,-3-4-92 0,1 0-84 0,-5 0-184 16,0 0-164-16,-8-3-156 0,4 4-468 15,-8-6-1025-15,8-6-2095 16</inkml:trace>
  <inkml:trace contextRef="#ctx0" brushRef="#br0" timeOffset="-148566.077">5458 17154 1396 0,'0'0'10901'0,"0"0"-9049"0,0 0-968 15,0 0-556-15,0 0 248 0,80 29 228 16,-48-20 4-16,3-6-248 15,5 1-312-15,1-1-200 0,-2-3-40 0,1-3-8 0,-5-7-4 16,2 1-192-16,-5-1-252 16,-5 1-232-16,-3-1-352 0,-8 1-312 15,0 5-780-15,-12-3-2685 0,0 7-2563 0,-8 0 7372 16</inkml:trace>
  <inkml:trace contextRef="#ctx0" brushRef="#br0" timeOffset="-148372.508">5626 17440 3512 0,'0'0'4160'0,"0"0"-1708"16,0 0-943-16,0 0-537 0,0 0 36 16,86 22-108-16,-58-19-204 0,4-3-256 15,-4 0-164-15,4 0-200 0,5-6-72 0,-5 1-4 16,3-2-476-16,-3-3-356 0,4 3-516 15,-16-2-1048-15,16 3-3293 0</inkml:trace>
  <inkml:trace contextRef="#ctx0" brushRef="#br0" timeOffset="-147428.854">4449 15132 432 0,'0'0'8612'0,"0"0"-6015"16,0 0-1381-16,0 0-580 16,0 0 16-16,0 0 444 0,0 0-24 0,0 0-312 15,-23 79-348-15,23-57-140 0,-4 0 36 16,4 7 52-16,0-1-64 0,0 4-52 15,0 1-108-15,4-2-12 0,-4-2 24 16,4-7-96-16,0 0-52 0,-4-6-60 16,4-6-52-16,0-5-132 0,0 2-236 0,-4-3-100 15,3-4-152-15,6-4-332 0,-1-3-1068 16,0-5-1925-16,-5 3-2739 16</inkml:trace>
  <inkml:trace contextRef="#ctx0" brushRef="#br0" timeOffset="-147238.013">4586 15272 1656 0,'0'0'1904'16,"0"0"-28"-16,0 0 712 0,0 0-528 15,0 0-347-15,0 0-213 0,0 0-80 16,0 0-288-16,87 37-112 0,-71-23-128 0,0 0-112 0,0 0-204 16,0 1-204-16,-4-2-276 15,-5-3-96-15,6-1-84 0,-5-2-396 16,-1-1-296-16,2-3-180 0,3-3-344 0,-5 0-656 15,6-6-1181-15,-5-6-2631 0</inkml:trace>
  <inkml:trace contextRef="#ctx0" brushRef="#br0" timeOffset="-147073.223">4801 15221 2728 0,'0'0'492'0,"0"0"4772"0,0 0-3312 15,0 0-407-15,0 0-341 16,0 0 28-16,-80 63-120 0,64-35-132 0,4 1-208 15,-4 0-200-15,4 3-188 0,-4-4-152 16,9-6-232-16,-2 0-172 0,1-3-360 16,0-5-336-16,5-5-388 15,3-6-260-15,-4-3-1140 0,4-3-3545 0</inkml:trace>
  <inkml:trace contextRef="#ctx0" brushRef="#br0" timeOffset="-146839.044">4976 15109 716 0,'0'0'2480'0,"0"0"3304"0,0 0-3639 0,0 0-361 15,0 0-96-15,0 0-264 0,87 68-296 16,-74-47-308-16,-2 2-228 0,2 2-236 16,-5 1-108-16,-1 2-152 0,-3 1-84 15,-4 3-4-15,0 3-8 0,0-1-184 0,-8 1-72 16,-3 4-188-16,-6 1-124 0,2-1-128 15,-5 2-256-15,-4-3-392 0,-4 0-960 16,0 3-2969-16,4-12-1519 0,-20 16 6468 16</inkml:trace>
  <inkml:trace contextRef="#ctx0" brushRef="#br0" timeOffset="-144170.991">7171 17135 220 0,'0'0'8992'15,"0"0"-7388"-15,0 0-319 16,0 0-581-16,0-76 228 0,0 54 260 16,0 3 204-16,0 3-384 0,4 0-256 0,4 3-264 15,1 4-12-15,2 3-48 0,5-1-80 0,4 4-144 16,0 3 0-16,3 0-156 15,1 10 44-15,-3-1-92 0,-1 7 56 16,-5 6 20-16,2 3-80 0,-9 7-108 0,-5 6 48 16,-3 4 12-16,0 2-160 15,0 0-112-15,0 5-36 0,-7-9 76 0,3-8 32 16,-1-7 4-16,5-9 96 0,0-6 0 16,0-4-12-16,-4-2-76 0,4-4 36 15,0 0 4-15,0-4 8 0,0-5-8 16,0-4-16-16,4-3 100 0,1-6-28 15,3-3 80-15,-5 0 48 0,9-1 8 16,-3-3 4-16,-2 7 72 0,5-4 56 16,-3 7 144-16,2 1-36 0,-3 5-48 0,0 3-76 15,0 4-16-15,0 3-96 16,0 3 0-16,-1 0-148 0,-2 3 100 0,3 6 48 16,0 4 56-16,-4 3-56 0,-1 3-260 15,1 0 200-15,-4 0 56 0,5 0-56 16,-5-10 56-16,4-2-40 0,-4-4-56 15,0-3 60-15,4 0 40 0,0 0 52 0,0-6-52 16,-1-1 248-16,10-5-112 0,-5-1-72 16,3-3 8-16,6 3-8 0,-6 1-64 15,6-1-4-15,-6 4 4 0,6 2 48 0,-2 1 124 16,-2 3 4-16,-2 3 20 16,1 0 28-16,0 0-116 0,0 0-100 0,-4 6 56 15,0 4 20-15,0-1-32 16,0 4 68-16,-4 3 16 0,-1 2-96 0,-3 2-40 15,0 2-8-15,0 3-40 0,0 1-24 16,0 2-128-16,0-5-228 0,-3-1-68 16,3-3-148-16,0-4-80 0,0-2-344 15,0-6-628-15,8-4-956 0,-4-3-1609 16,4 0-1075-16,3 0 3845 0</inkml:trace>
  <inkml:trace contextRef="#ctx0" brushRef="#br0" timeOffset="-143862.599">8395 16999 364 0,'0'0'10336'0,"0"0"-8831"15,0 0-1045-15,0 0 152 0,0 0 392 16,0 0-104-16,0 0-184 0,0 0-260 16,0 0-120-16,-69 80-36 0,62-55 60 15,3 2-76-15,0 6 16 0,0 2-68 0,4-4-20 16,0 4-76-16,0-2-92 16,0-2-44-16,8-6-88 0,-1 1 4 15,10-11-176-15,-2 2-312 0,2-8-148 0,7 0-132 16,-5-5-168-16,1-1-184 0,5-3-572 15,-6 0-1217-15,1-10-2135 0</inkml:trace>
  <inkml:trace contextRef="#ctx0" brushRef="#br0" timeOffset="-143654.694">8761 17123 6036 0,'0'0'6637'0,"0"0"-5465"0,0 0-1004 0,0 0-156 16,0 0 572-16,52 76 900 0,-32-54-408 16,-5 4-580-16,6-5-296 0,-6 2-64 15,1-2-76-15,1 2-60 0,-6 0-184 16,1-5-460-16,1-2-420 0,-6 0-308 0,1-7-252 16,0 1-881-16,-3-7-1807 0,-2 1-1132 15</inkml:trace>
  <inkml:trace contextRef="#ctx0" brushRef="#br0" timeOffset="-143474.353">8992 17176 1696 0,'0'0'2256'0,"0"0"5537"16,0 0-6397-16,0 0-872 0,0 0 84 0,-84 58 304 16,65-36 132-16,-1 3-332 15,-5 0-352-15,10 0-160 0,-1 2-88 0,0-5-112 16,0 0-12-16,8 0-124 0,-4 1-264 15,4-5-260-15,0-2-208 16,4-3-156-16,4-3-588 0,0-8-1297 0,0-2-3263 16,4-6 2353-16</inkml:trace>
  <inkml:trace contextRef="#ctx0" brushRef="#br0" timeOffset="-143223.618">9231 17272 6080 0,'0'0'8269'0,"0"0"-6249"0,0 0-1436 0,0 0-456 15,0 0 168-15,0 0 436 0,0 0 240 16,0 0-284-16,0 0-396 0,83-7-156 0,-59 4 72 16,1 0-24-16,3 0-116 0,-4 3-68 15,-1 0-112-15,1 0 104 0,-4 0-136 16,1 0-408-16,2 0-280 0,-7 0-168 15,0-4-316-15,0 4-848 16,-5 0-2653-16,2-3-3863 0</inkml:trace>
  <inkml:trace contextRef="#ctx0" brushRef="#br0" timeOffset="-142925.144">10060 17034 1200 0,'0'0'12205'0,"0"0"-9169"0,0 0-2616 16,0 0-404-16,0 0-16 0,0 0 644 16,0 0 260-16,-88-10-56 0,72 29-516 15,4 3-160-15,1 4 12 0,-2 2-100 16,6 7 64-16,-1 0-24 0,3 3 20 15,1 0-48-15,0 1 4 0,0-5 8 16,4-2-32-16,0-7-64 0,4-3-12 16,4-5-52-16,5-4-104 0,-2-6-136 0,2-5-344 15,6-2-200-15,-3 0-128 16,4-7-352-16,-4-5-724 0,-4 2-1961 16,4-9-2635-16</inkml:trace>
  <inkml:trace contextRef="#ctx0" brushRef="#br0" timeOffset="-142637.589">10339 17002 744 0,'0'0'3040'0,"0"0"5489"15,0 0-7153-15,0 0-980 0,0 0 96 16,0 0 468-16,0 0 296 0,88 50-312 0,-77-34-448 15,5 3-300-15,-4 0-96 16,0 6 8-16,-3-2 28 0,-5 6-48 16,3-1-28-16,-7 4-48 0,0 4 76 0,0-5-76 15,-7 4-12-15,-2 0-4 0,-3 0-44 16,-4-3-112-16,4 2-236 0,-8 2-96 16,1-5-92-16,-2 1 60 0,1-4-76 0,-7-2-208 15,3-4-376-15,-4-3-640 16,4-10-2181-16,-8-2-871 0</inkml:trace>
  <inkml:trace contextRef="#ctx0" brushRef="#br0" timeOffset="-141255.089">10685 16596 3848 0,'0'0'6412'0,"0"0"-4351"16,0 0-749-16,0 0-244 0,0 0-260 15,0 0 24-15,0 0 0 0,64 69-160 16,-56-36-204-16,1 0-232 0,-6 6-64 0,-3-1-112 16,0 3 16-16,0-6 8 0,0-2-72 15,0-8-12-15,0-3-4 16,0-6-56-16,0-7 12 0,0-5-40 0,0-2-48 15,4-2-84-15,-4 0 20 0,4-2 52 16,0-8-24-16,4-3-136 0,0-6 108 0,0-3 88 16,0-3 68-16,0 2 44 0,0-2 48 15,-4 6 4-15,4 0-4 16,-4 3-44-16,3 3 156 0,-2 4-24 0,3-1 0 16,-4 7-12-16,0-3-12 0,3 6-72 15,-3 0-32-15,5 0-8 16,-5 6 136-16,0 7 24 0,-1 3-12 0,-3 6-12 15,4 0-76-15,-4-3-52 0,0 1-4 16,0-6-4-16,0-3-8 16,0-5-92-16,0-4-8 0,0-2-28 0,0 0 24 15,4 0 0-15,0-6 0 0,5-2-84 16,2-9-128-16,6-5 4 0,-2 0-44 16,2 0-8-16,-6 3 132 0,6 3 124 0,-6 3 108 15,1 7-44-15,0-1 52 0,-4 7 180 16,0 0 108-16,-1 7 64 0,2 2 144 15,-1 4 12-15,-4 3-224 0,3 0 64 16,-2 6-28-16,3-3-52 0,-4 0-20 16,0 4-4-16,-4-2-60 0,3 2-12 15,1-1-52-15,-4-3-108 0,4 0 32 0,-4-6-44 16,5-1-88-16,-1-2-96 16,-4-4-244-16,4-2-124 0,3-4-64 15,1 0-140-15,5-4-188 0,-6-5-444 0,5-4-612 16,-3 3-2193-16,2-12-2395 0</inkml:trace>
  <inkml:trace contextRef="#ctx0" brushRef="#br0" timeOffset="-141072.632">11363 16840 5016 0,'0'0'3900'0,"0"0"-779"15,0 0-1981-15,0 0-608 0,0 0 572 16,0 0 460-16,0 0-284 0,0 0-452 15,88 6-504-15,-69-6-180 0,5-3-80 0,0-6-8 16,4-1-56-16,-4-3-268 0,-1 1-364 16,5-1-456-16,-7-3-432 15,3 4-744-15,-5-4-2141 0,-6 5-2059 0</inkml:trace>
  <inkml:trace contextRef="#ctx0" brushRef="#br0" timeOffset="-140871.846">11845 16580 1068 0,'0'0'8836'0,"0"0"-6815"0,0 0-1097 0,0 0-288 15,0 0 268-15,0 0 520 16,0 0-244-16,0 0-500 0,0 66-344 0,0-47-100 16,0 3-100-16,0 3-68 0,0-2-68 0,0 5-136 15,0 2-344-15,0-2-264 0,-8 3-200 16,4 1-224-16,-4-4-504 15,4-5-2381-15,-8 3-3463 0</inkml:trace>
  <inkml:trace contextRef="#ctx0" brushRef="#br0" timeOffset="-132874.397">13103 17421 288 0,'0'0'364'0,"0"0"1424"0,0 0 3648 16,0 0-3696-16,0 0-371 0,-83-29 19 16,67 29-252-16,-3 0-20 15,-2 3-412-15,1 7 28 0,-3 6-44 0,3 3-64 16,-4 6-128-16,3 4-212 0,2 8-12 15,-1 2-48-15,8-1-40 0,0 1-12 0,8-7-124 16,0-7-48-16,4-6-44 16,0-11-128-16,8-1-76 0,4-7 76 15,4 0 172-15,4-2-12 0,4-8 0 0,4-6-348 16,0-7 0-16,-5 1 4 0,1 0 120 16,-7 0-4-16,2 6 128 0,-6 3-12 15,-2 4 120-15,-7 3-132 0,4 2 36 16,0 4 48-16,0 0 52 0,4 10 176 15,-4 2-100-15,4 7 148 0,0 4-100 16,0-1-76-16,0 3-48 0,0 3 4 0,0 2-4 16,-4 5 16-16,4 2 68 15,-8 3-32-15,4 4 48 0,-8 3 172 0,0 3-160 0,0 2 12 16,-8-5 112-16,-1 1 24 16,2-1-88-16,-5-5-48 0,-1 0-16 15,2-9 4-15,-1 3-64 16,0-11 52-16,-4 0-40 0,4-5 16 0,-4-5 48 15,4-5-52-15,-4 0-24 0,0-8 40 16,4-2-76-16,-4 0 84 0,4 0-96 0,-3-9-4 16,-5 0-80-16,3-8 8 15,-2 2-96-15,3-7 88 0,0 0-124 0,4-2-76 16,4-3-100-16,4 2 124 16,4-5-136-16,0 2 60 0,12 2-36 0,0-2-40 15,7-3-268-15,-2 1-356 0,7-1-436 0,-1-1-528 16,-3 3-689-16,1 7-1243 15</inkml:trace>
  <inkml:trace contextRef="#ctx0" brushRef="#br0" timeOffset="-132646.891">13638 17459 4152 0,'0'0'572'0,"0"0"3844"16,0 0-2776-16,0 0-431 0,0 0 287 0,0 0 264 15,0 0-312-15,0 0-516 0,4 70-376 16,-4-45-184-16,0 4 8 0,0 0-72 16,4-4-136-16,0 0-104 0,-1 0-68 15,1 0-84-15,1 1-188 0,-1-3-144 16,0-4-76-16,4-4-216 0,-5-5-76 0,6-3-84 16,-1-5-416-16,-1-2-852 15,1-6-1841-15,-4-3-1443 0,9-10 2381 16</inkml:trace>
  <inkml:trace contextRef="#ctx0" brushRef="#br0" timeOffset="-132473.352">13973 17512 1160 0,'0'0'1748'0,"0"0"3980"16,0 0-3391-16,79 42-845 0,-51-19-280 0,0-1-32 16,-4 0-48-16,0-3-128 15,-5 0-224-15,2-3-372 0,-1-4-408 16,-5-1-84-16,-3-3-488 0,0-4-496 0,0-4-128 15,1 0 84-15,-2-9-368 16,-3-1-977-16,4-16-2467 0</inkml:trace>
  <inkml:trace contextRef="#ctx0" brushRef="#br0" timeOffset="-132324.933">14308 17447 756 0,'0'0'1448'0,"0"0"4100"0,0 0-3036 0,0 0-607 0,0 0-397 15,-88 9-404-15,68 10-184 0,4 10-52 16,-4 3-136-16,0 2-148 0,0 8-200 15,4 0-28-15,-4-5-108 0,4 3-76 16,0-4-172-16,0-8-100 0,9-2-380 16,3-10-408-16,-1-6-396 0,5-8-456 0,0-2-1104 15,5-12-3325-15</inkml:trace>
  <inkml:trace contextRef="#ctx0" brushRef="#br0" timeOffset="-132089.223">14471 17338 1472 0,'0'0'7128'0,"0"0"-5264"0,0 0-579 0,0 0-117 15,91 45-84-15,-67-26 76 0,0 6-280 0,-4 2-336 16,4-2-332-16,-5 2-124 0,2 3-52 16,-5-2-24-16,-4 3-16 0,-5-2 8 15,-3 3-8-15,-4 3-156 0,0-3-68 16,-4 3-72-16,-7-4-116 0,-6 4-76 15,2 0 4-15,-5-3-20 0,-5-6 52 0,2-5-180 16,-1-8-196-16,0-3-813 0,4-10-2679 16,-12-3-1952-16</inkml:trace>
  <inkml:trace contextRef="#ctx0" brushRef="#br0" timeOffset="-131415.463">15813 17643 5348 0,'0'0'5136'16,"0"0"-3527"-16,0 0-549 0,0 0-192 15,0 0 180-15,0 0 212 0,108 58-76 16,-65-53-316-16,2-5-328 0,2 0-184 16,5-8-60-16,-4-11-172 0,0-1-116 15,-4-5-8-15,-5 3 0 0,-3-4-116 0,-4 1-352 16,-4 0-208-16,-4 1-436 0,-8 6-456 16,-4-1-772-16,0 6-2161 0,-12 0-2027 15</inkml:trace>
  <inkml:trace contextRef="#ctx0" brushRef="#br0" timeOffset="-131190.655">16248 17304 312 0,'0'0'888'0,"0"0"3508"16,0 0-1548-16,0 0-880 0,0 0-655 0,0 0-185 16,0 0-8-16,0 0-32 0,15 82-232 15,-7-47-252-15,1 3 8 0,-2 1-40 16,1 1-80-16,-4 2-108 0,0-1-212 15,1 3-60-15,-1-5-112 0,-4 2-12 16,0-6-112-16,0-1-232 0,0-5-200 16,3-4-276-16,1-2-248 0,4-2-256 0,5-2-596 15,-6-5-1997-15,1-1-1675 16</inkml:trace>
  <inkml:trace contextRef="#ctx0" brushRef="#br0" timeOffset="-130656.118">17749 17189 1760 0,'0'0'732'0,"0"0"4432"15,0 0-2896-15,0 0-927 16,0 0-285-16,0 0-164 0,0 0 40 16,0 0-48-16,0 0-28 0,-83 73-188 15,75-35-84-15,4 7-52 0,4 9-24 0,0 3-52 16,0 4-124-16,4-1-84 0,-1-3-112 15,6-7-124-15,3-5 36 0,0-7-48 0,0-6-100 16,-1-10 4-16,2-6-76 16,2-4-76-16,2-7-168 0,2-5-292 0,1-5-396 15,5-10-256-15,-1-5-824 0,-9 1-2401 16,5-12-2463-16</inkml:trace>
  <inkml:trace contextRef="#ctx0" brushRef="#br0" timeOffset="-130491.385">18020 17335 3452 0,'0'0'560'16,"0"0"5280"-16,0 0-4087 0,0 0-369 15,0 0 156-15,0 0-68 0,96 82-444 0,-68-50-220 16,-4 3 20-16,0 0-324 16,4 0-284-16,-5-3-220 0,1-4-12 0,-3-5-100 15,3-1-316-15,-9-6-228 0,6-4-248 16,-6-1-220-16,5-8-376 0,-4-3-868 15,0-3-1865-15,-4-8-647 0,-4-4 1720 0</inkml:trace>
  <inkml:trace contextRef="#ctx0" brushRef="#br0" timeOffset="-130340.535">18391 17437 2232 0,'0'0'440'0,"0"0"5816"0,0 0-4524 16,0 0-587-16,-92-25-29 0,68 28-96 15,5 12-312-15,-5 4-152 0,3 11-52 16,-2 1-92-16,3 7-8 0,0 0-104 0,0 3-176 15,4-6-124-15,4-3-4 16,4-3-132-16,4-7-440 0,0-6-544 16,4-4-272-16,0-5-720 0,0-4-2585 0</inkml:trace>
  <inkml:trace contextRef="#ctx0" brushRef="#br0" timeOffset="-130129.822">18546 17494 3920 0,'0'0'7225'16,"0"0"-5773"-16,0 0-316 0,0 0 608 15,76-15 12-15,-52 11-360 0,0 1-496 16,4-1-484-16,0-2-284 0,0 0-72 16,4-1-60-16,-1 1-112 0,-3-3-120 15,0-1-284-15,0 1-196 0,-8 2-316 16,4 4-520-16,-12-3-764 0,0 6-2537 0,-4-4-3583 15</inkml:trace>
  <inkml:trace contextRef="#ctx0" brushRef="#br0" timeOffset="-129720.613">19315 17224 2816 0,'0'0'860'0,"0"0"3992"0,0 0-2395 0,0 0-765 16,0 0-428-16,0 0-340 15,0 0-156-15,0 0-88 0,0 0-56 16,-79 82-88-16,70-46-40 0,2 2-4 0,3 6-12 16,0 0-148-16,4 0-136 0,0-2-72 0,0-4-124 15,0-6-44 1,4-7-80-16,4-2-208 0,-1-11-344 0,6-2-216 15,-2-6-288-15,6-4-512 0,2-11-804 16,-2-1-2573-16,-6-1-1667 0</inkml:trace>
  <inkml:trace contextRef="#ctx0" brushRef="#br0" timeOffset="-129513.047">19586 17268 1528 0,'0'0'2840'0,"0"0"2344"16,0 0-3259-16,84-12-529 0,-56 12-184 15,4 6 36-15,-4 7-312 0,-1 3-152 16,1 10-224-16,-4 2-164 0,0 3-148 0,-3 5-64 16,-2 1-48-16,-7 5-124 0,-4-2 52 15,-4 2-60-15,-4 3 4 0,0-4-8 16,-12 4-200-16,-4-7-72 0,-4 0-108 16,1-4-20-16,-6-1 16 0,1-8-116 15,-4-6-168-15,0-6-324 0,0-7-544 16,9-4-2333-16,-17-4-3039 0</inkml:trace>
  <inkml:trace contextRef="#ctx0" brushRef="#br0" timeOffset="-128787.404">20168 17098 756 0,'0'0'8'0,"0"0"9340"15,0 0-6979-15,0 0-749 16,0 0-104-16,0 0-36 0,0 0-204 0,0 0-368 15,0 0-464-15,0 0-248 0,0 0-156 16,68 69-40-16,-68-56-4 0,0-1 4 16,0-5-60-16,4-1-52 0,-4-3-120 0,3 0-64 15,1-3-24-15,1 0-12 16,7-6 88-16,-5 0 168 0,10-7 28 16,-6-6 8-16,10 0 40 0,-6-3 64 0,-2 2-4 15,2-2-60-15,2 6-36 0,-6 0 32 16,-3 7 4-16,1 3 0 0,-6 6 0 15,5 0 4-15,-4 3 128 0,-4 6 276 16,4 4-152-16,-4 4-108 0,0 2-60 0,0 0-76 16,0-5 108-16,0 3-68 15,0-4-4-15,0-7-48 0,4 0-88 16,-4-6-20-16,8 0-28 0,-4 0 76 16,8-3 60-16,0-3 84 0,4-7-24 15,4 0-60-15,-1-2-72 0,2-4 24 0,-1 6-4 16,-1 1 4-16,1 1 0 0,1 5-12 15,-2 0-16-15,-6 6 76 0,-2 0 128 0,1 6 104 16,-8 4 16-16,4 2-140 16,-4 2-48-16,-4 0-44 0,4 3 20 15,0-1-36-15,0 3-380 0,-1-3-64 0,6-1-208 16,-1 5-540-16,0-8-852 16,-1-2-2477-16,2 2-3319 0</inkml:trace>
  <inkml:trace contextRef="#ctx0" brushRef="#br0" timeOffset="-128174.45">21534 17348 3756 0,'0'0'7989'16,"0"0"-6377"-16,0 0-772 0,0 0-320 15,0 0 8-15,0 0-36 0,-82 73-64 0,69-38-224 16,1 3-192-16,0 4 36 0,8-8-48 16,0-2-36-16,4-10-128 0,0-6-28 15,13-7 132-15,-2-4-268 0,5-5 128 16,4-5 148-16,4-10 4 0,-5-5-36 16,5-2 84-16,1-3 8 0,-5-4 84 15,-5 3-84-15,2 5 136 0,-6-2-84 0,-3 9 4 16,1-3 24-16,-5 10 12 15,-1 1-24-15,1 6-68 0,0 0 128 0,0 10 196 16,5 5 316-16,2 8-152 0,-3 5-184 16,5 8-188-16,-6-2-40 0,1 4 116 15,0 3-52-15,-5 1-12 0,6 3-40 16,-9 2-20-16,0 7 84 0,-4 0-36 0,-4 0 84 16,-4 0 24-16,1-4 64 0,-6-8 44 15,6-4-108-15,-6-6-168 16,6-7-52-16,-6-3-4 0,2-3 4 0,2-9-4 15,2-4-8-15,-1-6-112 0,-4 0-96 16,-1-3 64-16,2-13-4 0,-2-3-36 16,6-9-184-16,-5-7-248 0,4-9-184 15,0-5-108-15,0-8-184 0,4-4-436 16,0 2-960-16,8-1-2249 0,-4 15-1063 16,8-21 5580-16</inkml:trace>
  <inkml:trace contextRef="#ctx0" brushRef="#br0" timeOffset="-127940.516">22025 16624 3344 0,'0'0'6024'0,"0"0"-3751"16,0 0-765-16,0 0 196 0,0 0 120 15,35 76-532-15,-26-41-344 16,-1 6-236-16,-4 4-136 0,-1 2-148 0,-3 2-124 15,0-5-208-15,0-3-96 0,0-3-120 16,0-3-284-16,4 0-304 0,0-7-28 16,-4 1-248-16,4-4-520 0,-4-2-688 0,0-8-2025 15,5-2-2407-15</inkml:trace>
  <inkml:trace contextRef="#ctx0" brushRef="#br0" timeOffset="-127686.189">22543 17110 1696 0,'0'0'6308'0,"0"0"-1803"15,0 0-3741-15,0 0-456 0,0 0 352 16,-72 85 664-16,56-59-56 0,4 5-508 15,-4 4-264-15,4 4-92 0,5-1-68 16,-6 0-116-16,5-3-220 0,5 0 0 0,-1-7-124 16,4 1-196-16,0-7-196 15,4 0-168-15,3-6-224 0,1-3-88 0,5-10-200 16,-2 0-856-16,9-9-2957 0</inkml:trace>
  <inkml:trace contextRef="#ctx0" brushRef="#br0" timeOffset="-127489.187">22706 17211 2956 0,'0'0'416'0,"0"0"7469"16,0 0-5313-16,0 0-852 15,0 0-40-15,32 70-244 0,-16-39-420 0,-1 2-160 16,6-2-148-16,3 5-172 0,0-1-159 16,-1-3-185-16,1-5-192 0,0 3-84 0,1-8-328 15,-6-3-137-15,1-1-303 0,-4-5-188 16,0-7-388-16,-1-2-868 0,-6-4-1952 15,-1-6-2485-15</inkml:trace>
  <inkml:trace contextRef="#ctx0" brushRef="#br0" timeOffset="-127327.262">23089 17237 6232 0,'0'0'2336'0,"0"0"2025"15,0 0-3037-15,0 0-148 0,-73 94 268 0,58-58-104 16,-5 5-272-16,1 0-480 15,-2 4-292-15,1-3-112 0,5-5-88 0,2-2-96 16,-2-6-72-16,7-7-368 0,-1-6-344 16,5-7-412-16,-3-2-460 0,3-4-884 0,-4-3-2609 15,-1-7-2827-15</inkml:trace>
  <inkml:trace contextRef="#ctx0" brushRef="#br0" timeOffset="-127055.774">23272 17093 3360 0,'0'0'468'0,"0"0"5584"15,0 0-3295-15,79 26-673 0,-51-14-332 0,0 2-560 16,0-1-312-16,0 2-156 16,-7 4-256-16,2 4-336 0,-7-1-20 15,3 3-40-15,-6 4-72 0,-2 6-12 0,-7 0-48 16,0 6 48-16,-4 4-100 0,-4 2-32 15,-11 4-152-15,-9 3-144 0,-4-4-4 16,-4 5 36-16,-4-1 72 0,-3-4-60 16,-6 4-200-16,-6-4-408 0,-1 2-308 15,0-2-164-15,9-15-1609 0,-25 14-2251 16</inkml:trace>
  <inkml:trace contextRef="#ctx0" brushRef="#br0" timeOffset="131587.846">16216 3171 2936 0,'0'0'3164'0,"0"0"-2264"16,0 0-408-16,0 0-64 0,0 0 40 0,0 0 64 16,0 0 2385-16,0 0-1497 0,-5-19-720 15,5 13-256-15,0 4-40 0,-4-2-12 0,1-3 200 16,-1 7 24-16,0-3-116 16,0 0-76-16,0 3-28 0,-1 0-24 15,-2 0-40-15,-5 0-84 0,4 0-28 0,-4 0-24 16,0 0-60-16,0 0 12 0,-4 0-36 15,0 0-108-15,0 3 8 0,-4 0 36 16,-4 4 48-16,1 2 52 0,-1 0-24 0,0 4-4 16,-4 4-32-16,-4-2-4 15,4 8-76-15,0-1 92 0,0 0-88 16,1 3 60-16,-1 1-72 0,4-1 0 0,0 0-72 16,-1 0 64-16,6 2-8 0,3-2 16 15,0-3-4-15,0-3 4 16,4 4-4-16,0-1 0 0,0 0-56 0,4-1 48 15,0 5 4-15,0 0-44 0,0 2 52 16,4 4 4-16,1 0 8 0,3 3 0 0,0 0 48 16,0 3-12-16,3 0-32 15,1-3-8-15,4 3 76 0,5-3-84 0,-2-3-12 16,1-4-48-16,4 1 0 0,0-4 56 16,8 0-100-16,0-2 28 15,4 2 68-15,4-3-40 0,3 4 24 0,5-4 24 16,8 3 136-16,-1 2-100 0,2-6-24 15,3 2 60-15,3-5-72 0,1-3-8 16,0 2 4-16,4-1 0 0,-1-7-40 0,1 1 40 16,4 0 0-16,3-4-132 15,-3 0-48-15,8-3-36 0,-4 1 64 16,0-1 80-16,3-3-48 0,1 3-8 0,7-3 120 16,5 0 24-16,8 0 120 0,4-3 176 15,-1 0-84-15,4-4-216 0,6 1 108 0,-2 0-8 16,-4-4-8-16,2 0-100 15,-6 1-148-15,1-3 148 0,-5-2-8 16,5 2 8-16,-4-2-4 0,-5 3-120 16,1-3 112-16,-1 2-24 0,-11-4-48 0,-1 0-4 15,-7 0 84-15,-12-3-44 0,-8-3 44 16,-4 0-92-16,-9-1-40 0,-7-6 100 16,-4 1 36-16,-3-2 96 0,-6-6-8 15,-2-2-84-15,-6-4 0 16,-3-2 40-16,-4-7 52 0,0 1 4 0,-4-8-8 15,-7-2-88-15,-2-4 80 0,-6 0-80 16,-5 1 80-16,-4-3-60 0,-8 2-24 16,-4 1 0-16,-4 2 72 0,-8 4-72 0,-4 0-40 15,-8 6-68-15,-7 7 100 0,-9 3-76 16,-3 6-140-16,-9 4 128 0,-7 4 84 16,-9 2-76-16,-4 3 0 0,-7 3 88 15,-4 6 4-15,-6-4-4 0,-6 9-72 16,0 2 56-16,-5 6-180 0,1 0-220 0,-4 6 44 15,-5 7-8-15,4 6 56 0,1-1-96 16,0 1-116-16,8 3 16 16,-1 1 132-16,8 2-100 0,5-2 248 0,7-2-116 0,9 2 104 15,7-1-368-15,5 4-108 16,11-1 24-16,4 4-320 0,12 2-733 0,16-1-735 16,-11 17-1428-16</inkml:trace>
  <inkml:trace contextRef="#ctx0" brushRef="#br0" timeOffset="141851.094">20161 3165 6432 0,'0'0'1104'0,"0"0"-520"16,0 0-144-16,0 0 508 0,0 0 949 16,0 0-921-16,0 0-388 0,0 0-244 15,-53-42 36-15,46 36 128 16,-2 3 76-16,1 0-156 0,1 0 0 0,-5 0-88 16,-1 0 0-16,2-1-16 0,-6 4-48 0,6-3-52 15,-9 3-64-15,4 0-20 16,-4 0-44-16,0 7-32 0,-4 2-64 15,0 3 0-15,-4 5-52 0,-3-1 4 0,-1 3 36 16,-4 2 0-16,-1 6 12 16,-2-5 0-16,3 3-52 0,0 0 60 0,1 1-16 15,-1-1-48-15,-1-2-48 0,5 2 104 16,4 0 0-16,-3 1-72 0,4 2-4 16,3 1 68-16,-1-1-80 0,1 5 12 15,0-2-12-15,1 4 76 0,3 0 8 0,-4-1-4 16,4 5-4-16,4-5 4 15,-4 2-92-15,4-5 88 0,4 4-100 16,0-3-12-16,4 3 120 0,-4 0-72 0,8 0-16 16,0-3 84-16,4 3-48 15,0 0 4-15,0 2 48 0,13-2-60 16,-2 4 64-16,9-2 0 0,4 5-48 0,4-4 48 16,0 4 0-16,7-1 72 0,6-4-68 15,2 1-4-15,5 4 12 0,7-7 0 16,1 0 60-16,12-7-68 0,4 1 168 15,7-4-96-15,13-6-76 0,8 1 136 0,8 2-128 16,4-3 44-16,7 0-52 0,0 3-8 16,0 0-4-16,5-3 12 0,-1-3 48 15,1 0 16-15,4-6 60 0,4-1 36 16,-5-5-84-16,4-2-76 0,-4-2 0 0,1-2-88 16,-5-9-308-16,2-3 20 15,-10-6 56-15,0-6-28 0,-3-2 44 0,-5-7 28 16,-7 0 148-16,0-3 68 0,-8-4-16 15,-5 1 60-15,-3-6-44 0,-8-4-4 16,-9 0 36-16,-7-6 20 0,-13 3 8 16,-2-3-152-16,-13 3 152 15,-4 0 152-15,-5 0 16 0,-3-2 8 0,-8-2-164 16,0-3 36-16,-8 1 172 0,0 0-212 16,-4-1-4-16,-4 4 236 0,-12 0-164 0,0-3-24 15,-8 6-4-15,-8-4-48 16,-7 5 124-16,-10-1-36 0,-10 7-60 0,-9-2 60 15,-7 8-72-15,-13 3-12 0,-4 4-8 16,-7 1 0-16,-9 7-124 0,-3 5 4 16,-5 5-28-16,-7 3-100 0,-9 10 52 0,-4 3 124 15,-2 0 68-15,-6 12-208 16,-12 4-136-16,1 9-28 0,-4 8-28 16,-9 5-152-16,1 3 164 0,-1 3-168 0,5 0-773 15,4 4-771-15,39-12-1100 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5-30T08:01:55.5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4047 5096 2632 0,'0'0'5392'0,"0"0"-4560"16,0 0-188-16,0 0 1641 0,0 0-737 0,0 0-580 15,0 0-160-15,0 0-80 0,-15 7-172 0,15-7-208 16,4 0-108-16,-1-5-104 0,10 3 112 16,2-2 248-16,10 1 84 0,3-2-196 15,-1-2-188-15,5 0-60 0,0 4-16 16,4 0-44-16,-4-4-76 0,3 7-36 16,-3 0-28-16,8 0 52 0,-4 0-84 15,8 0-252-15,-1 0-216 0,9 0-368 16,4 4-280-16,4-1-744 0,-13-3-1961 0,26 0-2527 15</inkml:trace>
  <inkml:trace contextRef="#ctx0" brushRef="#br0" timeOffset="784.197">10343 4873 6004 0,'0'0'1352'0,"0"0"1060"0,0 0-631 16,0 0-705-16,0 0-348 0,0 0-12 15,0 0 4-15,0 0-164 0,0 0-80 0,0 0-20 16,43 6-96-16,-22-1-84 16,3-3-88-16,-1 4-88 0,5-2 12 15,0-2-112-15,4 3 0 0,0-3-16 0,3 2-120 16,6-2-200-16,2 1-136 0,5-3-260 15,8 0-200-15,8 0-784 0,-17 0-2525 16,33-3-3687-16</inkml:trace>
  <inkml:trace contextRef="#ctx0" brushRef="#br0" timeOffset="1616.452">16694 4988 6320 0,'0'0'3248'16,"0"0"-1159"-16,0 0-717 15,0 0-624-15,0 0-188 0,0 0 8 16,0 0 40-16,0 0 32 0,0 0-136 0,0 0-168 15,0 0-100-15,28-3 84 0,-17 3 116 16,6 0 44 0,7 0-12-16,-1 3-136 0,5-3-160 15,4 0-36-15,0 0-48 0,-1-3-88 0,6-1-12 0,3 1-36 0,-1 0 0 16,9-4-52-16,-4 0-108 0,4 2-408 16,-4 2-124-16,0-3-92 0,-1-1-184 15,-7 3-584-15,-8 4-1448 0,4-2-3825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5-30T07:56:41.133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1916 842 10696 0,'0'0'4025'0,"0"0"-2865"16,0 0-808-16,0 0-124 0,0 0 332 16,0 0 468-16,0 0 108 15,0 0-412-15,91 37 128 0,-46-33-316 16,6-1-232-16,1-3-35 15,0 0-161-15,-5 0-8 0,6-7-16 16,-6 1 0-16,-3-4-84 0,-8 1-48 0,-4-3-353 0,-8 2-243 16,-9 3-148-16,-2 1-116 0,-13 3-444 15,0 0-808-15,-4 3-876 0,-12 0-3101 0,0 0-187 16</inkml:trace>
  <inkml:trace contextRef="#ctx0" brushRef="#br0" timeOffset="171.75">2235 901 756 0,'0'0'9048'0,"0"0"-7871"0,0 0-637 15,12 76 256-15,-1-37 556 0,2 2 104 16,-2 7-208-16,2 2-228 0,-5 4-252 16,-1 4-88-16,1 2-176 0,-8 3-76 15,0-2-280-15,-4 2-64 0,-3-8-84 16,-5-8-60-16,-1-9-88 0,-2-9-196 16,2-7-256-16,-6-7-252 0,3-2-404 0,-5-7-604 15,2-1-2361-15,-1-5-2991 0</inkml:trace>
  <inkml:trace contextRef="#ctx0" brushRef="#br0" timeOffset="328.478">1912 1552 6368 0,'0'0'6397'0,"0"0"-5505"16,0 0-472-16,0 0 376 0,95 39 664 16,-63-28-152-16,0-4-304 0,4 0-196 0,4-4-220 15,4-3-256-15,4-6-212 0,-1-5-120 16,5-3-192-16,0-5-564 15,3-6-240-15,-6-8-576 0,-1 1-732 0,-16 4-2041 0,7-14-2947 16</inkml:trace>
  <inkml:trace contextRef="#ctx0" brushRef="#br0" timeOffset="482.71">2836 1257 7796 0,'0'0'5713'0,"0"0"-5001"16,0 0-384-16,0 0 592 0,80 41 360 0,-60-41-432 15,0 0-364-15,4-9-64 0,0-7-420 16,3-6-272-16,1-8-660 0,0-7-520 16,-4-3-1548-16,-7 7-3925 0,-10-15 1265 15</inkml:trace>
  <inkml:trace contextRef="#ctx0" brushRef="#br0" timeOffset="719.916">2936 924 6216 0,'0'0'5517'0,"0"0"-4313"0,-8 89-872 15,8-45 256-15,0 7 776 0,0 3 244 16,0 0-232-16,8 3-524 0,-5 0-276 16,6 1-84-16,-5-2-104 0,0 2-108 0,-4-2-144 15,4 2-88-15,-4-7 48 16,0-4-8-16,0-5-16 0,0-7-64 0,-8-10 4 16,4 0 0-16,0-9 48 0,-8 0-12 15,0-4-36-15,-8-2-12 16,1-3-148-16,-14-1-192 0,1-6-124 0,-8 0-112 15,-7 0-196-15,-5 0-300 0,-4-6-580 16,17-1-2192-16,-34-8-3313 0</inkml:trace>
  <inkml:trace contextRef="#ctx0" brushRef="#br0" timeOffset="1262.414">5235 1038 392 0,'0'0'12757'15,"0"0"-10513"-15,0 0-1360 0,0 0 0 16,0 0 304-16,-92 51-56 0,68-29-176 16,5 4-224-16,-1 6-236 0,-1-1-67 0,2 4-41 15,6 3-28-15,2 0-80 0,7 0-52 16,0 1-68-16,4-1-100 0,4-7-56 15,4 1-8-15,-1-7-76 16,6-6-404-16,2 0 252 0,6 0 232 0,3-2 84 16,3-3-84-16,1-3-312 0,4-8-248 15,8-3-145-15,0-7-75 0,3-6-540 0,2-9-992 16,-14 3-2764-16,17-16-4829 16</inkml:trace>
  <inkml:trace contextRef="#ctx0" brushRef="#br0" timeOffset="6547.63">7334 1451 7628 0,'0'0'2836'0,"0"0"-959"16,0 0-969-16,0 0-80 0,0 0 332 15,0 0-76-15,8 79-260 0,-3-63-328 0,-5 0-172 0,0-4-200 0,0 2 0 16,0-6-112-16,0-2-12 16,0-1-100-16,0-5-384 0,0 0-112 15,-9-5-228-15,2-1-840 0,-5-9-2245 0,-1 5-3687 16,-6-15 4792-16</inkml:trace>
  <inkml:trace contextRef="#ctx0" brushRef="#br0" timeOffset="6701.103">7196 1209 5868 0,'0'0'2456'0,"0"0"169"0,0 0-1021 0,0 0-224 15,0 0-92-15,0 0-496 0,86-47-544 16,-62 34-248-16,4 1-544 0,-3-5-488 15,3 5-636-15,-4-1-1557 0,4 7-3695 16</inkml:trace>
  <inkml:trace contextRef="#ctx0" brushRef="#br0" timeOffset="6964.316">7746 1124 4212 0,'0'0'6240'15,"0"0"-5015"-15,0 0-173 0,0 0 664 0,-33 70-88 16,21-51-228-16,1 0-388 0,2-3-384 15,5-1-260-15,-4-2-196 0,8 0-172 16,0-4 0-16,0-2-96 0,0-1-4 16,4-3-4-1,9 3 104-15,-2 1 48 0,1-4 0 0,8 4 16 0,-3 0-28 16,2-5-36-16,-3 4 0 0,0 0-4 0,0 1-8 16,-4 2-52-16,-5 1-32 0,2 2 60 0,-5 1 36 15,-4 4 96-15,0-5-96 16,0 7-36-16,-4 0-148 0,-9 0-88 15,2 0-292-15,-2 0-204 0,-6 3-376 0,-1-6-736 16,1 4-2541-16,2-9-3463 0,-7 6 5605 16</inkml:trace>
  <inkml:trace contextRef="#ctx0" brushRef="#br0" timeOffset="7600.98">10115 1390 4760 0,'0'0'7481'16,"0"0"-6013"-16,0 0-744 0,0 0 160 16,-83-16 352-16,63 23-104 0,-4 8-232 15,5 8-492-15,-2 9-264 0,6 9 16 16,2 6 124-16,2 10 96 0,7 1-40 0,4-4-56 16,0-6-224-16,11-10-60 0,1-13-100 15,4-9 16-15,5-10-48 16,-2-6-16-16,5-13 12 0,8-13-168 0,0-7-272 15,3-9-240-15,-3-6-208 0,-4 1 24 16,-4-1 296-16,-3 8 324 0,-2 4 144 16,-6 7-20-16,-2 4-20 0,-3 9-104 0,1 6-28 15,-2 8 232-15,-3 2 176 0,0 2 496 16,4 8 388-16,-4 6-4 16,8 6-160-16,-4 0-136 0,0 7-12 0,0-4-40 15,0 4-48-15,0-3-80 16,3-1-96-16,2-6-272 0,2-3-36 0,5-7-196 0,1-2-224 15,7-7-280-15,4 0-108 16,3-4-368-16,5-8-752 0,3-4-1024 16,-10 3-4517-16</inkml:trace>
  <inkml:trace contextRef="#ctx0" brushRef="#br0" timeOffset="8268.117">11235 1413 496 0,'0'0'9952'0,"0"0"-7599"0,0 0-901 16,0 0 248-16,0 0-160 0,0 0-280 16,64 66-312-16,-52-43-376 0,0 2-180 0,0-3-196 15,-1-2-196-15,2-5 0 16,-1-3-52-1,0-8-32-15,0-2-72 0,4-2 20 0,-1-6-60 16,2-9-72-16,2-4-100 0,1-6-72 0,0-1 32 0,0 1 88 16,-7 0 136-16,2 5 72 0,1 7 24 15,-4 4-20-15,0 6-44 0,-4 3 44 16,0 3 108 0,0 10 136-16,-1 6 172 0,-3 3-12 0,-4 10-60 15,0 0-76-15,0 2-52 0,-4-3 16 0,1 2-64 0,-1-11-52 16,4-3 36-16,0-6-44 15,0-7-88-15,0-6 40 0,0 0 40 0,4-3-68 16,3-10-28-16,6-6 100 0,-2-3-152 16,6-9 8-16,-2-2-64 0,2-2-8 0,-2 4 120 15,1 2 40-15,5 4-92 16,-6 9 68-16,2-1 84 0,-2 12 192 16,1 2 8-16,-4 3-140 0,0 3 136 0,0 7 224 15,-4 2-64-15,0 7-48 0,0 0 12 16,-4 3 36-16,0 4-64 0,-4-1-12 15,0-3-48-15,0 1-36 0,0-1-112 16,0-6-16-16,-4-4-68 0,4 1-144 16,0-7-308-16,0-2-112 0,0-4-32 15,0 0-8-15,0 0-36 0,0-4-476 0,4-2-852 16,0 0-2048-16,0-4-1993 0</inkml:trace>
  <inkml:trace contextRef="#ctx0" brushRef="#br0" timeOffset="8628.34">12036 1441 1668 0,'0'0'432'0,"0"0"6872"16,0 0-4227-16,0 0-1089 16,0 0-276-16,0 0-176 0,0 0-252 0,-7 86-144 15,7-61-240-15,0 4-216 0,0-8-247 16,0 3-197-16,3-9-164 0,5-2-72 0,-4-4-4 15,4-5-52-15,4-1-44 0,0-3-48 16,4-10-124-16,4-6-193 0,4-7-135 0,0-4-16 16,0-2 64-16,-1-3-32 15,-3 4 4-15,1 6 132 0,-6 2 108 16,-2 5 64-16,2 5-52 0,-7 7 52 0,4 0 48 16,-4 3 224-16,-4 6 312 0,4 4 244 15,-4 5 52-15,0 1-88 0,-4 7-4 16,4-1-76-16,-4 3 0 0,0-3 12 15,4 3-108-15,-4-5-88 0,0-4-256 16,0-7-12-16,4-2-208 0,0-4-172 0,0-3-120 16,-1 0 8-16,6-7-168 0,-1-9-268 15,7-5-676-15,2-12-1500 16,-2 8-3725-16</inkml:trace>
  <inkml:trace contextRef="#ctx0" brushRef="#br0" timeOffset="8851.013">12869 670 1668 0,'0'0'8304'0,"0"0"-6423"0,0 0-525 15,4 88 536-15,-8-44-8 0,-4 8-200 16,3 2-568-16,2 7-260 16,-1 2-152-16,0 3-35 0,0 7-145 0,-4 4-172 15,4-1-224-15,-4 0-128 0,4-6-96 0,4-7-304 16,0-8-136-16,4-11-57 0,8-13 105 15,4-9-84-15,4-12-176 16,4-10-396-16,-1-3-916 0,-3-10-1088 0,8-22-3513 0</inkml:trace>
  <inkml:trace contextRef="#ctx0" brushRef="#br0" timeOffset="9102.339">13387 838 11849 0,'0'0'4504'16,"0"0"-3944"-16,-32 82-160 0,20-37 392 16,-4 6 428-16,0 9-96 0,4 1-224 15,0-2-412-15,4 6-255 0,0-6-29 16,4 2-204-16,1-4-44 0,3-6-112 0,0-7-125 16,0-12-159-16,0-9-32 15,0-11 80-15,0-10 28 0,0 3-236 16,0-5-260-16,-4-5-304 0,-9-3-348 0,2-5-1028 15,-10-3-1377-15,1-3-23 0,-3-3 880 16,-5 0 1636-16,0-4 904 0</inkml:trace>
  <inkml:trace contextRef="#ctx0" brushRef="#br0" timeOffset="9214.076">13000 1365 1408 0,'0'0'1240'0,"0"0"520"0,0 0 4300 0,0 0-4271 16,0 0-425-16,0 0 68 0,0 0 204 16,0 0-72-16,0 0-164 0,0 0-212 15,96-63-460-15,-56 50-339 0,0-3-145 16,3-3-100-16,2 0-144 0,-2-7-12 15,0 5-460-15,-2-5-357 0,2 3-147 16,2-2-484-16,-10 6-2936 0,9 0-5657 16</inkml:trace>
  <inkml:trace contextRef="#ctx0" brushRef="#br0" timeOffset="9367.088">13885 1273 1552 0,'0'0'12181'0,"0"0"-9961"15,-36 92-692-15,20-61 140 0,-3 5-200 0,-2-7-496 0,1-4-559 16,8-6-413-16,-4-7-285 16,4-2-311-16,1-7-480 0,-6 0-668 0,2-3-2364 15,-13-6-5565-15</inkml:trace>
  <inkml:trace contextRef="#ctx0" brushRef="#br0" timeOffset="9511.876">13646 1048 8988 0,'0'0'7265'0,"0"0"-5773"16,0 0-368-16,0 0 52 15,91-77-600-15,-67 58-396 0,-4 0-180 0,4 3-156 0,4 0-552 16,0 7-620-16,-8 0-880 0,8 5-4657 16</inkml:trace>
  <inkml:trace contextRef="#ctx0" brushRef="#br0" timeOffset="9936.778">14411 1358 3332 0,'0'0'8373'0,"0"0"-6709"0,0 0-776 15,0 0 84-15,-8 99 200 0,-1-45-64 16,-2 9-180-16,-1 14-336 0,-4 9-124 16,0 5-16-16,-4 5 12 0,0-1-124 15,4-3-156-15,-4-3-184 0,5-10-8 0,-2-12-64 16,6-13-16-16,7-13-20 0,-1-15-40 16,5-11-204-16,0-5-236 0,0-10-172 15,0-6-268-15,0-10-464 0,5-16-1164 16,-1-6-3313-16,-4 3-1027 0,0-26 6696 15</inkml:trace>
  <inkml:trace contextRef="#ctx0" brushRef="#br0" timeOffset="10166.494">14280 1451 8200 0,'0'0'4217'0,"0"0"-2989"16,0 0-584-16,0 0-24 0,83-74 440 15,-59 66-244-15,-4 4-184 0,-1 4-172 0,5 4-124 16,-3 4-16-16,-6 5 124 0,1 6-52 15,-4 4-136-15,-3 2-96 0,-9 10-60 0,0 0-100 16,-13 7-48-16,-2-4-208 0,-5-1-188 16,3-5 40-16,-2-10 108 15,6-6 48-15,2-13-60 0,3-3-236 16,0-12-468-16,3-14-488 0,5-9-672 0,5-9-2041 16,3-10-827-16,4 10 2028 0,4-37 2625 15</inkml:trace>
  <inkml:trace contextRef="#ctx0" brushRef="#br0" timeOffset="10567.76">14690 848 2824 0,'0'0'1188'0,"0"0"4560"0,0 0-3939 16,0 0-557-16,0 0 328 0,67 63-132 15,-59-22-180-15,1 7-68 0,-9 9-228 16,3 3-4-16,-3 4-136 0,0-4-240 0,-7 4-299 16,-2-7-233-16,1 0-60 15,1-3-449-15,3-7-195 0,0-2-40 0,-1-10-160 16,5-7-228-16,5-5-400 0,10-14-668 15,2-2-780-15,6-7-1513 0,1-7 2209 16,0 1 1024-16,4 0 1200 0,-4 6 480 16,-1 0 696-16,-2 0 304 0,-1 3 340 0,3 3 156 15,-3-6-331-15,1 0-317 0,3 0-252 16,-5-3-248-16,5-10-120 0,0-2-136 16,4-4-284-16,-1-11-164 0,-3-1-80 15,4-4-44-15,-3 3-148 0,-1-3-28 16,-13 7 132-16,2 6 44 0,-9 5 200 0,-4 5 8 15,-13 5 16-15,-2 4-88 16,-6 3-72-16,-7 3 108 0,-3 10 52 16,-1 10 56-16,-4 9 4 0,4 5-76 0,4 5-8 15,0 2-152-15,8-2 0 0,4-1 4 16,5-3-48-16,6-6-8 16,5-4-112-16,5-9 16 0,6-3-84 0,10-7-48 15,2-2-52-15,9 0-48 0,0-7-336 16,8 0-492-16,4 0-540 0,0-11-1260 15,-8 5-3437-15</inkml:trace>
  <inkml:trace contextRef="#ctx0" brushRef="#br0" timeOffset="11036.295">16398 1273 5228 0,'0'0'4564'16,"0"0"-1735"-16,0 0-1121 0,0 0-596 0,105-35 92 15,-73 35-156-15,-5 6-220 16,1 11-176-16,-8 5-136 0,-8 6-88 0,-4 7-172 0,-4 9-36 16,-4 1-40-16,-4 3-20 15,-8 2-76-15,0 1 16 0,-4-3-88 16,0-7-8-16,8-9 8 15,1-10-12-15,3-5 0 0,4-12 0 0,0-5 72 16,0 0-60-16,0-5-8 0,11-12-4 16,1-2-12-16,8-13 4 0,0-3 8 0,4-4-108 15,0-1-148-15,0-2-148 16,0 5-160-16,4-5-280 0,-5 8-352 16,5-2-728-16,-4 2-1256 0,4 8-2577 0,-11 4-631 15,6 3 6008-15</inkml:trace>
  <inkml:trace contextRef="#ctx0" brushRef="#br0" timeOffset="11569.702">16980 1384 4636 0,'0'0'6268'0,"0"0"-3475"0,-4 95-1549 16,-3-54-528-16,3 8 364 0,0-5 336 15,0-9-124-15,-1-7-324 0,5-12-420 0,9-6-304 16,3-7-36-16,4-3-28 0,7-10-8 16,5-9-27-16,4-6-145 0,5-10-60 15,2-4-305-15,-3-1-87 0,-4-2 76 16,-4 8 96-16,-4-1 60 0,-9 9 132 15,-7 0 16-15,-8 7-196 0,0 3 120 0,-12 4 148 16,-8-1 8-16,1 4 52 16,-9 2-60-16,4 7 196 0,0 0 76 15,-4 13-80-15,8 6-116 0,-4 6-76 0,8 4 72 16,-3 0 40-16,6-1-72 0,5-2-40 16,4-7-184-16,1-7-220 15,3 4-292-15,3-10-228 0,14-2-540 0,2-4-684 16,9-13-500-16,4-6-345 0,4-6-903 0,-1-4-748 15,2 4 4632-15,-5 6-496 16,0 2 508-16,-4 11 1240 0,-9 6-56 16,1 3-700-16,-8 11 2500 0,0 0 952 0,-4 5-2043 15,-4 1-165-15,4 6-156 0,-5-7-212 16,2 0-304-16,3-4-76 0,0-2-220 16,-1-7-268-16,2-1-152 0,7-5-20 0,0-7-88 15,3-10 12-15,5-1-160 16,1-8-84-16,-1 1-364 0,-5-5-52 15,1 5 36-15,-8 3 100 0,-4 6 60 0,0 2-28 16,-8 0 80-16,0 8 168 16,-8-1 112-16,-8 4-28 0,1 0-8 15,-2 3 32-15,-7 3 16 0,5 7-24 0,-5 3-40 16,3 2-60-16,6 2 8 0,-1-2-20 0,0-3 12 16,7-1-148-16,2-2-120 15,3-6-436-15,4-3-336 0,4 0-848 0,7-10-1912 16,10-9-1609-16,-1 3-894 15</inkml:trace>
  <inkml:trace contextRef="#ctx0" brushRef="#br0" timeOffset="11779.281">18069 879 8504 0,'0'0'4929'0,"0"0"-4181"15,0 70-40-15,-4-31 640 0,-1 5 84 16,-3 7 52-16,1 3-272 0,3 3-384 0,0 0-196 0,4 0 121 15,-4-3-281-15,4-7-376 0,0-5-88 16,8-4-8-16,-1-13-96 0,10-6 36 16,-2-8-160-16,2-6-192 0,-6-5-48 15,6-3-113-15,-6-10-107 16,1 0-260-16,-8-9-548 0,-4 3-856 0,0-6-1884 16,-12 3-773-16,-8 3-947 0,4 2 5660 15</inkml:trace>
  <inkml:trace contextRef="#ctx0" brushRef="#br0" timeOffset="11950.272">17805 1273 3616 0,'0'0'2776'0,"0"0"2809"16,0 0-4533-16,0 0-660 0,0 0 792 16,0 0 148-16,0 0-4 0,0 0-288 15,0 0-228-15,0 0 60 0,0 0-16 16,76 60-272-16,-32-63-256 0,-1-7-195 0,2 1-41 16,-6-4-92-16,1 4-60 0,-4-4-133 15,-4 4-343-15,4-1-220 0,-4 1-224 16,4 5-396-16,-5 4-1136 0,-3 0-2593 15,8 0-4303-15</inkml:trace>
  <inkml:trace contextRef="#ctx0" brushRef="#br0" timeOffset="12603.388">18937 1384 5428 0,'0'0'2796'0,"0"0"1585"15,0 0-2685-15,0 0-572 0,0 0-8 16,0 0 80-16,0 0-72 0,0 0-192 16,84 4-160-16,-48-4-164 0,11 0-184 15,9-4-131-15,0 1-37 0,0-4-100 0,0 4-36 16,-1-3-108-16,-3-1-12 0,-4-2-8 15,-1 4-64-15,2-6-204 0,-2 2-117 16,-7-1-151-16,0 1-272 0,-12 2-228 16,-13 4-484-16,-2 3-1404 0,-13 3-3553 0</inkml:trace>
  <inkml:trace contextRef="#ctx0" brushRef="#br0" timeOffset="12799.301">19044 1667 3496 0,'0'0'3204'0,"0"0"2633"16,0 0-4305-16,0 0-672 0,112 28 184 15,-72-25 120-15,8-3-112 0,-5-3-288 0,9-7-380 16,-3-5-252-16,-2-1-124 16,-4-3-8-16,6-3-256 0,-10-3-296 15,2 2-300-15,-6-3-368 0,1 1-960 0,-16 6-3633 16</inkml:trace>
  <inkml:trace contextRef="#ctx0" brushRef="#br0" timeOffset="13070.263">19336 1095 3980 0,'0'0'548'0,"0"0"6461"0,0 0-5013 16,0 0-780-16,0 0-32 15,0 0 108-15,99-19-228 0,-63 22-152 0,4 4-212 16,4 2-80-16,-1 4-120 0,1 3-48 0,0 4-136 16,-5 1-47-16,2 4-89 15,-5 1-132-15,-5 6-48 0,-6-1-8 16,-6 1-100-16,-3 6-52 0,-8 1 88 0,-8 5-61 16,-4 3-147-16,-11 7-12 0,-9 1 0 15,-12 5-36-15,-5 3-124 0,-2 0-148 16,-9 1-176-16,1-4-432 0,-5-2-632 15,15-14-1240-15,-26 16-3925 0</inkml:trace>
  <inkml:trace contextRef="#ctx0" brushRef="#br0" timeOffset="26200.935">21925 1066 11865 0,'0'0'2880'0,"0"0"-2072"16,0 0-756-16,0 0 384 0,0 0 284 16,0 0-100-16,0 0-148 0,92 80-140 15,-68-52 152-15,-5 7 204 0,2 7-248 0,-1-1-84 16,-9 6-160-16,1 2-28 0,-7 1-56 16,-1 1 20-16,-4-1-128 15,0-1 8-15,-4-5-8 0,-1-9 8 0,1-4-12 16,0-12-8-16,4-3-160 0,-4-10-140 15,4-1-92-15,0-5 8 16,0 0 168-16,0-5 116 0,0-4 32 0,0-4-120 0,0-6 24 16,8-6 12-16,1-7 12 0,-1-2 36 15,3-8-36-15,2-3 24 16,2 4 52-16,2 0-28 0,6-1 12 0,1 11 80 16,4 3-116-16,-4 8 76 0,0 5 48 0,-1 8 76 15,-3 4 48-15,-3 3-64 16,-2 10 4-16,-7 5 156 0,1 5-60 15,-2 1 12-15,-7 5 64 0,0 3-40 0,-3-1-36 16,-1 4-112-16,-5-7 28 0,1-3-76 16,4-5 4-16,1-8 4 15,3-3-8-15,0-3 0 0,0-3 8 0,0 0 116 16,0-3 8-16,3-3-132 0,1-7-12 16,8-6-172-16,0-3 36 0,4 0 136 15,0-7-84-15,5 4 84 0,-2-1-100 0,5 5-12 16,0-2-36-16,-1 7 148 15,1 0-124-15,-7 7 76 0,2 2 60 16,1 1 136-16,-8 6 24 0,4 0-76 0,-4 3-32 16,0 7 168-16,-4-1-48 15,0 7-112-15,-4 3 124 0,1 3-60 0,-5 1 84 16,0 4-120-16,-5 3-4 0,1-2-76 16,-4 7-8-1,4-3 0-15,-3-1-172 0,3-1-280 0,4-2-236 0,0-6-140 16,0 0-528-16,4-6-1244 0,-1-3-2349 0,9-7-2735 15</inkml:trace>
  <inkml:trace contextRef="#ctx0" brushRef="#br0" timeOffset="26790.657">23355 1184 1084 0,'0'0'11057'0,"0"0"-8977"0,0 0-1072 15,0 0 16-15,0 0 108 16,0 0-264-16,0 0-288 0,0 0-152 15,0 0-60-15,28 79 112 0,0-59 56 16,4-5-124-16,12 4-180 0,0-3-48 16,4 0-28-16,3-3 4 0,1-1 69 0,4-2-33 0,-5 2-4 15,1-1-104-15,-3-5-40 16,-6 2-44-16,-3-1 0 0,-8 0 4 0,-8-1-8 16,-4 1-124-16,-9-4 4 0,-7 3 24 15,-4 4 24-15,0-4 28 0,-7 4 44 0,-9 2 72 16,-4 4 96-16,-12 3-108 15,-4 0-52-15,-12 1-8 0,1-1-76 16,-9 0-104-16,0 0-28 0,-4-4-49 0,4 1 29 16,0-3 56-16,13-4-8 15,3 1-88-15,12-7-112 0,4 0 0 16,9 0 88-16,6-3 0 0,5 0-28 0,4 0-296 16,0 0-524-16,13 0-660 15,2-3-136-15,-3 0-728 0,21-6-2901 0</inkml:trace>
  <inkml:trace contextRef="#ctx0" brushRef="#br0" timeOffset="27056.385">24172 1685 5836 0,'0'0'7537'0,"0"0"-6053"0,0 0-768 15,0 0 492-15,0 0 500 0,0 0-12 16,0 0-564-16,-87 45-363 15,55-31-345-15,-4 0-124 0,-8 2-128 0,0 4-124 16,1-1-48-16,-5 0-12 0,4-3 4 16,0-1 0-16,0-2-4 15,9 0-72-15,3 0-88 0,4-7-168 16,8 0-108-16,3 1-37 16,9-7-123-16,5 0-40 0,3 0-232 15,0 0-564-15,7 0-804 0,2 0-924 0,3 0-1333 0,8-13-2319 16</inkml:trace>
  <inkml:trace contextRef="#ctx0" brushRef="#br0" timeOffset="27453.082">24575 1283 6776 0,'0'0'7605'0,"0"0"-5969"15,0 0-1292-15,80-20 80 0,-48 14 172 16,7-3 272-16,-3 2-168 0,4 4-108 16,4 0-68-16,-1 3-60 0,2 0-132 15,-2 0-140-15,-7 3-92 0,0 7-40 16,-9-1-52-16,-2 4-8 0,-5 0 84 16,-9 6-80-16,1-1 56 0,-7 1 160 15,-5 7 97-15,0-1-133 0,-9 4-16 0,-2 0-48 16,-6 2-8-16,-2 1-28 15,-1 3-12-15,-1 0-24 0,2-3 0 16,-1-1-48-16,8-2-4 0,0 0 0 0,4-4 4 16,0-3-4-16,8-2-8 0,0-8 8 15,0 3 4-15,0-2 0 0,4-3 4 16,4-1 56-16,8 4-56 0,0-3-4 16,4-4 48-16,12 0 28 0,3-2-64 0,10-4-12 15,6 0-48-15,1-4-24 0,0-5-276 16,-1-4-224-16,1 0-73 0,-8-2-135 15,0 2-444-15,-4-3-828 0,-12 6-2636 16,0-8-5389-16</inkml:trace>
  <inkml:trace contextRef="#ctx0" brushRef="#br0" timeOffset="30749.699">4861 3582 7036 0,'0'0'248'0,"0"0"3981"0,0 0-2781 16,0 0-188-16,0 0-224 0,0 0-296 16,0 0-348-16,0 0 20 0,0 0 172 15,79 9 112-15,-43-4 204 0,4 2-300 0,-1-3-344 16,1-1-108-16,1-3 0 0,-6 0-64 15,1-3-76-15,0-8 36 0,-5 3-44 16,5-5-60-16,-8-3-88 0,4-3-476 16,-8 2-260-16,0-4-256 0,0 1-348 15,-8 2-1204-15,-4 5-2541 0,-4-12-2611 16</inkml:trace>
  <inkml:trace contextRef="#ctx0" brushRef="#br0" timeOffset="31117.859">5255 3146 6472 0,'0'0'2416'0,"0"0"-732"0,0 0-167 16,0 0-173-16,0 0-496 0,0 0-328 15,0 0-192-15,0 0 88 0,-52 80 160 16,60-55 116-16,-1 6-96 0,6 4-72 0,-1 4-168 16,0-1-72-16,0 6-48 0,-1 4-92 15,6 3 4-15,-6 0-72 16,2 2-64-16,-2 1 108 0,6 0-56 0,-6 0-56 15,1 0 40-15,1-2-40 0,-2-2 80 16,2 1 32-16,-6-7-32 0,-3-6 8 0,4 0 76 16,-4-6-112-16,0-6 76 15,-4 2-12-15,0-9 32 0,0 3-8 16,-4-2 8-16,-4-5 4 0,0-2-40 16,1-4 28-16,-6 1-4 0,-2 0-32 0,-2-4-4 15,-3-4-48-15,1 2-48 16,-5-4-12-16,-1 0-72 0,-3 0-172 15,0-10-72-15,1-2-24 16,3-3-136-16,0-5-40 0,0-2-84 0,9-3-124 0,-2-1-244 16,6-2-508-16,3-1-632 0,8-2-696 0,-5 8-1581 15,5-18-2230-15</inkml:trace>
  <inkml:trace contextRef="#ctx0" brushRef="#br0" timeOffset="31399.706">5793 2958 5868 0,'0'0'416'0,"0"0"4541"16,0 0-2829-16,0 0-508 0,0 0-184 0,0 0-264 15,0 0-368-15,0 0-240 16,0 0-156-16,0 0-140 0,0 0-120 0,-16 83-76 16,11-57-72-16,5 2-8 0,0 0-64 15,0 1-136-15,0 1-76 0,0-2-440 16,0 3-128-16,9 1-344 0,-1-3-564 16,-4-4-968-16,7 7-2249 0</inkml:trace>
  <inkml:trace contextRef="#ctx0" brushRef="#br0" timeOffset="31686.519">6315 3489 3616 0,'0'0'8997'16,"0"0"-7681"-16,0 0-648 0,0 0 480 0,0 0 196 15,-92 20-428-15,72-12-300 0,4 5-148 16,0 3-88-16,4 6-120 0,5 1-116 16,-2 2 4-16,5 7-60 15,0 2-28-15,4 1-12 0,0 4 0 0,8-1-44 16,1 0-4-16,-2-3-8 0,5-4-188 16,0-5-132-16,0-4-236 0,4-5-224 0,0-5-92 15,4-5-252-15,4-7-444 16,-1-4-752-16,-2-3-1873 0,7-22-2939 0</inkml:trace>
  <inkml:trace contextRef="#ctx0" brushRef="#br0" timeOffset="32134.278">7127 3410 5564 0,'0'0'5733'0,"0"0"-4117"0,0 0-752 16,0 0 468-16,0 0 116 0,0 0-132 16,0 0-256-16,56 66-296 0,-40-50-312 0,0 4-136 15,-4-5-168-15,8 0-40 0,-8 6-100 16,4-7-4-16,-4 5 0 0,-4 4-4 15,-4-1-4-15,0 4-152 0,-4 2-40 16,-4 7 12-16,-4 3-60 0,-5 1 96 0,-2 2 24 16,-5-3-328-16,1-7 60 0,-6-6-64 15,1-2-484-15,4-6-512 16,1-8-604-16,2-4-1777 0,-7-5-3231 0</inkml:trace>
  <inkml:trace contextRef="#ctx0" brushRef="#br0" timeOffset="32374.385">7753 3492 14053 0,'0'0'2772'0,"0"0"-2000"15,0 0-80-15,0 0 316 0,100 3 12 0,-72-3-96 16,0 0-83-16,3-3-357 0,-3-3-220 15,8-1-132-15,-4 1-132 16,-4 3-60-16,4-3-100 0,-4 6-288 0,-4-4-425 16,-5 4-115-16,-6 0-372 0,-9 0-828 15,-1 7-2360-15,-10 12-2037 0</inkml:trace>
  <inkml:trace contextRef="#ctx0" brushRef="#br0" timeOffset="32550.293">7761 3848 11333 0,'0'0'4352'0,"0"0"-3596"0,0 0-236 0,0 0 328 0,0 0 100 16,0 0-148-16,0 0-56 15,0 0 12-15,84 0-124 16,-52-10-291-16,3-2-205 0,-3-4-136 0,0 2 0 16,0 2-84-16,-4-1-209 0,-4 5-339 15,-5-3-284-15,2 8-296 0,-1 0-904 16,-9 3-3180-16,-3 0-5693 0</inkml:trace>
  <inkml:trace contextRef="#ctx0" brushRef="#br0" timeOffset="33603.258">8857 3429 300 0,'0'0'9412'0,"0"0"-7243"16,0 0-625-16,27-66-196 0,-14 49-40 15,7 5-304-15,-5-1-260 0,6 9-92 16,2 4-244-16,-3 0-52 0,4 13-24 15,-4 9-52-15,0 8 100 0,-4 4-36 0,-8 7-28 16,-1 7-120-16,-7 6-100 16,0 0-36-16,0 3-60 0,-3 0 0 0,-1-7-4 15,-4-1-56-15,8-15-52 0,-4-8-32 16,4-14 60-16,-5-1 8 0,5-8-20 16,0-1-100-16,0-2 0 0,0 0-48 0,5-9 136 15,3-4 108-15,0-6 56 16,3-6-56-16,2-7-148 0,2-2-96 15,2-6 132-15,-2 7 40 0,5 1 60 0,1 3-36 16,-2 4-76-16,1 12 116 0,-3 3-128 16,-6 6 88-16,1 4-64 0,-4 7 64 15,0 3 48-15,-4 6 160 0,0 3 60 16,0 3-144-16,-4 0 8 0,0 0-24 16,0-2-8-16,0-2-4 0,0-7-36 15,-4-3 36-15,4-2 0 0,0-6 4 0,0 0 44 16,0 0 28-16,0 0 36 0,0-6-160 15,4-2-28-15,3-6-180 16,2-8 124-16,3 0-12 0,4-1 8 0,-1 1-20 16,6 3 8-16,-2 1-16 0,5 5 116 15,0 3 4-15,4 4 132 0,-4 3-132 16,0 3 84-16,-4 0 68 0,0 3 16 16,-5 6-48-16,-2-2 8 0,-1 6-68 15,-1-4-60-15,-6 4 80 0,3 2-20 0,-8 2-4 16,0 1 0-16,0 1-56 0,0-3-4 15,0 3-256-15,-4-3-232 16,0-4-40-16,-1 2-200 0,5-2-300 0,0-5-748 0,0-1-1180 16,0 1-2649-16</inkml:trace>
  <inkml:trace contextRef="#ctx0" brushRef="#br0" timeOffset="34077.028">10487 3133 5124 0,'0'0'376'0,"0"0"4516"0,0 0-3127 15,0 0-473-15,0 0-200 16,0 0-84-16,-69 77-128 0,54-39-104 16,2 3-60-16,5 7-12 0,-3 3-76 0,2-1-112 15,1 4-112-15,5-4-124 16,-1 4-36-16,4 1-48 0,0-1-172 0,4-7-24 16,3-5-4-16,2-7-56 0,6-7-112 15,-2-1 0-15,6-6-60 0,2-5-60 16,3 0-196-16,-1-4-140 0,1 2-212 15,4-9-264-15,0 5-516 0,-8-6-788 0,7-2-2577 16</inkml:trace>
  <inkml:trace contextRef="#ctx0" brushRef="#br0" timeOffset="34811.775">10829 3257 64 0,'0'0'10532'15,"0"0"-8247"-15,0 0-1125 0,0 0-324 16,0 0 144-16,0 0 312 0,0 0-188 0,92 89-180 16,-64-51-200-16,-1 7-140 0,1-1 184 15,-4 0-196-15,-4 2-219 0,-4-6-173 16,4-5-136-16,-5 0-44 0,2-3-84 16,-6-7 24-16,2-9-244 15,-2-3-121-15,1-7-87 0,-3-6-208 0,2 0-112 16,2-6-348-16,-2-7-884 0,-3 1-1152 15,5-20-3233-15</inkml:trace>
  <inkml:trace contextRef="#ctx0" brushRef="#br0" timeOffset="35003.605">11179 3337 4152 0,'0'0'6408'0,"0"0"-5015"0,0 0-741 15,-63 73 180-15,39-42 260 0,0 7 116 16,-4 4-216-16,4 0-244 15,0 5-228-15,-4-6-136 0,4 6-112 0,5-5-132 16,-1-5-140-16,3 2-84 0,2-7-212 16,7-3-296-16,-1-4-140 0,6-3-172 15,-1-6-264-15,4-3-840 0,0-7-1973 16,12-6-2667-16</inkml:trace>
  <inkml:trace contextRef="#ctx0" brushRef="#br0" timeOffset="35241.736">11507 3607 6764 0,'0'0'5073'0,"0"0"-3717"16,0 0-72-16,0 0 352 0,0 0-48 16,0 0-144-1,0 0-284-15,0 0-428 0,0 0-256 0,86 22-123 0,-65-22-73 16,7 0-124-16,0-6-152 15,3-1-4-15,1-2-8 0,0-2-76 0,0-1-256 16,0 3-293-16,-4-1-171 0,0 1-100 0,-4 2-280 16,-1 0-1020-16,-7 5-2416 0,0 2-3697 15</inkml:trace>
  <inkml:trace contextRef="#ctx0" brushRef="#br0" timeOffset="35586.26">12367 3344 12509 0,'0'0'4528'0,"0"0"-4020"0,0 0-244 16,0 0 204-16,0 0 260 0,0 0 436 15,0 0-480-15,0 0-428 0,0 0-256 16,0 0 0-16,-48 21-76 0,36-2-80 15,0 10 44-15,0 3 112 0,-4 2 68 16,8 1 64-16,-3 3-120 0,2-2 72 0,5-1-76 16,0-4 8-16,4-3-12 15,0-1-4-15,0-9-56 0,8 1-28 16,1-6-52-16,2-1 4 0,1-1 72 0,4-5-28 16,1 0-68-16,-2-4-200 0,5 3 28 15,0-5-28-15,0 0-136 16,-5 0-176-16,5-5-272 0,-3 0-664 0,-2-2-800 15,-2 0-2305-15,-5 1-3419 0,-5-2 7956 0</inkml:trace>
  <inkml:trace contextRef="#ctx0" brushRef="#br0" timeOffset="35949.356">12961 3254 11969 0,'0'0'4056'16,"0"0"-3800"-16,0 0-180 15,0 0 372-15,24 67 448 0,-17-42 376 16,1 0-428-16,0 4-500 0,4 3-112 0,-4 0-48 0,4 2-16 16,-4 5-40-16,0-5-128 0,-4 5-4 15,-4 2 4-15,0 3 0 0,-8 1-8 16,1 3-56-16,-10-1-128 0,2 2-224 16,-6-5-172-16,1-1-112 0,1-4 60 15,-1-4 44-15,-1-7-60 0,6-6-384 0,-5-8-740 16,-1-6-1068-16,-2-4-1869 15,3-4-1503-15,-12 0 5817 0</inkml:trace>
  <inkml:trace contextRef="#ctx0" brushRef="#br0" timeOffset="36957.755">13204 2596 3420 0,'0'0'5604'16,"0"0"-3539"-16,0 0-433 0,0 0-308 16,0 0 116-16,0 0-268 0,0 0-228 0,0 0-116 15,75 23-52-15,-67-1-104 0,4 4-36 16,-8 2-100-16,0 1-144 0,-4 3-124 15,0 0-87-15,0-4-73 0,0 4-104 16,-8-4-4-16,4 0-4 0,-4-2-56 0,0-4-37 16,4-3-123-16,0-2-96 0,4-9 48 15,-4-4 76-15,4-1-4 16,0-3-36-16,0 0 0 0,0-7 60 0,4 2-12 16,4-9 12-16,5 0 40 0,2-5 68 15,1-2 60-15,0 2 4 0,0 4-72 0,0-1 12 16,0 3 60-16,0 4 60 15,-4-1 52-15,4 4-16 0,-5 3 28 0,-2 3-68 16,-2 0-56-16,1 0-12 0,-4 6 12 16,1 1 56-16,-1-1 80 0,0 3-28 15,-1 1 28-15,-3-1-52 0,4-2-8 0,-4-1-76 16,0-3-60-16,0 0 0 16,0-3-36-16,4 0-64 0,0-3-36 15,0-3-48-15,8-4 96 0,-4-2 60 0,9-1-8 16,-6-3 8-16,6 4 4 0,-6 2-4 15,5 4 28-15,-4-1 60 16,0 7 92-16,0 0 28 0,0 0 64 0,-1 7 0 16,6 2 76-16,-6 0 168 0,2 4-136 15,-2 0-132-15,-3 0 8 0,5-1 28 16,-6 4 24-16,-3 0-12 0,0 0-76 0,-4 1 12 16,0 2-44-16,0-5-40 15,0 3-60-15,0-1-60 0,-4 0-148 0,4-7-436 16,0 1-236-16,0-4-112 15,0 0-280-15,0-6-1152 0,0 0-2853 16,4-9-3603-16</inkml:trace>
  <inkml:trace contextRef="#ctx0" brushRef="#br0" timeOffset="37142.669">14033 2854 11977 0,'0'0'3104'15,"0"0"-1804"-15,0 0-304 0,0 0 144 16,0 0-72-16,0 0-164 0,0 0-404 16,75 25-280-16,-51-28-148 0,4-6-72 15,0-4-132-15,0 0-468 0,-1-7-424 16,-3 9-268-16,4-5-724 0,-12 3-2384 16,0 1-5069-16</inkml:trace>
  <inkml:trace contextRef="#ctx0" brushRef="#br0" timeOffset="37333.471">14431 2682 6900 0,'0'0'7613'0,"0"0"-6213"16,0 0-644-16,0 0 0 0,0 0 296 0,-16 74-16 16,16-53-204-16,0 5-408 0,0-3-276 15,0 5-76-15,0-3-68 0,0 4-4 16,0 3-220-16,0 3-464 0,-4-3-256 15,0 6-184-15,0-7-708 0,4-5-2280 16,-9 9-3237-16</inkml:trace>
  <inkml:trace contextRef="#ctx0" brushRef="#br0" timeOffset="39465.88">14869 3638 3080 0,'0'0'0'0,"0"0"0"0,0 0 2396 16,0 0-4-16,0 0-692 0,0 0-331 0,0 0-173 0,-20-73-148 0,20 60-32 15,-4 3-132-15,0 2-204 16,0 1-24-16,0 1-92 0,4 2-156 16,-3 1 0-16,3 3 64 0,-5 0 32 0,1 0-96 15,0 0-52-15,0 3-160 0,-4 1-112 16,-4 9-72-16,-4-1 0 0,0 7 76 15,1 7 8-15,-2 2-24 0,-2 4-20 16,6 3-40-16,-2 0-4 0,2 3-8 16,2-6 0-16,7 3-88 0,0-7 4 15,4-3 36-15,0-2 36 0,0-8-76 16,4-4 16-16,4-2-40 0,-1-6-32 16,2-3 32-16,7 0 112 0,0-6 84 0,3-11-36 15,1 2-48-15,5-8-184 16,-6 1-64-16,5-3 76 0,-4 0 12 15,0 0 76-15,-4 6 20 0,-1-2 52 0,-2 6 4 16,-5 2 8-16,-1 4 0 0,-3 2-8 16,-4 7-40-16,5 0-16 0,-5 0 16 0,0 0 36 15,4 0-100-15,-4 7 112 16,8 5 212-16,-4 1-64 0,3 3 60 0,2 6 0 16,3 1-24-16,-5 5 12 0,2 7 28 15,2 3 140-15,-3 4-156 0,0-1-120 16,4 7-4-16,-8 2-72 0,0-2 60 15,0 2-20-15,0 5-40 0,-4-2-12 16,0-1-8-16,-4 1 8 0,-4-2 56 0,-8 0 28 16,4-6 40-16,-8-1 56 15,1-3 296-15,-1-6 21 0,-8-2-229 16,3-8-84-16,-2-3-40 0,-1-6-60 0,4-4-24 16,-4-3-12-16,4-5-36 15,-4-4-8-15,9 0-4 0,-5-11 0 0,4-3-204 16,0-9-28-16,4-5 64 0,0-4 12 15,8-3 92-15,4 3-81 16,4 3-27-16,0 1 40 0,8 5 72 0,0 2-12 16,4-2-28-16,4 4 96 0,0 3 0 0,0-6 8 15,7 2 8-15,-2 2-4 0,3-1 80 16,0-4-80-16,-1 4 40 0,1 0 48 16,0 5-96-16,0-6 0 0,-4 4-72 0,0 3 60 15,-5 1-88-15,2 5 4 0,-6-2-84 16,2 3-248-16,-2-1-136 15,2 4-232-15,-5 0-396 0,-1-1-672 0,1 2-1072 16,1 2-2933-16</inkml:trace>
  <inkml:trace contextRef="#ctx0" brushRef="#br0" timeOffset="39927.084">15550 3270 432 0,'0'0'9680'0,"0"0"-6631"0,0 0-1301 16,0 0-552-16,0 0-120 0,0 0-220 15,0 0-200-15,0 0-152 0,0 0-124 16,-71 95-100-16,58-53 4 0,6 2 20 0,-1 7 0 15,4-4 88-15,-1 4-64 0,1-3-60 16,4-1-87-16,0-2-97 0,0-8-8 0,0-1-68 16,9-4 4-16,-1-7 0 15,0-6-12-15,-1-3-60 0,6 0-40 16,-2-7 4-16,-3-2 35 16,8-4-99-16,-4-1-132 0,1 2-304 0,-2-4-24 0,6 0-104 15,-2-6-112-15,1-4-412 0,0 1-620 16,-5 2-1052-16,6-9-2253 0</inkml:trace>
  <inkml:trace contextRef="#ctx0" brushRef="#br0" timeOffset="40386.767">15793 3527 964 0,'0'0'3028'0,"0"0"2084"0,0 0-3948 16,0 0-491-16,0 0-29 0,0 0 344 15,0 0 172-15,0 0-120 0,0 0-20 16,0 0-204-16,0 0-244 0,84 48-100 0,-60-23 24 15,-4 1-64-15,-5 2 24 16,6-3-148 0,-5 1-160-16,3-4-148 0,-2-3-28 0,2-2-68 0,-3-5-396 15,0-5-308-15,4-5-180 0,0-2-200 0,0 0-420 16,-4-7-1196-16,4-11-3361 0</inkml:trace>
  <inkml:trace contextRef="#ctx0" brushRef="#br0" timeOffset="40704.127">16172 3476 5548 0,'0'0'300'0,"0"0"4272"15,0 0-3655-15,0 0-329 0,0 0 180 16,0 0 192-16,-84 41-112 16,72-31-140-16,4 0-280 0,5-5-188 0,-2 2-68 15,-3 0-44-15,8 0-64 0,-4-5 64 16,0 4 60-16,0 0 8 0,1 5-32 0,-6-3 0 15,-3 3 20-15,1 5-8 0,-2-1-52 16,-2 7 12-16,-2-3 36 0,2 7-24 16,-5-1-48-16,-1 1 36 0,2 2-12 15,-1 4-64-15,4-6-56 0,-4-1-4 16,4-3-12-16,4-6 0 0,8-4 0 16,-3-1-88-16,7-9-220 0,0-2-128 15,0 0-24-15,0 0-88 0,0 0-208 0,0 0-252 16,0 0-428-16,3-2-240 15,1-2-221-15,4 1-207 0,-4-4-992 0,5 5-1152 16,-6-12 4069-16</inkml:trace>
  <inkml:trace contextRef="#ctx0" brushRef="#br0" timeOffset="41094.475">16634 3302 4364 0,'0'0'8745'15,"0"0"-7361"-15,0 0-628 0,0 0-112 0,60 75 136 16,-49-52 240-16,2 3-132 0,-5-1-236 16,3 3-272-16,-2-2-160 0,-1 3-60 0,-1-4-112 15,2 0-4-15,-5 1-44 16,0 2-8-16,-4 1 4 0,4 2 4 0,-4 1 12 16,-4 1 0-16,0-5 40 0,-9 0-52 0,6-2-48 15,-5-4-96-15,-1-3-64 16,-2 0-196-16,2 0-88 0,-2-6-76 15,-1-1-100-15,0-2-188 0,0-4-312 16,-4-3-756-16,0-3-2141 0,4 0-3247 0,-16-3 5432 16</inkml:trace>
  <inkml:trace contextRef="#ctx0" brushRef="#br0" timeOffset="47335.816">6633 3596 3132 0,'0'0'9541'0,"0"0"-7709"0,0 0-1148 0,0 0-132 15,0 0 428-15,0 0 360 16,0 0-108-16,0 0-424 0,0 0-280 0,0 0-212 16,-12 14-108-16,20-1-88 0,5 2 124 15,2 11 72-15,5 5 73 0,0 4-25 16,4 0-148-16,-8 3-156 0,3-6 4 16,-6-3-24-16,2-4-40 0,-6-5-72 15,3-5-4-15,-5-5-140 0,1-4-208 16,1 0-125-16,-5-6-179 0,0 0-236 0,3-6-276 15,2-4-832-15,-1-6-1912 0,-4 0-1501 16,-1-3-627-16</inkml:trace>
  <inkml:trace contextRef="#ctx0" brushRef="#br0" timeOffset="47516.138">6833 3670 6064 0,'0'0'5401'15,"0"0"-3929"-15,0 0-680 0,0 0 32 16,0 0 260-1,0 0 8-15,-84 89-296 0,63-57-264 16,2 0-272-16,-5 5-112 0,0 1-84 0,1-2-56 0,-1 1-8 16,-4 2-76-16,4-1-480 0,-1-2-300 15,6-3-372-15,3-1-896 0,0-3-2525 16,8-11-2847-16,-4 5 6516 0</inkml:trace>
  <inkml:trace contextRef="#ctx0" brushRef="#br0" timeOffset="48408.701">17351 3727 4152 0,'0'0'8729'0,"0"0"-6265"0,0 0-1132 16,0 0-364-16,0 0-64 0,0 0-104 15,0 0-176-15,0 0-76 0,95-6-12 16,-50 2-72-16,-6 1-87 0,6-2-133 0,-2 1-124 16,-3-3-120-16,-4 1-44 15,0 0 40-15,-4-3-128 0,-4-1-173 16,-5 0-255-16,-3 1-72 0,-3-1-68 0,-2 4-168 16,-7-3-452-16,0 5-1020 0,-4 1-2501 15,-4-3-3439-15</inkml:trace>
  <inkml:trace contextRef="#ctx0" brushRef="#br0" timeOffset="48656.884">17638 3441 5412 0,'0'0'1704'0,"0"0"3381"0,0 0-3325 15,0 0-672-15,0 0-68 0,0 0-80 16,0 0 52-16,0 0-204 0,12 80-172 15,-4-49-164-15,0 8-108 0,0 2-100 16,-4 6-72-16,0 1-40 0,-4 2-128 0,0 5-4 16,0 2-12-16,-4 0-232 15,0-2-244-15,0-5-196 0,4-3 8 0,0-8 132 16,0-8-436-16,4-5-1128 0,4-10-2021 16,-1-7-2975-16</inkml:trace>
  <inkml:trace contextRef="#ctx0" brushRef="#br0" timeOffset="50436.088">19419 3188 2952 0,'0'0'836'15,"0"0"3720"-15,0 0-3144 16,0 0-199-16,0 0-81 0,0 0 172 16,0 0 4-16,0 0-188 0,0 0-140 0,0 0-208 15,0 0-156-15,-4-51 16 0,4 51-44 16,0 0-84-16,-4 3-88 16,4 1-16-16,-4-2-132 0,0-2-72 0,-4 6-64 15,1 0-68-15,-6 1-64 0,-2 3 0 0,2 3 52 16,2-1 44-16,-2 1-36 15,1 3 12-15,5 3 16 0,-6 3-16 16,5 3-59-16,5 7 83 0,-1 6 4 0,4 7-60 16,0-1-36-16,0 7-8 15,4 0 4-15,3-4-4 0,6-2-60 16,-5-7 4-16,7-3 52 0,-2-10-100 0,2-6-1 0,1-7-63 16,-4-1-120-16,4-8-208 15,4-3-120-15,0 0-200 0,-4-9-152 16,4-5-644-16,-4-5-1052 0,-4 7-2357 0,4-16-1927 15</inkml:trace>
  <inkml:trace contextRef="#ctx0" brushRef="#br0" timeOffset="50634.943">19635 3330 10664 0,'0'0'1917'0,"0"0"-1089"0,0 0-12 16,0 0 472-16,0 0-120 0,0 0-236 0,0 0-288 15,95 86-200-15,-76-64 48 0,6 4-112 16,-1 2-124-16,-5 1-72 0,-3-8-184 16,5 2-104-16,-6-4-364 0,2-7-72 15,-2-5-200-15,-3 0-100 0,8-7-728 16,-8 0-2256-16,4-14-2873 0</inkml:trace>
  <inkml:trace contextRef="#ctx0" brushRef="#br0" timeOffset="50832.825">19973 3323 5016 0,'0'0'7089'0,"0"0"-5697"0,0 0-576 15,0 0 232-15,-84 84 148 0,60-53-204 0,4 4-248 16,-3 1-288-16,-1-3-148 16,3 0-160-16,6-1-148 0,-5-4-60 15,8-3-360-15,3-3-356 0,2 1-256 16,7-7-184-16,0-7-528 0,0-5-968 15,0-4-2385-15,7-4-795 0,6-14 5637 16</inkml:trace>
  <inkml:trace contextRef="#ctx0" brushRef="#br0" timeOffset="51015.365">20129 3419 1668 0,'0'0'5520'0,"0"0"-615"0,0 0-3461 16,0 0-300-16,0 0 456 0,0 0-120 15,0 0-196-15,0 0-376 0,0 0-420 16,0 0-268-16,86 45-112 0,-65-45-108 16,3 3 0-16,4-3-244 0,0 0-244 15,4 0-444-15,0-3-264 0,-1-4-496 0,-7 4-1344 16,12-6-3777-16</inkml:trace>
  <inkml:trace contextRef="#ctx0" brushRef="#br0" timeOffset="51250.297">20909 3286 8096 0,'0'0'6289'0,"0"0"-4665"16,0 0-784-16,0 0-80 0,0 0 352 0,0 0-192 16,-84 63-148-16,69-41-224 0,2 1-232 15,2 6-48-15,-1-4 0 0,3 3-87 16,2 1-57-16,3 3-80 0,4-4-44 15,-4 3-12-15,4-4-60 0,0-5-112 16,4-7-253-16,4-2-75 0,4-7-124 0,0-6-144 16,3 0-104-16,5-6-368 0,1-7-1004 15,-6 1-2229-15,9-13-2819 0</inkml:trace>
  <inkml:trace contextRef="#ctx0" brushRef="#br0" timeOffset="51479.519">21224 3295 860 0,'0'0'11197'0,"0"0"-9561"0,0 0-1000 15,0 0 248-15,52 80 500 0,-37-59-240 0,-2 2-364 16,-2-1-412-16,6 1-124 0,-6 2-20 16,-3-5-64-16,1 1-148 0,-5 1-8 15,-4 1 8-15,0-2 0 0,-4 2-12 0,-9 3-148 16,-2-4-24-16,-2 0-60 15,2 1-40-15,-5-5-124 0,3-6-148 0,-2-2-136 16,3-3-80-16,0-3-212 0,0-4-776 16,-3-4-2585-16,6-6-3123 0,-6-9 7180 15</inkml:trace>
  <inkml:trace contextRef="#ctx0" brushRef="#br0" timeOffset="52166.669">21534 2698 1488 0,'0'0'4164'16,"0"0"2769"-16,0 0-5037 0,0 0-800 15,0 0-112-15,0 0-4 0,0 0 36 16,0 0-32-16,0 0-300 0,36 79-184 0,-31-53-96 15,-1 3-64-15,-4 2-48 0,0-2-111 16,0 2-81-16,0-5-96 0,0 0-4 16,0-5-16-16,0-1-237 0,0-8-51 15,0-2-48-15,0-3-184 0,4-7-124 16,0 3-40-16,-4-3 96 0,3 0 112 16,1 0 48-16,4-7 20 0,1-2 164 15,-2-4 120-15,5 1 4 0,1-7 48 0,-2 0 88 16,6-4 0-16,-2 4 100 0,-2 0 40 15,2 3 196-15,-4 0 136 0,2 3-52 16,-5 7-64-16,-1 3 40 0,-7 3-52 16,4 0-24-16,-4 0-16 0,0 0 16 0,0 0-76 15,0 3-60-15,5-3-64 16,-5 3 16-16,4 0-64 0,4-3-12 16,-4 0-60-16,8 0 8 0,-4 0 0 0,7-3-8 15,2-6-68-15,2-1-32 0,1-3 52 16,1 1 40-16,-2-1-40 15,-3 4 0-15,0 6-24 0,0 0 72 0,0 3 92 0,0 6 104 16,-1 3-76-16,2 7 28 0,-1 3 20 16,-4 0-32-16,-1 6-40 15,2-3 12-15,-5 4-44 0,3 0-56 0,-2-5 48 16,-5 5-56-16,0-3-124 16,3-4-592-16,-3 0-248 0,0-1-176 15,1-2-256-15,-5-3-1504 0,0-1-4533 0</inkml:trace>
  <inkml:trace contextRef="#ctx0" brushRef="#br0" timeOffset="53150.775">22997 3305 2644 0,'0'0'0'0,"0"0"208"0,0 0 2660 15,0 0 28-15,0 0-1084 0,-4-70-483 16,0 58-153-16,0 2 8 0,0 0-8 0,0 1-204 16,0 3-188-16,-4 0-124 15,0 1-128-15,4 3-164 0,-8-2-24 0,5 4 76 16,-6 4-100-16,-2 9-128 0,-6 6-32 16,1 6-48-16,-3 10-40 0,3 9 28 15,-1 4 20-15,2 0 76 0,6-4-12 0,2-3-88 16,3-10-52-16,8-5-44 15,-4-7-108-15,4-10 20 0,0-2-32 16,8-3-16-16,0-4-156 0,3 0-172 0,2-6-88 16,7-5 84-16,3-4-36 15,-2-4-4-15,-1-4 24 0,3 1 24 0,-7 3 108 16,0 3 240-16,-4 4-28 0,0 5 0 16,1 4 4-16,-6 3 136 0,5 0 188 0,-4 13 128 15,4 3-52-15,0 6-4 16,4 6 88-16,-4 0-112 0,0 7-36 15,-4-2 84-15,0 5-12 0,-5 0 48 16,-3 3-48-16,0 3 36 16,0 1 36-16,-7 3 60 0,-5 0 0 0,0-4-4 0,0 1-32 15,-4-4 128-15,0-4 197 0,0-2-221 16,0-7-192-16,0 1-100 16,1-9-48-16,2-4-56 0,1-7-16 0,0-2 12 15,4-1-16-15,-3-6-56 0,-2 0-108 16,1 0-28-16,-3-6 4 0,-1-4-84 15,0-2-136-15,-4-5-36 0,0 1-12 16,4-6 23-16,-4 0 49 0,5-4-88 0,2 1-36 16,5 3 100-16,4 0-76 15,1 0-52-15,3 3-208 0,7-4-476 0,5-2-696 16,4-3-1276-16,0 0-2329 0,-4 1-467 16,11-11 5176-16</inkml:trace>
  <inkml:trace contextRef="#ctx0" brushRef="#br0" timeOffset="53515.882">23570 3182 3188 0,'0'0'324'0,"0"0"4300"0,0 0-2384 15,0 0-463-15,0 0-117 16,0 0-116-16,0 0-348 0,-71 75-216 0,67-46-64 16,0 2-104-16,0 4-40 0,4 1-28 15,0 2-172-15,0-4-232 16,8-2-83-16,-4-1-121 0,8-5-124 0,0-4-8 15,0-2 4-15,4-4 76 0,3-7-72 16,2 1-12-16,-1-7-304 16,-1-3-145-16,1 0-211 0,1-3-216 0,-2-7-120 15,5-6-608-15,-4 0-1364 0,-8 3-3029 16,0-6-2155-16</inkml:trace>
  <inkml:trace contextRef="#ctx0" brushRef="#br0" timeOffset="54368.738">23798 3175 8320 0,'0'0'2781'0,"0"0"-1177"0,0 0-536 15,0 0 188-15,0 0 228 0,40 66-264 0,-24-37-232 16,-1 3-188-16,6 0-104 16,-6 3-148-16,2-8-132 0,-2 0-100 15,1-5-196-15,-4-7-120 0,4-2-48 0,0-7-108 16,0-3-356-16,4-3-440 0,-4-3-128 0,8-6-216 15,-5-7-1112-15,-2 0-2949 16,-2 1-3751-16,2-8 8652 0</inkml:trace>
  <inkml:trace contextRef="#ctx0" brushRef="#br0" timeOffset="54499.612">24081 3241 364 0,'0'0'10769'0,"0"0"-9113"0,0 0-1004 16,-88 32 72-16,60-10 500 0,4 4 48 0,-4 2-292 15,5 5-300-15,-1-5-88 0,3 0 12 16,2-2-240-16,3-1-364 0,0-9 0 0,7 0-648 16,6-7-400-16,3-5-304 15,7-4-812-15,6-11-1773 0,-2 5-2667 16,14-22 2712-16</inkml:trace>
  <inkml:trace contextRef="#ctx0" brushRef="#br0" timeOffset="54699.969">24395 3191 7948 0,'0'0'6241'0,"0"0"-5229"0,0 0-372 15,0 82 376-15,-4-53 388 16,-3-4-272-16,-2 0-544 0,-3-2-404 0,5-2-184 16,-6 2-76-16,-2-4-264 0,3 0-336 15,-8-3-172-15,0 0-120 0,-4 0-272 16,0 0-716-16,4-7-908 0,-19 1-3781 0</inkml:trace>
  <inkml:trace contextRef="#ctx0" brushRef="#br0" timeOffset="55027.296">23204 2898 1668 0,'0'0'8768'0,"0"0"-6187"0,0 0-977 16,0 0-560-16,0 0-88 0,0 0-24 0,0 0-312 16,0 0-236-16,0 0-152 0,-48 84-44 0,48-56-56 15,-3 0-68-15,3 4-64 16,0 3 0-16,0-3-124 0,0 2-404 0,0 2-464 16,-4 2-468-16,0-10-1336 0,-5 16-4273 0</inkml:trace>
  <inkml:trace contextRef="#ctx0" brushRef="#br0" timeOffset="61759.912">3107 5568 8188 0,'0'0'6593'0,"0"0"-5337"0,0 0-700 0,0 0 80 16,0 0 56-16,0 0-136 0,0 0-196 15,88 0 192-15,-32 0 132 0,3-2-156 16,6 2-104-16,-2-7-276 0,1 4-16 0,-8 0 4 15,-1 0-84-15,-7 0-52 0,-1-1-60 16,-6 1-16-16,-1-3 28 0,-9 3-156 16,-3 0-308-16,-7-4-236 0,-6 3-108 15,-2 4-156-15,-10 0-356 0,-3 0-1088 16,0 0-1521-16,-16 14-2287 0</inkml:trace>
  <inkml:trace contextRef="#ctx0" brushRef="#br0" timeOffset="61938.403">3486 5775 9972 0,'0'0'2613'0,"0"0"-1109"15,0 0 112-15,0 0-224 0,95 41-440 16,-67-35-260-16,4-2-164 0,4-4-208 16,-5 0-184-16,6-10-124 0,-1-2-12 0,0-4-48 15,-5-4-408-15,1 2-160 0,0-4-172 16,-8-1-544-16,-5 7-1216 0,-2-12-3657 15</inkml:trace>
  <inkml:trace contextRef="#ctx0" brushRef="#br0" timeOffset="62216.762">3653 5191 10648 0,'0'0'2197'0,"0"0"-1509"15,0 0 148-15,0 0 552 0,92 47-356 16,-56-31-200-16,3 3-252 0,1 0-256 16,4 3 8-16,-4 0 84 0,-1 3-108 15,-2 2-136-15,-10 1-164 0,1 1 52 0,-8 5-60 16,-8 2-72-16,-3 5-64 16,-9 1 28-16,0 5 32 0,-13 0-48 0,2 1 40 15,-10-3 80-15,-3 2-56 0,5-6-64 16,-5-3-60-16,3-6 36 0,2-9-184 15,-1-4-288-15,4-7-236 0,0-2-412 16,4-7-860-16,0-3-2885 0</inkml:trace>
  <inkml:trace contextRef="#ctx0" brushRef="#br0" timeOffset="62766.163">5299 5839 10224 0,'0'0'3149'0,"0"0"-1717"16,0 0-612-16,0 0 236 0,108 47 184 15,-65-37-188-15,0-8-328 16,10-2-272-16,-5 0-320 0,-1-6-32 0,-2-6-92 0,-2-4-8 16,-4-3-60-16,-3 0-384 15,1-3-340-15,-9-1-288 0,-9 1-344 16,-2 3-1284-16,-6-4-3685 0</inkml:trace>
  <inkml:trace contextRef="#ctx0" brushRef="#br0" timeOffset="63055.4">5654 5429 7352 0,'0'0'4033'0,"0"0"-2749"0,-5 67-392 16,5-32 240-16,9 6 300 0,-2 7-116 0,5 2-488 16,-3 2-312-16,2 4-144 0,-3 5-140 15,-1 3 0-15,2 1 12 0,-5 2-72 16,0-4 48-16,-4 5-12 0,0-5 0 15,0 0 156-15,0-5 136 16,-4-4-196-16,-4-6-171 0,-4-4-33 0,4-9-52 16,-3-3-44-16,2-10 44 0,1-7-48 15,-3-5 0-15,2-3-60 0,-3-2-160 16,1-5 11-16,-6 0-79 0,2 0-128 16,-5-5-280-16,-1-5-184 0,2-9-216 15,3-6-416-15,-4-10-1056 0,12 6-1909 16,-4-22-2503-16</inkml:trace>
  <inkml:trace contextRef="#ctx0" brushRef="#br0" timeOffset="63283.211">6335 5309 6492 0,'0'0'7373'0,"0"0"-5629"0,0 0-964 0,0 0 144 15,0 0 496-15,-24 85-192 16,20-50-388-16,0 6-376 0,4 0-184 16,0 1-72-16,0 3-39 0,4-4-169 0,0 0-36 15,3-6-257-15,1-3-327 0,1-4-196 16,-1 1-288-16,-1-4-192 16,-3-6-1244-16,13 6-3301 0</inkml:trace>
  <inkml:trace contextRef="#ctx0" brushRef="#br0" timeOffset="63486.145">6756 5864 12673 0,'0'0'2616'16,"0"0"-1824"-16,0 0-64 0,-67 79 612 15,52-47-84-15,-2 0-324 0,6 3-444 16,3-4-272-16,8 1 4 0,0-1-72 0,0 2-148 15,4-8-4-15,3 0-132 0,9-2-340 16,-4-4-440-16,8-7-224 16,4 1-144-16,4-10-908 0,-8-3-2185 0,12-9-2759 15</inkml:trace>
  <inkml:trace contextRef="#ctx0" brushRef="#br0" timeOffset="63699.99">7211 5892 11957 0,'0'0'2652'16,"0"0"-1568"-16,0 0 320 16,-40 67 288-16,28-35-96 0,0 3-464 15,5-4-403-15,3 1-209 0,4-4-60 0,0-2-192 16,7-6-268-16,5-5 0 0,4 1-84 16,0-6-136-16,8-7-108 0,-4-3-192 0,4 0-137 15,-1-3-71-15,2-10-88 0,-1-3-348 16,0-3-868-16,-9 3-2648 0,6-13-4505 15</inkml:trace>
  <inkml:trace contextRef="#ctx0" brushRef="#br0" timeOffset="63915.699">7793 5788 12077 0,'0'0'2636'0,"0"0"-1404"0,0 0 432 16,16 79-120-16,-8-50-88 0,3 3-400 15,6-4-387-15,-6 7-377 0,6-4-88 16,-2 8-128-16,-2-4-76 0,-9 3-88 16,0 0-116-16,-4-3-160 0,-13 3-49 15,-2-3 49-15,-6 0-52 0,2-3-32 0,-5-4-4 16,-8 1 72-16,4-7-88 16,-4 0-268-16,-3-9-764 0,7-1-1444 15,-13-8-3105-15</inkml:trace>
  <inkml:trace contextRef="#ctx0" brushRef="#br0" timeOffset="64223.439">8534 6086 17297 0,'0'0'3032'0,"0"0"-2144"0,0 0-364 0,116-6-207 15,-73-1-65-15,1-2 76 16,-8-1-304-16,0 1-24 0,-8-1-96 15,-4 4-184-15,-5-1-497 0,-6 5-479 0,-6-2-348 16,-7 4-1576-16,-3 6-4025 16</inkml:trace>
  <inkml:trace contextRef="#ctx0" brushRef="#br0" timeOffset="64365.71">8534 6356 15897 0,'0'0'2392'16,"0"0"-1836"-16,0 0-76 0,0 0-16 15,0 0-60-15,99 13 72 0,-67-19-124 16,0-4-276-16,5-3-76 0,-6 1-540 0,5-1-412 16,-4 1-276-16,0-2-684 0,-8 5-3036 15,8-1-6029-15</inkml:trace>
  <inkml:trace contextRef="#ctx0" brushRef="#br0" timeOffset="65149.746">9681 5988 5976 0,'0'0'7173'0,"0"0"-5245"15,0 0-528-15,0 0-208 0,84 60 92 16,-64-28-240-16,-4 5-116 15,-4 9-296-15,-8-2-231 0,0 1-217 0,-4-5-76 16,0-1-100-16,0-7-8 0,0-7-72 16,0-6-24-16,0-7-124 0,0-2-133 15,0-10-47-15,0 0-76 0,8-3 36 16,-1-10 120-16,6-3 28 0,2-6 8 0,-2 0 16 16,-2-3 72-16,1 0 144 0,-3 2-8 15,-2 0 52-15,1 5-52 0,-4 1-16 16,1 8 28-16,-5 3-16 0,4 6-8 15,-4 0-16-15,0 6 88 0,0 3 284 16,0 4-36-16,-4 4-128 0,-1-2 40 16,1-2 0-16,4-1-12 0,0-1 0 0,0-9-24 15,0-2-52-15,0 0-60 0,4 0 0 16,5-9 72-16,-2-3 88 16,9-8-36-16,4 1-80 0,-3-4-56 0,6 5 0 15,1-1 96-15,0 6 36 0,4 4 16 16,0 2-40-16,0 7 16 0,0 0 8 0,-1 10 28 15,-3 2 20-15,-4 7-20 16,1 0 20-16,-6 4-80 0,-3-1-3 0,0 3-1 16,-4-6-48-16,-4 4 4 15,0-1-52-15,4-3-112 0,-8-3-253 0,4-1-327 16,0-2-248-16,0 0-312 0,3-4-696 16,1-2-3036-16,9-7-4821 0</inkml:trace>
  <inkml:trace contextRef="#ctx0" brushRef="#br0" timeOffset="65398.713">11136 5903 11025 0,'0'0'3980'0,"0"0"-2372"0,0 0-68 15,0 0-224-15,-80 82-240 0,60-47-184 0,0 2-187 16,0 2-305-16,5 5-124 15,2 4-8-15,2-1-64 0,3 4-108 0,3-3 28 16,5-1-120-16,0-6-4 0,0-4-72 16,9-7-172-16,2-8-204 15,1-2-72-15,4-8-77 0,5-2-95 0,2-4-152 16,1-2-220-16,4-4-604 0,0 0-1184 16,-4 0-2261-16,15-7-2175 0</inkml:trace>
  <inkml:trace contextRef="#ctx0" brushRef="#br0" timeOffset="65875.053">11905 6004 3908 0,'0'0'1236'0,"0"0"3732"16,0 0-2919-16,0 0-593 0,0 0-428 16,0 0 44-16,0 0 84 0,-84-23-240 15,72 36-432-15,-4 9-52 0,0 4-52 16,4 5 28-16,-3 7 164 0,6 7-32 16,1 3-68-16,1 0-56 0,3 3-3 15,4-1-25-15,0-3-72 0,4 1-76 0,3-10-128 16,1-2-112-16,5-11-8 0,-2-6-80 15,1-7-20-15,4-5 24 0,0-4-48 16,0-3-232-16,4-7-233 0,0-5-171 0,4-10-84 16,-4-3-328-16,3-1-1012 0,-7 0-3012 15,9-5-3581-15</inkml:trace>
  <inkml:trace contextRef="#ctx0" brushRef="#br0" timeOffset="66049.003">12255 6156 10092 0,'0'0'1985'0,"0"0"-769"0,0 0 456 16,0 0 412-16,0 0-216 0,88 29-348 0,-64-23-352 15,-1-6-379-15,5 0-301 16,0 0-272-16,0-3-216 0,4-7-116 16,0 1-284-16,-4-4-292 0,4 0-353 0,-4 1-179 15,0 3-708-15,-8-2-2136 0,3 5-2429 16</inkml:trace>
  <inkml:trace contextRef="#ctx0" brushRef="#br0" timeOffset="66316.172">13040 5943 12985 0,'0'0'2308'0,"0"0"-1468"0,0 0 16 15,0 0 160-15,0 0-40 0,0 0-108 16,0 0-220-16,-87 57-208 16,70-28-28-16,6 3 40 0,-5 3 81 0,4 3-205 15,-1 3-136-15,2 0-104 0,3-3-16 16,4 0-72-16,-1-6-8 0,5-3-100 16,0-7-40-16,9-6-152 0,3 0-152 15,4-6-153-15,3-8-115 0,5-2-196 16,-3-6-240-16,-2-3-1128 0,9-17-3225 0</inkml:trace>
  <inkml:trace contextRef="#ctx0" brushRef="#br0" timeOffset="66530.72">13522 6004 6232 0,'0'0'6413'0,"0"0"-4709"0,0 0-216 0,0 0 364 16,56 85-224-16,-44-59-188 0,0 2-368 15,0 1-427-15,4-1-381 0,-4 1-56 16,3-1-100-16,-6 4-96 0,-5 1 32 16,-4-2-44-16,0 1-60 0,-8 0-48 0,-12 3-136 15,0-3-156-15,-8-1-48 16,1-3-173-16,-6-2-123 0,6-7 0 16,-10-3-288-16,5-7-688 0,9-3-1140 0,-21-6-3869 15</inkml:trace>
  <inkml:trace contextRef="#ctx0" brushRef="#br0" timeOffset="67519.017">13223 3295 3392 0,'0'0'2356'0,"0"0"-872"0,0 0-808 15,0 0-468-15,0 0 0 0,0 0 52 16,0 0 1664-16,0 0-519 0,0 0-445 16,0 0-336-16,0 0 0 0,-4-13 60 15,4 13 112-15,0 0-104 0,0 0-204 0,0 0-4 16,0 0-36-16,0 0-64 0,4 0-16 15,1 0-96-15,3 0-112 16,3-3 124-16,6 3-4 0,2 0 52 0,5-3-112 0,0 0-72 16,8-3-76-16,0 3 0 15,7-4 4-15,2 1-68 0,6-4-8 16,9 4 0-16,4-3 4 0,4 2 8 0,3 1-12 16,9 3 0-16,-4-4-4 0,7 0-132 15,1-1 64-15,-4-3-64 0,3 3 4 16,-2-5-88-16,-6 3-64 0,-7 1-48 15,-8-1 136-15,-9 0 24 0,-7 4 48 16,-8 0-48-16,-9-1-76 0,-6 7 28 16,-6-3-16-16,-7 3-24 0,-4 0-28 15,0 0-36-15,0 0-72 0,-7 0-124 0,-5 7-284 16,-4 2-488 0,0-3-1548-16,-12 7-4553 0</inkml:trace>
  <inkml:trace contextRef="#ctx0" brushRef="#br0" timeOffset="68516.064">13733 5521 5916 0,'0'0'1352'0,"0"0"2633"0,0 0-2561 0,0 0 4 15,0 0-276-15,0 0-68 16,0 0 12-16,0 0 100 0,76 0-200 16,-64 13-296-16,-8 9-200 0,4 3-4 0,-8 1-44 15,0 6-159-15,0-7-65 0,0 0-144 16,0-5-80-16,-4-5-4 0,4-5-72 15,0-4-60-15,0-6-88 0,4 0-85 16,4 0-119-16,4-9 36 0,-4 0 20 16,8-8-72-16,-4 1 124 0,-1 0 84 15,-2-3 96-15,-1 4 48 0,0 2 28 16,-5 0 52-16,6 0 8 0,-5 4 8 16,-4-1-4-16,4 7-4 0,-4 0 0 0,4 3-44 15,-4 0 44-15,0 3 232 0,0 4 12 16,0 2 16-16,0 0-104 0,0 1-32 15,-4 0-28-15,4-4-96 0,0 0-8 16,0-6-40-16,0 0-24 0,0 0-16 16,4 0-8-16,0-3 48 0,3-3 48 15,2 0 12-15,-1-4-12 0,3 3-4 16,-3-2-4-16,4 3 4 0,-4-1 4 16,5 7 0-16,-6 0 64 0,5 0 84 15,-4 0 20-15,0 7-32 0,0 3 72 0,-4-1-12 16,0 4-64-16,4-1 4 15,-8 1-52-15,4-1-12 0,-4 1-68 0,4-3 0 0,-4-1-4 16,0 0-132-16,0-4-416 0,0 1-224 16,4-6-76-16,-4 2-100 15,0 2-468-15,4-4-864 0,-4 0-1861 0,8 0-1879 16</inkml:trace>
  <inkml:trace contextRef="#ctx0" brushRef="#br0" timeOffset="68751.397">14303 5673 8896 0,'0'0'3241'0,"0"0"-1673"0,0 0-1020 0,0 0 236 15,0 0 428-15,0 0-56 16,0 0-312-16,0 0-376 0,0 0-12 15,0 0-4-15,63-6-84 0,-46 6-160 0,3-3-200 16,3 0-8-16,-2-1-60 16,-1 1-200-16,-5-3-340 0,5 3-308 0,-4-3-108 15,0-1-360-15,-8 1-1332 0,5-4-3825 0</inkml:trace>
  <inkml:trace contextRef="#ctx0" brushRef="#br0" timeOffset="68968.555">14673 5407 10064 0,'0'0'2813'0,"0"0"-1373"0,0 0-884 16,0 0-40-16,0 0 288 0,0 0 472 16,0 0-448-16,0 0-480 0,0 89-228 15,-4-64-68-15,4 7 4 0,-7-4-56 16,3 1-60-16,4 0-52 0,-4-1-272 15,4-3-320-15,0 0-328 0,0-6-376 16,4-2-1008-16,4-4-2609 0</inkml:trace>
  <inkml:trace contextRef="#ctx0" brushRef="#br0" timeOffset="69500.863">13904 5880 9128 0,'0'0'2517'0,"0"0"-1097"15,0 0-568-15,0 0 48 0,0 0 144 16,0 0-164-16,0 0-292 0,0 0-156 16,0 0 100-16,0 0-100 0,76 23-124 0,-51-17-40 15,-1-4-120-15,3 4 0 16,-3 1-24-16,4 0 20 0,0-2-8 16,4-1-76-16,0-4 28 0,3 0-80 0,10 0 40 15,-6 0-36-15,8-6 60 0,6-4-64 16,-1 1-8-16,4 3 4 0,-9-5-4 15,1 2-24-15,-4 0-108 0,-9 2-100 16,2 1-76 0,-10 3-196-16,-7 0-160 0,4 3-40 0,-8-4-92 0,-4 4-620 15,0 0-1120-15,-4 0-2217 0,-4 0-2479 0</inkml:trace>
  <inkml:trace contextRef="#ctx0" brushRef="#br0" timeOffset="69948.999">15028 5484 10052 0,'0'0'2969'0,"0"0"-1529"16,0 0-356 0,0 0 196-16,0 0-24 0,0 0-248 0,0 0-332 15,0 0-272-15,92 69-76 0,-72-56-60 16,3-4-96-16,2 1-52 0,-1-1 4 15,0-5-40-15,-5 1-36 0,1-1 0 0,-8 2 40 16,-3-3 32-16,-2 1-24 0,-7 2-44 16,0-3-40-16,0 7-4 0,-7-1 149 0,-10 0 27 15,-3 7-100-15,-3 0-84 0,-5 0-12 16,-4 1-124-16,4 1-45 16,0-2-27-16,0-4-144 0,4 1-124 0,5-3-72 15,2-1 12-15,6-5-92 0,7-1-148 16,-1 0-424-16,5-3-760 0,0 0-772 15,5-3-2633-15</inkml:trace>
  <inkml:trace contextRef="#ctx0" brushRef="#br0" timeOffset="70587.252">15622 5509 9804 0,'0'0'2269'0,"0"0"-1029"0,0 0 40 16,0 0 232-16,0 0 64 0,0 0-280 0,0 0-488 16,0 0-320-16,0 0-108 0,0 0-76 15,0 0-120-15,-40 25-76 0,32-6 40 16,0 3 20-16,0 3 16 0,0 1 45 16,4-4-21-16,1 0-28 0,3-3-32 15,0-3-76-15,0-6-64 0,0 3 76 16,3-7-36-16,1-4-40 0,4 2 40 0,0-4-48 15,0 0 220-15,4-4-16 16,4-4-68-16,0-3-136 0,4-3-120 16,-1-5-36-16,6-4-52 0,-5 4 28 0,-1-3-64 15,-2 0 16-15,-1 2 44 16,-4 3 40-16,-1-1-1 0,-7 3 9 16,5 2 124-16,-9 1 8 0,0-2 4 0,-4 4 0 15,-5-2-8-15,-2-1-88 0,-6 4 24 16,2 2-40-16,-6 4-92 0,2 0-16 15,-9 3-184-15,0 0-340 0,0 6-364 16,0 4-736-16,4-4-1992 0,-12 7-2281 0</inkml:trace>
  <inkml:trace contextRef="#ctx0" brushRef="#br0" timeOffset="71586.219">16096 6585 5348 0,'0'0'1708'16,"0"0"-448"-16,0 0 692 0,0 0-751 15,0 0-241-15,0 0-52 0,-91-74 8 0,71 66-32 16,-1 1-168-16,6 3-36 16,-5-2-104-16,0 6-20 0,0 0 140 15,0 10-132-15,0 3-96 0,-4 6-16 0,0 9-60 16,-4 7 12-16,4 9-16 0,1 5 64 16,3 1-3-16,-1-6-73 15,10-3-244-15,-1-8-44 0,7-15-88 0,5-4-60 31,5-9-112-31,11-5-44 0,0-3 20 0,7-10-169 0,5-1 97 16,4-10-48-16,0-1 36 0,-4-3 12 0,0 2 84 16,-4 1 36-16,0 3 76 0,-5 5 64 0,-2 5 0 0,-2 9 0 15,-2 3-4-15,2 0 12 16,-2 12 304-16,-2 10 28 0,6 3-76 16,-6 8-64-16,1 5-44 0,0 0-4 15,0 3 28-15,-4 1 60 0,-3-1-15 16,-5 3-45-16,0 4 32 0,0 0 16 15,-13-1-40-15,-2-3 16 0,-2 1 8 0,2-7 12 16,-2-4 136-16,-3-4 36 0,5-5-196 16,-2-6-96-16,6-3-84 0,-1-10-12 15,3-2-8-15,2-4-88 0,-1 0-156 16,0-7-76-16,-4-6 36 0,4-2 16 16,-4-4-4-16,4-10-8 0,-4-2-76 15,4-5 24-15,0-2 71 0,-4-3-131 16,4-4 96-16,0-2-88 0,4 3-180 15,4 2-140-15,0 4-436 0,12 0-492 16,4 7-756-16,-4 5-1633 0,12-6-1791 0</inkml:trace>
  <inkml:trace contextRef="#ctx0" brushRef="#br0" timeOffset="71815.006">16570 6334 10616 0,'0'0'2849'16,"0"0"-585"-16,0 0-588 0,-11 73-216 16,2-41-28-16,1 9-212 0,4 1-311 15,1-1-193-15,3-4-172 0,0-2-132 0,11 0-256 16,5-6-100-16,4-4-56 16,4-8-96-16,0-5-84 0,4-6-196 15,4-6-180-15,0-6-196 0,0-11-181 0,-1-4-435 16,-3 5-1476-16,0-16-4173 0</inkml:trace>
  <inkml:trace contextRef="#ctx0" brushRef="#br0" timeOffset="71970.35">16980 6413 8688 0,'0'0'4981'0,"0"0"-2997"15,-4 67-132-15,8-42 220 0,5 6-204 16,3-4-267-16,-1-5-769 15,9-7-588-15,-3-2-244 0,6-7-328 16,1-6-540-16,4 0-200 0,0-9-161 0,4-7-855 0,-8 0-3024 16,4-6-3977-16</inkml:trace>
  <inkml:trace contextRef="#ctx0" brushRef="#br0" timeOffset="72132.979">17136 6394 10544 0,'0'0'2581'0,"0"0"-1309"0,-96 51 188 0,57-23 80 15,-10 14 56-15,2 2-272 0,-1 1-412 16,0-4-243-16,13-2-221 0,3-12-312 16,12-4-136-16,3-4-352 0,10-6-513 0,3-7-255 15,4-3-440-15,7-3-2228 16,14-12-3561-16</inkml:trace>
  <inkml:trace contextRef="#ctx0" brushRef="#br0" timeOffset="72333.001">17435 6315 11881 0,'0'0'2056'16,"0"0"-856"-16,0 0-52 0,39 70 120 0,-30-42 204 15,-5 1-188-15,0-1-440 0,-4 5-360 16,0-2-263-16,0-2-129 16,-12 2-92-16,0 4-48 0,-9 0-121 0,-2 0-183 15,-5 2-224-15,-4-1-204 0,0-1 8 16,-3-4 8-16,-6 1-112 15,-2 1-368-15,-5-2-712 0,12-9-1004 0,-24 10-2685 0</inkml:trace>
  <inkml:trace contextRef="#ctx0" brushRef="#br0" timeOffset="79416.366">18148 6394 5860 0,'0'0'68'0,"0"0"2972"15,0 0-1852-15,0 0-79 16,0 0 251-16,0 0 20 0,0 0-292 0,0 0-136 15,-4-19-196-15,24 16-72 0,4-6 72 16,12 2-128-16,0-2-124 0,-1 2-112 16,1 1-112-16,0 3-120 0,0 0-100 0,-4-1-60 15,0-3-12-15,0 5-36 16,0-4-76-16,-9 0-292 0,1-1-196 0,-7 0-188 16,-2-2-280-16,-3 2-584 0,-4 4-1472 15,-4-10-3557-15</inkml:trace>
  <inkml:trace contextRef="#ctx0" brushRef="#br0" timeOffset="79634.303">18490 5947 5336 0,'0'0'5376'0,"0"0"-4371"0,0 0-377 0,0 0 164 15,-28 63 620-15,24-38-116 16,1 4-240-16,3 3-336 0,0 3-276 0,-4 6-84 15,4 3-136-15,-8 4-92 0,4 5-128 16,-5 2-4-16,2-1-12 0,3-3-492 0,0-4-140 16,0-5-40-16,4-8-132 15,4-2-24-15,4-5-348 0,4-2-572 16,4-10-1077-16,-9-3-2591 0</inkml:trace>
  <inkml:trace contextRef="#ctx0" brushRef="#br0" timeOffset="80486.674">19809 5903 236 0,'0'0'9532'0,"0"0"-8343"0,0 0-365 16,0 0-144-16,0 0 352 0,0 0 136 15,0 0-132-15,0 0-144 0,0 0-308 16,0 0-196-16,0 0-68 0,-71 14-48 16,54 5-36-16,6 4 36 0,-1 6-76 15,0 5 24-15,8 8-48 0,0 5 76 0,0 5-40 16,4-5-100-16,0 4-60 0,4-3-48 15,0-4-48-15,4-6-72 0,0-3-200 16,4-2-100-16,-1-8 40 0,6-6-312 0,3-7-212 16,3-5-216-16,1-7-668 0,-7 0-1248 15,11-5-3277-15</inkml:trace>
  <inkml:trace contextRef="#ctx0" brushRef="#br0" timeOffset="80832.069">20367 6022 5792 0,'0'0'2692'15,"0"0"-264"-15,0 0-1011 0,0 0-13 0,0 0 240 16,0 0-200-16,0 0-460 0,0 0-456 15,0 0-204-15,0 0-92 16,-88-6-24-16,73 19 40 0,-2 9-76 0,2 7-52 16,3 2 64-16,0 5 0 0,4 2 0 15,0-1-48-15,8 2-16 0,0-8-36 16,0 1-20-16,8-6-64 0,0-4-52 16,4-3-68-16,4-3 36 0,4-4-52 15,-1-2-72-15,5-4-332 0,1-2-256 16,-1-4-84-16,4 0-124 0,0-7-680 0,-5 1-1436 15,-3-3-3181-15</inkml:trace>
  <inkml:trace contextRef="#ctx0" brushRef="#br0" timeOffset="81001.29">20651 6178 1228 0,'0'0'8196'0,"0"0"-6335"16,0 0-53-16,0 0 108 0,0 0-156 0,0 0-272 15,79 26-392-15,-55-23-352 16,4-3-240-16,4 0-260 0,3 0-204 0,-3-10-40 16,4 1-220-16,-4-1-344 0,0-2-328 15,3-1-340-15,2 0-604 0,-14 1-1992 16,9-5-2257-16</inkml:trace>
  <inkml:trace contextRef="#ctx0" brushRef="#br0" timeOffset="81381.983">21392 5950 4420 0,'0'0'1172'0,"0"0"2616"0,0 0-2648 16,0 0-327-16,0 0 559 0,0 0 244 0,0 0-280 15,0 0-480-15,0 0-332 0,0 0-64 16,0 0 84-16,7-3 112 0,-7 3-200 15,0 0-76-15,0 0-28 0,-3 0 16 16,-1 0-148-16,-5 0-172 0,1 0-48 16,1 0 0-16,-6 3 0 0,1 0-48 0,5 0 40 15,-6 4 8-15,5 2 68 16,-3 0 104-16,2 1-24 0,-2 3-40 0,3 3-24 16,0-1 28-16,-4 7 8 0,4 1 28 15,0 0-52-15,-1 2 24 0,9 3-44 16,0-3-16-16,0 1 13 15,9-1-73-15,3 0 0 0,4-2-9 0,3 0-63 16,2-9 64-16,3 0-80 0,4-5-80 16,-5-6-284-16,9-3-108 0,0-3-184 0,-1-3-140 15,6-11-660-15,-14 5-1260 0,9-9-3113 16</inkml:trace>
  <inkml:trace contextRef="#ctx0" brushRef="#br0" timeOffset="81626.176">21794 5940 888 0,'0'0'8520'0,"0"0"-6531"0,0 0-733 16,0 0 400-16,79 54-44 16,-59-35-172-16,1 3-340 0,-2 0-372 0,1 5-240 0,-4-2-180 15,-4 2-148-15,0 3-40 16,-5 1-56-16,-7 1-56 0,0-4-8 15,0 4-44-15,-7-4-212 0,-1-2-36 16,-8-3-152-16,4-1-72 0,-4-10 24 0,4 1-52 16,-3-4-76-16,2-5-192 0,-2-4-572 15,2-4-1404-15,2 1-3329 0</inkml:trace>
  <inkml:trace contextRef="#ctx0" brushRef="#br0" timeOffset="82233.379">22216 5257 6248 0,'0'0'2340'0,"0"0"581"16,0 0-1385-16,0 0-316 0,0 0 220 15,91-6-188-15,-78 16-280 0,-2 6-84 0,-7 5-116 16,0 9-76-16,-4 3-120 0,0 3-4 16,-4 2-184-16,-3-3-231 15,-1 0-81-15,-1-6-76 0,1-2-132 0,5-7 35 16,-1-1-171-16,4-6-84 0,0-6-24 15,0-4-28-15,0 0-24 0,0-3 72 16,0 0 112-16,0 0 124 0,0-3 120 0,4-4 0 16,7-2 0-16,-2-4-60 15,6-9-40-15,2 3-32 0,-2-6-28 16,2 0 36-16,-2 1 36 0,1 2-32 0,0 3 120 16,-4 7 0-16,-4 2 52 15,0 4 168-15,1 6-24 0,-2 0-48 16,-3 0 0-16,0 0 112 0,0 0-16 0,3 3 72 15,-7 0 16-15,5 4-28 0,-1-1 0 16,0 0-72-16,0 1 12 0,0 2-64 0,-4-3-68 16,4 4-27-16,-1 0-37 15,6-1-48-15,-5-3 0 0,0 5-4 16,4-3-8-16,-1-2-73 0,2 1 1 0,-1 0 32 16,-1-4 4-16,1 3-36 0,5-3-112 15,-6 1-32-15,5-4 20 0,-3 0 36 16,-2 3 28-16,1 0-52 0,0 0-48 15,1 0-52-15,-6 6 52 0,1 1 60 16,0 3-36-16,-4-1-52 0,0 1-60 16,0 3-160-16,0-3-512 0,0-1-1600 0,0-5-3949 15</inkml:trace>
  <inkml:trace contextRef="#ctx0" brushRef="#br0" timeOffset="83068.916">22997 5347 132 0,'0'0'9764'0,"0"0"-7487"0,0 0-757 0,0 0-276 16,0 0-188-16,0 0-192 15,79 34-152-15,-58-24-244 0,-1 0-172 0,-1-4-48 16,1 3-24-16,-4 1-68 0,0-4-32 0,-4 0-76 16,-3 4-36-16,-2-4 72 15,1 1-24-15,-8-1-56 0,0 0-4 0,0 5 64 16,-12 1 96-16,-4 1-40 0,-3 2-120 16,-2 1-36-16,-3-3-184 0,0 2-148 15,1-2-188-15,3-3-172 0,3-3-104 16,2-2-260-16,7 2-664 0,-1-7-1264 15,6 0-2777-15</inkml:trace>
  <inkml:trace contextRef="#ctx0" brushRef="#br0" timeOffset="83835.494">23555 5361 2980 0,'0'0'896'15,"0"0"2128"-15,0 0-936 0,0 0-432 0,0 0-99 16,0 0 163-16,0 0-200 15,0 0-400-15,0 0-484 0,0 0-340 0,0 24-84 16,-4-15 144-16,4 4 64 0,-4-4-84 16,-1 4-20-16,5-4-128 0,0-2-56 15,0-1 4-15,0 0-12 0,0-2-76 16,0-1-48-16,0 0-4 0,0 0-44 0,5 0 44 16,-5 1-48-16,4-4 44 0,-4 2-64 15,4-2 64-15,-4 0-4 0,4 5-64 16,-4-5-32-16,4 0-16 0,-4 0 64 15,3 0 8-15,1 0 44 0,0-5-52 16,1-1 0-16,3 0-16 0,-1-4-60 0,6 1-24 16,-5-1 12-16,-1-2 76 15,1 2 68-15,-4-3-4 0,-4 1 8 16,5-1 12-16,-5 1 136 0,0 2 0 16,-5 1-100-16,-3-4-48 0,1 3-124 15,-1-3-72-15,-1 7-88 0,1-3-48 16,1 5-52-16,-1 1-76 0,-5 3-92 0,2 0-252 15,-6 7-420-15,-2 2-700 0,-1 7-753 16,0-6-2191-16</inkml:trace>
  <inkml:trace contextRef="#ctx0" brushRef="#br0" timeOffset="84427.602">22563 5486 756 0,'0'0'876'0,"0"0"1652"0,0 0 1648 0,0 0-2480 16,0 0-291-16,0 0-365 0,0 0-120 16,0 0-32-16,0 0-152 0,0 0-208 0,-5 73-200 15,5-57-28-15,0 3-32 16,0-6-56-16,0 3-88 0,0-7-124 16,0 1-60-16,0-7-100 0,5 3-460 0,-1-3-284 15,4 0-668-15,-5 1-1393 16,1-4-4479-16,0 0 4404 0</inkml:trace>
  <inkml:trace contextRef="#ctx0" brushRef="#br0" timeOffset="85188.787">24893 6311 2880 0,'0'0'300'0,"0"0"5652"0,0 0-4480 0,0 0-235 16,-95-6 31-16,71 16 80 0,-3 6-88 16,-1 6-168-16,-4 10-208 0,4 9-96 15,0 3-184-15,0 3-40 0,4 2-72 16,3-11-212-16,10-7-204 0,3-5-76 15,8-14-108-15,0-1-76 0,4-9 24 16,11-2 100-16,2 0-88 0,7-13-144 0,8-1-16 16,-4-10-108-16,4-4-4 0,-1 2 124 15,-3-2 72-15,-8 6 136 0,-4 6 16 16,0 6-28-16,-4 4-148 0,0 6 0 16,-1 6 248-16,-2 11 296 15,2 2 116-15,2 9-44 0,-5 3-180 16,-1 4 132-16,-3 7-36 0,-4-4-4 0,0 3 16 15,0 0-76-15,-11 4 36 0,-6-3-24 0,-2 2 12 16,-1-6 0-16,0-4 88 0,-4-5 152 16,4-4-47-16,4-5-109 0,0-8-108 15,4-2-88-15,0-7 0 0,1-3-132 0,-2 0-204 16,1-10-208-16,-4-2-37 16,1-6-3-16,3-9-216 0,3-1-140 15,-2-7-208-15,7-10-272 0,0-9-436 0,-1-6-920 16,1 13-2397-16,-3-43-2847 0</inkml:trace>
  <inkml:trace contextRef="#ctx0" brushRef="#br0" timeOffset="85410.21">25149 5740 4972 0,'0'0'376'0,"0"0"5797"0,0 0-3897 16,0 0-480-16,0 0-56 0,0 0-308 15,0 0-412-15,0 0-396 16,0 0-416-16,0 0-160 0,11-16-44 0,-11 42 156 16,0 12 96-16,0 3-76 0,-3 7-84 15,-1-1-96-15,0 1-68 0,-1 0-112 16,1-1-444-16,0-3-184 0,0-2-184 0,1-7-504 16,3-7-1460-16,0-9-3517 15</inkml:trace>
  <inkml:trace contextRef="#ctx0" brushRef="#br0" timeOffset="85599.487">25495 6109 3696 0,'0'0'7721'0,"0"0"-6133"16,-28 72-176-16,17-37 632 0,-2 3-36 15,5 0-496-15,1-6-536 0,3-3-512 0,-1-1-440 16,5-9-24-16,5 0-172 0,6-6-472 15,1-3-88-15,8-4-32 0,1-2-120 16,2-4-620-16,1-10-1536 0,-8 3-3121 16</inkml:trace>
  <inkml:trace contextRef="#ctx0" brushRef="#br0" timeOffset="85754.866">25722 6188 444 0,'0'0'8084'0,"0"0"-5643"16,0 0-629-16,0 0 248 0,0 0-24 0,84 51-452 15,-56-29-184-15,0 1-372 16,0-4-372-16,0-5-267 0,4 3-337 16,0-8-52-16,-1 1-84 0,1-10-501 0,0 0-339 15,4-3-240-15,-12-7-960 16,8-6-3752-16</inkml:trace>
  <inkml:trace contextRef="#ctx0" brushRef="#br0" timeOffset="85916.181">26081 6103 3664 0,'0'0'4252'0,"0"0"713"16,-92 33-3653-16,57-6 492 0,-6 4 180 16,1 1-188-16,1 3-464 15,3 0-311-15,4-7-429 0,4-5-448 0,8-4-144 16,5-7-508-16,2-2-377 0,13-7-235 16,0 0-388-16,4-3-896 0,12-6-1456 15,-4-4-1553-15</inkml:trace>
  <inkml:trace contextRef="#ctx0" brushRef="#br0" timeOffset="86061.311">26180 6039 5348 0,'0'0'2552'0,"0"0"2233"0,0 0-3469 0,92 3-292 15,-72 6 236-15,0 7-100 0,-4 3-12 16,-4 4-80-16,-4-1-332 16,0 3-152-16,-8 4-84 0,0-1-232 0,-4 7-268 0,-8 3-112 15,-13-2-556-15,2 1-272 16,-9 1-200-16,-3 0-220 0,-6 0-904 15,13-8-2837-15,-32 10-3879 0</inkml:trace>
  <inkml:trace contextRef="#ctx0" brushRef="#br0" timeOffset="86786.204">8148 8093 4788 0,'0'0'4748'0,"0"0"-2219"15,83-19-1101-15,-47 16 20 0,8 0 400 0,-5 3-212 16,6 0-492-16,-6 0-252 16,-3 0-184-16,4 0-272 0,0-7-216 15,-4 0-135-15,0-2-85 0,-1-4-137 0,-3 5-507 16,-4-6-236-16,-8 1-112 16,-4 4-300-16,-8 6-1020 0,-8 0-2340 0,0 6-1949 15</inkml:trace>
  <inkml:trace contextRef="#ctx0" brushRef="#br0" timeOffset="86951.912">8406 8264 2700 0,'0'0'1328'0,"0"0"2932"0,0 0-1852 0,0 0-339 0,0 0-265 16,4 77-112-16,13-68-212 0,6-3-208 16,5-2-352-16,4-4-372 0,3-4-244 15,10-5-132-15,-6-10-172 0,10-3-112 16,-2-4-500-16,9-3-232 0,0-5-252 0,-13 8-980 15,26-15-3841-15</inkml:trace>
  <inkml:trace contextRef="#ctx0" brushRef="#br0" timeOffset="87249.037">9566 7975 8596 0,'0'0'5989'16,"0"0"-4729"-16,-12 86 20 0,8-48 560 0,4-1 108 15,0-1-331-15,0-7-649 0,11-6-692 16,6-4-268-16,3-7-4 0,8-6-4 0,-1-6-8 16,5 0-64-16,5-10-72 15,-6-5-88-15,5-4-80 0,-4-7-76 16,-4 1 36-16,-4-5 96 0,-5 2 27 0,-6 0 9 16,-5 2 88-16,-8 4 8 0,0 0 52 15,-13 0 72-15,-6 3 12 16,-9-3-12-16,-4 3-84 0,-4-1-40 0,-4 8-68 15,0 2 104-15,1 4-116 0,-1 6 8 16,-1 3-24-16,10 10 72 0,3 2-12 16,0 5-96-16,8 2-28 0,8-3-404 0,4 0-748 15,8-6-1440-15,0 2-3701 0</inkml:trace>
  <inkml:trace contextRef="#ctx0" brushRef="#br0" timeOffset="87442.325">10435 8061 13389 0,'0'0'5236'0,"0"0"-4116"0,0 0-132 0,0 0 133 16,0 0-453-16,0 0-88 0,84 35-36 16,-57-35-340-16,9-6-128 0,0-8-76 15,7-1-228-15,-3-3-520 0,-3-6-369 16,-2 2-271-16,-3 0-1032 0,-13 7-3124 15,-2-11-4837-15</inkml:trace>
  <inkml:trace contextRef="#ctx0" brushRef="#br0" timeOffset="87612.652">10618 7845 5032 0,'0'0'5484'0,"0"0"-2727"0,-28 83-1333 0,20-48-368 16,0 9 348-16,0 3-4 0,0-2-124 15,4-3-516-15,4-1-492 0,0-6-268 16,4-7-232-16,8-2-564 0,4-10-172 16,3-6-204-16,5-8-892 0,8-4-2861 15,-11-8-5287-15</inkml:trace>
  <inkml:trace contextRef="#ctx0" brushRef="#br0" timeOffset="87888.817">11140 8156 6716 0,'0'0'9681'0,"0"0"-8113"0,-24 89-756 0,20-63 256 16,4-4-224-16,4-7-100 0,11-5-151 0,5-6-337 15,8-4-124-15,4-10-120 16,4-5-12-16,5-11-424 0,-6 0-73 0,1-6 9 16,-4 1 0-16,-4 2 112 0,-4 1 144 15,-9 2 96-15,-7 1 64 0,-4 2 72 16,-4-2 0-16,-12 3 104 0,-8 3 20 15,-7-3-116-15,-1 6 136 0,-4 0-144 0,0 7-56 16,1 2 48-16,-2 7-112 0,6 0-16 16,-1 13 0-16,0 2 4 15,4 5-200-15,-4-1-52 0,4 3-144 0,4-2-440 0,0-1-1012 16,8-8-2092-16,-8 9-2497 16</inkml:trace>
  <inkml:trace contextRef="#ctx0" brushRef="#br0" timeOffset="88091.312">11896 8045 11521 0,'0'0'8348'0,"0"0"-6944"0,0 0-675 15,0 0-181-15,0 0-308 0,0 0 136 0,84 26 72 16,-52-26-220-16,4-10-228 0,0-2-156 15,4-1-520-15,-4-4-392 0,-4 5-245 16,-1-4-1019-16,-10 7-2992 0,-6-1-3165 0</inkml:trace>
  <inkml:trace contextRef="#ctx0" brushRef="#br0" timeOffset="88234.883">12024 8243 8732 0,'0'0'7973'0,"0"0"-5721"16,0 0-1160-16,0 0-164 0,0 0-416 15,0 0-87-15,0 0-49 0,0 0-144 16,0 0-232-16,84 18-136 0,-56-41-761 0,3-2-371 16,5-3-364-16,-12 9-2392 15,12-11-3725-15</inkml:trace>
  <inkml:trace contextRef="#ctx0" brushRef="#br0" timeOffset="88498.534">12701 8083 7020 0,'0'0'6637'0,"0"0"-4629"0,-27 86-628 16,15-51 488-16,0 4-324 0,3-6-228 0,5 3-359 16,4-10-425-16,9-4-288 0,3-7-204 15,8-5-40-15,8-7-120 0,4-3-268 16,7-6-84-16,5-10-88 16,4-9-85-16,-1-4 125 0,1 0 104 0,-4-5 208 15,-4 2 208-15,-8 0 100 0,-4 0 8 16,-12 4 112-16,-12-1 48 0,-4 4-36 0,-16 3 84 15,-8-1-48-15,-4 10-75 16,-8 7-153-16,-8 6-40 0,-3 0-133 16,-9 17-63-16,-8 2-376 0,-4 2-232 0,-3 5-432 15,15-5-1736-15,-24 11-3961 16</inkml:trace>
  <inkml:trace contextRef="#ctx0" brushRef="#br0" timeOffset="122875.298">3267 10112 12197 0,'0'0'2696'0,"0"0"-1640"0,0 0-464 16,0 0-464-16,0 0 108 0,0 0 284 15,0 0 76-15,91-25-100 16,-43 14-80-16,4 6-32 0,7-4 20 0,5 2-40 15,-4 1-144-15,0 0-12 0,0-1-184 16,-4-3-24-16,-9 1-12 0,1-1-48 16,-5-3-72-16,-6 1-312 0,-5-1-252 0,-4 1-264 15,-9 2-332-15,-2 3-844 0,-10 1-2009 16,-7 6-1899-16</inkml:trace>
  <inkml:trace contextRef="#ctx0" brushRef="#br0" timeOffset="123067.493">3721 10043 652 0,'0'0'7720'16,"0"0"-4811"-16,0 66-2025 0,8-28-372 16,3 14 548-16,2 7 220 15,-2 1 4-15,-3 7-336 0,1-1-168 0,-1 1-160 16,-5-3-276-16,-3 0-148 0,0-4-196 0,0-7 0 16,0-5-64-16,-3-4-252 15,-5-12-168-15,-1 0-156 0,1-3-132 16,-3-7-168-16,-2 4-612 0,-2-7-984 0,3-4-2417 15,-12 2-1859-15</inkml:trace>
  <inkml:trace contextRef="#ctx0" brushRef="#br0" timeOffset="123234.221">3394 11046 7704 0,'0'0'2384'0,"0"0"-1311"0,0 0 147 0,88 35 384 15,-53-23-400-15,6 1-188 16,-1-4-88-16,-1-2-72 0,5-7-176 0,0 0-216 0,-1 0-156 15,6-10-112-15,-6-2-196 16,5-5-24-16,-1-1-60 0,2-4-456 16,-1-3-472-16,-1-1-480 0,-11 3-1528 0,8-9-3497 15</inkml:trace>
  <inkml:trace contextRef="#ctx0" brushRef="#br0" timeOffset="123413.494">4518 10643 8340 0,'0'0'5661'0,"0"0"-4993"0,0 0-100 16,0 0 644-16,99 69 20 0,-74-63-468 15,-2-2-504-15,1-4-212 0,4-13 88 16,7-3-112-16,1-12-24 0,5-5-948 0,-6-7-632 16,-7 7-1072-16,4-20-3469 0</inkml:trace>
  <inkml:trace contextRef="#ctx0" brushRef="#br0" timeOffset="123831.533">4721 10093 6856 0,'0'0'7293'16,"0"0"-6169"-16,-25 73-796 16,22-40 248-16,-1 4 424 0,4 1 204 0,0 0-172 15,0 3-348-15,0 7-256 0,7 0-136 16,6 3-108-16,2 2-84 0,2 1-52 15,-2 4 0-15,2-5-40 0,-2 1-8 0,2 0 0 16,-6 3 0-16,6 1 0 16,-2 0 4-16,-2 1 0 0,2-2-4 15,-2-3 4-15,-6-3 0 0,1 0 4 0,1-7 40 16,-9-2 24-16,0-4-60 0,0-3 64 16,-5 0-4-16,-3-4 12 15,-3 1-36-15,-10-3-44 0,1-3 4 0,-3-1 56 0,-9-7 8 16,0 2-60-16,0-8-12 15,-4-5-12-15,-4-1-148 0,1-6-32 16,-1-3-16-16,-1-7 88 0,6 1-40 0,3-1 40 16,8 1 120-16,4 2 64 0,8 2 20 15,0 1-84-15,9-2-48 16,-1 2 0-16,-1-3 36 0,5 2-52 0,0-9-92 16,0 0-88-16,0-3 48 0,9-5 72 15,-2-3 16-15,1-4-16 0,4 4-292 16,0-3-160-16,3-1-212 0,-2 0-532 15,2 0-1120-15,2 7-2761 0,-6-16-3910 16</inkml:trace>
  <inkml:trace contextRef="#ctx0" brushRef="#br0" timeOffset="125000.211">7267 10404 4820 0,'0'0'5816'0,"0"0"-4647"0,0 0-385 15,-43-63 248-15,26 44-4 0,2 3-8 16,-2 0-12-16,1 2-88 0,4 9-228 15,-3 2-272-15,2 3-124 0,2 0-64 0,-6 3-12 16,6 9-96-16,-10 5 0 0,6 8-28 16,-5 7 28-16,-1 5-4 0,6 5-120 0,-1 3 12 15,0 5-12-15,4 1 12 16,0-1-12-16,4 1 100 0,5-3-100 16,3-1-4-16,0-1-4 0,11-5-92 0,1-10 40 15,0-2 12-15,9-4 40 0,-2-6 8 16,1-3 4-16,4-2 8 15,-1-6 36-15,1-1-48 0,4-3 0 0,0-2-60 16,0-2 12-16,4-6 20 0,4-4-80 16,3-5 108-16,2-2-552 0,2-2-360 0,1 0-276 15,-4 0-732-15,-8 4-1300 0,4-2-3977 16</inkml:trace>
  <inkml:trace contextRef="#ctx0" brushRef="#br0" timeOffset="125619.32">8765 10506 8672 0,'0'0'4109'0,"0"0"-2901"0,0 0-448 16,0 0-128-16,0 0 84 0,0 0 300 15,0 0-88-15,0 0 12 0,0 0-192 16,27 70-248-16,-18-39-156 0,-5 5-76 0,0 2-112 15,-4-4-88-15,0-2-68 0,0-7-108 16,0-3 24-16,-4-5-40 16,0-8-340-16,0-3-232 0,-1-6-164 0,2 0-340 15,-5 0-840-15,0-2-2889 0,-8-15-4159 16</inkml:trace>
  <inkml:trace contextRef="#ctx0" brushRef="#br0" timeOffset="125781.303">8681 10236 8096 0,'0'0'5221'16,"0"0"-4369"-16,0 0-284 15,0 0 216-15,80-29 172 0,-56 21-456 16,4 1-452-16,0-3-48 0,3 4-684 0,5 2-564 16,0 1-732-16,-8 3-1169 0,12 0-5275 15</inkml:trace>
  <inkml:trace contextRef="#ctx0" brushRef="#br0" timeOffset="126057.64">9235 10357 5836 0,'0'0'2080'0,"0"0"856"0,-32 72-1483 0,20-46-213 15,-4 2 92-15,5 1-36 0,-6-7-156 16,10 1-336-16,-1-4-396 0,3-7-76 0,5-1-112 16,0-3-60-16,0-4-148 15,0 3-12-15,9-5 0 0,2 2 4 0,6-2 120 16,-2 1-40-16,2 0-76 0,6 1-4 15,-3 3 0-15,0-1 0 0,4 0 8 16,-4 1-12-16,4 2 0 0,-5 1-16 16,1 2 4-16,-3 1 12 0,2-1 60 15,-6 4 160-15,-2-3-160 0,-3-1-48 16,1 1 36-16,-9 0 4 0,0-4-40 16,0 1 48-16,-5 0-60 0,-3-4-180 15,0 0-272-15,1 0-76 0,-6 1-140 0,5-3-172 16,-3-1-388-16,2-3-1796 0,-2 0-2909 0</inkml:trace>
  <inkml:trace contextRef="#ctx0" brushRef="#br0" timeOffset="126614.124">10203 10353 1748 0,'0'0'7576'0,"0"0"-4739"15,0 0-1457-15,0 0-84 0,0 0 8 16,0 0-64-16,52 83-128 0,-52-51-212 16,0 0-300-16,-4 5-124 15,-3-2-120-15,-2 0-152 0,-3 1-20 0,5-8-180 16,3-6-4-16,-1-6-84 0,1-3-16 0,4-7 28 15,0-3-100-15,0-3 64 0,9-6 12 16,-2-10 88-16,5 0 4 0,4-9-56 16,-4 0-108-16,8-5-64 0,-8 5 72 15,4 6-24-15,0 0 36 16,0 6-24-16,-1 4 24 0,2 3 40 0,-2 6 96 16,-2 0 12-16,-5 0 88 0,3 6 84 0,-7 3 88 15,5 4-64-15,-5 0-4 16,3 2 44-16,-7-1-80 0,0 1-32 15,0-2-112-15,0-4-12 0,0 5-60 0,0-6-72 16,0 3-552-16,4-5-324 16,0-3-288-16,5-3-772 0,2-3-1148 0,1-7-2081 15,4-12-1558-15</inkml:trace>
  <inkml:trace contextRef="#ctx0" brushRef="#br0" timeOffset="126880.229">10785 10559 7176 0,'0'0'5841'0,"0"0"-4885"15,0 0-184-15,20 84 348 0,-12-62 260 0,0-4-20 16,0-8-328-16,0-3-468 0,4-7-196 16,4 0-140-16,-1-7-128 0,6-10-100 15,3-1-112-15,0-8-204 0,-5 1-12 0,5-4-152 16,-8 4 4-16,0 0 8 16,-4 3 112-16,-8 6-40 0,0 2 36 0,-4 9 60 15,-8-1 28-15,-8 3 272 0,-4 3 0 16,-8 0 52-16,0 0-40 15,-4 3 196-15,0 6 40 0,4 0 16 0,5 1-32 16,-1 0-96-16,8-4-136 0,0 0-24 16,9-3-332-16,-2-3-592 0,9 0-1012 15,0-6-2801-15,4-16-3571 0</inkml:trace>
  <inkml:trace contextRef="#ctx0" brushRef="#br0" timeOffset="127097.383">11470 9788 4652 0,'0'0'7245'0,"0"0"-4921"0,12 86-1352 16,-12-42-156-16,0 10 424 0,0 3 380 15,0 4-28-15,-3 2-592 16,-1 2-479-16,-1 0-253 0,1-1-148 16,4 0-120-16,-4-10-76 0,4-13-44 15,0-6-172-15,8-17 59 0,1-5 17 0,2-7-344 16,1-6-112-16,0 0-36 0,-4-9-276 15,0-3-704-15,-3-4-2132 0,-5-3-1597 16,0 6-2166-16,-9-13 7583 0</inkml:trace>
  <inkml:trace contextRef="#ctx0" brushRef="#br0" timeOffset="127240.864">11223 10268 1016 0,'0'0'10389'0,"0"0"-9121"15,0 0-988-15,0 0 552 0,0 0 544 0,0 0-4 16,88 15-128-16,-53-15-476 15,10-9-364-15,-2-1-168 0,2-5-224 16,2-2-12-16,-3 3-60 0,-4-3-172 16,-1 1-496-16,6 3-400 0,-10 0-540 0,-7 4-2720 15,8 3-5273-15</inkml:trace>
  <inkml:trace contextRef="#ctx0" brushRef="#br0" timeOffset="127935.788">13403 10432 6020 0,'0'0'3284'0,"0"0"-511"16,0 0-1177-16,0 0-696 0,0 0 136 0,-84-31-8 0,60 31-56 15,0 12-244-15,0 4-148 16,-4 10-112-16,4 6-52 0,5 6-36 16,-1 3-40-16,4 4-8 0,4-7-76 0,4-4-112 15,4-5-144-15,4-13-4 16,0-3-68-16,4-10-52 0,7-3 28 16,2 0 40-16,2-10 52 0,2-6-92 0,2-2-132 15,1-8-4-15,1 1 12 16,-6 0 60-16,5 0 48 0,-8 4 16 0,4 6-28 15,-8 5 4-15,4 4-40 0,-4 6-76 16,0 6 236-16,4 7 160 0,-4 3 172 16,4 6-12-16,-1 3-64 0,2 1-96 15,2-5 56-15,-2 3 28 0,2-9-36 16,-2-2-60-16,6-4-40 0,5-2-108 0,0-7-60 16,8 0-48-16,4-10-564 0,4-6-296 15,-5 1-212-15,6-5-444 0,-2-1-924 16,-11 8-2261-16,12-12-3955 0</inkml:trace>
  <inkml:trace contextRef="#ctx0" brushRef="#br0" timeOffset="128714.813">14355 10334 5368 0,'0'0'5508'0,"0"0"-3939"15,0 0-385-15,0 0-168 0,0 0 220 0,0 0-60 16,92 10-172-16,-81 15-260 0,2 7-244 16,-9 6-116-16,-1 4-80 0,-3 2-84 15,0-3-72-15,0-3-76 0,0-10-72 0,0-5-60 16,0-10-76-16,0-7-144 16,4-4-236-16,0-2 64 0,9-5 92 15,-2-8 52-15,6-2-48 0,-2-8-116 0,1-3 12 16,0-5-64-16,4 2 68 0,-4 1 132 15,0 3 224-15,-1-1 88 0,-2 7 8 16,2 7 4-16,-6 6 48 0,-1 6 40 16,0 2 76-16,-5 14 180 0,-3 3 40 15,0 2-60-15,0 9 28 0,0-2-44 16,-7-3 76-16,3 4 0 0,0-6 20 0,0-8-44 16,-1-5-276-16,5-3-84 15,0-7-84-15,0 0 80 0,5-7 0 0,3-3 0 16,0-9-4-16,8-3-260 15,-1-6-100-15,6-1-176 0,-2-3 84 16,1 7 236-16,4 0 64 0,0 5 60 0,-4 5 12 16,0 5 12-16,-5 8 0 0,2 2 76 15,-6 5 260-15,2 9 100 0,-5 0 24 16,-4 9-24-16,-1-2-16 0,1 6-20 0,-4-2 20 16,0 4 0-16,0-4-40 15,0 0-24-15,-4-3-60 0,4-5-220 16,-3-5-8-16,3-2-124 0,0-4-308 0,0-4-312 15,0 3-148-15,0-5-228 0,3 0-1044 16,6-7-2277-16,-5 1-2083 0,8-13 2812 16</inkml:trace>
  <inkml:trace contextRef="#ctx0" brushRef="#br0" timeOffset="129123.395">15160 10420 2856 0,'0'0'380'0,"0"0"1028"0,0 0 2612 0,0 0-2544 15,0 0-251-15,0 0 199 0,0 0-136 16,0 0-164-16,0 0-76 0,0 0-276 16,0 23-240-16,0-11 100 0,0 7 12 15,-4 3-116-15,0 4-112 16,0-4-112-16,4 0-132 0,0-6-168 0,0-4-4 15,0 1-12-15,0-9-72 0,0-2-52 16,4-2-60-16,4 0-24 0,-1-6 60 0,10-7-72 16,-6 1-64-16,6-4-96 0,-2-3-40 15,-2 6 36-15,-2 1 160 0,2 5 60 16,-2 4-48-16,-3 3 76 16,1 0 148-16,-5 6 172 0,3 7 64 0,-7 3 72 15,4 0 124-15,0 3-36 0,-4 0-76 16,0-2-108-16,0-3-28 0,4 0-76 15,0-5-108-15,1-2-104 0,-2-7-92 16,5 0-40-16,0 0-160 0,4-7-196 0,4-5-264 16,0-2-464-16,0-4-844 15,0 1-1005-15,3-11-1603 0</inkml:trace>
  <inkml:trace contextRef="#ctx0" brushRef="#br0" timeOffset="129347.864">15766 9788 8676 0,'0'0'1372'0,"0"0"-287"0,0 0 327 16,-4 86 332-16,0-42-228 0,4 7-176 16,-4 6-312-16,4 7-224 0,-5 5-180 0,1 8-280 15,-3-1-136-15,-1 4-196 16,-1-4-12-16,5-10-68 0,0-8-456 15,4-11-212-15,0-12-92 0,13-9-4 16,2-17-104-16,10-9-424 0,-1-6-1080 0,-5-7-2673 16</inkml:trace>
  <inkml:trace contextRef="#ctx0" brushRef="#br0" timeOffset="129572.861">16280 9893 6368 0,'0'0'6725'0,"0"0"-5913"16,0 0-264-16,-13 99 172 0,6-55 436 16,-1 7 340-16,-1 2-388 0,5 8-604 0,0 2-208 15,4 4-76-15,0 3-100 16,0-3-44-16,8-1 32 0,-3-8-108 16,7-11-156-16,-5-15-208 0,6-10-116 0,-2-9 76 15,6-10 32-15,2-3-72 16,1-9-260-16,0-8-280 0,4-4-416 15,-8-5-468-15,3-9-905 0,-6 3-1983 0</inkml:trace>
  <inkml:trace contextRef="#ctx0" brushRef="#br0" timeOffset="129825.753">15969 10229 1368 0,'0'0'8168'0,"0"0"-7132"15,0 0-832-15,0 0-60 0,0 0 677 16,0 0 399-16,0 0-100 0,0 0-212 16,0 0-188-16,83 26-52 0,-51-30-8 15,0-4-136-15,0 1-228 0,3 0-60 16,-2-2-76-16,-1 0-48 0,-5-1-52 16,6 3 4-16,-6 1-64 0,1 0-12 0,0 0-96 15,0-4-40-15,4 3-224 0,-4 1-148 16,3 3-92-16,-3-3 20 0,-4 2-236 15,4 1-320-15,-8 0-600 0,-8 3-1201 16,4 0-3271-16</inkml:trace>
  <inkml:trace contextRef="#ctx0" brushRef="#br0" timeOffset="133960.837">16841 10281 8400 0,'0'0'3281'0,"0"0"-1793"0,0 0-600 15,0 0-128-15,0 0 160 0,0 0 0 16,0 0-64-16,0 0-164 0,-35 95-196 16,35-60-176-16,0 5-64 0,0 2-44 0,0-1-116 15,0-3-20-15,0-3-76 0,0-10-144 16,3-8-200-16,1-8-336 0,0-9-96 15,4 0 4-15,1-12-132 0,-6-8-340 16,1 5-1188-16,-4-24-2497 0</inkml:trace>
  <inkml:trace contextRef="#ctx0" brushRef="#br0" timeOffset="134130.954">16778 9994 6504 0,'0'0'5853'0,"0"0"-4473"0,0 0-276 15,0 0 356-15,0 0-52 0,0 0-408 16,0 0-520-16,0 0-420 0,91 7-60 16,-71-7-468-16,4-2-408 0,0-3-392 0,4 3-604 15,-9-2-2593-15,5 4-3135 0</inkml:trace>
  <inkml:trace contextRef="#ctx0" brushRef="#br0" timeOffset="134372.616">17300 10322 10648 0,'0'0'5925'0,"0"0"-4917"16,0 98-848-16,-4-47-72 0,4 19 504 0,-5 7 332 16,1 11 324-1,0 7-616-15,0 7-460 0,4 2-64 0,0 8-108 16,0-5-8-16,0-2-272 0,-3-6-12 0,3-10 96 15,-4-19 0-15,4-20 52 16,0-18-28-16,0-13-12 0,0-16-244 16,0-6-160-16,0-16-188 0,-4-9-204 0,0-18-296 15,-1-10-540-15,1 11-1176 0,-7-43-2849 16</inkml:trace>
  <inkml:trace contextRef="#ctx0" brushRef="#br0" timeOffset="134564.805">17120 10451 3572 0,'0'0'2256'15,"0"0"3505"-15,0 0-3805 0,0 0-408 0,32-69-116 16,-12 59-148-16,0 7-300 0,8 3-160 16,-4 0-212-16,4 3-148 0,0 7-60 15,0 2-64-15,-5 5-60 0,-3-2-160 16,0 5-120-16,-8-1-40 0,-4-1-276 16,-5 2-208-16,2-5-256 0,-1-2-324 15,0-10-288-15,0-6-524 0,4-13-180 16,-1-16-232-16,2-5-1889 0,-1 2-1727 15</inkml:trace>
  <inkml:trace contextRef="#ctx0" brushRef="#br0" timeOffset="134966.831">17698 9737 5152 0,'0'0'168'0,"0"0"5593"0,0 0-4117 16,0 0-40-16,0 0-52 0,51 87-76 16,-47-37-240-16,-4 10-204 0,0 7-212 15,-4 6-136-15,0-3-52 0,-3 4-195 16,3-9-313-16,0-4-124 0,0-4-352 15,4-9-245-15,0-10-119 0,0-7 44 16,12-12 72-16,-1-3 48 0,6-10-312 16,7-6-452-16,4 0-272 0,-1 0-108 15,9 0 276-15,-9 0 492 0,6 7 231 0,-6 3 697 16,1-1 40-16,-7 0 785 0,-1 4 243 16,-1-7 80-16,-2 1 172 15,-2-7-88-15,1 0-252 0,-4-9-196 0,4-10-216 16,4-7-420-16,-4-3-24 0,-1-2-124 15,2-1-44-15,-6 1 44 16,-2-1 32-16,-5 6-32 0,-4 4-88 0,-4 6 88 16,-8 10 208-16,-4 6 60 0,-4 3 100 15,-8 12-24-15,0 14 24 0,0 7-24 16,0 5-40-16,1 6-72 0,3-2-24 0,4-3-40 16,8-5-168-16,3-8-48 15,9-11-160-15,0-1-216 0,13-11-152 0,2 0-36 16,9-6 196-16,4 0-28 0,4-6-324 15,8-4-400-15,0-3-936 0,11 1-520 16,-14 6 1643-16,27-10-3327 0</inkml:trace>
  <inkml:trace contextRef="#ctx0" brushRef="#br0" timeOffset="135334.821">19347 10363 9068 0,'0'0'6933'0,"0"0"-5285"16,0 0-1288-16,0 0 24 0,0 0 120 0,0 0 124 15,88 38 384-15,-72-19-388 0,-4 4-140 16,-4 5-19-16,-1-3-101 16,-7 4-208-16,0-4-60 0,0-3 24 0,0-6-112 15,0-5-8-15,5-6-60 0,-1-5-36 16,4 0 0-16,-1-12 84 16,10-4 12-16,2-10 84 0,5-12-84 0,8-6-156 15,0-6-124-15,0-2-60 0,-4 1-109 16,0 4-187-16,0 5-144 0,-4 10-288 15,0 7-512-15,-5 6-752 0,-6 9-2065 16,2 4-2559-16</inkml:trace>
  <inkml:trace contextRef="#ctx0" brushRef="#br0" timeOffset="135591.685">19913 10359 9168 0,'0'0'6873'0,"0"0"-5569"0,0 90-412 0,0-63 204 0,0 3-132 15,4-11-132-15,8-7-200 16,-4-8-367-16,12-4-201 0,0-7-64 0,8-9 0 15,8-9-244-15,0-10-245 0,3-3-227 16,1-6-16-16,-4 2-16 0,0 1 156 0,-8 6 124 16,-9 6 232-16,-6 7 200 15,-9 3 36-15,-4 3 220 0,-4 3 152 16,-13 7 168-16,-7 6 64 0,5 0-28 0,-5 13-100 16,0 6-76-16,0 3-84 0,1 7-84 15,-2-1-60-15,9 1-88 16,1-7-84-16,3-3-88 0,7-6-376 0,1-7-412 15,4 0-388-15,13-6-388 0,6-6-1108 16,-2 0-2321-16,14-19-3815 0</inkml:trace>
  <inkml:trace contextRef="#ctx0" brushRef="#br0" timeOffset="135824.22">20467 10303 7960 0,'0'0'7733'0,"0"0"-6281"0,0 0-832 15,12 79 480-15,-8-60 272 0,-4-7 4 16,7-1-127-16,-3-9-581 0,9-2-464 15,-2-2-96-15,6-11-100 0,2-6-8 16,1-4-188-16,1-2-152 0,-2-1-168 16,-6 4 12-16,-2 2 72 0,-7 8 131 15,-4 3 101-15,-4 3-4 0,-11 6 88 0,-6 0-4 16,-7 2 112-16,-3 5 8 16,-1 3 152-16,0-4 72 0,4 3-40 15,0-5-192-15,4-1-100 0,8-3-192 0,0 0-184 16,8-3-256-16,1-10-804 0,7-6-1028 15,0-7-1888-15,3 4-2161 0,13-26 2613 16</inkml:trace>
  <inkml:trace contextRef="#ctx0" brushRef="#br0" timeOffset="136057.19">21231 9449 3372 0,'0'0'11733'0,"0"0"-10285"0,21 88-1000 16,-21-40 60-16,-4 13 680 0,-13 5 660 15,6 10-119-15,-6 0-605 0,6 7-312 0,-1-1-172 16,4-2-220-16,8-4-252 16,0-3-168-16,5-9-108 0,6-14-192 15,4-9-196-15,10-8 124 0,3-11 32 0,0-9-8 16,0-7-52-16,-4-6-120 0,-5-6-28 16,-3-10-133-16,-8-6-463 15,-8-8-736-15,0-1-952 0,-11-4-1076 0,-10 0 703 16,6 4-951-16,-22-18 260 0</inkml:trace>
  <inkml:trace contextRef="#ctx0" brushRef="#br0" timeOffset="136183.335">21076 9975 1916 0,'0'0'1500'0,"0"0"5716"0,0 0-5099 16,0 0-637-16,0 0-104 15,0 0-248-15,0 0-56 0,0 0 100 16,0 0-84-16,0 0-292 0,60-28-188 0,-16 28-159 16,4 0-217-16,4 0-232 0,-4-3-84 0,-5-7-757 15,6 1-475 1,-6-1-664-16,-11 4-3044 0,11-7-4941 0</inkml:trace>
  <inkml:trace contextRef="#ctx0" brushRef="#br0" timeOffset="140375.301">2032 12539 1736 0,'0'0'10881'0,"0"0"-8705"0,0 0-1280 0,0 0-168 16,0 0 296-16,0 0 272 0,0 0-300 15,99 37-324-15,-55-27-208 0,7-5 168 16,5 1-71-16,4 1-213 0,-4-3-80 15,-4-4-220-15,-4 0-48 0,-4 0-4 16,-8-4-4-16,-5 2-64 0,-3-5-96 16,-4-2-220-16,-8 2-269 0,-4 0-235 15,-4 4-256-15,-4 0-704 0,-4 3-2188 0,-16 0-1457 16</inkml:trace>
  <inkml:trace contextRef="#ctx0" brushRef="#br0" timeOffset="140553.68">2226 12890 7824 0,'0'0'3237'0,"0"0"-1837"0,0 0-1172 0,0 0 628 0,0 0 528 16,81 54 176-16,-50-47-180 15,1-5-244-15,4-2-524 0,0-2-292 16,-1-10-236-16,-3-8-12 0,5 1-72 16,-5-10-240-16,-1 1-348 0,-3-7-372 0,-4-1-216 15,-4 3-932-15,-9 3-2953 16,-6-8-4627-16</inkml:trace>
  <inkml:trace contextRef="#ctx0" brushRef="#br0" timeOffset="140799.38">2470 12364 7564 0,'0'0'4853'0,"0"0"-4445"0,0 0 28 16,0 0 620-16,108-7 320 15,-69 7-324-15,5 3-32 0,0 1-104 0,3 4-216 16,2 6-124-16,-2-3-320 0,1 8-196 15,-8 1-60-15,-5 6-4 0,-2 2-80 16,-6 4-88-16,-7 3-48 0,-8 5 72 0,-3 6 140 16,-9 1-76-16,-4 7-124 0,-9-1 48 15,-6 2 152-15,-1-1 4 0,-4 0-8 16,-1-6-88-16,2-4-132 16,-1-6-140-16,4-6-344 0,1-10-516 0,-2-2-948 15,9-12-2565-15,-4-8-3271 0</inkml:trace>
  <inkml:trace contextRef="#ctx0" brushRef="#br0" timeOffset="141513.559">4765 13078 5956 0,'0'0'5865'0,"0"0"-4433"16,0 0-616-16,0 0 56 0,0 0-4 0,0 0-140 15,0 0-4-15,0 0 292 0,99-10 32 16,-55 4-280-16,8-1-304 0,0-2-192 15,4-4-188-15,-5 1-84 0,5-5 0 0,-4-1-4 16,-1-4-96-16,1-8-360 16,-3-1-176-16,-10-1-152 0,1-3-196 15,-8-4-572-15,-8 11-1592 0,-8-13-3785 0</inkml:trace>
  <inkml:trace contextRef="#ctx0" brushRef="#br0" timeOffset="141851.468">5250 12500 2916 0,'0'0'8261'0,"0"0"-7145"0,0 0-640 16,0 0 96-16,0 0-12 0,-43 89 136 15,43-55 216-15,0 8-44 0,8-1-208 0,4 6-164 16,4 4-60-16,4 1-28 0,0 1-136 16,3 4-28-16,-2 0-60 15,3-2-48-15,-9 1 12 0,5 1 48 0,1 1-100 0,-6-1-8 16,1 1-28-16,-4-6-52 15,-4 3-4-15,-1-4 4 0,-2-1 0 16,-1 1 52-16,-4-3-8 0,0-7 8 0,0-2-48 16,-9-4 112-16,2-7-64 0,-1-2 48 15,-4-8 40-15,0-5 292 16,0 0 20-16,-4-10-192 0,-3 0-84 0,-2-3-71 16,-3 0-113-16,-4-6-72 0,-4-4-185 15,-3-2-35 1,3-1 60-16,4-3-120 0,4 4 84 15,8 2-136-15,4 1 124 0,4 2-112 0,8 1-88 0,0-4-236 0,0 1-400 16,0-1-628-16,13-6-564 0,-9 4-649 16,11-14-2343-16</inkml:trace>
  <inkml:trace contextRef="#ctx0" brushRef="#br0" timeOffset="142347.05">6423 12722 4832 0,'0'0'1096'0,"0"0"2208"15,0 0-1860-15,0 0-195 0,0 0 275 16,0 0-16-16,0 0-208 0,0 0-268 16,0 0-336-16,0 0-104 0,0 0-124 15,-32 57-148-15,32-22-64 0,-5 9 52 0,5 7-76 16,0 4-48-16,9 2-52 16,-5 0-60-16,3-3-56 0,1-3-16 0,-4-11-52 15,5-5-92-15,-2-12-200 16,5-7-60-16,0-7-12 0,4-9-164 0,0 0-196 15,0-13-280-15,8-9-476 0,-4-9-752 16,-5 5-1985-16,6-16-3527 0</inkml:trace>
  <inkml:trace contextRef="#ctx0" brushRef="#br0" timeOffset="142507.94">6833 12827 3664 0,'0'0'8221'0,"0"0"-6661"0,0 0-912 16,63 82-4-16,-38-47 592 0,-10 4 16 0,1-1 24 15,-4-4-320-15,1-5-416 16,-6-1-288-16,5-8-252 16,-5-5-316-16,6-4-432 15,-1-9-164-15,0-2-228 0,0-7-892 0,-1-2-2076 16,2-16-1645-16</inkml:trace>
  <inkml:trace contextRef="#ctx0" brushRef="#br0" timeOffset="142681.706">7063 12783 5348 0,'0'0'8677'16,"0"0"-7201"-16,0 0-924 0,-60 85 92 0,41-44 276 16,-9 1 216-16,4 2-188 15,-4-3-120-15,0 1-228 0,5-8-284 0,3-2-316 16,3-7-172-16,6-3-84 0,-1-5-292 16,3-4-232-16,6-7-216 0,3-3-676 15,0-3-1072-15,0-3-2241 0,0-16-2575 16</inkml:trace>
  <inkml:trace contextRef="#ctx0" brushRef="#br0" timeOffset="142897.729">7359 12725 7020 0,'0'0'4441'0,"0"0"-3517"0,0 0-196 16,84 32 164-16,-69-13 332 0,1 2 184 0,0 3-188 15,-9 1-196-15,2 4-336 16,-5 2-224-16,0 4-132 0,-4 0-164 15,0 3-68-15,-4 0-92 0,-9 3-8 16,2 0 0-16,-4 1-72 0,-2-2-64 0,-3 2 0 16,-3-7 4-16,-1 0-112 0,-1-5-160 15,-3-5-272-15,-3-6-212 0,3-5-180 16,-8 3-892-16,12-7-1148 0,-20-1-3517 0</inkml:trace>
  <inkml:trace contextRef="#ctx0" brushRef="#br0" timeOffset="143753.738">8120 12953 3024 0,'0'0'8769'16,"0"0"-6877"-16,0 0-1004 15,0 0-420-15,0 0 136 0,0 0 264 0,0 0 128 16,0 0-156-16,0 0-272 0,92-2-136 15,-61 2-248-15,-3 0-64 16,4 0-72-16,0-4-48 0,-9-2-100 0,1-1-120 0,0 1-200 16,-3 0-32-16,-6 3-268 15,2-4-396-15,-10 7-736 0,1 0-1360 16,-8 4-3309-16</inkml:trace>
  <inkml:trace contextRef="#ctx0" brushRef="#br0" timeOffset="143931.269">8259 13183 3220 0,'0'0'7789'0,"0"0"-5853"15,0 0-1132-15,0 0-56 0,0 0 564 16,0 0 64-16,0 0-396 0,88-11-276 16,-60 3-188-16,3-5-248 0,1-4-216 15,0 2-52-15,4-4-516 0,-4 3-224 0,-1 3-236 16,1 4-424-16,-8 2-1332 0,12 1-3365 0</inkml:trace>
  <inkml:trace contextRef="#ctx0" brushRef="#br0" timeOffset="145130.93">9402 12811 444 0,'0'0'8312'0,"0"0"-7020"16,0 0-592-16,0 0 125 0,0 0-17 16,0 0 224-16,0 0 24 0,0 0-136 15,0 0-204-15,0 0-100 0,0 0-240 16,-51-35-80-16,46 42-72 0,-6 5 48 0,3 1-124 16,0 9-24-16,-1 6 24 0,6 4 52 15,-5 6-52-15,8 6 36 0,-4 0-136 16,4 5-36-16,0 2-20 0,0-7 8 15,0-2-84-15,0-4 32 0,4-7 4 16,4-2-100-16,4-10-112 0,-4-4-232 0,3-5-68 16,6-7-224-16,2-3-264 15,1-3-544-15,1-13-800 0,-6 4-789 0,5-14-3623 16</inkml:trace>
  <inkml:trace contextRef="#ctx0" brushRef="#br0" timeOffset="145393.064">9773 12878 6748 0,'0'0'2400'16,"0"0"-499"-16,0 0-681 0,0 0-528 16,0 0 20-16,0 0 228 0,0 0-44 15,0 0-80-15,0 0-128 0,0 0 8 16,59 73-176-16,-42-41-128 0,2-1 40 15,1 4 60-15,5 3-88 0,-10 0-272 16,5-3-120-16,-3 0 40 0,2-7-52 16,-3-2-12-16,0-7-196 0,0-3-124 0,0-7-136 15,0-5-156-15,-4-1-220 0,4-3-100 16,-4 0-352-16,-5 0-652 0,2-10-576 16,-1 4-1785-16,-4-13-1347 0</inkml:trace>
  <inkml:trace contextRef="#ctx0" brushRef="#br0" timeOffset="145883.604">10147 12871 4888 0,'0'0'612'0,"0"0"3868"15,0 0-3227-15,0 0-289 16,0 0 224-16,0 0 308 0,0 0-664 16,0 0-276-16,0 0-184 0,-75 45 4 0,51-20-40 15,4 3-40-15,-4 5-84 16,-4 1-40-16,0 5 52 0,0-5-100 15,4 4-52-15,-4-2-24 0,9-5-48 0,-1-2-16 16,8-1-104-16,0-6-4 0,4-3-308 16,0-6-104-16,8-4-72 0,0-2-160 15,0-7-240-15,4 0-552 0,8 0-632 16,0-2-1693-16,0-5-1371 0</inkml:trace>
  <inkml:trace contextRef="#ctx0" brushRef="#br0" timeOffset="146080.77">10431 13087 3636 0,'0'0'8845'0,"0"0"-7405"0,0 0-652 16,0 0 556-16,0 0-104 16,0 0-236-16,83 0-300 0,-67 0-252 0,4-3-168 15,4 0-168-15,0-3-116 0,0 2-156 16,4-2-116-16,4-4-268 0,-1 4-312 15,1-3-264-15,4-1-516 0,-8 3-1276 16,4-5-2673-16</inkml:trace>
  <inkml:trace contextRef="#ctx0" brushRef="#br0" timeOffset="146373.518">11355 12804 2660 0,'0'0'9465'16,"0"0"-7693"-16,0 0-820 0,0 0-208 0,0 0 84 16,0 0 84-16,-80 0-120 0,56 17-212 15,5 5-112-15,-6 3 84 0,5 7-176 0,1 2-116 16,2 4-16-16,6 1 0 15,2-1 0-15,5-3-100 0,4-7-60 0,0-1-84 16,4-6-12-16,9-5-84 0,2-6-24 16,2-5-296-16,3-5-24 15,3 0-244-15,1-8-212 0,4-9-304 0,-8 4-892 0,4-18-3365 16</inkml:trace>
  <inkml:trace contextRef="#ctx0" brushRef="#br0" timeOffset="146614.133">11606 12836 8732 0,'0'0'4733'0,"0"0"-3985"0,0 0 24 15,0 0-16-15,0 0-124 0,79 51 424 0,-66-35 72 16,2 0-440-16,-2 4-272 16,2-1-96-16,-2 2-112 0,2 4-128 15,-7 1-80-15,0 6-96 0,-8-1 52 0,0 4 40 16,-3-3 0-16,-10-1-120 15,-2-1-84-15,-2-2-112 0,-3-6-96 16,1 0-76-16,-6-6-112 0,1 0-180 0,-4-7-456 16,0 1-856-16,9-7-2025 0,-9-3-2643 15</inkml:trace>
  <inkml:trace contextRef="#ctx0" brushRef="#br0" timeOffset="147232.746">12263 12830 4772 0,'0'0'8509'0,"0"0"-6897"16,0 0-568-16,0 0 84 0,0 0-60 0,0 0-500 16,-79 54-140-16,55-13-44 0,0 10-92 15,0 3 136-15,4 3 184 0,0-3-116 16,8-9-284-16,4-10-212 0,4-7-132 0,4-12-196 15,0-10-112-15,12-6 0 16,4-3 268-16,4-10 112 0,4-2-112 16,3-11-36-16,1-2-60 0,0-5-64 0,-4 2 12 15,0 2 72-15,-8 1 88 0,0 6 60 0,-4 6-60 16,-3 3 36 0,2 3 12-16,-7 8 48 0,4 2 64 0,0 6 284 15,0 9 236-15,4 8-152 0,0 2-124 16,-4 10-72-16,4 3-36 0,0 7 60 15,0 2 12-15,-5 7 12 0,1 3 24 16,-3 4-48-16,-5 2-12 0,-5 5-64 0,-7-2 4 16,-8 0 60-16,1-2 68 15,-9-8 4-15,0-1-23 0,4-11-53 0,-4-9-20 16,5-7-28-16,-5-9-36 0,4-5 4 16,-4-11 24-16,0-3-124 0,0-10-180 15,0-9-4-15,0-2 64 0,5-15-52 16,-2-5-57-16,5-7-259 0,5-8-132 0,2-5-164 15,5-3 0-15,5 3-360 0,3 5-564 16,7 2-692-16,5 6-260 0,0 17-1693 16,13-18-1287-16</inkml:trace>
  <inkml:trace contextRef="#ctx0" brushRef="#br0" timeOffset="147442.634">12909 12776 6584 0,'0'0'7133'0,"0"0"-5249"0,0 0-956 0,0 0-240 16,3 80-20-16,-10-52 552 0,3 4-68 15,0 3-336-15,4 3-304 0,0 0-159 16,0 0-97-16,0 6-100 0,0-2-72 0,4-4-84 16,4-4-84-16,-1-2-96 0,2-9-221 15,6-8-123-15,2-5-84 0,2-7-152 16,5-3-72-16,0-9-276 0,0-10-664 15,-4 3-1316-15,0-19-3117 0</inkml:trace>
  <inkml:trace contextRef="#ctx0" brushRef="#br0" timeOffset="147617.578">13191 12893 8868 0,'0'0'6073'0,"0"0"-4625"0,0 0-292 15,0 0-216-15,0 0 72 0,41 83 196 0,-34-57-236 16,5-7-435-16,1 0-197 15,2-1-244-15,1-5-96 0,4 0-400 0,0-7-149 16,0-3-215-16,3-3-176 0,-2 0-236 16,3-12-768-16,-9 2-1980 0,9-15-2177 15</inkml:trace>
  <inkml:trace contextRef="#ctx0" brushRef="#br0" timeOffset="147763.664">13483 12846 952 0,'0'0'9456'16,"0"0"-4747"-16,0 0-3781 0,-84 73 4 15,48-39 208-15,-4 11-180 0,-4 0 328 0,1 2-252 16,-2-5-419-16,10-5-349 16,-1-8-268-16,12-4-236 0,4-8-485 0,4-5-215 15,12-9-252-15,0-3-788 0,4-3-2104 16,8-26-2597-16</inkml:trace>
  <inkml:trace contextRef="#ctx0" brushRef="#br0" timeOffset="147950.453">13634 12741 8412 0,'0'0'5641'16,"0"0"-4957"-16,0 0-164 0,0 0-8 15,75 67 732-15,-62-48 464 0,-2 6-544 16,1 1-600-16,1 2-212 0,-2 7 64 0,-3-4-220 16,1 5-188-16,-9 2-8 0,0 0-120 15,-9 0-208-15,-3 0-48 0,-12-3-100 16,-4 3-76-16,-7-3-124 0,-1 0-200 0,-8-4-364 15,8-5-1244-15,-32 9-2953 0</inkml:trace>
  <inkml:trace contextRef="#ctx0" brushRef="#br0" timeOffset="149452.013">17339 13027 1604 0,'0'0'1148'0,"0"0"3168"0,0 0-2940 0,0 0-40 15,0 0 17-15,0 0 175 0,0 0-152 16,-88-74-112-16,73 65-280 0,2 4-112 16,-2-2-28-16,2 3-188 0,2 4-32 0,-1 0-120 15,0 6-16-15,-4 7 36 16,0 12-280-16,-3 7-108 0,-6 13-4 0,1 9-84 15,-4 3 52-15,4 4-52 0,9-7-40 16,-5-10-8-16,12-10-8 0,8-11-88 16,0-10-124-16,0-7-72 0,11-6-112 15,2-4 148-15,6-8 84 0,5-7-12 16,1-9-8-16,2-1-92 0,-2-6 28 16,-6 3-16-16,1 4 12 0,-4 6 28 0,0 2-92 15,-4 5 28-15,-5 3-12 0,6 5 120 16,-5 7 88-16,-1 0 64 0,2 9 36 15,3 8 148-15,-5 4 16 0,10 4 132 16,-6 7-96-16,6 0-92 0,-2 6 4 16,-2 3 112-16,2 1 156 0,-2 5-244 15,-6 1 12-15,-3 0-76 0,0-1-8 0,-4 4 108 16,-4-7 12-16,0 4-64 16,-8-4 4-16,0-2 108 0,-3-1-60 0,-2-6-36 15,-3 0 32-15,-3-7-80 16,-1-5-4-16,4-4 12 0,-8-10 64 15,3-5-52-15,2-4-84 0,-5-4-24 0,0-5-72 16,0-3 60-16,0-1-84 0,0-7-4 16,0-2-56-16,9-3 44 0,-1-1-56 15,8 4 8-15,4-4-24 0,8 5 0 0,0-4 12 16,8-1 12-16,8 3-36 0,4-2-108 16,3-1 8-16,5-2 72 15,4 0-8-15,5-2-152 0,-2-3-372 0,1 0-576 16,4-2-384-16,-5 0-264 0,-3 10-725 15,5-14-2347-15</inkml:trace>
  <inkml:trace contextRef="#ctx0" brushRef="#br0" timeOffset="149830.944">17730 12789 1120 0,'0'0'1032'0,"0"0"-340"15,0 0 2524-15,0 0-1500 16,0 0-572-16,0 0-32 0,0 0-91 0,-4 67-57 16,-1-55 160-16,1 1-16 0,1-4-136 0,-1 1-192 15,4-4-152-15,-4 0-216 16,4-2-188-16,-4-1-88 0,4 0-24 15,0-3-24 1,0 0 36-16,0 3-36 0,0-3 36 0,-4 3-4 16,4 3 16-16,-4 1 28 0,-1 5-56 0,5 7 28 15,-3 4 76-15,-1 5 44 0,0 1 76 0,0 3 48 16,4 0 0-16,0-1-220 0,0-2-92 16,8-3-68-16,-4-5-60 0,4 2-40 15,0-7-228-15,0-3-212 0,-1-4 36 16,6-6-28-16,-1 0 76 0,-1-3-200 15,2-6-256-15,2-3-548 0,-2-1-1216 16,-2-15-2953-16</inkml:trace>
  <inkml:trace contextRef="#ctx0" brushRef="#br0" timeOffset="150208.958">18052 12922 4972 0,'0'0'2240'16,"0"0"1064"-16,0 0-2171 0,0 0-609 16,0 0 68-16,0 0 120 0,0 0 468 15,0 0-244-15,0 0-548 0,28 67-264 0,-28-61-120 16,4-3-4-16,-4 1-8 16,0-2-56-16,4 2-8 0,-4-4-4 15,0 0 16-15,0 0 60 0,0 0 64 0,0 0 72 16,0 0 4-16,0 0 24 0,0 3 24 15,0 0-36-15,0-1-40 0,0 5-24 16,0 0 160-16,-4 6 60 0,0 2-84 16,-3 2 0-16,3-2-40 0,0 1-32 15,-1-3-20-15,1 0-44 0,0-4-84 16,4-3 0-16,0 5 0 0,0-5 4 0,4 2 44 16,5 3-52-16,-1-3-12 0,-1 5-72 15,1-3 20-15,1-1-20 0,2 4-140 16,1-6-184-16,4-1-164 0,0-3-264 0,4-3-296 15,4-6-748-15,-9 0-1281 16,13-13-3327-16</inkml:trace>
  <inkml:trace contextRef="#ctx0" brushRef="#br0" timeOffset="150823.814">18228 12839 248 0,'0'0'9836'0,"0"0"-8559"0,0 0-713 15,0 0 192-15,0 0 240 0,0 0-84 0,0 0-52 16,0 0-184-16,0 0-132 0,0 0-148 16,0 0-108-16,-72 39-52 15,68-20 48-15,0 0 76 0,0 6 84 0,-4 0-88 0,4 0-48 16,-3 0-40-16,2-1-48 0,-3-2 12 15,4 0-12-15,0-6 12 16,4 0-12-16,0-4-96 0,0 1-4 0,0-3 4 16,4-1-52-16,4 0-68 0,1 1-4 0,-6 0-4 15,5-4-96-15,0 3 4 0,0-2 92 16,-4 3-4-16,4-4 4 16,0 0-156-16,-4-3-120 0,3 1-108 0,2-1-52 15,-1 0-28-15,3-3-72 16,-2 0-152-16,7 0-188 15,-9 0-436-15,10-3-912 0,-10-4-965 0,6 1-2199 16</inkml:trace>
  <inkml:trace contextRef="#ctx0" brushRef="#br0" timeOffset="151133.865">18698 13008 11385 0,'0'0'4292'16,"0"0"-3696"-16,0 0-596 0,0 0 0 15,0 0 184-15,0 0 512 16,0 0 320-16,84 0-212 0,-52-4-352 0,3-5-292 16,1 3-136-16,0-7-24 0,0 3-416 0,-9-3-372 15,1 1-288-15,-4 3-252 16,-11-1-512-16,-1 7-1036 0,-12-4-3205 0</inkml:trace>
  <inkml:trace contextRef="#ctx0" brushRef="#br0" timeOffset="151302.863">18674 13233 8008 0,'0'0'5973'16,"0"0"-4897"-16,0 0-396 0,0 0 252 15,0 0-100-15,0 0 84 16,95 19-56-16,-58-35-428 0,2-4-288 0,5-5-144 16,-4 0-208-16,0-7-492 0,-4 4-148 15,-5-3-332-15,-3-1-844 0,-7 10-2841 16,-10-10-4683-16</inkml:trace>
  <inkml:trace contextRef="#ctx0" brushRef="#br0" timeOffset="151516.832">18924 12709 7928 0,'0'0'5429'0,"0"0"-4321"0,0 70-652 16,5-35 84-16,-1 9 292 0,-4 1 512 0,0 3-108 15,0-1-452-15,4 1-280 0,-4-4-236 16,4-2-268-16,0-5-12 0,0-2-380 16,-1-9-344-16,10-1-236 0,-1-9-240 15,8-6-432-15,-1-7-460 0,1-3-913 0,8-13-3711 16</inkml:trace>
  <inkml:trace contextRef="#ctx0" brushRef="#br0" timeOffset="151747.486">19511 12964 6472 0,'0'0'6333'16,"0"0"-4693"-16,0 0-856 0,23 66-116 0,-19-38 200 16,1-2 396-16,3-1-204 15,-1-9-508-15,10-2-356 0,-2-9 36 0,6-5-108 16,3 0-120-16,3-12-4 0,4-8-136 0,1-5-108 16,1 0-84-16,-6-4 92 15,1 4 64-15,-8 0 88 0,-3 6-4 16,-13-1-108-16,-4 8-52 0,-4-1 164 0,-16 3-16 15,-8 4-84-15,-8 0-16 0,-9 2 4 16,-2 1-28-16,-9 3-148 0,-7 3 36 16,-5 4-164-16,-4-1-484 0,0 4-840 15,12-4-1141-15,-24 0-3779 0</inkml:trace>
  <inkml:trace contextRef="#ctx0" brushRef="#br0" timeOffset="152120.62">18299 12766 4832 0,'0'0'7497'0,"0"0"-6489"0,0 0-688 0,0 0 200 15,45 70 112-15,-26-50 76 0,-3 2-108 16,8 3-208-16,-4-3-140 16,0 4-40-16,-5-1 24 0,2 3-100 0,-9 1-136 15,-5 3 8-15,-3 3 4 0,-11-1 64 16,-6 4-76-16,-2 1 0 15,-9-1-76-15,0 3-236 0,0-3-60 0,-4 0-4 16,-3 1-40-16,-1-1-48 0,-5 3-180 16,-2-3-372-16,0 0-168 0,-2 0-489 15,13-13-1275-15,-20 4-3328 0</inkml:trace>
  <inkml:trace contextRef="#ctx0" brushRef="#br0" timeOffset="152914.324">3051 15166 13329 0,'0'0'2316'15,"0"0"-1916"-15,0 0-392 0,0 0 560 0,84 32 316 16,-52-25-116-16,4-4-252 16,0-3-196-1,-1 0-36-15,-3-3 12 0,0-6-176 0,-4-1-120 0,0 1 0 16,-8-2-504-16,-1 3-196 0,-2-3-164 0,-6 5-304 16,-6 2-456-16,-5 4-944 15,0 0-1969-15,-5 4-1071 0</inkml:trace>
  <inkml:trace contextRef="#ctx0" brushRef="#br0" timeOffset="153064.705">3167 15377 2460 0,'0'0'5832'16,"0"0"-2755"-16,0 0-2153 0,0 0-512 0,0 0 236 15,0 0 332-15,0 0 220 16,8 66 4-16,20-57-272 0,8-6-164 0,-1-3-128 16,1 0-220-16,5-6-264 0,-6-10-156 15,1-3-272-15,-8-6-184 16,4-1-392-16,-4-2-568 0,-8 5-1108 0,-5-15-3537 0</inkml:trace>
  <inkml:trace contextRef="#ctx0" brushRef="#br0" timeOffset="153330.351">3203 14941 7656 0,'0'0'2552'16,"0"0"-1892"-16,0 0-171 15,84 0 447-15,-45 0 532 0,10 6-252 0,-2 1-48 16,1 2-376-16,3 0-220 0,-2 8-148 16,-10-1-116-16,5 6-112 0,-12 3-188 0,-4 4-8 15,-5 2-12-15,-10 8 12 0,-1 6 44 16,-12-1-36 0,0 20 128-1,-12 2-124-15,-1-3-16 16,-6 1-80-16,-1-24 20 0,0 2-96 0,-4-6-272 15,4-8-124-15,0-3-244 0,1-6-192 0,-2-6-804 0,6-7-1385 0,2-6-5399 16</inkml:trace>
  <inkml:trace contextRef="#ctx0" brushRef="#br0" timeOffset="153586.485">4514 15519 14957 0,'0'0'2828'15,"0"0"-2828"-15,0 0-96 16,0 0-168-16,0 0 264 0,0 0 412 16,0 0 144-16,0 0 108 0,96 7-112 0,-49-7-220 15,5 0-136-15,0 0-136 0,-5-3-60 16,2-8-160-16,-10-4-428 15,1-1-296-15,-5-6-280 0,-7-4-172 0,-3 7-1116 16,-9-18-2853-16</inkml:trace>
  <inkml:trace contextRef="#ctx0" brushRef="#br0" timeOffset="153866.511">4721 15079 588 0,'0'0'11213'0,"0"0"-9765"0,0 0-1156 0,-20 62 216 15,20-31 416-15,4 11 424 0,4-1-200 16,8 8-256-16,0-2-240 0,4 4-188 16,3 2-192-16,1 4-88 0,-3 4-16 0,-1-4-68 15,-5 4-4-15,6-4-32 16,-10 0 44-16,2-6 4 0,-6-1-52 16,-3 0 24-16,0-4 40 0,-4-8-52 15,0-4 24-15,0-8-36 0,-4-3-8 0,-4-11 8 16,0-2-60-16,-4-4-72 15,-4-6-320-15,0 0-168 0,-8-3-164 0,0-16 72 16,1-6-224-16,-5-17-328 0,4-9-1036 16,7 10-2005-16,-6-36-2391 0</inkml:trace>
  <inkml:trace contextRef="#ctx0" brushRef="#br0" timeOffset="154050.729">5263 14846 8672 0,'0'0'5001'0,"0"0"-3417"0,0 0-1044 0,0 0 52 16,0 0 168-16,28 79 404 15,-28-43-92-15,4 1-276 0,-4-2-320 0,4 0-208 16,-4 1-200-16,3-3-68 0,1 0-120 16,0-1-212-16,5-4-376 0,-5 4-236 15,3-1-192-15,-3 2-424 0,0-11-1460 16,-4 9-2537-16</inkml:trace>
  <inkml:trace contextRef="#ctx0" brushRef="#br0" timeOffset="154465.274">6099 15233 12953 0,'0'0'1832'0,"0"0"-1668"0,0 0 36 16,0 0-160-16,0 0 500 0,0 0 492 0,0 0-300 15,0 0-248 1,-35 74-152-16,35-37-24 16,0 8 36-16,0 9 88 0,7-4 108 0,1 1-16 0,5-6-244 15,2-4-232-15,-2-6-48 0,2-9-48 16,-2-5-108-16,-2-7-248 15,6-5-256-15,-6-9-52 0,1 0-68 0,4-9-448 0,0-8-1064 16,-8 1-2581-16,4-18-4723 0</inkml:trace>
  <inkml:trace contextRef="#ctx0" brushRef="#br0" timeOffset="154624.238">6518 15358 9004 0,'0'0'6157'0,"0"0"-5085"16,0 0-784-16,92 72 324 0,-64-47 332 15,-5 4 312-15,-3-6-20 0,4-4-484 16,-4-8-464-16,0 3-288 0,4-4-304 16,-5-5-268-16,2-5-160 0,-1 0-100 15,4 0-316-15,-9-5-848 0,2-5-1928 0,-6-8-2013 16</inkml:trace>
  <inkml:trace contextRef="#ctx0" brushRef="#br0" timeOffset="154789.679">6784 15230 3952 0,'0'0'9389'0,"0"0"-8081"0,0 0-904 0,-35 96 188 16,23-52 288-16,0 4 56 0,-4-1-168 15,4 0-164-15,-4-1-88 16,9-8-248-16,-2-7-268 0,-3-6-216 16,8-5-460-16,4-8-288 0,0-9-416 0,0-3-1348 15,0-6-4197-15</inkml:trace>
  <inkml:trace contextRef="#ctx0" brushRef="#br0" timeOffset="154990.827">7164 15147 992 0,'0'0'10057'16,"0"0"-8929"-16,0 0-536 0,55 86 412 0,-39-54 252 15,-4 3-48-15,0 2-308 0,0-1-428 16,-5 5-272-16,2 0-128 0,-5 1-72 0,-4 5-52 15,0-2-24-15,-4 3-208 16,-8-6-164-16,0-2 0 0,-4-5 32 0,0-6-36 16,0-10-492-16,-3-6-976 15,6-10-2381-15,-2-3-2871 0,2-16 5805 0</inkml:trace>
  <inkml:trace contextRef="#ctx0" brushRef="#br0" timeOffset="155196.632">7888 15414 10032 0,'0'0'10157'0,"0"0"-8781"16,0 0-1120-16,0 0 49 0,0 0-301 16,0 0 56-16,0 0 72 15,80-25-132-15,-52 6-92 0,0-7-140 0,-1 5-401 16,-3-5-255-16,1 8-288 0,-5 1-524 0,-9 7-2220 15,-7 10-1837-15</inkml:trace>
  <inkml:trace contextRef="#ctx0" brushRef="#br0" timeOffset="155353.984">7888 15611 9020 0,'0'0'6229'0,"0"0"-4845"0,0 0-1272 0,0 0-96 16,0 0 704-16,0 0 84 0,0 0 168 15,92 38-224-15,-68-38-356 0,0-6-380 0,4 0-12 16,-1-7-476-16,1 0-408 0,0-2-448 16,-8 2-920-16,1 0-3189 0</inkml:trace>
  <inkml:trace contextRef="#ctx0" brushRef="#br0" timeOffset="162033.632">9387 15304 1292 0,'0'0'2620'0,"0"0"4785"16,0 0-6145-16,-32-93-608 0,23 59 400 16,5 1 84-16,0 1-88 15,1 7-116-15,-1 10-264 0,4-2-220 0,-4 11-192 16,0 3-32-16,4 0 20 0,-4 3 40 15,-5 3 8-15,6 6-152 0,-9 8-140 0,4 8-76 16,-4 13 4-16,4 6 72 16,0 10 0-16,0 3 4 0,0 4-4 15,8-4-12-15,-4-6 8 0,4-10-44 16,4-8-40-16,4-18-20 0,0-5-16 0,4-7-24 16,0-3 28-16,4-13-16 15,-1-6 48 1,6-6-32-16,-1-7-104 0,-1-3-48 0,-2 0 100 0,-2 6 36 15,1 4 0-15,0 6 128 0,0 6-176 0,1 9-16 16,-2 4 88-16,2 11 28 0,-2 3 84 16,5 12 336-16,-4 2-64 0,0 5-60 0,-1 2 8 15,-2 3-8-15,2 0 20 0,-2 4 28 16,-1-1 144-16,-9 3-144 0,-3-2-80 16,0-2 16-16,-3-1 24 15,-5-4 48-15,-9-4 28 0,6 1-16 0,-6-7-100 0,-2-5-80 16,-1-2-16-16,4-1-12 15,-4-8-24-15,4-2 4 0,-3-4-52 0,2-3-144 16,2 0-40-16,-6-7-108 0,5-3-108 16,1-5-112-16,-2-4-16 0,2-1-24 15,2-2 0-15,5 7-56 16,1-5-224-16,3 8 96 0,4-1-68 0,0 1-676 16,0-5-716-16,8 2-693 0,-1 2-2199 15</inkml:trace>
  <inkml:trace contextRef="#ctx0" brushRef="#br0" timeOffset="162297.278">9960 15087 3616 0,'0'0'6116'16,"0"0"-4723"-16,0 0-441 0,0 0 440 15,0 0 116-15,0 0-364 0,0 0-304 0,0 0-280 16,0 0-224-16,0 0-64 0,20 25-36 15,-20-2-76-15,0 3 84 0,4 4-32 16,-4 6-128-16,0 2 24 0,4 4-104 16,0 2 64-16,1 1-68 0,2-4-12 15,1 1-100-15,0-14 112 0,-4-2-72 16,4-15-260-16,-4-1-136 0,0-6-252 16,4-4-36-16,0 0 112 0,4-4-144 15,0-9-528-15,0-2-880 0,0-4-2269 16,-5 3-1859-16</inkml:trace>
  <inkml:trace contextRef="#ctx0" brushRef="#br0" timeOffset="162463.419">10223 15211 3148 0,'0'0'4496'0,"0"0"-2332"0,0 0-411 0,0 0 3 16,0 0 56-16,96 32-628 0,-72-16-112 0,0 4-44 16,4-2-92-16,-5 4-176 0,1-6-212 15,-3 3-340-15,3-7-208 0,-5 1-60 16,1-1-220-16,-4-1-428 0,-4-5-64 15,0-6-116-15,-1 0-388 0,-2-6-1152 16,-1 0-2873-16,-8-13-3850 0</inkml:trace>
  <inkml:trace contextRef="#ctx0" brushRef="#br0" timeOffset="162639.68">10510 15137 8264 0,'0'0'5301'0,"0"0"-4513"0,-40 77-128 0,24-42 332 0,-3 9-112 15,-2 0 100-15,2 2-288 16,-1-5-312-16,3-3-220 16,2-3-124-16,2-6-36 0,6-4-208 0,-1-10-420 0,4 2-240 15,4-11-240-15,0-4-440 16,0-2-948-16,0-5-2177 0,4-18-2519 16</inkml:trace>
  <inkml:trace contextRef="#ctx0" brushRef="#br0" timeOffset="162865.648">10749 15125 5336 0,'0'0'5540'0,"0"0"-4163"0,0 0-741 0,96 4 412 15,-68 8 280-15,-4 8-144 0,0 2-228 16,-5 3-200-16,-2 4-236 0,-2 6-140 16,-2 0-24-16,-6 2-172 0,-3 2-72 15,-4-1-40-15,0 0 12 0,-4 0-80 16,-3 0 72-16,-6-7-68 15,1 5-8-15,1-8 0 0,-6-2-256 0,1-8-200 16,1 1-60-16,-2-6-76 0,-2 0-100 16,3-6-168-16,0-4-612 0,4-3-1324 0,-8-3-4537 15</inkml:trace>
  <inkml:trace contextRef="#ctx0" brushRef="#br0" timeOffset="163649.866">11865 15389 132 0,'0'0'8992'0,"0"0"-6799"0,0 0-409 15,0 0-348-15,0 0-428 16,0 0-520-16,0 0-56 0,0 0 128 0,0 0-12 15,0 0-28-15,99 54-88 0,-71-48-40 16,4-6-120-16,0 0-88 0,-1-3-76 0,2-3-44 16,-6-4-52-16,1-2-12 15,-4-4 4-15,0 3-12 0,-3-3-128 0,-2 1-440 16,-3 1-324-16,-4 2-308 0,1-1-616 16,-10 3-2305-16,-3 1-3631 0</inkml:trace>
  <inkml:trace contextRef="#ctx0" brushRef="#br0" timeOffset="163896.537">12124 15122 4120 0,'0'0'6724'16,"0"0"-5387"-16,0 0-441 0,0 0 60 15,0 0 284-15,0 0-196 0,0 0-432 16,0 0-324-16,0 0-80 0,-4 99 140 15,8-61-76-15,0 3-136 0,0 7-124 0,0 2 0 16,0 1-12-16,-4 4-4 0,3-5-228 16,1-2-240-16,-4-7-36 0,5-5 44 15,-1-9-164-15,0-4 12 0,3-4-232 16,1-6-652-16,1-4-1237 0,-5-2-2947 0</inkml:trace>
  <inkml:trace contextRef="#ctx0" brushRef="#br0" timeOffset="165072.059">13530 15021 2668 0,'0'0'432'0,"0"0"5196"0,0 0-3560 16,0 0-535-16,0 0-281 0,0 0-60 0,0 0-236 15,0 0-276-15,0 0-216 0,-88-30-240 16,77 44-52-16,-10 8 4 0,6 3 32 0,3 7-32 16,-4 3-40-16,4 4 12 15,0 5-12-15,4 0-64 0,4 0-8 0,4 1-52 16,0-3-4-16,0-1-16 0,8-7-48 16,3-2-40-16,2-7-52 0,2-1-236 15,2-13-236-15,3-1-28 0,-1-6-36 16,5-4 32-16,-3-4-120 0,7-13-716 15,-13 9-1277-15,13-21-3103 0</inkml:trace>
  <inkml:trace contextRef="#ctx0" brushRef="#br0" timeOffset="165380.508">13833 15084 2696 0,'0'0'572'16,"0"0"4612"-16,0 0-3512 15,0 0-127-15,0 0 107 0,0 0-280 0,0 0-188 16,84 63-332-16,-69-47-204 0,2 0-188 0,-2 1-104 16,1 1-96-16,0-2-76 0,-4 3-132 0,0-6-52 15,1-1-4-15,-6 1-8 16,1-7-200-16,0 5-72 0,-3-6-172 0,-5 5-92 16,3-3 28-16,-3-1 104 0,0-1 136 0,-3 6 56 15,-2-8 24-15,-3 0 48 16,4 1 52-16,4-4-28 0,-4 0-8 15,0 0 8-15,4 0 28 0,-3 0-16 0,3 0-8 16,-4 0-56-16,-1 0-160 16,1 0-396-16,-4 0-120 0,4 0-148 15,-8-4-325-15,8 1-379 0,-4 0-1268 0,-3-4-2443 16</inkml:trace>
  <inkml:trace contextRef="#ctx0" brushRef="#br0" timeOffset="165695.021">14068 15090 8508 0,'0'0'1604'0,"0"0"-583"0,0 0 327 15,0 0-44-15,0 0-192 16,0 0-392-16,0 0-396 0,0 0-148 0,-88 51-44 16,68-29-8-16,1 4 12 0,-5 6-12 15,4-4-112-15,0 7-12 0,0-3 8 16,4 0-8-16,0-3-76 0,5-1 12 16,-2-3-148-16,1-6-204 0,4 0-76 0,4-3-100 15,0-7-168-15,4-2-144 16,-4 0-220-16,4-5-345 0,0-2-511 0,0 0-956 15,0 0-1096-15</inkml:trace>
  <inkml:trace contextRef="#ctx0" brushRef="#br0" timeOffset="165949.502">14366 15252 1304 0,'0'0'144'0,"0"0"6520"0,0 0-5008 16,0 0-67-16,0 0 267 0,0 0-228 15,0 0-512-15,0 0-296 0,0 0-200 16,0 0-24-16,81 3-224 0,-65-3-176 16,7 4-48-16,-3-1-148 0,4 0 0 0,1 0-8 15,-2-3-216-15,-3 0-440 16,4 0-208-16,-5 4-496 0,-2-4-732 0,-6 2-2237 0,2 3-3211 15</inkml:trace>
  <inkml:trace contextRef="#ctx0" brushRef="#br0" timeOffset="166231.605">15148 15107 5928 0,'0'0'4344'0,"0"0"-2103"0,0 0-1261 16,0 0-104-16,0 0 376 0,0 0-60 0,0 0-60 16,0 0-480-16,0 0-428 0,0 0-116 15,-76 5 28-15,64 12-12 16,1-2-64-16,-2 4-12 0,1 4 52 0,5-1 12 16,2 0 8-16,1 3-72 15,0 1 40-15,4-3-84 0,0-1 4 0,0-4-8 16,8-1-4-16,1-1-96 0,-2-4 4 0,1-5-16 15,5-1-8-15,-2-6-300 0,6 0-220 16,-6 0-188-16,9-11-332 0,-4-1-948 16,0-1-2773-16,0-9-4219 0</inkml:trace>
  <inkml:trace contextRef="#ctx0" brushRef="#br0" timeOffset="166465.559">15502 15014 7672 0,'0'0'4733'0,"0"0"-3889"0,0 0 72 0,0 0 296 16,0 0-56-16,0 0 4 0,80 79-272 0,-68-60-348 15,4 1-144-15,-4 2-92 0,0 1-48 16,-4 2-120-16,0 0-124 0,-1 0 88 16,-7 4-100-16,0-1 0 15,0 0-4-15,-7 1-84 0,-1-4-32 0,-5 2-40 0,-2-2-96 16,-5-3-88-16,-3-3-36 15,-2 1-4-15,-3-5-96 0,1-1-204 16,-5-3-260-16,-4-1-528 0,12-6-1020 0,-12-4-2573 16</inkml:trace>
  <inkml:trace contextRef="#ctx0" brushRef="#br0" timeOffset="167149.508">16299 15104 628 0,'0'0'8444'0,"0"0"-7308"16,0 0-179-16,0 0 171 15,0 0 264-15,0 0 16 0,0 0-304 16,0 0-376-16,0 0-316 0,0 0-128 15,0 0 136-15,0 0 24 0,0 0-184 0,-60 85-100 16,56-37 48-16,1 2-36 0,-1 0-12 16,-4 2-60-16,-1-11-16 0,2-6-80 15,-1-7-4-15,4-9 0 0,4-8-84 16,0-5-188-16,0-6-256 0,4-3-52 0,7-11 160 16,6-5-52-16,-2-6-124 0,6-6-196 15,3-1-204-15,-9 0 124 16,5 3 248-16,-4 8 432 0,-4 5 128 0,4 6 60 15,-8 3 4-15,4 7 116 0,-4 3 252 16,-1 8 268-16,2 8 124 0,3-1-120 0,-5 11-188 16,2-3-208-16,3 5-8 15,-5-3 12-15,6 8 4 0,-5 2 68 16,-4-1 104-16,-1 12 192 0,-3 1 148 0,0 4-128 16,-7 0-132-16,-10 3-116 0,2-3 16 15,-5-3-76-15,0-3-72 16,-4-4-51-16,4-3-69 0,-4-5-28 0,4-9-12 15,0-4-24-15,-4-4 12 0,5-9-76 16,-1-4-8-16,-1-6-64 16,2 0-104-16,3-9-88 0,-4-4-13 0,0-6-107 0,4-6 0 15,-4-7-272-15,0-3-60 0,8-6-140 16,0 3-188-16,8-4-688 16,4 5-1264-16,0 7-1661 0,13-11-787 0</inkml:trace>
  <inkml:trace contextRef="#ctx0" brushRef="#br0" timeOffset="167374.958">16729 14824 4060 0,'0'0'9257'0,"0"0"-7585"15,0 0-652-15,0 0 156 0,0 0-36 16,0 0-156-16,0 0-248 0,-19 76-356 0,14-51-136 15,1 4-60-15,1 3-96 16,-1 0-88-16,0 2-108 0,0 4-28 0,4 1-476 16,-4 2-232-16,4-3-204 15,0 0-292-15,0-3-972 0,0-9-2201 0,0 2-2827 16</inkml:trace>
  <inkml:trace contextRef="#ctx0" brushRef="#br0" timeOffset="167583.318">17104 15240 2568 0,'0'0'12005'0,"0"0"-10325"15,0 0-820-15,-55 72 476 0,38-43-304 16,-3 3-100-16,9 3-128 0,-6 0-344 16,13 1-143-16,0-6-37 0,4 2-148 0,4-3-132 15,9-3-108-15,-2-7-24 16,6-7-369-16,-2-2-179 0,6-7-52 15,-2-3-184-15,1-13-340 0,-4 4-1204 0,8-20-3885 16</inkml:trace>
  <inkml:trace contextRef="#ctx0" brushRef="#br0" timeOffset="167749.878">17414 15329 8248 0,'0'0'5825'16,"0"0"-4549"-16,0 0-512 0,0 0 648 15,28 82-124-15,-19-66-52 0,3 0-480 0,4-4-548 16,3 1-196-16,2 0-12 0,3-7 0 16,-5-2-656-16,1-2-472 0,-4-2-216 0,0-2-804 15,-4-5-2440-15,0-5-4189 0</inkml:trace>
  <inkml:trace contextRef="#ctx0" brushRef="#br0" timeOffset="167898.995">17590 15312 6688 0,'0'0'6017'0,"0"0"-3957"0,-67 67-1420 16,42-38 0-16,-6 9 152 16,-1 0 28-16,4-3 24 0,4 0-292 15,4-6-268-15,4-7-284 0,4-6 0 0,8-7-616 16,1-6-572-16,3-3-488 0,0 0-2144 16,7-15-2541-16</inkml:trace>
  <inkml:trace contextRef="#ctx0" brushRef="#br0" timeOffset="168099.262">17961 15198 3848 0,'0'0'8633'16,"0"0"-7317"-16,0 0-532 0,0 0 212 0,44 74 260 16,-36-49-112-16,-4 1-304 0,3 2-352 15,-7 0-252-15,0 4-152 0,0 3-84 16,-7 0-68-16,-10 3-336 0,2 1-288 15,-9 1-24-15,-1-5 32 0,-3-3 12 0,1 1-172 16,-4-5-572-16,-6-3-484 16,14-6-985-16,-25 0-3083 0</inkml:trace>
  <inkml:trace contextRef="#ctx0" brushRef="#br0" timeOffset="168939.245">18870 15309 572 0,'0'0'10425'0,"0"0"-7953"16,0 0-1052-16,0 0-136 0,0 0 104 16,0 0-128-16,0 0-352 0,0 0-420 0,0 0 108 15,87 10 172-15,-43-10-279 0,4 0-249 16,3-3-180-16,-3-4-56 16,0 2-4-16,-4-2-72 0,-1-3-36 0,2 2-245 15,-9 1-171-15,-5 0-352 0,-7 1-276 16,-4 2-500-16,-13 4-2116 0,-7 4-2593 15</inkml:trace>
  <inkml:trace contextRef="#ctx0" brushRef="#br0" timeOffset="169114.078">18905 15570 600 0,'0'0'9880'15,"0"0"-7655"-15,0 0-637 0,0 0 64 16,0 0-176-16,103 38-224 0,-58-38-380 15,-2-10-372-15,5-5-288 0,0-7-212 0,0-4-84 16,-1 0-420-16,2-2-256 16,-6-4-228-16,-3 1-440 0,-13 9-1604 0,1-16-4397 15</inkml:trace>
  <inkml:trace contextRef="#ctx0" brushRef="#br0" timeOffset="169346.098">19355 14983 1616 0,'0'0'9401'0,"0"0"-8269"16,0 0-236-16,0 0 312 0,0 0 216 0,96 57-44 15,-64-35-176-15,0 0-552 16,0 3-260-16,0 3-192 0,0-2-44 16,-8 7-148-16,-1-2 4 0,-7 4-12 0,-4 0-12 15,-8 5-256-15,-4 2-76 16,-4 3-76-16,-12-1-36 0,-4 0-76 15,-8 5 88-15,-4-5 8 0,0-3-116 0,-3 0-268 16,-1-2-444-16,-5-4-620 0,10-10-1237 16,-20-3-2815-16</inkml:trace>
  <inkml:trace contextRef="#ctx0" brushRef="#br0" timeOffset="175790.403">20462 15079 3260 0,'0'0'416'0,"0"0"4544"15,0 0-2968-15,0 0-399 0,0 0-393 0,0 0-92 16,0 0-164-16,0 0-136 0,0 0-184 16,0 0-200-16,-11 0-216 0,15 0-96 15,0 0-24-15,4 0-12 0,4 2 156 0,-1-2 40 16,10 3 136-16,3-3 156 0,0 0-304 15,-5 0-100-15,5 0 20 0,1 0-32 16,-1-3-12-16,-1-4-124 0,1 5-4 16,-4-5 0-16,3-3-8 0,-2 4-8 15,-1 0-40-15,-1-4-76 0,-2 4-256 0,-2 0-24 16,-2-1-40-16,-6 1-132 16,1 0-56-16,1 2-152 0,-5 2-320 15,-1 2-820-15,1 0-1061 0,0 0-2479 0</inkml:trace>
  <inkml:trace contextRef="#ctx0" brushRef="#br0" timeOffset="176685.058">20758 14704 940 0,'0'0'3140'0,"0"0"1584"16,0 0-3160-16,0 0-339 0,0 0-109 16,0 0-72-16,0 0-256 0,0 0-320 15,0 0-304-15,0 0-52 0,0 0 40 16,-52 54 48-16,48-29-60 0,-4 6 20 0,4 1 28 15,0 3 4-15,0 0-16 0,0 3-12 16,4-1-52-16,-4 5-12 0,4 4-92 16,0 0 0-16,0 1 0 0,0 2-8 15,0-2 0-15,0-3 0 0,4 2 12 16,0-2 88-16,0 0 88 0,4-3 72 16,-4 1 36-16,4-8-60 0,0-1 36 0,0-5-52 15,0 0-72-15,-1-6 40 0,-3 2-44 16,5-6 28-16,-9-3-48 15,4 2-36-15,0-4-84 0,-4-1 8 0,0-2 0 16,0-2 60-16,0 3-60 0,-4-5-8 16,0 1-4-16,-9-1-80 0,6-3-32 15,-1 0 16-15,0 0 8 0,-4-3-60 16,0 0-36-16,0-6 0 0,-4-3-88 16,0-4-408-16,-7-3-28 0,2-7-184 0,1 1-100 15,1-3-784-15,2 0-428 16,2-1-2485-16,-1-6-435 0,8 10 4144 0</inkml:trace>
  <inkml:trace contextRef="#ctx0" brushRef="#br0" timeOffset="176957.006">21172 14455 1760 0,'0'0'928'0,"0"0"5324"15,0 0-4288-15,0 0-627 0,0 0-365 0,0 0-244 16,0 0 320-16,0 0-192 0,5 86-324 16,-5-55-244-16,-5 5-116 0,1-1-172 15,-4-1-12-15,0 3-64 0,1-4-320 16,2-1-324-16,-3 3-100 0,-3-3-308 0,7-4-520 15,0-2-1021-15,-1-7-2503 16,1 6 1068-16</inkml:trace>
  <inkml:trace contextRef="#ctx0" brushRef="#br0" timeOffset="177345.65">21671 15090 1172 0,'0'0'1268'0,"0"0"5580"0,0 0-4939 0,0 0-701 16,0 0-264-16,-81-22-52 0,61 22-148 16,1 6 12-16,-1 4-164 0,-5 6-140 15,6 3-56-15,-1 6 52 0,5 1 12 16,-6 6-16-16,5-1-124 0,4 1-124 16,5-4-24-16,-2 5-12 0,9-5-64 15,0-3-96-15,0-2-8 0,12-4-4 16,0 0-60-16,1-4 24 0,6-2 36 15,-3-2-76-15,3-3-368 0,2-2-392 0,3-2-336 16,0-1-500-16,-9-3-1496 0,10-3-4645 16</inkml:trace>
  <inkml:trace contextRef="#ctx0" brushRef="#br0" timeOffset="177614.598">22161 15119 184 0,'0'0'12329'16,"0"0"-10421"-16,0 0-1088 0,0 0 476 15,0 0 220-15,0 0-184 0,-92 77-476 16,76-59-440-16,4 5-220 0,-1-1-4 0,10 0-56 16,-5 4-64-16,8-4-64 15,0 0 52-15,0 0-52 0,0-6-8 0,8 3-4 16,4-6-44-16,-4-4 44 0,3 1-68 15,6-7-64-15,-6 0-376 16,6-3-196-16,2-6-136 0,1-4-204 0,1-6-852 16,-6 4-2860-16,5-17-3893 0</inkml:trace>
  <inkml:trace contextRef="#ctx0" brushRef="#br0" timeOffset="177834.487">22554 15037 9924 0,'0'0'4781'16,"0"0"-4089"-16,0 0 292 16,0 0 348-16,0 0-112 0,77 50-128 15,-58-37-492-15,-3 3-368 0,5-3-112 0,-6 5-8 16,1-2-112-16,-8 7-12 16,0-1 12-16,-8 3-4 0,0 7 0 0,-8 0 0 15,-3 3-104-15,-10-1-172 0,1 2-136 16,-4-8-60-16,5-3-52 15,-6-1-72-15,5-10-116 0,1-3-252 0,2-8-576 16,6-3-1428-16,3-7-3657 0</inkml:trace>
  <inkml:trace contextRef="#ctx0" brushRef="#br0" timeOffset="178018.857">23117 15154 6444 0,'0'0'9173'0,"0"0"-7957"0,0 0-108 0,0 0 528 16,0 0-584-16,83 0-212 0,-63-10-367 16,0 1-437-16,0-1-36 0,0 1-633 15,0 0-487-15,-1 2-264 16,-6 7-796-16,-1 0-3200 0,-12 4-5389 16</inkml:trace>
  <inkml:trace contextRef="#ctx0" brushRef="#br0" timeOffset="178180.634">23104 15361 1748 0,'0'0'12341'0,"0"0"-10489"0,0 0-1096 0,0 0 352 16,0 0 124-16,0 0-92 0,0 0-116 15,0 0-123-15,0 0-237 0,77 0-276 16,-49-13-256-16,3-3-132 0,-3 3-144 0,-1-2-316 16,1 1-268-16,-7 3-209 0,3 0-283 15,-9 2-848-15,-2 2-2652 16,-6 1-3297-16</inkml:trace>
  <inkml:trace contextRef="#ctx0" brushRef="#br0" timeOffset="179067.71">24646 15081 1512 0,'0'0'236'0,"0"0"4736"16,0 0-2076-16,0 0-1131 15,0 0-225-15,-36-76-168 0,21 62-120 0,-1 0-48 16,-5 0-444-16,2 5 56 0,-5 2 60 15,0 7-264-15,-4 0-48 0,0 11-40 16,1 3-100-16,-6 12-32 0,6 9-63 0,-1 11 7 16,0 0 28-16,4 1-96 0,4 2-52 15,8-8-132-15,8-6-84 16,0-6-48-16,4-11-24 0,4-8-48 0,12-3-48 16,4-7 20-16,4-3 40 0,4-11-172 0,4-7-108 15,0-2 23-15,-4-3 61 16,-9 1 88-16,1 3 56 0,-4 6 100 15,0 3 12-15,-8 6-100 0,4 5 40 0,-4 2 20 16,0 0 40-16,4 7 48 0,0 5 116 16,3 7 20-16,-2 3 48 15,2 8-64-15,-2 0 28 0,-2 9 56 0,2 2-8 16,-5 7 36-16,-1-1 49 0,-3 6-41 16,-4 6-120-16,0 1 76 0,-7 0-4 15,-5 1-44-15,-1-5 20 0,-2 2 12 0,-5-11 16 16,8-5-52-16,-4-7-12 15,4-7-48-15,-4-3-72 0,4-9 48 0,0 0-48 0,0-7 76 16,1-2-40-16,-6-4-48 16,2 1-84-16,-6-4-40 0,1 0-32 15,1-4-96-15,-5-6-28 0,0-1 4 16,-4-6-100-16,4-2-96 0,-4-6 43 16,4-7 17-16,0 0-148 0,8 1-148 15,0-5-288-15,9 4-384 0,3 1-308 0,4 3-500 16,8-1-889-16,-1 9-2615 15,17-15 1512-15</inkml:trace>
  <inkml:trace contextRef="#ctx0" brushRef="#br0" timeOffset="179329.448">25196 15068 10104 0,'0'0'5117'0,"0"0"-4161"0,0 0 184 15,0 0 516-15,0 0-248 0,0 0-240 16,0 0-475-16,0 0-317 0,-56 79-96 16,45-60-28-16,-1 6-60 0,3-2-44 0,2 6-28 15,3-4-60-15,4 4 12 16,0 0-68-16,0-4-4 0,4 1 0 0,-1-5-56 16,10-1 8-16,-5-5 40 15,7-2-64-15,-2-4-136 0,6-2-224 16,1-4-164-16,1-3-157 0,2-6-195 0,5-7-312 15,0-3-1100-15,-8-3-3100 0,12-9-5057 16</inkml:trace>
  <inkml:trace contextRef="#ctx0" brushRef="#br0" timeOffset="179529.217">25571 15129 8672 0,'0'0'6109'0,"0"0"-5053"16,0 0-200-16,0 0 620 0,0 0-144 0,0 0-124 0,-55 82-260 15,42-56-387-15,5-4-197 16,4 3-48-16,1-2-16 0,-2-1-96 16,5-3-120-16,0-1-84 0,0-5-48 0,5-1-40 15,2-1-236-15,-3-5-220 0,8-3-185 16,0-3-211-16,4 0-232 16,0-13-488-16,0 4-2280 0,0-17-3201 0</inkml:trace>
  <inkml:trace contextRef="#ctx0" brushRef="#br0" timeOffset="179778.754">26053 14998 3756 0,'0'0'10609'0,"0"0"-8981"0,0 0-736 0,0 0 420 16,0 0 80-16,0 0-120 15,0 0-544-15,95 74-375 0,-70-62-97 16,-1 1 36-16,4 2-100 0,-5 5-84 0,1-5-60 15,-4 8 40-15,0-2-76 16,-4 6-12-16,-4-2 0 0,-4 4-48 0,-8 3 44 16,0-1-156-16,-5 0-80 0,-6 1-64 15,-9 0-73-15,0-3-87 0,0-1-192 16,-8-6-176-16,4 2-236 0,-8-3-712 16,9-9-2244-16,-29 11-3385 0</inkml:trace>
  <inkml:trace contextRef="#ctx0" brushRef="#br0" timeOffset="181751.407">26837 15319 1800 0,'0'0'9577'0,"0"0"-7617"0,0 0-956 0,0 0-32 15,0 0 236-15,0 0-284 16,0 0-356-16,0 0-72 0,0 0-28 0,92 0-88 15,-64 0-160-15,0 0-136 0,0 0-84 16,-4 0-8-16,4-3-64 0,-4-4-112 16,-1 2-380-16,2-6-188 0,-9 2-328 15,3-1-504-15,-6-2-1244 0,-6 5-3345 16</inkml:trace>
  <inkml:trace contextRef="#ctx0" brushRef="#br0" timeOffset="181982.775">27057 15072 484 0,'0'0'8232'0,"0"0"-6396"15,0 0-919-15,0 0 455 0,0 0 320 16,-16 75-184-16,16-50-280 0,0 8-360 16,0-1-264-16,0 3-88 0,0 2-60 15,0 5-288-15,0-2-56 0,-4-1-112 0,0-1-12 16,4-2-220-16,-4-7-260 0,4-1-84 15,0-6-164-15,8-3-144 16,4-6-292-16,0-4-540 0,8-6-800 0,-4 0-1529 0,12-9-1879 16</inkml:trace>
  <inkml:trace contextRef="#ctx0" brushRef="#br0" timeOffset="182345.844">27846 15249 7220 0,'0'0'4065'0,"0"0"-2373"16,0 0-980-16,0 0-152 0,0 0 348 15,0 0 216-15,0 0-440 0,0 0-348 16,-24 80-184-16,24-61 8 0,0-1 52 0,0-1-40 16,0 2-60-16,4-7-40 0,4 1-20 0,4-3-52 15,-5-4-4-15,6-3-72 16,2 0 76-16,2-3 8 0,-2 0 4 15,5-6-12-15,-3-7-136 0,2 1-72 0,-2-4-16 16,2 0 48-16,-3-4 4 16,0 2 96-16,-4-1 16 0,-4 2-36 0,0 2 96 15,-8 2 212-15,0 3 36 0,-8 1-136 16,0-1 24-16,-4 1 0 16,-4 0-24-16,-4-1-40 0,5 4 16 15,-6-1-28-15,6 1-8 0,-2 6-52 0,-3 0-108 16,9 0-116-16,-6 6-36 0,6 1-172 15,-1 2-168-15,0 1-268 0,8-1-252 16,-4 7-608-16,4-2-845 0,4-3-2775 0</inkml:trace>
  <inkml:trace contextRef="#ctx0" brushRef="#br0" timeOffset="183089.554">28487 15252 11361 0,'0'0'3092'0,"0"0"-1756"0,0 0-584 16,0 0 568-16,0 0 136 16,0 0-172-16,0 0-492 0,0 0-440 15,0 0-207-15,0 0-145 0,0 0-73 0,0 0-99 16,28 10 172-16,-12-10-12 0,4 0-520 15,8 0-264-15,-4-3-144 0,4-4-280 16,0-2-1200-16,-9 3-2925 0,5-4-4547 0</inkml:trace>
  <inkml:trace contextRef="#ctx0" brushRef="#br0" timeOffset="183548.098">28974 15189 12597 0,'0'0'2692'0,"0"0"-2040"0,-80 38-220 16,52-19 624-16,-4 7 440 0,4-1-332 15,5 4-516-15,6-1-404 0,6-3-160 16,2 1-20-16,5-4-64 0,4-6-136 16,4-4-84-16,8-5-256 0,4-4 24 0,4 0 0 15,0-3 108-15,4-6 124 16,0-1-128-16,0-5-96 0,-4 2 0 15,-1 1 144-15,2-4 176 0,-10 0 112 0,6 4 4 16,-6-1 4-16,2 1 4 0,-6 2 88 16,1 5 36-16,-4 2 100 15,4 0 36-15,-3 0 36 0,2 5 88 0,1 8-28 16,5 4-160-16,-6 1 24 0,5 11-8 16,-4 2 32-16,0 4 232 0,0 7-132 0,-4 3-140 15,0-4-8-15,-4 6 48 0,0-5-48 16,-8 2-52-16,0 1 76 15,0-11-39-15,0 1-21 0,-4-7-16 0,0-2-72 16,4-8 24-16,-4-1-84 0,0-4 52 16,0-3 8-16,1-8 8 0,-2-2-80 15,-2 0-192-15,-2 0-16 0,2-9 4 16,2-3-77-16,-2-4-107 0,2-7 20 16,6-6-144-16,-1-6-160 0,0-9-284 15,8-9-600-15,0-8-1068 0,0 17-2445 0,0-30-3555 16</inkml:trace>
  <inkml:trace contextRef="#ctx0" brushRef="#br0" timeOffset="183767.749">29423 14783 8188 0,'0'0'6845'0,"0"0"-5533"0,0 0-740 0,0 0 336 15,0 0 632-15,-11 76-304 0,7-51-532 16,0-2-472-16,0 2-100 0,4 1-44 16,-5-1-80-16,1 0-8 0,1 4-100 0,3-1-192 15,-4-3-388-15,0 4-248 0,0-1-188 16,4 2-544-16,0-9-1452 0,0 8-3793 16</inkml:trace>
  <inkml:trace contextRef="#ctx0" brushRef="#br0" timeOffset="184012.841">29782 15243 4120 0,'0'0'10217'0,"0"0"-8717"0,0 0-992 0,0 0 436 0,0 0 444 16,0 0-284-16,0 0-284 0,0 0-372 15,-80 47-240-15,69-28 24 16,-1 1 48-16,-1 5 1 0,6-2-17 0,-1 2-44 0,0 0-92 15,8-3-128-15,0-3-4 16,0 0-56-16,0-2 56 0,4-5-80 16,4 1-220-16,3-7-133 0,2 0-99 0,2-3-72 15,6-3-64-15,-2-7-224 0,5-1-548 0,-4-5-1452 16,4-6-2821 0</inkml:trace>
  <inkml:trace contextRef="#ctx0" brushRef="#br0" timeOffset="184255.221">29993 15249 80 0,'0'0'10456'0,"0"0"-8423"0,0 0-1053 0,0 0 252 16,0 0 392-16,0 0-280 0,0 0-416 15,0 0-328-15,-20 70-132 0,20-52-76 16,0 3-100-16,0-2-144 0,4 0-64 0,9-4-84 15,-2-2-8-15,6 0-64 0,6-4-248 16,5 0-132-16,0-2 256 0,7-7 184 16,-3 0-540-16,0 0-212 0,-4-10-216 15,0 4-632-15,-4-3-1256 0,-7 2-2173 16,2-2 481-16</inkml:trace>
  <inkml:trace contextRef="#ctx0" brushRef="#br0" timeOffset="184729.893">30293 15179 1604 0,'0'0'208'16,"0"0"-12"-16,0 0 196 0,0 0-132 0,0 0 1736 15,0 0-148-15,0 0-1160 0,0 0-608 16,0 0 88-16,0 0 416 0,0 0-40 15,0-2-492-15,0 2-52 0,0 0-844 0,0 0-584 16,-5 0-396-16,5 2-628 16,-4-2 1096-16,4 4 756 0,9-8 484 15</inkml:trace>
  <inkml:trace contextRef="#ctx0" brushRef="#br0" timeOffset="185299.657">30316 15112 744 0,'0'0'1708'0,"0"0"5060"16,0 0-5076-16,0 0-775 15,0 0-73-15,0 0 328 0,0 0-56 16,0 0-484-16,0 0-296 0,0 0-84 0,-87 13-24 16,71-1 48-16,-1 2 24 0,2-2 8 15,-2 2-8-15,6-2-52 0,-1-3-28 16,3 4-44-16,2-3-52 0,-1 2 24 16,0 1 0-1,-4 0 0-15,4 0-16 0,0 2 28 0,1 2 24 16,-6-2 28-16,5 1-4 0,1 3 0 0,-2-3-40 15,1-3-20-15,8 0-80 0,-4-4-68 16,4 0-4-16,0 1-4 0,0-1 0 0,4-2-64 16,4-1-28-16,1 0-20 0,2 1-100 15,-3-4 36-15,4 0-60 0,0 0-28 0,0 1 0 16,0-4-48-16,4 0-124 0,-4 0-88 16,4 0-40-16,4 0-156 15,-5-7-376-15,2 1-1004 0,-2-4-965 0,2 4-2171 16</inkml:trace>
  <inkml:trace contextRef="#ctx0" brushRef="#br0" timeOffset="185629.195">30738 15062 444 0,'0'0'6008'0,"0"0"45"15,0 0-5645-15,0 0-244 0,0 0 500 16,0 0 692-16,0 0 76 0,0 0-620 16,0 0-428-16,0 0-52 0,60 60 188 0,-48-41 180 15,-4 3-296-15,-4 4-196 16,0 3-96-16,4 2 36 0,-8-1 60 0,0 3-100 15,0-1-60-15,-4 1-44 0,-8-2-4 16,-8 4-180-16,0-4-128 0,-8 2-192 16,1-5-116-16,-10 3-60 0,2-1-228 15,-5-2-488-15,0-3-1276 0,9-6-2745 16,-21 4-1391-16</inkml:trace>
  <inkml:trace contextRef="#ctx0" brushRef="#br0" timeOffset="186738.416">22567 16665 5652 0,'0'0'7705'0,"0"0"-5905"15,0 0-944-15,0 0-16 16,0 0 664-16,0 0-20 0,0 0-288 0,0 0-476 16,0 0-355-16,0 0-53 0,0 0 440 0,51 33-208 15,-10-31-216 1,-2 2-148-16,-3-4-108 0,-1 0-72 0,-3-4-48 15,0 2-36-15,0-5-160 0,-8 0-152 0,0 2-100 16,-7-2-112-16,-2 7-313 16,-7 0-455-16,-8 0-1072 0,0 7-2660 0,-8 7-1717 15</inkml:trace>
  <inkml:trace contextRef="#ctx0" brushRef="#br0" timeOffset="186895.368">22634 16958 3156 0,'0'0'144'0,"0"0"5540"0,0 0-3191 16,0 0-993-16,0 0-344 0,0 0 312 0,0 0-28 16,0 0-396-16,84 22-416 0,-52-22-332 15,4 0-296-15,3-7 0 0,6-2-604 16,-6-4-312-16,5 0-304 0,-12 4-748 16,12 3-2929-16</inkml:trace>
  <inkml:trace contextRef="#ctx0" brushRef="#br0" timeOffset="187613.922">24092 16700 272 0,'0'0'6508'16,"0"0"-3976"-16,0 0-1136 0,0 0 45 16,0 0 55-16,0 0-156 0,0 0-28 0,0 0-264 15,0 0-316-15,0 0-180 16,0 0-244-16,-71 6-48 0,59 30 48 16,0 5 20-16,4 3 16 0,0 4 20 0,0-4-56 15,4-5-140-15,0-8-164 16,4-9-4-16,0-9-96 0,0-7-40 15,4-2-44-15,8-4-52 0,0-4-184 0,4-5 96 16,4-7 4-16,0-3-28 0,-5-3-4 16,2-4 104-16,-2 0-28 0,-2 7 72 0,-2 1 52 15,-3 5-48-15,-3 7 44 16,3 2-8-16,-5 4 36 0,1 7 124 16,4 6 448-16,1 8-88 0,-2 3-116 0,1 4-44 15,0 3 60-15,4 4-28 16,-8 1 88-16,4 1-52 0,-4-2 88 0,0 4 12 15,-4 2 24-15,0 0-64 0,0 3 24 16,-8 3 100-16,0-2-63 0,-8 0 155 0,0-4-96 16,0-3-256-16,-3-2-32 15,2-5-100-15,-2-6 24 0,3-3-72 0,0-9 0 16,4-3 48-16,4-7-60 0,0-3-40 16,0 0-116-16,0 0-40 15,-4-10-92-15,0-6 8 0,-4-3-36 0,-4-3 76 16,5-6 8-16,-6-5-121 0,5 2-119 15,4-1 92-15,1 4-84 0,7-1-124 16,4 1-456-16,0 2-576 0,8-2-856 16,7-1-640-16,-2 7-2357 0,11-13-367 0</inkml:trace>
  <inkml:trace contextRef="#ctx0" brushRef="#br0" timeOffset="187896.21">24786 16758 8868 0,'0'0'5205'0,"0"0"-4321"0,0 0-280 15,0 0 604-15,0 0 144 0,0 0-232 16,0 0-472-16,0 0-328 0,0 0-88 16,-84 38 24-16,69-23 12 0,-2 8 12 0,6 2 12 15,-2 3 0-15,2 4 1 16,3-3-41-16,-1 3-8 0,5-4-40 15,4-2-92-15,0-1-28 0,0-3-84 0,4-5 0 16,9-3-108-16,-2-3-136 0,6-5-252 16,-2-4-89-16,9-2 61 0,0 0-72 15,4-8-136-15,0-11-104 0,-1-1-796 16,-3 1-2128-16,4-16-2257 0</inkml:trace>
  <inkml:trace contextRef="#ctx0" brushRef="#br0" timeOffset="188102.348">25089 16761 8140 0,'0'0'5649'0,"0"0"-3669"15,0 0-1248-15,0 0 64 0,0 0 628 0,-60 73-24 16,48-51-376-16,4 1-428 16,4-4-279-16,4 2-53 0,0 2 4 15,0-1-76-15,8-3-44 0,4 0-40 0,0 0-108 16,3-3-84-16,2-4-232 15,-1-5-216-15,3-1-77 0,2-6-23 16,3 0-140-16,-5-13-184 0,5-6-620 0,-7 7-2328 16,2-13-4053-16</inkml:trace>
  <inkml:trace contextRef="#ctx0" brushRef="#br0" timeOffset="188345.125">25471 16712 3980 0,'0'0'9585'16,"0"0"-8137"-16,0 0-756 0,0 0 288 16,0 0 288-16,0 0-184 0,84 49-324 0,-68-37-380 15,4-2-148-15,-5 3 0 16,2-4 0-16,-2 4-76 0,1 3-44 0,-4 2-28 16,-3 5-36-16,-2 2-48 0,-3 4 0 15,-4 0-8-15,0 2-212 0,-7 4 40 16,-6-7-200-16,-2 4-72 0,-2-4 12 15,-2-2 24-15,-1-3-152 16,-1-1-124-16,-6-3-436 0,-1 0-1024 0,-3-3-2557 16,6-4-3483-16</inkml:trace>
  <inkml:trace contextRef="#ctx0" brushRef="#br0" timeOffset="190592.569">26165 17034 2844 0,'0'0'7852'15,"0"0"-5543"-15,0 0-781 0,0 0-432 16,0 0 272-16,0 0-80 16,0 0-252-16,0 0-204 0,0 0 56 0,0 0 25 15,107 13-245-15,-67-11-40 0,4-2-96 16,-1 0-192-16,-2 0-100 0,2-9-108 16,-3-1-52-16,-4-5-80 0,4-1-60 15,-8-3-156-15,0 3-208 0,-8-3-108 16,-9 3-84-16,-3 4-160 0,-3 1-245 0,-9 9-299 15,-9-2-192-15,-7 4-896 0,-8 4-828 16,0 9-1889-16,-11-1-243 0,-1 7 3436 16</inkml:trace>
  <inkml:trace contextRef="#ctx0" brushRef="#br0" timeOffset="190762.378">26276 17106 628 0,'0'0'1144'0,"0"0"-436"0,0 0-136 0,0 0 4940 15,0 0-2951-15,-16 74-625 16,24-59-424-16,8 1-64 0,0-3-156 0,4 0-216 15,3-3-92-15,5-5-68 0,4-5-96 16,0 0-212-16,9-9-319 0,-2-7-289 16,1-6-185-16,0-3-227 0,-4-4-260 15,-4-3-244-15,-4 4-164 0,-5-4-728 0,-7 10-2260 16,-8-10-2797-16</inkml:trace>
  <inkml:trace contextRef="#ctx0" brushRef="#br0" timeOffset="191012.682">26412 16675 8868 0,'0'0'2957'0,"0"0"-1385"0,0 0-1112 16,0 0 464-16,0 0 664 15,47 95-108-15,-30-57-332 0,-2 6-476 0,1 4-352 16,0 6-76-16,0 7-12 0,-4 3-36 15,-4-1-196-15,0 0-80 0,-4 0-80 16,4-2-196-16,-4-4-180 0,3-6-152 0,2-7-140 16,3-6-152-16,4-9-476 15,3-10-1128-15,5-16-2321 0,-7-3-2143 0,15-22 6564 16</inkml:trace>
  <inkml:trace contextRef="#ctx0" brushRef="#br0" timeOffset="191279.111">27331 17123 11625 0,'0'0'4876'16,"0"0"-4316"-16,0 0-24 0,21 69 392 15,-9-53 448-15,0-7-424 16,3-2-636-16,5-7-316 0,5-3-160 0,3-10 52 16,0-9-64-16,0-3-228 0,-5-5 20 0,1 3 36 15,0-2 24-15,-4-3 188 16,-4 7 104-16,-5 2 28 0,-6 1 124 15,-1 3 12-15,-4 7 72 0,-4-1 100 0,-5 1 56 16,-10 1-264-16,-5 3-100 16,-4 1-148-16,-8 3 12 0,1 4 4 15,-10 6-212-15,2 13-48 0,-5 7-136 0,-8 12-116 16,4 7-536-16,-4 6-904 0,13-11-1068 16,-22 24-2729-16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5-30T08:00:58.51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2099 1200 6308 0,'0'0'5949'0,"0"0"-5349"0,0 0-152 16,0 0 340-16,-4-73 500 0,0 57-32 0,0 3-184 15,-3 4-120-15,2 3-364 0,1 2 12 0,4 4-48 16,-4 0-212-16,0 10-340 15,4 3-24-15,-3 9-196 0,3 16 220 16,-4 9 0-16,0 17-40 0,4 12-44 16,0 7 72-16,0 5-148 0,8 1 152 0,-1-3-104 15,6-7-96-15,2-9 196 16,-3-12 4-16,4-16 8 0,0-17-60 0,-4-10-24 16,7-8 84-16,-2-7 96 0,7-7 76 15,0-8-72-15,3-10-100 0,1-8-168 16,0-8-16-16,4-10-48 0,4-6-76 15,-5-3-12-15,2-4-76 0,-6-3-284 16,-3 4 196-16,-3-1 124 0,-6 4 24 16,-2 3 12-16,-6 3 232 0,-3 2-184 0,-4 5 264 15,0 6 12-15,4 6 188 0,-4 13 128 16,0 3 72-16,0 10 96 0,0 5-48 16,0 4-76-16,0 0-64 15,0 0 12-15,0 4-64 0,0 2-188 0,4 10-48 16,-4 6 68-16,0 10 184 0,5 6-40 0,-5 13-216 15,0 6 52-15,0 6-56 0,-5 6-8 16,1 5-128-16,0 2-180 16,0-7-252-16,4-1-172 0,0-13-116 15,4-11-512-15,4-11-964 0,1-13-1857 0,6-13-1819 16</inkml:trace>
  <inkml:trace contextRef="#ctx0" brushRef="#br0" timeOffset="213.389">3055 1796 6564 0,'0'0'5345'0,"0"84"-4613"0,0-34-68 15,-4 16 400-15,1 14 376 0,-9 9-412 0,-1 6-428 16,2 1-368-16,-2-1-108 0,6-2-24 16,-1-9-88-16,4-8 0 0,0-15-12 0,4-13-44 15,0-16-32-15,0-14-120 0,4-8-188 16,0-7-40-16,0-3 36 15,0-6-128-15,-1-7-276 0,1-6-144 0,-4-12-276 16,5-11-881-16,-5 7-1143 0,0-32-1548 16</inkml:trace>
  <inkml:trace contextRef="#ctx0" brushRef="#br0" timeOffset="433.195">2920 1895 10104 0,'0'0'1793'0,"0"0"-1025"15,32-67 48-15,-20 46 376 0,8-5-156 16,-5 1-232-16,6 6-168 15,-1-1-116-15,-1 5-84 16,-2 2-216-16,3 7-220 0,-5 2-8 0,-3 4-40 16,0 6 48-16,-4 14 12 0,-4 8 64 15,-4 8 144-15,0 11-220 0,-4 7-232 0,-11 0-36 0,-2-4 104 16,2-3-8-16,-2-5 48 16,-3-10 0-16,9-10-260 0,-1-2-276 15,3-8-272-15,2-5-496 0,-1-5-668 0,8 3-2141 16,0-5-2055-16</inkml:trace>
  <inkml:trace contextRef="#ctx0" brushRef="#br0" timeOffset="1017.709">3740 1689 11745 0,'0'0'1716'0,"0"0"-952"16,0 0-144-16,0 0 804 0,0 0-128 0,0 0-124 15,0 0-68-15,0 0-272 0,0 0-344 16,0 0-268-16,-79 31-100 0,51 5-36 16,0 2 24-16,0 0-108 0,9-7 0 0,3-2-4 15,4-10-44-15,7-9-48 0,5-4-12 0,5-3-148 16,7 0-60 0,8 1 232-16,8-2 84 0,4 8 0 0,-1-3 12 15,1 2-12-15,0 0 0 0,-9 5-40 0,1-2 40 16,-7 4 184-16,-2 0 12 15,-6 0-52-15,-5 3 28 0,0-1-40 16,-4-1-24-16,0-2-8 0,-8-2-15 0,-1 3-85 16,-2-6-145-16,-2-1-147 15,2-5-196-15,-5-2-120 0,0-2-128 0,4 0-356 16,-4-8-544-16,4-11-692 0,8-1-1537 16,-12-24-2315-16</inkml:trace>
  <inkml:trace contextRef="#ctx0" brushRef="#br0" timeOffset="1373.364">4060 1086 12057 0,'0'0'1892'0,"0"0"-1132"0,0 0 96 16,0 0 588-16,0 0 176 0,63 95 0 0,-63-55-388 16,0 12-419-16,0 8-281 15,-3 9-252-15,-10 12-124 0,1 5-148 16,-4 2-8-16,8-1-80 0,1-10-88 0,3-13-244 15,0-16 84-15,4-12 72 0,0-14 88 16,4-11 47-16,3-4-39 16,-3-7-120-16,4 0-84 0,5-2-28 0,2-9 124 15,1-4 136-15,5-3-4 0,2-1 0 16,-7 2-60-16,3 1 184 0,2 7-36 16,-5 5-88-16,3 4-84 0,-2 7 220 15,2 9 404-15,1 2 220 0,-3 6-292 0,-2-3-52 16,-2 4 12-16,-5 1 36 0,-1-1-72 15,-3-5-111-15,4-5-97 0,-3-2-48 16,-5-7-108-16,4 1-161 0,-1-7-339 16,5 0-196-16,0-4-128 0,0-5-508 0,4-4-1164 15,0 0-2377-15,0-15-3027 0</inkml:trace>
  <inkml:trace contextRef="#ctx0" brushRef="#br0" timeOffset="1644.213">4717 1956 7264 0,'0'0'6093'0,"0"0"-4961"0,0 0-412 16,0 0 740-16,0 0 140 0,0 0-604 0,56 65-552 16,-52-65-336-16,7 0-60 0,2-2 28 15,-2-8 20-15,10-5-96 0,-6-5-248 16,5 2-120-16,-8-1 60 0,0-1 40 16,-8 5 44-16,0 5 160 0,-4 3 64 0,0 2 148 15,-8 1 84-15,-8 1-120 0,1 0 108 16,-6 3 40-16,-3 0 80 0,1 6-80 15,-5 10-168-15,4 3-88 0,0 9 52 0,0 7 92 16,0 0 60-16,4-3-88 16,9-3-120-16,-2-7-168 0,9-6-712 15,4-10-104-15,4-6-288 0,13-9-116 0,2-14 180 16,13-8-496-16,-8-1-1041 0,24-31-4563 16</inkml:trace>
  <inkml:trace contextRef="#ctx0" brushRef="#br0" timeOffset="1833.406">5414 1352 11537 0,'0'0'1984'0,"0"0"-1236"0,4 74 88 0,-4-33 1008 15,0 9-60-15,-7 2-228 16,3 0-532-16,-1 6-487 0,1 0-341 16,0 5-132-16,4 0-64 0,0-9-244 0,0-6-97 15,4-13-47-15,0-14-28 0,1-10 52 16,2-5-152-16,-7-3-368 0,4-3-448 15,-4-3-908-15,0 0-1740 0,-11-13-2057 0</inkml:trace>
  <inkml:trace contextRef="#ctx0" brushRef="#br0" timeOffset="1953.186">5183 1749 9836 0,'0'0'1533'0,"0"0"-1121"0,0 0 624 15,112 3 216-15,-65-11-708 0,5-9-140 0,8 1 88 16,-4-3-332-16,4 0-160 15,0-3-604-15,-9 3-1488 0,-11 6-3345 16,7-4-1555-16</inkml:trace>
  <inkml:trace contextRef="#ctx0" brushRef="#br0" timeOffset="2350.882">2470 2508 12657 0,'0'0'1260'0,"0"0"-1256"16,0 0-4-16,0 0 852 15,0 0 28-15,0 0 16 0,119-26 432 0,-55 14-96 16,20-4-420-16,4 7-396 0,11-1-160 15,4 1-76-15,13 4-56 16,11 5-16-16,9 0 52 0,3 0-28 0,9 0 136 16,4 5 0-16,-5-3-99 0,8 2-117 15,-3-4 104-15,7 0-84 0,4 0-12 16,0 0-48-16,1-4 36 0,-4 2-48 0,-1-3-52 16,-8 0-8-16,-7 2-156 15,-1 0-189-15,-11 0 153 0,-13-1-52 16,-11 1-4-16,-17-1-8 0,-12 2-184 0,-14 2 72 15,-14-3-76-15,-6 3-236 0,-13 0-624 16,-4-3-1112-16,-13 3-2449 0,-7 0-2679 16</inkml:trace>
  <inkml:trace contextRef="#ctx0" brushRef="#br0" timeOffset="3238.36">9067 1533 8824 0,'0'0'1204'0,"0"0"1445"15,0 0-1297-15,0 0-228 16,0 0-24-16,0 0-4 0,0 0-380 16,0 0-380-16,21 6 32 0,7 4 148 0,11-4 60 15,2 1-268-15,-2 0-40 0,-3-5-96 0,-4 1-168 16,-4-3 4-16,0 0 0 15,-4 0 4-15,-1-5-12 0,-3-6-184 16,1 2-352-16,-2-3-80 0,-3-1-108 0,-4 3-128 16,0 1-256-16,-4 2-792 0,-4 4-892 15,-4 3-2277-15,0 0-647 0</inkml:trace>
  <inkml:trace contextRef="#ctx0" brushRef="#br0" timeOffset="3466.764">9291 1562 5076 0,'0'0'4244'0,"0"0"-2668"0,0 0-815 15,0 0-209-15,0 0 176 0,-24 66 140 16,20-37-8-16,4 6-140 0,0 3-16 0,4 6-236 16,0 1-44-16,-4 3-228 15,0 2-84-15,0 2 0 0,0-5-100 16,0-6-12-16,0-3-48 0,-4-6-200 0,0-3-228 15,0-1-316-15,-4 1-212 0,-4-1-264 16,1-2-436-16,2-7-2233 16,-7 6-1591-16</inkml:trace>
  <inkml:trace contextRef="#ctx0" brushRef="#br0" timeOffset="3644.928">8981 2289 6868 0,'0'0'2804'0,"0"0"-819"16,0 0-489-16,0 0-8 15,0 0-140-15,0 0-496 0,0 0-328 0,0 0 48 16,0 0 32-16,0 0 36 0,95 6-152 16,-67-3-180-16,8-3-200 0,-4 0-96 0,3-6-12 15,1-7 0-15,-4 1-488 0,3-7-112 16,1-1-352-16,1-1-564 16,-9 5-1360-16,11-10-3489 0</inkml:trace>
  <inkml:trace contextRef="#ctx0" brushRef="#br0" timeOffset="3820.338">9805 2076 8928 0,'0'0'3937'0,"0"0"-3325"0,0 0 340 0,0 0 724 0,83 32 108 16,-58-32-588-16,-5 0-472 16,3-6-308-16,5-7-148 0,0-6-168 0,-4-7-100 15,4 1-576-15,0-3-232 0,0-5-300 16,-5-1-520-16,-3 8-2172 0,1-12-2673 15</inkml:trace>
  <inkml:trace contextRef="#ctx0" brushRef="#br0" timeOffset="4101.34">9965 1651 7280 0,'0'0'2888'15,"0"0"-1135"-15,-13 76-165 0,13-41 208 0,0 10-40 16,4-1-332-16,9 7-464 0,-2-1-372 0,6 7-64 15,-2 1-72-15,5 2-148 16,-4 4-144-16,0-4-28 0,-4-3-48 0,4-2-8 16,-8-2-28-16,-1-6 37 0,1-2-13 15,-3-1 16-15,-1-2-28 16,-4-4-48-16,0-7 60 0,-4-2-60 0,-5-10 36 16,2-3 24-16,-1-10 24 0,-5-2 64 15,-2-4-160-15,-5-7-232 0,-8-6-276 16,-4-2-149-16,-4-8-15 0,-3 1-84 15,-1-3-128-15,-1-4-40 0,6 3-196 16,7 1-1104-16,9 0-480 0,6 6-1717 16,13-10-1811-16</inkml:trace>
  <inkml:trace contextRef="#ctx0" brushRef="#br0" timeOffset="4469.609">12287 1794 15673 0,'0'0'2768'0,"0"0"-1772"0,0 0-712 16,0 0 32-16,-84-3 148 0,52 12 256 15,-3 4-27-15,-1 6-269 0,4 3-168 16,-4 4-76-16,5 2-108 0,3 1-60 16,3 3-12-16,5-1 8 0,1 1 92 15,6-4-88-15,6 1 36 0,-1-4-36 0,8 0 48 16,0-1 0-16,0-6-48 16,11 1 0-16,6 0-12 0,2-6 0 15,5 0-60-15,8-4 0 0,0-6-220 0,8-3-168 16,4 0-49-16,3-9-27 0,13-4-144 15,0-6-248-15,8-3-548 0,-20 2-2528 16,15-5-4553-16</inkml:trace>
  <inkml:trace contextRef="#ctx0" brushRef="#br0" timeOffset="9233.643">13745 1844 8796 0,'0'0'4533'0,"0"0"-3301"0,0 0-628 15,0 0-60-15,0 0 172 16,0 0 392-16,0 0-228 0,9 73-352 16,-9-41-184-16,4 0-48 0,-1 6-76 15,-3 0-48-15,4 0-88 0,-4-3-84 16,0-2-44-16,0-5-4 0,4-10-28 0,-4-1-312 15,0-8-180-15,4-3-48 0,-4-6-124 16,0 0-196-16,0 0-296 0,0-9-640 16,0-2-1205-16,-4-14-3655 0</inkml:trace>
  <inkml:trace contextRef="#ctx0" brushRef="#br0" timeOffset="9401.412">13638 1596 10796 0,'0'0'3897'0,"0"0"-3105"0,0 0-252 16,0 0 128-16,0 0 4 0,0 0-312 0,0 0-360 15,0 0-24-15,95-59-536 0,-67 49-264 16,8 7-96-16,0-1-572 16,-8 4-1284-16,15 0-4113 0</inkml:trace>
  <inkml:trace contextRef="#ctx0" brushRef="#br0" timeOffset="9689.756">14319 1670 7416 0,'0'0'5021'0,"0"0"-4409"15,0 0-52-15,0 0 276 0,-88 92 212 0,60-58-140 16,0 2-96-16,0-1-356 0,5-7-84 16,7 1-100-16,4-7-60 15,4-3-124-15,8-7-88 0,0-1-12 0,12-5 4 16,4 0 8-16,8-4 68 0,0 3 52 0,4-3-20 15,0-2 0-15,-5 4 20 0,5-1-72 16,-8 0-48-16,0 4 0 16,-4 2 8-16,-4 4-8 0,0-1-48 0,-8 1 40 15,4 3 8-15,-8 0-8 16,0-4 4-16,0 4-56 0,-12 0-88 0,0 0-172 16,0-4-148-16,-4 2-116 0,0-9-224 0,4 2-424 15,0-3-744-15,0-2-1013 16,-8-2-3251-16</inkml:trace>
  <inkml:trace contextRef="#ctx0" brushRef="#br0" timeOffset="11133.06">15949 1867 1448 0,'0'0'1356'0,"0"0"-1056"0,0 0-12 0,0 0 1836 16,0 0 344-16,0 0-1040 15,0 0-512-15,0-73 13 0,-8 60 87 16,3 1-32-16,-2-1-120 0,-1 1-156 0,0-2 0 15,-1 4-28-15,2 1-44 0,-1 6-24 16,0-3-68-16,0 6-112 0,0 0-136 16,0 0-60-16,-3 9 8 0,-6 7-184 0,-3 3-8 15,4 9-4-15,0 7-36 16,5 4 36-16,-1 2-48 0,-1 3 12 16,10-6 48-16,-1-2-60 0,4-11-12 0,0-3-76 15,0-9-48-15,7-4 40 0,1-5-64 16,5-4 12-16,-2 0 24 15,6-10 40-15,-6-3 32 0,9 0 48 0,-8-5-4 16,4-6-104-16,0 6 64 16,-4-3 0-16,0-5 36 0,3 6 4 15,-6 5 0-15,-1 2-44 0,3 7 4 0,-2 6-100 16,-1 0-76-16,0 6 224 0,4 10 284 16,0 3-72-16,-1 3-76 0,-2 1 48 15,3-1-12-15,-1 0-164 0,2-7 92 0,-6 1-52 16,5-3-40-16,-3-3-8 0,2-4 0 15,-3-3-88-15,4 1-56 16,-4-4-192-16,4 0-44 0,0-4-44 0,4-2-60 16,-4-4-48-16,4 1-288 0,-5-4-428 15,6 3-392-15,-6-2-581 0,-2 5-1695 0,3-11-1800 16</inkml:trace>
  <inkml:trace contextRef="#ctx0" brushRef="#br0" timeOffset="12176.234">17036 1692 8112 0,'0'0'3245'16,"0"0"-1821"-16,0 0-1016 0,0 0-400 0,0 0 424 16,0 0 280-16,0 0 160 0,0 0-56 15,0 0-60-15,0 0-72 16,88-9-4-16,-68 37-148 0,-8 5-200 0,-1 4 36 15,-2 3-184-15,-5 6-36 0,-4-2-88 16,0 1-48-16,-8-5 28 0,0 2-40 16,0-10-108-16,0-7 8 0,4-3 100 15,0-9 0-15,0-6 12 0,4-7 64 16,0 0 20-16,0-7-48 0,0-6-40 0,4-6-8 16,0-9-4-16,4-4-4 0,4-6 8 15,0 1 52-15,0 1-52 16,-1 1-8-16,2 6 0 0,-2 4 4 0,6 6 0 0,-6 0 0 15,2 7-68-15,-5 5 24 16,3 0-12-16,-7 7-28 16,5 0-36-16,-5 0-20 0,0 0 80 0,-1 0 52 15,1 3-48-15,0 4 12 0,0 0-16 16,1 2-44-16,-5 0-224 0,0 1-140 16,0-1-108-16,0 4-180 0,0-3-192 0,0-4-308 15,0 0-292-15,0-2-564 0,-5-4-2133 0,5 0-1163 16</inkml:trace>
  <inkml:trace contextRef="#ctx0" brushRef="#br0" timeOffset="13000.13">16885 1695 6960 0,'0'0'1660'0,"0"0"424"15,0 0-1027-15,0 0-301 0,0 0 504 16,0 0 160-16,0 0-200 0,0 0-284 16,0 0-256-16,0 0-112 0,0 0 84 15,91-47 36-15,-70 53-200 0,3 3-24 0,4-2-40 16,-5 2-108-16,5-3-71 0,-4 4-49 0,0-3-88 15,0-1 12-15,-1 0-36 0,2-3-80 16,-5 0 8-16,4 1-8 16,-5-4-4-16,-2 3 0 0,-2 0 4 15,-2 0-4-15,-2 3-48 0,-7 1-12 0,4-1 0 16,-8 7-48-16,0 3 24 16,-8 5-28-16,-4 5-145 0,-8 3-71 15,0 3 12-15,-3 0 24 0,-1 3-36 16,0-3 36-16,-4-1 32 0,3 1 64 15,-2-3 88-15,3-4 104 0,0 0 4 0,0 1 0 16,9-5-4-16,-6-2 4 0,10 1 0 16,2-8 0-16,5-5 96 0,0-4 4 15,4 0-28-15,4-3 4 0,5 0 216 16,6 0 124-16,2 0 8 0,6-3 16 0,1-3-112 16,4-5 13-16,0 3-41 15,0-2 88-15,0-2-108 0,0 2-52 0,-5 0-80 16,1 2-144-16,-3-3-4 0,-1 5-8 15,-5-1-104-15,2 1-188 0,-2 0-220 16,-3 0-136-16,0 2-121 0,0 1-163 16,0 0-360-16,-4 3-732 0,0 0-1032 15,-4 0-2205-15,-1 0-2507 0</inkml:trace>
  <inkml:trace contextRef="#ctx0" brushRef="#br0" timeOffset="13333.411">17506 2021 5580 0,'0'0'5865'16,"0"0"-4901"-16,0 0-288 0,0 0 484 0,80 52 692 16,-60-43-600-16,0 1-312 0,4-7-312 15,0 0-160-15,0-3-88 16,4-9-100-16,-1-4-120 0,6-6-36 0,-6-3-124 0,1-4-4 16,-4 1-60-16,-4-3-96 15,0 2-120-15,-8 1-36 16,-4 3 80-16,-4 2 52 0,-4 1 48 0,0 3 40 15,-8 1 8-15,-8-2-72 0,-4 5-12 16,0 2-64-16,-4 5 176 16,5 1 48-16,-5 4-132 0,3 12 144 0,2 7 100 0,-1 6 72 15,3 11-24-15,2 2 124 0,-2 4 8 16,6 2 4-16,-1 1 96 0,4 2-12 16,4-6-76-16,0-3 16 0,0-2-104 15,4-8-200-15,4-9-4 0,0-6-132 0,8-7-100 16,0-6-48-16,8 0-52 0,-1-6-184 15,2-10-244-15,7-7-328 16,0-2-968-16,-9 4-2060 0,13-21-2289 0</inkml:trace>
  <inkml:trace contextRef="#ctx0" brushRef="#br0" timeOffset="13566.819">18156 1765 5320 0,'0'0'6829'15,"0"0"-5653"-15,0 0-464 0,0 0 300 0,52 83 412 16,-45-51-80-16,-7 5-64 15,0 4-384-15,0-3-260 0,0 4-136 16,-4-7-136-16,-3 3-208 0,3 0-152 0,-8-3 8 16,7-3-12-16,2-10-60 0,-1-3 48 15,4-9 0-15,0-4-84 0,4-6 12 0,4-6-124 16,4-7 208-16,8-9 0 0,-1-3 0 16,6-11-24-16,3-5-332 15,3-4-156-15,-3 1-136 0,4-1-184 16,-4 1-428-16,4 0-808 0,-4 6-1092 0,-9 9-1985 15,9 1-191-15</inkml:trace>
  <inkml:trace contextRef="#ctx0" brushRef="#br0" timeOffset="13818.738">18598 1854 3040 0,'0'0'1432'0,"0"0"4644"15,-3 83-3519-15,-1-49-869 0,-5 4-468 0,5 1-180 16,0-11 100-16,4-2 8 16,0-11-244-16,8-5-428 0,5-10-244 0,6 0 0 15,1-3-24-15,8-10-16 0,0-6-132 16,8-6-60-16,-4-4-84 0,3-2-244 15,-7-2 84-15,0 5 72 0,-7 3 4 16,-14 2-40-16,1 8 28 0,-8-1 180 16,-8 3 148-16,-8 3-40 0,-3 1-32 15,-9 2-72-15,-4 7 0 0,-4 0 4 16,-5 10 4-16,6 3-12 0,-5 6-76 0,1 0-20 16,2 3 12-16,5 0-28 0,0 1-108 15,9-5-344-15,3 4-284 0,3-2-436 16,2 2-812-16,3-6-1916 0,-4 6-3701 0</inkml:trace>
  <inkml:trace contextRef="#ctx0" brushRef="#br0" timeOffset="14386.352">20024 1977 1696 0,'0'0'5896'0,"0"0"-3564"0,0 0-771 15,0 0-241-15,0 0 156 16,0 0-100-16,0 0-308 0,0 0-148 0,0 0-336 15,0 0-56-15,0 0 64 0,-75 61 20 16,63-32-112-16,0 2-196 16,8-8-120-16,0-5-184 0,4-5-40 15,0-7-84-15,8-6-68 0,7 0 20 0,2-9 100 16,7-7 20-16,0-3-104 0,3-6-188 16,-3-4 0-16,0-3 0 0,-3 4 40 15,-6-1 20-15,-2 4-160 0,-6 3 32 16,-3 3 240-16,-4 6 24 0,-7 4 148 0,-6 2 172 0,-2 1-24 15,-10 6-60-15,1 0-88 16,0 0 8-16,1 10 192 0,-1 5-4 16,0 1-188-16,3 3-8 0,6-3-60 15,3 1-76-15,8-6-148 0,0 3-388 16,4-2-1048-16,0-5-1432 0,8-1-3909 0</inkml:trace>
  <inkml:trace contextRef="#ctx0" brushRef="#br0" timeOffset="14533.616">20324 1944 6216 0,'0'0'7293'0,"0"0"-5409"16,75 8-852-16,-47-8 88 0,0 0-180 0,0-6-432 0,0-7-104 0,4-3 100 15,-1-9-40-15,1-4-368 0,4-6-96 0,0-2-600 16,0-2-332-16,0 1-92 16,-4-3-456-16,-8 6-1016 0,-9 10-2197 15,-7-7-2199-15</inkml:trace>
  <inkml:trace contextRef="#ctx0" brushRef="#br0" timeOffset="14788.074">20574 1451 7400 0,'0'0'624'16,"0"0"3265"-16,0 0-3029 0,0 0-300 0,-39 88 216 15,39-56 500-15,-4-1 92 16,4 8-248-16,0-1-380 0,4 7-236 0,0 5-120 16,0 4-44-16,-1 3-120 0,1 4-96 15,5 2-120-15,-5 4 8 0,4 1-12 0,-5-5 4 16,5 3-4-16,-4-6 4 15,1 1-4-15,-1-4-4 0,0 0-8 0,-1-2-72 16,-3-5-212-16,0-3 16 16,0-3 20-16,-7-4 88 0,-2-7 12 15,1-7 0-15,-3-8-36 0,-6-4-76 16,2-8-48-16,-2-6-4 0,-2-6-208 0,-1-13-292 16,3-9-424-16,2-14-896 15,7 4-2325-15,4-38-3751 0</inkml:trace>
  <inkml:trace contextRef="#ctx0" brushRef="#br0" timeOffset="14999.867">21590 1952 15045 0,'0'0'2504'0,"0"0"-2092"0,0 0-128 0,88 22 268 15,-52-19-32-15,0 1-32 16,8-4 12-16,-1-7-280 0,6-4-180 0,2-6-40 16,1-2-356-16,0-3-380 15,-1-3 0-15,-6-1-104 0,-2-2-800 16,-11-2-1448-16,-8 8-2753 0</inkml:trace>
  <inkml:trace contextRef="#ctx0" brushRef="#br0" timeOffset="15267.049">21933 1489 3920 0,'0'0'6096'16,"0"0"-3063"-16,-32 69-2153 0,28-36-72 0,-3 8 552 15,3 6 364-15,0-2-344 0,4 5-448 16,0 2-336-16,0 5-180 0,0-1-112 0,0 5-36 16,0 2-75-16,0 4-133 0,0-1-20 15,0 1-40-15,-5-3-8 16,1 0-52-16,-4-1 48 0,5-3-109 0,-5-3-63 15,-1 0-44-15,1-6-28 0,-3-3-24 16,2-4-28-16,-2-8 92 0,-5-5 92 16,4-9-12-16,-9-3-8 0,2-6-88 15,-1-7-100-15,-8-6-88 0,0 0-72 16,0-12-312-16,-4-11-768 0,-4-2-804 0,8 0-2605 16,-15-25-3483-16</inkml:trace>
  <inkml:trace contextRef="#ctx0" brushRef="#br0" timeOffset="16067.003">23053 2219 6856 0,'0'0'4441'0,"0"0"-2177"16,0 0-628-16,0 0-632 16,0 0-164-16,0 0-168 0,0 0-288 15,0 0-372-15,0 0-12 0,0 0-560 0,0 0-544 16,0 0-496-16,19-12-1436 15,-15 8-4633-15</inkml:trace>
  <inkml:trace contextRef="#ctx0" brushRef="#br0" timeOffset="16906.783">24025 1552 5472 0,'0'0'324'16,"0"0"4688"-16,0 0-3431 0,0 0-409 0,0 0-4 15,0 0-136-15,-56 74-236 16,44-37-176-16,-4 8-160 0,4 5 84 16,-4 5-48-16,0-1-56 0,0-4-96 0,4-4-84 15,1-9-92-15,7-5-152 0,-1-10-8 16,1-6-8-16,4-6-4 0,0-5-72 16,0-1-8-16,9-4-28 0,-1 0 112 15,7-4 40-15,-2-1 48 0,6-5-88 0,5-3-60 16,0-3-164-16,0-6-68 15,0-1-28-15,0-4 36 0,4-5 48 16,-4 3 16-16,0 1 24 0,-5 2-4 0,1 7 64 16,-3 5-52-16,-6 9 64 0,1 5-24 15,-3 0 12-15,2 12 136 0,-7 8 152 16,4 5-16-16,-4 7 76 0,1 0 24 16,-2 2-36-16,-3-5-16 0,4-1 52 15,-4-5 20-15,4-7 76 0,0-3 124 16,0-11-212-16,4 1-156 0,0-3 32 0,4-5 88 15,-1-8 52-15,6-6-32 0,3-3-68 16,-1-8-64-16,-2-3-96 0,2-3-4 16,-3 1-68-16,1 0-36 0,-2 4-184 15,-3-1-224-15,0 7-108 0,-4 0-52 16,0 5-44-16,1 7-196 0,-2 4-556 16,-3 5-1116-16,0 4-2185 0,0 0-2203 15</inkml:trace>
  <inkml:trace contextRef="#ctx0" brushRef="#br0" timeOffset="17170.403">24734 1752 4804 0,'0'0'7661'0,"0"0"-6129"16,0 0-964-16,0 83 88 0,0-48 640 0,-4 3 124 15,-4-2-448-15,0-3-540 0,0-3-336 16,4-9-96-16,0-5-60 16,0-3-52-16,4-7-328 0,0-6-276 0,0 0-240 15,0-6-460-15,0 0-1168 0,0-17-2725 16</inkml:trace>
  <inkml:trace contextRef="#ctx0" brushRef="#br0" timeOffset="17336.809">24618 1502 4332 0,'0'0'9085'0,"0"0"-7649"0,0 0-856 15,0 0 736-15,0 0 112 0,0 0-428 0,88-4-352 16,-60 4-380-16,8-6-168 0,-1 3-100 15,10-3-172-15,-6-1-328 0,1 1-496 16,4 3-504-16,-16-1-1180 0,8 4-3577 16</inkml:trace>
  <inkml:trace contextRef="#ctx0" brushRef="#br0" timeOffset="17516.574">25013 1867 4408 0,'0'0'9381'0,"0"0"-8105"15,0 0-708-15,-8 79 812 0,16-67 316 0,4-1-420 16,4-9-788-16,8-2-428 0,4-2 28 16,4-11-12-16,7-13-76 0,1-2-328 15,4-11-332-15,-4-3-288 16,-1-5-660-16,-11 17-1600 0,4-25-3589 0</inkml:trace>
  <inkml:trace contextRef="#ctx0" brushRef="#br0" timeOffset="17719.312">25383 1200 6320 0,'0'0'5469'0,"-11"83"-4341"16,3-36-400-16,-5 13 716 0,2 13 536 0,-5 1-184 16,0 2-608-16,0-4-624 0,0-1-344 15,0-6-220-15,4-6-200 0,5-12-252 16,-2-5-184-16,5-15 44 0,4-10-24 15,0-11-212-15,13-6-444 0,2-17-364 16,1-8-464-16,0 0-2693 0,8-32-1851 0</inkml:trace>
  <inkml:trace contextRef="#ctx0" brushRef="#br0" timeOffset="18016.787">25583 1144 8836 0,'0'0'4801'0,"0"0"-4125"0,0 0-32 0,19 69 336 16,-19-25 324-16,0 7-176 0,-7 6-132 15,-5 10-200-15,-4-1-188 16,0 7-120-16,0-3-100 0,0 3-155 0,0-6-149 16,1 0-84-16,2-13-68 0,5-7-101 15,8-12-87-15,0-12-24 0,0-11-12 0,4-10-24 16,8-2 84-16,4-2 108 0,4-15-24 16,8 3 4-16,-1-9-116 15,1 4 16-15,4 0 60 0,-4 3 72 0,-4 7 4 16,0 5-4-16,-4 4 112 0,0 7 128 15,-4 5 168-15,0 8 32 0,-4-1 4 16,0 2-112-16,-4 4-72 0,-1 1-64 16,2-3-84-16,-1-1-8 0,3-3-140 15,-2 0-304-15,6-3-332 16,2-6 32-16,2-1-572 0,-6-6-2972 0,15-3-3633 0</inkml:trace>
  <inkml:trace contextRef="#ctx0" brushRef="#br0" timeOffset="18816.89">26782 1552 2072 0,'0'0'420'0,"0"0"5892"15,0 0-4103-15,0 0-489 0,0 0-140 16,0 86-256-16,0-45-120 0,-3 7-96 15,-6 6-160-15,1 6-272 0,0-3-124 0,0 1 68 16,4-12 40-16,0 0-320 0,4-14-256 16,0-14-84-16,4-2-108 15,8-9 8-15,0-4-8 0,4-3 100 0,0-3 8 16,4-10 0-16,4-3-8 0,-4-6-116 0,4-7-44 16,-4 1-52-16,-1-4-48 15,5 0-36-15,-3-3-28 0,-6-3-20 16,1 0 20-16,0 2 24 0,-4 3 40 0,-4-3 20 15,0 8 100-15,-4 2 40 16,4 4 108-16,-4 6 12 0,0 7 52 16,0-2-4-16,-4 6 100 0,4 2 24 0,-4 3 4 0,4 0-4 15,-4 0-24-15,0 0-40 16,0 0-44-16,0 0-28 0,0 0-36 16,0 0-8-16,0 0-4 0,0 0-8 0,0 0 0 15,0 0 8-15,4 0 12 16,-4 3-8-16,3 0 8 0,2 6 124 15,-1 1 60-15,4 6 24 0,-4 3-136 0,3 6-36 16,-3 1-44-16,1 6 8 16,-5 0-4-16,0 1-8 0,0 6 0 0,0-4-64 15,0 3-156-15,0-6 24 0,0-1-12 16,0-6-84-16,0-2-16 0,0-4 0 16,0-2 60-16,0-5 16 0,0 1-28 0,4-4-164 15,0-2-484-15,0-1-548 16,3-3-548-16,-3 0-565 0,1 1-1711 0,3-4-1944 15</inkml:trace>
  <inkml:trace contextRef="#ctx0" brushRef="#br0" timeOffset="19433.295">27181 1809 2892 0,'0'0'208'0,"0"0"1368"0,0 0 3396 16,0 0-3255-16,0 0-793 15,0 0-132-15,0 0 164 0,0 0-184 16,75-65-240-16,-55 45-268 0,0 1-16 0,4-1-8 16,0 5-12-16,0-1-52 15,-5 3 24-15,2 4 36 0,-6 3 40 0,-2 1-40 16,-6 5-52-16,1 0-24 0,1 11-48 15,-2 1 124-15,-3 4 320 0,0 3-4 0,0 7-160 16,0-1-132-16,1 3-92 16,-5 2-44-16,0-2-112 0,0 0-4 0,0 4 0 15,0 0 64-15,-5-3-72 0,1-3-80 16,0-1-80-16,0-6-232 0,4-5-96 16,-4-3-80-16,4-2-96 0,0-6-256 15,0-3-384-15,0 0-692 0,8-3-901 16,-4-3-2751-16,9-13 748 0</inkml:trace>
  <inkml:trace contextRef="#ctx0" brushRef="#br0" timeOffset="19824.457">27707 1607 796 0,'0'0'7008'16,"0"0"-5232"-16,0 0-512 0,0 0 549 15,11 76 195-15,-7-42-344 0,-4 7-416 16,0 1-248-16,0-1-260 0,0 3-152 16,0-5-172-16,-4-5-272 0,4-1-144 0,0-11 0 15,0-3-96-15,0-10-76 0,4 1 0 16,4-10-24-16,1 0 64 0,2 0-16 0,6-10 0 16,2-10-24-16,1-1-60 0,4-10-112 15,-1-1 108-15,5-3 12 0,-7-4 28 16,-1 4 60-16,-5 3-36 0,2 5-4 15,-10 2 88-15,1 8 88 16,0 4 12-16,-3 10 60 0,-5 3 188 0,0 0-60 16,0 13 84-16,0 2 160 0,0 8 48 15,-9 6-136-15,5 1 24 0,0 3-88 16,0-2-12-16,1-2-60 0,-1-6-184 16,4-4-36-16,0-1-180 0,4-8-272 0,-1-3-136 15,9-4 96-15,1-3 12 16,-2-6-164-16,9-11-260 0,0-5-916 0,-4 0-2392 15,12-16-3017-15</inkml:trace>
  <inkml:trace contextRef="#ctx0" brushRef="#br0" timeOffset="20061.709">28471 1124 3404 0,'0'0'4968'0,"0"0"-1023"0,0 0-3409 16,0 0 380-16,0 0 968 0,-8 95-80 15,4-57-420-15,0 3-232 0,1 7-212 16,-5 2-200-16,-1 8-275 0,-2 8-225 16,-1 5-116-16,-4 1-76 0,-1 9-44 15,-2-6 4-15,6-2-4 0,-2-7-4 16,11-8-160-16,0-11-128 0,4-5-129 16,0-8-163-16,0-4-80 0,12-8-60 0,-1-6-116 15,10-10-448-15,-1-6-592 0,8-6-300 16,4-20-48-16,3-9-141 0,5-13-831 15,-12 13-1416-15</inkml:trace>
  <inkml:trace contextRef="#ctx0" brushRef="#br0" timeOffset="20302.267">29081 1102 5288 0,'0'0'9917'0,"0"0"-8345"0,0 0-1200 15,0 0 112-15,-16 88 332 0,9-43 364 0,-6 3-288 16,5 6-280-16,1-1-188 16,-2 8-144-16,1-1-71 0,-3 3-77 15,-2-2-132-15,1 2-220 0,1-5-121 16,-5-5-191-16,4-2-176 16,-1-9 132-16,2-11 36 0,3-6 124 15,3-12-4-15,-2-7-408 0,3-2-972 0,-4-4-1228 0,-5-7-3201 16,2 2 941-16,-9-12 4416 0</inkml:trace>
  <inkml:trace contextRef="#ctx0" brushRef="#br0" timeOffset="20443.46">28622 1685 952 0,'0'0'7624'0,"0"0"-1999"0,0 0-4337 16,0 0-672-16,0 0 400 0,0 0-184 16,0 0-168-16,0 0 212 0,101-18-96 0,-62 11-364 15,5-9-268-15,4 4-148 0,-5-11 0 16,6 5-500-16,-10-4-616 15,1-3-376-15,-12 8-1516 0,0-12-6605 0</inkml:trace>
  <inkml:trace contextRef="#ctx0" brushRef="#br0" timeOffset="20622.333">29455 1591 8836 0,'0'0'8389'0,"0"0"-6869"16,-32 69-992-16,21-37 280 15,-6-4 608-15,2 1-531 0,7-9-713 0,-1-1-172 0,6-7-536 16,-1-3-109-16,4 1-195 16,-4-3-284-16,0-5-876 0,0-2-2860 15,-4-7-4045-15</inkml:trace>
  <inkml:trace contextRef="#ctx0" brushRef="#br0" timeOffset="20760.3">29288 1413 12225 0,'0'0'5824'16,"0"0"-5612"-16,0 0 84 0,100-19 208 15,-69 9-124-15,1 3-284 0,-4-1-96 0,4-3-272 0,-4 5-760 16,0 0-660-16,-4-1-2324 0,-8 5-4405 16</inkml:trace>
  <inkml:trace contextRef="#ctx0" brushRef="#br0" timeOffset="20983.056">29675 1739 10304 0,'0'0'4653'0,"-20"93"-4377"16,8-45-176-16,-4 11 1124 0,-4 11 956 0,-8 3-428 15,1 3-584-15,-5 4-487 16,-1-1-293-16,1 4-168 0,-4-4-88 0,8-6-84 16,0-6-40-16,9-13-8 15,3-13-48-15,4-11-144 0,8-11-16 0,4-7 52 16,0-10-76-16,0-2-120 0,4-6-85 15,8-13-27-15,4-6-60 0,0-10-24 16,4-6-200-16,0-14-780 0,-1-2-1028 16,2-9-1777-16,-6-4-1347 0,-2 13 780 0,6-29 4673 15</inkml:trace>
  <inkml:trace contextRef="#ctx0" brushRef="#br0" timeOffset="21189.547">29627 1788 1864 0,'0'0'10685'0,"0"0"-9129"16,0 0-896-16,0 0 320 0,71-74 588 0,-50 65-284 0,-1 6-460 15,-1-1-272-15,1 4-88 0,1 4-72 16,-2 8-124-16,-7 1-100 16,-4 6-20-16,0 6-16 0,-8 0-24 0,0 7 76 15,-16 3-175-15,-4-3 75 0,0 3-60 0,-8 0-24 16,0-6-305-16,5-4-227 16,-5-6-68-16,8-3 100 0,0-10 84 15,4-6-88-15,4-3-356 0,4-13-504 0,4-9-900 16,4-7-928-16,4 4-2937 15</inkml:trace>
  <inkml:trace contextRef="#ctx0" brushRef="#br0" timeOffset="21533.017">30181 1079 3572 0,'0'0'9625'0,"0"0"-8569"0,0 0-880 15,0 0 836-15,0 0 904 0,4 98 32 16,-12-47-404-16,0 7-391 0,-4 5-205 0,0 1 16 15,-1 6-240-15,6-4-252 0,-5 1-220 16,0 0-108-16,4-6-136 0,0-9-8 16,0-4-192-16,5-3-276 0,-2-10-184 15,5-10-24-15,0-3-40 0,0-9-156 16,12-6-381-16,4-7-447 0,4-3-568 16,4-11-748-16,4-4-1449 0,-5-5 17 15,1 4 1740-15,-3 0 1740 0,-2 7 968 16,-7 2 1448-16,-4 10 1368 0,0 0 1124 0,1 0-1643 15,-6 7-33-15,-3 2-284 16,4 4-304-16,-4 2-304 0,0 1-208 0,0 0-320 16,-4 4-224-16,-4-1-47 0,0-7-125 15,4 1-340-15,-4-5-108 0,5-1-388 16,-6 0-169-16,5-4-259 0,-4-3-200 16,5 0-520-16,-5-10-2256 0,-1 3-3429 15</inkml:trace>
  <inkml:trace contextRef="#ctx0" brushRef="#br0" timeOffset="21687.725">30304 1626 6308 0,'0'0'9137'0,"0"0"-7445"0,0 0-1368 15,0 0 256-15,0 0 308 0,0 0 240 16,84 12-284-16,-68-6-480 16,0-2-364-16,-1-1-24 0,6 0-548 0,3 0-344 15,4 0-228-15,4 0-364 0,-1 1-1196 16,9-4-3597-16,-8 0-1794 0</inkml:trace>
  <inkml:trace contextRef="#ctx0" brushRef="#br0" timeOffset="21869.794">30957 1689 7340 0,'0'0'6257'16,"0"0"-4085"-16,0 0-1564 0,0 0 76 16,-111 76 988-16,75-45-116 0,0 5-360 15,4-1-175-15,4-4-213 0,13 4-396 0,2-5-268 16,6-5-84-16,7-4-60 0,0-2 0 15,3-3-48-15,10-3 0 0,-1-7-36 0,8 1-36 16,-1-4-72-16,5-3-184 16,0-6-192-16,4-4-161 0,0-9-319 15,0 0-812-15,0-6-3252 0,-8 5-6033 0,8-15 9149 16</inkml:trace>
  <inkml:trace contextRef="#ctx0" brushRef="#br0" timeOffset="22048.913">31416 1788 11417 0,'0'0'6648'16,"0"0"-6116"-16,-64 69-384 0,40-43 884 0,0-1 492 15,1-3-587-15,6-6-561 0,10-4-376 16,-1-5-264-16,8-1-124 0,0-3-221 16,0-3-207-16,0 0-272 0,0-9-672 15,4 2-1352-15,3-14-3773 0</inkml:trace>
  <inkml:trace contextRef="#ctx0" brushRef="#br0" timeOffset="22183.193">31328 1317 13697 0,'0'0'2868'16,"0"0"-2868"-16,0 0 0 0,0 0 100 15,76-6-40-15,-53 0-60 0,5-4-336 0,4-6-760 16,5-2-1492-16,-10 1-4477 15</inkml:trace>
  <inkml:trace contextRef="#ctx0" brushRef="#br0" timeOffset="22718.105">31902 1130 7444 0,'0'0'7613'0,"0"0"-6545"0,-24 79-1016 16,8-37 340-16,-8 9 1012 0,4 2 660 15,-4 5-380-15,-4 2-435 0,5 6-393 0,-1 2-228 16,0-5-264-16,3 0-208 0,6-5-148 15,-2-5-8-15,10-8-60 0,7-7-72 16,0-9 8-16,0-8-80 16,0-2-252-16,4-8-16 15,-1-5-120-15,-3-3-136 0,0-3-97 0,-3 0 21 0,-5-7-152 0,-4-6-668 16,-4 1-672-16,0-3 208 0,0-2 1144 16,1 2 944-16,6-1 676 15,-3 6 368-15,9 1 204 0,3 5 168 0,0 1-164 16,0 0-536-16,7 0-524 0,5-1-192 15,8-5-60-15,0 3 48 0,12-4-4 16,0 1-140-16,4 2-92 0,-1 1-48 16,5 6 124-16,0 0 168 0,-4 10 4 15,0 5 84-15,-4 5 152 0,0 5 292 16,-4 6-24-16,0 4 108 0,0 7 340 0,-4-1-404 16,-5 0-99-16,5 5-49 15,-8-2 12-15,4 0-124 0,-8 0-128 16,0 1-52-16,-4-3-60 0,-5 2 0 0,-3 0-40 15,-7-3 44-15,-9 0-52 0,-8-3-60 16,-12-2 0-16,1-5-136 0,-10-6 28 16,-2-2 156-16,-5-7-72 0,-8-4-48 15,0-5-160-15,1-7-60 0,6 0 76 0,10-13 276 16,11-6 56-16,16-10-56 16,4-5-353-16,12-4-183 0,8-6 72 0,12 2 356 15,12 0 108-15,8 3 0 0,12 2-144 16,4 2 84-16,3 0 48 15,9 0-96-15,0 1 8 0,-1-4-304 0,1 2-652 16,-20 11-1272-16,8-13-3481 0</inkml:trace>
  <inkml:trace contextRef="#ctx0" brushRef="#br0" timeOffset="23666.357">8625 4213 7416 0,'0'0'4013'16,"0"0"-3141"-16,0 0 100 15,-91 10 148-15,75-10-24 0,4 0 36 0,8 0-172 16,4 0-144-16,0 0-276 0,16 0-144 15,11-4-56-15,14 4 140 0,10-3 56 16,9 3-36-16,0 0-148 0,3 0-35 0,-7 0-245 16,0 0-64-16,-4 3-8 15,-4-3-4-15,-4 0 4 0,-4 0-12 0,-5 0-109 16,-3-3-123-16,-4-3-96 0,-4 3-208 16,-3-1-184-16,-6 2-200 0,-7-3-388 15,0 5-960-15,-4 0-2000 0,-4 0-2733 0</inkml:trace>
  <inkml:trace contextRef="#ctx0" brushRef="#br0" timeOffset="23865.346">8765 4514 7400 0,'0'0'1272'0,"0"0"-624"16,0 0 104-16,0 0 265 0,0 0 383 15,0 0-112-15,0 0-8 0,96 54 108 16,-53-50-256-16,9-4-268 0,1 0-308 15,-2-6-300-15,5-4-248 0,-4-4 4 0,-1 3-12 16,-7-6-108-16,0-1-276 16,-5-1-268-16,-6 2-128 0,-1-1-536 0,-13 5-1160 15,1-6-3253-15</inkml:trace>
  <inkml:trace contextRef="#ctx0" brushRef="#br0" timeOffset="24184.04">8996 3886 8248 0,'0'0'2176'16,"0"0"-503"-16,0 0 103 0,84 31 80 16,-48-14-240-16,3 2-504 0,6-1 8 15,2 5-372-15,1 2-468 0,-1 4-148 16,2 2-92-16,-6 4-40 0,-6 0-8 0,-2 7 8 15,-7 2 0-15,-4 7-92 0,-4 5 32 16,-13 3-100-16,2 0 0 16,-9 5 16-16,-5-4 136 0,-6-2 4 0,-1-2-8 15,-8-5 4-15,4-3-44 0,-4-7-20 16,0 0-40-16,1-9-20 0,-5-3-64 0,3-3-76 16,1-7-120-16,1-3-52 15,-2-1-160-15,6-8-252 0,-1-1-588 16,4 0-860-16,-1-6-2221 0,2-3-4190 0</inkml:trace>
  <inkml:trace contextRef="#ctx0" brushRef="#br0" timeOffset="25050.077">11411 4264 5196 0,'0'0'2576'16,"0"0"1497"-16,0 0-2729 0,0 0-404 0,0 0 24 15,0 0 88-15,0 0 52 16,0 0-200-16,0 0-336 0,0 0-224 15,0 0 60-15,59 13 112 0,-31-11 44 0,4 3-204 16,0-5-160-16,4 0-76 0,0 0-108 16,-4 0 0-16,3 0-12 15,-3-7-4-15,0 3-56 0,-4-5-76 0,0-1-216 0,-4 4-208 16,-4-7-176-16,4 4-176 16,-8-4-224-16,3-4-732 0,-6 5-2096 0,-5-10-4201 15</inkml:trace>
  <inkml:trace contextRef="#ctx0" brushRef="#br0" timeOffset="25425.254">11785 3765 4104 0,'0'0'5396'0,"0"0"-4476"0,0 0-235 0,0 0 687 15,0 0-184-15,0 0-440 0,0 0-280 16,0 0-104-16,-44 86 152 15,44-53 28-15,9 0-68 0,-2 9-92 16,1 2 40-16,0 4-76 0,4 3-16 0,-4 6 0 16,-4 0-36-16,4 6 60 0,-4 0-48 15,4 5-136-15,-4-1 60 0,0-4-112 16,0 4-8-16,0-7-4 0,3 1-20 16,2-8 32-16,-5-5 40 0,0 0-28 15,0-11 52-15,0-2 244 0,-4-3 153 0,0-6-301 16,0-4-96-16,0-9-112 0,0-1-24 15,0-5 0-15,0-1 12 0,-8-3 36 16,0-3-96-16,-8 3-24 0,4-3-168 0,-8 0-40 16,1-3-56-16,-6-3-29 0,1-4-51 15,0-2-56-15,-4-4 96 16,5 0-28-16,-5-6-60 0,4-5-12 0,0 2-64 16,8 0-72-16,4-2-428 0,4-3-460 15,4 5-504-15,4-3-576 0,0 8-1441 16,4-12-1527-16</inkml:trace>
  <inkml:trace contextRef="#ctx0" brushRef="#br0" timeOffset="25684.868">12371 3623 10164 0,'0'0'2917'0,"0"0"-1049"0,0 0-268 16,0 0-344-16,0 0-344 0,0 0-164 15,0 0-220-15,0 0-212 0,-28 89-144 0,16-52-48 16,4 2-16-16,0 2 4 16,4-3-112-16,0-3-48 0,4 3-60 15,0-7-208-15,0 1-420 0,0 0-380 0,0-3-348 16,4-7-1228-16,8 6-3565 0</inkml:trace>
  <inkml:trace contextRef="#ctx0" brushRef="#br0" timeOffset="25933.232">12853 4149 13581 0,'0'0'1832'0,"0"0"-1252"15,0 0-164-15,0 0 196 0,0 0 404 16,-72 77-116-16,57-49-224 0,2 4-188 16,2 3-84-16,-2 0 12 0,5 3-4 15,4-3-156-15,4-4-256 0,0-2 0 16,0-4-132-16,4-3-232 0,0-5-236 16,9-9-120-16,-2-1-128 0,6-3-136 15,2-4-384-15,1-11-916 0,-4 3-2353 16,12-14-3315-16</inkml:trace>
  <inkml:trace contextRef="#ctx0" brushRef="#br0" timeOffset="26120.366">13243 4251 8716 0,'0'0'4881'0,"0"0"-3361"16,0 0-476-16,0 0 92 0,0 0-168 16,-59 80 212-16,38-50-40 0,2 5-412 15,3 4-312-15,-4-1-75 0,8 0-41 0,8 4 64 16,0-4 108-16,4-6-216 0,8-1-256 15,4-6-24-15,4-6-76 0,4-6-32 16,-1-7-36-16,5-2-148 0,4-8-132 16,0-8-85-16,0-7-99 0,4-3-236 0,-4-10-408 15,-9 10-1400-15,6-20-4013 0</inkml:trace>
  <inkml:trace contextRef="#ctx0" brushRef="#br0" timeOffset="26349.484">13754 4140 8552 0,'0'0'6845'0,"0"0"-5525"15,0 0-512-15,0 0 84 0,0 0-376 0,79 67-12 16,-59-51 316-16,4 3-332 16,-4 6-208-16,0 0-48 0,-5 7-184 0,-2 0-48 15,-9 6 8-15,-4 3-8 0,-4 3-156 16,-13 5-172-16,-7-5-52 0,1 0 52 15,-5 0-64-15,-4-8 12 0,4-1-100 0,-4-7-100 16,1-6-436-16,-5-2-988 16,8-8-2765-16,-24-5-4575 0</inkml:trace>
  <inkml:trace contextRef="#ctx0" brushRef="#br0" timeOffset="27149.714">8622 3670 6432 0,'0'0'988'15,"0"0"708"-15,0 0 1581 0,0 0-1137 0,0 0-604 16,-8 76-336-16,-5-54-272 0,6-2-164 15,-9 5-124-15,0 0-212 0,-5 1-132 16,2 5-92-16,-5 2-80 0,-4 4-124 0,0 1 0 16,-4 7 0-16,-3-1 0 15,3 6 0-15,0 2-8 0,0 2-40 16,4-4 36-16,4-2 8 0,5 0 0 0,2-7 4 16,10-6 4-16,3-3 44 15,4-6 0-15,11-5-36 0,6-2 60 16,2 1 16-16,9-1 44 0,4-3 76 0,3-1 0 15,6 4 144-15,-1-3 217 0,7 3-133 16,5-2-276-16,0-2-92 0,-1 1-64 16,5 3 28-16,-4-3-32 0,0 0-60 15,-4 3-172-15,-4-3-252 0,-4 0-209 16,-1-4-63-16,-7 4 12 0,-4-2-212 16,0 0-500-16,-12-3-1312 0,0 1-3325 0</inkml:trace>
  <inkml:trace contextRef="#ctx0" brushRef="#br0" timeOffset="27952.303">14119 4340 3664 0,'0'0'7741'0,"0"0"-6037"16,0 0-472-16,0 0 268 0,0 0 164 16,0 0-192-16,92 16-100 0,-55-16-264 15,2 0-223-15,9 0-169 0,0 0-208 0,4-10-196 16,-1 0-164-16,-3-2-100 0,4-1-48 16,-4-3 4-16,0 5-8 0,-1-6-52 15,1 1-32-15,-8 0-284 0,-4 4-268 16,-8 5-196-16,-4 1-161 0,-13 3-251 15,-2 3-672-15,-9 0-920 0,-5 3-1777 0,-14 16-1767 16</inkml:trace>
  <inkml:trace contextRef="#ctx0" brushRef="#br0" timeOffset="28151.262">14375 4575 6108 0,'0'0'6117'0,"0"0"-4509"0,0 0-556 16,0 0-32-16,0 0 408 0,0 0-156 15,0 0-116-15,0 0-120 0,103 51-160 0,-63-51-363 16,4 0-185-16,0-7-100 16,4-5-168-16,-5 2-52 0,-2-5-8 15,-2-1-72-15,-3-1-180 0,0 2-260 0,-4-5-265 16,-4 4-235-16,-4 2-252 0,-4 0-964 16,-8 4-2432-16,-8 1-2565 0</inkml:trace>
  <inkml:trace contextRef="#ctx0" brushRef="#br0" timeOffset="28683.253">14654 4019 3024 0,'0'0'8081'0,"0"0"-6529"16,0 0-912-16,0 0 8 0,0 0 276 16,0 0 196-16,0 0-316 15,0 0-432-15,0 0-184 0,0 0-28 0,0 0 16 16,-8 54-40-16,8-48 0 16,0-1-40-16,0-3-32 0,0-2-16 0,0 3 4 15,0-3 8-15,0 0 0 0,0 0 28 0,0 0 12 16,0 0 8-16,0 0 16 15,0 0 0-15,0 0 24 0,0 0-12 16,0 0-40-16,0 0-8 0,0 0-80 0,0 0-4 16,4 0-4-16,-4 0-48 15,0 0 32-15,0 0 4 0,0 0 12 16,0 0 4-16,0 0 8 0,0 0 4 0,0 0 32 16,0 0-36-16,0 0 0 0,0 0 48 15,0 0 16-15,0 0 32 0,0 0 16 16,0 0-16-16,0 3-44 0,0 3-64 0,0 8 0 15,0 2 0-15,0 9 0 0,0 6 60 16,0 11 24-16,0 9 40 0,0 6 96 16,0 10 196-16,0-1 56 0,-9 3-180 15,6 2-168-15,-5-1-76 0,0-7-36 16,4-9-12-16,4-6 0 0,0-17-72 16,0-8 8-16,4-8-128 0,4-9-224 15,3-2-276-15,2-4-44 0,6-10-88 16,-2-9-360-16,3-3-1184 0,-1 3-2325 0,1-12-4243 15</inkml:trace>
  <inkml:trace contextRef="#ctx0" brushRef="#br0" timeOffset="29104.276">15455 4216 10468 0,'0'0'5797'0,"0"0"-4913"16,0 0-472-16,0 0 180 0,28 73 580 0,-24-45 160 15,3 4-115-15,-3-3-405 16,5-4-292-16,-1-5-132 0,3 2-64 16,2-10-152-16,-6 1-64 0,5-4-60 0,1-4-48 15,-2-3 4-15,1-2-4 16,4 0 4-16,3-9-4 0,2-8-12 0,-1-1-84 0,-1-5-136 15,5-2-32-15,-3-1-28 16,-6 0 40-16,2 1 48 0,-6 0 8 16,2 0 64-16,-6 3 24 0,-7 0 104 0,0 2 0 15,-4 1 0-15,-12 1-12 16,-3-2-32-16,-5 4 0 0,-4 0 48 16,0 7-52-16,0 6 52 0,-4 3 0 0,0 0 8 15,4 10 44-15,-4 6-52 0,4-2-72 16,-4 10 0-16,8-2 12 0,-3 0-36 15,7-3-137-15,0 3-59 0,4-3-172 16,4 0-216-16,4-3-496 0,4 7-1076 16,0-11-2128-16,0 9-2777 0</inkml:trace>
  <inkml:trace contextRef="#ctx0" brushRef="#br0" timeOffset="71100.522">1613 6459 1684 0,'0'0'9657'0,"0"0"-8185"0,0 0-1048 15,0 0 32-15,0 0 244 0,0 0 156 16,0 0-288-16,0 0-24 0,0 0-8 16,60-30-88-16,-29 20-152 0,6 1 4 15,10-1 20-15,5-2-88 0,12 5 64 16,4-2-12-16,7 3-64 0,5-1-84 0,8 1 0 15,0 0-128-15,7 2 64 0,-3-3-72 16,7 2-84-16,1-4-28 16,0 2 64-16,3-3 48 0,0 1-4 0,13-1 4 15,0-3 40-15,8 1 36 0,7-4-28 16,0 3-44-16,1 0 4 0,7-2-8 0,1 2-48 16,3 0 36-16,1 4 12 15,3-4-4-15,9 4 4 0,-1-4 0 16,4 1 12-16,0-1-8 0,0-4-4 0,2 2-52 15,2-1 52-15,0 0-84 0,5 0 12 16,-5 0-4-16,4 3 72 0,-3 1-4 0,3 2-152 16,-4 0 36-16,1 5 64 0,3-5 12 15,-4 0-40-15,5 1-8 16,-2 3 44-16,2-5 48 0,-5 3-168 0,4-3 84 16,-3 2 28-16,3 0 56 0,1-1 4 15,-1 1 88-15,-4-1-88 16,1 4-12-16,-5-4 8 0,4 4 4 0,-3-7 0 15,4 7 12-15,-5-7-8 0,4 4 44 16,0-1-48-16,-3-2-52 16,-1-1 36-16,1 0-68 0,3 1 20 0,1-5 16 0,-1 4-24 15,0 4 20-15,0 0 4 16,-3-1-128-16,3 1 116 0,-4-1 60 16,1 4 4-16,4 0-4 0,-1-1 100 0,0 1-40 15,1 0-60-15,-1 2-60 0,4 1 60 16,-3 0 0-16,3 0 0 15,4-1 0-15,0 1 0 0,1 3 0 0,-1 0-52 16,0 3-196-16,0 4 64 0,5-1 172 0,-1 1 12 16,0 5-12-16,5 1 12 15,-5 0-8-15,1-1 8 0,2 1-68 16,2-1 68-16,3-1 12 0,0 2 52 0,8-4 20 16,-3 0-84-16,4-2-36 15,3-1 36-15,-1 0 36 0,6 1-36 0,-1-1 0 16,5 0 60-16,-6 1-56 0,6 2 0 0,3-3 0 15,0 4 28-15,4-4-32 16,0 4 0-16,1-1 0 0,3 1-148 16,0-4 136-16,4-3 4 0,4 4-4 15,5-4-164-15,-2 0 92 0,1-3-228 16,5 3 172-16,3-3 140 0,0 0 0 0,0 3 8 16,0 1-8-16,4-1 4 0,0 3 24 15,4-3 96-15,-3 6-48 0,3-2-64 16,-1 3 112-16,1-1-64 0,0 1-44 15,4-4 112-15,0 4-128 0,0-4-224 0,4 1-16 16,-4-4 128-16,0 3-48 0,5-3 36 16,-9 3 8-16,4 1 104 0,0-1 12 15,-5 0 112-15,1 1 12 0,-3 2-120 16,-5-3 0-16,0 4 208 0,0-3-28 16,-3 2-32-16,-2-3-92 0,-3 1 40 0,1-1-36 15,-2-3 48-15,2-3-12 16,-1 0-100-16,0 0-28 0,-5 0-60 15,-2 0 88-15,-4 0 60 0,-6 0 24 0,-3 0-80 16,-7 0 80-16,-5 0 76 0,-4 0-24 16,-8 7 136-16,1-4-172 0,-13 1-52 0,0 1-48 15,-7-2-12-15,-1-3 4 16,-7 4 8-16,-9-4 0 0,-4 0 0 16,-3 0 0-16,-13 0-60 0,1 0-36 0,-9-7 96 15,-3 4-8-15,-13 1-44 16,-3-5 44-16,-12 0-40 0,-12 4-40 15,-25 0-8-15,-23-4-180 0,-15 7-56 0,-13-3-244 16,0 3-28-16,0 0-136 0,0 0-740 16,0 0-1765-16,0 3-4991 0</inkml:trace>
  <inkml:trace contextRef="#ctx0" brushRef="#br0" timeOffset="72051.37">2143 7303 4892 0,'0'0'1732'0,"0"0"3301"0,0 0-3753 15,0 0-360-15,0 0 216 0,0 0 88 16,0 0-76-16,0 0-292 16,0 0-316-16,0 0-244 0,4 72-52 0,4-50-96 15,-4 7 0-15,4-1-12 0,0 4-136 16,-4-3-8-16,0 3-104 0,0-4 104 16,-4 1-200-16,4-4-148 0,-4-9-52 0,4-4-280 15,-1-5-196-15,-3-7-320 0,5 0-1360 16,3-10-3233-16</inkml:trace>
  <inkml:trace contextRef="#ctx0" brushRef="#br0" timeOffset="72233.169">2454 7286 5440 0,'0'0'2940'0,"0"0"-379"0,0 0-1149 0,0 0 236 15,8 89 28-15,-8-60-184 0,-8 3-300 16,4 3-380-16,-4-3-384 0,4-4-208 15,-4-3-220-15,4-6-56 0,0-6-288 16,-1-7-356-16,5-3-128 0,-3-3-216 16,-1-3-1132-16,-4-16-7085 0</inkml:trace>
  <inkml:trace contextRef="#ctx0" brushRef="#br0" timeOffset="72403.861">2310 7049 12941 0,'0'0'2976'16,"0"0"-1936"-16,0 0-444 15,0 0-112-15,0 0-260 0,0 0-224 0,0 0-196 16,0 0-308-16,0 0-380 0,0 0-564 16,0 0-884-16,40-67-3289 15</inkml:trace>
  <inkml:trace contextRef="#ctx0" brushRef="#br0" timeOffset="72616.717">1824 7111 5136 0,'0'0'4776'0,"0"0"-3511"0,0 0-749 15,0 0-132-15,0 0-180 0,0 0-204 0,0 0-152 16,0 0-132-16,0 0-564 16,0 0-925-16,-24 36-2367 0,24-24-943 0</inkml:trace>
  <inkml:trace contextRef="#ctx0" brushRef="#br0" timeOffset="73244.857">1736 7341 6444 0,'0'0'1376'16,"0"0"1460"-16,0 0-539 0,0 0-681 0,0 0-368 16,0 0-32-16,0 0-260 15,0 0-264-15,-87 6-508 0,75 6-72 0,0 11 44 16,0 2-56-16,0 6-12 0,8 9-28 15,0 0-56-15,4 8 44 0,4 3-48 0,8 0-64 16,4-1-72-16,4 1-48 16,0-7-220-16,4 0-376 0,4-8-200 15,8-7-264-15,-1-10-716 0,-7-7-2057 0,16-12-1975 0</inkml:trace>
  <inkml:trace contextRef="#ctx0" brushRef="#br0" timeOffset="73461.19">3235 7280 6492 0,'0'0'5333'0,"0"0"-3621"0,0 0-204 0,4 92-108 16,-12-60-296-16,-4 2-372 0,-4 2-496 15,-4-2-188-15,0-6-48 0,-4 2-12 16,0-5-64-16,-4-6-180 0,0 3-240 15,-4-2-276-15,-3-4-216 0,-1-1-576 16,4-2-784-16,-16-1-3813 0</inkml:trace>
  <inkml:trace contextRef="#ctx0" brushRef="#br0" timeOffset="73932.827">2000 7131 9500 0,'0'0'3133'16,"0"0"-1633"-16,0 0-300 0,0 0 196 0,0 0-288 15,0 0-344-15,0 0-296 16,0 0-172-16,0 0-16 0,0 0 16 16,11-9-76-16,-7 4-48 0,5 5-16 0,-1 0-20 15,-5 0-28-15,1 0-36 16,0 0-60-16,0 5-4 0,1-3-4 15,-1 2 4-15,0-4-8 0,-1 0-12 0,1 0-88 16,0 0-20-16,5-6-40 0,2-1 52 16,-3-2-64-16,0-1 72 0,0 0 40 15,-4 4 52-15,-4 0 8 0,0 6 0 16,0 0 0-16,0 0-124 0,-7 0-96 0,-6 0-60 16,1 0-64-16,0 0-64 0,0 0-120 15,-4 0-192-15,4 3-428 0,1 0-1212 16,-2 3-3045-16</inkml:trace>
  <inkml:trace contextRef="#ctx0" brushRef="#br0" timeOffset="74550.642">4339 7131 6672 0,'0'0'7801'0,"0"0"-6389"0,0 0-920 16,0 0-20-16,0 0-24 15,0 0 308-15,95-3 196 0,-47-1-132 0,3-3-416 16,2 1-292-16,-6-2-76 0,-7-3-36 16,-8 3-256-16,0-5-320 0,-4 1-296 15,-5-5-168-15,-3 4-636 0,-3 1-1040 0,-9 5-2245 16,-5-3-2391-16</inkml:trace>
  <inkml:trace contextRef="#ctx0" brushRef="#br0" timeOffset="74731.66">4610 7089 5500 0,'0'0'1604'16,"0"0"-656"-16,0 0 1640 0,0 0-443 0,-21 93-453 16,21-58-344-16,0 6-220 0,8 4-172 15,1 2-80-15,-5 3-76 0,3 2-300 16,-7-1-264-16,4-4-224 0,-4 0-12 15,0-8-8-15,0-11-92 0,0-9-120 16,0-3-148-16,0-7-368 0,0 1-336 16,-4-3-436-16,1-1-1260 0,-10-1-3609 15</inkml:trace>
  <inkml:trace contextRef="#ctx0" brushRef="#br0" timeOffset="74903.225">4458 7683 5868 0,'0'0'3904'15,"0"0"-2175"-15,0 0-165 0,0 0 36 16,100 0 16-16,-69 0-320 0,5-3-124 0,0-6-240 16,4-1-100-16,0-6-380 0,-1-3-344 15,6-3-96-15,-9-7-12 16,-1-3-368-16,5 0-448 0,-5 1-292 0,2-4-572 16,-1 3-836-16,-8 10-2341 0,0-10-4283 15</inkml:trace>
  <inkml:trace contextRef="#ctx0" brushRef="#br0" timeOffset="75083.888">5160 7347 3544 0,'0'0'5040'0,"0"0"-2455"0,0 0-625 16,0 0 196-16,0 0-188 16,0 0-496-16,0 0-672 0,75 53-300 0,-51-65-232 15,0-4-108-15,-1-6-160 16,1-6-36-16,4-5-564 0,-3 2-244 0,-1-3-180 15,-5-2-196-15,1 1-540 0,-4 13-1028 16,-4-17-2661-16</inkml:trace>
  <inkml:trace contextRef="#ctx0" brushRef="#br0" timeOffset="75328.406">5295 6873 5472 0,'0'0'2496'15,"0"0"-1120"-15,0 0-600 0,-24 77 2065 16,20-42-1065-16,4 4-716 0,0 1-180 0,4 5-24 15,3 2 0-15,6 7-180 16,2 3-160-16,2 4-112 0,-2 2 48 16,5 3-136-16,1 5-120 0,-6-8-48 0,2-2-52 15,-2-7-24-15,-3-4-12 16,0-9 16-16,0-6-68 0,-9-3 48 16,2-7-56-16,-1-6-12 0,-4 1-36 0,0-5 36 15,-4 2-196-15,-4-5-84 0,-8-2-88 16,-4-1-96-16,-4-3-112 0,-8 1-88 15,-4-7-188-15,-3 0-552 0,-1-7-652 0,3-2-1188 16,-14-10-3789-16</inkml:trace>
  <inkml:trace contextRef="#ctx0" brushRef="#br0" timeOffset="75844.359">6788 7178 7324 0,'0'0'5005'16,"0"0"-3385"-16,0 0-168 16,0 0-20-16,0 0-524 0,97 60-68 15,-58-53-76-15,5-3-324 0,0-4-208 0,3 0-132 16,-6-11-100-16,-1-1 0 0,-1-7-112 15,-3-3-388-15,-4-7-276 0,-1 1-148 16,-3-8-432-16,0-2-1080 0,-7 10-1997 16,-6-16-4615-16</inkml:trace>
  <inkml:trace contextRef="#ctx0" brushRef="#br0" timeOffset="76121.486">7104 6785 7536 0,'0'0'2036'0,"0"0"-1248"16,-4 95 1729-16,8-53-953 0,4 8-476 0,7 4-56 16,1 6-124-16,5 1-216 0,-2 5-136 15,1 1-164-15,1 3-48 16,-2-3-12-16,-3-2 12 0,0 0-88 0,-4-5 24 16,0-3-12-16,-8-6 24 0,-1-3-48 15,-3-7 60-15,0-7-51 0,-3-1-105 16,-1-8-100-16,-8-6-36 0,3-6-12 15,2 0-56-15,-5-11-224 0,0 2-73 16,-4-4-107-16,0 0-40 0,-7-11-124 16,-1 0-148-16,-4-8-352 0,-4-1-192 15,4-2-404-15,0-4-492 0,7 7-1633 16,2-9-1271-16</inkml:trace>
  <inkml:trace contextRef="#ctx0" brushRef="#br0" timeOffset="76783.53">9259 7017 5624 0,'0'0'860'16,"0"0"1528"-16,0 0 1 0,0 0-1181 15,-84-23-340-15,64 23-28 0,5 3 96 16,-6 7 68-16,6 2-148 0,-5 7-76 0,3 7-76 15,6 9-28-15,-1 2-148 0,0 12-136 16,8 1-24-16,0 7-64 0,4-2-84 16,0-5-72-16,8-9-148 0,0-5 0 15,4-14-100-15,-1-10-108 0,6-9-8 0,2-3 32 16,1-12-24-16,5-7-196 16,-1-7-260-16,-1-4-148 0,1-6-164 0,-8 1-112 15,0-1-32-15,-4 5 220 0,0 3 304 16,-8 2 164-16,4 7 136 0,0 3 156 15,-4 7 28-15,4 6 112 0,-1 3 112 16,6 6 412-16,-1 7 660 0,-1 2-392 16,2 4-136-16,-6 4-12 0,1 2-12 0,1-3 16 15,-5 1-132-15,0-4-168 0,-1 0-264 16,1-6-84-16,0-1-516 16,-4-6-440-16,4-2-156 0,-4-4-296 0,0 0-1524 15,5-10-4781-15</inkml:trace>
  <inkml:trace contextRef="#ctx0" brushRef="#br0" timeOffset="77085.49">9585 7194 9548 0,'0'0'2401'16,"0"0"-805"-16,0 0 416 0,9 70-24 0,-9-48-296 16,0-2-444-1,-5-4-492-15,1-4-440 0,4-5-304 0,0-1-12 16,0-6-96-16,0 0-100 0,0-4-108 0,9-5-60 15,-1-8 120-15,0-1-28 0,3-7-156 16,2 0-12-16,-6 0-16 16,5 1 112-16,1 6 160 0,2 5 48 0,-2 0 24 15,-2 10-36-15,2 0 48 0,-2 3 100 16,1 3 136-16,-3 7 184 16,2-1 100-16,-3 7-36 0,0 0-52 0,0-1 72 15,0 4 132-15,-4-3-240 0,4-3-168 16,-5 3-128-16,2-7-120 0,-1 5-516 15,4-9-432-15,-1 1-204 0,6-6-1020 0,6 0-1528 16,-6-2-861-16,19-17-1815 0</inkml:trace>
  <inkml:trace contextRef="#ctx0" brushRef="#br0" timeOffset="77423.654">10203 7064 6688 0,'0'0'4048'15,"0"0"-2335"-15,-23 89 19 16,6-48 96-16,-3 10-80 0,1-7-208 15,2 1-216-15,6-13-256 0,3-10-315 0,3-10-413 16,5-8-340-16,0-4-192 0,5-7-40 16,3-5 0-16,7-10 224 0,2-13-132 15,2-7-333-15,5-2-87 0,-4-7-24 16,8 1 80-16,-8-5 28 0,8-2-300 16,-8-3-348-16,4-6-340 0,-8 1 68 15,-4-1 572-15,-4-1 580 0,-4 7 244 16,-1 3 0-16,-3 10 244 0,0 9 476 0,0 15 240 15,0 7 84-15,0 11-84 0,0 5-80 16,0 2-108-16,-3 10-8 0,-1 7-228 16,0 11-108-16,0 4-64 0,0 10 36 15,-1 8 101-15,2 1-41 0,3 5-108 16,0 2-136-16,0 3-132 0,0 4-84 0,3-3-96 16,6-4-328-16,-1-3-497 15,-1-3-283-15,6-10-316 0,2-2-708 0,-2-13-2916 16,10-1-4613-16</inkml:trace>
  <inkml:trace contextRef="#ctx0" brushRef="#br0" timeOffset="77740.749">11187 7280 12821 0,'0'0'2880'0,"0"0"-1476"0,0 0-624 16,0 0 60-16,101 31-64 0,-66-31-264 15,5-12-232-15,3-10-220 0,-2-6-60 0,2-11-4 16,-3-2-120 0,0-4-428-16,0-2-144 0,-5-4-232 0,-3 3-660 15,-11 11-2344-15,-6-15-4217 0</inkml:trace>
  <inkml:trace contextRef="#ctx0" brushRef="#br0" timeOffset="77984.48">11411 6775 964 0,'0'0'7840'0,"0"0"-6160"0,-5 73 301 0,5-35-185 0,5 7 32 16,-1 9-80-16,4 6-368 0,3 6-364 15,2 5-320-15,-2 5-196 0,-3 2-136 16,5 3-107-16,-6-6-101 0,1 2-108 16,-4-3 24-16,0-9-24 0,-4-4 40 15,0-11 32-15,0-5-48 0,-4-13-60 0,0-6-12 16,0-7-44-16,0-10-124 0,-3-6-88 15,3-3-145-15,-5-3-243 16,-3-11-236-16,1-11 36 0,-6-12-224 16,2-11-408-16,2 7-1332 0,-14-41-4681 0</inkml:trace>
  <inkml:trace contextRef="#ctx0" brushRef="#br0" timeOffset="78176.231">12108 6388 13997 0,'0'0'2320'0,"0"0"-1172"0,0 0 320 16,28 85-288-16,-24-47-156 0,-1 1-271 0,1-1-509 16,1 3-244-16,-5 0-36 0,0 0-269 15,0 4-451-15,-5-1-328 16,-2 1-328-16,-1-13-1580 0,-9 15-5897 0</inkml:trace>
  <inkml:trace contextRef="#ctx0" brushRef="#br0" timeOffset="78868.45">14128 7194 6412 0,'0'0'1132'16,"0"0"1072"-16,0 0-39 15,0 0-781-15,0 0 12 0,0 0-300 0,-92-31-44 16,76 43-268-16,-3 4-164 0,-2 10 44 16,1 11 24-16,1 12-4 15,3 4 24-15,0 8-40 0,7 0-179 0,6-5-225 0,-1-5-116 16,4-12-148-16,4-14 0 15,3-13-108-15,6-9-88 0,2-3-60 0,9-12-109 16,4-14-11-16,4-12-48 0,0-7-200 16,0-6-284-16,-4-3-188 0,0 4-44 15,-4 3 212-15,-5 5-12 0,-2 7 220 16,-2 9-4-16,-2 12 48 0,-2 7 472 16,2 7 204-16,-2 7 740 0,-3 11 376 15,5 4-96-15,-6 10-164 0,1 0 4 0,-4 6-68 16,5-4-28-16,-6 2-116 15,-3-1-120-15,0-3-176 0,0-7-144 0,0-6-208 16,0-10-48-16,0-2-232 0,0-7-220 16,0 0-372-16,4-10-276 15,-4 0-712-15,4-2-2732 0,-4-11-6161 16</inkml:trace>
  <inkml:trace contextRef="#ctx0" brushRef="#br0" timeOffset="79131.521">14610 7136 12465 0,'0'0'2416'0,"0"0"-704"16,0 0 236-16,31 77-156 0,-26-48-296 15,-1-4-355-15,-4 4-561 0,0-1-376 16,0-2-132-16,0 2-60 0,0-2-12 16,-4-1-4-16,-1 0-140 0,5-8-72 15,-3-6 92-15,3-4 124 0,0-4 8 0,0-3 44 16,0 0-52-16,0-6-8 15,3-2-40-15,6-6 48 0,7-8 8 0,0-7 0 16,7-2-8-16,1-10-84 0,0 3-288 16,4-7-116-16,4 0-165 0,0 1-199 0,0-1-564 15,-8 13-1692-15,12-8-3485 16</inkml:trace>
  <inkml:trace contextRef="#ctx0" brushRef="#br0" timeOffset="79451.33">15116 7261 14233 0,'0'0'2092'16,"0"0"-1080"-16,0 0 200 0,16 70 40 16,-8-60 80-16,4-8-311 0,3 2-417 15,6-4-264-15,3-11-88 0,4-3-252 16,3-9-12-16,-3-2-252 0,4-7-136 16,-4 0-36-16,-8-3-61 0,0 7 81 15,-4-2 100-15,-8 5 120 0,0 7 64 0,-8 5-4 16,0 4 76-16,-12 2 60 0,0 0-8 15,-8 1 8-15,-4 6 48 0,-4 0 16 16,4 0 32-16,0 13 24 0,1 9 88 0,-1 10-36 16,3 10 108-16,2 5 24 0,3 7 25 15,-1 0-53-15,2 0-32 16,7-4-64-16,4-1-32 0,4-9-148 0,0-5-100 16,12-9-56-16,8-7 0 0,3-6-4 15,9-7-216-15,5-6-37 16,2-3 61-16,5-7-24 0,0-2-160 0,3-8-348 15,6 5-1100-15,-14 2-2596 0,25-6-1493 16</inkml:trace>
  <inkml:trace contextRef="#ctx0" brushRef="#br0" timeOffset="80083.756">16443 7092 7400 0,'0'0'5453'0,"0"0"-3773"16,0 0-296-16,79-12-232 0,-46 18 40 15,-1 7 0-15,-5 3-212 0,1 5-188 16,0 9-220-16,-4 1-171 0,-8 4-97 15,0 4-100-15,-5 1-84 0,-6 2-116 0,-1-4 32 16,0-3-36-16,-4-7-12 0,0-4-48 16,0-6 56-16,-4-6-8 0,0-5-72 15,4-4-36-15,0-3 48 0,0 0 8 0,0-7-32 16,0-1 36-16,-5-13-168 16,5-4 80-16,0-6 51 0,0-10 89 0,5-8-92 15,3 2 4-15,-1 0-60 0,1 2-112 16,9 4-100-16,-6 2-288 15,5 8-472-15,4 4-588 0,-4-3-1124 0,1 14-2597 16,2-3-2111-16</inkml:trace>
  <inkml:trace contextRef="#ctx0" brushRef="#br0" timeOffset="80381.547">17017 7226 11729 0,'0'0'2032'0,"0"0"-728"15,0 0 20-15,0 0 168 0,0 0 48 16,32 66-512-16,-24-66-624 0,3-3-200 15,5-9-20-15,4-1-52 0,-4-9-132 16,0-1-352-16,0-2-148 0,-4 3-84 16,0 0 116-16,-8 3 28 0,-4 5-40 15,0 3 84-15,-4 4 0 0,-8 4-12 0,-4-1 372 16,0 4 36-16,-7 0 60 16,-2 7-48-16,5 3 248 0,-4 9 88 15,9 3-4-15,2 10-8 0,2 3 32 0,7 6 48 16,0 4 112-16,0 2-4 0,4 0-12 0,0-2-48 15,4-7-160-15,4-7-23 16,3-11-281-16,6-10-52 0,7-10-20 16,4-10-61-16,7-13-39 0,1-7-108 0,7-19-316 15,2-2-380 1,-2-5-448-16,2-5-968 0,-14 17-2164 0,13-26-2029 0</inkml:trace>
  <inkml:trace contextRef="#ctx0" brushRef="#br0" timeOffset="80581.72">17634 6397 9096 0,'0'0'2261'0,"0"0"-901"16,0 0 216-16,-8 73 304 15,4-32-172-15,0 4-280 0,4 6-408 0,0 6-316 16,-4 3-84-16,4 7-83 0,0 1-197 16,-4 4-208-16,0-3-124 0,4 2-8 15,0-6-60-15,0-4-352 0,0-4-365 16,8-8-223-16,4-9 8 0,8-8-104 15,4-7-764-15,-5-12-1952 0,18-9-2157 0</inkml:trace>
  <inkml:trace contextRef="#ctx0" brushRef="#br0" timeOffset="80901.594">18192 7115 5564 0,'0'0'8225'0,"0"0"-6305"15,0 0-716-15,0 0 112 0,0 0 108 0,-88 54 200 16,60-26-323-16,-3 7-505 15,6 4-252-15,1-2-84 0,5 5-24 0,3-4-4 16,8-2-144-16,0-8-192 0,8-6-96 16,0-10 0-16,0-2-72 0,8-7 12 15,3-3-60-15,10 0-12 0,3-7-12 0,0-7 0 16,3-10-64-16,1-4-140 16,0-4 0-16,-4 1-76 0,0-1 12 15,-5 4 24-15,-2 2 64 0,-6 7 8 0,-2 3 0 16,-1 3 11-16,-8 8 49 0,0 0 160 15,0 3 36-15,0 2-76 16,0 0-32-16,-4 2 32 0,0 5 16 0,-5-1-76 0,2 0-12 16,-1 1-148-16,0 0-328 15,0-1-92-15,0 0-228 0,4-3-196 16,-4 1-248-16,4-4-356 0,0 3-637 0,0-3-1431 16,0 0-80-16</inkml:trace>
  <inkml:trace contextRef="#ctx0" brushRef="#br0" timeOffset="81515.733">18208 7172 2752 0,'0'0'1344'0,"0"0"-316"0,0 0 196 16,0 0 504-16,0 0-44 0,0 0-187 15,0 0-185-15,0 0-180 0,0 0-116 16,0 0 180-16,0 0-204 0,7-16-308 16,-7 32 96-16,-7 6-128 0,3 10-136 0,0 3-64 15,0 3 24-15,4-1 72 16,0 2 36-16,0-4-147 0,0-3-133 15,8-3-168-15,-1-8 8 0,6-5-144 0,-1-2-68 16,0-5-44-16,4 1-80 16,0-10-136-16,-1 0-109 0,10 0-183 0,-6-10-140 15,5-6-316-15,-4-3-976 0,-4 3-2660 16,8-15-4793-16</inkml:trace>
  <inkml:trace contextRef="#ctx0" brushRef="#br0" timeOffset="82302.209">18634 6617 6900 0,'0'0'1944'0,"0"0"1205"0,0 0-1561 16,-12 72-320-16,9-27-12 0,3 6-92 15,-5 9-248-15,1 10-236 0,4 3-140 16,0 6 196-16,0 1 104 16,0 2-328-16,0-5-135 15,4-8-109-15,4-12-148 0,0-11-72 0,8-18 24 16,0-10-48-16,4-11-24 0,0-7-156 0,4-7-24 16,0-9-89-16,-5-3 1 0,5-6-108 0,-7-3-224 15,-6-1-240-15,-3 0-452 0,-8 1-1012 0,0 9-2548 16,-8-6-1853-16</inkml:trace>
  <inkml:trace contextRef="#ctx0" brushRef="#br0" timeOffset="82459.634">18395 7111 9096 0,'0'0'2465'0,"0"0"-849"0,0 0-320 16,0 0 316-16,0 0-212 0,0 0-312 15,100 17-364-15,-60-17-344 0,-5 0-208 16,5-13-172-16,0 1-48 0,0-5-456 0,0-5-244 15,-1 0-304-15,2-1-472 16,-13 4-1632-16,4-3-4297 0</inkml:trace>
  <inkml:trace contextRef="#ctx0" brushRef="#br0" timeOffset="82605.885">19040 7032 12493 0,'0'0'1976'15,"0"0"-1308"-15,0 0-100 0,9 85 424 16,-9-55 572-16,4-5 192 0,-4 0-560 0,0-5-624 15,4-5-367-15,-4 2-205 0,0-12-124 16,0 2-497-16,0-1-367 0,0-6-164 16,0 0-748-16,0 0-2300 0,-4 0-3177 15</inkml:trace>
  <inkml:trace contextRef="#ctx0" brushRef="#br0" timeOffset="82779.63">19012 6775 12785 0,'0'0'2400'0,"0"0"-1204"0,0 0 236 16,0 0-128-16,0 0-260 0,80-34-424 0,-64 27-476 15,4 1-144-15,0 2-148 16,0 2-204-16,0-3-236 0,0 5-112 16,-4 0-260-16,4 7-664 0,-9 0-1472 0,-3 15-3121 15</inkml:trace>
  <inkml:trace contextRef="#ctx0" brushRef="#br0" timeOffset="83218.188">19311 7106 9836 0,'0'0'2485'0,"0"0"-941"16,21 69-368-16,-10-50 308 0,1 0 368 0,-3-3-36 31,6-7-452-31,-3-2-575 0,0-3-269 0,4-4-96 0,0-7-48 16,4-6-172-16,-1-3-204 0,2-3-228 0,3-3-256 15,-5-3-180-15,1 2-89 0,1 2-51 16,-2 2-296-16,1 2-644 15,-3 4-664-15,-2 4-268 0,-7 2-409 0,0 4-971 16,0 3 1696-16,-4 0 2360 0,0 0 444 16,0 3 2108-16,-4 8 276 0,0-1-439 15,0 2-421-15,0 1-396 0,4 2-316 16,-4-3-236-16,3-1-240 0,6-2-284 0,-1-6-180 16,3-3 56-16,2 0-116 15,-1 0-96-15,4-10-160 0,-4-3-12 0,4 1-64 16,-1-3-96-16,-3-2-196 0,1 2-24 15,-6 1 96-15,-3 2 160 16,-4 5 124-16,0 5 4 0,-8-2 8 0,-3 4 244 0,-9 0-36 16,-5 6-160-16,1 4 16 15,1 6 84-15,-1 6 120 0,4 3 88 0,0 7-76 16,4 0 4-16,1 3-52 0,2 0-4 16,2 0 68-16,7-7 236 0,4-2-203 15,0-7-193-15,11-3-128 0,10-7-8 16,6-2-48-16,0-4-40 0,10-3-277 15,-1 0-195-15,7 0 0 0,2 0 120 0,2 0-600 16,-3 0-928-16,-4 0-2364 0,12 0-3781 16</inkml:trace>
  <inkml:trace contextRef="#ctx0" brushRef="#br0" timeOffset="83633.988">21160 7038 8220 0,'0'0'3141'16,"0"0"-1997"-16,0 0-520 16,0 0 320-16,76 46 508 0,-53-13 228 15,-6 16-100-15,2 14-512 0,-10 11-272 0,-1 8 164 16,-5 7-279-16,1 3-221 0,-4-1-216 15,-4-1 180-15,1-8-112 0,-5-8-236 16,4-11-76-16,-1-12-240 0,5-17-148 16,0-11 12-16,0-11-24 0,0-12-277 15,5 0-139-15,3-15-172 0,-1-11-708 16,-3-6-1000-16,0 1-2065 0,-4-23-3059 0</inkml:trace>
  <inkml:trace contextRef="#ctx0" brushRef="#br0" timeOffset="83849.568">21284 7061 10376 0,'0'0'2469'0,"0"0"-793"0,0 0-452 0,0 0 268 15,0 0-108-15,95-44-180 0,-75 40-164 16,1 4-372-16,-2 0-195 0,-3 0-133 16,-4 4-144-16,-1 3-196 0,-6 1 0 15,-5 5-60-15,0 9-28 0,-8 7-164 0,-8 3-77 16,-8 3-243-16,0-1-160 0,-4 1-84 15,0-3-428-15,1-7-652 0,3-3-868 16,7-9-2309-16,2-3-2063 0</inkml:trace>
  <inkml:trace contextRef="#ctx0" brushRef="#br0" timeOffset="84151.627">21583 7010 7504 0,'0'0'1932'16,"0"0"-548"-16,0 0 45 0,0 0 291 16,0 0-216-16,84-32-348 0,-61 29-296 15,1 3-192-15,-4 0-100 0,-1 0-64 0,2 10-196 16,-5-1-100-16,-4 7 0 16,-5 3 60-16,1 4-48 0,-3-1-84 0,-5 7-16 15,0-1 16-15,0 0-64 0,-9 1 36 0,2-7-32 16,3-3-28-16,-4-3 0 0,8-9 48 15,-4-5 100-15,4-2-28 16,0 0-8-16,0-2 33 0,4-12 63 0,0-5-256 16,7-6-192-16,2-6-4 0,2-4-25 15,2-4-107-15,-2 4-156 16,2 0-348-16,-2 1-196 0,2 2-504 0,2 3-928 16,-7 8-2569-16,8-12-3411 0</inkml:trace>
  <inkml:trace contextRef="#ctx0" brushRef="#br0" timeOffset="84298.266">22212 6928 11461 0,'0'0'2960'0,"0"0"-1584"15,-12 82-272-15,0-54 480 0,4 8 248 16,-7-4-324-16,6-4-791 0,-3-3-645 16,1-9-72-16,7-3-436 0,-5-7-233 15,5-3-135-15,0-3-196 0,1 0-700 16,3-6-2160-16,-8-10-2325 0</inkml:trace>
  <inkml:trace contextRef="#ctx0" brushRef="#br0" timeOffset="85047.938">22176 6692 7688 0,'0'0'2060'0,"0"0"-1168"0,0 0-67 15,0 0 35-15,0 0-68 0,80 19 136 0,-68-6-268 16,4 4-384-16,-4 1-192 0,-1 5-80 15,-2 2 44-15,-5 6 0 0,-4 1 4 16,0 4 0-16,-4-1 8 0,-5 2 68 16,-2-2-4-16,3-3 292 0,-1-3 448 15,2-4 68-15,3-7-312 0,0-1-360 16,4-8-260-16,0-2 60 0,4-7-48 16,3 0 64-16,6-3 8 0,2-10 4 0,6-4-88 15,-1-1-88-15,-1-1-48 0,5 0 16 16,-3-4 8-16,-2 9 60 15,1 3 4-15,-4 2-52 0,0 2 4 0,-4 4 8 16,-4 3-48-16,0 6 136 0,-4 7 308 16,0 0 0-16,-4 3-84 0,0 3 20 0,0-3 88 15,0-1 24-15,0-1 96 0,4-9-24 16,-4 1-288-16,3-6-140 16,6 0 0-16,-1 0-8 0,7-8 8 0,-2-9-156 15,6 2-76-15,5-3-100 0,0-3-96 16,1 2 12-16,3 4 12 0,-5 2 108 15,-3 7 96-15,0-1 140 0,-4 7 0 16,0 0 60-16,-4 0 40 0,0 10 304 16,-4 2 260-16,0 1-64 0,-1 3-172 15,6 0-100-15,-5 0 108 0,3-3-72 0,-2-1-292 16,2-2-12-16,1 0-148 0,1-7-168 16,2-1-224-16,1-2-280 15,4-2-16-15,4-8 44 0,0 0 48 0,0-2-88 16,-5 2-412-16,2-3 0 0,-1 4 328 0,-1-1 376 15,-6 4 264-15,2-4 276 16,-6 4 344-16,-1 0 720 0,-1-1 64 16,-3 1 48-16,0 3-208 0,0-3-232 0,-4 3-252 15,0-4-124-15,0 4-104 16,0-3 28-16,-4-1-48 0,0 1-140 0,-4 3-44 16,-3 0-52-16,-6 3-4 0,-3 0-132 15,1 0-12-15,-5 0-36 0,-4 6 180 16,4 7 4-16,-4-1 168 0,5 7 64 15,2 8-168-15,1-2 108 0,1 6 148 0,2 4 316 16,6 0 8-16,-2-3-192 0,5-1-148 16,8-9-160-16,0-3-132 15,8-2-12-15,12-11-48 0,5-3-120 0,6 0-28 16,5-3 64-16,11-6-4 0,2-4-48 16,3 1 180-16,-5-4-664 0,5 0-264 15,-4 5-216-15,-4-3-664 0,-9 5-2544 16,10-1-5885-16</inkml:trace>
  <inkml:trace contextRef="#ctx0" brushRef="#br0" timeOffset="85476.122">23813 7128 5532 0,'0'0'2936'0,"0"0"-27"16,0 0-1205-16,0 0 100 15,77 3-104-15,-38 9-112 0,10 1-72 16,2 0-260-16,1 0-516 0,0-4-311 0,3-6-285 15,-7-3-144-15,-1-9-12 0,2-7-280 16,-6-6-317-16,5-14-11 0,-4 2-160 16,-4-8-484-16,-8 11-1276 0,-4-17-4221 0</inkml:trace>
  <inkml:trace contextRef="#ctx0" brushRef="#br0" timeOffset="85681.546">24360 6747 8776 0,'0'0'1552'0,"-8"70"2885"16,4-28-2401-16,4 8-164 0,-5 10-228 15,1 6-232-15,-3-2-383 0,-1 3-349 16,0-7-320-16,-1-3-360 0,6-9-156 16,-1-10-460-16,4-13-136 0,4-12-25 0,12-7-15 15,3-6-52-15,9-16-344 0,4-6-984 16,-8 3-2324-16,12-20-2353 0</inkml:trace>
  <inkml:trace contextRef="#ctx0" brushRef="#br0" timeOffset="85909.735">24666 7249 9368 0,'0'0'5693'0,"0"0"-4521"0,8 66-408 0,-4-40 276 16,0-4 464-16,5-7 48 16,2-2-423-16,1-10-501 0,8-3-228 0,4-3-144 15,4-13-100-15,0-6-100 0,8-7-56 16,-4-6-144-16,-1 0-124 15,-3 5 4-15,-7-3 108 0,-2 8-40 0,-11 6-20 16,0 0-16-16,-4 6 12 0,-4 1 208 0,-4 1 8 16,-12 5-8-16,1 0-84 0,-6 3-1 15,-3 0 37-15,0 3-100 0,1 0-32 16,-1 6-164-16,0 3-180 0,0 1-244 16,4 2-488-16,0 1-868 0,8-3-2216 0,-8 9-3789 15</inkml:trace>
  <inkml:trace contextRef="#ctx0" brushRef="#br0" timeOffset="86681.414">25623 7207 5776 0,'0'0'2872'16,"0"0"2305"-16,0 0-3481 0,0 0-480 15,0 0 64-15,0 0 200 0,-8 70-88 16,23-61-311-16,9 1-401 0,4-7-244 16,4-3-148-16,0-10-128 0,4-5-80 15,0-7-80-15,-1-6-232 0,2-8-200 0,-1 1-164 16,-8-3-45-16,0 3 129 0,-9 7-24 16,-3 0-12-16,-8 4-16 15,-4 6 36-15,-4 2 132 0,0 3 76 0,-8 1 320 16,-8 5 0-16,-4-3 308 0,0 8 12 15,-8-3 36-15,0 5-48 0,0 5-28 16,0 9-132-16,-4 9-48 0,5 6 32 0,-1 7 176 16,0 4 68-16,4 5-36 15,4 2 12-15,5 4-95 0,7-6-185 16,-1-5-72-16,9-4-133 0,4-8-111 0,9-6-388 16,11-12-224-16,8-7 24 0,3-6-140 0,13-16-704 15,-17 3-1288-15,33-22-3217 16</inkml:trace>
  <inkml:trace contextRef="#ctx0" brushRef="#br0" timeOffset="86982.166">26384 7017 10272 0,'0'0'3857'15,"0"0"-2729"-15,0 0 364 0,0 0 0 0,-41 82-80 16,18-45-80-16,-5 9-175 0,8-2-237 16,0-6-88-16,4-6-120 0,9-11-324 15,3-4-340-15,4-8-48 0,0-5-192 16,7-4-52-16,5 0 28 0,4-11-48 15,8-3-100-15,0-5-168 0,4-7-12 16,0 1 24-16,-4-1 95 0,-5 4-3 0,1 0 52 16,-3 3 60-16,-6-1-16 15,-3 5 200-15,1 2 132 0,-5 7 124 0,-4 3 132 16,0 3 136-16,0 0-76 0,0 5-156 16,0 8 128-16,0 4 93 0,0 5-33 15,3 3-20-15,-3 0 0 0,4 0 12 0,4-5-160 16,-4-4-180-16,8-4-100 0,0-2-556 15,8-7-264-15,0-3 167 16,4-3 93-16,4-7-524 0,3-9-1464 0,-6 6-2684 16,14-15-2681-16</inkml:trace>
  <inkml:trace contextRef="#ctx0" brushRef="#br0" timeOffset="87164.779">27029 6922 6156 0,'0'0'7529'0,"0"0"-6061"0,0 0-788 0,0 0 560 0,-56 78 396 15,32-40 32-15,0 8-280 0,5-6-383 16,6-1-241-16,2-8-148 0,7-1-340 16,4-16-276-16,0-3-204 0,8-8-256 0,8-3 0 15,3-7 12-15,2-9-36 16,7-6-169-16,-5-7-275 0,5-2-1092 0,0-10-2088 16,-8 9-1989-16,8-13-2466 0</inkml:trace>
  <inkml:trace contextRef="#ctx0" brushRef="#br0" timeOffset="87483.151">27220 6499 9308 0,'0'0'2925'0,"0"0"-1429"0,0 0 84 15,0 0 276-15,-12 70-76 0,8-32-356 16,-4 9-208-16,-3 8-3 0,2-1-161 0,-3 6-268 16,-3 3-372-16,3-2-220 15,-4-1-36-15,4-3-156 0,0-10-76 16,4-5-248-16,8-10-124 0,0-10 64 0,0-12-16 15,16-10-36-15,0 0-48 0,3-10 112 16,5-9 56-16,1 0 12 0,-1-3-49 16,-1-1-87-16,-3 5 52 0,-3 1 84 0,-2 8 72 15,-3 9 220-15,-4 0 12 16,0 6 388-16,-4 11 236 0,0 4-80 0,-4 2-275 16,0 5-37-16,0 4-124 0,0-4 12 15,4 4-108-15,-4-3 100 0,8-3 200 16,0-7-288-16,4-1-24 0,0-8-472 15,4-4-72-15,4-3 19 0,-1-3-83 16,5-3-588-16,0-3-1548 0,-3 0-2424 0,10-7-2945 16</inkml:trace>
  <inkml:trace contextRef="#ctx0" brushRef="#br0" timeOffset="87882.379">28141 7254 9276 0,'0'0'2029'16,"0"0"-2029"-16,0 0 116 0,0 0 604 16,0 0 1128-16,0 0 388 0,0 0-580 15,0 0-532-15,0 0-244 0,0 0 0 0,-36 89 8 16,28-54-219-16,-4-6 59 15,8-4-160-15,0-8-424 0,4-9-144 0,0-4-168 16,0-4-244-16,0 0 0 0,0-7 36 16,4-5 112-16,0-6 56 0,8-9 51 15,0-1-39-15,0 0-180 0,4-5-100 16,0 2-96-16,-4 3-312 16,0-4-556-16,-5 3-460 0,-3-3-32 0,-4 4 108 15,0 3 1080-15,-4 2 744 0,-3 7 860 16,-10 4 212-16,2 5 72 0,-2 7-312 15,-2 0-328-15,-1 4-176 0,-4 11-12 0,1 5 32 16,-2 2 76-16,5 0-76 0,0 0-236 16,4-3-112-16,9-6-548 15,3-1-528-15,-1 1-652 0,5-3-1220 0,5-1-4033 16</inkml:trace>
  <inkml:trace contextRef="#ctx0" brushRef="#br0" timeOffset="88008.745">28448 7141 9352 0,'0'0'6321'15,"0"0"-5089"-15,99 0-588 0,-59 0 484 0,4 0 452 16,0 0 101-16,0 0-505 0,-5-10-776 16,1-6-196-16,3 0-204 0,-2-9-52 15,-1 0-456-15,-1-5-400 0,-2-1 47 16,-2 2-323-16,-10 4-1524 0,-2-6-3572 0</inkml:trace>
  <inkml:trace contextRef="#ctx0" brushRef="#br0" timeOffset="88235.723">28886 6553 9864 0,'0'0'3125'0,"-12"86"-881"0,7-36 88 16,-2 14-32-16,-5 9-444 0,0 4-511 0,0 2-549 15,-4 0-408-15,4 1-220 0,-3-11-128 16,2-8-40-16,5-10-324 0,4-17-172 15,4-12 12-15,8-15-156 0,9-7-53 16,2-10 145-16,13-15-196 0,0-14-664 16,12-11-1240-16,-12 8-1988 0,15-24-1973 15</inkml:trace>
  <inkml:trace contextRef="#ctx0" brushRef="#br0" timeOffset="88784.793">29292 6588 8052 0,'0'0'6829'0,"0"0"-4893"16,0 0-1028-16,0 66-44 0,-8-24 400 15,-4 5-116-15,0 7 45 0,1 1-393 16,-2-1-196-16,1 3-12 0,1-7-52 0,-5 1-200 16,8-4-160-16,-5-5-116 0,6-10-64 15,3-10-48-15,4-5-144 0,0-12-48 16,4-5-52-16,8-3-116 0,4-6 56 16,4-8-36-16,3-1-56 0,1-5 20 15,-4 0-12-15,1 4 43 16,-2 5 153-16,-7 3 92 0,0 5 76 0,-4 4-4 15,-1 2 76-15,-2 2 204 0,-5 11 405 16,4 3 23-16,-4 5-172 0,4 2-136 0,0 0 4 16,-4-1-24-16,8-7-212 0,-1-2-92 15,6 0-60-15,2-6 48 0,2-5 8 16,3-2-228-16,-1 0-192 0,5-5-56 16,-3-9-32-16,7 3-57 0,-5-3-87 15,5 1-432-15,-4 4-420 0,0 3-128 0,0-1-136 16,-1 4 560-16,-2 3 868 0,-6 0 344 15,1 0 748-15,-4 0 212 16,-3 0-24-16,-6 0-128 0,1 0-36 0,0 0-44 16,-4-6-100-16,0-7-164 0,0 1-132 15,0-1-212-15,0-4-56 16,0 2-16-16,-4 3-48 0,0-1-40 0,-3 1-48 16,2 5 44-16,-7 0 44 0,5 7 148 15,-6 0 48-15,-2 7 120 0,-2 2 60 16,-2 10 76-16,-1 4 45 0,-4 5 171 0,4 0-136 15,0-2-72-15,0-1-72 16,4 0-124-16,9-6-208 0,-6-6-56 0,9-3-228 16,0-4-136-16,4-3-36 0,0-3-192 15,12-3-24-15,-3-3 67 16,6-4 137-16,5-5-196 0,3-5-504 0,2 1-1012 16,3-6-724-16,3 3-1141 0,-6 3 725 15,14-11-3240-15</inkml:trace>
  <inkml:trace contextRef="#ctx0" brushRef="#br0" timeOffset="88997.794">30097 7000 340 0,'0'0'12937'0,"0"0"-10305"0,0 0-1876 16,28 74-208-16,-28-39 480 0,-4-1 496 15,-12 5-204-15,-4 3-447 0,-4-5-241 16,0-2 8-16,1-3 0 0,2-4-300 16,1-6-232-16,5-6-108 0,2-3-4 15,9-7-128-15,1-2-88 0,3-4-164 0,3 0-112 16,10-13 12-16,6-3 108 0,5-6 156 15,8-3 88-15,4-8-137 0,0-1-59 16,0 2-136-16,0-3 16 0,0 3-68 16,-8 0-524-16,0 4-720 0,-9 9-1132 15,-3-10-3385-15</inkml:trace>
  <inkml:trace contextRef="#ctx0" brushRef="#br0" timeOffset="89615.908">28045 7141 4548 0,'0'0'648'15,"0"0"356"-15,0 0 2036 0,0 0-1063 16,-40 91-517-16,28-56-56 0,5 1 60 16,-2-3-84-16,5 6-212 0,0-7-160 15,4 3-260-15,0-6-208 0,4-8-140 16,5-2-312-1,2-2-88-15,5-4-220 0,0-7-268 0,12 0-124 0,4-6-52 16,4 0-336-16,-1-10-820 0,-3 1-2944 0,13-7-4997 16</inkml:trace>
  <inkml:trace contextRef="#ctx0" brushRef="#br0" timeOffset="90541.976">6187 8947 8672 0,'0'0'5209'0,"0"0"-4245"16,0 0-312-16,0 0 80 0,0 0 380 0,0 0-72 15,0 0-68-15,0 0-44 0,107 54-148 16,-51-48-160-16,4 0-167 0,0-6-89 16,0 0-88-16,-4-6-204 0,0 0-64 15,-5-7-8-15,-3 0-8 0,-5-2-100 16,-2-1-132-16,-5 0-196 0,-4 0-185 16,-8 0-183-16,-5 3-152 0,-6 4-668 0,-6 3-1188 15,-7 0-2813-15,0 6-3139 0</inkml:trace>
  <inkml:trace contextRef="#ctx0" brushRef="#br0" timeOffset="90747.588">6427 9051 1420 0,'0'0'6900'16,"0"0"-4572"-16,0 0-683 0,0 0-317 0,0 0-124 15,99 61 16-15,-63-48-164 0,3-7-212 16,-2 1-140-16,2-4-240 0,-3-3-216 15,0 0-164-15,-8-7-84 0,4-2-60 16,-8-4-40-16,0-3-352 16,-1-4-252-16,-3 1-4 0,1-2-500 15,-6 2-952-15,-7 3-2513 0,-3-3-4059 0</inkml:trace>
  <inkml:trace contextRef="#ctx0" brushRef="#br0" timeOffset="91050.837">6621 8662 4728 0,'0'0'4628'0,"0"0"-2639"16,0 0-337-16,88 9-88 0,-48-6-92 0,-5 3-292 16,6 1-44-16,-1-1-348 15,-1-3-272-15,1 4-172 0,4-4-40 0,-4-1-8 16,-5 5-64-16,2-1-76 0,-10 1-108 15,1 3-48-15,-12 2 0 0,0 4 0 0,-7 3-4 16,-6 9-104-16,-3 8-172 16,-3 5-64-16,-10 7 64 0,-2 2 72 15,-10 5 112-15,5 5-4 0,-8-3-36 16,-4 3-84-16,0 0-12 0,1-2-40 16,-5-2-84-16,0-1-224 0,4-8-92 15,1-3-316-15,6-9-472 0,1 0-1112 0,13-16-2529 16,3 3-1239-16</inkml:trace>
  <inkml:trace contextRef="#ctx0" brushRef="#br0" timeOffset="92257.444">8414 9179 6248 0,'0'0'7289'16,"0"0"-5441"-16,0 0-840 0,0 0-420 0,0 0 168 15,0 0 232-15,0 0 176 16,0 0-220-16,108 22-96 0,-64-19-107 15,4-3-305-15,-1-3-108 0,1-6-84 0,0-4-156 16,-4-6-88-16,-1 0-108 0,-3-1-40 16,-3-2-224-16,-5 3-320 0,-1 1-121 15,-6 1-43-15,-6 4-368 0,-3-2-1160 16,-8 5-2700-16,-4-3-3573 0</inkml:trace>
  <inkml:trace contextRef="#ctx0" brushRef="#br0" timeOffset="92598.192">8792 8738 11309 0,'0'0'2280'15,"0"0"-1012"-15,0 0-160 0,0 0 68 0,-47 69-84 16,43-40-108-16,4-1-224 0,0 4-172 16,4 0-52-16,0 6-40 0,4 0-71 0,0 7-97 15,0 9-108-15,-4 3-88 16,-4 3-12-16,4 7-44 0,-4 3-64 15,0-1 48-15,0 1-12 0,0-3 72 0,0-1-52 16,0-5-64-16,0-4 76 0,-4-5 4 16,0-5 4-16,-4-3-40 0,4-6 0 15,-4-3 48-15,0-6-12 0,0-8-36 16,-4-2 0-16,4-2-40 0,-3-4-8 16,-6-4-44-16,2-4-136 0,2-5-64 15,-6 0-104-15,-1 0-76 0,-1-5 24 0,2-4-13 16,-5-4-123-16,-4-7-84 15,4-2-212-15,0-3-136 0,1 0-292 16,6-7-528-16,2 0-1036 0,2 7-2465 0,5-17-2083 0</inkml:trace>
  <inkml:trace contextRef="#ctx0" brushRef="#br0" timeOffset="93347.926">10358 8166 1656 0,'0'0'6128'0,"0"0"517"16,0 0-4489-16,0 0-952 0,0 0-424 15,0 0 144-15,13 91-120 16,-9-36-204-16,-4 12-212 0,0 5-48 0,0 8-83 16,-8 2-85-16,-5-2-112 0,2-1-12 15,-5 0-44-15,4-9-4 0,0-3 0 16,4-12 0-16,0-15 0 0,8-11-8 0,0-13-76 16,0-10-136-16,0-6-49 15,4 0-23-15,8-6 160 0,0-4 132 0,8-5 0 16,-1-8 48-16,2-2-48 0,-1-4-72 15,-1 4-4-15,-2 3-20 0,-2 3 24 16,-2 6-4-16,-2 7-128 0,-3 6-4 0,5 3 208 16,-6 9 140-16,-3 4 192 15,4 6 32-15,-8 1-84 0,4 3-72 16,1 2-27-16,-2-3-9 0,1 4 8 16,0-7 28-16,0 0-136 0,4-3-72 15,-4-6-56-15,8-4-152 0,-4-2-253 16,3-4-195-16,6 1-100 0,3-4-16 0,-1-4-248 15,9-3-700-15,-4-2-1268 16,20-3-2593-16</inkml:trace>
  <inkml:trace contextRef="#ctx0" brushRef="#br0" timeOffset="93647.48">11176 8925 1616 0,'0'0'10033'15,"0"0"-7849"-15,0 0-500 0,0 0 44 0,0 0-72 0,0 0-296 0,0 0-188 16,0 0-335-16,-92 3-317 0,68 22-120 15,-4 7-12-15,4 0 36 16,4 0-52-16,4-7-168 0,8-9-204 0,1-7-12 16,7-2-192-16,0-7-72 0,3 0-112 15,5-7 60-15,9-2 196 0,2-5-144 16,1-5-88-16,0-6-48 0,0 0 11 16,0 0 13-16,0 3 44 0,-1 0 4 15,-2 2-36-15,-2 8 80 0,2-1 40 0,-10 10 60 16,5 3 24-16,-3 0 172 0,2 9 136 15,-3 7 280-15,1 3 156 0,-2 7 16 16,1-1-140-16,0 3-35 0,1 2-49 16,-2-5-96-16,-3 0-124 0,4-6-144 0,4-3-116 15,4-6-272-15,0-4-233 0,4-6-191 16,4-6-32-16,0-11-976 16,-4 2-2824-16,12-15-4133 0</inkml:trace>
  <inkml:trace contextRef="#ctx0" brushRef="#br0" timeOffset="93906.279">11750 8813 14129 0,'0'0'2708'0,"0"0"-1688"0,0 0-84 0,0 0 380 0,-80 74 264 16,55-49-291-16,5 4-481 0,5-7-300 16,-2-3-184-16,14-4-160 0,-1-2-164 0,4 1-72 15,0-2 0-15,12-3 24 0,0 3 40 0,3-1-4 16,2-3-84-16,-1 3 0 0,3-2 36 0,-2 1 48 15,-6 0 0-15,6-1-36 16,-6 0 0-16,-3 1-60 0,-4-1-52 16,-4 1 16-16,0-1-36 0,-4 1-52 0,-8 2-44 15,-4 1-76-15,-3-3 12 0,-5-1 4 16,3 1-129-16,-7-8-71 0,5 5-364 16,-5-7-892-16,4 0-2268 0,-8 0-3149 0</inkml:trace>
  <inkml:trace contextRef="#ctx0" brushRef="#br0" timeOffset="94545.542">12678 8788 8036 0,'0'0'4937'0,"0"0"-3209"0,0 0-284 0,0 0-192 16,8 69 280-16,-5-33-72 0,-3 2-304 15,0 0-307-15,0 6-325 16,-3-6-164-16,-1 1-92 0,0-8-124 0,0-8-144 0,4-4-80 16,0-7-112-16,0-8-196 0,0-1-24 15,0-3-24-15,8 0-197 16,3-10 209-16,2-2 56 0,6-7 112 0,5-4 0 16,-3-2 12-16,-2 0 0 15,1 0 84-15,0-1 152 0,0 1 8 0,0 2 12 16,-1 1 60-16,-2 9 64 0,-1 4 120 15,-4 5-48-15,-1 4 88 0,2 7 212 0,-2 3 4 16,1 8-99-16,-3 1-49 0,-2 3 36 16,1 5-60-16,-4-2-52 15,1 0-44-15,-1 0-76 16,-4-3-72-16,3-2-96 16,-3-4-72-16,4-4-228 0,0 1-280 0,-4-3-172 15,4-5-137-15,4-5-147 0,0 0-556 0,4-3-1160 16,-4-3-2885-16,12-16-3771 0</inkml:trace>
  <inkml:trace contextRef="#ctx0" brushRef="#br0" timeOffset="94802.973">13367 9045 6140 0,'0'0'8581'0,"0"0"-6993"16,4 71-776-16,-8-43 328 16,-4 7 288-16,4-7 168 0,4-6-355 0,0-2-637 15,0-12-412-15,8-3-148 0,7-5-44 16,2-5-8-16,7-7-52 0,-1-7-12 15,5-3-180-15,-4-7-88 0,0 1-12 16,-8-1 84-16,0 4 39 0,-4 3 45 16,-7 2 16-16,-2 5-28 0,-3-1 36 0,-8 3 88 15,-4 3 60-15,-4 1-144 16,-4 3-28-16,-4-1 24 0,0 4 52 0,0 3-160 16,5 0 48-16,-1 0-40 0,0 7-180 15,4 2-396-15,8 0-368 0,-1 1-664 16,2-4-836-16,7 7-2753 0</inkml:trace>
  <inkml:trace contextRef="#ctx0" brushRef="#br0" timeOffset="95692.613">13941 9118 6308 0,'0'0'2260'16,"0"0"905"-16,0 0-1005 0,0 0-556 15,0 0-232-15,0 0-156 16,0 0-144-16,0 0-300 0,0 0-236 0,0 0 48 16,0 0-180-16,83 20-176 0,-51-20-140 0,4-7-88 15,0-6-112-15,0 1-472 0,0-7-120 16,-5 0-228-16,1 0-520 15,-8 2-1500-15,12-5-4589 0</inkml:trace>
  <inkml:trace contextRef="#ctx0" brushRef="#br0" timeOffset="96182.96">14658 8849 5580 0,'0'0'8597'0,"0"0"-6617"15,0 0-1028-15,-17 76-84 0,14-41 488 0,-5-1 160 16,0 8-351-16,4-7-449 16,0 0-400-16,-4-3-208 0,8-4-108 15,-4-2-48-15,4-8-60 0,0 1-112 0,0-5-156 16,0-8-168-16,0-4-125 0,0 2-99 16,0-4 108-16,8-4 168 0,0-2 212 15,0-7 68-15,4-2 80 0,0-1-240 0,4-6-72 16,-4 0 144-16,4-1 288 0,0 5 12 15,-4 1 52-15,-1 5 208 0,2 5 172 16,-10 3 36-16,1 2-24 0,0 2-64 16,-4 0-64-16,4 0-44 0,-4 2 8 15,0 9 172-15,0-5 8 0,4 0-96 16,-4 1-155-16,5-4-209 0,-1-3-48 16,3 0-113-16,5-3 161 0,4-7-8 15,5-3 8-15,-2-2-204 0,9-4-64 16,-4 2 96-16,-5 2 88 0,2 5 24 15,-1 7-12-15,-5 3 24 0,-2 0 48 0,-2 6 160 16,-3 8 168-16,1 0 36 0,-5 10 25 16,-1-3-73-16,1 5-96 0,-4-1 20 15,0 1 64-15,0-4-52 0,0-3-116 16,0 4-132-16,0-9-4 0,0-1-124 0,0 0-272 16,0-6-224-16,0 2-205 0,0-6-111 15,0 1-152-15,4-4-788 16,4 0-1964-16,8-13-1325 0</inkml:trace>
  <inkml:trace contextRef="#ctx0" brushRef="#br0" timeOffset="96492.036">15327 9049 8660 0,'0'0'6329'0,"0"0"-4977"0,0 0-444 16,0 0 404-16,-28 82 76 0,16-53 88 15,0-1-371-15,-4 1-369 16,8-1-192-16,4-9-84 0,4-3-364 0,0-6-96 15,4-4-168-15,4-6-124 0,8 0 16 16,5-6 32-16,-2-8-128 0,9-5-124 16,-4-2-64-16,4-5 75 0,-4 4 145 0,-1-3 108 15,1 3 72-15,-3-1 16 16,-6 1-4-16,-2 6 56 0,-6 7 92 16,-3 0 72-16,0 9 64 0,-4 0 132 0,0 6 72 15,0 6 48-15,0 4 113 0,-4 6-165 0,0 4-176 16,-3-1 80-16,3 0-20 15,-5-2-40-15,9-4-108 0,0-6-72 16,0-5-216-16,5-8-268 0,6 0-136 0,5-6 87 16,4-13 69-16,4-3-524 15,8-6-1624-15,-13 3-3240 0,22-14-3041 0</inkml:trace>
  <inkml:trace contextRef="#ctx0" brushRef="#br0" timeOffset="96732.404">16196 8541 6200 0,'0'0'6813'16,"0"0"-5069"-16,0 0-588 0,0 0 12 0,0 0 256 16,0 0 72-16,-32 72-168 0,24-36-415 15,-8 5-161-15,0 7 140 0,0 5-228 16,1 5-204-16,-6 5-208 16,-3 4-120-16,4 3-60 0,1-3-64 0,2-4-8 15,6-6-48-15,11-10-96 0,0-9-204 16,15-12-100-16,13-7 88 0,8-13-76 15,4-3-72-15,8-6-60 16,4-9-28-16,-4-8-85 0,-1-2-355 0,-2 0-740 16,-6-3-952-16,-11 5-1456 0,0-7-1485 0</inkml:trace>
  <inkml:trace contextRef="#ctx0" brushRef="#br0" timeOffset="96886.069">16275 9036 1304 0,'0'0'7656'0,"0"0"-5575"0,0 0-837 16,-43 80-324-16,35-62 72 16,0 1-44-16,3-6-92 0,5-4-480 15,0-2-376-15,0-4-356 0,0-3-348 0,0 0-392 0,5-3-192 16,-1-4-572-16,0 1-1269 0,-4-6-4199 16</inkml:trace>
  <inkml:trace contextRef="#ctx0" brushRef="#br0" timeOffset="98193.519">16869 8438 560 0,'0'0'3052'0,"0"0"3000"0,0 0-4487 0,0 0-681 16,0 0-256-16,0 0 112 15,0 0 416-15,-72 109 252 0,53-59-404 0,-5 10-220 16,-1 11 4-16,6-2-12 0,-1 2-4 15,0 2 20-15,0-7-196 0,0 3-147 16,4-4-145-16,0-5-60 0,8-10-100 16,0-5-24-16,8-10 52 0,0-6-52 0,5-10-120 15,6-6-12-15,5-6-108 0,0-5-64 32,4-2-20-32,0-2-16 0,0-12-204 0,-5 1-185 15,2 1-35-15,-10-8-176 0,-3 8-344 0,-4-4-720 0,0-3-1180 16,-11 2-1857-16,3 5-1591 15</inkml:trace>
  <inkml:trace contextRef="#ctx0" brushRef="#br0" timeOffset="98345.834">16395 9071 2600 0,'0'0'612'0,"0"0"6352"0,0 0-5239 0,0 0-281 0,0 0-288 0,0 0 268 16,0 0-144-16,0 0-144 15,0 0-260-15,87 38-300 0,-38-38-24 0,2 0-92 16,5-6-192-16,4-7-204 0,-4-3-64 0,3-3-96 15,-7-4-292-15,3 4-284 0,-6-2-408 16,-1 1-736-16,-12 4-3284 16,3-6-5641-16</inkml:trace>
  <inkml:trace contextRef="#ctx0" brushRef="#br0" timeOffset="98504.875">17291 9032 7220 0,'0'0'7001'15,"0"0"-5577"-15,0 0-392 0,0 0 284 0,-12 77 52 16,5-58 0-16,-6 0-588 0,5-6-612 16,1-1-168-16,3-2-168 15,0-4-356-15,0 3-316 0,-5-2-80 0,6 2-360 16,-1-5-1536-16,-8-1-3693 0</inkml:trace>
  <inkml:trace contextRef="#ctx0" brushRef="#br0" timeOffset="98664.638">17272 8756 1720 0,'0'0'11301'0,"0"0"-9445"15,0 0-800-15,71-69 72 0,-43 50-220 16,0 0-552-16,4 2-356 0,4 5-200 16,3-1-356-16,2 3-704 0,-9 4-1240 15,11 3-4225-15</inkml:trace>
  <inkml:trace contextRef="#ctx0" brushRef="#br0" timeOffset="98965.419">17745 9057 848 0,'0'0'12789'0,"0"0"-9909"15,-35 84-1848-15,23-50-288 0,0 11 252 0,-4 3 316 16,4 2-132-16,-4 1-475 0,0 4-441 15,0-5-104-15,0-2-160 16,1-1 0-16,2-6-232 0,1-5-12 0,9-6 88 16,-5 0-48-16,3-2-16 0,1-2-1 15,4-4 113-15,-4-3 12 0,0 0-40 0,4-7-32 16,0-1-76-16,0-3 0 0,0-2-12 16,0 1 24-16,0-3-40 15,4-1-32-15,0-3-64 0,0 0-40 0,1-3-168 16,3-8-220-16,-1-3-212 0,6-3-364 15,-2-5-376-15,1-7-693 0,0 1-651 16,4-4-2364-16,-4 4 4620 0,0-13 604 0</inkml:trace>
  <inkml:trace contextRef="#ctx0" brushRef="#br0" timeOffset="99224.962">17809 8969 11425 0,'0'0'1832'0,"0"0"-636"0,0 0-76 0,0 0-76 16,0 0-236-16,0 0-188 16,96-19-224-16,-76 29-88 0,0 2-12 0,3 1-40 15,-6 6-84-15,-2 1-84 0,-2-1-76 0,-6 6 96 16,-7 0-20-16,0 0-4 16,-3 7 4-16,-14-3-4 15,-2 2-12-15,-9 2-8 0,0-2 16 0,-4-6-76 16,0 1 68-16,-3-7 0 0,7-6-72 15,0-7-40-15,7-6-292 0,2 0-256 16,6-6-160-16,2-11-128 0,7-5-244 0,4-9-564 16,0 6-952-16,8-30-2777 0</inkml:trace>
  <inkml:trace contextRef="#ctx0" brushRef="#br0" timeOffset="99435.006">18355 8424 872 0,'0'0'2376'0,"0"0"4356"16,0 0-4735-16,0 0-197 0,0 0-92 16,56 94-140-16,-56-49-8 0,0 5-124 0,-4 5-144 15,-4 5-259-15,-4 0-113 0,0 3-180 16,-4-5-248-16,1-4-312 0,-2-7-180 16,2-2 0-16,2-7-336 0,6-3-184 0,-1-10-156 15,8-6-124-15,0-6-157 16,8-6-543-16,7-5-1264 0,-2-2-2492 0,11-9-1913 15</inkml:trace>
  <inkml:trace contextRef="#ctx0" brushRef="#br0" timeOffset="99733.84">18527 9147 168 0,'0'0'13125'16,"0"0"-10873"-16,0 0-1144 0,0 0-376 16,8 82 148-16,-1-68 128 0,1-6-148 0,5-2-372 15,2-1-220-15,9-5-12 0,0-11-88 16,8-4-168-16,-4-8-100 0,4 2-204 0,0-2-112 15,-8-2 0-15,-5 6 28 0,-2 0 80 16,-10 3 160-16,-7 2 24 16,0 6 120-16,-3-3 4 0,-10 9 12 0,-6-4 260 15,-2 6 8-15,-3 0-192 0,1 8 84 16,-5 11 232-16,4 4-64 0,-4 6-96 16,0 3-12-16,4 2 12 0,1 1 32 0,6-2-43 15,2-2-25-15,6-6-64 0,9-3-24 0,0-5-120 16,17-5-96-16,2-6-72 15,5 1 8-15,8-4-157 0,4-3-191 16,4 0 200-16,0 0-216 0,8 0-480 16,-5 0-436-16,-7 0-1552 0,24 0-4313 15</inkml:trace>
  <inkml:trace contextRef="#ctx0" brushRef="#br0" timeOffset="100281.306">19718 9083 4576 0,'0'0'7649'0,"0"0"-6053"0,0 0-784 0,99-21 132 16,-66 21 324-16,-6 12-36 0,-7 4-260 15,0 10-4-15,-8 5-224 0,-4 7-148 16,-8 6 1-16,0 1-161 0,-8-1-120 16,-8-2-120-16,0-1-64 0,1-10-84 0,-2-1-48 15,6-9 0-15,2-8-12 0,5-6 4 16,4-4-4-16,0-3-48 15,0 0 12-15,4-7-88 0,5-2-164 0,6-10 128 16,9-9 4-16,4-5-245 0,4-2-27 16,0-6-144-16,-4 3-100 15,4-3-260-15,-4-1-596 0,-4 8-868 0,3-1-772 16,-3 7-1665 0,-4 5-351-16,-4 10 3812 0</inkml:trace>
  <inkml:trace contextRef="#ctx0" brushRef="#br0" timeOffset="100566.202">20268 9166 1240 0,'0'0'10365'15,"0"0"-8253"-15,-8 72-760 0,4-39-164 0,-5 2 204 16,2-3 140-16,3-1 8 0,0-1-528 16,4-12-395-16,0-3-289 0,8-4-148 15,8-9-132-15,3-2-44 0,5-6-8 16,8-7-100-16,4-6-148 0,5-6-208 16,-6-4-77-16,5 4-11 0,-8-4 196 15,-8 4 84-15,0 2 48 0,-9 1 24 16,-7 6 60-16,-3 4 136 0,-5-1 24 0,-5 0 40 15,-10 7 56-15,-2 0 212 16,2 3-52-16,-6 3 120 0,2 3-84 0,-5 9-84 16,4 5-48-16,-4-2-15 0,8 2-45 0,0 2 20 15,4-5-80-15,1-3-64 16,6-3-108-16,5-1-136 0,0-3-289 16,0-4-223-16,9 0 60 0,6 0 8 15,9-11-320-15,8-3-520 0,4-3-1144 16,-1-4-2877-16,-3 7-1819 0</inkml:trace>
  <inkml:trace contextRef="#ctx0" brushRef="#br0" timeOffset="100814.224">20797 9217 3908 0,'0'0'6608'0,"0"0"-2551"0,0 0-2657 15,9 66-272 1,-9-46 60-16,0-5 216 0,0-2 72 16,0-4-311-16,8-2-497 0,-1-4-368 0,5-3-116 0,8 0-64 15,4-10-36-15,4-5-84 0,0-4-228 0,4-4-232 16,0-3 84-16,-4 5 12 0,-5 2 0 15,-3-1 107-15,-3 5 41 0,-9-1 20 16,-5 0 124-16,1 4 72 0,-4 2 48 16,-7-2 48-16,-6 2 40 0,-2 3 44 0,-2 1-8 15,2 6 33-15,-9 0 27 16,4 3-148-16,-4 7-24 0,0 2-52 0,4 1 104 16,1-3-28-16,6-1-84 15,1-6-92-15,9 1-456 0,3-4-265 16,0-4 33-16,11-8-436 0,9-4-748 0,0 0-1904 15,24-17-2233-15</inkml:trace>
  <inkml:trace contextRef="#ctx0" brushRef="#br0" timeOffset="101183.297">21534 8626 5548 0,'0'0'2496'0,"0"0"2409"0,0 0-3821 0,0 0 156 15,13 64 228-15,-22-29 24 0,-2 3 252 16,3 9-268-16,-8 0-167 0,4 8-161 15,-1 2-204-15,-2 0-404 0,4 0-264 16,-2-2-216-16,5-5-60 0,8-2-132 0,0-10-96 16,0-6 48-16,12-7-60 15,0-6-88-15,4-9-44 0,0-1-28 16,-4-6-32-16,-1-3-52 0,2-3 0 0,-5-6-285 16,-1-1-543-16,-7-2-356 0,0-5-128 15,-7 2-280-15,-5-4-636 0,-4 0 7 16,-4-4-71-16,0-2 912 0,-4 2 1864 0,0 1 1148 15,-4-3 488-15,5 3 296 16,-1 3-291-16,3 0 115 0,6 5-36 0,6 6 4 16,5 4-280-16,4 2-136 0,0-3-240 15,4 3-324-15,13-2-272 0,7-4-144 16,8-3 1-16,7-1-181 0,1-4-148 16,8 0-84-16,-5 0-321 0,2 0-323 15,-2 1-468-15,2-5-848 0,-17 8-3124 16,15-4-5169-16</inkml:trace>
  <inkml:trace contextRef="#ctx0" brushRef="#br0" timeOffset="101433.992">22105 8997 6644 0,'0'0'6493'0,"0"0"-4477"16,0 0-868-16,0 0 272 0,0 0 340 16,-92 71 36-16,72-59-423 0,0 4-661 15,8-6-408-15,8 0-148 0,4 2-60 16,0-6-52-16,4 7-44 0,8-3-60 0,4 2 60 15,4 1-4-15,-1-1-4 0,6-2 4 16,-5 3-56-16,3-4 60 0,-3 1-8 16,-3 3 4-16,-2-5-44 0,-2 6-96 0,-6-2 0 15,1 1 32-15,-8 0-116 16,0 3-52-16,-4-1 4 0,-12 2 20 16,-3 1-20-16,-9-1 7 0,-4-5 49 0,-4 4 0 15,4-7-132-15,-8-2-232 0,4 0-764 16,8-5-2604-16,-15-2-4357 0</inkml:trace>
  <inkml:trace contextRef="#ctx0" brushRef="#br0" timeOffset="101587.492">22902 9624 10516 0,'0'0'12254'0,"0"0"-11538"0,0 0-716 0,0 0-740 15,0 0-693-15,0 0 177 16,-92-42 192-16,48 35-4328 0</inkml:trace>
  <inkml:trace contextRef="#ctx0" brushRef="#br0" timeOffset="114397.073">327 8293 7536 0,'0'0'3044'0,"0"0"-835"0,0 0-1329 0,0 0-272 15,0 0 64-15,0 0 220 16,0 0 28 0,-25-89-264-16,25 48 76 0,8-7-92 0,4-10-196 15,0-2-88-15,0-9-48 0,4-2-152 0,-8-4 128 0,4-1-40 16,0-1-136-16,-4-2-60 0,3 0 52 0,-2 2-100 15,3-2-64-15,-5-1-20 16,10 4-52-16,-6 1 132 0,6 1-116 16,-2 5 12-16,-2 8 20 0,2 10 40 0,2 4 0 15,-6 8-40-15,1 5-8 0,4 9-16 16,-4 2-72-16,4 10-72 16,-4 4 24-16,4 5-152 0,3 4 324 0,6 4 60 15,-1 5 72-15,4 10-20 0,0 6 44 16,-4 11-96-16,-1 8 12 0,1 7-12 15,-4 3-68-15,-4 10 8 0,-4 5 56 0,-4-2 4 16,-4 3 40-16,0-4 8 16,-4-8 16-16,-4-5-16 0,-8-5-40 15,-4-7 188-15,-3-2-84 0,-6-9-104 16,-3-4-8-16,-3 0-112 0,-5-7-60 0,-5 0-36 16,-6-3-312-16,-5 3 248 0,0-2-12 15,-3-3-88-15,3 0 312 0,4-9-176 16,0 6-52-16,4-8-60 0,1-3 340 0,3 0 8 15,8 0 0-15,8-7 88 0,11 4 108 16,6-1 80-16,7 1-276 16,0-2-36-16,12-6-240 0,8-3 276 0,4-6 36 15,11-6 204-15,1-9-216 0,12 0-24 16,1-6 0-16,2-2 40 0,5-6 112 16,7 2-144-16,5-4 40 0,8-2 112 0,-1-5-68 15,9 1-84-15,-5 0 36 16,2 2-44-16,-5 1-48 0,-5 7 48 0,-7 3 0 15,-8 9-24-15,-13 3 24 0,-7 10-8 16,-16 9-40-16,-8 10-16 0,-12 3 64 16,0 3 200-16,-12 10 96 0,-4 2-148 15,-11 11-60-15,-5 5-88 0,-9 7-88 16,-6 6 76-16,-5 11 12 0,-8 2 8 16,-3 6 56-16,-5 11-64 0,-4 2-100 0,-4 6 36 15,-4 4 64-15,1 3 52 16,3 0-44-16,1 1 52 0,7 4 100 15,4-2 40-15,5 4-4 0,3-5-108 0,4 1 48 16,4 1-28-16,8-7-56 16,4-7-52-16,8-6-68 0,13-13-68 0,2-9-296 15,13-10-260-15,0-12-152 0,16-10-700 16,0-6-816-16,0-7-1669 0,12 0-703 16</inkml:trace>
  <inkml:trace contextRef="#ctx0" brushRef="#br1" timeOffset="121198.035">16618 8086 1788 0,'0'0'8904'15,"0"0"-6759"-15,0 0-645 0,0 0-804 0,0 0-216 16,0 0 8-16,0 0 28 0,27-69 8 16,-14 56-40-16,7 3-172 15,0-2-116-15,4 2 112 0,8 4-132 0,-1-4 32 16,5 4-12-16,8 3-108 16,4-3-28-16,0-1-52 0,3 7 40 15,5-3-44-15,8 0 12 0,3 3-16 0,6-3-76 0,-2 0 76 16,9 3 8-16,-5 0-8 15,9 0-12-15,-5 0 8 0,2 0 0 16,-1 0-180-16,-1 0 96 0,5 0 4 0,0 0 20 16,-1 3 4-16,1 0 60 0,3-3-60 15,9 0 60-15,-1 0 48 0,1 0-48 16,4-3-88-16,0 0-220 0,-1 3 24 16,-3-4 48-16,3 4 76 15,-4 0 112-15,2 0-64 0,-2 0 36 0,1 0 0 16,0 0 76-16,-1 7 32 0,4-4-32 0,-3 3 0 15,-1 3-188-15,2-2 40 16,-1-1-64-16,-1 4 48 0,-3-4-60 0,-1 4-20 16,5-4 68-16,-8 3 16 0,-2-2 160 15,6 2-4-15,-4 2 0 0,0-3 8 16,0 3 164-16,-4-3-164 0,3 5 112 16,-4-3-108-16,5 2 116 0,-4-2 56 15,4 0-44-15,-5-1-136 0,5-2 0 16,3-1-4-16,-3 2-68 0,8-1 72 0,-5 0-16 15,5-1-68-15,3-2 76 0,-2 2-96 16,6-3 104-16,-4 3-4 0,6-3 4 16,-2 1-8-16,0 2 4 0,5-6 0 15,-1 3 4-15,1-3 0 0,-1 3 12 16,5-3 40-16,4 0-44 0,-1 0 120 0,1 0-120 16,3 0-8-16,1 0-4 15,3-3 4-15,1 3-124 0,3-3 120 16,1 0-116-16,-1 0 4 0,5-1-8 0,3 1 24 15,-4 0 96-15,2 0 4 0,-2 3 76 16,0-3-68-16,4 0-8 0,-3 3 0 16,0-3 12-16,8 3-12 0,-5 0 100 15,8-4 24-15,-4 4-120 0,9 0 84 16,-4-3-32-16,2 3-56 16,2-3-8-16,3-4-4 0,-3 0-40 0,4 2 16 0,-1-4 36 15,1-2 68-15,-2-1-64 16,6-1-4-16,-5 1 4 0,4-5 48 15,2 3 60-15,2-5 128 0,0 2-56 0,0 1-120 16,0 0 12-16,-3 1-76 0,-1 2-64 16,-3-3 64-16,-1 0-4 0,-3 0-88 0,-5 3 88 15,-4-5 4-15,-7 2-4 16,-4 0-96-16,-9-1 88 16,-11 2-36-16,-5-4 48 15,-11 3 100-15,-12 0-100 0,-9-1 84 0,-7 6-40 16,-12-3-44-16,-16 2-176 0,-8-1-316 0,-12 5-272 15,-16 1-476-15,0 0-1020 0,-41 0-3297 0</inkml:trace>
  <inkml:trace contextRef="#ctx0" brushRef="#br1" timeOffset="124446.204">4171 11843 4468 0,'0'0'364'0,"0"0"3840"0,0 0-3052 0,0 0 33 15,0 0 11-15,0 0 12 16,0 0 48-16,-27-29-152 0,14 26-136 16,5 0-164-16,1-1-236 0,-6 4-48 0,2 0-4 15,-6 0-4-15,2 4-108 0,-6 4-112 16,2 9-180-16,-5 5-108 15,4 13-4-15,-1 7-8 0,10 11-8 0,-1 1-44 16,8 4 48-16,4-2 12 0,0-7-72 0,8-12-52 16,0-8 76-16,3-7-48 15,2-12-88-15,-1-7 0 0,4-3 52 0,3-6 44 16,2-10-48-16,-1-3-20 0,-1-6-28 16,1-8 36-16,-3 1 48 0,-6 1 40 15,1 2 12-15,-3 4-40 0,-2 3 40 16,1 6 36-16,-4 4-76 0,0 5-36 0,0 3-24 15,0 4 0-15,0 0 96 0,0 4 52 16,4 5 160-16,3 8-12 0,-2 1 60 16,3 8 76-16,-1 6-88 0,-2 2 100 15,-5 8-52-15,0-1-72 0,-4 7 12 16,0 5 12-16,0 5-76 16,0-1 28-16,-8 3 144 0,-1 1-108 0,2-8-112 15,-5 1-68-15,-1-6 128 0,-2-3-32 16,3-8-40-16,-4-2 36 0,1-9-12 15,-2-1 52-15,2-9 33 0,2-7 171 0,-2-2-12 16,-2-4-72-16,6-3-256 16,-9 0-160-16,4-10-20 0,-4 1-100 0,0-4 112 15,0-2-52-15,0-4-49 0,4 3 13 16,-4-3 76-16,8 3-76 0,4 3-60 16,4 1 60-16,0-1-172 0,4 0-28 0,0 3-156 15,8-3-264-15,5-1-268 16,2-6-552-16,9-2-588 0,-8 6-2185 0,15-9-1151 15</inkml:trace>
  <inkml:trace contextRef="#ctx0" brushRef="#br1" timeOffset="124664.425">4717 12465 8128 0,'0'0'4873'0,"0"0"-3397"15,0 0-944-15,0 0-116 0,0 0 196 16,12 69 368-16,-12-50 36 0,0 0-336 16,0 0-420-16,-5-2-164 0,2 2-92 15,-1-7-4-15,4 1-160 0,-4-3-332 0,4-4-324 16,0 0-268-16,0-6-364 16,4 0-784-16,0-3-2101 0,4-16-707 0</inkml:trace>
  <inkml:trace contextRef="#ctx0" brushRef="#br1" timeOffset="125062.935">5136 11557 9640 0,'0'0'6301'0,"0"0"-5385"15,0 0-828-15,0 0 36 0,0 0 536 16,3 80 548-16,-3-43 68 0,0 14-532 15,0 0-256-15,4 10-208 0,0 2-39 0,-4 3-105 16,0 5-56-16,4-2-80 0,-4 1 0 16,0-3-12-16,0-10-220 15,0-10 3-15,0-8 45 0,0-14 100 16,0-13-76-16,0-2-96 0,9-10-36 0,-5 0 48 16,-1-3 112-16,5-4 132 15,4-8 92-15,4-4 104 0,-4-4-76 0,4-4-20 16,3 0-92-16,-2 2-8 0,-1 3-12 15,0 6-100-15,-5 6-56 0,6 4 32 0,-6 3 64 16,2 3 72-16,-2 0 4 16,-3 7 8-16,5-1 84 0,-6 7 88 0,1-1-76 15,1 4 40-15,-5 3-40 0,-1 3-96 16,-3 0-12-16,0 0-84 0,0 0-172 16,-3 1-108-16,-1-4-52 15,-1-6-100-15,1-1-232 0,-4-2-428 0,4-7-512 16,4 0-1060-16,-3-3-3005 0,-1 0-1542 15,4-9 7295-15</inkml:trace>
  <inkml:trace contextRef="#ctx0" brushRef="#br1" timeOffset="125898.006">6952 12315 628 0,'0'0'10541'0,"0"0"-8913"0,0 0-824 16,0 0-56-16,-31-82 36 0,14 63 196 15,2 0-76-15,-9 3-160 0,3 1-16 16,-3 4-260-16,5 5 12 0,-5 3-136 0,3 3-76 16,6 0-24-16,-1 6 64 0,0 8-76 15,4 7-52-15,0 10-120 0,1 9 4 16,2 7-16-16,1 3 60 0,4 1-60 15,0-3-48-15,4-7-60 0,0-9-60 16,0-10-88-16,8-12-36 0,5-7 0 16,-2-3 24-16,10-10 100 0,-2-8 112 0,5-8-176 15,4-9-24-15,0-3 36 0,-4-4-12 16,-1-2 0-16,-3 6-40 16,1 7 92-16,-2-1 32 0,-3 9 28 15,0 4-16-15,0 6 0 0,0 11 88 0,-4 2 76 16,4 6 292-16,4 10 40 0,-5 3-140 15,2 7-36-15,3 2 0 0,-5 7 40 16,-2-1 116-16,-1 2-132 0,-1-4-84 16,-7-1-172-16,5-5-88 0,-9-4-180 15,4-10-340-15,-4 1-104 0,0-13 40 0,0 0-120 16,0 0-612-16,0-13-1180 0,0-6-2713 16,0 4-2359-16,0-20 7004 0</inkml:trace>
  <inkml:trace contextRef="#ctx0" brushRef="#br1" timeOffset="126130.306">7287 12097 8080 0,'0'0'5277'16,"0"0"-3993"-16,0 0-768 0,0 0-88 15,83 67 244-15,-70-42 484 0,-9 7 8 0,-1-1-204 16,-3 1-336-16,0 3-136 0,0-1-88 16,-3 2-144-16,-1-9-200 0,0 3-52 15,-1-14 4-15,5-7-8 0,0-2-12 16,0-7-48-16,5-10-84 0,3-6 144 15,-1-6 0-15,10-4 132 0,-2-6-132 0,5 1-100 16,0-1-328-16,4-3-72 0,0 4-72 16,0-1-240-16,4 4-436 15,-5-5-980-15,1 8-2160 0,-3 6-1941 0,-1-3 1857 16</inkml:trace>
  <inkml:trace contextRef="#ctx0" brushRef="#br1" timeOffset="126399.724">7772 12271 9580 0,'0'0'6081'0,"0"0"-5085"0,0 0-612 15,25 73 124-15,-18-67 148 0,6-3 36 0,-2-3-272 16,10-14-176-16,-2-6-60 16,5-9-64-16,0-5-120 15,4-6-168-15,-4 3-228 0,-4-1 40 0,-4 6 76 16,-4 7 56-16,-9 3 88 0,2 6 136 16,-5 3 0-16,-8 6 112 0,-8 4-76 15,-4 3-28-15,-4 3-8 0,1 14 124 0,-1 2 136 16,-1 6 32-16,5 10 40 15,5 3-124-15,-2-1 0 0,6 9-196 0,3-5 84 16,-1 3-12-16,2-6-84 0,7 0-60 16,0-9-136-16,0-4 48 0,12-5-108 15,4-5-28-15,4-2-84 0,3-7-36 16,1 1-304-16,8-4-224 0,4-3-652 16,4-3-472-16,4-7-3785 0</inkml:trace>
  <inkml:trace contextRef="#ctx0" brushRef="#br1" timeOffset="127216.78">8685 12087 6492 0,'0'0'5705'0,"0"0"-5053"0,0 0-472 0,0 0-104 16,32-83 88-16,-15 70 344 0,2 0 332 16,1 7 180-16,4 6-288 0,-1 6-220 15,-2 11-116-15,3 11-36 0,-9 7 12 16,2 7-12-16,-10 5-92 0,-3 3-92 15,0 2-32-15,-4 2 80 0,0-4-140 16,-4-1 16-16,0-5-52 0,0-6-40 0,4-10 128 16,0-12-52-16,0-5 76 0,0-11-36 15,0 0-112-15,4-7-8 0,4-6 192 0,1-9 204 16,-2-10-56-16,5-6-224 16,-3-6-4-16,2-5-116 0,-3-1-64 0,5 3-164 15,-2 1-140-15,1 2-108 0,4 6-28 16,0 3-196-16,4 4-176 15,0-1-440-15,-1 6-636 0,2 7-904 0,-5 0-2673 16</inkml:trace>
  <inkml:trace contextRef="#ctx0" brushRef="#br1" timeOffset="127535.931">9256 12239 3116 0,'0'0'8841'15,"0"0"-6837"-15,11 67-1296 0,-7-51-440 16,4 1 96-16,0-6 152 15,0-8 88-15,4 1-140 0,4-4-264 0,3-10 132 16,5-9 152-16,1-3-136 0,3-3-264 16,-4-7-84-16,4-1-156 0,-9 2 60 15,1 3 80-15,-8-1 16 0,0 7 44 0,-4 3-36 16,-8 3 4-16,0 7 100 16,-4-4-76-16,-12 3-36 0,0 1 0 15,-4 2 104-15,-4 4-96 0,5 3 32 0,-2 3 36 16,5 13 144-16,1 7-12 0,-2 5-120 15,6 7 8-15,-1 4 4 0,-1 5-28 16,6 0 64-16,3 1-136 0,0-3-52 16,4-2-84-16,0-8 76 0,0-4-16 15,8-5-156-15,-1-7-28 0,10-7-48 16,2-6-12-16,1-3-164 0,5-9-164 16,3-10-168-16,0-7-544 0,-5 4-1032 15,9-23-3357-15</inkml:trace>
  <inkml:trace contextRef="#ctx0" brushRef="#br1" timeOffset="127791.229">9916 11271 5428 0,'0'0'8273'0,"0"0"-6905"0,0 0-676 15,-35 76-136-15,22-34 356 0,5 6 200 16,5 8 96-16,-1 8-352 0,4 5-368 15,0 5-88-15,4 2-108 0,3 3-292 16,2 0 0-16,3 3-8 0,-5-1-148 0,6-6 8 16,-5-8-288-16,3-3-164 0,2-10 12 15,2-9-84-15,-2-11-244 16,2-12-324-16,5-6-444 0,0-9-548 16,0-7-661-16,0-16-2459 15,-4 3 924-15,8-23 4256 0</inkml:trace>
  <inkml:trace contextRef="#ctx0" brushRef="#br1" timeOffset="128064.634">10347 12216 1056 0,'0'0'12241'0,"0"0"-10633"0,0 0-988 0,0 0 184 15,-44 74 556-15,24-42 96 0,0 6-256 16,1-1-508-16,-2-1-364 0,5-4-144 16,0-7-120-16,9 0-64 0,-2-6-108 15,5-3 12-15,4-6-16 0,0-4-32 0,0-3-136 16,4-3-100-16,9 0 172 0,-2 0 112 15,6-9-40-15,2 2 28 16,-3-5-76-16,5 3 124 0,-6-4-16 0,1 6 76 16,0 1 8-16,-5 0-8 0,-2 3 0 15,-1 3 0-15,-4 0 124 0,3-4-56 0,2 4-68 16,-5-3-48-16,4-3-64 16,-1-4-292-16,6-6-160 0,-2-9-240 15,6-6-340-15,-2-7-716 0,6-7-824 0,-2-9-1645 16,5-9-1079-16,-8 14 3204 0</inkml:trace>
  <inkml:trace contextRef="#ctx0" brushRef="#br1" timeOffset="128430.493">10777 11451 5564 0,'0'0'1820'0,"0"0"2793"16,0 0-3473-16,0 0-160 0,12 80 196 0,-12-35-156 16,-4 5 240-16,0 11 84 0,0 5-228 15,-4 4-396-15,5 3-136 0,3 3-232 16,-5-2-95-16,5-5-205 0,0-1-52 15,0-8-181-15,0-6-147 0,5-10-72 16,2-9 128-16,1-7 92 0,0-9-16 16,-4-9-132-16,4 0-40 0,-4-7-36 15,-4-3-4-15,0 0 4 0,-4-3-128 16,-8-4-384-16,-4-2-304 0,-4-7-316 16,-4 0 136-16,-4-7 28 0,1-2-253 15,-10-7-499-15,1 1-556 0,1-4 308 16,-1 2 808-16,0 2 1460 0,12 10 104 0,4 4 1748 15,12 11 2340-15,8 6-1324 0,0 0-867 16,8 6-29-16,5 0-208 0,6 5-140 16,9-9-476-16,0 4-188 0,8-6-180 15,-1 0-160-15,6-8-112 0,-2-9-184 16,6-2-220-16,-6-3-208 0,1-6-332 16,-1 2-112-16,2 0-260 0,-9 1-628 0,0 2-1136 15,-4 5-2909-15,-9 5-2399 0,5 0 7976 16</inkml:trace>
  <inkml:trace contextRef="#ctx0" brushRef="#br1" timeOffset="128580.422">11232 12026 8248 0,'0'0'6757'0,"0"0"-5273"15,7 77-1096-15,-7-48-204 0,0 5 4 16,0 2 320-16,0-8 604 16,-4 0-484-16,1-5-520 0,-1-4-108 0,-1-4-228 15,1 2-364-15,4-10-196 0,0-2-228 16,-4-5-644-16,0 0-2200 0,4-5-3073 15,-4-12 4105-15</inkml:trace>
  <inkml:trace contextRef="#ctx0" brushRef="#br1" timeOffset="129162.407">11275 11795 9864 0,'0'0'7405'0,"0"0"-5885"0,0 0-1520 15,0 0-96-15,0 0-28 0,0 0 124 0,0 0 0 16,0 0 0-16,0 0-408 16,44 67-200-16,-32-61-412 0,-4-3-956 15,4 0-3609-15</inkml:trace>
  <inkml:trace contextRef="#ctx0" brushRef="#br1" timeOffset="129434.894">11507 12246 7536 0,'0'0'8329'0,"0"0"-6913"15,7 73-1068-15,-3-48-276 16,4 0-68-16,1 1 152 0,-2-10 324 0,5-4-96 0,0-5-336 16,4-7-44-16,4 0-8 15,-1-9-76-15,5-8-44 0,1-4-160 16,3-12-148-16,-4 2-164 0,-1-4-176 0,-3 0-84 16,0 0-180-16,0 0-232 0,-4 0-832 0,-4 6-913 15,0 1-1075-15,-4 6 600 16,0 6 3016-16,-4 13 472 0</inkml:trace>
  <inkml:trace contextRef="#ctx0" brushRef="#br1" timeOffset="129682.6">11861 12157 1528 0,'0'0'612'0,"0"0"208"0,0 0 6216 0,0 0-5063 0,0 0-669 15,0 0-184-15,0 0-60 0,0 0-80 16,0 0-192-16,91 38-516 0,-70-54-272 16,-6-6-148-16,5-1-452 15,-4 1-228-15,0 0-52 0,-4 0 84 0,-4 6 120 16,-4 7 156-16,-4-1 212 0,-12 7 296 15,-4 3 12-15,-4 7 640 0,-8 12 236 16,4 6 44-16,-3 6 48 0,3 4-100 0,3 3-60 16,2 0-56-16,7-3-4 0,4-3-268 15,4-10-176-15,4-2-144 0,0-8-160 16,4-6-12-16,8-3-108 0,4-3 104 16,3 0-116-16,1-6-136 0,5-2-224 15,-6-3-520-15,1-2-900 0,-12 4-1980 16,1-7-3953-16</inkml:trace>
  <inkml:trace contextRef="#ctx0" brushRef="#br1" timeOffset="130228.684">10223 12312 9168 0,'0'0'1644'16,"0"0"-707"-16,0 0-305 0,0 0 84 16,0 0 452-16,0 0-68 0,76 79-260 15,-56-56-272-15,0 2-108 0,-1 1 24 16,2-1-28-16,-1-3-184 0,-1 5-12 0,-2-6-136 16,-2-2 8-16,1-1 16 0,0-1-72 15,0-1-76-15,-4-3 0 0,4 0-48 16,0-4-172-16,0-3-148 0,3-3-248 15,5 1-92-15,1-4-16 0,-1 0-132 16,0-4-392-16,3-2-984 0,-7-4-2701 16,-3 4-1007-16,-2-3 5328 0</inkml:trace>
  <inkml:trace contextRef="#ctx0" brushRef="#br1" timeOffset="130919.276">13215 11896 7884 0,'0'0'2812'15,"0"0"-1423"-15,0 0-673 0,0 0-204 16,0 0 236-16,0 0 328 0,-24 70 148 0,20-25-168 0,1 15-248 15,-1 16-280-15,0 10-24 0,0 13-256 16,-5 5 8-16,2 1 24 0,-1 3-12 0,0-10-48 16,-4-2-96-16,4-17-120 0,0-12-4 15,4-13-60-15,4-16 48 0,-5-13-76 16,5-12-68-16,0-7-188 0,0-6-344 16,0-3-368-16,9-13-196 0,-5-9-884 0,0-10-2357 15,0 3-3043-15,-4-22 5632 16</inkml:trace>
  <inkml:trace contextRef="#ctx0" brushRef="#br1" timeOffset="131130.155">13148 11881 1172 0,'0'0'11313'0,"0"0"-9769"0,0 0-824 16,80-26-36-16,-53 22 196 0,-3 4 8 0,0 0 64 15,-4 11-284-15,-4-2-336 0,0 4-200 16,-8 3-20-16,0 6-52 0,-8 6 52 15,-4 5-112-15,-8 4-160 0,-8 8-320 16,-4-1-172-16,-4 4-92 0,-4-3-64 16,4-8-160-16,0 2-316 0,5-11-816 0,3-9-2317 15,4-5-1071-15,-4-14 4028 16</inkml:trace>
  <inkml:trace contextRef="#ctx0" brushRef="#br1" timeOffset="131398.678">13542 11906 340 0,'0'0'10665'0,"0"0"-8781"0,0 0-1116 16,0 0-336-16,0 0 264 0,83 31 324 0,-74-15-16 15,-5 3-96-15,-4 4-412 0,4 2-216 16,-4 1-92-16,0 2-92 16,0-2-44-16,0-4-40 0,0 0 36 0,0-2-40 15,-4-5-8-15,4-5 12 0,0-4 0 16,0-4 64-16,0-2-4 15,0-6-72-15,8-9 48 0,8-8 124 0,0-5 88 16,4-7-64-16,4 1-36 0,-5 1-160 0,5 1-60 16,-3 5-72-16,-2 4-448 15,1 1-256-15,-4-1-204 0,4 5-424 16,-4-2-1004-16,0 5-3613 0,-9 5-1091 0,6-7 7168 0</inkml:trace>
  <inkml:trace contextRef="#ctx0" brushRef="#br1" timeOffset="131639.815">14156 11797 220 0,'0'0'1840'16,"0"0"-1004"-16,0 0 3464 0,0 0-2924 0,32 68-288 15,-28-43-156-15,4 7 33 0,-8-1 115 16,0 5 80-16,0 1-224 0,0-1-328 16,-4-5-308-16,0-5-164 0,0-6-136 15,4-9-252-15,-4-4-444 0,-1-7-76 16,5-10-424-16,-4-12-1129 0,1 6-3995 0,-5-22 2105 16</inkml:trace>
  <inkml:trace contextRef="#ctx0" brushRef="#br1" timeOffset="131797.67">14168 11537 5564 0,'0'0'7509'0,"0"0"-6009"15,0 0-716-15,0 0-284 0,0 0 44 0,0 0-96 16,0 0-196-16,0 0-252 16,75-28-468-16,-55 22-588 0,-3 3-676 15,-2 3-1469-15,1 0-3819 0,-4 3 4076 16</inkml:trace>
  <inkml:trace contextRef="#ctx0" brushRef="#br1" timeOffset="132333.106">14403 11826 6520 0,'0'0'7165'0,"0"0"-5861"0,-9 86-824 15,9-57 84-15,-3-1 304 0,3-6 284 0,0-5-116 16,3-9-544-16,6-4-408 16,7-4 40-16,-4-4-52 0,7-4 4 0,2-11-76 15,3-1-260-15,-5-2-280 0,5 3-60 16,0 0 80-16,-4 6 100 0,-4 7 160 15,0 3 36-15,-4 3 224 0,0 6 24 0,-4 7 288 16,-4 3 96-16,4 6 60 16,-8 0 28-16,4 1-68 0,0 2-36 15,-1-9-108-15,1 0-100 0,1-4-184 0,3-8-52 16,3-1-4-16,-3-3 56 16,5 0 48-16,2-7-48 0,1-5-96 15,0-1-260-15,0-4 12 0,5 2 0 0,-2 3-48 16,1-1-40-16,0 3-88 0,-4 4-80 15,4 3 28-15,-4 3 336 0,0 3 236 16,-4 3 76-16,4 0 200 0,-4 7 300 16,-1-3 68-16,5 3-100 0,-4-1-160 0,4-2-40 15,5-3-124-15,-2-1-36 16,1-6-24-16,4 0-100 0,0-4 28 0,4-9-44 16,-4 1-44-16,0-7-232 0,0-7-64 15,-1 1 40-15,1 0-52 0,-7-1 60 16,-2 1 36-16,-7 3 92 0,-3 2 120 15,-5 8 72-15,-5-1 100 0,-7 7 76 16,-3 3-52-16,-6 3 28 0,1 3-16 0,1 10 36 16,-5 5 4-16,4 7-4 15,-1 8-60-15,6 2 12 0,-2 3 20 0,6-4-56 16,-1 1 20-16,8-3-180 0,0-6-88 16,4-1-68-16,0-6-188 15,0 0-8-15,4-2-64 0,8-5-176 0,8 1-120 16,0 0 152-16,4-1 64 0,4-3-1260 15,4 1-1228-15,-1-4-2945 0,-10-2-355 0</inkml:trace>
  <inkml:trace contextRef="#ctx0" brushRef="#br1" timeOffset="132746.733">15949 11214 6536 0,'0'0'8993'0,"0"0"-7921"16,0 0-1072-16,0 0 0 0,0 0 64 0,75 34 472 16,-55 11 392-16,-4 19-64 15,0 16-264-15,-4 14-172 0,0 8 12 16,-4 6 48-16,0 0-64 0,0-7-144 16,0-8-35-16,0-8-173 0,0-11-72 15,0-18-84-15,4-8-13 0,3-15 37 16,-2-12-4-16,-2-9-68 0,2-8-220 0,-1-4-148 15,-5-10-60-15,2-6-64 0,-1-9-200 16,-8 0-412-16,0-10-832 16,-8 0-800-16,-8-4-1741 0,-5-2 245 0,2 10 1692 15,-22-20 2464-15</inkml:trace>
  <inkml:trace contextRef="#ctx0" brushRef="#br1" timeOffset="132879.671">15869 11823 3068 0,'0'0'9725'15,"0"0"-7781"-15,0 0-468 0,0 0-588 16,0 0-244-16,0 0 136 0,0 0 300 0,0 0-296 15,91 67-260-15,-50-64-304 0,2-3-136 16,6-3-84-16,-6-6-96 0,4-7-504 16,-2 0-304-16,-6 0-240 0,2-1-552 15,-6 2-976-15,-11 6-2169 0,7 0-2291 0</inkml:trace>
  <inkml:trace contextRef="#ctx0" brushRef="#br1" timeOffset="133098.006">16475 11985 288 0,'0'0'13069'0,"0"71"-10625"0,0-49-944 0,0 3-496 0,7-3-116 15,1-6 80-15,9-7-40 0,3-9-456 16,3-3-216-16,5-16-39 0,4-6-141 16,0-7-76-16,4-6-116 0,-4 0-161 0,-5-4-39 15,-3 8 60-15,-7 5 48 0,-6 4 24 16,-3 9 52-16,-8 4-16 16,0 5 96-16,-15 3 52 0,-6 4 0 0,-7 0-60 15,-4 0 52-15,1 4-4 0,-5 3 4 16,0-1-56-16,4-3 64 15,4 2-340-15,4 2-164 0,5 0-232 0,3-1-376 16,4-3-1092-16,3 4-2228 0,2-1-3477 0,3 0 5989 16</inkml:trace>
  <inkml:trace contextRef="#ctx0" brushRef="#br1" timeOffset="133657.178">17423 11865 4576 0,'0'0'5004'0,"0"0"-2491"16,0 0-737-16,-12 67-424 0,12-33-344 15,12-3 300-15,0 2-72 0,4-1-252 0,3-10-240 16,2-6-292-16,3-7-196 0,4-6-72 16,4-3-40-16,-1-12-48 0,5-7-96 15,-4-6-36-15,4-8-208 0,-4-5-84 0,-1 0-24 16,-6 3-52-16,-1 4-12 0,-9 1 124 16,-2 5-28-16,-10 7 36 15,-3 5 64-15,-3 7 84 0,-10 0 72 0,-6 6 64 16,-5 0 232-16,-8 6-96 0,4 6 232 15,-4 7-36-15,4 7 0 0,4 6-16 16,0 2-108-16,8 7-24 0,4 3 24 16,0-2-112-16,12 0-96 0,0-8-100 15,0-2-96-15,12-3-48 0,4-10-320 16,0-3-60-16,8-4-140 0,4-12-200 0,4 0-712 16,-1-12-1008-16,-3-2-3157 15,12-17-1295-15</inkml:trace>
  <inkml:trace contextRef="#ctx0" brushRef="#br1" timeOffset="133969.59">18180 11912 11309 0,'0'0'4676'15,"0"0"-3912"-15,-40 73-228 0,25-38 652 0,-6 10-68 16,1-1 176-16,1 0-203 0,6-8-425 16,6-9-352-16,3-10-316 15,4-7-124-15,7-10-116 0,5 0 96 0,8-4 68 16,0-8 4-16,8-11-108 0,0 2-161 15,-4-9-135-15,4-1-24 16,-4 6 16-16,0-4 104 0,-5 4 96 0,-2 5-72 0,-2 1 52 16,-6 6 80-16,-2 0 224 0,1 7 64 15,-4 3-56-15,0 3 180 16,1 0 108-16,-5 7 84 0,7 6 12 0,-3-1-172 16,4 7-64-16,-4 4-44 0,4-1-4 0,-4 0 64 15,4 0-16-15,0-3-156 16,0-6-144-16,4-1-504 0,0-5-196 15,4-3-68-15,3-4-696 0,2 0-860 0,-1-4-2365 16,-5-3-3139-16,6-5 7596 16</inkml:trace>
  <inkml:trace contextRef="#ctx0" brushRef="#br1" timeOffset="134405.622">18806 11153 11957 0,'0'0'2536'0,"0"0"-1236"16,8 79-772-16,-1-21-176 0,-3 12 420 0,-4 16 548 15,0 5-228-15,0 2-396 16,-4-1-132-16,0-10-140 0,1-2-236 0,-1-11-188 16,4-8-136-16,-4-7-312 0,4-13-52 15,0-11 48-15,0-12 144 0,8-9-20 16,-1-6-128-16,6-3-48 0,-2-12 84 16,1-4 76-16,4-10-52 0,-4 1-104 15,4-3-304-15,-4-1 88 0,-1 4 352 16,2 6 364-16,-1 6 164 0,0 3 352 0,-4 10 16 15,3 0-108-15,-2 10 60 0,3 5-60 16,-8 5-4-16,3 6-112 0,2 2-84 16,-1-3-152-16,-1 4-4 0,-3-7-68 15,9 1-112-15,-5-4-108 0,3-5-388 16,-2 0-312-16,2-4-184 0,1-1-652 0,-3-6-1329 16,-2 1-2807-16,-3-4 1544 0,0 0 3932 15</inkml:trace>
  <inkml:trace contextRef="#ctx0" brushRef="#br1" timeOffset="134857.018">18698 11878 560 0,'0'0'236'0,"0"0"9552"15,0 0-8131-15,0 0-773 0,0 0-184 16,0 0 316-16,0 0 100 0,0 0-36 16,0 0-308-16,0 0-180 0,0 0-100 15,-28-64-160-15,20 64-88 0,-4 6-156 0,4 7 8 16,-4 3-36-16,4 13-56 0,0 5 100 16,0 7-100-16,0 1 8 15,5 2-12-15,3-2 4 0,-4-1 4 0,4-10-8 16,0-1-92-16,4-9 16 0,3-4-144 15,5-5-232-15,0-2-188 0,4-4-180 16,8-3-100-16,0 1-300 0,4-4-804 16,4-4-2557-16,-8-2-2391 0,12-10 5980 0</inkml:trace>
  <inkml:trace contextRef="#ctx0" brushRef="#br1" timeOffset="135397.344">20136 12033 796 0,'0'0'12125'0,"0"0"-10157"15,0 0-1276-15,0 0-464 0,0 0 96 16,0 0 232-16,-56 73 424 0,56-51-88 15,0 0-264-15,4 0-152 0,4-3-84 16,5-8-120-16,2-2-80 0,1-6-68 16,4-3-76-16,4-3 48 0,4-13-84 15,0-7-12-15,0-2-144 0,0-7-28 0,-4 1-48 16,-9-1 0-16,2 6 24 16,-10 1 64-16,-3 7 68 0,-4-1-44 15,0 2-76-15,-4 4 48 0,-7 1 48 0,-6 2 88 16,-3 4 0-16,-8 3 40 15,1 3 16-15,-1 0-52 0,-4 6 200 16,4 10-68-16,0 3-12 0,4 3-76 0,0 7-48 16,5-1-76-16,-1 1-80 0,12-7-80 15,-5-3-316-15,13-3-372 0,0-6-724 16,0-1-944-16,0-3-2481 0,4-1-2359 16,5-5 6964-16</inkml:trace>
  <inkml:trace contextRef="#ctx0" brushRef="#br1" timeOffset="135530.504">20483 11960 6188 0,'0'0'8709'0,"0"0"-7157"0,108-3-532 0,-69-1 328 16,5-2-308-16,0-7-356 15,-4 1-316-15,-1-4-212 0,-3-6-156 16,1 0 0-16,-5-3-132 0,-1-1-464 16,1-2-396-16,-8-2-376 0,-8 11-1344 0,-9-9-4429 15</inkml:trace>
  <inkml:trace contextRef="#ctx0" brushRef="#br1" timeOffset="135723.984">20737 11537 6824 0,'0'0'6729'16,"-15"67"-5069"-16,15-22-804 0,0 9-28 0,-4 10 584 16,4 2 112-16,0 7-228 0,-4-3-459 15,-1-3-425-15,2-4-312 0,-1-9-100 16,4-10-376-16,0-11-269 0,4-12 73 0,4-14 132 15,12-7-48-15,0-9-188 0,4-14-60 16,4-13-428-16,4-8-1040 16,-4-6-2177-16,-5 9-2343 0</inkml:trace>
  <inkml:trace contextRef="#ctx0" brushRef="#br1" timeOffset="136051.307">21168 11300 1044 0,'0'0'11793'0,"0"0"-9649"0,0 0-948 16,16 69-368-1,-12-20 16-15,-4 7 204 0,0 11 128 0,0 6-188 16,-4 3-232-16,-3 6-175 0,-2-3-277 0,1 2-208 16,-3-9-96-16,2-8-36 0,1-10-204 15,4-16-52-15,4-13 136 0,0-13 92 16,12-7-32-16,0-5-197 0,8-13 65 0,4-10-104 16,4-4 28-16,0-9-24 15,0-2-52-15,0 3 40 0,0 0 32 16,0 6 184-16,-5 4 64 0,-3 12 60 0,0 7 120 15,-8 6 272-15,1 6 144 0,-2 10 40 16,-7 6-68-16,0 1-116 16,-4 4-27-16,0 3-65 0,0-5-44 0,0 1-36 15,0-4-112-15,-4-2-108 0,4-6-56 16,0-3-200-16,0-9-228 0,0-2-149 0,0 0-95 16,8-6-20-16,4-7-168 15,7-6-404-15,2-3-1104 0,3-3-2477 16,-9 6-2223-16,13-6 3804 0</inkml:trace>
  <inkml:trace contextRef="#ctx0" brushRef="#br1" timeOffset="136496.01">21766 12046 3676 0,'0'0'628'0,"0"0"7397"16,0 0-5761-16,0 0-864 0,0 0 36 15,0 0-236-15,88 63-128 0,-69-63-180 16,1-16-408-16,5-6-204 0,-2-6-120 16,5-7-160-16,0-7-76 0,0 4-292 0,0 0 52 15,-8 3 72-15,-1 3 36 0,-6 4 112 16,-9 2 92-16,-4 4 4 0,-4 7 136 15,-13 2-52-15,-7 6 88 0,-3 4 84 16,-6 6-112-16,2 13 28 0,-1 9 20 16,5 7 88-16,-1 6 25 0,4 4 35 0,-1 2-12 15,5 0 60-15,1-2 120 0,2-4-160 16,10-9-240-16,-1-7-108 16,8-6-192-16,0-13-304 0,0-3-36 0,8 0-12 15,3-13 19-15,6-3-131 0,3-9-428 16,-1-1-984-16,2-6-2004 15,7 1-1169-15,-4-1-315 0,8-3 2560 0,-1 0 2993 16,5 0 3-16,4 4 0 0,3 6 39 16,-2 8 2829-16,-2 8 1812 0,-7 9 1853 0,-4 3-4237 15,0 13-692-15,-8 0-496 0,-4 9-456 16,0 4-40-16,-12 3 96 16,0 2-236-16,-4 4-71 0,-8-6-109 0,-1 3-84 15,-2-10-160-15,7-5-48 0,-4-8 4 16,8-5-4-16,0-7-8 0,0 0-164 15,12-13-180-15,8-2 35 0,3-8 53 0,1-2-236 16,8-4-304-16,0-3-216 16,4 0-412-16,4-2-920 0,-17 9-876 15,14-20-5213-15</inkml:trace>
  <inkml:trace contextRef="#ctx0" brushRef="#br1" timeOffset="137339.487">2657 14021 10616 0,'0'0'3929'15,"0"0"-3529"-15,0 0-396 16,84 28 308-16,-32-18 564 16,8 2 340-16,7-2-140 0,5-1-336 0,4-5-324 15,-5-1-112-15,1-3-144 0,-9-7-60 16,1-2-76-16,-4-4-24 0,-8-6-88 15,0 0-228-15,-9 0-200 0,-7-3-172 0,-4 3-216 0,-8 7-376 16,-8-2-636-16,-8 9-1112 0,-8 1-3233 16,-8 8 1086-16</inkml:trace>
  <inkml:trace contextRef="#ctx0" brushRef="#br1" timeOffset="137540.856">3004 14325 4592 0,'0'0'6012'0,"0"0"-4815"15,0 0-553-15,0 0 160 0,0 0 464 0,0 0-320 16,0 0-360-16,0 0 44 0,0 0 524 16,96 47-156-16,-45-42-288 0,1-3-212 15,0-2-244-15,-1-2-168 0,-3-5-88 0,-4-3-60 16,-4-3-344-16,-4 1-124 16,0-5-100-16,-8 2-196 0,-4-1-356 0,-5-6-720 15,-6 6-1960-15,-6-6-4249 0</inkml:trace>
  <inkml:trace contextRef="#ctx0" brushRef="#br1" timeOffset="137904.42">2773 13699 7052 0,'0'0'4169'0,"0"0"-2285"15,0 0-1044-15,0 0-92 16,0 0 260-16,0 0-328 0,-84 90-256 16,56-52-12-16,-4 6-40 0,0 4-124 0,0 3-148 15,-4 6-40-15,1 0 0 0,-5 0-60 16,3 0 16-16,2-3-8 16,3-6 64-16,0-7-72 0,9-3 0 0,3-6-48 0,7-3-52 15,5-7-48-15,8-3 36 16,4-3-24-16,17 3-88 0,10 0 224 0,18 4 284 15,6-2 40-15,8 5 72 0,10 2-100 16,-2 1-16-16,9-1 472 0,-5-2-348 16,2-1-392-16,-6-6 28 0,0-2-40 0,-7-5-100 15,0-5-352-15,-4-7-112 16,-4 0-40-16,-4-13-88 0,-9-6-176 16,-2-6-576-16,-18 2-1220 0,9-21-3989 0</inkml:trace>
  <inkml:trace contextRef="#ctx0" brushRef="#br1" timeOffset="138197.64">3482 13595 7524 0,'0'0'4969'0,"0"0"-3869"16,84 28 168-16,-49-15 180 0,5 0-64 15,4 3-432-15,-4 0-292 0,3-3-144 0,2 2-196 16,-2 1-176-16,5 0-32 0,-4 3-112 16,-9 0 0-16,2 4-4 0,-5-2-168 15,-5 5 88-15,-3-1-148 0,-4 4-16 16,-8 3-8-16,-3-1 60 0,-9 11-52 0,0-1-20 16,-13 7-28-16,-2-1 48 15,-9 4-12-15,-4 0-172 0,0 3-268 0,-8-3-392 16,0 3-560-16,-8-4-404 0,0 4-1913 15,9-16-2063-15,-21 10 5940 0</inkml:trace>
  <inkml:trace contextRef="#ctx0" brushRef="#br1" timeOffset="142234.851">6506 13953 7248 0,'0'0'2388'0,"0"0"485"0,0 0-1093 16,0 0-404-16,0 0-332 0,0 0 24 16,0 0-252-16,-83-47-152 0,70 47-260 15,-2 0-144-15,2 0-52 0,2 3-64 0,-2 4-144 16,1 9 0-16,1-1-96 0,-2 10 48 16,2 8 48-16,7 2 0 0,-4 2 84 15,8 8 12-15,0-1-96 0,0-2-40 16,8 2 40-16,0 1 0 0,3-3-172 0,2 2 164 15,-2-6-308-15,6 0-248 0,2-7-164 16,1-3-224-16,8-7-508 0,0-13-1336 16,8-4-2013-16,-12-4-1811 0,16-12 4872 15</inkml:trace>
  <inkml:trace contextRef="#ctx0" brushRef="#br1" timeOffset="142835.518">7080 14040 4516 0,'0'0'4720'0,"0"0"-2219"16,0 0-633-16,0 0-60 16,0 0 148-16,-88 9-424 0,64 13-552 0,5 7-488 0,-2 10-140 15,5 5 16-15,4 3 128 16,5 0 113-16,7 1-413 0,0-7-196 16,0-9-132-16,3-9-232 0,9-8 71 0,1-8 149 15,-2-7-16-15,1 0-132 0,4-10-108 16,1-5-28-16,-2-5-60 15,-4-6-4-15,2-2-76 0,-1-4 136 0,0 4 136 16,-4-4 100-16,0 1 48 0,-1 1 72 16,2 3 68-16,-9-2 8 0,4 6 132 15,-4 8 52-15,0 2 116 0,0 10-152 16,0-1 112-16,0 4-16 0,0 4-60 16,0 5-36-16,0 4 48 0,0 3 88 15,8 9 84-15,-5 8-28 0,5 1-20 16,1 4 20-16,-1 7-96 0,3 2-52 15,2 1-92-15,-2 6-40 0,6-4 12 0,-6 8 124 16,6-1-184-16,-10 0 49 0,5-4 11 16,-4-1-72-16,0-4 0 0,-4-4 0 15,0-2 4-15,0-5 92 0,-4-1-20 0,0-5-28 16,-8-2-40-16,-4-1 4 0,0-6 0 16,1 0 72-16,-6-6-80 15,2-4-4-15,-6-2 0 0,-3-3-48 0,0-7-72 16,-4 0 60-16,-4 0-64 0,0-7-57 15,1-3-3-15,3-5 16 0,-4 2 20 0,9-3-84 16,-1 4 100-16,3-4 8 16,6 6 16-16,2-2 36 0,6 2-112 15,-1 1 0-15,0-1 100 0,3-2-4 0,5-1-156 16,0 1 12-16,0-4 120 16,0-1-120-16,0-2-12 0,9 3-92 15,-5 0-108-15,4-3-48 0,-1 0-68 0,2 4-236 16,3-4-252-16,-5 0-432 0,10 3-628 15,-6-4-981-15,6 1-1539 16,-6 7 637-16,10-7 3991 0</inkml:trace>
  <inkml:trace contextRef="#ctx0" brushRef="#br1" timeOffset="143175.724">7777 14316 312 0,'0'0'11389'0,"0"0"-9525"0,0 0-936 16,0 0 132-16,0 0-4 0,0 0 52 0,-8 70-280 0,8-42-360 15,3 1-200-15,2 5-44 0,-1-2-80 16,0 0-88-16,0-1-56 0,-4-1-308 16,4-5-308-16,-4-6-112 0,0-3-176 15,0-6-448-15,4-8-784 0,-1-2-981 16,6-12-3051-16</inkml:trace>
  <inkml:trace contextRef="#ctx0" brushRef="#br1" timeOffset="143566.311">8036 13791 9036 0,'0'0'4857'0,"0"0"-4401"0,0 0 100 16,0 0 844-16,4 67 304 0,0-31-300 15,-4 5-584-15,3 7-356 0,1 2-24 16,1 4 32-16,-1 6-83 0,-4 1-217 16,0 2-172-16,0-6-52 0,0-6-265 15,0-6-47-15,0-10 144 0,0-13 148 16,0-6-4-16,0-6-128 0,0-10-152 0,0 0-20 16,4-4 8-16,4-6 48 0,-1-2 76 15,2-4 8-15,3-3 40 16,-5 3 24-16,6 0 24 0,-2 4 36 0,1 5 16 15,4 1-40-15,0 3 44 0,0 3 92 16,1 0 124-16,-2 3-48 0,2 3 56 16,-2 4-32-16,-7 3 36 0,4-4-36 0,-4 4-4 15,0 2 116-15,-5-2-116 16,-3 3-8-16,0 3 44 16,0-4-132-16,-7 2-108 0,-1-1-312 0,-4-7-172 0,0 1-436 15,0-10-1244-15,0 0-3137 16,4-4-3031-1,-7-11 7436-15</inkml:trace>
  <inkml:trace contextRef="#ctx0" brushRef="#br1" timeOffset="143843.828">8629 14049 3208 0,'0'0'8585'0,"0"0"-7545"0,0 0-136 15,0 0 628-15,0 0 0 0,0 0-116 16,0 0-468-16,96 54-448 0,-76-41-156 16,4 3-24-16,-1-4-4 0,-2 4-160 15,-1 3-92-15,-5-3-60 0,2 7 8 0,-10-5 24 16,1 5-36-16,-4 2 0 0,-4 3 0 16,-4 1 12-16,-7 2-4 15,-1 5 40-15,-4-1-48 0,0-4-8 0,-4 2-4 16,0-5-184-16,0-5-48 0,0-9-84 15,0 0-284-15,4-9-200 0,-4-1-372 16,5-4-1160-16,2 0-3237 0,-6-16-3039 16</inkml:trace>
  <inkml:trace contextRef="#ctx0" brushRef="#br1" timeOffset="144332.936">9594 14008 5124 0,'0'0'7089'0,"0"0"-5633"0,0 0-556 16,0 0 536-16,87 22 140 16,-50-16-244-16,2 4-300 0,1-4-288 15,4-3-340-15,-4 1-188 0,-1-4-100 0,1 0-116 16,-8-7-52-16,0 1-32 15,-4-4-280-15,-4 1-284 0,-4 0-256 0,-9 2-476 16,-3 4-1432-16,-8 3-3801 0</inkml:trace>
  <inkml:trace contextRef="#ctx0" brushRef="#br1" timeOffset="144547.274">9658 14360 12277 0,'0'0'2520'0,"0"0"-1348"16,0 0-196-16,0 0-44 0,0 0 56 0,0 0-8 16,87 48-244-16,-55-45-200 15,8 0-172-15,0-3-132 0,3 0-148 16,1-6-80-16,0 0-4 0,0-7-244 0,0 1-304 16,4-1-232-16,-1 0-176 0,1 1-76 15,5 1-1236-15,-18 1-2708 0,12-1-4321 16</inkml:trace>
  <inkml:trace contextRef="#ctx0" brushRef="#br1" timeOffset="145764.435">11036 13808 2700 0,'0'0'432'0,"0"0"2368"16,0 0 1168-16,0 0-2395 0,0 0-341 15,0 0 116-15,0 0 32 16,0 0-88-16,0 0-296 0,0 0-268 0,0 0-212 16,4 19-120-16,-4 9 116 0,4 14 200 0,0 12-164 15,0 6-244-15,-4 6-136 16,0 1 28-16,0 3 9 0,0 0-93 15,0-3-104-15,0-4 40 0,0-6-48 16,0-10-40-16,0-7-168 0,0-15-73 0,0-13-143 16,4-5-272-16,4-7-292 0,-1-4-380 15,-2-11-900-15,3 2-2632 0,-8-18-4105 0</inkml:trace>
  <inkml:trace contextRef="#ctx0" brushRef="#br1" timeOffset="146051.373">10992 13840 6732 0,'0'0'4221'0,"0"0"-2245"0,0 0-728 15,0 0-224-15,84-13 396 0,-52 13-140 16,4 3-244-16,3 3-348 0,6 4-212 16,-2 2-36-16,-3 1-36 0,4 3-76 15,-8 3-132-15,-4 0-124 0,-4 7-64 0,-9 2-8 16,-3 4 0-16,-12 9 8 0,-4 4 28 15,-4 5-32-15,-7 5-4 0,-13-2 0 16,-1 4 0-16,-6-3 0 0,-1-2 4 16,0-5 56-16,-4-5-52 15,1-5 44-15,3-4-52 0,0-12-120 0,4-1-112 16,4-11-8-16,3-6-80 0,6-3-44 16,-1 0-224-16,4-12-220 0,3-8-328 15,2-6-636-15,7-7-1184 0,0 3-3065 16,0-14-307-16</inkml:trace>
  <inkml:trace contextRef="#ctx0" brushRef="#br1" timeOffset="146259.782">12044 13906 2552 0,'0'0'10241'15,"0"0"-7981"-15,0 0-1024 0,0 0-52 16,96 10 212-16,-72-10-268 0,0 0-528 16,-5-7-396-16,5-3-204 0,0-2-280 15,4-1-404-15,-7 1-492 0,-6-1-648 16,1 4-2724-16,-16 2-5457 0</inkml:trace>
  <inkml:trace contextRef="#ctx0" brushRef="#br1" timeOffset="146500.649">12092 14074 9464 0,'0'0'2105'0,"0"0"-377"15,0 0 260-15,-12 79-156 0,8-53-420 0,4 3-452 16,0-1-276-16,0 1-184 0,-4 0-84 16,4 2-100-16,-4 4-172 0,0 3-96 15,-8 0 24-15,8 3-60 0,-4-2 40 16,4-2-48-16,0-4 44 0,4-5-48 15,0-6-44-15,4-3 36 0,8 0 4 0,0-6-120 16,4-3-20-16,4-3-124 0,4-4-136 16,3-3-96-16,1-10-112 0,4-6-196 15,0-6-268-15,5-7-820 16,-14 7-2076-16,17-16-2405 0</inkml:trace>
  <inkml:trace contextRef="#ctx0" brushRef="#br1" timeOffset="146704.626">12793 14084 6232 0,'0'0'7217'15,"0"0"-5041"-15,0 0-1196 0,36 93 336 0,-20-62 324 16,0 4-16-16,4-1-239 0,4-2-489 16,0-2-416-16,0-9-236 15,3 2-244-15,-3-8-168 0,0-2-388 0,0-3-256 16,0-7-61-16,0-3-63 0,4-6-568 0,-8-10-1208 15,0 3-2908-15,-1-16-3769 0</inkml:trace>
  <inkml:trace contextRef="#ctx0" brushRef="#br1" timeOffset="146863.807">13088 14030 7160 0,'0'0'8209'0,"0"0"-6889"0,-75 76-724 15,42-38-36-15,-3 13 256 16,1 6 276-16,-5 0-236 0,8 0-296 0,0-2-40 15,4-2-103-15,4-9-261 0,4-2-156 16,8-11-256-16,5-8-301 16,7-7-319-16,0-10-312 0,7-6-624 0,10-9-1136 0,-6-4-3377 15</inkml:trace>
  <inkml:trace contextRef="#ctx0" brushRef="#br1" timeOffset="147246.422">13375 13868 3148 0,'0'0'168'0,"0"0"7016"0,0 0-5383 16,0 0-181-16,0 0 252 0,95-73-580 15,-67 57-536-15,0 3-300 0,4 0-160 0,0 1-72 16,3 3-40-16,6 2-52 16,-5 7 16-16,-1 0 36 0,-3 0 52 15,0 10 20-15,-8 2 24 0,0 5 100 0,-4 5 80 16,-4 0-56-16,-1 6-172 15,-6 1-39-15,-1 3-21 0,0 6-76 0,-8 6-12 16,0 0-24-16,0 7 36 0,0 3 40 16,0 4-76-16,0-4-60 0,0 0 48 15,0-1-48-15,0 2-4 0,0-8-4 0,0-3-40 16,0-2-12-16,0-5 12 0,0-4-28 16,0-5 72-16,0-2-92 15,-4-8-12-15,0 2 0 0,-4-8 20 0,3 1 16 16,-2-3-61-1,-1-3 21-15,-4-5 40 0,-4 1-12 16,-4 0-100-16,-4-3-96 0,-4 0-168 0,-7 0-80 0,-6 0-216 0,-10 0-304 16,-5-6-728-16,-4-3-2392 15,12 2-2597-15,-40-4 1637 0</inkml:trace>
  <inkml:trace contextRef="#ctx0" brushRef="#br1" timeOffset="153604.907">15240 14033 4316 0,'0'0'6016'0,"0"0"-2999"0,0 0-865 0,0 0-932 15,0 0-248-15,0 0-60 16,0 0-136-16,0 0 92 0,0 0-88 16,99 7-244-16,-56-4-147 0,6 0-121 0,3 0-12 15,-1-3-4-15,5 0-68 16,-4-6-4-16,0-1-136 0,-1-2-40 0,1 0-8 15,-3-4-64-15,-2 3-100 0,-4-2-196 16,-2 1-328-16,-5 3-209 16,-12 2-223-16,-5 1-376 0,-7 3-1092 0,-8 2-2857 0,-11 0-3895 15</inkml:trace>
  <inkml:trace contextRef="#ctx0" brushRef="#br1" timeOffset="153831.189">15247 14353 4256 0,'0'0'7445'0,"0"0"-5897"15,0 0-568-15,0 0 256 0,84 19 144 0,-40-12 48 16,4-3-236-16,3-4-480 0,5 0-260 0,0-4-172 16,0-5-196-16,-4-1-84 0,-5 1-108 15,2-1-296-15,-6-3-232 16,1 3 136-16,-8 4-324 0,-4 1-364 15,-13 1-1032-15,-2 1-2341 0,-13 3-2183 0</inkml:trace>
  <inkml:trace contextRef="#ctx0" brushRef="#br1" timeOffset="154250.257">15324 13534 404 0,'0'0'9580'0,"0"0"-7647"0,0 0-689 16,0 0-192-16,0 0-76 0,-49 87-212 16,18-46-332-16,-5 3-232 15,-5 3-132-15,2 5-68 0,-5-2-64 0,-4 1 52 16,5 3-64-16,-2-3 68 0,-2 0-40 15,7-4 44-15,0 2-48 16,4-9 52-16,4-2 4 0,8-3 8 0,0-3 0 0,13-3 64 16,-1-3 60-16,12-5 16 15,0-2-52-15,4-3 36 0,15 3 12 0,5 0 164 16,4 0 268-16,8 0-48 0,8 3-40 16,0 1-184-16,0 0 36 0,3-4-148 0,-7 2 24 15,0 2-36-15,0-1 60 0,0 0 48 16,-9 0-72-16,1-2-220 15,0-9-28-15,-4 3 16 0,0-2-108 0,-4-5-208 16,4-4-224-16,-4-3-36 0,-1 0-100 16,2-10-76-16,-5-5-364 0,0-7-732 15,-4-8-888-15,-5 8-2381 0,6-22-2014 16</inkml:trace>
  <inkml:trace contextRef="#ctx0" brushRef="#br1" timeOffset="154551.894">15766 13681 4376 0,'0'0'4100'0,"0"0"-1864"0,0 0-435 16,0 0-5-16,0 0-232 16,0 0-188-16,95 72-360 0,-67-53-388 15,4 4-136-15,0 3-224 0,3-1-72 0,-3 3 136 16,8 1 96-16,-7 0-112 0,-6-3-208 15,-3 2-56-15,-8 0-4 0,-4 1-48 16,-5 5 0-16,-7 1-8 0,-7 4-4 16,-9 1-52-16,-12 5-32 0,-4 3-64 15,-4 3-20-15,-4-3 80 0,5-4-32 16,-5-3-124-16,4-6-124 0,4-6-76 16,8-3-120-16,0-12-116 0,8-3-236 15,0-5-552-15,9-4-660 0,-2 2-1005 16,1-8-2275-16</inkml:trace>
  <inkml:trace contextRef="#ctx0" brushRef="#br1" timeOffset="155314.526">17562 13739 640 0,'0'0'10313'0,"0"0"-7941"0,0 0-836 16,0 0-532-16,0 0 64 0,0 0 60 15,0 0 20-15,0 0-240 0,24 63-288 0,4-51-24 16,8-3 137-16,3-2-189 0,10-7-168 16,-1 0-160-16,-1-7-60 0,1-5-80 15,0-4-16-15,0-2-56 16,-5 1 0-16,2-2-8 0,-6 3-52 0,1 0-20 16,-4 6-44-16,-5 5-48 0,-6 5-40 15,-1 0 4-15,-13 9 48 0,2 10 68 0,-9 3 88 16,-4 11 4-16,-4 6 8 15,-9 7 136-15,-2 4-64 0,-9 4-28 0,3 3-52 16,-2 1-4-16,-1 2 84 0,0 4-80 16,4-7 4-16,0-1 4 0,0-2-4 15,9-2 4-15,-2-8-8 0,5-9-4 16,8-6-4-16,0-8-92 0,0-8-60 16,0-2-40-16,0-5-116 0,4-6-77 15,-4 0-111-15,0 0-132 0,0 0-324 16,0-6-704-16,0-1-1268 0,-7-12-2569 15</inkml:trace>
  <inkml:trace contextRef="#ctx0" brushRef="#br1" timeOffset="155497.979">17586 14300 11445 0,'0'0'2660'0,"0"0"-1736"16,0 0-420-16,0 0 852 15,0 0 256-15,96 7-188 0,-61-7-508 0,6-7-480 0,-1-3-300 16,-5 1-124-16,1-4-12 16,-4 0-256-16,-4 7-536 0,0-3-336 15,-12 9-164-15,-4 0-868 0,-5 0-3045 0,-10 19-3379 16</inkml:trace>
  <inkml:trace contextRef="#ctx0" brushRef="#br1" timeOffset="155663.179">17582 14618 380 0,'0'0'9128'16,"0"0"-7195"-16,0 0-1009 0,0 0 228 15,0 0 152-15,96 12-108 0,-57-15-380 0,6-10-356 16,-2-3-360-16,9-3-100 0,-4-2-572 16,4 2-720-16,-9-4-672 0,-6 10-1205 15,6-6-5523-15</inkml:trace>
  <inkml:trace contextRef="#ctx0" brushRef="#br1" timeOffset="159066.182">18881 13821 168 0,'0'0'836'16,"0"0"7108"-16,0 0-6792 0,0 0-67 0,0 0-173 15,0 0 316-15,0 0-36 16,36-68-296-16,-24 59-216 0,-4 4-224 0,0-2-84 16,-1 3 28-16,-2 1 8 0,-1 3-60 15,0 0-52-15,-4 0-76 0,0 0-96 16,0 0-36-16,0 0-16 0,0 7 12 0,0-4 52 16,0 6 72-16,0 0-8 0,0 4-80 15,0 4-20-15,0-2-40 0,0 3 12 16,-4 6-20-16,0 1-44 0,-1 4-8 15,-2 5 0-15,-1 4 0 0,0 7-52 16,0 3 44-16,4 2-52 0,-4 1 48 16,4-6 8-16,0-4-20 0,4-6 16 0,0-4 16 15,4-11 44-15,4-1-40 16,0-10 36-16,0 1-48 0,4-8 0 16,-1-2 8-16,2 0 56 0,2-2 8 15,6-8 12-15,-1-6 4 0,-5-6-48 0,6-3-40 16,-2-1-108-16,1-2-40 0,-3-1 60 15,2 4-56-15,-3-4-64 0,0 1 12 16,0-1-28-16,0-3 28 0,0-3-24 16,-4-3-52-16,4 4 0 0,-4-2 0 15,-5 2 48-15,6 2 64 0,-5 3 48 0,-1 4 104 16,-3 6 8-16,1 2 0 16,-1 5 76-16,-4 3 8 0,0 5 4 0,0 1 48 15,0 3 40-15,0 0 8 0,0 0-12 16,0 3 0-16,0 3-84 0,0 5 12 15,0 2 20-15,0 5 28 0,-4 1-24 0,4 3 72 16,-5 7-12-16,1 0-72 16,0 2-4-16,1 4-20 0,-5 7 8 0,-1-1-8 15,1 3 32-15,1-3-44 0,-1 3-16 16,4-5-60-16,-1-4-8 0,1-7 4 0,4-2-40 16,0-4-56-16,4-5-84 15,1-5-196-15,3-3-196 0,0-3-224 16,-1 0-256-16,6-6-640 0,-2 0-1096 0,2 0-2877 15,2-6-239-15</inkml:trace>
  <inkml:trace contextRef="#ctx0" brushRef="#br1" timeOffset="159273.711">19746 14322 2460 0,'0'0'9285'0,"0"0"-7773"16,0 0-468-16,0 0 168 0,0 0 356 0,0 0 4 0,0 0-372 15,0 0-476-15,24 83-348 16,-32-64-216-16,-1 3-112 0,-2 0-48 16,3-3-68-16,-5 3-276 0,2-6-252 0,3-2-236 15,-1-6-276-15,6-2-284 16,-1-6-720-16,4 0-704 0,0-6-2637 16,0 0-331-16,0-13 5129 0</inkml:trace>
  <inkml:trace contextRef="#ctx0" brushRef="#br1" timeOffset="159713.987">20200 13970 4760 0,'0'0'7677'0,"0"0"-6465"0,0 0-744 15,0 0 256-15,0 0 508 0,75-42 20 16,-54 39-336-16,-5 0-400 0,-1 3-184 16,2 3-60-16,-6 11-4 0,1-2 148 15,-3 7 12-15,-2 6-160 0,-7 3-132 0,0 8 96 16,0 2-136-16,-3 6 36 0,-6 4-32 16,-3-1-92-16,1 4 44 0,-2-6-52 15,5-5-8-15,8-4 0 0,0-11 8 16,0-9 8-16,12-3 112 0,4-10-36 15,0-3 233-15,0-3 195 0,5-7-136 16,-2-9-196-16,5-3-96 0,-4-10-76 16,3 0-8-16,-2-6-12 0,-1-3-96 15,-1 3-24-15,-6-3-88 0,2-4-96 0,-6 1 52 16,-1-1-137-16,-1 4 21 0,-3 6 16 16,0 7 72-16,-4 9 144 15,0 3-32-15,0 3-16 0,-4 7-100 0,-4-1-68 16,-3 4-128-16,2 0-148 0,-6 3-216 15,2 0-808-15,2 0-1504 0,-10 0-3893 16</inkml:trace>
  <inkml:trace contextRef="#ctx0" brushRef="#br1" timeOffset="162749.192">21420 13919 1528 0,'0'0'872'0,"0"0"5372"0,0 0-4564 0,0 0-171 15,0 0-193-15,27-70-20 16,-22 57-120-16,-5 7-184 0,0-1-196 0,0 0-224 16,0 5-104-16,0-1-72 0,-9 0 56 15,1 3-32-15,-3-3-68 0,-2 3-204 16,-2 0-88-16,-6 0-8 0,1 6-48 16,-7 6 4-16,3 1-4 0,-4 0 0 0,4 6 0 15,-4 0-4-15,4 3-64 16,4 1 64-16,0 3-48 0,5 2 36 0,-2 4-48 15,6-1 56-15,-2 4-60 0,5 0 64 16,5-1-8-16,-1 2 8 0,4-7 4 16,0-1 0-16,0-6 8 0,7 0 84 15,1-5-12-15,5-6 4 0,-2 3-40 16,1-5 48-16,0-3 4 0,4 0-40 16,0 1-12-16,0-3-36 0,4-2 48 15,-4-2 28-15,4 0-16 0,0 0-68 0,-1-6 44 16,1-1 12-16,1 1-48 0,-2-2-12 15,-6 1-12-15,-2-3-216 16,-3 4-28-16,-3-1-100 0,-1 1-60 0,-1-3-124 16,-3 2-84-16,0 1-104 0,-7-1-480 15,-6-2-1260-15,-2-1-2701 0,2 4-2667 16,-15 0 6589-16</inkml:trace>
  <inkml:trace contextRef="#ctx0" brushRef="#br1" timeOffset="162980.993">21001 14164 1744 0,'0'0'1356'0,"0"0"4244"0,0 0-4060 15,0 0-343-15,0 0 75 0,0 0 180 0,0 0-88 16,0 0-284-16,0 0-232 0,0 0-204 16,95-11-28-16,-63 9-112 15,0-5-184-15,0 4-112 0,0-3-124 0,3-1-84 16,-3-2-4-16,5 2-180 0,-5-2-356 15,0 0-160-15,-4 2-180 0,-1 1-404 16,-3-1-772-16,0 4-1156 0,-9 0-2981 0</inkml:trace>
  <inkml:trace contextRef="#ctx0" brushRef="#br1" timeOffset="163264.583">21997 13890 10540 0,'0'0'2377'0,"0"0"-1713"0,0 0-600 16,0 0 352-16,0 0 864 0,0 0 200 15,0 0-424-15,87 19-636 0,-55-19-208 16,4 0-116-16,0 0-44 0,0 0-52 16,-4-6-4-16,-4 2-268 0,-1 2-408 0,-7-5-280 15,1 4-356-15,-14 0-788 0,-3 0-2449 16,-4-1-3467-16</inkml:trace>
  <inkml:trace contextRef="#ctx0" brushRef="#br1" timeOffset="163729.454">21981 13903 456 0,'0'0'10212'0,"0"0"-8615"15,0 0-817-15,0 0-92 0,0 0 604 16,0 0 132-16,0 0-344 16,0 0-436-16,-12 63-272 0,16-52-64 0,4 1 0 0,-4 1-76 15,0-1-108-15,-4 4-28 16,4 0-8-16,-4 0-16 0,0-4-60 0,0 4 124 15,0-3-52-15,0-4-24 0,0 4-52 16,0-6 44-16,4 2-52 16,-4-6 0-16,3 0-12 0,-3 1-64 0,4-4 28 15,-4 0 0-15,5 0-4 0,-5 0 44 16,0 0-4-16,4 0 0 0,-4 0-48 0,0 0 60 16,0 0-4-16,0 0 0 15,0 2 4-15,0-2 0 0,0 0-4 16,-4 0-4-16,4 0-76 0,0 0 20 0,0 5-8 15,0-3-52-15,0 4 28 0,0 7 92 16,4 3 4-16,0 0 60 16,0 0 24-16,0 3-20 0,-4-3 44 0,3 3-8 0,-3-3 8 15,0-1-44-15,0 5 56 16,0 1-20-16,0-2-28 0,0 0-24 0,-3 1-40 16,3-1 0-16,-4 0-4 0,4 0-4 15,-4 0-24-15,4-3 20 16,0-3 0-16,0-4-68 0,0-2-76 0,0 0-180 15,4-7-188-15,-4 0-236 0,4 0-164 16,-1-7-116-16,1-7-152 0,5-1-868 16,-5-1-2453-16,0-12-3259 0</inkml:trace>
  <inkml:trace contextRef="#ctx0" brushRef="#br1" timeOffset="164131.332">22148 13972 4880 0,'0'0'4096'15,"0"0"-2312"-15,0 0-907 0,0 0-313 16,0 0 396-16,0 0 384 0,0 0-244 0,0 0-384 16,0 0-264-16,88-6-104 15,-72 17 0-15,0-2 36 0,0 0-24 0,0 4-116 16,-5 2-120-16,2 2-24 0,-2-2 8 15,2 1 28-15,-2 0-48 0,1 0-28 16,-3 0 12-16,-2-3-72 0,5 2 0 16,-3-2 0-16,-5 4 48 0,3-5-48 15,-7 4-4-15,4-3 4 0,-4 2 4 0,0 1 104 16,-4 3-56-16,-7 3 32 0,2-3-80 16,-6 4 108-16,2-2-64 0,-6 3 0 15,-2 1 64-15,-3-3-28 0,1 3-72 16,-1-6 64-16,0 3-72 0,-4-3-4 15,8-3-8-15,-3-2-4 0,2-2-172 16,6-3-148-16,-2 1-160 0,6-8-24 16,-6 3-104-16,6-5-124 0,-2 0-220 15,-2 0-636-15,2-11-940 0,2 3-2289 16,-1-3-811-16,0-8 4636 0</inkml:trace>
  <inkml:trace contextRef="#ctx0" brushRef="#br1" timeOffset="164631.99">22678 13906 6764 0,'0'0'4533'0,"0"0"-2065"16,0 0-560-16,0 0-840 15,80-16-36-15,-52 13 8 0,4-3-316 0,0 2-296 16,-1-2-356-16,1 0-72 0,-4-1-84 16,0 1-408-16,-8 3-304 0,0 0-220 15,-4 0-228-15,-8 3-736 0,-4 0-968 16,-4 6-2221-16,-4-3-499 0,-13 7 5132 0</inkml:trace>
  <inkml:trace contextRef="#ctx0" brushRef="#br1" timeOffset="164829.608">22853 13958 2520 0,'0'0'184'0,"0"0"5708"15,0 0-4480-15,0 0-315 0,-31 82 199 16,27-54 184-16,0 4-12 0,0 0-360 0,0 0-336 16,-1-1-128-16,1 7-52 0,-3-3 0 15,3 4-76-15,4-5-136 16,0-3-88-16,0-1-24 0,8-5 112 0,4-3 108 16,0-6-284-16,3-4-200 15,5-2-4-15,1-4-48 0,2-2-48 16,1-4-232-16,4-7-208 0,0-6-320 0,0-2-276 15,-4-7-504-15,-5 6-1500 0,5-10-3193 16</inkml:trace>
  <inkml:trace contextRef="#ctx0" brushRef="#br1" timeOffset="165004.982">23209 14100 6140 0,'0'0'7425'0,"0"0"-6193"15,0 0-600-15,43 79 248 0,-27-53 752 16,4 2-120-16,0-6-668 0,4 0-596 16,-1-5-248-16,1-4-156 0,4-8-360 0,0-1-500 15,0-4-296-15,-4 0-740 16,-4-4-2709-16,4-8-3683 0</inkml:trace>
  <inkml:trace contextRef="#ctx0" brushRef="#br1" timeOffset="165164.269">23499 14103 6644 0,'0'0'5001'16,"0"0"-2829"-16,0 0-880 0,-99 48-236 0,63-20 156 16,-1 7 0-16,-2 0-216 15,3 0-288-15,0-1-256 0,4 1-72 0,4-5-124 16,8-8-256-16,1 0-340 0,6-9-328 16,6-4-300-16,3-6-336 15,4-3-1004-15,4-3-2853 0,11-16-2315 0</inkml:trace>
  <inkml:trace contextRef="#ctx0" brushRef="#br1" timeOffset="165475.897">23682 13852 9896 0,'0'0'5105'0,"0"0"-4353"16,0 0-156-16,0 0 696 0,0 0 140 15,88-3-244-15,-64 9-504 0,-1 4-476 16,5-1-88-16,0 4 4 0,0 3-124 0,-4 3 0 15,1 6-8-15,-2-2-80 16,-7 5 4-16,0 4 36 0,-4 0-24 0,-8 0-112 16,0 2-132-16,-4 4 216 0,0-6-80 15,-8 3 168-15,0-3-36 0,-4 0-48 16,0-7 8-16,-4 0-32 0,8-6-64 0,-7 1 72 16,6-4-56-16,-3-7-44 15,0 4-68-15,0-7 108 0,1 4-28 0,-2-4-144 16,2-3 72-16,3 0-124 0,-5 0-76 15,2-3-140-15,-2 0-344 0,-2 0-648 16,-2-6-748-16,-6-3-2237 0,7 2-1391 16</inkml:trace>
  <inkml:trace contextRef="#ctx0" brushRef="#br1" timeOffset="166145.096">25463 13862 5232 0,'0'0'392'0,"0"0"4772"0,0 0-3327 16,0 0-393-16,0 0-144 0,0 0 156 16,0 0-200-16,0 0-556 0,0 0-328 15,0 0-152-15,-108 44-72 0,69-11 24 16,-1 0-112-16,-4 3 36 0,8-1-60 15,4-4-36-15,8-5-48 0,5-7 36 16,10-6-48-16,9-1-28 0,0-3-8 0,13 2 52 16,6-3 44-16,5 6 132 0,4-2 76 15,4 1-84-15,0 0-64 16,0-1 88-16,0 1-24 0,-5 0-16 0,1-1 0 16,-7 1 28-16,-2 0 24 0,-6-1-40 15,-6 1 40-15,-3 1-16 16,0-2 28-16,-4 1-16 0,-8 2-84 0,-3 1-8 0,-2-3-60 15,-2 3-4-15,-6-7-64 16,-3 4-224-16,5-7-140 0,-1 1-84 16,0-4 12-16,0-3-16 0,4 0-24 0,4 0-40 15,0-10-160-15,4-6-812 0,0-2-1152 16,8-9-2453-16,-4 8-2391 0,8-14 7132 0</inkml:trace>
  <inkml:trace contextRef="#ctx0" brushRef="#br1" timeOffset="166473.955">25754 14084 6664 0,'0'0'6329'0,"0"0"-4853"16,0 0-252-16,0 0 316 15,12 76 44-15,-20-47-140 16,0-4-444-16,4 1-379 0,0-7-353 0,0-4-160 16,4-5-108-16,4-4-132 0,4-6-40 15,0 0-97-15,4 0-19 0,4-3 8 0,0-10-196 16,3-2-88-16,-2-4-8 0,3-3 28 15,-1-1 128-15,2 0 84 0,-6 2 20 16,1-2 4-16,-4 4 72 0,1-3 100 16,-6 0 92-16,-3 0 44 0,0 6 76 15,0 3 84-15,-4 7 88 0,5 3 136 16,-5 3 0-16,0 0-112 0,4 9 36 0,-4 4 72 16,3 3 96-16,1 9-72 15,0 1 36-15,0 2 72 0,0 3 12 0,0-1-39 0,4-5-241 16,-4 0-244-16,4-6-12 15,0 0-364-15,4-6-269 0,0-7-135 16,4-2-76-16,4-4-224 0,4 0-528 16,-8-4-1552-16,11-15-2985 0</inkml:trace>
  <inkml:trace contextRef="#ctx0" brushRef="#br1" timeOffset="166685.751">26459 14052 6368 0,'0'0'4897'0,"0"0"-2145"0,0 0-1764 15,0 0-360-15,0 0 488 0,0 0 400 0,-71 67-88 16,51-39-428-16,0 4-380 0,4-3-108 16,4-1-63-16,4-2-37 0,0-4-244 15,8-6-168-15,0-4-4 0,4-6-92 0,3-6-96 16,10 0-100-16,3-2 112 0,3-14-89 16,1-3-339-16,4-7-136 0,0-5-320 15,4-2-464-15,-8 0-1364 0,4-3-1657 16,-8 8-1559-16,11-20 2160 0</inkml:trace>
  <inkml:trace contextRef="#ctx0" brushRef="#br1" timeOffset="166997.569">26766 13519 11393 0,'0'0'1560'0,"0"0"-832"0,0 0 716 16,0 67 404-16,-8-30-240 0,1 11-416 0,-6 0-324 15,5 5-112-15,1-2 93 0,-6 0-317 16,5-3-300-16,4-4-232 0,1-5-84 15,3-4-136-15,0-10-132 0,7-3 24 16,5-6 63-16,0-7-3 0,4-2-48 0,4-7-136 16,-3 0 88-16,-2-10-4 15,5-2-36-15,-4-1 148 0,-4 0 20 0,4 1 100 16,-5 2 64-16,2 4 12 0,-6 6 8 16,1 0 52-16,1 6 384 0,-1 4 56 15,-5 5-120-15,1 8-52 0,-4-1-84 16,0 3 132-16,0 3-36 0,0-2-132 0,4 3-52 15,-4-7-12-15,4 0-84 16,1-6-304-16,6-3-440 0,-3-4-160 16,9 0-180-16,2-2-904 0,-3-4-1828 0,16-3-1753 15</inkml:trace>
  <inkml:trace contextRef="#ctx0" brushRef="#br1" timeOffset="167364.076">27451 13991 3648 0,'0'0'7813'0,"0"0"-5205"16,0 0-908-16,80 61-380 15,-44-42 128-15,8 0-160 0,4-9-300 16,0-1-376-16,3-9-260 0,1 0-147 15,4-9-205-15,0-7-24 0,-5-3-353 0,1-6-291 16,-4-1-272-16,-4-2-300 0,-5-5-1180 16,-11 12-3481-16,0-21-4239 0</inkml:trace>
  <inkml:trace contextRef="#ctx0" brushRef="#br1" timeOffset="167584.545">28045 13443 5092 0,'0'0'6493'0,"0"0"-4881"16,-24 63-580-16,17-18 368 0,-6 9 352 0,-2 9-24 16,2 4-356-16,-2 6-468 15,-6 0-359-15,1-1-253 0,5-2-124 0,-2-3-160 16,2-10-8-16,7-6-128 0,8-13-369 16,0-9-87-16,12-13 120 15,-1-13-24-15,13-3-60 0,0-10-80 0,4-12-272 16,4-9-640-16,4-11-624 0,-4-5-760 15,0-4-1077-15,0-3 1137 16,-8-7-1424-16</inkml:trace>
  <inkml:trace contextRef="#ctx0" brushRef="#br1" timeOffset="168014.817">28384 13319 744 0,'0'0'10841'0,"0"0"-8809"16,0 0-764-16,0 0-184 0,12 72 180 15,-16-30-64-15,-9 12-80 0,6 6-228 16,-9 4-148-16,4 6 21 0,0 0-181 15,4-7-356-15,4 0-228 0,0-12 0 0,4-2-156 16,0-8-196-16,0-10-85 0,4-3-27 16,8-8 40-16,0-8-4 0,0-5-60 15,7-7 12-15,6-4-104 0,-1-8-184 16,4-7-288-16,0-3-112 16,-4-4-32-16,3 4 412 0,-7 2 604 15,0 6 180-15,0 1 8 0,-8 7 220 0,0 6 192 0,-8 0 276 16,-1 6 120-16,-3 7-36 15,0 8-108-15,0 2-164 0,-3-1-4 16,-1 3-72-16,0-3 60 0,4-3-88 16,0-3-220-16,0-6-172 0,11-4-12 0,2 0 0 15,2-6-4-15,2 0-120 0,-2 0-72 16,2-3 24-16,-6-2-144 0,2-2 32 16,-2 7 112-16,-3 0 72 0,-4 3 88 15,5 6 12-15,-9 5 308 0,0 0 12 16,0 3-36-16,0 2-40 0,0-3-36 0,0-4-100 15,0-5-108-15,3-4-4 0,5-3-68 16,12-6-100-16,0-7-156 0,8-12-252 16,7-7-108-16,2-6-144 0,7-4-264 15,-1-2-428-15,1-7-756 0,4-3-525 16,-4-3-207-16,-1-11-152 0</inkml:trace>
  <inkml:trace contextRef="#ctx0" brushRef="#br1" timeOffset="168279.231">29316 13566 68 0,'0'0'1580'0,"0"0"140"0,68-66-1172 16,-57 66 4340-16,-6 0-2551 0,-1 16-577 0,-4 2-172 15,0 14-340-15,-9 4-368 0,2 5 152 16,-5 10 180-16,-1-1 0 0,2 4-16 0,-5 0-331 16,4 0-453-16,0-2-316 15,5-5-96-15,2-6-72 0,1-3-184 16,4-3-24-16,0-7 87 0,0-3 73 0,0-6-344 16,-4-5-144-16,-4-1-40 15,1-4-124-15,-14-3-188 0,1-3-440 16,-3-3-148-16,-5 0 348 0,-4 0 528 0,4-6 416 15,0-3 36-15,4-7 220 0,4-3 140 16,8-3-64-16,4-3 104 0,8-2-172 16,8 9 28-16,12 1 80 0,8 5-116 15,8 2 268-15,8 1 164 0,0 3-372 0,3-1-60 16,-2 4-1128-16,-14 0-1533 16,13-3-3871-16</inkml:trace>
  <inkml:trace contextRef="#ctx0" brushRef="#br1" timeOffset="169213.311">19156 15577 4760 0,'0'0'3992'15,"0"0"-1719"-15,0 0-1089 0,0 0-456 0,0 0 344 16,0 0 304-16,0 0-192 15,0 0-548-15,0 0-352 0,0 0 124 0,0 63 124 16,4-19 220-16,4 10-128 0,0 4-136 16,4-2-120-16,-1-2-124 0,2-4-124 15,-1-10-68-15,0-9-52 0,0-9-84 0,-1-9-12 16,10-10-40-16,-1-3-168 16,3-3-64-16,5-13 88 0,0-9-100 0,0-7-136 15,0-3-124-15,0-7-28 0,0 4 72 16,-8-3 8-16,-1 4 184 0,-2 2 128 15,-6 0 228-15,1 2 48 16,-7 5 124-16,-5 3 12 0,0 3 92 0,-5 2 52 16,1 1 192-16,-4 10-124 0,5 0-12 15,-1 6-76-15,0 3-24 0,4 3-16 16,0 9-108-16,0 6 124 0,0 9-16 0,0 7 12 16,0 5 4-16,4 5 56 0,0 0-44 15,-1 1-248-15,1-4 0 16,4-2-136-16,1-5-440 0,-2-5-236 0,5-4-192 15,4-2-284-15,0-11-1288 0,4-2-2429 16,-4-4-1891-16,11-6 5932 0</inkml:trace>
  <inkml:trace contextRef="#ctx0" brushRef="#br1" timeOffset="170031.672">20204 15665 2996 0,'0'0'7052'0,"0"0"-6135"16,0 0-785-16,0 0-84 0,0 0 56 16,0 0 104-16,0 0-48 0,-75 0-160 0,70 0-332 15,5 0 152-15,0-6 180 16,0 3 180-16,0-4-132 0,-4 1-44 0,4 3 156 16,0-4 48-16,0 4 100 0,0 3 52 15,0-3 60-15,0 3 40 0,-4 0-4 0,4 0-8 16,0 0-144-16,0 0-180 0,0 0-72 15,0 0-52-15,0 0 0 16,0 0-4-16,0-3-48 0,0 0 52 16,0 0 28-16,0 0-16 0,4-4 100 0,-4 4 156 15,0 0 8-15,0-1 64 0,4 4 48 0,-4 0 4 16,0 0-4-16,0 0-40 0,0 0-36 16,0 0-52-16,0 0-36 15,0 0 8-15,0 0-32 0,0 0-28 16,0 0 0-16,0-2 24 15,-4-3-184-15,0 3 124 0,-4-1 24 0,5 0-12 16,-1 3 0-16,-5 0 48 0,1 0-16 0,1 6-56 16,-5 7-76-16,-4 6-40 0,4 6 44 15,-1 3-4-15,2 7-40 0,-2 0 40 16,6 4-36-16,-1-4 112 0,4-7-124 16,4 0-4-16,0-9-8 15,0-6-64-15,0-7-8 0,8-2-64 0,3-4-180 16,6-4 32-16,-2-10 24 0,2-3-168 0,3-8-16 15,-1-1 120-15,-6-2 64 0,2 3 36 16,-7-1-36-16,4 6-4 16,-4 5-48-16,-4 5 64 0,4 4 68 0,-3 6 28 15,-2 0 164-15,1 6 300 0,4 7 228 16,0 3-152-16,4 10-152 0,-4-1 72 16,3 10 28-16,2 0-92 0,-5 7 28 15,-4 2-48-15,3 0-80 0,-7 7 16 16,0 3 76-16,-4 3-4 0,-3 3-148 15,-1 0 40-15,-8 1 36 0,4-1 36 0,-4-3-40 16,4-5-20-16,-4-2 20 0,0-9 28 16,0-3-60-16,0-3-40 0,0-6-64 15,-3-3 0-15,-2-8-8 0,1-2-96 16,-3-6-112-16,-1-8-48 0,-4-2-28 16,-4 0 76-16,0-9-36 0,-3-3 24 15,-1-1-52-15,-5-4 172 0,9 3 4 0,4-3-100 16,0 1 60-16,5 3-28 0,7 1 64 15,4-4 92-15,5-3-36 0,2 0-188 16,5-6-4-16,5-5-100 0,2 5-24 16,5-7-52-16,4 4 144 0,4 0 80 15,4-1 176-15,4 7-76 0,0 0-36 16,4 3-444-16,-1-1-912 0,5 1-516 16,0-3-65-16,-1 0-259 0,-7 6-2316 0</inkml:trace>
  <inkml:trace contextRef="#ctx0" brushRef="#br1" timeOffset="170328.987">20737 15704 1068 0,'0'0'4656'15,"0"0"1405"-15,0 0-4601 0,0 0 52 0,0 0 448 16,0 0-200-16,77 27-284 16,-49-20-440-16,0-1-476 0,7 1-292 15,1-7-99-15,4 0-169 0,0-7 0 0,-4-6-401 16,0-2-279-16,-5-1-272 15,1-5-188-15,-8 1-720 0,-8 4-2504 0,-4-6-4057 16</inkml:trace>
  <inkml:trace contextRef="#ctx0" brushRef="#br1" timeOffset="170533.355">20969 15516 7324 0,'0'0'5273'0,"0"0"-3885"0,0 0-880 15,-28 80 88-15,28-52 576 0,0 4 308 16,0 3-184-16,0 0-548 0,8 2-404 0,-4 2-136 16,4 5-88-16,-8 1-120 0,4-5-52 15,0 6-424-15,-4-5-308 16,0-3-128-16,4-1-228 0,-4-4-872 0,0-8-2637 16,0-6-4439-16,4-3 8684 0</inkml:trace>
  <inkml:trace contextRef="#ctx0" brushRef="#br1" timeOffset="171162.143">21730 15462 5016 0,'0'0'2252'0,"0"0"1673"0,0 0-2129 0,0 0-296 15,0 0-228-15,0 0-104 16,87 6-260-16,-63 7-132 0,0 3-208 0,1 10-224 16,-6 2-136-16,-3 0-100 0,-4 8 64 15,-8 1-36-15,-4 4-28 0,0 1-20 16,-4 2-80-16,-4-2 64 0,-3-1-60 0,-2-5 72 16,9-8-32-16,-4-10 188 0,8-1-80 15,0-11 12-15,0 0-64 0,4 1 0 16,8-7 100-16,0 0 97 15,8-3-37-15,0-7-76 0,8-9-132 0,0-6-60 16,4-7-4-16,0-7-68 0,-4-2-180 16,0 0-141-16,-4-3-31 0,-5 5 48 15,-6 1-124-15,-2 4-64 0,-7-4-60 16,-4 5 32-16,0-2-260 0,0 5-356 0,-4-3-388 16,0 5-488-16,0-1-269 0,4 6-519 15,-3 5-1156-15</inkml:trace>
  <inkml:trace contextRef="#ctx0" brushRef="#br1" timeOffset="171721.814">22586 15037 2372 0,'0'0'484'16,"0"0"1720"-16,0 0 1096 0,0 0-868 16,0 0-43-16,0 0-397 0,45 75-536 15,-38-40-360-15,1 14-96 0,1-2-140 16,-5 10-176-16,-1 4-84 0,1-1 92 16,-4 3-203-16,0-3-261 0,0-2-224 0,0-1-4 15,0-10-48-15,0-2-24 16,0-13-48-16,0-7-16 0,0-9 27 15,8-7-87-15,1-5-132 0,-2-4 48 0,5-4 48 16,1-8 40-16,2-4 32 16,1-6 48-16,0 0 64 0,4-4 44 0,-8 3-4 15,4 4-52-15,-4 7 0 0,-1 3-40 16,2 5 8-16,-2 4 92 0,2 4 48 16,-5 3 60-16,3 5-96 0,2 3 4 0,-6 5-16 15,5 5 0-15,-3-3 48 0,-5 3-44 16,7 1-4-16,-7-4-12 0,4 4 0 15,-3-7-160-15,2-4-184 0,1-2-244 16,0-6-436-16,4-2-736 0,-4-1-1440 16,12-4-3329-16</inkml:trace>
  <inkml:trace contextRef="#ctx0" brushRef="#br1" timeOffset="172088.38">23372 15684 7976 0,'0'0'5233'0,"0"0"-3469"0,0 0-656 0,0 0-344 16,0 0 516-16,0 0-272 0,0 0-24 16,99 0-96-16,-51 0-376 15,7 0-244-15,-3 0-147 0,4-3-57 0,-7 1-64 16,-6 2-84-16,-4-5-209 0,-3 3-203 15,-8 2-236-15,-4-7-188 16,-12 7-112-16,-3 0-532 0,-9 0-1624 0,0 0-2905 0,-25 14-1474 16</inkml:trace>
  <inkml:trace contextRef="#ctx0" brushRef="#br1" timeOffset="172262.886">23542 15856 11477 0,'0'0'1960'0,"0"0"-1124"16,0 0 200-16,0 0 424 0,0 0-48 15,0 0-192-15,77 44-436 0,-46-38-296 0,1 0-48 16,4-6-100-16,4 0-136 16,0 0-204-16,0-3-264 0,-1-2-324 15,2-1-412-15,2-5-400 0,1 5-1216 0,-8 4-2469 16,8-5-5279-16</inkml:trace>
  <inkml:trace contextRef="#ctx0" brushRef="#br1" timeOffset="172862.814">24547 15605 6368 0,'0'0'2132'0,"0"0"993"0,0 0-1025 0,0 0-344 15,0 0-248-15,0 0 4 0,0 0-396 16,0 0-356-16,103 16-360 0,-71-39-400 16,5-9-48-16,2-5-220 0,-3-1-172 15,-1-4-12-15,1 4 20 0,-4 4 152 16,-8 1 44-16,-4 8 88 0,-4 3-60 0,-4 6 36 16,-8 3 24-16,0 7 148 15,-4-1 60-15,0 7 100 0,0 0 176 16,0 0-16-16,-4 0-64 0,0 7-72 0,4-1 24 15,-7 5-84-15,2 0-64 0,1 6 28 16,0 5 32-16,4 3 76 0,-4 4 100 16,4 6 32-16,0 9-12 0,0 3-72 0,-4 7-24 15,1 7 48-15,-1 6-15 16,-5-2-117-16,5 3 20 0,-4-1-48 16,5-2-32-16,-1 0 56 0,4-7-132 0,0-8-52 15,0-6 4-15,7-9 36 0,1-3-124 16,0-4 16-16,1-5-60 15,2-8 68-15,-3-2-133 0,-3-6-43 0,2-4-224 16,-3-1-136-16,-4-2-244 0,0-2-268 16,0-4-640-16,-4-5-1412 0,-3 5-2385 15,-10-2-1651-15</inkml:trace>
  <inkml:trace contextRef="#ctx0" brushRef="#br1" timeOffset="173147.434">24459 16376 4272 0,'0'0'8133'0,"0"0"-6437"0,0 0-772 0,0 0-68 15,0 0 460-15,0 0-80 0,0 0-152 16,0 0-388-16,0 0-148 0,0 0-12 16,36 22 37-16,-4-22-53 0,4 0-132 15,4-5-132-15,7-2-136 0,1-3-36 16,4 4-24-16,3-1 0 0,5 0 88 0,0 7-136 15,0 0-8-15,4 0 4 16,-5 7 32-16,-3 0-40 0,-4-1 0 16,0 1-132-16,-8-1-88 0,-8 1 40 15,-5-5-76-15,-3 5-168 0,-11-4-281 0,-6 4-95 16,-3-4-240-16,-8 0-756 0,0 0-3344 16,-4 0-5249-16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5-30T08:04:16.0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1618 1035 9216 0,'0'0'1668'0,"0"0"-971"0,0 0-81 15,0 0 216-15,0 0 72 0,0 0-184 0,0 0-88 16,0 0-204-16,0 0-116 16,0 0 108-16,-5 67 176 0,5-23 12 15,0 12-172-15,0 9-128 0,0 12-48 0,-4 7-64 16,0 15-24-16,-4 9-164 0,4 6-4 16,-4 7 40-16,4 0-44 0,-4-10 0 0,4-6-4 15,0-14-144-15,1-12-48 16,-1-15 36-16,-1-16 12 0,5-13 12 15,0-13-148-15,0-12-164 0,5-8-172 0,2-4-40 16,1-15-60-16,4-11-416 0,4-13-148 16,-4-16-961-16,0 9-1763 0,-4-35-1676 15</inkml:trace>
  <inkml:trace contextRef="#ctx0" brushRef="#br0" timeOffset="265.144">1613 1035 9460 0,'0'0'1909'16,"0"0"-1329"-16,0 0 60 0,0 0 544 15,0 0 32-15,0 0-460 0,88-66-188 16,-60 66-80-16,3 0-176 0,5 0-112 0,1 5-64 16,-2 9-52-16,1 0-84 15,-8 9-36-15,-9 3 36 0,-2 2 64 0,-9 1-52 16,-8 7 184-16,0 1-72 0,-12 1 0 15,-1 0-48-15,-6-3-28 16,-5-3-36-16,0-7-12 0,0-3-176 0,-3-3-332 0,3-7-152 16,3-5 44-16,1 0-88 15,1-7-292-15,6 0-352 0,2-3-1025 16,-6-20-3611-16</inkml:trace>
  <inkml:trace contextRef="#ctx0" brushRef="#br0" timeOffset="526.487">2103 1044 8688 0,'0'0'996'0,"0"0"-300"0,84 0 233 0,-56 0 267 15,0 0-152-15,-4 10-268 0,-5-1-244 0,-2 4 96 16,-2 3-100-16,-2 9-172 0,-6 4-96 16,-3 6-120-16,-4 3-68 15,0 0-72-15,-8 0 8 0,1-9 44 16,-2-7 72-16,5-10 52 0,0-8 32 0,1-1 92 15,-1-3 120-15,0-3 36 0,0-4-272 0,-1-2-184 16,5-7 64-16,0-3-60 0,0-3 0 16,9-4-4-16,2-5-12 15,6 1-136-15,-2-1-212 0,9 4-244 0,0 0-428 16,3 2-388-16,1 3-608 16,-7 3-1893-16,11-4-1647 0</inkml:trace>
  <inkml:trace contextRef="#ctx0" brushRef="#br0" timeOffset="809.894">2645 1061 5804 0,'0'0'5505'0,"0"0"-4873"0,-4 69-160 16,0-41 284-16,-4 8 716 15,0-4-200-15,4-7-280 0,4-3-372 0,0-3-496 16,0-9-124-16,8-1-72 0,8-3 64 16,-4-6-36-16,8 0 44 0,-1-9 76 15,9-7 92-15,-3-6-168 0,3 0-48 16,0-7-224-16,-8 4-76 0,-5 2 84 15,2 1 204-15,-14 6-28 0,1 0 88 0,-4 4 36 16,0-1 116-16,-16 0-152 0,4 7 4 16,-8-1 208-16,1 4 12 0,2 3 60 15,-2 3-72-15,-1 10-140 0,0 0 40 16,0 9-64-16,4-3 52 0,4 3-100 16,4 0-72-16,0-3-116 0,8-2-132 15,0 2-80-15,0 0-308 0,8-3-340 16,4 3-836-16,0-7-1969 0,4-2-2811 15</inkml:trace>
  <inkml:trace contextRef="#ctx0" brushRef="#br0" timeOffset="1083.416">3131 1346 808 0,'0'0'9516'0,"0"0"-8239"0,0 0-417 15,0 0 340-15,0 0-36 0,0 0-32 16,0 0 72-16,0 0-248 0,0 0-488 0,0 0-372 15,76-92-96-15,-60 64-64 0,0-2 4 16,-4 5-64-16,-4 3-48 0,0 3 12 16,-5 6 152-16,-3 4 8 0,-3 3 0 15,-9 2-4-15,-4 1-232 0,-9 0 64 16,2 3 120-16,-5 0-36 0,4 6 88 16,-4 4-60-16,8-1 60 0,1 7-88 15,-5 0-12-15,7 4 100 0,6-1-112 0,-1-5-72 16,3 5-104-16,9-2-328 15,0 2-452-15,0 0-544 0,0-6-965 0,9 0-3083 16</inkml:trace>
  <inkml:trace contextRef="#ctx0" brushRef="#br0" timeOffset="1230.931">3510 1270 10544 0,'0'0'1713'0,"0"0"-717"0,84 9 60 15,-56-9-8-15,0 0-460 16,3 0-168-16,-4-9 4 0,1-4 12 0,0-3-324 0,0-6-52 15,0-7-60-15,0-3-660 16,-3 1-608-16,-10-4-160 0,1 0-808 16,-8 10-2077-16,-8-11 1 0</inkml:trace>
  <inkml:trace contextRef="#ctx0" brushRef="#br0" timeOffset="1486.472">3740 777 8824 0,'0'0'1528'0,"0"0"-715"0,0 0-17 16,0 0-296-16,0 0 76 0,0 0 340 0,-27 86 8 15,27-54-32-15,0 3 52 0,4 6-236 16,4 4-124-16,0 9-264 0,-1 0-120 16,2 6-104-16,-1 0-92 0,-4 1-4 15,3-1-8-15,2 1 8 0,3-4 0 0,-1-1-48 16,2 1 48-16,-2-2 56 0,-3-4-56 16,5-7-84-16,-10-2 84 15,1-4 0-15,0-7 0 0,-4-3 72 0,0-5 16 16,-11-1-64-16,-6-3-24 0,-6-5-220 15,-5 0-92-15,-4 0 56 0,-8-9 44 16,-8-1-60-16,-4-4-328 0,-4-4-564 16,-11-4-364-16,18-3-1737 0,-41-14-4571 15</inkml:trace>
  <inkml:trace contextRef="#ctx0" brushRef="#br0" timeOffset="2074.674">5003 1066 11129 0,'0'0'1784'0,"0"0"-1248"0,0 0-220 16,0 0 144-16,0 0 120 0,0 0 164 0,0 0 112 0,0 0-244 15,45 67-152-15,-38-38-152 0,-3 9-8 16,0 0-128-16,1 3 112 0,-5 0 36 0,0-3-160 16,0-6-160-16,0-6-4 0,0-7-120 15,0-10-84-15,4-2-112 0,0-4-360 16,3-3-256-16,10-6 8 0,-2-7 60 15,-3-1-1408-15,8-23-3557 0</inkml:trace>
  <inkml:trace contextRef="#ctx0" brushRef="#br0" timeOffset="2298.655">5398 1098 4092 0,'0'0'1900'15,"0"0"-496"-15,0 0 272 0,0 0 4 0,28 73-291 16,-20-50-277-16,-8 2-400 16,4 0 36-16,-4 4-156 0,0-4-300 0,0 4-180 15,0-4-104-15,0-6-4 0,0 0-4 16,0-2-240-16,0-8-252 0,0-4-112 16,0 0-8-16,-4-5-228 0,4 0-324 15,0-5-965-15,-8-9-2679 0</inkml:trace>
  <inkml:trace contextRef="#ctx0" brushRef="#br0" timeOffset="2468.126">5287 769 12285 0,'0'0'1648'0,"0"0"-1536"15,0 0 432-15,0 0 328 0,0 0-296 16,0 0-264-16,0 0-312 0,0 0-256 0,0 0-20 15,0 0-128-15,0 0-440 16,47-20-400-16,-47 26-1617 0,-4 13-4295 0</inkml:trace>
  <inkml:trace contextRef="#ctx0" brushRef="#br0" timeOffset="2718.839">4756 1021 11881 0,'0'0'1604'0,"0"0"-1600"15,0 0 224-15,0 0 480 0,0 0 316 16,5 71-104-16,-10-43-272 0,1 4-188 16,1 10-52-16,-1 2-72 0,-4 7 8 15,4-1-96-15,4 7-248 0,0-2 0 16,4 2-100-16,8-7-24 0,4 1-272 15,7-3-332-15,5-7-244 0,9-9-300 0,2-10-552 16,5-9-829-16,-12-9-1703 0,16-15-1136 16</inkml:trace>
  <inkml:trace contextRef="#ctx0" brushRef="#br0" timeOffset="2918.148">6012 1083 10092 0,'0'0'1241'0,"0"0"-397"0,0 0 488 0,0 0-292 16,87 82 344-16,-75-57-116 0,-7 1-192 16,-1 2-336-16,-4 1-360 15,0 0-232-15,-9 2-100 0,-3 5-48 0,-8-3-320 0,-3 6-344 16,-9 3-436-16,0 2-312 16,-8 3-88-16,-4-2 272 0,9-10-1221 15,-38 9-3563-15</inkml:trace>
  <inkml:trace contextRef="#ctx0" brushRef="#br0" timeOffset="3512.802">4857 876 10920 0,'0'0'949'0,"0"0"-869"0,0 0 304 15,0 0 396-15,0 0 48 16,0 0 56-16,0 0-40 0,0 0-260 0,0 0-224 16,0 0-136-16,0 0 40 0,0 0-100 15,23 61-164-15,-3-59-60 0,0-2-392 0,4 3-700 16,-12 1-812-16,3 2-2913 0</inkml:trace>
  <inkml:trace contextRef="#ctx0" brushRef="#br0" timeOffset="4282.772">836 2584 8080 0,'0'0'856'0,"0"0"104"0,0 0 381 0,99-35 223 15,-54 19-340-15,-2 4-264 0,9-7-28 16,0 6-216-16,3-3-152 15,9 3-268-15,8 1-124 0,4 2-72 0,8 4-48 0,3-5-52 16,9 6 0-16,7-1 0 0,9 3 0 16,8-4 0-16,11 7-4 15,4-4 4-15,9 4 36 0,0 0 12 0,-2 0-36 16,10 0-12-16,-1 0-40 0,5 0 32 16,8-2 16-16,3-1-16 15,-4 0-72-15,5-1-104 0,-9-6-116 0,0 1-36 16,4-4 264-16,-3-2 68 0,0-5 0 0,3 1-4 15,-12 0-104-15,1 3 36 0,-14 1-48 16,-5-5-164-16,-6 1 96 16,-3 1 52-16,-14-4-84 0,2-1-152 0,-12 1-40 0,-5 0-16 15,-11 2-24-15,-7 1-104 16,-14 0-104-16,-7 7-424 16,-16-1-253-16,-8 3 425 0,-8 3-148 0,-13 1-1288 15,-3 1-2104-15</inkml:trace>
  <inkml:trace contextRef="#ctx0" brushRef="#br0" timeOffset="4494.328">6685 1365 10588 0,'0'0'5937'0,"0"0"-5937"16,0 0-640-16,0 0 464 0,0 0 64 16,0 0-696-16,84 44-308 0,-80-25-84 15,-4-3-637-15,0 7-2823 0</inkml:trace>
  <inkml:trace contextRef="#ctx0" brushRef="#br0" timeOffset="4631.78">6670 1784 16417 0,'0'0'1172'0,"0"0"-1172"16,0 0-24-16,0 0 24 0,19 73 172 0,-11-57-172 15,0-9-76-15,8 2-356 0,0-6-452 16,3 0-832-16,6-3-3325 0</inkml:trace>
  <inkml:trace contextRef="#ctx0" brushRef="#br0" timeOffset="5777.08">9475 1720 10616 0,'0'0'3105'0,"0"0"-1753"16,0 0-996-16,0 0 44 0,55 68 256 16,-27-60-32-16,-1-2-92 0,14-6-196 0,-5 0-188 15,7-11-100-15,5-9-48 0,0-2-216 16,0-7-456-16,-1 1-136 0,-2-7-312 0,-6 4-652 16,-11 5-1461-16,-4-9-3499 15</inkml:trace>
  <inkml:trace contextRef="#ctx0" brushRef="#br0" timeOffset="6119.602">9797 1213 10032 0,'0'0'1649'0,"0"0"-749"16,0 0-96-16,0 0 60 0,0 0-296 0,0 0-152 16,0 0-76-16,0 0-24 0,-32 89 24 15,32-52 12-15,0 8-164 16,4 3 8-16,0 3-68 0,4 5-44 0,0 1-32 15,-4 10 8-15,4 0 16 0,-4 3 108 16,-1 3-32-16,2-7-104 0,-1 4 0 16,-4-9 16-16,0-1-56 0,0 1 68 15,0-7-16-15,-4-4 16 0,-1-6 72 0,-2-2-28 16,3-7 32-16,0-6-4 16,0-4 48-16,0-6 24 0,-4-4 64 0,-4-5-4 15,0-3-24-15,-4-1-32 16,-8-3-152-16,1-3-28 0,-1 0-44 15,-8 0-108-15,4-9-112 0,0-8-160 16,4-1-224-16,8-11-368 0,0-2-348 0,12-1-464 0,4-4-1060 16,8 11-1801-16,12-6-1815 0</inkml:trace>
  <inkml:trace contextRef="#ctx0" brushRef="#br0" timeOffset="6276.169">10414 1956 11865 0,'0'0'1612'16,"0"0"-1104"-16,0 0-216 0,0 0 140 16,28 79 248-16,-28-54 204 0,-4 4-24 0,-3-1-412 15,-6-1-316-15,5-2-132 16,5-3-124-16,-1-6-272 0,4-2-380 0,0-3-620 16,4-5-1008-16,7-6-3249 0</inkml:trace>
  <inkml:trace contextRef="#ctx0" brushRef="#br0" timeOffset="6666.747">10964 1673 12657 0,'0'0'1820'0,"0"0"-712"0,0 0-556 0,0 0 40 15,0 0 416-15,0 0 92 0,17 66 160 0,22-61-308 16,5-5-256-16,4 0-7 16,8-11-177-16,-1-5-212 0,-3-3-192 0,0-3-72 15,-1 0-36-15,-6 0-108 0,-6-3-96 16,-3 2-304-16,-4 1-184 0,-8 4-125 16,-4-2-327-16,-8 4-812 0,-8 3-1060 0,-1 4-2421 15,-3-7-1971-15</inkml:trace>
  <inkml:trace contextRef="#ctx0" brushRef="#br0" timeOffset="6933.296">11359 1251 8960 0,'0'0'2801'15,"0"0"-1533"-15,0 0-264 0,0 0 44 0,0 0-152 16,0 0-156-16,0 0-44 0,-44 79-64 16,44-44 24-16,0 7-56 0,0 2-132 15,8 7-52-15,0 5-76 0,0 5-48 16,-1 12-84-16,2 4 160 0,-5 2-4 15,4 3-195-15,-4 1-73 0,-1-4-96 0,-3-2 0 16,4-1 0-16,-4-4 8 0,0-5-8 16,0-3 0-16,0-8 4 0,-4-8 8 15,-3-6 36-15,3-8-40 0,-4-11 4 16,-1-7 0-16,6-7-12 0,-5-9-212 0,4 0-189 16,-4-13-319-16,0-12-156 15,0-13-132-15,4-13-324 0,0-16-660 16,0 11-2404-16,0-49-4973 0</inkml:trace>
  <inkml:trace contextRef="#ctx0" brushRef="#br0" timeOffset="7125.664">11937 1117 13045 0,'0'0'2004'0,"0"0"-1436"0,0 0-556 16,0 0 112-16,0 0 432 0,0 0 528 0,36 67 128 15,-25-35-512-15,2 9-416 16,-2 0-136-16,-3 0-76 0,0 8-72 0,0-2-84 16,-8 4-384-16,4-4-280 0,-4 4-316 15,0 0-628-15,-4-16-1528 0,-8 9-4321 16</inkml:trace>
  <inkml:trace contextRef="#ctx0" brushRef="#br0" timeOffset="8599.665">14104 1714 11309 0,'0'0'1400'0,"0"0"-940"15,0 0-92-15,0 0 256 0,-56-66 172 16,41 53 60-16,-6 4-128 0,1 2-64 15,1 4-132-15,-1 3-148 0,-1 3-100 0,2 13-136 16,-1 3-24-16,-1 10 108 0,2 5 40 16,7 11 132-16,-4 2-12 15,8 7-100-15,0 0-84 0,4-2-120 0,4-5-80 16,0-9-8-16,4-7-88 0,4-8-20 16,4-10-124-16,4-4 72 0,4-9-8 0,0 0 164 15,8-13-40-15,-4-6-80 0,8-3-20 16,-5-10-164-16,1 1 100 15,0-5 8-15,-4 3 68 0,0 0 124 0,0 2-72 16,-8 2 80-16,0-1 88 0,-4 9-40 16,-1 2 64-16,-6 3-28 0,3 3 52 15,-4 5-64-15,0 1-68 0,-4 7 8 16,0 0 100-16,0 0-64 0,3 9-36 16,1 3 248-16,0 4 20 0,5 6 28 15,-5 3-100-15,-1-2-116 0,1 3-92 0,4-7-48 16,-4 0-196-16,5-6-320 15,-6-4-124-15,5-2-88 0,-4-5-304 16,5-2-600-16,-2 0-716 0,-3-6-2465 0,0-6-3195 0</inkml:trace>
  <inkml:trace contextRef="#ctx0" brushRef="#br0" timeOffset="8826.408">14463 1702 9624 0,'0'0'1549'16,"0"0"-765"-16,0 0 240 0,0 0 120 0,0 0 20 15,51 69 192-15,-42-46-172 0,-5-1-248 16,-4 3-196-16,0 1-204 0,0 2-228 16,0 1-140-16,-4-1-44 0,-1-3-112 15,1 0-12-15,4-8-8 0,0-4-52 16,0-7-52-16,0-6 4 0,0 0-40 0,9 0-60 16,-2-10 100-16,9-2 32 15,0-4-44-15,4-3-176 0,4-6-268 16,0-1-348-16,4-2-368 0,-4 2-408 15,4-2-764-15,-9 8-2309 0,9-8-971 0</inkml:trace>
  <inkml:trace contextRef="#ctx0" brushRef="#br0" timeOffset="9101.296">14893 1821 7916 0,'0'0'2900'16,"0"0"-1243"-16,0 0-609 0,0 0-148 0,0 0 236 16,0 0 32-16,0 0-84 0,0 0-420 15,0 0-256-15,0 0-52 16,96 42-84-16,-73-57-128 0,1-5-144 0,-4-1-120 0,4-2 20 15,-8 4 40-15,-4 3-40 16,-4 0 16-16,-8 7 84 0,0 2 72 16,-4 4 64-16,-4-3-80 0,-8 3-56 0,-4 3-8 15,1 0-112-15,-6 6 120 0,1 7 0 16,0 2 4-16,1 11 4 16,-1 3-4-16,8-2 4 0,-4 9 40 0,8-1 24 15,0 0-72-15,8-4-84 0,4 2-52 16,0-8-72-16,12-3-112 15,8-3-272-15,8-6-76 0,4-1 20 0,7-5-92 16,1-4-432-16,-8 0-936 0,20-3-2949 16</inkml:trace>
  <inkml:trace contextRef="#ctx0" brushRef="#br0" timeOffset="9719.209">16499 1549 9772 0,'0'0'2961'0,"0"0"-2017"0,0 0-360 15,0 0 148-15,-84-3 224 0,64 15-76 0,0 7-232 16,-4 11-128-16,0 7 12 16,9 11-128-16,-6 6 40 0,10 2 8 0,-2-1-96 15,6-4-160-15,3-10-192 0,4-6-4 16,4-6-100-16,3-7-192 15,6-3-356-15,2-6 80 0,5-4-232 0,5-9-232 0,6 0-536 16,-7-9-1160-16,20-20-3261 0</inkml:trace>
  <inkml:trace contextRef="#ctx0" brushRef="#br0" timeOffset="9981.855">16718 1816 11145 0,'0'0'2792'16,"0"0"-1616"-16,0 0-648 0,-8 76 164 0,8-54 296 0,-5-3 372 15,5-6-304-15,0-7-432 16,5-6-200-16,7 0-252 0,8-8-64 0,-1-9-8 16,9-5-100-16,-4-3-136 0,0-4-240 0,1 4 84 15,-10-1 84-15,1 0 60 16,-4 8 64-16,-8 1-164 0,0 5 52 0,-4 5 40 16,-4 1 92-16,-8 0-72 0,-8 3-60 15,5 3 0-15,-10 0 48 16,5 3 100-16,0 3 44 0,5 7 4 15,3 4-76-15,3-5-8 16,5 3-92-16,1 2-56 0,3-5-240 0,3 1-636 0,10-5-772 16,-5-1-1080-16,11 0-2357 0</inkml:trace>
  <inkml:trace contextRef="#ctx0" brushRef="#br0" timeOffset="10244.571">17379 1596 12865 0,'0'0'2248'16,"0"0"-1480"-16,4 83-188 0,-4-32 376 15,-8 13 504-15,0 12-112 16,-3 3-140-16,-2 10-443 0,5 3-353 0,-3 6-244 16,-2 4-124-16,2-4-44 0,-2 1-60 15,5-7-48-15,1-7-232 0,3-12-12 16,0-9 23-16,-1-13 77 0,5-13-16 0,0-10 0 15,0-9-76-15,0-5-84 0,0-14-196 16,5-3-336-16,3-20-548 16,-4-9-440-16,3-12-312 15,6-10-365-15,-5 10-263 0,-1-39-1932 0</inkml:trace>
  <inkml:trace contextRef="#ctx0" brushRef="#br0" timeOffset="10458.198">17251 1641 10468 0,'0'0'1761'16,"0"0"-801"0,0 0-284-16,0 0 160 0,64-83 232 0,-44 71 12 0,1-1-208 15,2 4-268-15,1 5-148 0,-4 1-172 0,3 3-124 16,-2 3-12-16,-5 10-40 0,-1 3-8 0,-7 4-88 16,1 2 72-16,-9 6 28 15,0 7-28-15,-13 3-84 0,-6 3-172 16,-1 0-248-16,-4 4-144 0,-1-7-224 0,6-3-344 15,-1-6-400-15,8-11-484 0,5-5-989 16,2-9-2115-16</inkml:trace>
  <inkml:trace contextRef="#ctx0" brushRef="#br0" timeOffset="10681.839">17706 1638 8976 0,'0'0'2453'0,"0"0"-1593"0,0 0 292 16,0 0 292-16,0 0-324 0,0 0-68 0,88 29 4 15,-81-13-168-15,1 3-176 0,-4 6-152 16,1 4-72-16,-5 6-132 0,0 0-128 16,-9 2-68-16,-2 2-76 0,-1-2-84 15,-1-2-4-15,2-2-128 0,-2-5-272 16,6-9-132-16,3-6 160 0,0-7 144 16,4-6-52-16,0 0-156 0,4-10-188 15,3-2-152-15,1-7-12 0,5-4-352 16,-2 5-952-16,2-15-3189 0</inkml:trace>
  <inkml:trace contextRef="#ctx0" brushRef="#br0" timeOffset="10868.833">18125 1632 12645 0,'0'0'2400'0,"0"0"-1088"16,0 0-428-16,-5 63 44 15,1-38 120-15,-4-1-192 0,0-3-460 0,5-5-396 16,-2-3-196-16,1 0-208 0,4-4-268 0,-4 1-240 16,0-1-640-16,0-3-1552 15,-3-3-4425-15</inkml:trace>
  <inkml:trace contextRef="#ctx0" brushRef="#br0" timeOffset="11481.966">18160 1441 9640 0,'0'0'3241'0,"0"0"-2665"0,0 0-400 16,0 0 384-16,0 0-244 0,92-32-316 0,-69 32-24 15,-3 0-140-15,5 0-88 0,-1 7-384 16,-1 3-184-16,-3 5 244 0,0 5 24 16,0 8-169-16,-12 3 9 0,0 11 68 0,-8 3 580 15,-4 2 64-15,-5 4 556 16,-6-4 100-16,-1-3 301 0,0-2 119 0,5-4 264 15,-2-9 200-15,5-7-232 0,5-10-540 16,3-5-408-16,0-4-200 16,3-3-96-16,9-10-16 0,4-5 200 0,12-7-248 15,0-4-112-15,4-6-332 0,0 4 36 16,0 3 148-16,-4 3 48 0,-5 5-64 16,1 4 140-16,-4 7 24 0,-8 6-28 0,0 0 140 15,-4 4 164-15,0 3 172 16,-4 5 52-16,0 1-16 0,-1-1 0 15,-3 1-40-15,5 0-24 0,-1-4-72 0,4-4-236 16,0 2 0-16,4 0-124 0,0-7 124 16,8 0 44-16,-1 0-44 0,2-3-36 15,7-3-160-15,0-4-52 0,0 3-12 16,-1-2 12-16,0 3 76 0,1 0 60 16,0-5-88-16,-3 5-72 0,3-3-16 15,-8-1 140-15,-5-3 148 0,2 1 48 16,-2-1 76-16,-7-3 4 0,4 1-44 0,-8-1-84 15,-4 3-160-15,0-3-52 16,-11 4-268-16,-6 5 116 0,-3 1 352 0,-7 6 12 16,-6 13 4-16,-3 9 220 0,1 6 284 15,3 10 40-15,-4 0-28 0,8 4-36 16,0-1 72-16,8-6-76 0,8-7-224 16,9-2-256-16,3-6 0 0,7-8-256 0,14-3 8 15,3-3 248-15,11-3 96 0,9-3-84 16,0 0-12-16,7-9-160 0,-2-4-184 15,-2 5-260-15,5-6-104 0,-4 5-156 16,-1-1-280-16,-11 4-1220 0,12-7-3989 16</inkml:trace>
  <inkml:trace contextRef="#ctx0" brushRef="#br0" timeOffset="12111.302">20543 1232 13417 0,'0'0'1988'0,"0"0"-1092"15,0 0-832-15,0 0-4 0,0 0 28 16,0 0 400-16,0 0 640 0,16 88-104 0,-16-34-412 16,0 13-148-16,-5 9-120 0,-3 3 32 15,-3 4 196-15,3 0-99 0,-1-10-245 0,6-3-228 16,3-12-60-16,3-8-60 15,14-12-89-15,-6-9-155 0,6-11-12 0,2-8-124 16,-2-4-136-16,-2-6 36 0,-2 0-140 16,-6-12-644-16,1-8-1012 0,-8 8-2837 15,-4-17-3619-15</inkml:trace>
  <inkml:trace contextRef="#ctx0" brushRef="#br0" timeOffset="12281.535">20236 1744 12913 0,'0'0'2260'15,"0"0"-1332"-15,0 0-224 0,0 0-108 16,0 0 88-16,0 0 276 0,0 0-28 16,108 14-480-16,-65-14-304 0,1 0-148 15,4-2 0-15,0-8-344 0,-4-3-244 16,3 0-196-16,-3 1-304 16,0-4-532-16,-4 3-1036 0,-12 4-2617 0,4-4-1991 15</inkml:trace>
  <inkml:trace contextRef="#ctx0" brushRef="#br0" timeOffset="12521.698">20877 1800 8036 0,'0'0'4965'16,"0"0"-3909"-16,-11 73-472 0,6-48 184 16,5-2 564-16,0-5 48 0,0-8-432 0,9-3-640 15,2-5-172-15,6-2 20 16,6 0-8-16,5-9 24 0,4-7-172 0,-1-3-100 16,5-6-144-16,-4-1 0 0,-4 1-12 15,-4 3 44-15,-4 2 4 16,-8 5-28-16,-4 5 212 0,-8 4 24 0,0-1 160 15,-8 5-108-15,-7-5 32 0,-2 4-84 16,-2 1-72-16,-5 2-4 0,3 0-20 16,1 2-40-16,1 8-40 0,-1-1-20 0,4 0-52 15,4 5-48-15,4-2-428 16,8 1-896-16,0 0-1268 0,4-1-2437 0,8 4-1455 16</inkml:trace>
  <inkml:trace contextRef="#ctx0" brushRef="#br0" timeOffset="13051.752">21957 1873 10536 0,'0'0'1481'0,"0"0"-421"0,0 0 72 0,0 0 184 16,0 0-112-16,64 73-244 15,-48-70-132-15,3-3-92 0,6 0-196 0,3-5-124 16,7-9-124-16,5-8-144 16,4-3-148-16,0-7-4 0,4-3-216 0,-5-4-36 15,2 6-64-15,-10-3 40 16,-3 7-4-16,-13 4 16 16,-6 3 72-16,-9 6 120 0,-4 0-120 0,-12 4-124 0,-8-5 144 0,-8 4 28 15,-4 4 148-15,-3-1 68 0,-1 10 140 16,-1 0 52-16,1 5 24 15,8 9-136-15,2 5-140 0,-2 11 40 0,3 4 28 16,5 4 72-16,1 3 48 0,2 8 108 16,6-5-32-16,2-3-104 0,9-3-168 15,0-3-88-15,17-6-36 0,3-11 16 16,3-1 48-16,9-8 48 0,5-2-64 0,6-7-228 16,0-5-264-16,6-3-244 15,3-5-496-15,-9 1-1248 0,17-11-3465 0</inkml:trace>
  <inkml:trace contextRef="#ctx0" brushRef="#br0" timeOffset="13719.539">22865 1705 8928 0,'0'0'2029'16,"0"0"-1245"-16,0 0-372 0,-32 83 408 15,21-43 336-15,-1 5 184 0,-4-1-208 16,4 2-360-16,-1-7-140 16,6-9-188-16,3-5-232 0,4-9-212 0,0-4-80 15,4-5-104-15,7-7 48 0,6 0 0 0,11-12 72 16,0-8-108-16,7-5-136 15,1-8 8-15,0 0 64 0,-4-3 24 16,-4 5 124-16,-4 2 84 0,-4 0 4 0,-5 6 60 16,-7 4 64-16,1 5-12 0,-5 3 136 15,0 5 100-15,-4 6 36 16,0 0 72-16,0 0-136 0,-4 6-148 0,0 8 52 0,0 4-76 16,-1 5 12-16,-3 5-16 15,5 1 52-15,-1-4-20 0,4 0-176 16,4-6-220-16,7-6-220 0,6-3-348 0,3-10 96 15,3-4-100-15,9-10-324 16,0-10-852-16,-4 2-2121 0,12-19-3771 0</inkml:trace>
  <inkml:trace contextRef="#ctx0" brushRef="#br0" timeOffset="14033.406">23662 1286 12389 0,'0'0'1760'0,"0"0"-1508"0,-19 72 204 0,6-30 664 16,-2 6 528-16,-2 2-80 0,2 4-504 16,2-4-428-16,2 2-356 0,3-4-208 0,4-4-72 15,4-2-292-15,0-14-316 0,8-6 56 16,7-6 88-16,2-7 144 0,3-5 36 16,-1-4 24-16,5-10-12 0,1-3 28 15,-2 1 8-15,1-4 60 0,-4 0 52 16,0 4 28-16,-4 5-44 0,4 3 140 15,-8 4 0-15,4 0 200 0,-1 11 12 0,-2-3 84 16,2 5 176-16,-3 6-4 0,1-3-100 16,-2 7-112-16,-3-5-96 0,1 2 12 15,-2-1-24-15,1 1-144 0,1-8-4 16,2 3-208-16,1-5-468 0,8-7-312 16,4 1-452-16,-4-4-1460 0,20-7-3445 15</inkml:trace>
  <inkml:trace contextRef="#ctx0" brushRef="#br0" timeOffset="14364.478">24599 1819 17617 0,'0'0'2692'0,"0"0"-1984"15,-64 70-196-15,48-51 157 0,8-3 7 16,4-7-384-16,4-5-292 15,8-4-352-15,8 0 232 0,11-4 120 0,10-5 12 0,10-10-12 16,9-3-204-16,-4-10-184 16,0 2 83-16,-8 3 25 0,-8 2 72 15,-12 2 64-15,-5 1-64 0,-10 0-84 0,-2 3-88 16,-7-1 16-16,-7-2-16 16,-10 7 36-16,-3-2 344 0,1 4 68 15,-5 8 168-15,3 2-148 0,-2 3-88 0,-1 0-8 16,4 8-16-16,4 3 24 0,-4-2 60 15,12 1-60-15,0-1-184 16,4 0-332-16,4 1-632 0,0-4-900 0,12 1-788 16,-4-1-2181-16,12-6-2459 0</inkml:trace>
  <inkml:trace contextRef="#ctx0" brushRef="#br0" timeOffset="14485.832">25168 1673 11417 0,'0'0'2504'15,"0"0"-832"-15,0 0-68 16,100 16-700-16,-69-16-252 0,2-4 0 0,3-8-100 15,3-4-236-15,5-9-316 0,0-5-84 0,0-1-688 16,0-1-596-16,-1-5-840 16,-11 11-2200-16,4-12-2825 0</inkml:trace>
  <inkml:trace contextRef="#ctx0" brushRef="#br0" timeOffset="15081.503">25730 1013 12805 0,'0'0'2124'0,"-20"79"-1256"0,4-34 508 0,-3 12 220 0,-5 6 120 16,-1 4-231-16,-3 3-441 0,1-3-416 15,3 2-304-15,0-3-176 0,4-2-148 16,8-10-76-16,4-6-252 0,8-14-180 16,8-9-96-16,8-8-28 0,8-14 123 15,4-3 57-15,4-13 0 0,7-15-132 16,2-10-104-16,2-7-72 0,1-5 4 15,0-10 48-15,-4-1 24 0,4-9-300 0,-1-4-164 16,-3 2-124-16,1-1 324 0,-6 10 948 16,-7 13 104-1,-5 11 980-15,-6 17 72 0,-6 9-32 16,-7 13-192-16,-4 6-84 0,0 13 96 0,-8 13 224 0,-3 10-336 16,-5 5-220-16,-4 4-28 0,0-4 301 15,8 4-305-15,-4-7-324 0,8-2-184 16,4-1-72-16,4-6-72 0,0-7 24 0,4-2-96 15,8-11-112-15,4-2-204 16,12-9-149-16,-1-1 125 0,6-3 140 0,-1-3 4 16,4-3 12-16,-5 1-28 0,1-1-12 15,-8 6 84-15,0 0 76 0,-4 0 36 16,-4 6 160-16,4-1 12 0,-4 1 36 16,-1-3 76-16,6 0 132 0,-1-3-96 15,3 0 12-15,-3 0-156 0,4-3-4 16,0-4-8-16,0 0-248 0,0-1-40 0,-4-5 148 15,-1 3 148-15,-6 1 84 16,-5 2 104-16,-8 1 92 16,0 3 188-16,-8 1 132 15,-12-3-152-15,-8 5-156 0,-4 0-72 0,-4 10-48 0,-3-1-28 0,3 4 40 16,-1 7-15-16,9-4-41 0,1-2-128 0,11 3-112 16,4-4-8-16,4-4-25 15,8 1 33-15,0-4-32 0,0 1-4 16,8-5-300-16,0-2 68 0,12 0 148 0,3-6-196 15,5-3-356-15,4-4-984 16,-8 0-2468-16,12-5-2565 0</inkml:trace>
  <inkml:trace contextRef="#ctx0" brushRef="#br0" timeOffset="15300.548">26762 1527 13149 0,'0'0'2460'0,"0"0"-1908"0,0 0-100 0,0 0-52 15,0 0 380-15,0 0 516 0,48 80-484 16,-48-55-460-16,0 3-132 15,-12 4 72-15,0 3-60 0,-4 0-72 0,0-1-40 16,-4-4 16-16,5-5-28 0,2-6 0 16,9-9-108-16,0-5-4 0,4-1-104 0,8-4-24 15,9-6 120-15,2-7-60 16,13-6-36-16,4-6-16 0,0-5-192 16,0-4-72-16,-1-1-212 0,-3 0-308 0,-4 0-748 15,-4-1-1060-15,-8 11-2933 0,-4-6-3186 16</inkml:trace>
  <inkml:trace contextRef="#ctx0" brushRef="#br0" timeOffset="16952.031">22985 1762 7492 0,'0'0'1804'16,"0"0"-796"-16,0 0-339 15,0 0 463-15,0 0 172 0,0 0-72 0,0 0-260 16,0 0-368-16,0 0-180 0,0 0-124 15,0 0 24-15,12-16 12 0,-12 16 72 16,0 0 0-16,0 0-100 0,0 0-60 0,0 0-52 16,0 0-112-16,0 0-36 15,0 0-40-15,4-2 8 0,-4-3 32 0,0 5 12 16,4-2 4-16,-4-2-4 0,0 4-12 16,0 0 0-16,0 0 16 0,0 0-16 15,0 0-36-15,0 0-4 0,0 0-4 0,0 0-4 16,0 0-48-16,0 0 40 15,0 0-4-15,0 0 12 0,0 0 4 0,0 0 8 16,0 0 60-16,0 0-68 0,0 0 4 16,0 0 40-16,0 0 0 0,0 0-48 15,-4 0-196-15,4 0-76 0,-4 0-72 16,0 0-84-16,4 0-4 0,-4 0 24 16,0 0 36-16,0 0 12 0,4 0 24 15,-4-3-28-15,0 3 84 0,4 0 80 16,-4-3 100-16,4 3 88 0,-4 0-100 15,1-3 12-15,3 3 24 0,-5-4-24 16,5 4-104-16,-4-3-72 0,4 3-180 0,0-3-292 16,-4 3-144-16,4 0-148 0,0 0-141 15,0 0-35-15,0 0 192 0,0 0 168 16,0 0-4-16,0 0-36 0,0 0-16 0,0 0 404 16,0 0 340-16,0 3 128 0,0-3 40 15,0 0 168-15,0 0 420 16,0 0 204-16,0 0 132 0,0 0-128 0,0 0-136 15,0 0-204-15,0 0-184 0,0 0-132 16,4 0 4-16,-4 0 48 0,0 0 96 16,4 0-16-16,-4 0-4 0,0 0 68 15,0 0 104-15,0 0 25 0,5 0 23 16,-5 0 52-16,0 0 32 0,3 0-8 0,1-3-172 16,-4 3-124-16,4-3-104 0,-4 0 12 15,0 0 52-15,0 3 40 16,0 0 56-16,0 0 16 0,0 0-12 0,0 0-60 15,0 0-44-15,-4 0-12 0,4 0 0 16,-7 0-24-16,2 0-4 16,1 3-132-16,-4-3-52 0,0 3-52 0,1 3 52 0,-2 1-8 15,-3 6 4-15,0 2 4 16,-4 7 0-16,5 4 4 0,-6 2 132 16,2 4-12-16,-1 3-120 0,4-3-4 0,3-7-4 15,2-3-156-15,7-5-64 16,0-8-336-16,3 0-108 0,6-5-100 0,-1-1-240 15,3-3-652-15,-3 0-1105 0,5-9-3091 0</inkml:trace>
  <inkml:trace contextRef="#ctx0" brushRef="#br0" timeOffset="17388.83">23415 1765 5612 0,'0'0'2132'0,"0"0"-1420"0,0 0-232 0,0 0 296 15,0 0 260-15,0 0 173 0,-28-63-133 16,24 56-148-16,-4 4-204 0,5 3-32 16,-1 0 12-16,0 0-24 0,-1 0-108 15,-3 3-200-15,1 7-200 0,-5 2-168 16,-1 8 8-16,-2 5 112 0,-1 1 88 15,4 2 32-15,0-3-68 0,4 1-80 16,4-8-96-16,4-1-76 0,4-2-112 0,4-2 4 16,8 1 60-16,-1-6-160 0,6 3 0 15,10-5-212-15,1-4-280 0,8-2-532 16,-8 0-892-16,24 0-3221 0</inkml:trace>
  <inkml:trace contextRef="#ctx0" brushRef="#br0" timeOffset="18828.576">6949 3337 10092 0,'0'0'1921'0,"0"0"1247"0,0 0-2112 16,0 0-616-16,0 0-56 15,0 0 324-15,0 0 344 0,103 26 28 0,-47-26-180 16,4-4-328-16,3-3-120 0,1-5-295 16,-4-1-9-16,0-3-144 0,-4-3-4 15,-5 0-64-15,1-3-193 0,-9 3-267 16,-2-3-72-16,-6 6-272 0,-10 4-188 0,-10 7-612 15,-11 5-1188-15,0 0-2841 16,-16 11-1563-16</inkml:trace>
  <inkml:trace contextRef="#ctx0" brushRef="#br0" timeOffset="19001.392">7227 3549 3360 0,'0'0'8881'0,"0"0"-7053"0,0 0-1072 0,0 0 40 15,0 0 408-15,-8 74-296 16,36-62-116-16,12-2 104 0,7-7 192 15,6-3-404-15,6 0-308 0,1-13-180 0,4-6-196 16,0-3-168-16,-1-7 24 0,-3-6-308 16,-4-3-228-16,-1 0-192 15,-7-3-444-15,-16 10-1408 0,4-17-5361 0</inkml:trace>
  <inkml:trace contextRef="#ctx0" brushRef="#br0" timeOffset="19299.231">7474 2956 7140 0,'0'0'9093'0,"0"0"-8417"0,0 0-676 16,0 0 0-16,83 0 372 0,-38 2 188 16,7 3-4-16,7-3-112 0,0 4-224 0,5 0-160 15,1 1-60-15,-1 5-60 0,-5 5 12 16,-4 2-148-16,-6 6 60 15,-10 4 36-15,-7 6 0 0,-8 7 56 16,-12 2 44-16,-7 9 8 0,-5 8-8 0,-13 0 64 16,-6 5 32-16,-5 0-32 0,-4-3-52 15,0-2 36-15,3-4-48 0,5-10-44 16,5-7-180-16,3-12-356 0,3-12-288 16,9-10-512-16,4-6-1052 0,5-3-2589 15,10-23 557-15</inkml:trace>
  <inkml:trace contextRef="#ctx0" brushRef="#br0" timeOffset="19581.625">8968 3073 12553 0,'0'0'5208'0,"0"0"-4712"0,0 0-488 16,0 0 496-16,0 0 320 0,0 0-164 15,0 0-160-15,84 48-220 16,-64-46-132-16,3 2-64 0,9-4-84 0,0 0-40 15,9-6-92-15,-2 2-188 16,-3-2-56-16,-4 6 20 0,-1 3 4 0,-3 16 140 0,-7 6 200 16,-6 11 12-16,-6 11 100 15,-5 10-16-15,-4 8 76 0,-4 4-24 16,-5 4-40-16,-2 4 64 0,-1-5-36 0,-1 1-40 16,2-6-72-16,2-7 96 0,-2-9-8 15,7-14-96-15,0-8-4 0,0-6-124 16,4-14-204-16,0 1-504 0,0-10-364 15,-4 0-1100-15,-1 0-2801 0,-6-10-3503 16</inkml:trace>
  <inkml:trace contextRef="#ctx0" brushRef="#br0" timeOffset="19748.203">8865 3742 15341 0,'0'0'2228'0,"0"0"-1524"16,0 0-632-16,0 0 104 0,0 0 132 15,95-25-76-15,-63 13 64 0,4 2-296 0,-1-3-64 16,1 1-572-16,-3 6-492 16,-10-1-360-16,-3 7-796 0,-8 0-1957 0,-12 13-1755 15</inkml:trace>
  <inkml:trace contextRef="#ctx0" brushRef="#br0" timeOffset="19898.402">8841 4048 11641 0,'0'0'2440'0,"0"0"-1164"0,0 0 104 0,0 0-112 15,-49 66-404-15,49-63-212 0,13 1-224 16,11-4-112-16,8 0 112 0,7-12 72 16,10-5-220-16,6-5-196 0,1-3-84 15,0-1-436-15,0 1-212 0,-5-1-184 0,-3 7-372 16,-16 4-1476-16,11 5-5697 0</inkml:trace>
  <inkml:trace contextRef="#ctx0" brushRef="#br0" timeOffset="20785.093">10227 3521 9640 0,'0'0'2001'0,"0"0"-889"16,0 0-204-16,0 0 256 0,0 0-56 16,0 0-152-16,28-73-336 0,-20 66-348 15,4-2-136-15,0 6-96 0,0 0-40 16,4 3-100-16,-4 3 24 0,0 9 20 16,3 4 56-16,-2 9 136 0,-5 7 124 0,-1 10-24 15,-3 2-4-15,-4 10-72 0,0 4-36 16,0 1-40-16,0 5-32 0,-4-1-4 15,1-2-40-15,-1-7 44 0,4-13-52 16,0-9-4-16,4-9-92 0,3-8-4 16,6-9 100-16,-2-6 0 0,1 0 112 0,8-9 120 15,-3-7 136-15,2-10-244 0,5 1-16 16,-4-6-96-16,0-1-12 0,0 0-80 16,-5 1-4-16,6-5-40 15,-5 8-48-15,-1-7-12 0,6 2-24 0,-6 0-40 16,2-3-60-16,-2-5 36 0,-2 0 100 15,2-1-64-15,-2-2 64 0,-2-1 48 16,-3 4 36-16,1 3-24 0,-2 6 60 16,-3 6 52-16,-4 12 100 0,0 0 60 0,0 9 64 15,0 5 108-15,0 0-48 16,0 0-24-16,0 2-160 0,0 4-100 0,0 7 0 16,0 6 4-16,0 7 120 0,0 5-28 0,0 4 28 15,0 6-12-15,4 1-28 0,-4 2 4 16,4 4 32-16,-4 3-8 15,4-1-28-15,-4 1 148 0,4 0-120 0,4-3-64 16,-4-4-44-16,4-8-4 0,-4-2-48 16,3-8-24-16,6-8-76 0,-5 1-48 15,-1-6-208-15,2-7-124 0,3 1-140 16,-1-7-188-16,2 0-560 0,-2 0-1116 16,10-13-3129-16</inkml:trace>
  <inkml:trace contextRef="#ctx0" brushRef="#br0" timeOffset="20965.11">11479 3838 12537 0,'0'0'2416'16,"0"0"-1624"-16,0 0-284 0,0 71 164 15,-4-43 408-15,-5 0-80 0,1 3-656 0,1-4-344 16,-1 1-196-16,3-2-76 15,-3-1-272-15,4 1-260 0,-3-5-328 0,3 1-596 16,0-9-1304-16,-1-3-3229 0</inkml:trace>
  <inkml:trace contextRef="#ctx0" brushRef="#br0" timeOffset="21385.133">11821 3559 5260 0,'0'0'9061'16,"0"0"-7737"-16,0 0-884 0,0 0 188 0,79 4-140 15,-59 8-32-15,1 4-20 0,-2 3 156 16,-3 9 48-16,0 1-212 0,0 2-208 0,-8 8-136 16,0-5-8-16,0 5-72 15,-4-1 0-15,-4 0 56 0,0-7-48 16,0-2-8-16,4-10 8 0,-4-2-4 0,4-15-4 16,0-2-4-16,8-2 12 15,0-12 76-15,12-8 156 0,0-7-76 0,3-9-168 16,1 1-120-16,0-4 20 0,-4 3 16 15,-3-4 12-15,-2 3-88 0,-7 5-184 16,-4-4-120-16,-4 5-52 16,-4 5-124-16,-8 2 96 0,-8 1 8 0,-3 3-136 0,-9 3-72 15,0 3-84-15,-4 7-252 16,-4 0-924-16,12 2-1213 0,-16 7-2187 0</inkml:trace>
  <inkml:trace contextRef="#ctx0" brushRef="#br0" timeOffset="21892.158">13092 3603 11325 0,'0'0'1144'0,"0"0"-800"16,0 0-228-16,0 0 320 15,0 0 288-15,0 0 576 0,0 0 72 0,0 0-504 16,0 0-420-16,0 0-104 0,-52 70-84 16,36-31 8-16,5 5 88 0,-6 3 100 15,6 7-28-15,2-2-88 0,5-5-108 16,0-2-36-16,4-11-12 0,12-9-72 0,4-6-112 15,1-6-12-15,6-7 0 0,1-6-48 16,4 0 12-16,-4-9-28 0,4-7-168 16,-5-3 28-16,1-6-224 0,-3 3-224 15,-6-3-144-15,1 2-344 0,-4 1-272 16,-3 2-744-16,-9 5-1921 0,0-1-2663 16</inkml:trace>
  <inkml:trace contextRef="#ctx0" brushRef="#br0" timeOffset="22048.514">13064 3835 3908 0,'0'0'7537'0,"0"0"-6189"16,0 0-520-16,0 0 300 0,76 25 44 15,-44-25-4-15,0 0-204 0,7-9-420 16,1-4-312-16,4-2-232 0,0-5-124 0,4-1-220 16,-5-5-648-16,2 0-296 15,-10 8-1088-15,5-12-3561 0</inkml:trace>
  <inkml:trace contextRef="#ctx0" brushRef="#br0" timeOffset="22276.141">13960 3251 9308 0,'0'0'6929'16,"0"0"-5769"-16,9 72-700 0,-9-30 72 15,4 12 328-15,-4 3 500 0,0 4-168 16,0-2-379-16,0 5-401 0,-4-1-160 16,4-2-196-16,0 0-56 0,0-8-120 15,0-5-412-15,0-6-341 0,8-7-111 16,-1-7-92-16,1-6-536 0,1-6-860 0,-2-10-1712 16,1-6-1225-16</inkml:trace>
  <inkml:trace contextRef="#ctx0" brushRef="#br0" timeOffset="22529.21">14108 3356 12645 0,'0'0'2224'16,"0"0"-1520"-16,0 0 140 0,0 0-44 0,0 0-180 16,0 0 328-16,92 47 96 15,-76-27-396-15,-1 2-232 0,6 3-64 16,-10 3-156-16,6 4-112 0,-6 1-24 0,-3 0-60 15,-8 6 12-15,0-1-12 0,0 3 0 16,-12 1-96-16,-4-2-124 0,0 6 12 16,-8-4-32-16,0-5-116 0,1-5-8 0,-1-3-16 15,-4-4 0-15,0-9-28 0,4-4-20 16,-4-5-216-16,0-4-424 0,5-3-492 16,-5-7-1004-16,8 1-2089 0,-5-19-1927 15</inkml:trace>
  <inkml:trace contextRef="#ctx0" brushRef="#br0" timeOffset="22842.506">14574 3419 14469 0,'0'0'2004'0,"0"0"-1420"31,0 0-236-31,84 4 148 0,-52-4-260 0,0 0-40 0,-1-7-196 0,-3 1-4 15,0-1-376-15,0-2-280 0,-4 3-528 16,-4 0-576-16,-4 6-2077 0,-4-7-3571 16</inkml:trace>
  <inkml:trace contextRef="#ctx0" brushRef="#br0" timeOffset="23048.515">14678 3527 7524 0,'0'0'4941'0,"0"0"-4097"16,0 0-552-16,-32 86 180 0,27-51 196 15,-2 3 704-15,-1 3 80 0,4 0-404 0,4 4-236 16,0 2-164-16,0-2-172 0,0-4-180 16,0 1-116-16,8-4-80 0,3-7-100 15,2-2-4-15,2-6-144 0,-2-8-84 16,2-5-340-16,6-4 56 0,-1-6 16 16,3-3-168-16,1-10-308 0,4-6-736 0,-8 3-1112 15,12-19-3009-15</inkml:trace>
  <inkml:trace contextRef="#ctx0" brushRef="#br0" timeOffset="23223.38">15052 3632 13597 0,'0'0'1972'0,"0"0"-1496"16,16 66-132-16,-7-34 292 0,2-3 556 0,1 0-72 15,0-7-376-15,8 0-448 0,0-6-288 16,4-4-8-16,-5 1-332 15,5-7-268-15,4-6-160 0,-4 0-252 0,1-9-564 16,-6-1-1104-16,9-15-3293 0</inkml:trace>
  <inkml:trace contextRef="#ctx0" brushRef="#br0" timeOffset="23385.276">15359 3563 6140 0,'0'0'7873'0,"0"0"-6421"0,0 0-668 0,-91 88 124 0,55-50-28 15,-5 7 192 1,6-2 116-16,-5 3-356 0,8-5-432 16,0-3-256-16,4-3-144 0,4-9-132 0,4-5-488 15,9-4-380-15,-1-8-388 0,8-6-1140 0,-1-3-2809 0,5-10-3991 16</inkml:trace>
  <inkml:trace contextRef="#ctx0" brushRef="#br0" timeOffset="23698.144">15530 3371 13461 0,'0'0'1836'0,"0"0"-1408"15,0 0 328-15,0 0-156 0,96-34 56 0,-72 31 272 16,0-4-364-16,4 7-244 0,0 0-236 16,4 0-84-16,-4 0-4 0,0 3-40 15,-5 4 40-15,1 2 0 0,-4 4 4 16,-1 3 60-16,-6 0 64 0,2 6 48 15,-6 3 96-15,-1 1-60 0,0 5-12 0,-8 1-112 16,3 4-24-16,-3 1-52 16,0 4-8-16,-7-3-180 0,-1 4 68 0,-5 0 52 15,6-4-40-15,-5-1 16 0,0-5 12 16,0-4-28-16,0 2-72 0,0-12 64 16,0 1 8-16,0-2-132 0,0-3-160 15,1-3-76-15,-6-5-200 0,-3 0-212 16,5-2-248-16,-10-4-436 0,1 0-808 0,1 0-2425 15,-17 0-2063-15</inkml:trace>
  <inkml:trace contextRef="#ctx0" brushRef="#br0" timeOffset="24397.071">17961 3317 7504 0,'0'0'6581'0,"0"0"-5645"15,0 0-936-15,0 0-100 0,0 0 100 16,-80 52 464-16,44-25 128 0,-4 6 12 15,5-2-44-15,-5 4-136 0,4 0-140 0,3 0-100 16,10-4 4-16,3-1-68 16,5-8-32-16,10-3-88 0,1 0-124 0,4-3 0 15,12-1 68-15,8 2 56 0,0 1 100 16,4-2-28-16,8 0-60 0,-4-4 100 16,0-1-112-16,0 1 12 0,-5-2 112 15,-3-1-52-15,1-2 64 0,-10 2-24 16,-3 1 12-16,-4 3 60 0,0-1 84 0,-4 1 444 15,0 2-260-15,-4-2-196 16,-4-1-112-16,-4 2-20 0,0-2-44 0,-3-2-80 16,-2-4-220-16,2 1-96 0,-2-2-48 15,6-5-4-15,-2 0-96 0,2 0-188 16,-1-2-112-16,3-10-456 0,2-5-640 16,3 1-1948-16,0-16-1137 0</inkml:trace>
  <inkml:trace contextRef="#ctx0" brushRef="#br0" timeOffset="24750.33">18073 3577 9820 0,'0'0'2421'0,"0"0"-1105"0,0 0-504 15,0 0 452-15,75 80-84 0,-67-51 12 16,-4 2-120-16,0-2-164 0,-4 2-64 0,0-1-212 16,0-8-364-16,0-6-268 0,0-4-88 15,4-5-204-15,4-4 52 16,-1-3 56-16,10 0-168 0,-2-10 96 0,2-9-40 15,7 0-132-15,-5-6 0 0,1-4 8 16,1 4 64-16,-2-3 8 16,-3 2 188-16,-4-3 36 0,0 1 24 0,-4 2 100 15,0 0 28-15,0 5 132 0,-4 5-12 16,0 6 136-16,-4 7 136 0,4 3-136 16,-4 0-76-16,4 7-160 0,4 1 212 0,-4 9 156 15,8 6-28-15,-4-2-44 16,-4 8-28-16,3 3 36 0,-7-1-72 15,4 4-48-15,-4 3-99 0,0-3-133 0,0-3 0 16,0-3-169-16,0-1-403 0,5-3-208 16,3-5-88-16,0-1-300 0,4-7-920 15,-4-5-2372-15,11-7-3985 0</inkml:trace>
  <inkml:trace contextRef="#ctx0" brushRef="#br0" timeOffset="24968.451">18993 3559 14085 0,'0'0'2028'16,"0"0"-1288"-16,0 0 56 0,-69 70 476 0,46-35-80 15,-1 3-96-15,4 0-283 0,5-1-301 16,2-4-176-16,9-8-140 0,4-3-196 0,4-6-216 16,5-3-144-16,6-10-104 0,2-3 111 15,6-5 13-15,5-15 136 0,0-6-176 16,7-9-180-16,-3-5-248 0,5-6-596 15,-5 2-556-15,0-3-452 0,-1-2-549 16,-7 12-2111-16</inkml:trace>
  <inkml:trace contextRef="#ctx0" brushRef="#br0" timeOffset="25266.02">19343 3054 10636 0,'0'0'2961'0,"0"0"-1301"16,0 0-616-16,0 0-296 15,0 0 420-15,0 0 148 0,4 90-400 0,-12-46-344 16,1 0-72-16,-2 6 217 0,-3 2-173 15,5-4-252-15,-6-1-212 16,5-3-80-16,1-3-84 0,-1-6-280 0,-1-2-120 16,9-5-125-16,0-9 113 0,0-10 92 0,0-2 0 15,13-7 76-15,-2 0 60 16,2-10 108-16,2-2 160 0,2-1 4 0,-2 3-4 16,-3 1-48-16,0 6 8 0,0 3 40 0,0 0 184 15,-4 6 112-15,4 7 168 16,-4 3-24-16,0 6-64 0,0 0-108 15,0 3-76-15,0 6-7 0,4-5 155 16,-1 2-124-16,2-4-208 0,-1-6-8 0,4 1-180 16,3-6-269-16,2 0-231 15,7-7-100-15,0-3-92 0,0-3-580 0,7 0-832 16,-11 0-1840-16,20-6-2377 0</inkml:trace>
  <inkml:trace contextRef="#ctx0" brushRef="#br0" timeOffset="25716.567">20451 3523 10348 0,'0'0'2121'0,"0"0"-729"0,0 0-492 16,0 0 144-16,32 84 220 0,-4-59-136 0,7-3-364 16,5-6-148-16,4-7-176 0,4-6-196 15,0-6-96-15,4-9-144 16,3-10 20-1,-3-4-24-15,-4-2-344 0,0-7-120 0,-8 2-136 0,-4-4-212 16,-4 5-456-16,-8-3-932 0,-9 12-2777 0,-3-10-2303 16</inkml:trace>
  <inkml:trace contextRef="#ctx0" brushRef="#br0" timeOffset="25930.957">20870 3102 6248 0,'0'0'3244'0,"0"0"-1227"0,-37 94-469 0,22-42 92 15,-2 14-16-15,2 8-240 0,-6 5-224 16,10 0-168-16,-6 1-344 16,10-1-344-16,-1-7-304 0,4-7-12 0,4-15-256 15,4-8-380-15,4-13 24 0,3-14 96 0,6-11 96 16,7-4-76-16,4-19-212 16,8-10-180-16,-1-13-484 0,5-5-344 0,-5-10-813 15,6-1-1715-15,-9 1 1380 0,-8 13 460 0</inkml:trace>
  <inkml:trace contextRef="#ctx0" brushRef="#br0" timeOffset="26617.743">21188 3070 5944 0,'0'0'3000'0,"0"0"-375"16,0 0-633-16,0 0-620 15,0 0-192-15,0 0-252 0,0 0-220 0,0 0 108 16,4 74-104-16,-4-27-136 0,-4 7-72 16,0 3-44-16,0 4-104 0,1-1-164 15,-2-4-176-15,1-1-16 0,0-5-44 16,4-2-112-16,-4-10-284 15,4-3-132-15,4-13-52 16,4-7 20-16,0-5 112 0,8-6-12 0,0-4-92 0,3-10-276 16,2-6 280-16,-1 0 164 0,3 0 240 0,-3 0-16 15,1 4 104-15,-6 6 100 16,-2 2 24-16,2 4 316 0,-2 0 164 0,-6 7 64 16,5 3 44-16,-3 2-140 0,-2 4-24 15,1 2-32-15,-4-1-68 0,4 2-128 16,0-7-124-16,4 1-96 0,-4-6-112 15,4-2 112-15,0-5 44 0,4 0 8 0,-4 0 20 16,8-2-72-16,-5-8-52 0,6 1-84 16,-6-1 64-16,2 1-64 0,-6 2 24 15,-3 4-48-15,1-1-52 0,-6 4 112 16,1 0 100-16,-4 10 256 0,4 1 228 16,0 1 32-16,0 1-28 0,-4 2-24 15,9-5-244-15,-2-4-220 16,1-2-232-16,8-4 36 15,4-10 188-15,8-9 8 0,3-10-120 0,5-6-344 0,5-9-52 16,-2-1 36-16,1-2 60 0,0-5-16 16,-4 2 152-16,0-1 48 0,-4-6-176 0,-1 0-204 15,-3 3 40-15,-7 10 272 0,-2 11 304 16,-3 12 504-16,-8 11 152 0,-4 10-108 16,0 6 0-16,0 14 44 0,-4 5 176 0,0 10-144 15,0 9-196-15,5 7-48 16,-5-1 84-16,3 5 244 0,-3-1-99 15,4 0-125-15,-4 0-148 0,0-7-240 0,4-2-96 16,-4-8-100-16,0-4-284 0,0-7-116 16,-4-4-57-16,-3-3 21 0,-10-4-160 15,-7-2-344-15,-4-4-864 0,-12 1-1112 16,1-4 112-16,-9-3 607 0,4-3 597 16,0 0 192-16,4-12 740 0,1-4 768 15,7-6 2068-15,4-7-356 0,11-2-468 0,10 2 5 16,7 0 63-16,16 4-304 15,7 6-300-15,13 0-76 0,5 0-64 0,10 0-316 16,5 3-164-16,7-1 88 0,6 3-176 16,6-3-116-16,-4 4 28 0,2 1-816 15,-22 6-1600-15,13-1-4489 0</inkml:trace>
  <inkml:trace contextRef="#ctx0" brushRef="#br0" timeOffset="27615.146">10362 5388 9548 0,'0'0'1188'16,"0"0"781"-16,0 0-1281 15,0 0-292-15,9-74 108 0,-9 65 232 16,0 2 220-16,0 7 120 0,0 0-168 0,0 7-268 15,-4 5-196-15,-5 11-384 0,2 15 52 16,3 10 108-16,0 10 64 0,4 1 68 16,-4 8-56-16,4-4-76 0,0-5-100 15,0-4-116-15,0-10-4 0,8-12-4 16,-1-7-168-16,6-13-32 0,-1-7 104 16,4-5-48-16,7-7 144 0,1-9-44 15,4-13-36-15,0-6-184 0,0-6-88 16,0-6-88-16,0-4 112 0,-1 3 36 15,-3 0 24-15,0 1 60 0,-3 5 28 0,-2 1 36 16,-6 6-28-16,-2 4 176 16,-3 7 52-16,-3 6 96 0,-1 9 24 0,-4 6 52 15,0 0 72-15,0 3-112 0,3 3-132 16,-3 6-48-16,0 10 280 0,4 7 60 16,-4 5-12-16,0 10-88 0,0 7-60 0,0 0 60 15,0 6-12-15,0 0 76 16,0-6-192-16,4-4-116 0,4-9-72 0,1-7-172 15,2-9-208-15,1-6-176 0,8-7-8 16,4-3-68-16,0-3-204 0,3-12-560 16,1-4-1052-16,-11 3-2565 0,14-15-2623 15</inkml:trace>
  <inkml:trace contextRef="#ctx0" brushRef="#br0" timeOffset="28147.842">11028 5651 12197 0,'0'0'1812'0,"0"0"-472"0,0 0-396 0,0 0 64 15,0 0 220-15,60 77-88 16,-32-65-244-16,7-5-312 0,1-7-244 15,5 0-96-15,-2-13-99 0,1-4-145 0,4-4-4 16,-4-5-81-16,-1-2-267 0,-3-4-196 16,-4 0-148-16,-4 4-88 0,-4-1-176 15,-8 4-364-15,-4 2-292 0,0 1-716 16,-9 0-701-16,2 9-1479 0,-5-6 268 16</inkml:trace>
  <inkml:trace contextRef="#ctx0" brushRef="#br0" timeOffset="28464.889">11546 5292 248 0,'0'0'4308'0,"0"0"-2500"16,0 0 168-16,0 0-436 0,-88-60-299 15,68 51-73-15,5 2 188 0,3 7-92 16,-1 0-204-16,6 0-172 0,-1 7-300 16,-1 2-228-16,6 10-140 0,3 7 4 15,0 6 36-15,0 6 48 0,3 6 8 16,1 3-80-16,1 7-4 0,3 1-48 16,-4 1-24-16,3 5 48 0,-3-1-24 15,1 1-52-15,-1-1-32 0,0 0-28 16,3-2-12-16,-3 1 24 0,0-4-32 0,5-1-40 15,-5-7-8-15,0-6-4 16,3 1 4-16,-3-11-4 0,0-1 4 0,-4-5 8 16,4-6 0-16,-4-4 0 0,0-2 60 15,-4-3-24-15,0-1 0 0,-4 0-36 0,-3 1-12 16,-2-3-56-16,-6 2-88 0,-1-3 44 16,3-6-44-16,-6 0-28 15,3 0-108-15,-4-6-148 0,5-7-28 0,2-5-256 0,1-5-176 16,4-5-156-16,8-4-64 15,4-4-664-15,0 5-720 0,8 3-1373 16,12-7-299-16</inkml:trace>
  <inkml:trace contextRef="#ctx0" brushRef="#br0" timeOffset="29155.017">12048 5645 6564 0,'0'0'5553'0,"0"0"-4209"0,0 0-964 16,0 0 140-16,0 0 304 0,0 0 104 15,0 0 0-15,0 0-280 0,0 0-304 16,0 0-208-16,8-3 24 0,16 3 272 0,4 0 380 15,4 0-200-15,3 0-308 0,-3 0-96 16,0 0 72-16,0-7-84 0,-8 4-16 16,4-3-80-16,-4 3-88 0,0-4-4 15,-5 1-8-15,2-4-136 0,-6 4-348 16,-2-3-288-16,-2 2-172 0,-7 1-288 16,1 0-752-16,-5 1-1208 0,-5 0-3749 0</inkml:trace>
  <inkml:trace contextRef="#ctx0" brushRef="#br0" timeOffset="29431.55">12248 5403 6292 0,'0'0'1924'0,"0"0"-512"16,0 0-456-16,0 0 49 0,23 76 211 16,-15-50-68-16,-4 5-200 0,0 1-164 15,0 0-68-15,-4 0-104 0,4 0-216 16,-4 0-172-16,0 0-200 0,0-4-24 16,0-3-12-16,0 4-260 0,0-7-276 0,0-3-280 15,4 0-356-15,4-9-656 0,-4-1-2053 16,4-9-3383-16</inkml:trace>
  <inkml:trace contextRef="#ctx0" brushRef="#br0" timeOffset="30166.661">12841 5277 7112 0,'0'0'3188'15,"0"0"-1375"-15,0 0-1145 0,0 0 364 16,0 0 448-16,0 0-384 0,95 15-260 16,-74 2-240-16,2 5-176 0,1 3-64 15,-4 10 40-15,-4 3-164 0,0 6-96 16,-8 0-76-16,0 7-48 0,-4-3 100 16,-4 0-52-16,0-9-56 0,0-8 4 15,0-9-8-15,4-10-36 0,0-5 36 0,0-7 4 16,4 0 80-16,8-3 100 15,0-13 208-15,4-6-124 0,0-9-84 0,3-5-64 16,1-2-112-16,-3-3-8 0,-6 6-8 16,1-1 4-16,-4 3-52 0,-8 0-212 15,0 5-244-15,-4 2 60 0,0 1-164 16,-8 3 112-16,4 3-76 16,-4 2-228-16,1 6-196 0,2 0-268 0,1 5-760 0,4 4-2241 15,0 2-2611-15</inkml:trace>
  <inkml:trace contextRef="#ctx0" brushRef="#br0" timeOffset="30359.592">13542 5616 13789 0,'0'0'2144'0,"0"0"-916"0,0 0 60 15,0 0-204-15,104 32-192 0,-72-32-172 16,7-13-188-16,2-9-323 0,-2 0-209 15,5-10-101-15,0 1-471 0,-4-5-112 16,-5 1-132-16,1 1-216 16,-3 2-468-16,-10 2-796 0,-7 12-1997 0,-8-1-2191 0</inkml:trace>
  <inkml:trace contextRef="#ctx0" brushRef="#br0" timeOffset="30621.088">13857 5197 7704 0,'0'0'4029'0,"0"0"-2837"0,0 0-184 0,0 0-72 15,0 0-168-15,0 0 224 0,0 0 128 16,-24 82-180-16,24-50-156 0,0 7-96 16,4 5-68-1,0 0-144-15,4 10-124 0,-4 1-180 16,4 5-99-16,0 3-61 0,0 3 48 0,-4 2-52 0,4 1-8 0,-4-2 4 16,0 0-4-16,-1-4 4 0,1-5-4 15,-4-5 0-15,0-8-48 0,0-4 40 16,0-10-4-16,-7-7 4 0,3-6 4 15,0-5-57-15,0-10-39 0,0 0-116 16,0-3-212-16,-1-6-72 0,-2-7-280 16,-1-12-68-16,4-6-40 0,4-14-428 0,-4 10-1304 15,4-38-3673-15</inkml:trace>
  <inkml:trace contextRef="#ctx0" brushRef="#br0" timeOffset="30821.482">14323 5023 11265 0,'0'0'3256'0,"0"0"-2256"0,0 0-624 15,0 0 316 1,0 0 328-16,0 0 80 0,0 0 16 16,0 0-356-16,84 88-336 0,-69-56-216 0,-6 0-136 0,3 3-72 0,-5-3-156 15,-3 3-344-15,0-3-260 16,-4 2-132-16,0-2-172 0,0 3-388 0,0-13-1008 15,-4 10-3093-15</inkml:trace>
  <inkml:trace contextRef="#ctx0" brushRef="#br0" timeOffset="31033.191">15060 5388 13061 0,'0'0'5336'0,"0"0"-4120"16,0 0-764-16,0 0-144 0,0 0-4 16,0 0-24-16,80-10-96 0,-57-2-184 15,2-1-344-15,3 0-168 0,0 1-332 16,-4 1-412-16,-9 5-936 0,-2 6-2752 16,-6 0-4413-16</inkml:trace>
  <inkml:trace contextRef="#ctx0" brushRef="#br0" timeOffset="31214.976">15032 5607 14113 0,'0'0'2708'0,"0"0"-1552"15,0 0-232-15,0 0-40 0,0 0 168 0,0 0-128 16,0 0-87-16,0 0-257 16,76 19-120-16,-49-16-160 0,5-3-188 0,5 0-112 15,-1-6-100-15,3-1-164 0,6-2-64 16,-6-4-192-16,8 0-352 15,2-7-137-15,-6-1-531 0,-2 9-1504 0,6-13-3521 16</inkml:trace>
  <inkml:trace contextRef="#ctx0" brushRef="#br0" timeOffset="31418.728">15861 4892 5044 0,'0'0'9233'0,"0"0"-7469"15,0 0-1084-15,0 0-68 0,-4 67 280 0,4-32 436 16,0 9-156-16,0 4-368 16,0 2-307-16,4 5-217 0,0 2-160 15,-4 4-120-15,0-2-56 0,-4 8-52 16,-4 1-389 0,1-3-355-16,-10 2-248 0,6 1-116 0,-2-3-792 15,1-17-2116-15,-8 25-3417 0</inkml:trace>
  <inkml:trace contextRef="#ctx0" brushRef="#br0" timeOffset="33531.403">2574 7852 8008 0,'0'0'6285'0,"0"0"-5045"0,0 0-740 15,0 0-20-15,0 0 404 0,0 0 108 16,0 0-400-16,0 0-300 0,0 0-168 0,0 0 96 15,55 2 232-15,-15 12 184 0,4-4-320 16,4-5-240-16,-1 1-76 0,-7-6-52 16,4 0-20-16,-8-6-196 0,3-6-256 15,-7-2-100-15,0-5-260 0,-4 5-564 16,-8 0-1152-16,1-5-3693 0</inkml:trace>
  <inkml:trace contextRef="#ctx0" brushRef="#br0" timeOffset="33715.118">2896 7804 10604 0,'0'0'1941'15,"0"0"-1073"-15,-8 82-68 0,8-37 704 0,0 12 136 16,0 4-352-16,0-2-356 16,0 5-224-16,0-4-220 0,4 5-268 0,-4-9-148 0,0-2-72 15,0-10-108-15,4-8-148 0,-4-5-108 16,0-8-176-16,0-4-136 15,0 0-60-15,0-4-232 0,-4 1-584 0,-4 0-1064 16,0-4-2041-16,-12 5-2043 0</inkml:trace>
  <inkml:trace contextRef="#ctx0" brushRef="#br0" timeOffset="33890.257">2625 8645 10544 0,'0'0'1661'0,"0"0"-753"15,0 0-16-15,0 0 156 0,0 0 20 16,0 0-264-16,0 0-480 15,0 0 172-15,0 0 408 0,99-9-144 0,-58 9-268 16,2 0-212-16,-3-4-108 0,8-4-52 16,-5-6-120-16,2-2-44 0,-2-3-272 15,6-3-628-15,-2 0-340 0,1-3-912 16,-16 6-2861-16,11-11-3223 0</inkml:trace>
  <inkml:trace contextRef="#ctx0" brushRef="#br0" timeOffset="34065.501">3538 8274 13597 0,'0'0'2200'15,"0"0"-1556"-15,0 0 88 0,0 0 556 0,103 23-352 16,-67-27-360-16,0-15-272 0,8-6-228 16,-1-7-76-16,2-10-160 15,2-5-452-15,-7-1-248 0,0 0-240 0,-4 1-664 16,-12 12-2164-16,0-9-3165 0</inkml:trace>
  <inkml:trace contextRef="#ctx0" brushRef="#br0" timeOffset="34331.036">3876 7674 11461 0,'0'0'2644'0,"0"0"-1656"0,0 0-172 0,0 0 52 16,0 0-160-16,-56 92-16 0,53-57 308 0,3 2-156 15,0 8-172-15,3 0-112 0,5 5-220 16,5 4-144-16,-2 4-87 15,1 2-49-15,0 3-60 0,0 0 48 0,-3 8-44 16,-2-5-4-16,1 4-4 0,-4-3-44 16,-4-4 44-16,4 0-56 0,-4 2 48 15,0-9-209-15,0-2 5 0,0-6 44 16,0-6 16-16,0-1 44 0,-8-6 64 16,0-7 36-16,1-5-72 0,-6-8 72 0,2-5-124 15,-2-4-72-15,-2-6-96 16,-10 0-184-16,-3-6-140 0,-3-11-196 15,-9-4-392-15,-4-8-592 0,12 4-2192 0,-23-20-2993 16</inkml:trace>
  <inkml:trace contextRef="#ctx0" brushRef="#br0" timeOffset="34908.085">5493 7988 12269 0,'0'0'1632'0,"0"0"-936"0,0 0-24 16,0 0 80-16,-95 6-60 0,67 4 192 15,5 5-104-15,-1 2-128 16,0 4-136-16,3 8-88 0,6 3-208 0,-2 10-60 15,10 5-4-15,-1 1-8 0,4 3-28 16,4-4-116-16,0-6-4 16,8 1-108-16,3-10-76 0,10-3 88 0,-5-8-64 0,7-1-12 15,5-8 52-15,0-2-140 0,8-10-92 16,4 0 44-16,0-4-248 16,3-11-236-16,6-4-728 0,-14 3-1592 0,14-16-3701 15</inkml:trace>
  <inkml:trace contextRef="#ctx0" brushRef="#br0" timeOffset="35282.437">6262 8090 4364 0,'0'0'744'0,"0"0"-744"15,0 0-432-15,0 0 432 16,0 0 208-16,0 0 380 0,0 0 180 0,0 0 64 15,0 0-28-15,0 0-192 0,0 0-96 16,41-10 248-16,-41 10 140 0,4 3 49 16,-4-3-1-16,0 0-36 0,0 0-64 0,0 3-104 15,0-3-56-15,0 0-52 16,0 4-40-16,0-4-104 0,0 3-148 0,0 0-76 0,0 2-12 16,0 5 0-16,0 4-16 15,0 4-24 1,0 5 4-16,0-1 8 0,0 7 12 0,0 3-36 0,0-5-48 15,-4 9-52-15,4-1 16 0,-4 0-76 0,-1 0 24 16,1-1-68-16,4-2-4 16,-3-7-48-16,3-2-48 0,-4-4 12 0,4-9-200 15,0-1-168-15,0-9-88 0,0 0-136 16,0-3-316-16,4-10-524 0,-1-9-936 16,6 3-2113-16,-5-19-1979 0</inkml:trace>
  <inkml:trace contextRef="#ctx0" brushRef="#br0" timeOffset="35457.757">6211 7794 14073 0,'0'0'2296'0,"0"0"-1364"0,0 0-372 16,0 0-16-16,0 0-136 0,0 0-92 0,0 0-316 15,0 0-156-15,0 0 8 0,88-22-76 16,-61 16-900-16,5 3-868 15,-8 0-2556-15,8 3-5329 0</inkml:trace>
  <inkml:trace contextRef="#ctx0" brushRef="#br0" timeOffset="35730.925">6908 7988 13537 0,'0'0'2732'0,"0"0"-1560"16,0 0 0-16,0 0 144 15,-79 83-120-15,59-55-528 0,-5-2-315 0,10-1-149 16,2-3-44-16,2 0-160 0,7 1-112 16,4-4-92-16,0 0 20 0,12 0 28 15,4-3 11-15,8 0 21 0,3 0 40 0,6-4-36 16,-6 4 8-16,5-3-8 16,-4-1 32-16,-4-2 28 15,-4 2 60-15,-1 1 8 0,-2 1 4 0,-6-6 76 16,-2 5-40-16,-5-1 12 0,-4-1-60 0,0-3-108 0,-4 6-224 15,-8-5-80-15,0 4-152 16,-4-7-136-16,-4 4-620 0,0-4-1132 16,4-2-2357-16,-16-1-3367 0</inkml:trace>
  <inkml:trace contextRef="#ctx0" brushRef="#br0" timeOffset="36333.578">8478 8064 6656 0,'0'0'4713'0,"0"0"-3761"0,0 0 4 16,0 0 88-16,0 0 432 0,0 0-36 16,0 0-436-16,0 0-376 0,-72 72 0 15,65-30-56-15,3 6 16 16,-1 2-28-16,1-4-196 0,4-5-180 0,0-10-148 16,0-8-36-16,4-8-172 0,5-4 4 15,-2-9 8-15,9-2 28 0,0-9-16 0,5-3-72 16,-2-15 28-16,5 2 8 0,0-6 88 15,-9-2-112-15,6 1 24 16,-5 5-24-16,0 2 60 0,0 2 64 0,-8 4 80 0,3 9-48 16,-3 4 28-16,1 6 24 15,-5 3 208-15,3 6 88 0,6 7 32 16,-5 7-48-16,3-2 16 0,2 5-104 0,-2 3-104 16,1-4-4-16,0 0-36 15,0-5-48-15,-4-1-84 0,0-4-124 16,4-5-376-16,0 0-212 0,0-10-112 0,0 0-540 15,0 0-1408-15,-4-7-3897 0</inkml:trace>
  <inkml:trace contextRef="#ctx0" brushRef="#br0" timeOffset="36624.608">9164 8013 8020 0,'0'0'6909'16,"0"0"-5841"-16,0 0-364 0,79-6 528 0,-55 6-296 15,0 0-260-15,-5 0-4 0,-2 6-136 16,-2 0-292-16,2 4-156 0,-6 4-88 16,-2 0 0-16,-1 5 0 0,-4 4-8 0,-4 6 0 15,-4 3-40-15,-4 2-72 16,-8 8-4-16,-5-2 4 0,2 2 116 16,-5-4 4-16,4-3 84 0,0-6 64 15,12-6 108-15,0-9 60 0,4 0-24 16,4-9 1-16,0-1-161 0,8 3-132 0,4-7 8 15,4 0 0-15,8 0 64 16,4-7-68-16,4-5-4 0,3-7-104 0,5-4-505 16,-3-2-195-16,-2-1-136 0,1 1-324 15,-4 0-660-15,-8 6-1116 0,-1-4-2569 0</inkml:trace>
  <inkml:trace contextRef="#ctx0" brushRef="#br0" timeOffset="36948.433">9725 8276 11205 0,'0'0'2956'0,"0"0"-1692"0,0 0-612 0,0 0 224 0,32 71 452 16,-20-62-108-16,0-2-304 16,4-7-440-16,4 0-244 0,-1-7-52 15,9-8-8-15,0-8-72 0,0-5-100 0,0-7-156 16,-4 4-284-16,4-5-36 0,-8 4 24 16,0 4 72-16,-4 1 0 0,-8 6 64 15,0 5 20-15,-8 3 0 0,0 0 124 16,-8 4 92-16,-8 4 80 0,0-2 136 15,-8 3 100-15,0 4-40 0,0 0 36 16,5 13 64-16,-2 4-24 0,1 4 20 16,1 11-48-16,-2 3-84 0,6 6 72 0,-1 4 96 15,4-1 28-15,0 1 20 0,0-1 49 16,8-6-121-16,0-9-196 16,4-3-108-16,0-7-84 0,4-10-148 0,8-4-169 0,4-5-83 15,3 0-40-15,2-12-52 16,7-7-392-16,-4-6-896 0,0 2-2768 0,8-11-3405 15</inkml:trace>
  <inkml:trace contextRef="#ctx0" brushRef="#br0" timeOffset="37164.697">10427 8061 380 0,'0'0'13205'16,"0"0"-11297"-16,0 0-1176 0,0 0-168 0,23 75 108 0,-23-45 748 15,0-2 16-15,-4 2-584 16,0-3-280-16,4-2-207 0,-4-2-185 15,4-4-116-15,0 1-64 0,0-8-84 0,0-2-48 16,4-7-124-16,4 0-85 0,1-3-123 16,2-6 196-16,10-4 160 0,-2-6-64 15,1-6-48-15,4 0-72 0,-1-7-124 16,1 4-172-16,-3-7-188 0,3 0-664 16,-9 1-1116-16,2 5-2737 0,-2-9-2987 0</inkml:trace>
  <inkml:trace contextRef="#ctx0" brushRef="#br0" timeOffset="37446.382">10813 8172 8716 0,'0'0'3969'0,"0"0"-2885"0,0 0-320 0,-20 71 116 15,16-57 128-15,4 0-96 0,0-9-184 0,0-1-244 16,8-1-276-16,4-3-84 16,3 0-24-16,2-3 72 0,3-9-16 15,3-5-156-15,-3-5-92 0,5-6-80 16,-5 2-48-16,3-6-28 0,-3 7-12 0,-4 0-24 15,-4 0 148-15,-8 6 88 0,-4 2-52 16,0 2 100-16,-8 2 4 0,-8 3 144 16,-3 4-12-16,-2 3 0 0,-3 3 64 15,-4 6 56-15,4 10-32 0,-3 6 132 0,-1 6-136 16,4 5-60-16,0-1-112 0,0 2-48 16,8-2-80-16,4-1-32 15,0-5-168-15,5-3-140 0,7-1 64 0,-4-6-200 16,4-4-316-16,4 1-380 0,3-6-872 15,-3-4-2153-15,9-3-3423 0</inkml:trace>
  <inkml:trace contextRef="#ctx0" brushRef="#br0" timeOffset="38010.885">12036 7832 6280 0,'0'0'336'16,"0"0"2144"-16,0 0-1264 0,0 0 357 15,-91 51-13-15,74-26-16 0,6 8-168 0,-1 4-332 16,7 4-16-16,5 1-240 0,0-2-76 16,9-7-272-16,6-11-240 0,6-6-200 15,3-10-44-15,4-6 44 0,-1-3 8 16,5-16-8-16,-1-3 0 0,6-11-204 16,-5 0-164-16,-9-3-184 0,1 1 24 15,-4 7 48-15,-8 0 36 0,-3 9 60 0,-5 0 24 16,-4 2-4-16,0 9 152 0,-9 1 188 15,-3 0 24-15,-3 4 112 0,-2 3 76 16,-3 0 24-16,5 0 24 0,-2 7-88 16,2 3-148-16,-1 1-24 0,4 6-88 0,4-5-100 15,0 4-124-15,8 0-780 16,0-3-1316-16,3-4-2393 0,10 1-3255 16</inkml:trace>
  <inkml:trace contextRef="#ctx0" brushRef="#br0" timeOffset="38151.307">12514 7997 11581 0,'0'0'4356'0,"0"0"-3200"0,92 20-252 16,-61-18 268-16,6-2-512 16,-5-2-144-16,4-8-80 0,-5-6-128 0,1-6-188 15,0-4-120-15,0-6-120 0,0 1-392 16,-4-6-368-16,-4 1-512 0,-5-2-924 16,-2 12-2220-16,-14-6-2609 0</inkml:trace>
  <inkml:trace contextRef="#ctx0" brushRef="#br0" timeOffset="38401.003">12773 7566 3024 0,'0'0'9681'0,"0"0"-7901"16,0 0-972-16,0 0-268 0,-20 79 104 0,20-50 376 15,0 5 144-15,4 5-280 16,5 5-140-16,-2 1-180 0,1 5-248 16,0 5-172-16,-4 5-136 0,4 7-8 0,-8-1 0 15,4 7-8-15,-4 0 8 16,-4 0-60-16,1-2-36 0,-6-5-52 15,1-3-204-15,4-3 12 0,-3-9 20 0,-2-3 148 16,5-7-48-16,-4-9-136 0,4-7 36 16,-8-6-12-16,4-3-136 0,0-10-88 15,-3-2-92-15,-2-4-204 0,2-10-104 16,-2-6 20-16,2-3-656 0,-1 0-1061 0,-4-19-3031 16</inkml:trace>
  <inkml:trace contextRef="#ctx0" brushRef="#br0" timeOffset="38813.788">14012 7871 768 0,'0'0'9080'0,"0"0"-7007"0,0 0-1277 0,0 0-680 16,0 0 888-16,0 0 828 0,72 70 44 16,-28-51-404-16,7-1-408 0,9-5-232 0,4-7-104 15,-1-6-375-15,2-3-229 16,-5-9-100-16,-1-7-24 0,1-3-48 16,-8-8-88-16,-4-3-265 0,-1 0-71 0,-11-2-188 15,4-3-284-15,-12 2-444 16,-8 11-1400-16,-4-6-2957 0</inkml:trace>
  <inkml:trace contextRef="#ctx0" brushRef="#br0" timeOffset="39080.37">14542 7503 9352 0,'0'0'2105'0,"0"0"-925"16,0 0 68-16,-28 66 156 0,24-28 16 15,4 9-188-15,0 7-88 0,8 7-52 0,4 2-288 16,-4 4-292-16,4 3-172 15,0-1-107-15,-4 8-89 0,-4-4-72 0,0 0 12 16,0-3-24-16,-4-4-48 0,0-6 40 16,0-5-52-16,0-4 0 0,-8-4-52 15,0-6 40-15,-3 1 8 0,-6-7-92 16,2-7-84-16,-6-5-52 0,-3-5 39 16,0-8-51-16,-4-4-48 0,-4-6-48 15,1-6 20-15,-1-7-32 0,-4-2-28 16,4-8-12-16,0-5-248 0,1-4-596 15,3-7-940-15,8 8-2277 0,-4-26-3931 0</inkml:trace>
  <inkml:trace contextRef="#ctx0" brushRef="#br0" timeOffset="39651.554">16124 7922 3828 0,'0'0'9097'0,"0"0"-7293"0,0 0-756 16,0 0-296-16,0 0 144 0,0 0-288 0,0 0 244 15,0 0 264-15,92 38-408 16,-45-29 12-16,9-6-259 0,0-3-193 16,4-3-220-16,-5-6-48 0,1-4-8 0,-4 0-124 15,-5 1 56-15,-10-2-117 0,-1 5-295 16,-4-4-304-16,-12 7-308 0,-8 0-936 0,-5 3-3272 16,-11 3-5893-16</inkml:trace>
  <inkml:trace contextRef="#ctx0" brushRef="#br0" timeOffset="39833.223">16216 8153 3556 0,'0'0'8441'0,"0"0"-6281"16,0 0-784-16,0 0 28 0,0 0-260 0,75 41 172 16,-35-38-204-16,12-3-332 0,4-6-183 15,8-10-293-15,-1-6-220 0,1-6-84 16,4-1-84-16,-9-3-76 0,-3 4-277 15,-4-4-231-15,-4 0-284 0,-13 7-472 0,-7 3-1668 16,-3-7-4225-16</inkml:trace>
  <inkml:trace contextRef="#ctx0" brushRef="#br0" timeOffset="40118.292">16710 7536 10044 0,'0'0'3149'0,"0"0"-2017"16,0 0-500-16,0 0 84 0,99 49 216 16,-63-30 436-16,4 3-160 0,0-3-560 15,8 7-316-15,-4-4-76 0,-1 3 0 16,1 4-184-16,-8-1-24 0,-4 4-48 16,-9-1 0-16,-2 5-48 0,-14 1-24 0,-3 5 12 15,-4 2-64-15,-15 4-44 0,-9 6-16 16,-4 0-64-16,-8 0 4 15,0 0-12-15,-3 0 24 0,-2-3 32 0,2-4-68 16,3-3-80-16,-4-4-156 0,4-6-280 16,0-2-596-16,8-10-1368 0,-11 0-3553 15</inkml:trace>
  <inkml:trace contextRef="#ctx0" brushRef="#br0" timeOffset="41448.386">10184 9811 3828 0,'0'0'4224'0,"0"0"-1055"16,0 0-1237-16,0 0-420 0,0 0 64 15,0 0-4-15,0 0-488 0,0 0-456 0,-52 79-200 16,40-35-76-16,3 4 4 16,2-1 20-16,3 7-8 0,4-6-164 0,0 0-32 15,0-3-120-15,4-7-52 0,-1-7-72 16,5-6-28-16,5-6-32 0,-2-6-52 15,2-6 28-15,6-5 8 0,-2-2-68 0,7-9-80 16,-5-7-20-16,9-9-112 0,-4-3-112 16,4-7-48-16,-4 0-80 0,3-4-140 15,-7 1 60-15,5 0 144 0,-5-1 52 16,-5 2-80-16,2-1 140 0,-6 0 248 16,-3 0 244-16,1 3 4 0,-9 3 276 0,4 4 12 15,-4 5 212-15,0 7 140 16,0 7-24-16,0 3-24 0,0 2-120 15,0 4-104-15,0 0-100 0,0 0-64 16,0 4-128-16,0 2-72 0,3 6 84 16,1 7 104-16,0 4 100 0,0 3-136 0,0 2-40 15,0 4-44-15,1 2-64 0,-2 4 0 16,-3 4-4-16,0-2 28 0,0-1-36 0,0-1-84 16,0 0-224-16,0-6-184 0,-3 0-128 15,3-6-60-15,0-5-172 16,0-4-308-16,7-8-524 0,1-6-712 0,0-3-881 15,8-6-2271-15</inkml:trace>
  <inkml:trace contextRef="#ctx0" brushRef="#br0" timeOffset="41732.875">11008 9864 7200 0,'0'0'2400'15,"0"0"-3"-15,0 0-1269 0,0 0-364 16,0 0 324-16,0 0 324 0,0 0-32 16,0 0-416-16,0 0-424 15,-83-7-196-15,70 24-112 0,-2 5-12 0,-2 7-12 16,2 5 0-16,-1 1 48 16,4 3 24-16,-1 1-24 0,2-1-72 0,7 0-40 15,0-3-140-15,4-4-4 0,0-5-48 0,0-1-48 16,8-8-100-16,8-5-48 0,0 1-144 15,8-10-88-15,4 0-112 16,0-3-40-16,4-3-208 0,-1-6-532 0,1-4-908 16,-4 2-1937-16,4-1-2183 0</inkml:trace>
  <inkml:trace contextRef="#ctx0" brushRef="#br0" timeOffset="42031.114">11415 9985 9500 0,'0'0'1953'0,"0"0"-1261"0,0 0-588 0,0 0 340 16,0 0 500-16,0 0 652 0,0 0-412 16,0 0-436-16,0 0-164 15,0 0-76-15,-72-16-236 0,56 39-164 0,4 2 152 0,-4 4 48 16,5 1-24-16,-2 0 104 15,5 4 56-15,-4-5-44 0,8 1-96 16,0-9-12-16,4-2-48 0,0-3-96 0,0-3-148 16,4-7 0-16,5 1-76 15,2-5 4-15,1 2-24 0,4-4-196 16,0-6-124-16,4-7-108 0,4-4-112 0,4-2-408 16,-4-2-828-16,-5 2-2012 0,9-7-2417 15</inkml:trace>
  <inkml:trace contextRef="#ctx0" brushRef="#br0" timeOffset="42280.575">11713 9883 8476 0,'0'0'5001'0,"0"0"-4189"0,0 0-456 16,0 0 400-16,0 0 276 16,0 0 276-16,0 0-136 0,0 0-556 0,88 48-264 15,-72-32-80-15,0 3 32 0,0 0-72 0,0 3 24 16,-4 0-72-16,0 6-76 15,-5-2-100-15,-3 6 40 0,-4 0-40 16,0 0-8-16,0 0-180 0,-4 0-200 0,-7-1-72 16,-1 1-12-16,-4-1-12 0,-1-2-92 15,-2-1-96-15,-1-4-92 0,1-6-128 16,-2-3-276-16,-3-1-572 0,9-5-1181 16,-13-2-2839-16</inkml:trace>
  <inkml:trace contextRef="#ctx0" brushRef="#br0" timeOffset="42997.217">12299 10211 7352 0,'0'0'1636'0,"0"0"753"0,0 0-913 0,0 0-508 16,0 0 336-16,0 0 104 15,0 0-236-15,0 0-284 0,84 70-160 0,-56-64-168 16,3-3-192-16,1-3-148 0,0-9-108 16,4-8-40-16,4-8-72 0,-4-3 0 15,4-11-100-15,-1 1-400 16,2-3-308-16,-9 3-224 0,-4 3-284 0,-5 7-708 15,-7 5-1164-15,-8 1-3481 0</inkml:trace>
  <inkml:trace contextRef="#ctx0" brushRef="#br0" timeOffset="43297.621">12626 9775 8400 0,'0'0'2176'15,"0"0"-519"-15,0 0-189 0,0 0-188 16,0 0-248-16,0 0-304 0,-48 68-216 15,48-40-76-15,0 4 32 0,4 2-48 16,0 8-64-16,8 3-60 0,-1 2-36 16,-2 0-40-16,-1 7-136 0,3-2 88 0,-2 0 24 15,-1 6-76-15,-4-4 4 0,0 1-16 16,3-5-32-16,-2-2 68 0,-1-1-44 16,0-6-88-16,0-2 60 0,-1-4-24 0,-3-7 12 15,4 0 4-15,-4-5 20 0,0-4 12 16,0-2-36-16,-4-9-48 15,1-2 52-15,3 1 8 0,-8-3 24 0,4-4-96 16,-8 0-84-16,-4 0-172 16,0 0-24-16,-5-7 48 0,2-3-12 15,-5-2 0-15,0-1-124 0,-4-3-84 0,0-3-76 16,1 0-76-16,3 3-64 0,0 0-116 16,7 1-184-16,2-2-304 0,7 2-404 0,8-4-365 15,0 6-1951-15,0-10-628 16</inkml:trace>
  <inkml:trace contextRef="#ctx0" brushRef="#br0" timeOffset="43696.783">13159 10046 796 0,'0'0'4320'0,"0"0"-3996"16,0 0-204-16,0 0 112 0,0 0 132 16,0 0 2780-16,0 0-1103 0,0 0-633 15,0 0-260-15,0 0-8 0,0-17-8 0,-3 17-56 16,-5 0-260-16,4 0-184 15,-4 0-92-15,0 7-160 0,-4 0-84 0,-1 5-52 16,2 4-60-16,-1 6 32 0,0 3 4 16,4 7-24-16,-4 3 12 0,4 4-16 15,4-5-20-15,4 1-52 0,0-3-112 16,0-4-8-16,4-5-72 0,4-5-96 0,0-5-4 16,4-2 16-16,8-9 32 0,0 2-60 15,0-4-252-15,8-11-92 0,0-1-120 16,3-10-328-16,1-4-624 0,-4 7-1316 15,4-12-3113-15</inkml:trace>
  <inkml:trace contextRef="#ctx0" brushRef="#br0" timeOffset="43897.573">13570 9994 64 0,'0'0'12481'15,"0"0"-10329"-15,0 0-1084 0,0 0 112 16,0 0-64-16,0 0-16 0,0 0-24 15,-48 89-296-15,44-63-256 16,0 5-63-16,1-2-109 0,3 1-168 16,0-3-88-16,3-2-96 0,1-2-72 0,4-1-112 15,0-3-361-15,4-6-63 0,0-4 0 0,8-5-40 16,0-4-212-16,4-10-720 0,-4 1-1368 16,8-17-3181-16</inkml:trace>
  <inkml:trace contextRef="#ctx0" brushRef="#br0" timeOffset="44165.095">13941 9959 1540 0,'0'0'9749'0,"0"0"-7993"0,0 0-624 16,0 0-8-16,0 0-4 0,0 0 176 0,0 0-260 0,92 70-384 16,-73-53-88-16,5-6-16 15,0 6-120-15,-5 2-208 0,2 0-28 16,-5 0-68-16,0 7-64 0,-4-1-56 0,-8 4 8 15,0 3-4-15,-4-1 0 16,0 4-8-16,-8 3-132 0,-1-3-112 0,-2-4-72 16,-1 2-28-16,-4-8-68 0,4-3-56 15,-8-3-132-15,4-3-40 16,0-3-40-16,-4-4-140 0,1-2-396 0,-2-5-604 0,1-2-984 16,-3 0-2825-16</inkml:trace>
  <inkml:trace contextRef="#ctx0" brushRef="#br0" timeOffset="44616.474">14710 10083 1096 0,'0'0'9072'0,"0"0"-6627"16,0 0-1233-16,0 0-564 0,0 0 44 15,0 0 356-15,0 0 236 0,0 0-36 16,103 29-424-16,-55-29-236 15,7-3-112-15,1-7-160 0,0-8-220 0,0-6-96 0,-8-1-96 16,4-3-220-16,-9-1-320 0,-2-2-196 16,-10-1-144-16,1 3-688 15,-12 10-1544-15,-8-9-5593 0</inkml:trace>
  <inkml:trace contextRef="#ctx0" brushRef="#br0" timeOffset="44820.287">15144 9753 7824 0,'0'0'352'0,"0"0"2585"0,0 0-1281 0,0 0-280 16,0 0 200-16,-9 83-124 0,9-51-348 15,0 6-192-15,0 3-252 16,0 0-180-16,0 3-252 0,0 0-128 0,0 5-100 16,0-5-4-16,-3 5-156 0,-1-3-180 15,0-4-308-15,0-1-28 0,4-6-92 16,0-6-172-16,12-8-856 0,-4-7-2516 15,12-5-4221-15</inkml:trace>
  <inkml:trace contextRef="#ctx0" brushRef="#br0" timeOffset="45348.987">16164 9728 3848 0,'0'0'5552'0,"0"0"-3207"0,0 0-1113 16,0 0-544-16,0 0 568 0,96 12-100 0,-72 11-328 0,-9 6-268 15,1 3-64-15,-4 1 20 16,1 9-132-16,-10-4-128 0,1 4-108 0,-4-4 12 0,0 0 0 15,0-6-64-15,0-4-84 16,4-6-12-16,0-6-52 0,4-6-8 0,0-7 48 0,0-3 12 16,8-3 124-16,0-10 20 15,4-6-32-15,0-6-4 0,4-7-108 16,4-3-4-16,-9-3-104 0,5 0 44 0,-4 0-92 16,1 0-64-16,-10 2-100 15,1-2-124-15,-8 7-100 0,0-1 28 16,-4 7 32-16,0 6 108 0,0 3-48 0,-8 7-120 15,0 2 68-15,0 1-168 16,-4 6-168-16,4 0-332 0,0 0-604 0,1 0-1277 0,3 8-2643 16</inkml:trace>
  <inkml:trace contextRef="#ctx0" brushRef="#br0" timeOffset="45629.274">17032 9922 7796 0,'0'0'6717'0,"0"0"-5205"0,0 0-656 15,0 0-272-15,0 0 132 16,0 0 136-1,0 0-116-15,0 0-200 0,0 0-180 0,0 0-4 16,0 0 28-16,112 60-176 0,-61-76-192 0,2-3-12 0,-1-6-4 16,-1-4-176-16,-3-2-344 0,-5-5-100 15,2-2-244-15,-6 3-364 0,-11-3-760 0,-7 13-2348 16,-2-10-2997-16</inkml:trace>
  <inkml:trace contextRef="#ctx0" brushRef="#br0" timeOffset="45930.508">17331 9534 6340 0,'0'0'5545'16,"0"0"-4281"-16,0 0-576 0,-44 67-40 0,36-39 500 15,5 7 96-15,-1 4-104 0,4 2-312 16,0 3-336-16,0 4-164 16,0-1-92-16,4 7-92 0,-1 1-56 0,1 2-16 15,0 0-60-15,5 0 100 0,-5 4-112 16,-4-4 12-16,4-4 36 0,-4 1-44 15,0-6-4-15,0-3-12 0,0-4-48 0,0-6-52 16,-4-4-36-16,0-1-60 0,-5-5-84 16,1-6-4-16,5 0-48 0,-9-7-12 15,3 1-4-15,-2-4-8 0,3-2-56 16,-5-4-24-16,2-3-36 0,-6 0-172 16,2-10-276-16,-5-2-336 0,-4-8-700 0,8 5-1053 15,-12-17-3255-15</inkml:trace>
  <inkml:trace contextRef="#ctx0" brushRef="#br0" timeOffset="47098.311">18020 9236 1880 0,'0'0'1772'0,"0"0"3780"0,0 0-3691 16,0 0-181-16,0 0-316 0,0 0-300 15,0 0-248-15,0 0 112 0,0 0-120 16,17 70-216-16,-17-38-160 0,0 2-160 0,-4 4-28 16,-5 1-132-16,2-5-36 0,3 1-76 15,0-3-72-15,0-3-160 16,-1-1-324-16,1-3-196 0,4-2-180 15,0-2-424-15,0-1-884 16,0-4-2497-16,0-3-3391 0</inkml:trace>
  <inkml:trace contextRef="#ctx0" brushRef="#br0" timeOffset="47335.62">18427 9706 3664 0,'0'0'8369'0,"0"0"-7129"0,0 0-436 0,0 0-44 16,0 0 372-16,0 0-4 0,0 0-164 0,-83 66-236 16,66-39-284-16,6 0-76 0,-2 2-100 0,5 3-108 15,1-1 0-15,3 1-52 16,0 3-32-16,-1-3-68 0,5-3-8 16,0-4-44-16,0-3-56 0,5-3-192 0,3-6-100 15,3-4-28-15,6-6-96 0,-2 0-136 16,5-3-168-1,4 0-344-15,0-9-768 0,-4 3-1897 16,8-10-2523-16</inkml:trace>
  <inkml:trace contextRef="#ctx0" brushRef="#br0" timeOffset="47640.698">18969 9712 7552 0,'0'0'2968'0,"0"0"-1155"0,0 0-905 16,0 0-132-16,0 0 512 0,0 0-80 16,0 0-64-16,-92-9-300 0,76 21-268 15,0 4-72-15,0 3-76 0,4 6-96 16,5 4-88-16,-2-4-16 0,5 3 28 15,0 2 36-15,4-8-48 0,0 0-120 16,0-6-124-16,8-4-8 0,1-2-116 16,-2-4-8-16,10 1-28 0,-6-7-120 0,5 0-376 15,4-7-140-15,0-5-336 0,3-11-616 16,-2 8-2148-16,3-14-3061 0</inkml:trace>
  <inkml:trace contextRef="#ctx0" brushRef="#br0" timeOffset="47867.149">19220 9575 6988 0,'0'0'3048'0,"0"0"-1139"0,0 0-913 15,0 0 12-15,0 0 268 0,0 0-128 0,84 68-52 16,-69-49-204-16,2 2-316 0,-2 5-144 16,1 2-140-16,0 1-72 0,-4-1-120 0,0 2-16 15,-8-3-84-15,0 3-4 16,-4 1-8-16,0-3-72 0,-8 1-248 15,-4 3-24-15,-4-4-12 0,1-2-36 0,-6-5-92 16,1-1-112-16,5-4-76 0,-6-6-332 16,6-4-640-16,-5 0-1481 15,12-6-3115-15</inkml:trace>
  <inkml:trace contextRef="#ctx0" brushRef="#br0" timeOffset="48514.746">20041 9715 5228 0,'0'0'7905'0,"0"0"-6229"0,0 0-908 16,0 0-36-16,0 0 464 0,0 0-32 15,92 3-196-15,-64-6-356 16,3-3-244-16,5-4-88 0,-4-2-148 0,4 1-132 16,-5-1-12-16,-3 3-108 0,0-3-296 15,-3 1-352-15,-2 5-252 0,-7 4-256 16,-8-2-928-16,-1 4-2685 0,-7 6-3331 0</inkml:trace>
  <inkml:trace contextRef="#ctx0" brushRef="#br0" timeOffset="48697.667">20105 9906 6412 0,'0'0'7049'0,"0"0"-5225"15,0 0-852-15,0 0-376 16,0 0 76-16,0 0 428 0,0 0-56 0,87 19-272 0,-51-19-456 16,4-7-204-16,8 1-112 15,-5-3-64-15,2-1 52 0,2 0-268 0,5-2-404 16,-9 3-296-16,6-4-528 0,-14 7-2252 15,13-5-4837-15</inkml:trace>
  <inkml:trace contextRef="#ctx0" brushRef="#br0" timeOffset="49032.083">21538 9255 13921 0,'0'0'2500'0,"0"0"-1772"15,0 0-720-15,4 70 120 0,-4-35 468 16,0 4 712-16,-4 5-304 0,0 0-528 16,4 0-256-16,0 0-76 0,0 5-104 15,4 1-40-15,0 1-8 0,-4 6-64 16,0-3-60-16,0 0-320 0,0-4-344 16,0-2-296-16,0 0-508 0,0-13-2588 0,-8 9-4501 15</inkml:trace>
  <inkml:trace contextRef="#ctx0" brushRef="#br0" timeOffset="52161.662">12523 11048 1828 0,'0'0'872'0,"0"0"-548"0,0 0 4204 16,0 0-2092-16,0 0-399 0,0 0-389 15,0 0-404-15,0 0-404 0,0 0-96 0,0 0-32 16,0 0-256-16,0 77-84 15,3-61-36-15,1 3-116 0,0-7-48 16,4 1-12-16,4-3-84 0,-4-4-28 0,0 0 36 16,4 1 28-16,-4-3-36 15,4-4-64-15,-5 2 36 0,2-2-40 0,-1 0 40 16,0 0-48-16,-1-6 12 0,2 3 76 16,-1-7-40-16,3 4-40 0,-2-4-8 15,6 1-136-15,-2-1 4 0,-2-3 32 16,1 4 28-16,1-4-16 0,-2 4 28 0,-3-1-4 15,4 4 20-15,-8 0 44 16,4-1 4-16,-4 7-4 0,-4-3-4 0,4 0 0 16,-4 3 0-16,0 0-56 0,5 0-4 15,-5-4 52-15,3 4-36 16,1-2 44-16,0 2 4 0,-4-3 4 0,4 3 8 16,-4 0 48-16,0 0 4 0,0 0-4 15,0 0 28-15,0 0-40 0,0 0 12 16,0 0-60-16,0 0-104 0,0 0-80 15,0 0-40-15,0 0 4 0,-4 0-28 16,4 0 24-16,0 0-12 0,0 0-12 16,0 0-12-16,0 0-12 0,-4 0-52 0,4 0-56 15,0 0-60-15,-4 3-52 0,4-3-48 16,-8 0-120-16,4 2 12 0,0 2 8 16,0-1-24-16,0 0-376 0,0-3-809 0,1 3-1307 15,-6-3-2560-15,57-18 5384 0</inkml:trace>
  <inkml:trace contextRef="#ctx0" brushRef="#br0" timeOffset="53051.39">12498 11220 1096 0,'0'0'404'16,"0"0"7236"-16,0 0-6088 0,0 0-755 15,0 0-129-15,0 0 228 0,0 0 200 0,0 0-212 16,0 0-304-16,0 0-216 16,16-28-112-16,-12 28-124 0,4 0-116 15,-4 0 36-15,4 3 4 0,-4 3 36 0,5 0-4 16,-2-2-32-16,-3 3 60 15,4-2-12-15,-4-2-24 0,4 1-72 0,-4-4 8 0,4 2 76 16,-4-2 24-16,7 0 36 16,-2 0 12-16,-1-6-60 0,3 0-24 15,2 4-24-15,-5-5-52 0,3 0-48 0,-2 4-64 16,-1-1-88-16,-1 2 64 16,6-1 0-16,-2 0 48 0,1 3 36 15,4-4 48-15,-4-3 0 0,4 5 4 0,0-8 4 16,4 4-4-16,-4-7 52 15,4 3-40-15,0-5 112 0,-1-1-48 0,2 3-64 16,-5-2 0-16,3 2 76 0,-6-1-40 16,2 6 0-16,-3-3-40 0,0 5 4 15,0 0-8-15,-3 0 8 0,6 3 48 16,-3-4 4-16,0 2 8 0,4-2-8 16,0-3-4-16,0 4 16 0,0-1-16 0,-1 4 28 15,-2-4-76-15,-1 5-12 0,0 2-4 16,0 0 0-16,-5 0 4 0,6 7 0 15,-5 1 88-15,-1 5 48 0,1 3 36 16,1 3 12-16,-5 0-36 0,-1 0-24 0,-3 4-116 16,0-4 40-16,0 3-44 0,0 0 0 15,0-2 0-15,0-2-4 16,0-3-8-16,-3 2-40 0,-1-8-40 0,4 0 4 16,0-4-40-16,0-3-12 0,0-2-24 15,0 0 12-15,0 0 48 0,0 0 16 16,0 0-16-16,0-7-12 0,7-2-36 15,1-7 72-15,5 1 72 16,-2-8-68-16,5 1-140 16,4-3-112-16,-4-1 100 0,4-2 12 0,4 3 48 0,0 0-4 15,0 2 80-15,-1 0 40 0,5 1 36 0,-4 6-52 16,0 0 64-16,-4 10 24 0,0 0 320 16,0 3-44-16,0 3-100 0,-4 0-76 15,-1 0 0-15,2 6 0 0,3-3 40 0,-4 3 44 16,4-2-20-16,-1-1-4 0,1 0 4 15,1-3 20-15,-2 0-24 16,1 0-48-16,4-3 24 0,-4-7-24 0,4 1-60 16,-4-1-4-16,-1-3-24 0,-2-2 0 15,-6-2-48-15,2 5-224 0,-2 3-244 0,-7-1-60 16,-4 4-68-16,0 3-64 16,0 3-232-16,-4 0-800 0,1 0-1545 15,-13 0-3611 1</inkml:trace>
  <inkml:trace contextRef="#ctx0" brushRef="#br0" timeOffset="53375.429">13255 11448 4908 0,'0'0'7241'16,"0"0"-5989"-16,0 0-592 0,0 67 116 15,0-41 304-15,0 2-12 16,0-2-188-16,-4-1-384 15,4 1-228-15,0-7-144 0,0 0-64 0,0 0-60 16,0-10-100-16,0-2-108 0,0-1-252 0,4-6-60 0,1 0-200 16,2-3-224-16,5-10-200 0,-4-3-532 15,4-3-1281-15,0 3-2423 0</inkml:trace>
  <inkml:trace contextRef="#ctx0" brushRef="#br0" timeOffset="53538.138">13502 11366 1240 0,'0'0'7836'16,"0"0"-5911"-16,0 0-809 0,0 0 48 0,0 0 44 0,0 0-184 0,0 82-44 16,-4-49-184-16,-4-5-188 0,4 4-124 0,-3-1-164 15,3 1-172-15,-5 1-148 0,5-5-108 16,-3 3-584-16,-1-2-288 16,-1-1-224-16,2 4-496 0,-1-9-1460 0,-9 12-4221 15</inkml:trace>
  <inkml:trace contextRef="#ctx0" brushRef="#br0" timeOffset="53841.826">13323 12157 1656 0,'0'0'10437'15,"0"0"-9069"-15,4 66-784 0,4-40 76 0,0-4 424 16,4-3-32-16,0-3-304 0,4-7-316 0,4-5-72 15,4-4 132-15,4-4 184 0,3-11-284 16,1-4-196-16,0-6-88 16,0-8-108-16,0 1 0 0,-4 1-4 0,0-1 4 0,-8 4-8 15,-5 6-52 1,-3 0-76-16,-3 5 136 0,-5 4 48 0,-4 7 88 16,-4 0 24-16,-5 0-100 0,1 2-20 0,-7 1-40 15,-1-1-12-15,-5 4-132 16,2 0-16-16,-5 0 12 0,0 4-168 15,-4 3-164-15,0 1-196 0,-4 6-264 0,-4 2-404 16,8-4-1120-16,-19 14-3353 0</inkml:trace>
  <inkml:trace contextRef="#ctx0" brushRef="#br0" timeOffset="55751.519">9761 13766 8824 0,'0'0'3149'0,"0"0"-1829"16,0 0-684-16,0 0-320 0,0 0 76 0,0 0 416 15,0 0 0-15,88 45 12 0,-49-35-124 16,10-4-88-16,-2-3-80 15,1 0-196-15,0-3-172 0,0-3-108 0,-5-6-52 16,2-1-48-16,-6-6 40 0,-3 4-152 16,-8-1-416-16,0 3-240 0,-8 1-52 15,-5 5-136-15,-2 1-660 0,-9 0-1532 16,-4 3-3405-16</inkml:trace>
  <inkml:trace contextRef="#ctx0" brushRef="#br0" timeOffset="55947.771">9988 14090 4440 0,'0'0'2680'0,"0"0"-268"15,0 0-1224-15,0 0-159 0,0 0 431 16,95 61-264-16,-63-59-352 0,0 3-264 16,5-5-124-16,-5-7-208 0,3-3-48 0,-3-6-148 15,0-3-52-15,0 0-284 0,-8-3-284 16,0 3-476-16,-1-4-708 0,-10 8-2241 15,-2-7-3219-15</inkml:trace>
  <inkml:trace contextRef="#ctx0" brushRef="#br0" timeOffset="56223.79">10299 13572 248 0,'0'0'912'0,"0"0"6308"0,0 0-5704 16,83 49-227-16,-47-34 443 0,0 4-436 16,1-3-284-16,2 3-332 0,-7 0-288 15,0 4-104-15,0-2-140 0,-1 5-148 16,-6 3 4-16,-6 3 0 0,-3 2-4 0,-4 4 100 16,-7 3-12-16,-5 4-76 0,-5 0 76 15,-3 2 0-15,-7-2-76 0,2-3-4 0,2-5-8 16,-2-2-12-16,-2-3-200 0,3-6-276 15,-1-5-140-15,2-2-104 0,-2-2-140 16,2-4-476-16,-6-7-901 16,6 0-2399-16</inkml:trace>
  <inkml:trace contextRef="#ctx0" brushRef="#br0" timeOffset="57059.966">12375 13662 1032 0,'0'0'636'0,"0"0"6776"0,0 0-5423 15,0 0-565-15,0 0 260 16,0 0-296-16,0 0-268 0,92-73-412 15,-68 67-212-15,-1-1-148 0,1 7-104 0,0 0-120 16,-4 3-60-16,0 7-52 0,-4 6-12 16,-4 2 60-16,4 8-56 15,-8 2 96-15,0 7-28 0,-5 0-60 0,-3 7 40 0,0-4-52 16,0 0-8-16,-3-4-104 16,-5 2 0-16,4-7 16 0,0-4 80 0,4-3 4 15,-5-3-36-15,5-6 40 0,0-7-52 16,5 0-76-16,3-6 136 15,7-3 72-15,2-6 188 0,7-11 24 0,4-8-52 0,0-7-108 16,4-6-28-16,-1-7-96 16,-4 0-12-16,5 2-36 0,-8-3-172 15,-3 8 8-15,-1 3-92 0,-9 0-92 0,1 6-88 16,-8 0 52-16,1 7-44 16,-5 0 16-16,0 3-196 0,0-1-60 15,-9 7-80-15,-3-4-400 0,1 6-1001 0,2 1-1855 16,-6-7-1620-16</inkml:trace>
  <inkml:trace contextRef="#ctx0" brushRef="#br0" timeOffset="58024.735">16714 9906 3132 0,'0'0'12'16,"0"0"-12"-16,0 0 5856 0,0 0-3631 15,0 0-585-15,0 0-264 0,0 0-340 16,0 0-232-16,0 0-140 0,0 0-240 16,0 0-100-16,0 6-100 0,-4 0-88 0,-1 7 72 15,-6 3-8-15,-1 6-52 0,0 1 36 16,-4-2-12-16,0 2-72 0,4-2-96 15,-4 3-4-15,4-6 0 0,4 1-12 0,5-3-76 16,-2 0-8-16,5 0-128 16,0 0-36-16,0-4-148 0,8-2-100 0,0-3-100 15,8 0-48-15,-4-7-248 16,7 0-312-16,-2-5-596 0,3-4-601 16,-1-3-791-16,-2 2-2072 0</inkml:trace>
  <inkml:trace contextRef="#ctx0" brushRef="#br0" timeOffset="58250.181">16869 10024 1004 0,'0'0'1316'0,"0"0"-896"0,0 0 1548 16,0 0 2720-16,0 0-2523 0,0 0-233 15,0 0-572-15,0 0-428 0,0 0-152 16,0 0-108-16,-56 38-140 0,49-19-72 0,-2-1-56 16,1 1-96-16,4-3-112 0,1-3-36 15,3-1-12-15,0-2-24 0,0-3-120 16,0-4-4-16,0 0-84 0,0 0-16 0,7-3 40 15,-3 0 48-15,5 0-76 0,2 0 4 16,-3 0-200-16,8-3-100 16,-4-3-36-16,1-4-100 0,-2 1-176 0,5-1-332 0,0-3-664 15,-8 4-1120-15,8-10-2437 16</inkml:trace>
  <inkml:trace contextRef="#ctx0" brushRef="#br0" timeOffset="58482.328">16997 9944 3828 0,'0'0'2764'0,"0"0"1861"0,0 0-4061 0,0 0 116 0,0 0 672 15,0 0 104-15,0 0-224 0,0 0-336 16,0 0-264-16,63 67-64 0,-55-52-100 16,0 2-160-16,-3 2-148 0,-2 2-76 0,-3 2-36 15,0 5-48-15,-8 1-72 16,-4 2-272-16,-3 4-96 0,-5 0 116 15,-1 1-20-15,-3 1-100 0,1 5-164 0,-1-1-56 16,-8 1-772-16,8-11-2552 0,-20 17-3497 16</inkml:trace>
  <inkml:trace contextRef="#ctx0" brushRef="#br0" timeOffset="59257.417">13236 13722 560 0,'0'0'9520'16,"0"0"-7999"-16,0 0-801 15,0 0 60-15,0 0 124 0,0 0-20 16,0 0-192-16,0 0-188 0,0 0-112 0,-77-51-44 16,70 51 12-16,-1 0 124 0,0 3-72 15,0 4-144-15,0 9-104 0,-4 6-28 16,4 6 96-16,-4 8 12 0,4 2 128 15,0 6 16-15,0 0-44 0,0 0-124 0,4 1-176 16,4-7-44-16,0-3-84 0,0-12-88 16,4-5-328-16,4-5-140 0,8-10-24 15,0-3-16-15,8-3-164 0,0-10-612 16,0-2-1248-16,8-17-3857 0</inkml:trace>
  <inkml:trace contextRef="#ctx0" brushRef="#br0" timeOffset="59497.382">13558 13779 444 0,'0'0'11305'0,"0"0"-9245"0,0 0-908 0,0 0 336 15,0 0-160-15,0 0-204 0,0 0-228 16,0 0-320-16,-88 76-176 0,80-54-20 16,-3 4-76-16,2-1-100 0,5 0-19 0,0-6-89 15,4-2-84-15,0-8-8 16,0 1 4-16,4-7-8 0,0 0-60 15,9 1-13-15,-2-4 65 0,2 0-40 0,6 0 44 16,-3-7-4-16,4-2-356 0,0-2-196 16,4 3-224-16,-4-9-208 0,0 4-724 15,-4 4-2776-15,3-7-4513 0</inkml:trace>
  <inkml:trace contextRef="#ctx0" brushRef="#br0" timeOffset="59759.247">13869 13668 744 0,'0'0'11797'0,"0"0"-10013"15,0 0-1064-15,0 0 172 0,0 0 88 16,0 0 100-16,0 0-280 0,91 83-404 16,-71-64-176-16,1 2-12 0,-2 2-12 0,1 3-108 15,1-1-80-15,-10 4 40 16,1 2 12-16,-4 2-60 0,-4 0-4 0,-4 3-240 15,0 2-100-15,-8-3 36 0,-4-3 40 16,0 2-64-16,-4-5 36 0,4-3 60 16,-4-7 24-16,1-4-108 0,-2-5-204 15,2-4-556-15,-2-6-952 0,-2 0-2029 0,3 0-2447 16,-8-6 3508-16</inkml:trace>
  <inkml:trace contextRef="#ctx0" brushRef="#br0" timeOffset="60241.449">14546 13858 5564 0,'0'0'5581'0,"0"0"-3377"0,0 0-832 0,0 0-276 15,0 0 344-15,0 0-152 0,0 0-280 16,88 61-300-16,-53-61-244 15,1-3-196-15,5-7-120 0,-2-9-140 0,1-3-8 16,0-3-88-16,-4-4-384 0,4 1-176 16,-9-8-164-16,1 8-172 0,-8-1-656 15,-7 10-1416-15,-2-6-3433 0</inkml:trace>
  <inkml:trace contextRef="#ctx0" brushRef="#br0" timeOffset="60536.326">14869 13551 808 0,'0'0'9156'0,"0"0"-7739"0,0 0-453 16,0 0 84-16,0 0 56 0,0 0-132 16,-48 79 12-16,48-41-124 0,0 3-180 15,9 10-112-15,-2 0-52 0,5 6-72 16,0 3-92-16,0 1-104 0,3 2-140 16,-2-3-48-16,2 0 64 0,2 1-52 15,-2-7 28-15,2 0 8 0,-2-6 0 16,-2-1-44-16,-2-2-4 0,-3-8-12 0,1 3-40 15,-6-9 4-15,-3-2-4 0,0-7 0 0,0-3 4 16,0-6 24-16,-3-4-36 16,-10 0-168-16,1-6-88 0,-8 1-24 15,1-4 8-15,-5-4-68 0,0-8 8 16,-4-7-24-16,0-7-172 0,5-8-64 0,-2-8-480 16,5-9-584-16,9 10-1356 15,-2-25-3361-15</inkml:trace>
  <inkml:trace contextRef="#ctx0" brushRef="#br0" timeOffset="60768.211">15498 13265 4376 0,'0'0'9429'15,"0"0"-7773"-15,0 0-964 16,0 0-16-16,0 0 244 0,-7 69 376 0,7-37-204 15,0 0-424-15,0 6-300 0,7 1-124 16,-3-2-112-16,9 2-48 0,-10-1-84 0,1-6-12 16,0 2-120-16,0-5-380 0,-4 3-184 15,0-7-172-15,4 4-252 0,-4-4-816 16,5-4-3136-16,-1-1-4829 16</inkml:trace>
  <inkml:trace contextRef="#ctx0" brushRef="#br0" timeOffset="61006.349">16060 13706 1436 0,'0'0'13293'0,"0"0"-10805"0,0 0-1832 16,0 0-296-16,-87 26 8 0,67-14 64 15,3 8 352-15,-2 5-172 0,3 2-344 16,4 12-36-16,0 3-24 0,4 2-124 0,0 4-72 15,0-1 72-15,4 1-76 16,4-4-8-16,0-2-4 0,0-10-80 0,0-7-148 16,12-9-220-16,4-7-232 0,0-9-160 15,8-3 44-15,4-13-204 0,0-9-940 16,0 3-2340-16,8-23-3277 0</inkml:trace>
  <inkml:trace contextRef="#ctx0" brushRef="#br0" timeOffset="61199.351">16419 13753 980 0,'0'0'11641'0,"0"0"-9365"0,0 0-1080 16,0 0-20-16,0 0 236 0,0 0-136 0,-12 74-336 15,8-46-332-15,-4 1-195 0,4-4-61 16,4 1-96-16,0-1-164 0,0-6-92 16,0 0-72-16,4-3 24 0,-1-3-148 15,2-4-216-15,3 1-173 0,4-4-155 0,-4-6-92 16,4 0-188-16,3 0-852 15,2-6-2156-15,-6-4-1773 0,13-8-691 0</inkml:trace>
  <inkml:trace contextRef="#ctx0" brushRef="#br0" timeOffset="61510.932">16857 13827 2728 0,'0'0'388'0,"0"0"4888"15,0 0-3152-15,0 0-1107 0,0 0-145 0,0 0-168 16,0 0-308-16,0 0-116 0,0 0-144 16,0 0-120-16,-28 63 108 0,28-59 120 0,5-4-80 15,-5 3-64-15,0-3 0 16,0 0 92-16,0 0 48 0,0 0 12 16,0 0-12-16,0 0-104 0,0 0-36 0,0 0-100 15,0 0-76-15,0 0-124 0,0 0-104 16,0 0-72-16,0 0-28 0,0 0-28 15,0 0-128-15,0 0-92 0,-5 0 28 0,5 0 8 16,-4 2 268-16,0-2 140 16,0 4-37-16,0-4-63 0,0 3-28 15,1-3 104-15,3 0-40 0,-4 0-556 0,-1 0-1640 16,5-3-2600-16,-4-3 4340 0,45 6 184 16</inkml:trace>
  <inkml:trace contextRef="#ctx0" brushRef="#br0" timeOffset="61997.636">16853 13706 5348 0,'0'0'3200'0,"0"0"1445"15,0 0-3641-15,0 0-432 0,0 0 32 16,0 0 340-16,0 0 288 0,0 0-180 16,44 64-388-16,-32-45-196 0,-1 3-52 15,-2 0-88-15,3 0-48 0,-8 4-72 0,3-1-36 16,-7 4-100-16,0-4-24 0,0 4-36 16,-4-4 36-16,-3 4-40 0,-5-4 52 15,0 1-60-15,-4-1-100 0,0-5-56 0,-4-1-40 16,0-5-132-16,4-3-236 0,-4-5-84 15,0-6-140-15,5 0-300 0,-5-3-724 16,8-11-2000-16,-1 6-1805 0</inkml:trace>
  <inkml:trace contextRef="#ctx0" brushRef="#br0" timeOffset="62726.77">17730 13684 8128 0,'0'0'5853'0,"0"0"-4249"16,0 0-920-16,0 0-212 0,0 0 376 15,0 0 412-15,0 0-280 0,88 0-380 16,-61-3-260-16,5-4-168 0,-4-2-108 0,3-1-64 15,-3-2-108-15,0-4-480 0,-3 0-292 16,-5 3-152-16,-5 4-644 16,-2-1-1528-16,-13 7-2981 0</inkml:trace>
  <inkml:trace contextRef="#ctx0" brushRef="#br0" timeOffset="62885.326">17766 13928 8752 0,'0'0'5009'0,"0"0"-4173"0,0 0-568 15,0 0 388-15,0 0 636 0,0 0 12 16,79 49-380-16,-51-49-496 16,4-11-268-16,8-4-160 0,0-8-268 0,3-2-300 15,2-7-320-15,-2-3-540 0,-11 10-1744 16,12-14-5337-16</inkml:trace>
  <inkml:trace contextRef="#ctx0" brushRef="#br0" timeOffset="63576.737">18550 13636 6732 0,'0'0'4893'0,"0"0"-2897"0,0 0-1260 15,0 0-268-15,0 0 176 0,0 0 328 16,0 0 132-16,0 0-312 16,0 0-320-16,0 0-168 15,0 0-20-15,-55 4-16 0,50-4 4 0,5 0 68 0,0 0 16 0,0 0-88 16,0 0-84-16,0-4-52 15,0 4 0-15,-4 0-20 0,4-3-4 0,-3 3 0 16,3-3-32-16,-4 3 21 0,4-3-37 16,-4-1-52-16,0 2-4 0,4 2 4 15,-4-5 4-15,4 5-4 0,0-2-8 16,0 2-4-16,0 0 0 0,0 0 0 16,-5 0 0-16,5 0 4 0,0 0 0 0,0 0 0 15,0 0-12-15,0 0 0 0,0 0-36 16,0 0 36-16,0 0-1 0,0 0-59 15,0 0 8-15,0 0 16 16,0 0 40-16,0 0-52 0,0-3 48 0,0 3 0 16,0 0 4-16,5 0 8 0,-5 0 4 15,0 0 8-15,0-3 60 0,4 3-12 0,-4-3-8 16,8-4-40-16,-1-5 0 0,6-8 0 16,2-2-12-16,13-6-4 15,0-7-56-15,4-3-40 0,0-3-264 0,0-3-112 16,0 2-36-16,0 1 60 0,-8-1 72 15,0 4-12-15,-5 3 84 16,-2 3 36-16,-6 4 76 0,-2 6 160 0,-5 6 36 16,-4 6 172-16,4 4 24 0,-4 6-24 15,0 0-60-15,0 0 12 0,0 0-124 16,0 6-100-16,-4 4 52 0,0 6-12 0,-1-1 60 16,-3 8 40-16,4 2 156 0,1 0-12 0,-5 4 12 15,3 6 48-15,-3 0-36 16,4 6 0-16,1 0 28 0,-5 3-20 15,4 5-32-15,-5 1 36 0,2 1-60 16,-5 3-112 0,3 3 12-16,2 0-52 0,3-2 40 15,0-3-44-15,0 0-4 0,0-8 12 0,4-3 0 16,0-5 48-16,4-4 28 0,4-4-88 0,-4-3-8 0,3-2-4 16,2-4-64-16,-1-3-44 0,-1-4-220 15,1-3-208-15,1-2-40 0,-5-3 0 0,0-2-40 16,-1-2-188-16,1 4-656 15,-4-4-1068-15,0 2-2277 0,0-2-2915 16</inkml:trace>
  <inkml:trace contextRef="#ctx0" brushRef="#br0" timeOffset="63763.015">18559 14277 8292 0,'0'0'6073'0,"0"0"-4645"0,0 0-988 15,0 0-52-15,0 0 188 0,0 0 524 0,79-18 68 16,-47 2-516-16,3-6-460 0,6-4-176 16,-5 3-16-16,-1 2-492 0,-7-2-304 15,0 1-180-15,-4 6-228 0,-8 3-780 16,-5 7-2689-16,-6 0-5059 0</inkml:trace>
  <inkml:trace contextRef="#ctx0" brushRef="#br0" timeOffset="64931.671">16678 13722 548 0,'0'0'1684'16,"0"0"-1216"-16,0 0-312 0,0 0-144 16,0 0 132-16,0 0 52 0,0 0 2256 15,0 0-972-15,0 0-532 0,0 0-144 16,0 0 76-16,4-32 0 0,-8 29 73 15,-1 0-169-15,2 0-32 0,-1-4 40 0,0 4-136 16,0 0-60-16,0 3-4 16,0-3-24-1,-1 3-96-15,2-3-84 0,-1 3-56 0,-4 0-72 16,4-4-12-16,4 4-72 0,-4 0-68 16,0 0-20-16,-4 0-88 0,4 0-52 0,-4 0-12 15,0 4 4-15,-4 2 60 0,4 0-4 0,-3 1 4 16,-2 2 0-16,5 4 4 0,-3-4 0 15,-2 1 56-15,6 0-60 0,-1 2 0 0,-1-3-48 16,5 2-16-16,-3 2 60 16,3-1-4-16,-4 1 0 0,-1-4 8 0,2 3 8 15,3-2 4-15,-4 0 76 0,4-4-88 16,-5 0 4-16,9 1 8 0,-3-1-4 16,-1 0-8-16,4 1-100 0,-4-1 16 0,4 1 36 15,0-2 40-15,0 2 4 0,0 3 4 16,0-4 76-16,0 0 24 15,0 5-4-15,0-6-32 0,0 2 8 0,0 0 16 16,0-5 12-16,0 4-40 0,0-2 28 16,0 3-40-16,0-7 0 0,0 2-48 15,4 2 4-15,-4-4-4 0,0 0 8 0,4 3 68 16,-4 0-4-16,3-1 0 16,2-2 128-16,-1 4-92 0,0-1-8 15,4 1-40-15,-4-4 0 0,-1 3-48 0,1-3 100 16,5 3-52-16,-5-3-52 15,0 0-4-15,3 0 8 0,-3 0-4 16,0 0 0-16,1 0-4 0,-1 0-4 0,4 0-4 16,-5 0-68-16,5-3-76 0,1 3-96 15,-1-3-76-15,-1-1-24 0,1 1-24 16,1-1-16-16,2 2-112 0,1-4-100 16,0 2-132-16,0 2-316 0,0-3-424 15,0 3-512-15,-4 2-421 0,-1-4-443 0,2 4-1520 16</inkml:trace>
  <inkml:trace contextRef="#ctx0" brushRef="#br0" timeOffset="67199.68">20941 13341 8128 0,'0'0'4517'0,"0"0"-3369"15,0 0-336-15,0 0 32 0,0 0 436 16,0 0-172-16,0 0-208 0,0 0-236 16,0 0-272-16,0 0-100 0,0 0 124 0,68 28 120 15,-20-21-12-15,3-4-135 0,5 1-121 16,0-4-136-16,-4 0-52 0,-1-4-80 0,-6-3-12 16,-6 4-60-16,-7-2-216 15,-4 1-261-15,-4 2-195 0,-12-3-148 16,-5 3-284-16,-2 2-1220 0,-5 0-3217 0,-9 0-3547 15</inkml:trace>
  <inkml:trace contextRef="#ctx0" brushRef="#br0" timeOffset="67386.803">20969 13636 9608 0,'0'0'4049'0,"0"0"-3037"0,0 0-680 0,0 0 320 15,0 0 680-15,75 70-44 0,-39-67-340 0,5 0-272 16,2-6-224-16,5-7-184 0,3-8-164 16,1-5-104-16,-3-5-244 0,-2 0-268 0,-6-8-188 15,-6 4-360-15,-7-2-616 0,-12 11-2132 16,-5-11-3317-16</inkml:trace>
  <inkml:trace contextRef="#ctx0" brushRef="#br0" timeOffset="67641.663">21351 13043 6200 0,'0'0'2468'0,"0"0"145"16,0 0-1253-16,0 0 68 0,0 0 100 16,92 76-88-16,-60-54-312 0,-1 3-140 15,5 4-156-15,-3-3-404 0,-1 2-244 0,-5 1-184 16,-7-1 4-16,-3 0-8 15,-6 4-56-15,-7 7-108 0,-4 2-64 16,-12 3-124-16,-8 5 100 0,-12 3 8 0,-3 3-56 16,-5-2 56-16,-1-1 124 0,6-5 28 15,-1-5-40-15,0-8-248 0,8-5-272 16,8-7-304-16,5-6-528 0,2-10-1068 16,9-2-2997-16</inkml:trace>
  <inkml:trace contextRef="#ctx0" brushRef="#br0" timeOffset="68126.876">22818 13512 1828 0,'0'0'9605'0,"0"0"-7709"15,0 0-840-15,0 0 16 0,52 86 472 0,-25-68-32 16,6 2-468-16,2-10-248 15,9-7-320-15,4-3-100 0,3-6-144 0,5-14-100 16,0-8-132-16,4-1 0 0,0-9-108 16,-4 0-452-16,-5 0-296 0,-3 0-76 15,-8 7-348-15,-9-1-1108 0,-10 9-2905 16,-10-5-4195-16</inkml:trace>
  <inkml:trace contextRef="#ctx0" brushRef="#br0" timeOffset="68435.522">23316 13097 1384 0,'0'0'7728'0,"0"0"-5671"16,0 0-1057-16,0 0-28 0,-16 79 440 15,16-44-52-15,0 6-192 0,8 7-216 16,0 3-384-16,3 3-112 0,2 3-12 16,-2 3-4-16,2 1-148 15,-5 2-48-15,-1-3-72 0,-3-2-4 0,0-1-32 16,-4-4-64-16,5-2 40 0,-5-6-40 0,0-1 0 15,0-3-12-15,-5 1-52 0,-3-7 56 16,1-3 4-16,-6-5-64 0,1 0 0 16,1-5 44-16,-2-3 0 0,-2-7-40 15,-2-2-8-15,-2-4-112 0,-1-6-120 16,0 0-120-16,-3 0-28 0,-5-10 40 16,0-5-136-16,0-4-28 0,0-6-136 0,0-7-224 15,3-7-408-15,10-2-1316 16,-1-6-1453-16,8 11-2239 0</inkml:trace>
  <inkml:trace contextRef="#ctx0" brushRef="#br0" timeOffset="68669.006">24060 12887 6384 0,'0'0'4160'0,"0"0"-2051"16,0 0-1509-16,0 0 76 0,0 0 840 16,0 0 64-16,-15 85-340 0,11-55-576 15,4 4-332-15,-5 5-172 0,5-2-36 16,-3 4-124-16,3 1-64 0,-4 3-168 16,4-4-208-16,0 3-240 0,0-3-200 0,0-2-272 15,0-1-740-15,0-10-2281 0,0 7-4051 16</inkml:trace>
  <inkml:trace contextRef="#ctx0" brushRef="#br0" timeOffset="68912.826">24515 13500 9836 0,'0'0'5237'0,"0"0"-3861"15,0 0-1080-15,-88 53 80 0,64-27 220 16,-4 3 528-16,5-1-192 0,3 7-408 16,4-3-280-16,4 4-72 0,8-5-124 0,4 1-48 15,0-4-120-15,4 0-112 16,8-5-208-16,4-7-236 0,8-1-184 0,4-8-32 16,0-7-164-16,7-3-720 0,-7-4-732 15,16-18-2485-15</inkml:trace>
  <inkml:trace contextRef="#ctx0" brushRef="#br0" timeOffset="69130.167">24957 13591 2508 0,'0'0'9957'0,"0"0"-7717"16,0 0-968-16,0 0 128 0,0 0-40 16,-92 83-180-16,73-58-292 0,2 8-312 0,2-1-224 15,3-1-35-15,4-3-77 16,4-2-80-16,4-1-52 0,0-2-48 15,4-8-60-15,7-2 0 0,2-3-60 16,6-4-12-16,9-6-16 0,0 0-152 0,0-9-197 16,4-11-211-16,0 2-252 0,0-8-156 15,-4 1-884-15,-4 3-2496 0,0-13-3993 16</inkml:trace>
  <inkml:trace contextRef="#ctx0" brushRef="#br0" timeOffset="69363.086">25400 13462 8868 0,'0'0'5717'0,"0"0"-4457"0,0 0-972 15,19 70 232-15,-6-49 388 0,-2 5 352 0,2-3-364 16,2 5-444-16,2 0-268 16,-6 1-40-16,-3 3 28 0,-4 2-112 15,-4 2-60-15,0 2-8 0,-8 0-200 0,-7 0-48 16,-6-2-12-16,1-3-88 0,-8 3-72 15,0-4-112-15,1-1-4 16,-5-5-12-16,-4-4-168 0,4-6-568 0,-4-4-988 16,4-6-2665-16,4-1-2795 0,-4-10 7424 15</inkml:trace>
  <inkml:trace contextRef="#ctx0" brushRef="#br0" timeOffset="69724.169">25798 13758 10424 0,'0'0'4989'0,"0"0"-3481"0,0 0-972 15,0 0-312-15,0 0 280 16,111 58 188-16,-66-53 44 0,2-5-296 0,5-5-256 15,0-6-160-15,3-3-24 0,1-5-144 0,-4 0-384 16,-5 1-456-16,-2-5-276 16,-17 10-1300-16,-9-2-3669 0</inkml:trace>
  <inkml:trace contextRef="#ctx0" brushRef="#br0" timeOffset="69913.284">25794 13998 7536 0,'0'0'5229'0,"0"0"-3501"0,0 0-856 0,0 0 536 16,0 0 264-16,111 67-160 0,-71-67-560 0,8 0-528 0,4-10-312 15,3-5-112-15,-3-7-12 16,4-7-572-16,-4 0-332 0,0-3-164 0,-8-2-852 16,-12 8-3020-16,0-9-5621 0</inkml:trace>
  <inkml:trace contextRef="#ctx0" brushRef="#br0" timeOffset="70142.819">26236 13484 9532 0,'0'0'6025'0,"0"0"-4793"0,0 74-908 0,0-37-252 16,-4 11 500-16,4 3 480 0,-3 2 136 15,3 5-652-15,-4 2-364 16,4 3-164-16,0 4-8 0,-5 0-36 0,1-1-292 16,-4 1-100-16,4-7-52 0,-3-6-196 15,2-3-188-15,5-3-616 0,0-13-1208 16,0-4-1721-16,0-12-887 0,9-9 1269 16</inkml:trace>
  <inkml:trace contextRef="#ctx0" brushRef="#br0" timeOffset="71321.857">27172 13725 808 0,'0'0'4808'0,"0"0"-612"15,0 0-2375-15,-32 80-389 0,29-49-288 16,-1 4-44-16,0 0-104 0,4-2-360 0,4-2-248 16,7-6-92-16,2-2-124 15,2-8-84-15,5-2-76 0,1-10 88 0,7 0-52 16,-1-3-40-16,1-6 40 0,4-10-48 15,-1 0-124-15,1-3-100 0,-4-4-124 16,-4 2 152-16,-3-2-40 0,-6 1-40 0,-2 3-36 16,-2 0 160-16,-7 3 48 15,0 0 44-15,-4-4-116 0,0 6 48 16,0-2-20-16,-8-4 48 0,0 5 100 0,-8-4-104 16,1 3-32-16,-6 3-180 0,1 4-88 15,-3 2-140-15,3 4-80 16,-4 3-208-16,-4 3-744 0,0 9-701 0,-4 8-2051 15,9-4 236-15</inkml:trace>
  <inkml:trace contextRef="#ctx0" brushRef="#br0" timeOffset="83486.849">23061 15208 5472 0,'0'0'4500'0,"0"0"-3299"15,0 0-417-15,0 0-144 0,0 0 112 16,0 0 368-16,-52 92-112 0,52-60-316 16,0 6-216-16,0 0-248 15,11-3 8-15,2 1-136 0,2-6-40 0,-2-6 4 16,2-3-16-16,2-9 108 0,-2-1-156 0,2-9 0 15,3-2 0-15,-5 0 48 16,6-13 12-16,-2-5-8 0,1-4-52 0,0-7-52 16,-4 0-72-16,-4-2-36 0,0 2-40 15,-4 0-48-15,-1 4 84 16,-7 3 72-16,0-1 92 0,-7 7 72 0,-1-3 28 0,-8 7 64 16,-4-1-76-16,0 4-76 15,5 2-12-15,-6 1 260 0,5 6-36 0,4 0-112 16,1 10-48-16,2-1-64 0,1 7-112 15,1 3 24-15,3 0-36 16,0 4 28-16,4-2-516 0,0 1-292 16,0-2-396-16,0-4-992 0,4 0-2837 0,0-4-1419 15</inkml:trace>
  <inkml:trace contextRef="#ctx0" brushRef="#br0" timeOffset="83665.707">23336 15386 5776 0,'0'0'5080'0,"0"0"-3715"15,0 0 3-15,0 0-140 16,95-3 56-16,-67-1 16 0,0 2-360 16,4-5-408-16,0-2-300 0,0-4-220 0,0-3-12 15,3-4-280-15,-3 1-364 0,4-2-284 16,-8-2-412-16,4 4-768 0,-8 3-1905 16,-9 4-899-16,2-4 21 0</inkml:trace>
  <inkml:trace contextRef="#ctx0" brushRef="#br0" timeOffset="83854.836">23626 15072 4364 0,'0'0'5488'0,"0"0"-3671"0,0 0-485 0,-11 82-288 0,11-38 232 16,-4 7-4-16,4 4-240 16,-4 4-276-16,4 5-164 0,-5-4-164 0,5-3-176 15,0-5-252-15,0-8-108 0,0-12-360 16,9-6-72-16,2-18 56 0,1-2 64 0,8-9-152 15,1-13 0-15,-2-5-360 16,5-14-712-16,-4-4-1349 0,0-5-1927 16,-8 9-24-16</inkml:trace>
  <inkml:trace contextRef="#ctx0" brushRef="#br0" timeOffset="84714.928">23826 14919 392 0,'0'0'10905'0,"0"0"-9097"16,0 0-780-16,0 0-192 0,15 83 220 15,-11-48 148-15,0 9-324 0,-4 4-252 0,0 2-124 16,0 11 24-16,0-1 60 0,0 6-344 16,-4-2-160-16,0-1-84 15,1-8-12-15,-1-12-48 0,4-7 12 0,0-14-76 16,7-9-72-16,1-3-108 0,1-10-28 0,2 0 52 16,-3-4-4-16,5-5 36 15,-2-4 116-15,1-3 68 0,0 1 52 16,0-2-36-16,-3 5 36 0,-2-1-40 0,-3 3 52 15,0 8-8 1,-4-1-52-16,0 3 60 0,4 0 136 0,0 3-12 16,-4 2 132-16,4 8 28 0,4 4 36 0,-8-2-100 15,4 4 24-15,0 0 0 0,0 0-48 16,0-6-60-16,0-3-136 0,0-1-28 16,0-3-92-16,0-3-184 0,0-3-112 0,-4 3-152 15,4-3-220-15,-4 0-100 16,8-3-440-16,-4 0-688 0,4-3-668 15,0-3-1241-15,0-3-679 0,4-2 2060 0,-4 1 2348 16,3 1 196-16,2-4 0 0,-1 7 824 16,-5 2 324-16,1 4-600 0,1 3 6068 15,-2 3-4383-15,1 4-389 0,1-1-412 16,2 3-188-16,-3 1-140 0,5-4-308 16,-2-3-328-16,5-3-220 0,-4 0-28 15,8-6-24-15,-4-10-60 0,4-3-80 16,-4-3-56-16,4-6-320 0,-5 3 76 0,-2-1-76 15,-2 3 108-15,-7 4 188 0,-4 3 24 16,0 7 12-16,-4-1 160 16,-7 4-84-16,-2 0 24 0,-6 2 120 15,-1 4 4-15,0 0 32 0,4 0 100 0,0 10 24 16,0 3-96-16,4 5-164 0,0 6 16 16,4 1-52-16,1 8 12 0,-2 0 28 15,5 5 12-15,0-3-16 0,4 1-84 16,0-9-48-16,0-7-144 0,4-5-284 15,4-5-268-15,1-7 84 0,2-3 72 0,1-6 20 16,4-11-36-16,0-2-236 0,4-6-676 16,0-3-1108-16,4-4-1497 0,-5 1 1085 15,2-4 460-15,-2 7 600 0,1-1 1260 0,-7 4 668 16,2 1 1372-16,-3 9 1636 16,4 5-300-16,-4 10-560 0,0 0-291 15,4 3-29-15,0 10-320 0,0 0-424 0,0 7-272 16,0-2-244-16,0 4-120 0,-5 0-40 15,-3 3-4-15,1 0 28 16,-5 2 44-16,0-5-180 0,-4 3-152 0,0-3-68 16,0-3-16-16,0-2 24 0,-4-9 28 15,0-1 68-15,4-7 28 0,0 0 0 16,0 0 12-16,0-7-16 0,0-5-204 0,4-7-108 16,3-2-40-16,6-9 28 15,-1-1 36-15,3-1-88 0,5 4-256 0,1-1-36 16,-2 7 36-16,1-1-100 0,8 1-232 15,0 0-504-15,0 3-708 0,-5 3-2092 16,10 0-2901-16</inkml:trace>
  <inkml:trace contextRef="#ctx0" brushRef="#br0" timeOffset="85360.621">25129 15504 6280 0,'0'0'5901'16,"0"0"-4609"-16,0 0-568 0,0 0 224 0,0 0 448 16,0 0-336-16,0 0-392 0,0 0-224 15,0 0-12-15,20 75 20 0,-12-43-60 16,-5 0-112-16,1-3-132 0,4-3-148 0,-4-12-40 16,5-3-244-16,-2-8-56 15,1-3 144-15,8 0 120 0,0-14-80 0,0-5-44 16,4-6 4-16,0-3 0 0,-4-1 24 15,-4 1 96-15,-1 6 64 0,-2-2 4 16,-5 13-88-16,0-3 44 0,0 11 44 16,-4 1-52-16,0 2-112 0,3 5 172 15,-3 6 308-15,0 7 72 0,4 2-108 16,-4 5-52-16,0 0 76 0,4-3-4 0,-4-3 4 16,5-6-16-16,-1-4-48 15,0-4-36-15,7-5-64 0,-3 0-36 16,5-5 4-16,2-7 20 0,5-4-8 0,-3-6-112 15,2-4-136-15,1-2-376 0,-4 2-96 16,0 5-68-16,0 2-220 16,0-1-476-16,-1 4-1356 0,-6 7-2285 0,6-1-2139 15</inkml:trace>
  <inkml:trace contextRef="#ctx0" brushRef="#br0" timeOffset="85521.417">25738 15455 4744 0,'0'0'7825'0,"0"0"-6397"0,0 0-368 0,16 71 736 15,-16-39 16-15,4-4-292 0,1 4-180 16,-2-7-623-16,-3-3-497 0,4-3-216 16,0-3-4-16,0-4-292 0,0-1-233 15,-4-3-119-15,4-4-52 0,-4-1-172 16,0-3-400-16,0-3-1312 0,-4-3-3025 16,-4 0-3547-16,0-11 8748 0</inkml:trace>
  <inkml:trace contextRef="#ctx0" brushRef="#br0" timeOffset="85662.972">25666 15391 6564 0,'0'0'5017'16,"0"0"-3085"-16,0 0-1032 0,0 0 8 15,0 0 216-15,0 0-240 16,100 0-488-16,-72 0-396 0,4-2-100 0,0-4-756 16,4 0-252-16,3-5-280 0,-7 6-1692 15,8-5-3869-15</inkml:trace>
  <inkml:trace contextRef="#ctx0" brushRef="#br0" timeOffset="86135.783">26180 15462 6656 0,'0'0'7249'0,"0"0"-6161"16,0 0-496-16,-60 86 716 15,45-61 228-15,-1-2-320 0,8-4-516 0,4-10-464 16,4 0-236-16,0-5-172 0,8-1 24 16,3-3 28-16,6 3 44 0,7-3 16 15,-1 0-100-15,1-3-120 0,0 0-64 16,4-4 60-16,-4 4 52 0,0 3 108 15,-4 0 24-15,0 0 16 16,-4 0 76-16,-4 6 0 0,-4 1 0 0,-4 2 4 0,-4 1-48 16,0-1 52-16,0 4 40 15,-8-3-40-15,-5 5-140 0,6-5-96 16,-1 0-12-16,0-5-48 0,0 2-140 0,4-4-224 16,4-3-124-16,0 0 68 0,0-3 260 15,12 0 304-15,0-6 152 0,8 2 0 0,-1 0 60 16,9 1 460-16,-4 0 160 15,4-1-100-15,-3 5-100 0,3-8 28 0,-1 1-96 16,1-1-116-16,-4-6-60 0,4 0-152 16,-4-3-84-16,-5-1-176 0,-3 2-168 15,-4 3-4-15,-3-2 112 0,-9 9 236 0,0 1 120 16,-17 4 4-16,-3 3 36 16,-7 3-60-16,-1 8 84 0,-9 6 128 15,2 2 120-15,-1 6 24 0,4 4-52 0,4 0 76 16,4 6 20-16,9-7-72 15,3 1-88-15,12-4-108 0,0-7-232 0,12-1-72 16,3-7-52-16,9-4-120 0,0-6 124 16,4 0-172-16,0-3-224 15,4-3-280-15,-4-1 108 0,0 4-316 0,-5-4 8 16,-6 5-1756-16,-14-3-3565 0</inkml:trace>
  <inkml:trace contextRef="#ctx0" brushRef="#br0" timeOffset="86712.673">22762 15093 5472 0,'0'0'1676'0,"0"0"2885"0,0 0-3449 16,0 0-372-16,0 0 100 0,0 0-96 15,0 0 36-15,0 0-112 0,-52 73-144 16,44-37 8-16,0 5 0 0,-3 3-76 16,2 6-172-16,-3 2-100 0,5 2-12 0,-6 3-72 15,5 1-100-15,1-5-8 0,-2 4-40 16,9-2 32-16,0-5-44 16,0-5-100-16,9-1-208 0,6-6-200 0,9-3-200 15,4 0-16-15,12-7-220 0,4 1-716 16,-4-13-1357-16,31 6-3615 0</inkml:trace>
  <inkml:trace contextRef="#ctx0" brushRef="#br0" timeOffset="87713.307">27945 15233 548 0,'0'0'6112'16,"0"0"-3048"-16,0 0-1335 0,0 0-473 15,0 0-172-15,0 0 116 0,0 0-256 16,0 0-300-16,0 0-244 0,-75 60-80 16,71-21 16-16,4 6 36 0,0 8-76 0,8 1-12 15,3-1-136-15,6 1-48 0,3-8-88 16,-1-11-4-16,1-14-8 0,1-2-12 16,-2-8-40-16,1-8 52 0,4-3 88 15,0 0-80-15,0-14 80 0,0 2-28 16,0-7 0-16,-5-3-60 0,1-7-132 15,1 1-160-15,-6-4-104 0,2 3 24 16,-10-3-96-16,1 7 156 0,-4 0 136 16,-4 3 64-16,-4 3 104 0,-8 3 8 0,-4 3 136 15,-7 1-108-15,-1 1 20 16,0 6-48-16,-4 2 12 0,4 3 76 0,0 5-88 16,0 5-76-16,4 6-36 0,5 0 0 15,2 0-112-15,1 0 36 0,9 2-140 16,-1-1-348-16,4-5-464 0,0 1-848 0,0-1-1145 15,4-5-2679-15,-1 0 2461 0</inkml:trace>
  <inkml:trace contextRef="#ctx0" brushRef="#br0" timeOffset="87860.954">28428 15462 4592 0,'0'0'508'0,"0"0"4656"0,0 0-3311 0,0 0-101 16,0 0-96-16,0 0-328 0,0 0-544 15,87-19-364-15,-75 13-220 16,4-4-200-16,0 1-12 0,0-4-708 16,0 4-448-16,0-4-536 0,-1 7-1344 0,-6-1-3685 15</inkml:trace>
  <inkml:trace contextRef="#ctx0" brushRef="#br0" timeOffset="88039.837">28431 15579 2964 0,'0'0'260'16,"0"0"4268"-16,0 0-1692 0,0 0-691 0,0 0-453 0,0 0-416 16,0 0-172-16,84 42-260 15,-56-42-260-15,0 0-328 0,-5 0-240 16,5-10-16-16,0 1-360 0,4-2-332 0,-4-1-304 16,4-4-404-16,4 4-860 15,-12 2-933-15,8-2-3571 0</inkml:trace>
  <inkml:trace contextRef="#ctx0" brushRef="#br0" timeOffset="88470.682">29041 15312 3768 0,'0'0'7977'16,"0"0"-6173"-16,0 0-1016 0,0 0 72 0,0 0-32 15,0 0-112-15,0 0-292 0,0 0-272 16,84-75-152-16,-56 46-64 16,-5 4-248-16,5-4-60 0,-4 4 120 15,0 3 88-15,-4 2 112 0,-8 7 44 16,-4 7-80-16,-4 3 12 0,0 3 68 0,-4 0 8 15,0 0 216-15,0 0 16 0,0 7-32 16,0 0 12-16,0 1 88 0,-4 5-52 16,4-1-64-16,-4 5 40 0,4 1 24 0,-4 1-12 15,4 11 60-15,0-2 172 16,-4 7 96-16,4 3 0 0,-4 2-212 16,1 6-192-16,3-2-160 0,-9 1 52 0,5-5-52 15,-4 2 0-15,4-5-48 0,4-7-12 16,-3-2-28-16,3-9-108 15,0-3-280-15,0-2-236 0,0-6-188 0,0-2-364 0,0-2-1380 16,0-1-2765-16,0 1-2135 16,-13-1 6644-16</inkml:trace>
  <inkml:trace contextRef="#ctx0" brushRef="#br0" timeOffset="88656.367">29061 15808 3544 0,'0'0'8369'0,"0"0"-6925"0,0 0-704 0,0 0 924 15,0 0-36-15,0 0-512 0,0 0-304 16,0 0-224-16,87 19-16 16,-54-19 172-16,3 0-296 0,3-6-288 0,5-4-160 15,0 1 0-15,0-4-172 0,-4 3-556 16,0-3-212-16,-5 1 56 16,1-1-372-16,0 1-1132 0,-1-5-3277 0,-10 5-4039 0,3-4 9613 15</inkml:trace>
  <inkml:trace contextRef="#ctx0" brushRef="#br0" timeOffset="88987.923">30192 14929 952 0,'0'0'9256'16,"0"0"-7387"-16,0 0-261 15,84 85 680-15,-60-50-380 0,0 0-516 0,0 3-596 16,0 1-404-16,0 2-100 0,-4 0-60 16,-1 3-48-16,-2 1-136 0,-6 2 16 15,-7 4-64-15,-4-2-108 0,-4 1-124 0,-11 0-60 16,-5 1-124-16,-4-2-108 0,-8-2-40 15,0 0 84-15,-8-2 8 0,1-4-144 16,-9-2-332-16,-1-6-308 0,-2-3-924 16,3-5-2053-16,8-9-2175 0,-23 0 5484 15</inkml:trace>
  <inkml:trace contextRef="#ctx0" brushRef="#br0" timeOffset="92406.362">5901 16796 10392 0,'0'0'4197'15,"0"0"-3361"-15,0 0-712 0,0 0 328 0,0 0 400 16,0 0 256-16,75 6 0 0,-32 0-260 15,6-6-432-15,-1 3-148 0,-1 1-88 16,1-1-44-16,0 0-20 0,-4-3-116 16,-1 0 0-16,-3-3-8 0,1-4-4 15,-6 1-48-15,-7-3-208 0,0 2-220 16,-9-2-236-16,-6 2-184 0,-5 1-440 16,-8 6-1240-16,-4 0-2557 0,-4 0-3435 0,-20 16 7677 15</inkml:trace>
  <inkml:trace contextRef="#ctx0" brushRef="#br0" timeOffset="92596.354">5912 17186 3788 0,'0'0'8125'0,"0"0"-6821"16,0 0-664-16,103 16 44 0,-58-10 436 16,2-3-224-16,1-3-152 15,0 0-208-15,-4-6-240 0,3-7-196 0,-2-3-100 16,-2-2-100-16,-2-9-332 0,-2 2-152 15,-3-2-356-15,-8-5-936 16,-8 0-2613-16,-4 6-4303 0</inkml:trace>
  <inkml:trace contextRef="#ctx0" brushRef="#br0" timeOffset="92841.591">6180 16586 6868 0,'0'0'3960'0,"0"0"-3251"0,0 0-261 16,110 48 208-16,-61-33 616 16,-6 4-56-16,9 4-212 0,0-4 100 0,-1 0-620 15,-2 0-312-15,-2 0-160 0,-3 0-12 16,-4 3 0-16,-8 4-8 16,-4-1-52-16,-4 3-40 0,-9 4 0 0,-6 3-24 15,-5 6-48-15,-4 1-40 0,-9 2 12 0,-6 4-24 16,-6-4 88-16,-2 0-140 15,-5-2-180-15,4-8-196 0,0-1-476 16,0-14-876-16,1-3-1869 0,6-7-2235 0,-7-9 4636 16</inkml:trace>
  <inkml:trace contextRef="#ctx0" brushRef="#br0" timeOffset="93280.138">7825 17186 8444 0,'0'0'3913'16,"0"0"-2737"-16,0 0-780 0,0 0 324 0,80 6 616 15,-33-3 252-15,5-3-540 0,8 0-384 16,0-3-356-16,-4-3-88 0,-1-4-36 16,-7-2-72-16,-5-4-112 0,2-3-64 0,-10-4-8 15,1-2-528-15,-8-7-112 16,-4 4-264-16,-4-4-356 0,-8 7-1220 16,-4 3-3293-16</inkml:trace>
  <inkml:trace contextRef="#ctx0" brushRef="#br0" timeOffset="93504.428">8223 16761 1528 0,'0'0'6244'0,"0"0"-3524"0,0 0-1007 15,-4 79-233-15,12-40-36 16,0 5-208-16,8 3-164 0,-4 4-196 16,0 7-296-16,0-6-88 0,-1 9-40 0,-2-4-196 15,-5 4-32-15,-4-1-128 0,0 0-12 16,-4 1-24-16,-5-7 4 0,-2-4-4 15,-5-5-52-15,4-4-4 0,-4-10 0 16,4-1-4-16,0-11-132 0,5-10-200 16,3-6-132-16,-1-3-112 0,1-9-176 15,0-13-436-15,-4-10-228 0,8-10-860 0,-7-12-2665 16,7 13-3678-16</inkml:trace>
  <inkml:trace contextRef="#ctx0" brushRef="#br0" timeOffset="93729.943">8876 16487 2812 0,'0'0'8413'16,"0"0"-5485"-16,0 0-1540 0,0 0-432 0,0 0 364 0,0 0-28 16,-32 67-396-16,25-45-396 15,-1 4-292-15,4 2-112 0,4-2-96 0,0-1-12 16,0 4-108-16,8-4-208 0,0 1-444 0,-1-1-272 15,2 4-280-15,-1-4-936 0,-4 3-2381 16,3-9-4631-16,6 4 8237 0</inkml:trace>
  <inkml:trace contextRef="#ctx0" brushRef="#br0" timeOffset="93967.191">9391 16926 11577 0,'0'0'3848'0,"0"0"-3308"0,0 0 0 16,-77 67 864-16,54-45 100 0,-5 0-416 15,8 0-636-15,0 0-208 0,4-3-36 16,5-2-16-16,2 1-120 0,5-2-72 16,0 3-80-16,4 3-16 0,4-3 0 0,4 4-28 15,4 2-32-15,4-3-40 0,4-3-256 16,0 0-196-16,0 0-76 15,8-6-112-15,0-3-404 0,0-7-960 0,3-3-1869 16,-6 0-1351-16,6-16 89 0</inkml:trace>
  <inkml:trace contextRef="#ctx0" brushRef="#br0" timeOffset="94174.024">9829 17002 5004 0,'0'0'1560'16,"0"0"3873"-16,0 0-3745 0,0 0-280 15,0 0 300-15,0 0-220 16,0 0-504-16,-84 63-432 0,80-41-184 0,-4 3-28 16,8 1 40-16,0 0-100 0,0-1-136 15,8-3-92-15,1 1-48 0,6-5-4 16,-3-2-124-16,4-3-240 0,-1-3-272 0,6-8-144 16,3-2-192-16,-4 0-392 0,-1-12-1260 15,-2 3-3237-15</inkml:trace>
  <inkml:trace contextRef="#ctx0" brushRef="#br0" timeOffset="94408.243">10171 16879 5988 0,'0'0'1156'0,"0"0"3313"0,0 0-3329 0,0 0 72 16,48 66 568-16,-32-47-4 0,0 3-464 15,0-3-552-15,0 3-380 0,4-2-172 16,-4 1 0-16,4 2-40 0,-5 3-56 15,-2 2-4-15,-1-3-48 0,-9 7-60 16,-3 0-136-16,0 2-48 0,-7 2 4 16,-10-2-176-16,2 1-24 0,-9-3-48 15,-4 0-88-15,0-7-152 0,-8 4-224 16,-3-8-440-16,-6-2-688 0,2-2-1017 0,7-4-2595 16</inkml:trace>
  <inkml:trace contextRef="#ctx0" brushRef="#br0" timeOffset="95083.656">10738 17123 6884 0,'0'0'4053'16,"0"0"-2041"-16,0 0-244 0,86-11-584 16,-41 3 8-16,11-9-324 0,-5 2-216 0,1-5-268 15,-4 2-236-15,-4-1-144 0,-5-1-4 16,-2 5-52-16,-10-1-364 0,-3 3-376 15,-4 0-312-15,-8 4-356 0,-3 3-1292 16,-9 6-4073-16</inkml:trace>
  <inkml:trace contextRef="#ctx0" brushRef="#br0" timeOffset="95249.475">10901 17338 1148 0,'0'0'7260'0,"0"0"-4223"0,0 0-1205 15,80 29-524-15,-41-26-136 0,1-3-240 16,-1-6-236-16,6-10-384 0,-2-6-312 16,-2-4-112-16,-2-2-672 0,-7-7-484 15,0 3-616-15,-12 7-897 0,3-10-3355 0</inkml:trace>
  <inkml:trace contextRef="#ctx0" brushRef="#br0" timeOffset="95493.535">11064 16802 4212 0,'0'0'496'0,"0"0"5036"16,0 0-4203-16,0 0 3 0,7 82 204 0,6-49 4 16,-1 4-276-16,0 4-384 0,3 4-348 15,2 2-152-15,-2 4-148 0,-2-3-116 16,-2 3-116-16,1-4-76 0,4-5-156 15,-4-1-212-15,4-9-220 0,0-4-216 0,4-8-176 16,-3-8-456-16,6-6-704 16,1-6-2289-1,-4 0-1787-15,8-16 5940 0</inkml:trace>
  <inkml:trace contextRef="#ctx0" brushRef="#br0" timeOffset="95764.158">11829 17164 7188 0,'0'0'4977'0,"0"0"-3493"0,0 0-852 16,28 79-72-16,-20-57 620 0,0-6 24 0,4-6-424 15,-1-3-532-15,6-7-236 0,2-7 184 16,5-12 4-16,4-6-80 0,0-7-120 16,-4-10-184-16,4 0-88 0,-8 2 88 15,-4 1-24-15,-4 8 132 0,-4 3 64 0,-8 5-124 16,0 7 0-16,-8 4 60 0,-12 1 72 15,0 6-84-15,-12-2-48 0,0 5 0 16,-7 2 36-16,2 0-88 0,-3 2-12 16,1 10-264-16,-1 5 112 0,0 5-276 15,4 3-332-15,4 4-800 16,0 3-2093-16,12-7-2023 0,-8 13 4064 0</inkml:trace>
  <inkml:trace contextRef="#ctx0" brushRef="#br0" timeOffset="96252.693">13299 17230 9324 0,'0'0'2249'0,"0"0"-269"15,0 0-244-15,116 45-140 0,-69-29-160 16,2-3-376-16,-2-7-340 0,1 1-268 15,3-7-232-15,-6 0-60 0,-2-7-148 16,1-3 48-16,-8-3-60 0,-4-2-304 16,-4-1-488-16,-4 3-180 0,-8 0-200 0,-4 4-776 15,-8 5-2072-15,-4 4-2053 0,-13 0 517 16</inkml:trace>
  <inkml:trace contextRef="#ctx0" brushRef="#br0" timeOffset="96446.31">13339 17529 3496 0,'0'0'7829'0,"0"0"-6213"15,0 0-380-15,0 0-12 0,116 19 48 0,-73-13-128 16,5-6-184-16,0 0-284 0,0 0-308 16,0-12-160-16,-5-1-148 0,1-6-60 15,-4 0-300-15,0-7-352 0,-4 1-172 16,-1-3-416-16,1-1-616 0,-12 7-428 0,-4-8-4305 15</inkml:trace>
  <inkml:trace contextRef="#ctx0" brushRef="#br0" timeOffset="96732.355">13730 16935 10048 0,'0'0'1897'0,"0"0"-325"0,0 0-64 16,91 26 76-16,-59-14-352 16,4 4-344-16,0 3-224 0,-5 3-260 0,5-3-112 15,-4 7-132-15,0-1 48 0,-8 1-160 16,0 6-40-16,-9-4-8 0,-2 7-4 16,-9 6-164-16,-4 1-52 0,-4 5 0 0,-4 4-4 15,-12 1-32-15,4 0-40 16,-8 6-20-16,-4-4-68 0,-3-4-60 0,-1 1-100 15,0-3-92-15,-5-7-308 0,5-2-340 16,-3-7-456-16,3-5-909 0,-4-7-2075 16</inkml:trace>
  <inkml:trace contextRef="#ctx0" brushRef="#br0" timeOffset="98522.739">13498 16373 5104 0,'0'0'64'0,"0"0"5428"16,0 0-3807-16,0 0-397 16,0 0 96-16,0 0-188 0,0 0-396 0,0 0-392 15,0 0-232-15,0 0-28 0,0 0 40 16,44 32-16-16,-36-16-12 15,0 6-148-15,-4 0 112 0,1 4-24 0,-5 2-96 16,0-2 36-16,0 2-40 0,0-5-52 16,-5-1 48-16,1-3-68 0,0-7-212 15,0-2-212-15,4-7-88 0,-4-3-88 0,4 0-148 16,0 0-152-16,-4-10-488 16,4 4-1689-16,-3-16-3875 0</inkml:trace>
  <inkml:trace contextRef="#ctx0" brushRef="#br0" timeOffset="98682.687">13546 16177 5184 0,'0'0'1668'0,"0"0"772"0,0 0-1072 16,0 0 73-16,0 0-225 0,0 0-668 16,0 0-548-16,0 0-28 0,0 0-684 15,84 9-144-15,-76-15-521 0,0 3-1599 16,-4-1-4939-16</inkml:trace>
  <inkml:trace contextRef="#ctx0" brushRef="#br0" timeOffset="98894.632">13148 16312 3232 0,'0'0'1144'0,"0"0"3556"0,0 0-2775 0,-4 93-153 15,4-58-196-15,0 6-312 16,8-3-96-16,-1 4-400 0,2 2-344 16,-1-6-308-16,0 3-116 0,3-2-160 0,-2-8-524 15,6-2-200-15,-2-10-288 16,6-6-360-16,1-10-848 0,1-6-1717 0,-6-4-2135 16,9-18 5285-16</inkml:trace>
  <inkml:trace contextRef="#ctx0" brushRef="#br0" timeOffset="99097.404">13881 16293 5500 0,'0'0'380'0,"0"0"3636"0,0 0-2071 0,103 7-17 16,-79 3-308-16,4 3-348 16,-8 2-380-16,0 1-284 0,-4 3-236 15,-8 4-152-15,-4 2-60 0,-4 6-48 0,0 1-64 16,-8 3-48-16,-4 0-8 15,-4 0-248-15,-4-3-276 0,5-1-48 16,-6-4-304-16,-3-2-372 0,0 0-604 0,9-9-2141 16,-17 9-2583-16</inkml:trace>
  <inkml:trace contextRef="#ctx0" brushRef="#br0" timeOffset="100096.258">15574 17186 2856 0,'0'0'2880'16,"0"0"1752"-16,0 0-2611 0,0 0-477 15,0 0-216-15,0 0-244 0,0 0-236 16,20-69-204-16,-28 62-248 0,0 1-100 15,-4 2-112-15,-4 4-60 0,-4 0-64 0,1 0-60 16,-5 10-4-16,0 6 4 0,-1 6 8 16,2 3 0-16,-1 10 0 0,8 4 92 15,0 5-40-15,8 3 76 0,0 4-12 16,8 0-76-16,0 0-44 0,12 0 68 16,4-7-16-16,8-6-56 15,4-6-4-15,0-4-60 0,4-8 60 0,0-5-92 0,-4-5-28 16,3-8-96-16,5-2-212 15,-4-2-196-15,4-10-180 0,-1-4-456 0,-7-1-1240 16,12-11-3289-16</inkml:trace>
  <inkml:trace contextRef="#ctx0" brushRef="#br0" timeOffset="100303.222">16479 17208 2764 0,'0'0'7884'0,"0"0"-5227"16,0 0-1401-16,0 0-472 0,28 67 408 0,-21-36 164 16,-3 1-208-16,0 0-340 0,1 0-404 15,-1 0-256-15,0-7-136 0,-1 0-12 0,1-5-84 16,0-5-308-16,-4-5-184 16,0-8-188-16,0-2-136 0,0 0-320 15,0-8-976-15,0-9-1825 0,0 5-3255 0,-8-14 4293 16</inkml:trace>
  <inkml:trace contextRef="#ctx0" brushRef="#br0" timeOffset="100446.234">16343 16983 5640 0,'0'0'7557'0,"0"0"-5693"0,0 0-1408 15,0 0-268-15,0 0 540 0,0 0 132 0,0 0-348 16,104-7-512-16,-76 1-696 0,4 0-720 15,-8 0-876-15,11-1-4197 0</inkml:trace>
  <inkml:trace contextRef="#ctx0" brushRef="#br0" timeOffset="100747.566">17040 17131 7976 0,'0'0'6745'0,"0"0"-5005"0,0 0-1068 0,-39 77-76 15,31-58 96-15,-1 1 84 0,5-2-92 16,0-4-340-16,4-2-292 0,0 1-52 16,4-5 0-16,9-1 0 0,-2 3 12 15,6-4 52-15,-2-3-52 0,6 4-12 16,3-4-4-16,-1 3 0 0,-3-2 4 16,8-1-4-16,-8 0 4 0,3 0 0 0,-2 3 0 15,-1 1-64-15,-8 2 4 0,-1 1-60 16,-2 6 32-16,-9-1-8 0,0 4-76 0,-9 0-136 15,-2 4-196-15,-5-2 36 0,0-2-48 16,-5 1-228-16,2-4-396 16,-5 0-1184-16,-4-4-2253 0,8-5-2951 0,-16-1 6756 15</inkml:trace>
  <inkml:trace contextRef="#ctx0" brushRef="#br0" timeOffset="101448.803">17917 17291 8916 0,'0'0'3197'0,"0"0"-1521"0,0 0-1004 0,0 0-16 15,0 0 336-15,0 0 24 0,0 0-308 16,0 0-288-16,79 63-212 0,-75-37-20 16,5 2-104-16,-9 4-84 0,4-4 0 15,-4 2-8-15,4-9-80 0,-4-2-120 0,0-3 24 16,0-9 132-16,0-4 52 16,0-3 0-16,3-10 0 0,1-6-92 15,5-5 92-15,3-9 0 0,-1-3-4 0,2-4-132 16,-2 3 24-16,6 5-36 0,-6 4 136 15,1 6-100-15,-4 7-12 0,0 1-40 16,0 8-32-16,0 3 44 0,-4 0 152 16,4 9 336-16,-4 4 76 0,4 4-80 15,-4 5-60-15,4-3-36 0,-8 6-76 16,4-2 60-16,0 2-84 0,-4-3 0 16,0 3-76-16,4-5-60 0,-4-5-36 0,0-3-332 15,0-5-372-15,4-3-216 0,0-4-248 16,-1-4-344-16,10-8-708 0,-1-10-2257 15,-5 5-2495-15</inkml:trace>
  <inkml:trace contextRef="#ctx0" brushRef="#br0" timeOffset="101712.846">18419 17281 3952 0,'0'0'5384'0,"0"0"-3459"16,0 0-845-16,0 0-108 0,0 0 372 16,48 80-160-16,-40-58-80 15,0 0-160-15,-5-3-264 0,6-3-224 0,-1-7-200 16,0-2-168-16,-1-7-88 0,10 0 0 15,-6-7 60-15,6-8-60 16,-6-4-72-16,6-7-372 0,-2-2-12 0,-2-2 0 16,-2 3-52-16,-3 2 100 0,0 2-56 15,-8 7 64-15,0 0 20 0,0 7 16 16,-8 2 124-16,-8 1 240 0,-4 6 4 0,-4 0-4 16,0 0-4-16,-3 6 4 0,7 7 204 15,-4 3-52-15,8 6-28 0,0-2-124 16,4-1-4-16,3-5-84 0,6 0-100 15,3-5-772-15,0-2-1744 0,0-4-3025 0,8-3 453 16</inkml:trace>
  <inkml:trace contextRef="#ctx0" brushRef="#br0" timeOffset="101945.837">18977 16640 6552 0,'0'0'5033'0,"0"0"-3457"15,0 0-1436-15,0 0-16 16,3 91 640-16,-3-49 688 0,-3 6 64 0,3 3-624 16,0 0-284-16,0 6 28 0,3-3 212 15,1 3-372-15,5-3-244 16,-5-4-136-16,0-5-96 0,3-4-120 0,-3-5-212 16,5-8-216-16,-1-9-76 0,-1-7-28 15,1-8 120-15,1-4-124 0,-5 0-528 0,0-7-1316 16,-4-8-3509-16</inkml:trace>
  <inkml:trace contextRef="#ctx0" brushRef="#br0" timeOffset="102091.605">18750 17176 7220 0,'0'0'4825'0,"0"0"-4529"0,0 0-144 15,0 0 920-15,0 0 464 0,103 10-152 16,-63-23-452-16,8 1-460 0,0-7-164 0,3-4-192 15,-2-3-116-15,2 1-344 0,1 4-536 16,-4-2-564-16,-12 7-1676 0,11-3-5789 16</inkml:trace>
  <inkml:trace contextRef="#ctx0" brushRef="#br0" timeOffset="103349.45">20359 17151 5184 0,'0'0'2136'0,"0"0"2165"0,0 0-3261 16,0 0-184-16,0 0 388 0,0 0 244 16,-91-45-344-16,70 45-388 0,2 11-360 15,-1 3-164-15,-1 9 40 0,6 9 12 16,-1 6-64-16,4 10 12 0,1-1 12 0,7 4 12 16,4-6-72-16,0-1-124 15,0-12-60-15,4-4-60 0,3-11-24 0,5-8 8 16,0-9-80-16,4 0 68 0,4-14 28 15,0-5-112-15,0-6-72 0,4-6-88 16,-4-1-72-16,-5-3 72 0,2 4 96 16,-6 2 116-16,-3 4 120 0,1 5 0 15,-5 4-60-15,-4 4 60 0,0 5 60 0,0 7 164 16,0 0-28-16,0 0-188 0,4 10-8 16,-1 3 0-16,1 6 88 0,4 2 84 15,1 5-24-15,-2 3 12 0,1-1-28 16,5 1-68-16,-2-6-64 0,5-2-184 15,4-5-372-15,0-2-148 0,8-8-76 16,0 0-400-16,4-6-900 16,-9 0-2493-16,22 0-4447 0</inkml:trace>
  <inkml:trace contextRef="#ctx0" brushRef="#br0" timeOffset="104066.006">21392 17186 10144 0,'0'0'2189'0,"0"0"-889"15,0 0-308-15,0 0 280 0,0 0-56 0,0 0-372 16,0 0-316-16,83 61-192 0,-71-36-116 15,-4 3-72-15,-4 3-96 16,0-4-52-16,-4-5-60 0,3-3-28 0,-3-3-156 16,9-7-100-16,-5-6-88 0,4-3-28 15,-1-6 164-15,10-7 8 0,-2-9-100 16,6-3 116-16,-6-7 80 0,5 3 116 0,-3 1 68 16,2 5-56-16,-6 11-12 0,2 2 72 15,-2 7-4-15,-2 3 16 16,-3 3 160-16,-1 10 148 0,-7 6 36 0,5 3-80 15,-5 1-36-15,0 4-72 0,0 0-4 16,-5-2 0-16,2 0-8 16,-1-6-4-16,4-3-12 0,0-3-28 0,0-10-100 15,0 0-8-15,0-3 8 0,0 0-8 16,0-3-68-16,7-7 68 0,6-2 184 16,2-8 0-16,2-5-76 0,3 0-108 15,-1-4-124-15,6 8 40 0,-5 2 72 0,-1 0-64 16,-2 8-60-16,-2 2-24 0,-2 6 48 15,-6 3-48-15,-3 0 160 0,0 6 112 16,0 7 296-16,-4 3-52 0,4-1-48 16,-4 5-12-16,0-1-64 0,0 3 12 0,-4-3-36 15,4 0-60-15,-4 0-96 16,4-3-52-16,-4-2-96 0,4-6-200 16,0-2-256-16,0-6-172 0,0 0-140 15,0 0-144-15,4-6-524 0,4-2-1088 0,4-9-2077 16,-4 1-1367-16,12-13 4428 0</inkml:trace>
  <inkml:trace contextRef="#ctx0" brushRef="#br0" timeOffset="104362.298">22124 17256 2704 0,'0'0'2580'0,"0"0"1996"0,0 0-2899 15,0 0-25-15,0 0 60 16,0 0-336-16,0 0-304 0,28 67-220 16,-28-45-100-16,0 0 12 0,0 0 116 0,0 1-236 15,0-8-304-15,0-5-316 0,0-4-24 16,9-2-108-16,-5-4-16 15,3 0 40-15,1-7 84 0,5-6-48 0,2-2-232 0,-2-5-108 16,2-2-4-16,1-3 36 0,-4 6 76 16,-1-1 32-16,-2 5 28 15,3 8 24-15,-8 2 12 0,3 1-64 0,-3 4 52 16,1 6 196-16,-5 4 296 0,4 5 84 0,0 5-24 16,-4 2-72-1,4 0-52-15,-1 0-48 0,1-2-48 0,0-2-28 16,1-5-108-16,3 0-60 0,-4-7-124 0,3-3-344 15,1-3-60 1,5-3 68-16,-2-10-84 0,2-6-476 0,2-6-948 16,2-7-1897-16,-6 10-2543 0</inkml:trace>
  <inkml:trace contextRef="#ctx0" brushRef="#br0" timeOffset="104631.36">22742 16704 9804 0,'0'0'5197'0,"0"0"-4581"0,0 0-304 0,0 0 592 16,0 0 660-16,0 0-164 0,0 0-436 16,0 0-464-16,20 89-88 0,-16-58 137 15,-1 7 119-15,1-2-344 0,5 1-204 16,-1 4-116-16,-1 1 0 0,2-1-4 16,-1 4-56-16,0 2-16 0,-5 1-192 15,1 0-88-15,-4-4-24 0,4 0 48 16,-4-3-109-16,5-5-15 0,-1-8 0 15,-4-6 40-15,8-3-40 0,-5-9-28 0,5-3-136 16,1-7-200-16,-1 0-76 16,7-14-264-16,-2-5-408 0,6-6-592 0,-3-7-1705 15,-4 7-2151-15,0-20 5164 0</inkml:trace>
  <inkml:trace contextRef="#ctx0" brushRef="#br0" timeOffset="105357.13">23244 16834 3188 0,'0'0'248'16,"0"0"5440"-16,0 0-3727 0,0 0-341 16,0 0-256-16,0 0-268 0,0 0 64 0,8 89-248 15,-8-45-268-15,0 10-112 0,4 4-52 16,-4-2 72-16,4 4 36 0,4-3-148 16,-4 1-36-16,4-7-112 0,0-7-244 15,4-6-48-15,0-9-60 0,-1-10 48 16,2-6-160-16,-2-5-132 0,-3-3-100 0,1-5-72 15,-1 0-124-15,-1-13-88 16,-3 0-292-16,-4-6-656 0,0 1-1148 16,-4-6-2061-16,-11 6-711 0,-2-2 3012 0</inkml:trace>
  <inkml:trace contextRef="#ctx0" brushRef="#br0" timeOffset="105511.712">23069 17272 1720 0,'0'0'900'0,"0"0"1668"15,0 0 1588-15,0 0-2271 0,0 0-513 16,0 0-172-16,0 0-364 0,0 0-168 0,0 0 100 15,0 0 196-15,0 0-220 0,48-16-348 16,-9 16-208-16,-3-7-116 0,0 1-68 16,4-7-4-16,-4 4-48 0,0-4-448 0,3-3-420 15,-3 4-340-15,0-4-792 16,-8 3-2529-16,12-7-3855 0</inkml:trace>
  <inkml:trace contextRef="#ctx0" brushRef="#br0" timeOffset="105678.775">23750 17186 7916 0,'0'0'5429'0,"0"0"-4045"16,0 66-980-16,-4-39 88 0,0 4 776 15,4-3 196-15,-4-2-520 0,0-4-636 16,4-6-308-16,0-3-292 16,0-4-336-16,0-6-288 15,0 0-128-15,0-3-540 0,0-3-1620 0,0-12-4361 0</inkml:trace>
  <inkml:trace contextRef="#ctx0" brushRef="#br0" timeOffset="105812.824">23650 16983 2480 0,'0'0'6964'16,"0"0"-2363"-16,0 0-3713 0,0 0 40 16,0 0 528-16,0 0-444 0,96-48-396 15,-68 36-356-15,4-1-260 0,0-4-204 0,7-1-980 16,-3 2-1056-16,-12 3-3229 0,17 1-4047 0</inkml:trace>
  <inkml:trace contextRef="#ctx0" brushRef="#br0" timeOffset="106215.112">24088 17230 508 0,'0'0'6284'0,"0"0"-3860"0,0 0-896 16,0 0-167-16,0 0 263 0,0 0-132 16,49 80-308-16,-38-42-424 0,-3 6-300 15,1 7-164-15,-5 4-36 0,-4 1 24 16,0 8-36-16,0 5 60 0,-8 2-76 16,-5-5-48-16,2 4-84 0,-2-10-88 0,5-2-4 15,-3-11-8-15,2-8-260 0,5-8-20 0,0-9-64 16,1-6-224-16,3-13-164 15,0-3-264-15,0-9-504 0,0-14-776 0,7-11-2289 16,-3-11-979-16,1 10 4524 0</inkml:trace>
  <inkml:trace contextRef="#ctx0" brushRef="#br0" timeOffset="106412.687">24188 17189 3816 0,'0'0'7509'0,"0"0"-6133"16,0 0-688-16,0 0 60 0,0 0 292 15,88-22-248-15,-72 31-240 0,-4 4-140 16,0 6 12-16,-8 7 120 0,0 5-60 0,-4 4-128 16,-4 3-136-16,-5 4-144 15,-2-5-76-15,-6 0-12 0,2-4-492 0,3-3-228 16,-4-9-136-16,8-5-48 0,-4-9-316 16,8-7-472-16,0-7-1469 0,4-16-2527 15,0 2 2856-15,0-24 2636 0</inkml:trace>
  <inkml:trace contextRef="#ctx0" brushRef="#br0" timeOffset="106598.215">24511 16723 6320 0,'0'0'5249'15,"0"0"-3461"-15,0 0-936 0,0 0 20 0,0 0 352 16,44 85 36-16,-41-41-212 0,-3 8-332 16,0 5-264-16,0 3 12 15,0-2 184-15,-3-2-320 0,3-5-328 0,0 0-12 16,8-7-404-16,0-6-264 0,3 1-180 15,2-8-272-15,-1-3-544 16,4-8-1016-16,3-8-1369 0,2-7-547 0,-6-5 392 16</inkml:trace>
  <inkml:trace contextRef="#ctx0" brushRef="#br0" timeOffset="106862.267">24833 17440 3284 0,'0'0'168'0,"0"0"6080"0,0 0-4455 0,0 0-509 16,0 0 52-16,0 0 28 15,0 0-168-15,0 0-440 0,80 58-256 16,-64-77-180-16,0-4-112 0,5-9-132 0,-2-3-76 15,1 0-456-15,-4 0 132 0,-4 7 152 16,-8 9 48-16,0-1 36 0,-4 11 88 0,-12 3 172 16,-4 6-96-16,-3 0 72 0,-6 12 40 15,-3 7 144-15,4 6 160 16,0 11-24-16,9-1-88 0,-2 3-136 0,6 3-36 16,3-3-12-16,8-2-72 0,0-5-124 15,4-6-64-15,7-6-72 16,10-3-108-16,3-6-284 0,8-7 12 0,0-3 24 0,-1 0-64 15,5-7-28-15,0-5-164 16,-1-4-548-16,1 3-1180 16,-12 4-2853-16,12-4-1695 0</inkml:trace>
  <inkml:trace contextRef="#ctx0" brushRef="#br0" timeOffset="107265.775">25834 17180 6656 0,'0'0'2516'16,"0"0"-203"-16,0 0-901 0,84-22-192 0,-48 22 244 15,-5 6 68-15,-3 10-540 0,-4 6-424 16,-4 3-176-16,-9 4 12 0,-2 6-12 16,-5 3-60-16,-4 0-148 0,0 0-52 15,0-3-68-15,-8-3-52 0,3-4-12 16,-2-5-8-16,3-8-44 0,4-5 52 0,-4-4-4 15,4-6 4-15,0-3 0 0,8-6-8 16,4-7 8-16,0-10 0 16,8-2 52-16,3-10-52 0,1-4-88 0,0-2-204 15,4 2-100-15,-3 1-208 0,3 3-212 16,-1 6-340-16,-3 7-932 0,-4 9-2008 16,0 0-1841-16</inkml:trace>
  <inkml:trace contextRef="#ctx0" brushRef="#br0" timeOffset="107539.813">26463 17306 3452 0,'0'0'9549'16,"0"0"-7693"-16,0 80-1076 0,0-49-48 16,0 1 896-16,0-6-124 0,4-3-516 15,5-11-632-15,-2-5-296 0,5-5-56 16,0-2 44-16,8-7 48 0,4-7-8 16,0-9-88-16,4-5-176 0,0-4-32 0,0-3 52 15,-5 3 56-15,-3 3-32 0,-8 8-28 16,0-2-24-16,-8 7-36 15,-4 0 96-15,-4 7 64 0,-8-1-48 0,-7 3 100 0,-2 5 8 16,-3 2-52-16,5 0 52 16,-1 9 0-16,-1 4-60 0,2 6 60 15,7 4-8-15,0-2-80 0,4 2-8 0,4-4-88 16,0-3-432-16,4-4-376 16,0-2-924-16,8-1-988 0,4-6-1945 15,-4 0-1443-15,16-6 5940 0</inkml:trace>
  <inkml:trace contextRef="#ctx0" brushRef="#br0" timeOffset="107795.911">26854 17317 2904 0,'0'0'364'0,"0"0"6448"0,0 0-4471 16,0 0-797-16,0 0 36 0,0 0 0 15,56 72-232-15,-56-62-324 0,4-7-352 0,-1-3-284 16,1 0-180-16,4-7-84 16,5-2 96-16,2-10-88 0,1 0-88 15,4-6-44-15,-4 0-280 0,4 2 24 0,-8 0-24 16,0 8-60-16,-8 2-4 0,0 4 112 15,-4 5 120-15,-4 1-8 0,-8 0 56 16,-4 3 16-16,-4 10-40 0,-4 2 84 16,-4 8 4-16,5 5 4 0,-1 1-4 15,0 2 0-15,3 0-12 0,6-2-60 16,2-1-76-16,6 0-248 0,3-1-156 0,4-10-292 16,4-1-500-16,8-10-1504 0,8-3-2785 15,-4-9-831-15,12-19 6008 0</inkml:trace>
  <inkml:trace contextRef="#ctx0" brushRef="#br0" timeOffset="108032.375">27587 16710 5440 0,'0'0'8749'0,"0"0"-7421"0,0 0-1204 16,-16 76 532-16,4-35 776 0,4 11 48 15,0 0-380-15,0 10-356 16,4-3-12-16,0 6 93 0,4-9-377 0,-4 1-352 0,4-3-96 15,4-3-96-15,0-6-160 0,8-8-108 16,0-7-72-16,0-5-25 0,4-6 145 16,-4-6 84-16,-1-7-280 0,-2-6-72 15,-1 0-104-15,-4-10 0 16,-4-3-500-16,0-6-1032 0,-8-2-1784 0,-5-2-701 16,-6-6-267-16,3 10 3541 0</inkml:trace>
  <inkml:trace contextRef="#ctx0" brushRef="#br0" timeOffset="108175.078">27324 17176 1188 0,'0'0'1184'0,"0"0"4212"0,-76-22-2648 0,48 19-899 16,12 3-305-16,4 0-304 0,9 0-308 0,3 0-192 16,3 7-216-16,18-4-16 0,2 0 480 15,17-3-156-15,4 3-132 0,12-3-212 16,7-3-208-16,1-3-136 0,4-1 52 16,-5-2-76-16,-3-2-120 0,0-1-56 15,-4 3-588-15,-4-1-432 0,-1 3-324 0,-14 1-1368 16,6 3-5797-16</inkml:trace>
  <inkml:trace contextRef="#ctx0" brushRef="#br0" timeOffset="108322.533">28392 17380 4484 0,'0'0'13161'15,"0"0"-10821"-15,0 0-1412 0,0 0-272 16,0 0-632-16,0 0-24 0,0 0-900 0,-64-82-484 15,60 56-1088-15,-4-6-4405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5-30T08:07:10.3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1960 1314 7096 0,'0'0'5593'15,"0"0"-4685"-15,0 0-656 0,0 0 180 16,0 0 404-16,83-35 20 0,-74 35-276 16,2 0-232-16,-7 0-88 0,4 7-160 15,-3 5 36-15,2 7 372 0,-3 8 60 0,-4 6-184 16,0 9-40-16,0 9-184 15,-4 6 24-15,-3 0-144 0,-2 3-32 16,1-2 56-16,1-8 96 0,-2-11-148 0,5-14 36 16,0-9-48-16,4-10-108 15,-4-6-384-15,4 0-220 0,-3-12-288 16,3-12-476-16,0 3-1676 0,-4-33-4225 0</inkml:trace>
  <inkml:trace contextRef="#ctx0" brushRef="#br0" timeOffset="161.398">2007 1041 10104 0,'0'0'4409'0,"0"0"-4205"0,0 0 440 15,0 0 924-15,0 0-548 0,0 0-700 16,0 0-320-16,96-70-124 0,-72 61-160 16,4-4-796-16,4 6-480 0,-4-2-1108 15,11 9-2985-15</inkml:trace>
  <inkml:trace contextRef="#ctx0" brushRef="#br0" timeOffset="427.928">2585 1527 12973 0,'0'0'2860'0,"0"0"-2596"0,0 0-200 0,0 0 800 15,0 0 28-15,0 0-296 16,0 0-340-16,0 0-132 0,0 0-120 0,0 0 120 15,60 28-120-15,-56-14-4 0,4 5-52 16,-4 2 52-16,-4 11 84 0,0 6-84 16,0 0-16-16,-4 3 16 0,0-5 60 15,-4-4-48-15,4-7 136 0,0-6-148 0,1-9-40 16,3-7-232-16,-5-3-268 16,5-3-204-16,-4-10-212 0,4-10-412 0,0-12-1056 15,0 7-3437-15,0-33-1194 0</inkml:trace>
  <inkml:trace contextRef="#ctx0" brushRef="#br0" timeOffset="562.863">2621 1117 13509 0,'0'0'1672'0,"0"0"-1384"16,0 0 480-16,0 0 492 0,96-3-568 15,-68 3-444-15,0-3-248 0,0-3 0 0,0-1-716 16,-1 1-416-16,-7 0-668 15,4-4-3429-15</inkml:trace>
  <inkml:trace contextRef="#ctx0" brushRef="#br0" timeOffset="922.225">3068 1495 2728 0,'0'0'676'0,"0"0"4720"0,0 0-3292 16,0 0-587-16,0 0 143 0,0 0-84 15,83-22-372-15,-75 22-296 0,-4 0-276 16,4 6-212-16,-4 4-104 0,4 6 44 16,-8 6 224-16,0 6-204 0,0 8-160 15,0 1-48-15,-12 5-112 0,4-1-56 16,-4-3-4-16,0-3 0 0,1-3-128 0,2-10-212 16,-3-9-184-16,5-4-176 0,-2-9-384 15,1-3-1048-15,-3-10-4121 16,2 1-2823-16,-3-20 8708 0</inkml:trace>
  <inkml:trace contextRef="#ctx0" brushRef="#br0" timeOffset="1045.041">3214 1384 9276 0,'0'0'4617'0,"0"0"-4133"0,0 0 272 0,0 0 516 16,88-47-944-16,-71 30-328 0,-2 2-436 15,-2-4-396-15,-2-4-404 0,-3 11-1128 16,-8-7-3737-16</inkml:trace>
  <inkml:trace contextRef="#ctx0" brushRef="#br0" timeOffset="1361.927">1302 1257 3360 0,'0'0'9253'0,"0"0"-7609"0,-64 89-608 0,40-45 224 16,1 17-168-16,-1-1-412 15,8 10-260-15,4 3-112 0,4 3-172 16,8 3-56-16,4 1-80 0,12 0-84 0,4-8-64 15,12-2-368-15,3-10-128 0,10-3-64 16,6-9-64-16,1-10-196 0,8-8-132 16,7-16-388-16,5-9-372 0,0-16-2301 15,-16-4-1875-15,31-33 5968 0</inkml:trace>
  <inkml:trace contextRef="#ctx0" brushRef="#br0" timeOffset="1613.634">3983 1144 10816 0,'0'0'5553'0,"0"0"-5105"15,81 30-396-15,-57-14-16 0,4 7 548 16,-9 2 172-16,1 0 68 0,0 7-392 16,0 3-200-16,-4 4-124 0,-4 5-8 0,-5 4-88 15,-7 2-12-15,-3 4-272 0,-13 2 64 16,-4 2 52-16,-4 0 68 0,-8-1-132 15,-4-3 212-15,-7 0-140 0,-2-7 36 16,-2 0-268-16,-5-5-300 0,0-4-268 16,-3-3-608-16,3-7-1128 0,12-4-3893 0,-12-18 825 15</inkml:trace>
  <inkml:trace contextRef="#ctx0" brushRef="#br0" timeOffset="2080.609">6207 1426 6064 0,'0'0'7045'16,"0"0"-5105"-16,0 0-628 0,115 50-192 16,-63-34 16-16,8-3-212 0,-4-1-204 0,8-9-352 15,-4-3-260-15,0-3-84 16,-1-9-24-16,1-10-268 0,-5-4 36 15,1-5-292-15,-4-7-252 0,0-4-136 0,-8-2-492 16,-12 5-2420-16,-1-15-4377 0</inkml:trace>
  <inkml:trace contextRef="#ctx0" brushRef="#br0" timeOffset="2378.823">6753 962 416 0,'0'0'10496'0,"0"0"-8851"15,0 0-713-15,0 0 804 0,-12 86-104 16,16-51-276-16,7 2-348 0,2 8-372 0,2 6-84 16,6 6 32-16,-6 3-48 0,5 3-292 15,1 4-123-15,-6 3 27 0,2 4-144 16,-2 2 80-16,-2 3 12 0,-2-3-84 16,-3-3 60-16,-4 0-24 0,-4-3 24 15,0-3-68-15,-12-7 0 0,1-3 60 0,-6-9-52 16,-2-7 72-16,-1-5 0 0,-5-11-12 15,1-6-8-15,-4-10-64 16,5-4-276-16,-5-5-196 0,0-2-41 0,0-10-95 0,0-7-124 16,0-11-212-16,4-7-448 15,5-5-892-15,6-5-2553 0,6 11-3379 0,7-16 6832 16</inkml:trace>
  <inkml:trace contextRef="#ctx0" brushRef="#br0" timeOffset="2660.157">8330 1381 1252 0,'0'0'12337'15,"0"0"-10313"-15,0 0-1536 0,0 0-20 0,0 0 156 16,0 0 552-16,0 0-328 16,37 98-432-16,-33-60-220 0,3 7 36 15,-7-5-48-15,0-1-96 0,0-7-88 0,0-7-52 16,0-9-448-16,0-6-296 16,-3-7-156-16,-1-3-328 0,0-7-1060 0,-16-18-5613 15</inkml:trace>
  <inkml:trace contextRef="#ctx0" brushRef="#br0" timeOffset="2811.264">8131 1044 8412 0,'0'0'7557'0,"0"0"-6817"16,0 0-616-16,0 0 548 0,0 0-100 15,0 0-240-15,92 4-332 0,-68-4-224 16,8 0-828-16,-4 0-464 0,-5-4-904 15,10 4-4621-15</inkml:trace>
  <inkml:trace contextRef="#ctx0" brushRef="#br0" timeOffset="3081.043">8665 1209 6716 0,'0'0'7957'0,"0"0"-6585"16,0 0-764-16,44 67 188 0,-32-38 352 0,1 3-16 15,-2 2-48-15,-7 4-376 0,4 1-319 16,-4-1-121-16,0 3-16 16,-4-3 16-16,4-3-36 0,-4-3-76 0,0-10-48 15,0-3-24-15,0-9 12 0,0-8 4 16,0-2 32-16,0 0 12 0,4-6 112 16,-4-6-88-16,4-7-104 0,0-8-64 15,0-3-96-15,3-12-124 0,2-2-224 16,-1-4-224-16,-1 0-80 0,2 1-141 0,-1 2-539 15,-4 1-1100-15,0 9-1952 0,-1-9-3157 16</inkml:trace>
  <inkml:trace contextRef="#ctx0" brushRef="#br0" timeOffset="3361.856">8953 1079 1292 0,'0'0'11381'0,"0"0"-9965"16,0 0-1036-16,0 0 440 0,59 76 452 15,-43-54 20-15,-4-3-268 0,4 4-436 0,-5 2-244 16,2-2-76-16,-2-1-36 0,2 6-108 16,-9 1-28-16,4 2-88 0,-8 1-8 15,3 7 0-15,-3-4 84 0,0-4 12 16,-3-6-88-16,3-9 76 0,-4-2 40 16,4-12 8-16,0-2 28 0,0 0 180 0,0 0 121 15,0-6-181-15,4-4-132 16,7-1-88-16,2-6-12 0,-2-5 36 0,6 0-72 15,2-7-12-15,-3 1-132 0,4-2-220 16,0-1-185-16,0-1-107 16,4 1-172-16,-1-4-412 15,2 3-636-15,-9 6-2172 0,7-6-4601 0</inkml:trace>
  <inkml:trace contextRef="#ctx0" brushRef="#br0" timeOffset="3715.447">9697 1473 6856 0,'0'0'7777'15,"0"0"-6605"-15,0 0-1160 0,0 0 36 0,0 0 320 16,0 0 284-16,0 0 316 16,0 0-240-16,84-66-472 0,-68 36-256 15,0-1-64-15,-4-1-232 0,-5 4 40 0,2 3 156 16,-5 2 24-16,-4 11-76 0,-4-1 152 15,-12 2 112-15,-1 5 0 0,-6 0 72 16,-5 6-180-16,-4 0-4 0,1 0-56 0,-1 17 56 16,8 2 124-16,-1 9 72 0,10 4 24 15,2 6-32-15,2 7 80 0,3 2 16 16,3 0 44-16,2 4 320 0,-1-3-148 16,4-3-208-16,0-11-192 0,7-5-100 0,6-10-8 15,7-6-68-15,-1-7 28 0,13-6-256 16,0 0-220-16,4-10-208 15,4-5-216-15,4-8-436 0,0 1-1148 0,3-3-2685 16,-11 6-911-16,20-17 3912 0</inkml:trace>
  <inkml:trace contextRef="#ctx0" brushRef="#br0" timeOffset="4397.203">10598 1394 2916 0,'0'0'720'16,"0"0"3756"-16,0 0-2884 0,0 0-596 0,0 0-199 15,0 0 207-15,0 0 52 0,-79-32-140 16,62 32-248-16,2 3-340 0,-2 3 48 16,-3 7 32-16,5 10 152 0,-6 5 24 15,2 10 72-15,-1 9-124 0,3 7-88 16,-2 0-40-16,7 1 36 0,0-8 88 0,4-8-100 16,0-12-172-16,8-10-176 0,0-11-80 15,8-6-48-15,4-6 44 0,8-13 4 16,8-13 0-16,0-10-88 0,4-15-240 15,0-10-160-15,-4-2-160 0,-1-1-52 16,1-3-116-16,-8 3-64 0,4-3-424 0,-9 1-16 16,-2 1-244-16,-1 1 332 15,-9 4 359-15,1 5 873 0,-4 8 193 16,0 5 487-16,-7 6 28 0,3 17 32 0,-4 9 276 16,-1 7 84-16,5 9-208 15,1 0-28-15,-1 12-228 0,-4 4-280 16,4 13-120-16,-4 8 60 0,4 15 100 0,4 8 168 15,0 7 316-15,0 9-296 0,0 4-156 16,0 2-100-16,0 1-99 0,4-8-229 16,-1-1 0-16,2-8-241 0,-1-9-343 0,4-10-24 15,-4-8 56-15,3-14-72 16,6-5-224-16,-5-11-824 0,3-9-2132 16,2-6-2221-16,-2-7-271 0,2-22 5720 0</inkml:trace>
  <inkml:trace contextRef="#ctx0" brushRef="#br0" timeOffset="4699.967">10821 1448 6656 0,'0'0'6717'0,"0"0"-5057"16,12 72-1144-16,-8-40-116 0,0 7 292 15,-4-2 688-15,4-5-60 0,0-3-356 16,-1-10-548-16,6-7-308 0,-1-12-108 0,7 0-4 16,-2-6-132-16,6-13 76 0,5-6-136 15,-4-7-184-15,5-6-96 0,-6 0-52 16,1 0 84-16,-4 3 100 0,-4 3 84 0,-4 7 160 15,0 2 40-15,0 4 60 16,-4 10 48-16,-4 5 64 0,4 4 248 16,-4 4 56-16,0 5-84 0,0 10 12 0,0 0 12 15,4 10-136-15,0 0-60 0,-4 5 72 16,4-2 36-16,-1 0-84 0,6 0-16 16,-1-4-68-16,-1-5 8 0,6-1-108 15,-5-6-12-15,-1-4-232 0,1-5-232 16,1-4-208-16,-1-3-224 0,7 0-312 0,-2-7-996 15,2-5-2785-15,1 2-3815 0,4-9 7812 16</inkml:trace>
  <inkml:trace contextRef="#ctx0" brushRef="#br0" timeOffset="4944.303">11698 1371 9684 0,'0'0'6341'0,"0"0"-4989"16,0 0-1068-16,0 0-72 0,0 0 184 0,-88 86 480 16,76-51 176-16,0 10-160 15,0 2-224-15,8 4-99 0,0-1 183 0,4-5-232 16,0-4-280-16,8-10-188 0,0-7-52 16,0-9-144-16,4-5-84 0,0-10-52 0,4 0 40 15,7-3-64-15,1-13-120 0,0-7-133 16,4-5-199-16,-3-9-600 15,-2-9-1236-15,-7 15-2928 0,4-27-3629 0</inkml:trace>
  <inkml:trace contextRef="#ctx0" brushRef="#br0" timeOffset="5089.8">11945 1444 9592 0,'0'0'6749'0,"0"0"-5941"0,0 95-672 15,0-60 112-15,-8 4 324 0,3-4 660 0,-3-10-364 16,4-6-868-16,1-9 0 15,3-7-488-15,0-3-224 0,0-13-400 0,0-6-720 16,0-10-3036-16,-4 6-6161 0</inkml:trace>
  <inkml:trace contextRef="#ctx0" brushRef="#br0" timeOffset="5230.87">11984 1009 8836 0,'0'0'7397'15,"0"0"-5901"-15,0 0-1148 0,0 0-116 0,0 0-96 16,0 0-60-16,0 0-76 0,0 0-484 16,0 0-644-16,0 0-480 0,68-35-2196 0,-60 10-6045 15</inkml:trace>
  <inkml:trace contextRef="#ctx0" brushRef="#br0" timeOffset="5572.922">12454 695 3940 0,'0'0'9865'0,"0"74"-8337"0,-8-34-960 0,4 14 148 16,-3 10 712-16,-6 5 172 15,-2 5-304-15,2 2-299 0,-2 4-401 16,-2-1-244-16,2 0-112 0,3-2-120 0,4-14-116 16,4-13-4-16,4-11-12 0,0-17-120 15,8-9-148-15,8-10-168 0,-1-6-72 16,6-13 7-16,3-7 41 0,4-2-116 15,-4-1-96-15,-1 1-112 0,1 3-180 16,0 3 56-16,-8 6 260 0,0 7 228 0,-8 3 140 16,0 3 292-16,-4 0 540 15,-4 6 324-15,0 4-8 0,0 2-188 0,0 1-148 16,-8 3-32-16,4 1-32 0,-4-6-40 16,4 3-112-16,0-12-184 0,4-2-120 15,0 0-228-15,0-2-160 0,0-12-104 0,4-4-108 16,4-8-252-16,4-9-260 15,0-6-884-15,0-6-2625 0,0 8-2127 0,8-27 3316 16</inkml:trace>
  <inkml:trace contextRef="#ctx0" brushRef="#br0" timeOffset="5911.297">12877 1044 5368 0,'0'0'3056'0,"0"0"2333"0,0 0-4009 16,16 76-804-16,-16-38 20 15,0 4 188-15,-5 9 568 0,1 0-52 0,1 2-384 0,-1 1-332 16,4-2-208-16,0-8-228 0,7-5-140 15,6-12-8-15,6-4-56 0,1-8 52 16,8-5 4-16,0-8-196 0,8-2 40 16,-4-5-124-16,4-9-24 0,-1-4-112 15,2-8-24-15,-5 1 36 16,-4-3 36-16,-5 2 48 0,-3-2 136 0,-8 5 184 0,0 2 76 16,-12 2 160-16,0 5 180 15,-8 9 172-15,-4 1 48 0,-8 4-100 16,1 6-256-16,-6 13-64 0,-2 4-55 0,2 5 19 15,2 4 16-15,3 0 48 16,7 0-40-16,2-4-24 0,7-2-116 0,0-8-60 16,4-1-4-16,0-2-88 0,0-5-140 15,8-1-136-15,-4-6-73 0,8 1-63 16,0-4-156-16,4 0-236 0,7 0-276 16,2 0-44-16,2-10-1776 0,-2 4-5029 15,10-7 1889-15</inkml:trace>
  <inkml:trace contextRef="#ctx0" brushRef="#br0" timeOffset="6087.14">14061 1602 16013 0,'0'0'3976'0,"0"0"-3488"0,0 0-388 0,7 83-100 15,-7-48 8-15,-7 1 136 0,-2-4-108 16,-3 1-36-16,1-6-352 0,-2-2-148 15,5-3-140-15,-4-3-284 0,-4 0-648 16,-4 0-2668-16,1-6-5653 0,-18 6 9489 16</inkml:trace>
  <inkml:trace contextRef="#ctx0" brushRef="#br0" timeOffset="6723.856">16398 1441 3572 0,'0'0'2436'15,"0"0"2797"-15,0 0-3081 0,0 0-340 16,0 0-228-16,0 0-368 0,0 0-96 16,9 79-16-16,19-53-264 0,8-3-244 0,3-4-131 15,6-7-89-15,-6-5-196 0,5-7-136 16,-9 0-44-16,2-11-8 0,-1-8-172 15,-4-3-124-15,-8 0-133 0,-5-6-171 16,1 2-208-16,-8-2-424 0,-3 3-948 16,-6 6-2536-16,-3-11-3429 0</inkml:trace>
  <inkml:trace contextRef="#ctx0" brushRef="#br0" timeOffset="6963.639">16645 1174 1800 0,'0'0'860'0,"0"0"5336"15,0 0-3331-15,-3 67-717 0,11-32-644 16,4 9-172-16,4 10-188 0,0 7 40 16,0 2-132-16,0 13 48 0,-5 4-528 15,2 5-135-15,-2 2-37 0,-7-2 36 0,1 0-100 16,-5-5-128-16,0-7-200 0,-9-6 52 16,2-10 36-16,-1-16-96 15,-1-9 44-15,5-13-44 0,-3-7-60 0,3-12-144 16,0 0-124-16,-9-14-132 0,2-12-216 15,-1-9-117-15,0-10-11 0,0-9-384 16,-1-12-1384-16,6-8-2308 0,-1 18-3597 16,0-43 5385-16</inkml:trace>
  <inkml:trace contextRef="#ctx0" brushRef="#br0" timeOffset="7160.222">17088 905 4668 0,'0'0'6176'0,"0"0"-4695"0,0 0-345 15,0 0 308-15,0 0 232 0,92 64 12 0,-77-33-348 16,2 7-300-16,-2 3-308 0,-2 4-259 16,-2 0-181-16,-3-1-208 15,5-3-84-15,-6-3-96 0,1 0-513 0,5-3-195 16,-6-6-184-16,1 3-216 16,1-7-944-16,-2 0-2444 0,-3-6-3245 0,-4-3 3941 15</inkml:trace>
  <inkml:trace contextRef="#ctx0" brushRef="#br0" timeOffset="7360.135">17901 1384 11597 0,'0'0'6844'0,"0"0"-5172"15,0 0-1148-15,0 0-368 0,0 0 28 16,88 64 180-16,-64-64 112 0,0 0 33 15,4-7-449-15,-1-2-60 0,1-7-144 16,0 0-208-16,-4 0-281 0,0 1-207 0,-9-2-312 16,-6 9-1032-16,-9 1-2388 0,-9 7-2969 15</inkml:trace>
  <inkml:trace contextRef="#ctx0" brushRef="#br0" timeOffset="7530.995">17818 1711 7688 0,'0'0'6513'0,"0"0"-4685"0,0 0-1072 15,27 80-248-15,-3-58 608 0,4-7 212 16,4-2 12-16,0-6-363 16,7-7-349-16,2-4-288 0,-6-8-160 0,5-4-180 15,-4-9-268-15,0-4-156 0,-4-6-148 16,-4 0-97-16,-1 0-135 0,-3-3-568 16,-3 0-992-16,-10 12-1904 0,-3-9-4033 15</inkml:trace>
  <inkml:trace contextRef="#ctx0" brushRef="#br0" timeOffset="7778.997">18037 1057 9260 0,'0'0'4633'16,"0"0"-3669"-16,0 0-372 0,-13 89 252 0,13-47 500 15,0 8 124 1,0 7-280-16,0 6-420 0,0 11-208 0,0 2-119 15,0 10-153-15,4 5-68 0,-4-2-40 16,0 0-180-16,0-6-4 0,0-10-176 0,0-10-232 16,0-12-173-16,9-10-83 0,-1-15-28 15,-1-10-64-15,10-11-172 0,-2-5-656 16,5-8-1220-16,1-14-2789 0,-6 0-1579 16,13-23 6392-16</inkml:trace>
  <inkml:trace contextRef="#ctx0" brushRef="#br0" timeOffset="8098.533">18977 1537 2764 0,'0'0'13205'0,"0"0"-10369"0,0 0-1820 0,-4 91-552 16,0-56 60-16,4 0 464 15,0 0-151-15,0-6-329 0,8-10-328 0,4-4-180 16,7-4 8-16,2-9 28 0,3-2-36 15,4-2-132-15,-1-11-24 0,5-10-36 16,-4-2 8-16,-4-7-32 0,0 1-40 16,0-1 60-16,-9 0 40 0,-2 4 71 15,-5-1 85-15,-4 6 61 0,-4-2-53 16,0 6 52-16,-12 0-12 0,-8 4 28 0,-4-2-4 16,-4 5 0-16,-4 1-12 15,-4 6-60-15,-3 5-60 0,-6 3 0 0,-2 10-160 16,-1 6-13-16,-4 6-71 0,-3 4-144 15,6 3-100-15,2 0-396 0,3-1-880 16,8 1-972-16,8-4-2101 0,4-5-2811 0,1 11 7240 16</inkml:trace>
  <inkml:trace contextRef="#ctx0" brushRef="#br0" timeOffset="10337.119">20651 1596 13969 0,'0'0'1908'15,"0"0"-1684"-15,0 0-44 16,0 0-180-16,0 0 736 0,0 0 344 0,107 20-96 16,-68-15-384-16,6 2-168 0,2 0-128 15,1-7-96-15,-1 0-76 0,-2 0-72 16,2-7-52-16,-6-5-8 0,-6-2-248 0,-3 3-328 15,-4-3-280-15,-12 6-232 16,-8 1-500-16,-4 3-948 0,-4 4-2793 0,-12 0-1931 16</inkml:trace>
  <inkml:trace contextRef="#ctx0" brushRef="#br0" timeOffset="10494.846">20902 1781 5956 0,'0'0'5941'0,"0"0"-4141"0,0 0-1128 0,0 0-264 16,0 0 472-16,0 0 300 0,0 0 112 15,95 70-244-15,-55-61-376 0,8-2-204 16,-1-7-228-16,5 0-116 0,0-10-124 16,-4-6-84-16,4-4-380 0,-9-7-260 15,-2-2-284-15,-9-6-828 0,-9 10-3036 16,-7-20-6561-16</inkml:trace>
  <inkml:trace contextRef="#ctx0" brushRef="#br0" timeOffset="10763.035">21136 1219 7856 0,'0'0'5117'0,"0"0"-4049"0,0 0-992 15,0 0 532-15,48 79 664 0,-20-47 240 0,8 3-188 16,0 0-452-16,8 3-432 16,-1 3-148-16,-3 0 12 0,-4 4-204 0,-5-3-16 15,-3 2-84-15,-7-3-4 0,-6 0-108 16,-6 0-92-16,-9 1-52 0,-4 2-4 15,-16 1 4-15,-4 2 36 0,-4 1 12 16,-4-4 36-16,-4-3-84 0,0 1-28 16,-7-4-100-16,-1-7-48 15,4 1-264-15,-4-9-392 0,8-7-956 0,4-7-1953 16,8-6-3087-16,-8-12 5988 0</inkml:trace>
  <inkml:trace contextRef="#ctx0" brushRef="#br0" timeOffset="11212.048">22412 1791 196 0,'0'0'10244'16,"0"0"-7879"-16,0 0-749 0,0 0 8 16,82 63-12-16,-33-41-116 15,-1-3-384-15,-1 0-476 0,5-6-224 0,-8-7-156 16,4-6-48-16,-5 0-135 0,2-9-65 16,-6-10-8-16,-3-3-8 0,0-4-357 15,-4-3-255-15,-4-3-308 0,-4 1-276 0,-9-1-740 16,-6 10-1920-16,-1-10-2029 15</inkml:trace>
  <inkml:trace contextRef="#ctx0" brushRef="#br0" timeOffset="11446.16">22949 1377 3412 0,'0'0'680'0,"0"0"5552"16,0 0-4595-16,0 0-525 0,0 0 136 16,0 0-12-16,0 0-340 0,0 0-324 15,-68 67-148-15,68-25 20 0,0 2 164 16,0 7 28-16,8 3-132 0,0 3-24 0,4 7-128 15,-4-1-84-15,0 3-144 0,1 5 20 16,-2-1-44-16,-3-4-52 0,0 5 0 16,-4-2 12-16,0-6-56 0,-4 0 4 15,-4-2 4-15,-4-4-12 0,0-6 12 0,-4-7-12 16,0-5 0-16,0-4-84 0,1-10-64 16,-2-9 16-16,2-4-40 15,-2-8-156-15,2-2-148 0,2-2-136 16,-2-12-288-16,3-7-364 0,0-9-740 15,4-7-2092-15,4 0-2413 0,-3-29 2233 0</inkml:trace>
  <inkml:trace contextRef="#ctx0" brushRef="#br0" timeOffset="11979.559">24169 1089 12913 0,'0'0'2196'0,"0"0"-2196"0,0 0 352 16,0 0-352-16,0 0 756 15,0 0 268-15,0 0-72 0,35 95-332 16,-19-44-192-16,-4 12-12 0,0 8-72 0,0 8 48 16,-8 0 8-16,4 3-68 15,-8-6-176-15,4-3-96 0,0-10-56 0,0-11-4 16,-1-11-72-16,2-11-12 0,3-11 24 0,0-11-112 15,4-8-72-15,0-2 12 0,3-11 48 16,2-6 52-16,-2-4-16 0,1-8 12 16,-4-1 68-16,4 2 64 0,-4 3-4 15,1 4-40-15,-2 10-40 0,1 4-108 16,-4 9 36-16,4 0 112 0,1 13 48 16,-2 6 260-16,5 7 68 0,0 2-68 15,-4 4-92-15,0-4 52 0,-4 1-24 0,-1-4-48 16,1 0-68-16,1-8-80 0,-1-1-48 15,-1-7-76-15,2-6-264 0,3-3-152 16,3-3-268-16,1-11-240 0,0-7-736 16,4-4-1212-16,-3 6-3409 0,2-20-363 15</inkml:trace>
  <inkml:trace contextRef="#ctx0" brushRef="#br0" timeOffset="12290.643">24953 1600 716 0,'0'0'11233'16,"0"0"-7089"-16,0 0-3676 0,0 0-208 0,0 0 436 15,-83 57 356-15,59-29-68 0,0 7-164 16,0 7-212-16,4-2-36 16,4-1 97-16,4-7-137 0,4-7-308 0,4-9-224 0,4-6-160 15,0-7 52-15,0-3-48 16,9 0-4-16,2-3 16 0,-3-10-48 16,8 0-29-16,0-5-11 0,0-2 16 0,-1-2-4 15,-2 3 12-15,2 0 0 16,-2 0 28-16,2 7 56 0,-3 5-8 0,1 1 92 15,-2 6 40-15,2 2 88 0,-2 9 104 16,1 1 40-16,0 3 88 16,0 5-56-16,-4-1-56 0,4 0 12 0,-4 0-27 15,0-3-81-15,0 0-112 0,0-7-52 16,0-2-181-16,0-4-255 0,0 0-108 16,0-3-112-16,0-3-360 0,4-10-772 0,4-6-992 15,-5-3-2409-15,2 0-2259 16</inkml:trace>
  <inkml:trace contextRef="#ctx0" brushRef="#br0" timeOffset="12544.407">25284 1591 6020 0,'0'0'6861'0,"0"0"-4325"0,0 0-1340 15,0 0-348-15,0 0 240 0,0 0 28 16,0 0-248-16,-36 69-232 0,24-44-188 0,0-2-83 16,4-4-97-16,5 0-100 0,-1-3-116 15,4-4-52-15,0-2-12 16,11 0-44-16,1-2 56 0,4-1 64 0,4 3 8 15,0-3-64-15,4-1 44 0,-9 0-52 16,2 4-44-16,-2-4 44 0,2 3 0 16,-6 1-4-16,-2 0-56 0,-5-1-16 15,0 4-32-15,-4-1-244 0,-4 8-49 16,-5-5-59-16,-6 4 32 0,-6 1 60 0,2-4-48 16,-5-4-108-16,-4 1-300 0,0-4-440 15,0-6-716-15,4 4-1900 0,-20-7-3677 16</inkml:trace>
  <inkml:trace contextRef="#ctx0" brushRef="#br0" timeOffset="13116.226">26225 1416 6156 0,'0'0'4708'16,"0"0"-2427"-16,0 0-1021 15,0 0-276-15,0 0 160 0,0 0-48 0,71 73-244 0,-67-32-200 16,0 10-208-16,-4 3-52 16,0 0-64-16,0-4 16 0,-4 2-136 15,0-11-88-15,4-6-112 0,0-10 0 0,0-9-8 16,0-7-4-16,0-9-152 0,8 0-116 15,0-9 16-15,4-10 24 16,4-7-24-16,0-2-36 0,-1-7 44 0,2 0 64 16,-2-3 48-16,2 6-48 15,-2 4 36-15,1 2 140 0,0 6 8 0,-4 8 4 16,0 5 168-16,1 5 124 0,-6 2 60 16,1 0-36-16,0 9-112 0,0 1 48 15,-4 6-24-15,0 3 0 0,0 0-36 16,0 3-40-16,-4-3 4 0,4 4-64 0,-4-2-96 15,0-2 0-15,0 0-204 0,0-6-420 16,0-1-196-16,0-1-148 0,0-8-256 16,0-3-668-16,4 0-1164 0,-1-14-2965 15,2 2 289-15,7-16 5016 0</inkml:trace>
  <inkml:trace contextRef="#ctx0" brushRef="#br0" timeOffset="13363.685">26742 1607 4608 0,'0'0'6961'16,"0"0"-4853"-16,0 0-1016 0,0 0-412 0,40 78 352 15,-32-52 324-15,0-4-260 0,0-3-308 16,4-2-412-16,0-9-152 0,0-4-44 0,4-4-20 16,0 0-52-16,7-7 16 15,-3-9-32-15,-3-3-92 0,2-3-120 16,-2-3-16-16,-6 6 4 0,-3-3-4 0,-4 6 52 16,1 2 72-16,-5 2 8 15,-9-1 0-15,1 1-156 0,-12 2 160 16,4 1 0-16,-4 2-60 0,1 4-88 0,-1 0-12 15,-1 3 12-15,6 3-72 0,2 4-84 16,-2 2-40-16,7 4-128 0,-4-1-132 16,4 1-416-16,4-1-852 0,0 2-892 0,4-1-2973 15,0-7-379-15</inkml:trace>
  <inkml:trace contextRef="#ctx0" brushRef="#br0" timeOffset="14270.256">27495 1613 536 0,'0'0'220'0,"0"0"108"16,0 0 5132-16,0 0-2516 0,0 0-815 16,0 0-641-16,0 0-216 0,0 0-36 15,0 0-108-15,0 0-208 0,0 0-276 16,0 0-164-16,-35 6-120 0,35-6-128 0,4 0-72 15,3 2-148-15,10-2 60 16,-2 5 64-16,13-3 24 0,0-2-28 16,0 0-72-16,0 0-60 0,0-2-308 0,-1-5-208 15,-3 4-244-15,0-4-220 16,0 5-380-16,-4-3-860 0,-4-1-3181 0,-4 6-2155 16,0-5 6892-16</inkml:trace>
  <inkml:trace contextRef="#ctx0" brushRef="#br0" timeOffset="15427.885">28216 1396 768 0,'0'0'784'0,"0"0"7008"0,0 0-5767 16,0 0-741-16,0 0-264 16,0 0 32-16,0 0-120 0,0 0-236 0,0 0-200 15,0 0-184-15,0 0 136 0,17 61 404 16,-14-23-136-16,-3 6-288 0,0 5-120 15,0-9-64-15,0-1-100 0,-3-4-68 16,-1-10-76-16,4-6-60 0,0-7 44 16,0-1-228-16,0-9-136 0,0 1-36 0,0-3 60 15,0 0 72-15,7-5 52 0,1-6-28 16,5-3 0-16,-2-6 0 16,1-2 136-16,0-4-12 0,0 1 48 0,4 0 0 15,-4 1 16-15,0 6 60 0,0 5-52 16,-4 7 20-16,0-1 44 0,-5 7 112 15,1 0 60-15,-4 0-12 0,5 7-84 16,-5 2 124-16,0 5 84 0,0 0 12 0,0 3-24 16,-5 2 96-16,1-3-96 0,1-3-64 15,3-4-96-15,0-6-108 0,0 1-4 16,0-4 0-16,0-4-76 16,7-2-84-16,6-4 0 0,-2-2 28 0,10-1 32 15,-6-4-48-15,5 3 100 0,-3 1 0 31,-2 0 36-31,2 3-72 0,-6 8 84 0,1-2 56 16,0 4 8-16,-4 4-52 0,0 1 160 0,0 5 48 0,0 2-12 16,-4 1 16-16,0-1-28 0,0 5 24 0,0-1-88 0,-4 0-68 15,0-1 68-15,3-2-72 16,-3 3 4-16,0-6-64 0,0-4-112 0,0-6-364 16,0 0-200-16,0 0-136 0,0-3-204 15,5-4-536-15,-1-2-1032 16,8-4-1941-16,-5 0-471 0,-2-2 1736 0</inkml:trace>
  <inkml:trace contextRef="#ctx0" brushRef="#br0" timeOffset="15716.084">28751 1544 1212 0,'0'0'7412'0,"0"0"-4143"0,0 0-1901 15,0 0-388-15,0 0 420 0,0 0-68 16,0 0-192-16,0 0-144 0,0 0-260 16,0 0-148-16,11 75-160 0,-11-62-112 0,0-4-244 15,0-2-72-15,0-4-84 16,0 0-40-16,8-3-44 0,0 0-88 15,0 0-88-15,4-10 28 0,0 1 8 0,0 0 100 16,0-4 12-16,0 0-48 0,0 4-76 16,-1 2 60-16,-2 4 88 0,-1 3-40 15,0 0 212-15,-5 0 0 0,6 13 116 16,-5 0 156-16,0-1 148 0,0 7-88 16,-4 3 0-16,0-3 20 0,0 4-68 15,0-5-28-15,0 1-60 0,0-6-100 0,0-3-96 16,0-7-48-16,4-3-160 0,-1 0-184 15,1-7-156-15,9-5-116 0,2-7-164 16,2-6-440-16,2-4-1248 0,-7 4-2369 16,13-16-1607-16</inkml:trace>
  <inkml:trace contextRef="#ctx0" brushRef="#br0" timeOffset="15929.59">29280 1102 8292 0,'0'0'5425'0,"0"0"-3933"0,0 0-1416 0,0 0 188 0,0 0 656 15,0 0 620-15,0 69-332 0,0-38-484 16,-3 8-272-16,3 6-52 0,-5-1 124 16,5 7-72-16,0 0-187 0,0 0-189 15,5 3-72-15,-2 0-4 0,1-7-112 0,8 0-193 16,-3-8-227-16,2-7-64 0,1-7-28 16,4-10 120-16,3-4-72 15,2-11-228-15,-1-7-708 0,4-12-872 0,-8 0-2197 0,11-23-3831 16</inkml:trace>
  <inkml:trace contextRef="#ctx0" brushRef="#br0" timeOffset="16138.601">29734 1137 40 0,'0'0'12717'16,"0"0"-11301"-16,0 0-1152 0,0 0 484 0,-12 79 724 15,5-41-96-15,-6 6-452 16,5 4-332-16,1 2-92 0,-5 2 124 0,3 2-52 15,2 2-256-15,-1 2-204 0,0-4-112 0,0-4-108 16,4-5-220-16,-4-8-72 16,4-7 144-16,4-14 132 0,0-4-108 15,0-9-268-15,0-3-276 0,0 0-160 0,0-6-292 0,0-7-696 16,0-3-2237-16,0 4-2767 16,-4-10 4760-16</inkml:trace>
  <inkml:trace contextRef="#ctx0" brushRef="#br0" timeOffset="16290.454">29400 1552 1656 0,'0'0'11761'0,"0"0"-10061"0,0 0-1096 0,0 0 300 16,0 0 576-16,0 0-472 0,0 0-356 15,0 0-116-15,0 0 136 0,92-22-76 16,-53 12-279-16,1-2-257 0,-1-4-60 16,2 0-305-16,-1 1-227 0,-5-2-236 15,1 8-224-15,1 0-388 0,-14-1-1184 16,5 3-3089-16</inkml:trace>
  <inkml:trace contextRef="#ctx0" brushRef="#br0" timeOffset="16703.659">30046 1628 3220 0,'0'0'9945'0,"0"0"-8889"0,0 0-1008 16,-21 70 396-16,14-38 740 0,-2 3 340 0,1 0-568 16,0 0-416-16,5-3-268 0,-1-7-200 15,4-3-72-15,0-6-64 16,0-7-184-16,0-2-232 0,0-7-248 0,0-2-268 15,4-12-336-15,3-8-656 0,1-6-3089 16,-4 2-2319-16,1-19 6692 0</inkml:trace>
  <inkml:trace contextRef="#ctx0" brushRef="#br0" timeOffset="16861.079">30041 1349 1748 0,'0'0'12737'15,"0"0"-10521"-15,0 0-1632 16,0 0-48-16,0 0 500 0,0 0-188 0,0 0-312 0,0 0-436 15,0 0-100-15,0 0-272 16,0 0-316-16,84-47-432 0,-60 40-640 16,-9 1-2144-16,9 3-4213 0</inkml:trace>
  <inkml:trace contextRef="#ctx0" brushRef="#br0" timeOffset="17346.669">30272 1714 716 0,'0'0'1124'0,"0"0"7160"15,0 0-7035-15,0 0-425 0,28 77 464 16,-20-33 220-16,-4 10-208 0,0 6-316 0,1 7-188 16,-5-1-180-16,0 4-76 15,-9-1 12-15,1-1-112 0,-3-5-196 0,2-2-160 16,-3-11-40-16,5-5-44 0,-2-9-88 16,5-11-144-16,0-6-24 0,4-11-36 15,0-4-140-15,-4-4-216 0,4 0-292 0,0-12-468 16,0-5-700-16,0-8-1977 15,0-10-3483-15,-3 6 5820 0</inkml:trace>
  <inkml:trace contextRef="#ctx0" brushRef="#br0" timeOffset="17530.084">30328 1739 6352 0,'0'0'3128'0,"0"0"-139"16,0 0-1689-16,0 0-564 0,0 0 248 15,0 0 272-15,76-41-484 0,-69 51-188 0,2 2-80 16,-5 7 24-16,-4 11-132 0,0 1-44 15,0 4-68-15,-13 0-140 16,2 3-104-16,-1-9-40 0,0-3-112 0,4-8-352 16,0-5-136-16,4-11-28 15,0-2-64-15,4-2-152 0,0-15-372 0,8-4-832 16,0-14-628-16,8-10 103 0,4-5 89 16,0-11-1484-16,0-2 2404 0,-4 12 1212 15,8-31 225-15</inkml:trace>
  <inkml:trace contextRef="#ctx0" brushRef="#br0" timeOffset="17899.456">30654 1251 2764 0,'0'0'756'0,"0"0"5132"0,0 0-3671 0,0 0-857 16,0 0-140-16,0 0 196 0,0 0-412 16,0 0-280-16,0 0-8 0,64 66 12 15,-68-28-76-15,-3 3-172 0,-1 7-128 16,-5 0-172-16,2-1-176 0,3-2-8 16,-5 3-116-16,6-7-348 0,3 0-204 15,4-3-152-15,0-9-104 0,0-8-232 0,8-4-64 16,4-8 212-16,0-2 248 0,4-4 76 15,3 0 112-15,-2-3 576 0,-2 3 12 16,6 4 400-16,-6-4 84 0,1 3 68 0,0-3-56 16,-4 4-16-16,0-4-72 15,0-3-108-15,4 0-96 0,-5-3-28 16,6-10 64-16,-6 0-160 0,6-3-92 0,-6-3-88 16,-2 4-12-16,-5-2 100 15,-4 9 0-15,-4-3 88 0,-8 5-28 16,0 3 168-16,-8 3 124 0,-4 3-100 0,0 7 20 15,4 5-8-15,-4 4 32 0,5 6 40 16,2 2-40-16,6 1-124 0,-2-2 76 16,9-1-16-16,4-6-108 0,0 0-124 0,12-3-52 15,8-3-104-15,8-5-536 0,4-3 48 16,8-3-116-16,4-2-108 0,-1 0-316 16,2-7-900-16,-10 5-3329 0,13-4-1151 15</inkml:trace>
  <inkml:trace contextRef="#ctx0" brushRef="#br0" timeOffset="18246.712">31408 1537 2460 0,'0'0'10197'0,"0"0"-8529"16,0 0-1136-16,0 0 96 0,88 79 740 0,-69-51-100 0,1 4-88 16,-8 0-284-16,0 4-200 15,-4-3-160-15,-8 6-184 0,0-7-123 16,0 3-81-16,-4-4-140 0,0-6 4 0,-4-1-12 16,4-6 0-16,4-5-60 15,0-7 52-15,0-6-40 0,0 0-160 16,9-12-25-16,6-7 173 0,1-11 52 0,4-4 8 15,4-8-232-15,0-5-228 0,0 0-152 16,-1-2-132-16,1 2 28 0,1 6-220 16,-1 3-484-16,4 2-800 0,-5 5-1713 15,-3 12-1155-15,0-3 416 0</inkml:trace>
  <inkml:trace contextRef="#ctx0" brushRef="#br0" timeOffset="18526.499">31942 1613 5792 0,'0'0'7061'0,"0"0"-5141"0,-12 79-1368 15,4-51 92-15,3 1 732 0,5-7-64 0,0-2-504 16,0-11-488-16,9-2-148 0,7-7-28 16,4 0 4-16,4-13-148 0,8-7-120 15,0-5-236-15,-1-4-112 0,1-2-20 16,-4 2 4-16,-5 4 92 0,-2-1 180 16,-10 8 88-16,-6 1 124 0,-5 1 24 0,0 4 248 15,-9 3-60-15,-2-1 156 0,-1 7 100 16,-4-1 24-16,-1 4-244 0,2 7-128 15,-1 5-32-15,-4 7 20 0,4 4 76 16,-3-2 36-16,2 3-100 0,2 1-116 16,6-6-4-16,-2 0-216 0,3-6-300 15,4-1-96-15,4-6-188 0,0 1-204 16,4-7-484-16,7-3-940 0,6-7-1489 16,2-2-719-16,9-14-279 0</inkml:trace>
  <inkml:trace contextRef="#ctx0" brushRef="#br0" timeOffset="18776.841">32344 1581 3192 0,'0'0'9629'16,"0"0"-7605"-16,0 0-1432 0,4 67 8 16,-12-42 940-16,0-6 184 0,4 0-524 15,4-6-540-15,0-7-392 0,0-3-136 0,0-3-12 16,8 0-112-16,4-6 44 0,0-7-52 16,8 1-120-16,0-7-12 0,0-4-112 15,-4 1-132-15,4 3-16 0,-9 0 64 16,-3 3-4-16,1 3 64 0,-9 4 96 0,0 2 72 15,-9 1 100 1,1 6 168-16,-3 0-92 0,-6 9-76 0,-2 4-148 16,3 0 48-16,-4 3 100 0,4 0 80 0,4-6-80 15,4-1-320-15,0 0-408 16,4-5-424-16,4-4-792 0,0 0-1044 16,8-13-2701-16,0 4-187 0,12-17 5760 0</inkml:trace>
  <inkml:trace contextRef="#ctx0" brushRef="#br0" timeOffset="19147.047">32847 1007 1800 0,'0'0'11341'0,"0"0"-10181"0,0 0-972 0,0 66 444 16,-9-28 852-16,1 3 68 0,-3 3-432 16,2 8-348-16,1-2-28 0,1 1 72 15,3 2-279-15,-5-1-233 0,5-1-100 16,0-4-96-16,0 1-100 0,1-10-4 15,3-6-4-15,0-7-8 0,0-9-196 16,0-3-136-16,0-7-49 0,0-3-87 16,3-3-96-16,1 0-96 0,0-3-44 0,0-3-36 15,-4-4-120-15,5-2-224 0,-5-5-128 16,-5-1-1212-16,-7-5-809 0,-3 0 701 16,-9-2 40-16,0-2 2108 0,-4-3-156 15,-8 5-728-15,4 3 1276 0,-4 3 1544 16,5 7 1228-16,7 5-1072 0,-1 7-108 15,14 0-19-15,2 0-177 0,5 3-300 0,4 3-60 16,0-2-160-16,9 2-372 0,6-3-116 16,6 0 160-16,3 1 156 0,8-4-272 15,3 0-348-15,1-7-84 0,0-2-428 16,-1-4-392-16,-3 0-488 0,-8 4-1332 0,4-7-4617 16</inkml:trace>
  <inkml:trace contextRef="#ctx0" brushRef="#br0" timeOffset="20194.083">32707 1426 3120 0,'0'0'1136'0,"0"0"3528"0,0 0-2752 0,0 0-803 16,0 0-329-16,0 0 584 0,0 0 100 16,0 0-344-16,0 0-376 0,0 0-220 15,0 0-104-15,75-13-40 0,-62 16-60 16,2-3-100-16,1 0-96 0,5 0-68 16,-2 0-56-16,5 0 0 0,0-3-280 0,4-8-152 15,0 3-172-15,4-2-88 0,-9-3-180 16,1 0-436-16,-3 4-900 0,-6-1-1833 15,-6 4-1607-15,-6 3 2508 0</inkml:trace>
  <inkml:trace contextRef="#ctx0" brushRef="#br0" timeOffset="21442.993">609 3942 9880 0,'0'0'4413'0,"0"0"-4413"15,0 0 104-15,0 0 400 0,0 0 528 16,88 65 36-16,-69-27-276 0,2 9 260 0,-1 17-256 16,-8 9-196-16,-1 12-148 15,2 14-196-15,-6 5-136 0,-3 11-20 16,0 0-92-16,-4 5 40 0,0-9 12 0,0-5-60 16,0-22-8-16,0-10-100 0,0-20-232 15,0-16-160-15,0-19-28 0,0-6-60 16,0-13-188-16,0 0-276 0,-4-16-636 15,0 0-2260-15,-12-29-5197 0</inkml:trace>
  <inkml:trace contextRef="#ctx0" brushRef="#br0" timeOffset="21675.707">784 4156 12645 0,'0'0'1856'0,"0"0"-1856"0,0 0 0 16,0 0 632-16,84-51 24 0,-64 48-228 15,-4 3 72-15,0 0 36 0,4 12 256 16,-4 2-348-16,0 7-84 0,0 5-224 0,-5 12-28 16,-6 3 116-16,-1 10-80 15,-4 0-60-15,-4-4-84 0,-5-2-8 0,-2-9-116 16,-1-9-208-16,0-4-12 0,0-8-188 16,4-3-48-16,-4-1-264 0,8-11-628 0,-4 0-976 15,4-6-3065-15,-1-11-747 16,5 4 5176-16,0-21 1081 0</inkml:trace>
  <inkml:trace contextRef="#ctx0" brushRef="#br0" timeOffset="21915.548">1223 4229 588 0,'0'0'8988'0,"0"0"-8096"0,0 0-339 0,88 0 167 16,-69 9 152-16,-3 4 136 0,0 3 72 16,-4 1-160-16,-4 4-240 0,-4 5-204 15,0 2-40-15,-4 4-152 16,0 3-72-16,0 3-128 0,-8-4-20 15,4-4-60-15,-3-2 0 0,2-9 0 0,5-6 44 0,-4-10 64 16,4 0 136-16,0-3 84 0,0-3 160 16,0-4-84-16,4-5-116 15,1-7-268-15,6-6-24 0,1-5-60 0,4-4-40 0,0-1 28 16,4 2-212-16,0 3-352 16,-4 0-180-16,4 3-240 0,-1 2-388 15,-2-2-892-15,-2 8-2233 0,1 4-1475 16</inkml:trace>
  <inkml:trace contextRef="#ctx0" brushRef="#br0" timeOffset="22178.94">1676 4366 1604 0,'0'0'6232'0,"0"0"-1507"15,21 85-3853-15,-14-57-480 0,2 2 368 0,-1-8 588 0,3-4-268 16,-2-8-424-16,3-8-308 16,-1-2 48-16,6 0 0 0,-2-8-52 15,5-9-148-15,-3-5-196 0,6-6-248 0,-3-4-368 16,0-3-100-16,-4 4-164 15,0-1 112-15,-4 4-124 0,-1 2 20 0,-2 10 276 16,-9 3 328-16,0 4 268 0,0 5 356 16,-9 1 204-16,-6 3 60 0,-1 3 36 0,-4 4-268 15,0 3-84-15,0 2 32 0,0 4-48 16,4 7-76-16,4-5-200 0,5 4-12 16,2-2-124-16,1-5-40 0,4-2-72 15,0 0-432-15,4-4-248 16,8-5-516-16,0-4-1192 0,-3 0-2305 0</inkml:trace>
  <inkml:trace contextRef="#ctx0" brushRef="#br0" timeOffset="22430.724">2211 4317 5624 0,'0'0'5357'0,"0"0"-3485"16,0 0-1348-16,0 0 36 0,0 0 616 0,0 0 296 15,0 0-464-15,0 0-440 16,0 0-248-16,0 0-84 0,64 36-4 0,-53-55-232 15,2-4-60-15,2-2-568 0,-2-1 8 16,2 4 36-16,-3 0 0 0,-4 7-148 0,0-2-24 16,-4 8 76-16,-4 0 132 0,0 5 548 15,-8 4 116-15,-8 0 112 0,-7 4-116 16,-1 5-112-16,-4 0-124 0,4 3 36 16,-4 5-296-16,8-1 104 0,4 0-24 15,8-1 20-15,4 2-908 0,4-5-1649 0,0-3-3595 16</inkml:trace>
  <inkml:trace contextRef="#ctx0" brushRef="#br0" timeOffset="22544.084">2625 4201 1580 0,'0'0'7528'0,"0"0"-3335"16,108 0-3393-16,-68 0-308 0,3 0 608 0,-6 0-320 16,-2 0-480-16,-7-7-152 0,-5-3-44 15,2-6-104-15,-1-6-748 0,0-3-752 0,-9 2-816 16,2-11-3101-16</inkml:trace>
  <inkml:trace contextRef="#ctx0" brushRef="#br0" timeOffset="22760.924">2888 3857 2672 0,'0'0'7964'0,"0"0"-6923"16,0 0-769-16,-4 96 532 15,4-55 852-15,0 7-32 0,4 2-284 16,4 7-376-16,0 7-224 0,4 7-200 0,-4 4 48 15,4 4-136-15,-4 0-332 16,-4-2-120-16,0-4-12 0,0-6-144 16,-4-4-212-16,0-9-108 0,-8-2-52 0,-1-12 24 15,-6-2-64-15,-1-3-112 0,-11-6-280 16,-6-7-712-16,-7 0-1132 0,5-8-3193 16,-29 4 1261-16</inkml:trace>
  <inkml:trace contextRef="#ctx0" brushRef="#br0" timeOffset="23063.633">434 5092 8028 0,'0'0'1840'0,"0"0"-715"0,0 0 671 16,91-50 72-16,-39 31-444 0,16-3-436 15,12 2-192-15,7 5-152 0,13-4-44 16,7 0-96-16,5 0-220 0,3-4-64 16,10 1-216-16,2 0 8 15,4 0 0-15,8 3-4 0,1-1-4 0,8 0 56 16,-6 6-12-16,2 1-40 0,-9 0 80 0,-6 6-88 16,-6 2-232-16,-12 1-88 0,-3 4-168 15,-8 0-128-15,-5 0-200 0,-7 4-352 16,-9-2-756-16,-19 1-2221 15,8-3-3739-15</inkml:trace>
  <inkml:trace contextRef="#ctx0" brushRef="#br0" timeOffset="23264.057">4378 4772 17253 0,'0'0'3588'0,"0"0"-3588"0,0 0-1164 15,0 0 24-15,0 0-124 0,0 0 152 16,0 0 548-16,0 0-1080 16,0 0-3413-16</inkml:trace>
  <inkml:trace contextRef="#ctx0" brushRef="#br0" timeOffset="23993.775">6279 4210 2600 0,'0'0'8805'0,"0"0"-6413"0,0 0-724 0,0 0-136 16,88 54 4-16,-56-51-212 0,7-3-384 15,1-3-148-15,8-10-279 0,-5-3-201 0,9-6-212 16,-3-3-56-16,-6-4-44 16,0-2-292-16,-6-5-157 0,-1 4-171 15,-4-2-196-15,-4 4-312 0,-5 2-848 0,-11 6-2232 0,-12 4-3289 16</inkml:trace>
  <inkml:trace contextRef="#ctx0" brushRef="#br0" timeOffset="24278.367">6518 3775 1148 0,'0'0'7684'0,"0"0"-5976"0,4 63-599 16,4-22 247-16,3 10 68 0,6 7-124 0,-6 5-44 16,10 10-192-16,3 6-308 0,-5 4-120 15,5 9-144-15,0-3-128 0,0 3-168 16,-1 0 12-16,-2-3-12 0,-5-6-88 15,0-3-8-15,-9-11-4 16,2-6 48-16,-5-9-20 0,-4-7-40 16,0-11-24-16,-4-7 12 0,-5-14-60 0,2-2 76 0,-5-7-88 15,-1-6-148-15,-6-3-168 0,-1-6-48 16,-4-11-172-16,1-5-344 16,-9-10-140-16,-1-5-232 0,-3-12-1080 0,13 14-1693 15,-25-28-2363-15</inkml:trace>
  <inkml:trace contextRef="#ctx0" brushRef="#br0" timeOffset="24516.42">7235 3432 3908 0,'0'0'9289'15,"0"0"-7689"-15,0 0-732 0,12 66 376 16,-12-30-16-16,0 7-108 0,0 3-384 16,0 4-320-16,0-2-172 0,3-4-144 0,2 1-100 15,-1-4-84-15,0-3-332 16,0-3-476-16,0 0-304 16,3 0-444-16,-7-13-1516 0,0 7-4473 0</inkml:trace>
  <inkml:trace contextRef="#ctx0" brushRef="#br0" timeOffset="24771.12">7856 4479 9820 0,'0'0'8133'0,"0"0"-7765"0,0 0-292 16,0 0-76-16,84 0 652 0,-52-2 196 16,4-2-20-16,3-2-108 0,6-1-404 15,-2-2-171-15,-3-4-145 0,0 4-297 16,-12-4-395-16,0 4-372 0,-8-2-384 16,-4 6-1044-16,-8-2-2845 0,-8 7-4647 0</inkml:trace>
  <inkml:trace contextRef="#ctx0" brushRef="#br0" timeOffset="24962.131">7868 4705 8020 0,'0'0'5397'0,"0"0"-4521"0,0 0-304 0,0 0 448 0,0 0 308 16,88 37-68-16,-60-32-448 15,7-5-308-15,2 0-212 0,-1 0-72 0,3-11-220 16,-7 3-24-16,4-3-392 0,-4 3-392 15,-4-5-340-15,4 3-596 0,-12 1-2372 16,4-4-4981-16</inkml:trace>
  <inkml:trace contextRef="#ctx0" brushRef="#br0" timeOffset="25413.366">7905 3946 4712 0,'0'0'4624'0,"0"0"-3264"15,0 0-523-15,32 99 99 0,-21-55 300 16,6 7-80-16,-2 5-152 0,-2 12-196 0,6 4-124 16,1 5-112-16,-1 6-80 0,2 3-244 15,-5-4-52-15,-1-6-160 0,2 0-36 16,-6-8-112-16,1-12-280 0,1-15-240 16,2-9-12-16,-2-16-204 0,2-10-364 15,1-6-868-15,0-3-2873 0,-7-3-1531 16,2-17 5400-16</inkml:trace>
  <inkml:trace contextRef="#ctx0" brushRef="#br0" timeOffset="25727.109">8745 4556 1644 0,'0'0'11897'0,"20"70"-9845"16,-12-39-1312-16,0 8-288 0,8-1 96 0,0-4 600 15,-4-8-88-15,7-7-448 0,-2-9-404 16,6-10-160-16,1-3 24 0,4-16-72 0,0-10 0 16,0-9-144-16,-4-4-76 0,0-8-160 15,-4 2 12-15,0-4 72 16,-9 8 184-16,2 6 112 0,-9 4 0 16,-4 9 12-16,0 2 60 0,-13 4 112 0,-2 6 48 15,-5 3-72-15,-4 2 136 0,-3 4-100 16,-6 4-64-16,-3 0-76 0,4 0-56 15,-7 10-120-15,3-2-100 0,-5 9-100 16,6 2-380-16,-1-1-136 0,0 2-244 16,1 2-1156-16,3 4-2481 0,8-11-3707 0,-12 11 8412 15</inkml:trace>
  <inkml:trace contextRef="#ctx0" brushRef="#br0" timeOffset="26303.206">10446 4334 10300 0,'0'0'2109'0,"0"0"-425"16,0 0-196-16,108 44-20 0,-68-34-140 15,3-2-272-15,2-1-272 0,2-7-212 16,1-2-192-16,4-8-200 0,-8-6-176 16,4-3-4-16,-5-3-304 0,-7-1-156 0,0 1-224 15,-4 3-188-15,-8 6-348 0,-8 1-1244 16,-4 9-3265-16,-12 3-3655 0</inkml:trace>
  <inkml:trace contextRef="#ctx0" brushRef="#br0" timeOffset="26496.56">10386 4740 9236 0,'0'0'4229'0,"0"0"-3329"16,0 0-444-16,0 0 176 15,88 48 600-15,-48-42 160 0,8-6-384 0,4 0-480 16,-1-10-244-16,9-8-28 0,-4-1-244 16,0-7-12-16,-4-3-476 15,-1-3-288-15,-6 1-308 0,-2-1-284 0,-15 7-1128 0,4-11-3401 16</inkml:trace>
  <inkml:trace contextRef="#ctx0" brushRef="#br0" timeOffset="26810.134">10845 4035 4772 0,'0'0'7485'0,"0"0"-6133"16,0 0-908-16,108 42 432 0,-73-27 448 15,-3 5 56-15,4-2-244 0,-4 1-288 16,3 3-320-16,1 3-236 0,-4 5-220 15,5 1 16-15,-10 7-88 0,-3 3-64 16,-8 5-68-16,-4-2-160 16,-4 3-76-16,-4 1 36 0,-4-1 112 0,-4-2 100 15,-4-1 116-15,-4-3-4 0,-4 1-64 16,-3-1-76-16,-2-6-52 0,-3-3-168 0,-8-1-76 16,4-5-152-16,-7-3-316 15,-1-4-524-15,4-7-712 0,-4-3-2213 16,12-2-2859-16,-15-7 7208 0</inkml:trace>
  <inkml:trace contextRef="#ctx0" brushRef="#br0" timeOffset="33015.53">13801 4353 9100 0,'0'0'1849'16,"0"0"-857"-16,0 0-72 0,0 0 328 0,0 0 16 16,0 0-156-16,0 0-100 0,0 0-264 0,0 0-216 15,28 8 40-15,0-3 436 16,12-3-276-16,-5 5-264 0,6-4-172 15,-2 1-87-15,-3-2-105 0,4-2-16 0,-4 0 36 16,0 0-112-16,4 0 40 0,-1-2-48 16,2-9-8-16,-2 1-88 0,1-5-220 15,0 0-157-15,0-7-159 0,-8 2-200 0,-1-2-236 16,-3-3-548-16,-3 2-1236 16,-14 5-2433-16,-3-8-3187 0</inkml:trace>
  <inkml:trace contextRef="#ctx0" brushRef="#br0" timeOffset="33380.309">14339 3851 3424 0,'0'0'1124'0,"0"0"476"16,0 0 272-16,0 0-200 0,0 0-147 16,-87 70-101-16,74-49-216 0,9 2-256 15,0 3-232-15,4 6-168 0,0 2-12 16,0 4-80-16,0 7-112 15,4 3-12-15,0 2-124 0,0 4 8 0,-4 3-44 16,5 4-56-16,-1 2-8 0,-1 0 24 0,5 4-12 16,-4-3 48-1,9 3 0-15,-10-4 84 0,1 1 124 0,4-4-124 16,-8-6-108-16,4 0-48 0,-4-4-40 0,0-8-12 16,0-4 0-16,4-6-36 0,-4-7 52 0,0-3-60 15,0-3 0-15,0-3-4 16,-8-3 4-16,4-3-4 0,-4-1-4 15,-4-5-132-15,0-2-72 0,-4-2-12 0,4-2-72 16,-8-9-28-16,1-1-108 0,-5-4-68 16,0-6-144-16,4-3-132 0,0-1-356 15,4-5-560-15,4-1-700 0,8 1-1729 16,4-2-1627-16,0 11 5156 0,0-10-596 16</inkml:trace>
  <inkml:trace contextRef="#ctx0" brushRef="#br0" timeOffset="33938.57">13470 4038 8284 0,'0'0'2781'0,"0"0"-1305"0,0 0-596 15,0 0-92-15,0 0 36 16,0 0 4-16,0 0-148 0,-83 79-192 16,74-50-128-16,-2 3-48 0,7 6-4 0,0 3-60 15,0 4 0-15,4 6-100 0,0-1-28 16,0 1-16-16,8 4-104 0,-4-3-12 16,4 0-88-16,0-1-96 0,4-1-148 15,3-5-152-15,6-3-136 0,-1-8-92 16,4-2-196-16,3-3-356 0,5-11-816 15,4 2-1933-15,-8-11-1963 0,24-5 5404 0</inkml:trace>
  <inkml:trace contextRef="#ctx0" brushRef="#br0" timeOffset="34221.553">15049 4749 6764 0,'0'0'6117'0,"0"0"-5477"16,0 0-488-16,0 0 12 0,0 0 384 16,39 80 248-16,-39-55 20 0,-8 5-212 0,-4-3-244 15,0 2-172-15,-4 3-176 16,0-3-12-16,0-1-8 0,-3-3-180 15,-1 0-160-15,-1-6-180 0,6-3-212 0,-2-2-272 16,2-8-504-16,2-6-1621 0,2 0-4559 16,-5-6 6992-16</inkml:trace>
  <inkml:trace contextRef="#ctx0" brushRef="#br0" timeOffset="34811.784">15694 4416 4984 0,'0'0'1916'0,"0"0"1348"0,0 0-1227 16,0 0-797-16,0 0-376 15,0 0 196-15,0 0 320 0,99 41-336 16,-55-31-364-16,-4 0-260 0,4-8-176 0,-5 3-72 16,-3-5-84-16,5-11-84 0,-6-5-4 15,1-3-320-15,4-6-344 0,-5-4-204 16,-2-2-224-16,-6-1-812 15,-3 0-1977-15,-7 10-2375 0</inkml:trace>
  <inkml:trace contextRef="#ctx0" brushRef="#br0" timeOffset="35097.194">16100 3924 1160 0,'0'0'7112'0,"0"0"-4307"0,0 0-1061 0,0 0-556 16,-32 67-140-16,29-35-68 0,3 2-24 15,0 11-152-15,0-1-136 16,0 6-212-16,3 5-100 0,1 3-96 0,0 4-64 16,0 2-40-16,-4-1-32 0,0 5-40 15,4-2 4-15,-4-2-16 16,0-1-8-16,0-2-16 0,0-2-48 0,0 2-4 0,-4-7-44 16,0-3 32-16,4-7 12 15,-4-2-68-15,0-12-36 0,1 0-100 16,-2-11-64-16,-3-3 88 0,4-7-60 0,-4 1-76 15,-4-10-124-15,0 3-148 16,1-3-140-16,-6-3-184 0,2-4-380 0,-1-5-660 16,0-4-1977-16,0 0-1895 0,-5-17 3856 15</inkml:trace>
  <inkml:trace contextRef="#ctx0" brushRef="#br0" timeOffset="35906.859">16670 3877 3952 0,'0'0'1484'0,"0"0"4265"15,0 0-3685-15,0 0-732 0,0 0-296 0,0 0 120 16,0 0-52-16,-8 88-276 16,0-62-276-16,-1-1-208 15,2 4-100-15,-1-1-120 0,0-3-76 16,0 5-40-16,4-5-8 0,-4-3-92 0,4-3-348 0,0 3-236 16,0-6-212-16,4 0-280 0,0 0-644 15,0-1-1272-15,0-5-3565 0,0-4 1434 0</inkml:trace>
  <inkml:trace contextRef="#ctx0" brushRef="#br0" timeOffset="36193.886">17296 4210 8916 0,'0'0'5157'0,"0"0"-3805"16,0 0-408-16,23 74-84 0,-18-47 304 15,-1 2 4-15,-1-1-204 16,1-2-388-16,-4 3-248 0,4-4-112 0,0 0-92 16,-4 4-15-16,0 3-25 0,-4 0-72 15,-4-1-12-15,-4 4-88 0,-3 3-109 0,-6-3-43 16,2 2-52-16,-5 2-88 0,-4-4-68 16,4 0-56-16,-8-7-24 15,4 2-48-15,-4-5-200 0,0-6-504 0,0-4-672 16,1-5-504-16,-1-3-1841 0,8-4-2103 15,-16-6 5944-15</inkml:trace>
  <inkml:trace contextRef="#ctx0" brushRef="#br0" timeOffset="36983.362">18295 4536 11365 0,'0'0'2696'0,"0"0"-1104"16,0 0-572-16,0 0-188 0,0 0 24 15,0 0 28-15,0 0 12 0,77 11-300 0,-50-11-228 16,4 0-152-16,1 0-92 0,1 0-112 15,-10-5-12-15,5 3-56 0,-4-4-312 16,-3 3-156-16,2-4-160 0,-7 0-308 0,0 4-344 16,-8 3-1144-16,-4 0-2161 15,-4 0-1891-15</inkml:trace>
  <inkml:trace contextRef="#ctx0" brushRef="#br0" timeOffset="37193.128">18379 4734 3968 0,'0'0'4512'16,"0"0"-1723"-16,0 0-725 0,0 0-516 16,0 0 40-16,0 0-284 0,0 0-280 15,0 0-188-15,0 0-112 0,12 67-152 16,12-61-108-16,4-6-76 0,8 0-171 16,-1 0-93-16,5-10-124 0,1-3-160 0,2 1-241 15,5-1-207 1,-1 3 48-16,6 1-76 0,-5 3-496 0,-1 0-1048 15,-11 6-2368-15,8-4-3713 0</inkml:trace>
  <inkml:trace contextRef="#ctx0" brushRef="#br0" timeOffset="38220.605">20602 4201 3360 0,'0'0'9761'0,"0"0"-7733"0,0 0-1096 16,0 0-116-16,0 0 684 0,92 2-284 15,-56-2-152-15,8 0-372 0,0 0-300 0,-1-9-187 16,1-3-137-1,0-2-68-15,-9 2-325 0,2-4-199 0,-5 6-232 16,-5 1-200-16,-11 0-296 0,1 6-904 0,-17 3-1752 16,0 0-1725-16</inkml:trace>
  <inkml:trace contextRef="#ctx0" brushRef="#br0" timeOffset="38511.574">20682 4264 300 0,'0'0'1472'0,"0"0"1724"15,0 0-920-15,0 0-408 16,0 0-19-16,0 0-321 0,0 0-84 16,0 0-220-16,8 76-152 0,-4-48-172 0,-4 7-156 15,0 7-140-15,0-3-84 0,-4 1-92 16,-4 4-96-16,0 4-100 0,0 3-48 16,-3-1-88-16,-2 5-84 0,5 2 100 15,1 3-112-15,7-2-48 0,0-8-52 16,0-2 100-16,3-14 12 0,13-8-4 15,0-7 128-15,8-9-28 0,8-4 64 16,0-6-52-16,8-4-20 0,-1-8-100 16,6-9-172-16,-6-3-156 0,4-7-112 0,2-1-160 15,-2 1-128-15,-2-5-208 0,-5 4-436 16,-1 1-1076-16,-11-1-2953 0,-4 10-2559 16,0-9 7712-16</inkml:trace>
  <inkml:trace contextRef="#ctx0" brushRef="#br0" timeOffset="38732.669">21478 4391 6320 0,'0'0'7305'16,"0"0"-5757"-16,0 0-1172 0,0 0-36 16,45 79 712-16,-34-44 608 0,2 2 32 0,2 5-496 15,2-3-455-15,-2-2-257 0,6 1-228 16,-2-2-144-16,1-4-112 15,-3-7-256-15,2-3-300 0,5-6-173 0,0-7-75 16,0-9-100-16,4 0-324 16,-5-6-756-16,5-10-1840 0,-11 3-2385 15,7-18 193-15</inkml:trace>
  <inkml:trace contextRef="#ctx0" brushRef="#br0" timeOffset="38893.836">21937 4403 768 0,'0'0'10885'0,"0"0"-8917"15,0 0-736-15,-92 67-164 0,53-26-12 0,-5 7-52 16,-4 3-152-16,1 3-264 0,-5-4-124 16,7 2-60-16,6-8-36 0,7-3-368 15,4-8-60-15,9-12-652 0,6-5-352 0,9-9-296 16,4-7-1048-16,4-4-2681 16,0-9-3167-16,16-19 7916 0</inkml:trace>
  <inkml:trace contextRef="#ctx0" brushRef="#br0" timeOffset="39293.529">22200 4166 680 0,'0'0'8652'0,"0"0"-5735"0,0 0-917 0,0 0-348 16,79-38-460-16,-55 24-560 0,8 2-284 0,0-4-176 15,4 3-128-15,1 4-44 16,-2-1 0-16,1 7 8 0,0 0 104 0,-5 3 60 15,1 0 24-15,-8 9 124 0,1 4 320 16,-6 1-212-16,-3 4-64 0,-4 1 16 16,-3 6 80-16,2-3-32 0,-3 4-147 0,-4 3-77 15,0 2 4-15,0 7-64 16,-4 1-48-16,0-2-24 0,0 8-24 0,0 2-44 16,0-2 0-16,-4 3 0 0,0 0-4 15,-4-4 72-15,4 0-72 0,0-2 0 16,-3-5 0-16,2-2 0 0,1-3-44 15,4 0 44-15,-4-7-112 0,0-3 4 16,0 0 36-16,-3-2 0 0,3-4 0 0,-5 0-64 16,-3-1-116-16,-4-2-89 15,-3 0 25-15,-2 3 36 0,-7-4 12 16,-3 1-40-16,-5 1-56 0,-7-2 20 0,2-3-8 16,-10 0 8-16,-1-2-188 0,-4 0-280 15,-4-4-744-15,0-3-680 0,-4 0-2197 16,21 0-3155-16,-33-3 7584 0</inkml:trace>
  <inkml:trace contextRef="#ctx0" brushRef="#br0" timeOffset="108538.254">19575 4137 13745 0,'0'0'2224'0,"0"0"-1272"0,0 0-540 0,0 0-40 16,0 0 72-16,0 0 88 15,0 0-4-15,0 0 84 0,55 9 280 16,-11-2-208-16,7-4-260 0,5 0-203 0,0 0-125 16,4-3-36-16,-4 0 12 0,0 0-72 15,-9-6 48-15,5-1-48 0,-8 0-8 16,-4-1-112-16,0-2-417 0,-12 0-239 16,-9 5-116-16,-2 1-100 0,-14 1-280 15,-3 3-640-15,-11 3-492 0,-2 4-2037 16,-26 9-2107-16</inkml:trace>
  <inkml:trace contextRef="#ctx0" brushRef="#br0" timeOffset="108739.598">19753 4273 1044 0,'0'0'8288'0,"0"0"-6724"15,0 0-443-15,0 0-317 0,0 0 192 16,0 0 420-16,-23 93-92 0,31-56-180 16,0 5-120-16,4 9-128 0,-4 2-124 0,0 8-152 15,-1 6-180-15,-7 3-112 16,0 3-183-16,0-1-133 0,0-8-12 0,0-7-60 15,-4-13-109-15,4-9-51 0,0-10-132 16,0-6-100-16,0-8-120 0,0-8-104 0,0-3-208 16,0-10-540-16,0-9-560 15,4-6-1108-15,0-1-2369 0,-4-15-1047 16</inkml:trace>
  <inkml:trace contextRef="#ctx0" brushRef="#br0" timeOffset="108901.86">19790 4591 3496 0,'0'0'8249'0,"0"0"-6049"0,0 0-1276 0,0 0-320 16,0 0 628-16,0 0-164 16,0 0-176-16,99 16 64 0,-71-13-184 0,8-3-320 15,4-3-236-15,-1-7-140 0,9-5-76 16,-4-1-76-16,4-8-460 0,0 6-232 16,-4-1-252-16,-9 3-352 0,-7 6-1784 0,0-2-5133 15</inkml:trace>
  <inkml:trace contextRef="#ctx0" brushRef="#br0" timeOffset="109646.864">14920 5794 4012 0,'0'0'6504'0,"0"0"-5347"0,0 0-273 0,21-66 164 16,-18 49 348-16,1 4 12 0,1 7-152 15,-1 3-168-15,0 3-312 0,0 7-264 0,0 6-60 16,3 9 108-16,2 13 100 15,-1 6-103-15,-5 13-277 16,1 2-52-16,-4 5-92 0,0-4-128 0,0-6-4 16,4-9-4-16,0-11-88 15,0-9-56-15,8-12-208 0,-4-7-193 0,9-3-123 0,-2-13-188 16,1-5-172-16,4-9-648 0,0-4-2096 16,-5-7-1241-16,-2 10-2507 0</inkml:trace>
  <inkml:trace contextRef="#ctx0" brushRef="#br0" timeOffset="109776.796">15188 5740 5824 0,'0'0'2636'0,"0"0"261"0,0 0-1345 16,0 0-508-16,3 102 56 0,-3-58-44 15,0 4 96-15,0-1-184 0,0 4-388 16,0 1-372-16,4-5-208 0,5 0-320 0,-1-3-732 16,-1 1-572-16,1-14-2300 0,-3 18-4397 15</inkml:trace>
  <inkml:trace contextRef="#ctx0" brushRef="#br0" timeOffset="110279.938">14363 6673 288 0,'0'0'9580'0,"0"0"-7311"0,0 0-485 0,0 0-416 16,0 0-36-16,0 0-188 0,-24-66-264 15,20 66-60-15,-8 0-144 0,0 0-116 16,-4 10-256-16,1 5-120 0,-10 5-40 16,5 8-44-16,-4 7 92 0,5 3-56 15,2 6-27 1,2 1-97-16,-1 2 48 0,4 7-56 15,4 0-4-15,3 8 0 0,5 1 0 0,0 0-12 0,0 1-36 0,9-7-13 16,7-7 49-16,0-6-112 0,3-8-80 16,9-5-332-16,0-9-196 0,8-5-64 15,4-5-152-15,0-6-588 16,0-6-1144-16,4 0-1977 0,-12 0-2127 16,11-9 4084-16</inkml:trace>
  <inkml:trace contextRef="#ctx0" brushRef="#br0" timeOffset="111161.181">15191 7054 640 0,'0'0'808'15,"0"0"-340"-15,0 0-388 0,0 0 64 0,0 0 64 0,0 0-196 16,0 0-12-16,0 0 0 0,0 0 0 15,-24-12 12-15,20 12 4 0,1 0 296 0,-1 0-260 16,4 0-48-16,-8 0-4 16,8 0-144-16,-4 0-64 0,0 0-484 0,4 0-52 15,-5 0 512-15,5 0 232 0,-3 0 560 16,-1-4 52-16,0 1-440 0,4 0-172 16,-4 3-8-16,0-3-160 0,0 3-564 15,0 0-256-15,0-3 920 0,-4 3-47 16</inkml:trace>
  <inkml:trace contextRef="#ctx0" brushRef="#br0" timeOffset="111674.901">15191 7054 3148 0,'-87'-35'52'16,"87"35"768"-16,0-2 3612 0,0-2-3072 0,0 1-264 16,-4-3-179-16,0-1 79 0,0 1 204 15,0-3-124-15,0 2-248 0,0 1-236 16,-4-4-180-16,0 4-64 0,0 0-12 15,-3 0 0-15,-2-1-40 0,2 4 12 16,-2 3-36-16,1 0-88 0,1 5-100 0,2 9-84 16,2 8-96-16,-5 10-28 0,8 9 120 15,-1 6-8-15,5 4 8 0,0 0 0 0,0 0 4 16,5-10-64-16,3-5 16 0,0-11-76 16,-1-6-12-16,2-7 16 15,-1-8-16-15,-1-4-124 0,5 0-40 0,0-7 128 16,4-5-16-16,-4-10-48 0,0 3-124 15,1-7 36-15,-2 4 160 0,-3 2 100 16,0 4 0-16,0 4-24 0,0 3 0 16,0 5-76-16,-1 4 164 0,6 0 88 15,-1 11 152-15,0 7-24 0,0 1 20 16,-1 6-24-16,2 6-84 0,-5 5 120 0,-1-1 76 16,-3 6-64-16,-4 4 12 15,0-1-76-15,0 7-8 0,-8-1 56 16,1-1 64-16,-10-6-48 0,6-4-16 0,-6-7 64 15,2-7-40-15,3-3-108 0,0-8-28 16,0-5-8-16,4-7 20 0,-4-2-20 0,4 0-124 16,-3-5-72-16,-2-8-112 15,1-4-96-15,-4-5-76 0,4-3-172 0,-4-4-100 16,8-3 0-16,1-1-68 16,7 0-24-16,0 5-260 0,7-1-472 15,10 1-656-15,2-1-1129 0,5-6-2715 0,-4 10 3172 0</inkml:trace>
  <inkml:trace contextRef="#ctx0" brushRef="#br0" timeOffset="111883.496">15534 6972 4044 0,'0'0'2448'16,"0"0"692"-16,0 0-1487 0,0 0-101 0,0 0 64 16,0 0-192-16,0 0-448 15,0 0-304-15,-36 63-248 0,25-37-92 0,3-1-24 16,-1 0-72-16,5 0-52 0,1-2-24 15,3 0-52-15,0-5 4 0,0 1-40 16,3-6-20-16,1 0-52 0,5-4-76 16,-1-2 16-16,-1-1-52 0,6 1-84 0,2-7-408 15,2 0-172-15,2 0-284 0,1-3-740 16,-4-4-2433-16,12-5-3619 0</inkml:trace>
  <inkml:trace contextRef="#ctx0" brushRef="#br0" timeOffset="112374.144">15921 7035 6624 0,'0'0'912'0,"0"0"1948"16,0 0-1607-16,0 0-89 0,-92 61 668 15,68-35-4-15,5 5-360 0,-1-2-472 16,3-1-284-16,6-3-172 0,7-2-64 16,0-7-184-16,4-4-144 0,0-2-144 15,0-3-4-15,4-4-112 0,3-1 16 16,1-2 36-16,9 0-16 0,-2-5 16 0,5-6-112 15,4-1-96-15,0-4-72 0,0 4-28 16,0-5 48-16,0 1 0 16,0-3-24-16,4 1-40 0,-5-8-96 0,1-2-156 15,0-4-60-15,-3 0-100 0,2-6-48 16,-7-3 252-16,4-1 284 16,-8-2 68-16,0 4-4 0,-4-6 68 0,-8 5 176 0,0 3 120 15,0-4 68-15,-5 9 16 16,-6 0 128-16,-1 1 8 0,4 10 56 15,-4 0 272-15,4 6-68 0,1 4 144 0,-2 1-88 16,5 5-72-16,4 0-40 0,-4 6-88 0,4 0-76 16,0 0-72-16,0 0-88 15,0 0-112-15,0 6-108 0,0 4-96 16,4 9 96-16,-4 6 104 0,8 10 8 16,-3 6-40-16,-2 10-16 0,-3 6-56 0,4 7-12 15,0-1-48-15,-4 3 48 16,0-2-36-16,0 0-16 0,4-6-20 0,-4-8-160 15,4-5-64-15,-4-10 0 0,4-7-36 16,0-5-24-16,0-9-16 0,0 0-12 16,0-9-160-16,4 0-336 0,0-5-440 15,-5 0-828-15,6-7-829 0,-5 1-1587 16</inkml:trace>
  <inkml:trace contextRef="#ctx0" brushRef="#br0" timeOffset="113082.128">16710 6813 456 0,'0'0'1396'0,"0"0"5608"15,0 0-4952-15,0 0-507 16,0 0-93-16,0 0-260 0,0 0-312 0,0 0-216 16,0 0-240-16,0 0-112 0,0 0-28 15,-52 60 16-15,44-34-16 0,0 9-52 16,4 0-44-16,0 3 20 0,0 0-72 16,4 1-16-16,0-1-120 0,0-7 0 15,0-2-60-15,8-7-112 0,-4-7-160 16,4-2-64-16,4-10-48 0,-1 0-88 0,2-3 8 15,6-6-344-15,-2-7-572 16,3-2-1096-16,-5-1-3025 0,6-6-587 0</inkml:trace>
  <inkml:trace contextRef="#ctx0" brushRef="#br0" timeOffset="113291.515">16917 6985 9988 0,'0'0'1805'0,"0"0"-1021"0,0 0-108 16,0 0 416-16,0 0 172 0,0 0-420 16,0 0-336-16,0 0-132 0,0 0-140 15,84 12-76-15,-64-18-84 0,-1 0-76 16,1-7-104-16,1 4-468 0,-2-7-240 16,-3 3-244-16,0 1-528 0,0-1-924 15,-8 3-2177-15,0-5-1802 0</inkml:trace>
  <inkml:trace contextRef="#ctx0" brushRef="#br0" timeOffset="113591.485">17057 6722 3916 0,'0'0'704'0,"0"0"4312"0,0 0-3956 16,0 0-171-16,0 0 111 0,0 0-4 16,0 0-108-16,0 0-56 0,-49 69-164 0,49-43-164 15,0-1 8-15,4 3 20 0,5 11 0 16,-5-1-100-16,3 9-108 0,1 8 44 15,1 2-48-15,-1 0-100 0,-1-1-76 16,-3 2-8-16,4-7-12 0,-3-7-64 0,2-3 48 16,-7-2-96-1,4-5-4-15,-4-2 80 0,0-7-40 0,0-2-44 0,0-11 0 16,0-2-4-16,0-4 0 0,0-3 0 16,0-3 48-16,0 0-48 0,-4 0-72 15,0 0-284-15,1-6-8 16,-6-3-276-16,-3-1-172 0,5-6-180 0,-6 1-124 15,5-4-240-15,1 0-768 0,3-2-241 16,4 3-1783-16,0 3-764 0,0 2 4860 16,8-6-1135-16</inkml:trace>
  <inkml:trace contextRef="#ctx0" brushRef="#br0" timeOffset="113757.718">17307 7303 4392 0,'0'0'440'0,"0"0"4184"0,0 0-3464 0,0 0-203 16,0 0 43-16,0 0 84 0,0 0 184 0,0 0-516 15,0 0-488-15,0 0-224 0,8 75-40 16,-12-65-364-16,-3-1-292 0,3-2-356 16,0-1-428-16,4 1-825 0,0-7-2327 15,0 2-700 1,0-2 4940-16</inkml:trace>
  <inkml:trace contextRef="#ctx0" brushRef="#br0" timeOffset="118718.165">17419 7077 5700 0,'0'0'6317'0,"0"0"-5269"0,0 0-676 16,0 0 96-16,96 9 368 0,-73-11 36 15,1-5-204-15,4-3-256 0,-4 2-140 16,-4-6-8-16,4-2-140 0,-8 4-120 0,4-8-4 15,-4 5-124-15,0-4-424 16,-4-3-508-16,-5 3-332 0,1 0-680 16,-8 0-2257-16,0 5-2239 0,0-4 5281 0</inkml:trace>
  <inkml:trace contextRef="#ctx0" brushRef="#br0" timeOffset="119011.53">17579 6775 1316 0,'0'0'720'0,"0"0"256"0,0 0 4476 0,0 0-3896 15,0 0-371-15,0 0-297 0,0 0-80 16,0 0 68-16,0 0 0 16,0 0-4-16,-4 92-432 0,19-56-60 0,-2 8-56 15,2 3-112-15,1 11-64 0,0-1 248 16,0 6-8-16,-4-3-192 0,-1 4-60 16,-2-10 60-16,-1-4 52 0,0-1 136 15,-5-12-92-15,6-1-32 0,-9-8-76 16,4-3-140-16,0-3-44 0,0-6-4 15,-4-3-44-15,0-7 40 0,0 0-8 0,0-1-68 16,0-5-112-16,0 0 48 0,-8 0-208 0,-1-7 0 16,-6-5-88-1,-2-2-436-15,-6-5-136 0,3-3-204 0,0 0-276 16,4-7-860-16,4 10-853 16,0-13-3675-16</inkml:trace>
  <inkml:trace contextRef="#ctx0" brushRef="#br0" timeOffset="119269.345">17917 6556 1408 0,'0'0'3116'0,"0"0"2972"15,0 0-4259-15,0 0-581 0,0 0-44 16,0 0-260-16,0 89-176 0,0-67-120 16,0 3-352-16,4-2-172 15,-4-2-124-15,4 2-72 16,0 0-252-16,0-5-524 0,-1-1-484 16,2-2-800-16,-5-2-2913 0,0-4-2643 0</inkml:trace>
  <inkml:trace contextRef="#ctx0" brushRef="#br0" timeOffset="119524.861">18295 6652 1408 0,'0'0'4244'0,"0"0"1024"0,0 0-3727 15,0 0-305-15,0 0-32 0,77 65-120 0,-62-46-156 0,-3 1-280 16,0 6-192-16,-4-1-148 0,-4 0-60 0,0 4-88 16,-4-1-84-16,0 0-76 0,-8 2-40 15,0-2-156-15,0-6-312 0,-4 0-108 0,0-6-168 16,5 1-196-16,-6-8-372 0,-2-3-712 16,6-2-1149-16,-6-4-2279 0</inkml:trace>
  <inkml:trace contextRef="#ctx0" brushRef="#br0" timeOffset="119843.613">18702 6292 5168 0,'0'0'272'0,"0"0"5857"15,0 0-4353-15,76 19-364 0,-48-8-44 0,4 1-264 16,-4 1-324-16,3 3-188 0,-4 2-160 16,1 1-164-16,0 3-44 0,-3 4-104 15,-1 3-56-15,0-1 20 0,-9 8 12 16,2-2-20-16,-10 4-28 0,1 3-44 16,-4 4 0-16,-4 3-4 0,-4 2-48 15,-7 1-24-15,-6 4-152 0,-2-2-116 16,-1 1-56-16,-5 0-8 0,1-3 84 15,1 0 120-15,-5 0 40 0,-4-4-188 16,1-3-236-16,3-5-104 0,-4-4-156 0,0-10-216 16,8-6-864-16,-16 4-2957 0</inkml:trace>
  <inkml:trace contextRef="#ctx0" brushRef="#br0" timeOffset="120809.773">13973 9141 1016 0,'0'0'92'0,"0"0"9436"15,0 0-7331-15,-13-67-785 0,2 48-464 16,-1 0-232-16,0 3 112 0,-4 0-92 0,0 4-252 0,0 2-128 16,-4 7-36-16,0-1 12 0,4 4-36 15,-8 10-12-15,4 9-76 0,4 9 24 0,0 11-24 16,1 2 48-16,2 7-48 0,5-1-36 15,1-3-112-15,7-8-60 0,0-11-60 16,0-9-52-16,3-6-108 0,5-10-144 16,5 0-4-1,2-13-24-15,-2-6 132 0,2-7-60 0,2-3 64 16,-6 4-16-16,6 0 0 0,-10 6 160 0,5 3 12 0,0 10-48 16,4 3 24-16,0 3 124 0,4 12 148 15,0 4 152-15,0 6 20 0,3 7-160 0,-3-1 52 16,-4 7 8-16,4 4 184 15,-3-2-84-15,-2 8-136 0,-7 3 84 0,-3-4 64 16,-5 7 44-16,0-4 28 0,0 0-64 16,-13-1-148-16,5-5-80 15,-8-6-3-15,4-10-1 0,1-5-44 0,-2-12-56 16,2-1-8-16,-2-7-124 0,-2 0-229 16,-2-10 49-16,2-6-48 15,-2-3-64-15,-2-6-96 0,3-4-224 0,8 1-100 0,4-3-192 16,4 1-180-16,8 3-620 15,3 4-1136-15,17-12-2677 0</inkml:trace>
  <inkml:trace contextRef="#ctx0" brushRef="#br0" timeOffset="121001.786">14439 9103 3848 0,'0'0'376'0,"0"0"5632"0,0 0-3899 15,0 0-465-15,0 0-76 16,0 0-12-16,0 0-344 0,0 0-348 15,0 0-252-15,-52 85-280 0,40-56-64 0,8-1 0 0,-4-2-108 16,8-1-64-16,0-6-96 0,0 0-136 16,8-6-44-16,4-3-200 0,4-1-292 15,4-3-164-15,0-6-164 0,4 0-496 16,-9 0-1552-16,17-15-3793 0</inkml:trace>
  <inkml:trace contextRef="#ctx0" brushRef="#br0" timeOffset="121609.725">14916 9062 4288 0,'0'0'5516'16,"0"0"-3491"-16,-47 63-365 0,23-28 416 15,0 2 76-15,0 9-292 16,4-6-396-16,8-2-479 16,4-6-329-16,4-10-316 0,4-9-340 0,0-7-84 0,0-1-76 0,12-5 16 15,0-7 36-15,4-6 20 16,4-6 28-16,0-10-240 0,4-3-141 0,-4 1-79 15,0-8-44-15,-1 2 40 0,6-2 36 16,-5 2-76-16,-1-3-116 0,1 0-136 16,-3 5 80-16,-6-3 172 0,-3 0 124 15,1 0 328 1,-5 2 112-16,-4-2 288 0,0 7-48 0,0 2 224 16,-4 7 84-16,-1 3-200 0,5 10 100 0,0 2-40 0,-4 4-16 15,4 3-24-15,0 0-72 0,0 0-112 16,0 0-184-16,0 0-232 0,0 0-212 15,0-3-108-15,4 0-4 0,-4-4 72 16,9-2 24-16,-6 2-16 0,-3-2-80 0,4 3 28 16,0 0 0-16,-4 1 96 0,4 5 116 15,-4 0 100-15,0 0 104 16,0 0 60-16,0 0 52 0,0 5 12 0,0 1 344 16,0 2-116-16,0 3 16 0,0-3 148 15,0 6 100-15,0 2-92 0,-4-4-84 16,4 4-60-16,-4 3 28 0,4 0 28 0,0 3-24 15,0 4 24-15,0 3-64 16,0 2 24-16,0 1-12 0,0 0 24 0,0-1-28 16,0-2 40-16,0-1-40 0,0-5-60 15,0-2-108-15,0-1-100 0,0-7-12 16,4 3-64-16,0-3-32 0,0-4 8 0,5 4 52 16,-6-1-112-16,5 1-132 15,-4-4-16-15,4 7-12 0,-4-2-16 16,0-2 68-16,0 1-8 0,0 0 16 15,0-4 48-15,-4-4 4 0,0 2-80 16,4-3-204-16,-4-4-360 0,0 0-528 16,4-11-1188-16,0 3-1845 0,-4-15-2519 0</inkml:trace>
  <inkml:trace contextRef="#ctx0" brushRef="#br0" timeOffset="123352.402">15749 8876 2644 0,'0'0'444'0,"0"0"3156"15,0 0-1136-15,0 0-964 16,0 0-391-16,0 0-21 0,0 0-172 0,0 0-204 16,-60 74-68-16,53-55-152 0,-1 6-68 15,0-2 8-15,4 3-72 0,-1 2 16 16,5 0-140-16,0 1-64 0,0 0-84 0,5-1-88 15,3-3-124-15,0-6-12 0,-1 1-128 16,2-5-196-16,3-5-104 16,-5-4-192-16,6-3-292 0,2-3-772 0,-7 0-729 15,9-15-2511-15</inkml:trace>
  <inkml:trace contextRef="#ctx0" brushRef="#br0" timeOffset="123541.115">15969 9083 1604 0,'0'0'6352'0,"0"0"-3956"16,0 0-467-16,0 0 11 0,0 0-352 15,0 0-308-15,75 70-400 0,-54-66-484 16,-6-4-236-16,9 0-148 0,4-7-12 16,0-9-224-16,0-2-716 0,0-5-388 15,-1 1-484-15,-7 2-2105 0,1-7-3927 16</inkml:trace>
  <inkml:trace contextRef="#ctx0" brushRef="#br0" timeOffset="123792.576">16132 8896 3800 0,'0'0'12'16,"0"0"6160"-16,0 0-4303 0,-24 70-421 15,20-44-28 1,4 6-88-16,0-5-116 0,4 9-288 0,8-2-348 0,-4 8-136 15,8-1-88-15,-4 4-124 0,4 2-84 0,-5 1-52 16,2 0-8-16,-5-4-40 0,-1 1-40 16,2-8-4-16,-1-2 0 0,-4-3-4 15,-1-7 0-15,-3-3-12 0,0-5-88 0,0-4-68 16,0-7-372-16,0-3-124 0,0-3-188 16,4 0-304-16,-4-14-680 15,4 6-1976-15,1-17-1057 0</inkml:trace>
  <inkml:trace contextRef="#ctx0" brushRef="#br0" timeOffset="123940.594">16514 9251 300 0,'0'0'5476'16,"0"0"-2864"-16,0 0-724 0,0 0-187 0,0 0 99 16,13 70-292-16,-13-53-512 0,-9 2-384 15,9-1-352-15,-4-5-220 0,0 3-40 16,1-7-376-16,3 2-564 0,0-3-384 15,0-1-636-15,0-3-2617 0,3-4-3023 0</inkml:trace>
  <inkml:trace contextRef="#ctx0" brushRef="#br0" timeOffset="124342.537">16793 9032 4624 0,'0'0'208'0,"0"0"6473"16,0 0-4749-16,0 0-360 0,0 0 48 0,0 0-204 16,0 0-316-16,80 42-352 0,-60-40-396 15,4 2-192-15,0-4-160 0,-4 0 0 16,3-9-48-16,-3 0-320 0,5-8-464 15,-5 1-252-15,-5-3-472 0,2 1-1080 0,-10 1-2553 16,-3-8-2119-16</inkml:trace>
  <inkml:trace contextRef="#ctx0" brushRef="#br0" timeOffset="124559.872">16961 8810 4244 0,'0'0'248'0,"0"0"4228"0,0 0-2772 15,0 0-135-15,0 0 167 16,-44 86-180-16,44-54-312 0,0 3-188 0,3 3-56 15,6 6-156-15,3 4-132 0,-1 6-56 16,6 3-180-16,-6 3-111 0,6 4-121 16,-6 0-100-16,2-5-132 0,-5-1 84 15,-5-7-48-15,5-4-36 16,-4-5-12-16,1-10 0 0,-5-10-4 0,0-3-56 0,4-10-24 16,-4-6-48-16,0-3-209 15,0 0-291-15,0-6-308 0,4-10-52 16,-4-3-276-16,0-12-992 0,0 5-2252 0,-8-22-3641 15</inkml:trace>
  <inkml:trace contextRef="#ctx0" brushRef="#br0" timeOffset="124772.497">17315 8741 168 0,'0'0'10168'0,"0"0"-8427"0,0 0-641 0,0 0-44 16,0 0 144-16,0 0-156 15,0 0-336-15,60 69-396 0,-52-53-312 16,-4 3 0-16,0 0-184 0,0 0-516 0,-4 4-344 16,0-4-472-16,0-3-1180 15,0 6-2945-15</inkml:trace>
  <inkml:trace contextRef="#ctx0" brushRef="#br0" timeOffset="125244.01">17790 8864 3616 0,'0'0'680'16,"0"0"5200"-16,0 0-4323 0,32 77-121 16,-25-49 136-16,1-3-8 0,0 5-480 0,0-9-304 15,0 5-284-15,-4-7-152 0,0 3-88 16,0 0-20-16,-4 1-68 15,0-1-8-15,-12 0-48 0,4-3-104 0,-8-1 40 16,1 1-40-16,-2-8-8 0,-2-3-256 16,-1 3-172-16,-4-8-248 0,3 0-440 15,-2-3-332-15,-1 0-608 0,8 0-2677 0,-12-10-4227 16</inkml:trace>
  <inkml:trace contextRef="#ctx0" brushRef="#br0" timeOffset="125632.77">18750 8360 5488 0,'0'0'5116'0,"0"0"-2867"16,-4 72-1117-16,4-33-68 0,-4 8 596 0,-1 7-96 16,1 6-444-16,4 7-396 15,0 9-312-15,4 6-44 0,9 8-124 16,-5 6-64-16,-1 2-44 0,2 6-124 0,-5 1-12 15,0-4-8-15,-4-5-116 0,0-7-400 16,0-3 380-16,4-14-136 0,-4-2-184 16,3-9-100-16,1-11 36 0,-4-8 84 15,4-13-188-15,0-4-376 0,1-9-700 16,-5-7-1064-16,0-6-2465 0,0-3-1575 16</inkml:trace>
  <inkml:trace contextRef="#ctx0" brushRef="#br0" timeOffset="126124.423">19280 9112 5672 0,'0'0'6525'15,"0"0"-5097"-15,0 0-96 0,0 0-324 16,0 0 440-16,59 73-224 0,-27-64-240 0,4-2-372 15,3-4-232-15,6-3-200 0,-6-10-112 16,6-5-68-16,-2-7-64 0,1-7-408 16,-4-3-228-16,0-2-172 0,-8-4-276 15,-1-1-928-15,-10 14-2312 0,-6-17-2909 16</inkml:trace>
  <inkml:trace contextRef="#ctx0" brushRef="#br0" timeOffset="126380.859">19594 8662 4244 0,'0'0'756'0,"0"0"5657"0,0 0-4709 0,-15 94-320 15,15-56-136-15,4 6 144 0,7 5-164 16,2 5-208-16,2-1-296 0,2 10-212 16,2 1-76-16,-3 3-168 0,3 2-108 15,-2 2-40-15,-2-5-36 0,2-3-8 16,-1-5-16-16,-4-4-60 15,-5-6-8-15,-3-8-76 0,5-1-4 0,-9-4-192 0,0-6-12 16,-5-1-72-16,-3 1 0 0,-3-7-152 16,-9 3-48-16,-5-2-24 0,-3-4-32 15,1 0-408-15,-9-7-452 0,0-2-684 16,8-4-2037-16,-11-2-2115 0</inkml:trace>
  <inkml:trace contextRef="#ctx0" brushRef="#br0" timeOffset="127828.589">18961 10626 5884 0,'0'0'468'0,"0"0"4056"0,0 0-3455 16,0 0-85-16,0 0 60 16,0 0-92-16,0 0 52 0,0 0-76 0,0 99-316 15,4-55-68-15,0 11-24 0,-4 8-40 16,0 7-40-16,0-1-24 0,0 5-60 0,0-2-100 16,-4-7-84-16,0-6-120 15,4-8-52-15,-4-9-84 0,4-8-64 16,0-11-192-16,0-7-152 0,8-7-184 0,0-9-248 15,3 0-304-15,6-16-772 0,-6 4-1108 16,13-27-2969-16</inkml:trace>
  <inkml:trace contextRef="#ctx0" brushRef="#br0" timeOffset="128001.493">19551 10978 11237 0,'0'0'1628'0,"0"0"-876"15,0 0 288-15,0 0 948 0,95 54-224 0,-71-49-500 16,-1-3-748-16,2-4-396 0,3-11-120 16,0-7-4-16,0-6-496 0,0-2-188 15,0-7-296-15,-4 3-756 0,-9 4-2060 16,1-9-3193-16</inkml:trace>
  <inkml:trace contextRef="#ctx0" brushRef="#br0" timeOffset="128259.462">19670 10676 6080 0,'0'0'4252'0,"0"0"-2835"0,-12 68-277 15,12-36 324-15,0 6 152 0,4 6-80 16,4 4-412-16,4-1-324 0,4 7-128 16,0 1-108-16,4 2-88 0,-5 2-184 15,6 0-88-15,-6 0-32 0,-2 2-87 0,-6-4-13 16,-3-3 4-16,-4-3 8 0,0-3-72 15,0-7-12-15,0-10 0 0,0-5 0 16,-4-7-8-16,1-10-64 0,-1-6-161 0,-4-3-255 16,3-12-316-16,-3-7-64 15,1-9-324-15,-1-8-420 0,-5-8-1044 0,6 6-2665 16,-1-33-3562-16</inkml:trace>
  <inkml:trace contextRef="#ctx0" brushRef="#br0" timeOffset="128424.723">20161 10566 10436 0,'0'0'2161'0,"0"0"-1217"15,0 0-284-15,51 83 364 16,-43-49 148-16,0 8-176 0,-4-3-460 0,0 1-452 16,-4 2-84-16,0-5-332 0,0 5-676 0,0-8-628 15,0-4-1188-15,0 5-5085 16</inkml:trace>
  <inkml:trace contextRef="#ctx0" brushRef="#br0" timeOffset="130264.943">21618 9109 4984 0,'0'0'276'0,"0"0"5505"0,0 0-4101 16,0 0-520-16,0 0 4 0,0 0 196 15,0 0-116-15,0 0-216 16,0 0-304-16,0 0-248 0,4 9-32 0,20-9 80 15,4 0 12-15,8 0-160 0,0 0-159 16,-4-6-69-16,3-3-148 0,1-1 0 0,-3 0 0 16,-1 1-60-16,-5-1-148 0,-3 3-265 15,0 1-163-15,-4 0-180 0,-4 4-140 16,-4 2-564-16,-4 0-1216 0,-4 0-2693 16,-4 6-2131-16</inkml:trace>
  <inkml:trace contextRef="#ctx0" brushRef="#br0" timeOffset="130442.272">21734 9287 3332 0,'0'0'2056'15,"0"0"3501"-15,0 0-3989 0,0 0-648 16,0 0 80-16,0 0 164 0,0 0-108 16,96 53 0-16,-61-53-328 0,1-6-320 15,0-7-300-15,-4-2-108 0,3-4-116 0,-2 3-316 16,-6-4-272-16,-3 1-468 0,-3 4-564 15,-1 2-1208-15,-9 1-2645 16</inkml:trace>
  <inkml:trace contextRef="#ctx0" brushRef="#br0" timeOffset="130709.194">21877 8817 3664 0,'0'0'1356'16,"0"0"3448"-16,0 0-3343 0,0 0-257 16,92 15-80-16,-61-4 144 0,6 1 4 0,-1 4-208 15,3-4-456-15,-3 4-104 0,0 3-304 16,-8 1-128-16,-4 5 4 0,-8 4-76 16,-8 3 8-16,-4 8 36 0,-4 2-44 15,-4 2-148-15,-9 0-72 0,2 0 32 0,-4-2-120 16,-2-4-128-16,1-6-84 15,4-7-196-15,1 1-188 0,2-7-436 0,5-7-1192 16,0 1-2805-16</inkml:trace>
  <inkml:trace contextRef="#ctx0" brushRef="#br0" timeOffset="131624.902">23495 8941 3564 0,'0'0'8'0,"0"0"2628"15,0 0 40-15,0 0-1136 0,0 0-715 16,0 0 87-16,0 0 124 0,0 0-96 16,-76-51-116-16,64 51 8 0,1 0-228 0,-2 0-68 15,-2 0-64-15,2 6 12 16,-2 4-76-16,2-4-12 0,-2 3-76 15,3 4-28-15,0-3-44 0,-4-1-76 0,4 1 24 16,4 2-28-16,0-2-8 0,0 2-48 16,4 1-64-16,0 1-40 0,0 0-8 15,4 5 8-15,-4-2-8 0,4-1 0 16,0 0 0-16,0-6-12 16,0-1 4-16,0-6-40 0,0 0 36 0,0-3-88 0,0 0 40 15,0 0-12-15,4 0-16 16,-4 3-20-16,8-3 20 0,-4 0 76 15,4 0-60-15,4 0-16 0,0 0 76 0,4-3 0 16,0-3-120-16,3-3-152 16,2-4-72-16,3-7-88 0,-1-1-124 15,-3-5-104-15,4 0-148 0,-4-2-128 0,-4 2-24 16,-4 4 300-16,0 3 164 0,-4 3 164 16,0 10 228-16,-4 0 112 0,-4 6 4 15,4 0 180-15,0 12 432 0,0 7 188 16,4 7-244-16,3 2-80 0,-2 7-8 0,3 3-12 15,-1 0 4-15,2 4-24 0,-2-1-52 16,2 3-24-16,-5 1 48 0,-1 3 48 16,-3-4 60-16,0 1-40 0,-4-1-12 15,0-4 24-15,0-1 24 0,0-1-96 0,0-3-103 16,-4-6-69-16,0 0-112 16,-3-7-68-16,-1-7-4 0,4 1-56 15,-5-6-4-15,-2-1-8 0,3-2-212 16,-5-4-32-16,2 0 19 0,-6-3-59 15,2 0-12-15,-1 0-60 0,-4-3 20 16,0-7-32-16,0 1 44 0,1-1 88 0,2-6-64 16,-2 1-24-16,6-2-148 0,2 2-300 15,2-4-300-15,9 1-468 0,0-6-432 0,0 9-1925 16,9-14-1635-16</inkml:trace>
  <inkml:trace contextRef="#ctx0" brushRef="#br0" timeOffset="131890.584">24053 8880 6988 0,'0'0'3216'0,"0"0"-1707"15,0 0-521-15,0 0-32 0,0 0 8 16,0 0 196-16,0 0-508 0,-72 67-276 0,64-51-88 15,0 3 44-15,0-4-44 0,1 8-16 0,3 0-76 16,-1-2-20-16,5 5-80 16,0-4 16-16,0 0-112 0,0-6-4 15,0-3-144-15,5-7-184 0,2-3-252 0,1-3-288 16,9 0-524-16,2-12-592 16,-3 2-2397-16,12-19-3195 0</inkml:trace>
  <inkml:trace contextRef="#ctx0" brushRef="#br0" timeOffset="132091.108">24352 8893 260 0,'0'0'8356'15,"0"0"-5755"-15,0 0-693 16,0 0-156-16,-60 70-204 0,44-48-216 0,0-3-320 16,4 3-348-16,4-3-260 0,0 0-72 15,8-7-148-15,0 5-184 0,0-7-92 0,8-4-116 16,0 1-132-16,4-5-92 0,0-2-268 15,8 0-128-15,-5-6-252 0,6-7-416 16,-6 4-624-16,2-5-953 0,3 2-2291 0</inkml:trace>
  <inkml:trace contextRef="#ctx0" brushRef="#br0" timeOffset="133041.093">24296 8963 7064 0,'0'0'2232'0,"0"0"-876"0,0 0-159 16,0 0 235-16,0 0-8 15,0 0 8-15,0 0-404 0,0 0-220 0,0 0-92 16,0 0-16-16,-64 66-136 0,64-52-124 16,0-2-40-16,0-3 4 0,4-2-40 15,0-2-96-15,0 2-111 0,0-7-33 0,4 0-76 16,0 0-48-16,0 0-4 0,3-9 4 16,2-3-72-16,2-7-269 15,2-7-99-15,-2-3-72 0,5-3 0 0,-3 1-88 16,-2-1-96-16,2-4-244 0,-6-1-324 15,6-1-208-15,-6 0-364 16,1-3-160-16,-3 2-149 0,-2-5 317 0,-3 3 136 16,0 0 600-16,-4 2 1092 0,0-3 144 15,0 9 716-15,0-3 388 0,0 8-196 0,0-1 204 16,0 6 40-16,0 8-75 0,0 2 7 16,0 7-104-16,0 3-88 0,0 3-184 15,0 0-208-15,0 0-196 0,0 9-12 16,0 4 120-16,0 6 36 0,4 3-200 15,0 7-132-15,1 5-76 0,-2 5 24 0,1 1-48 16,0 12-76-16,0 2-36 16,4 2-48-16,0 9 0 0,0-5 0 15,4 3-12-15,0-6-108 0,0-6-296 0,3-10-312 16,2-6 100-16,3-9-4 0,-1-7-176 16,5-3-524-16,0-11-888 0,-8-1-2133 15,12-8-2207-15</inkml:trace>
  <inkml:trace contextRef="#ctx0" brushRef="#br0" timeOffset="133274.299">25252 8629 9048 0,'0'0'4697'0,"0"0"-3949"0,0 0-380 15,-48 70 700-15,36-35 448 0,-4 3-184 0,8 3-472 16,0 3-344-16,5-2-152 15,3 3 4-15,0-4-136 0,0 0-100 0,0-3-84 16,7 1-48-16,1-8-4 0,1-2-68 16,-2-7-48-16,1-6-112 0,0-7-172 15,4-2-244-15,-4-7-260 0,4 0-116 16,4-10-380-16,-4-5-892 0,0 2-2601 16,4-19-2683-16</inkml:trace>
  <inkml:trace contextRef="#ctx0" brushRef="#br0" timeOffset="133421.533">25411 8903 10392 0,'0'0'2685'0,"0"0"-1513"0,0 0 16 0,0 0 552 15,0 0 264-15,0 0-352 0,92 63-704 16,-68-60-451-16,4-3-217 0,0 0-100 0,0-6-180 16,4-10-220-16,0 0-328 15,0-6-169-15,-4 0-183 0,0-8-376 16,-9 5-876-16,1 6-2244 0,-8-9-3793 0</inkml:trace>
  <inkml:trace contextRef="#ctx0" brushRef="#br0" timeOffset="133660.728">25647 8607 5548 0,'0'0'4636'0,"0"0"-3259"0,0 0-93 0,-21 76 456 0,21-44 400 15,0 6-292-15,0 3-388 16,4 3-372-16,4 5-323 0,-3-2-293 0,-5 7-108 15,0 3-120-15,0 4-112 0,0-4-84 16,-5 4-48-16,-3-9-8 0,1 0-64 16,-1-5-148-16,-5-9-80 0,6-2-88 15,3-9-77-15,-4-7-155 0,4-7-36 0,4-7-52 16,0-6-152-16,0 0-440 16,0-9-548-16,8-10 128 0,3-4-760 0,-3 4-2005 15,9-16-1019-15</inkml:trace>
  <inkml:trace contextRef="#ctx0" brushRef="#br0" timeOffset="133807.655">25901 9207 7976 0,'0'0'2744'0,"0"0"-1687"15,0 0-173-15,0 0 440 0,0 0 532 0,0 0-128 0,0 0-752 16,32 76-572-16,-36-60-220 0,-3-3-100 16,-2 0-84-16,5-4-284 0,-4-3-280 15,5 1-292-15,-5-4-312 0,8-3-320 16,-4 0-992-16,4-10-3757 0</inkml:trace>
  <inkml:trace contextRef="#ctx0" brushRef="#br0" timeOffset="134060.78">26312 8944 4332 0,'0'0'10361'0,"0"0"-8101"15,0 0-1292-15,0 0 84 0,0 0 136 16,0 0-44-16,91 31-315 0,-63-31-393 16,0-3-244-16,0-6-68 0,0-4-124 15,0-6-84-15,0-3-388 0,0-4-293 16,-9-2-123-16,2-3-260 0,-6 1-964 15,-6 5-2344-15,-2-6-2845 0</inkml:trace>
  <inkml:trace contextRef="#ctx0" brushRef="#br0" timeOffset="134283.145">26507 8643 9080 0,'0'0'3109'0,"0"0"-2253"0,0 0-308 0,-12 98 428 15,12-57 548-15,0 9 200 0,0 5-356 16,4 2-596-16,4 6-308 15,-4 4 0-15,0 0 20 0,0 2 65 0,0 1-89 16,-4-3-84-16,0-1-60 0,0-8-76 16,0-7-92-16,-4-7-148 0,4-6 0 15,0-6-88-15,0-4-128 0,0-5-208 0,0-7-156 16,4-10-41-16,4-6-135 16,-8 0-148-16,8-16-396 0,-4-9-772 15,-4 6-640-15,4-26-2681 0</inkml:trace>
  <inkml:trace contextRef="#ctx0" brushRef="#br0" timeOffset="134517.544">26882 8445 6884 0,'0'0'5849'0,"0"0"-4881"15,0 0-596-15,0 0 260 16,0 0 500-16,0 0 196 0,47 80-188 0,-38-55-512 16,-5 4-380-16,-1 2-88 0,-3 2-108 0,0 0-52 15,0 3 0-15,-7-1-308 16,-2-3-468-16,-3-1-500 0,1-5-872 0,2-7-2857 16,-2-6-4874-16</inkml:trace>
  <inkml:trace contextRef="#ctx0" brushRef="#br0" timeOffset="134757.172">27348 8703 900 0,'0'0'11377'16,"0"0"-9641"-16,0 0-1128 0,28 69 324 0,-20-40 684 16,-5 2-20-16,6 5-260 0,-1-5-652 15,3 4-316-15,-3 0-52 0,1 0-112 16,-2-1-68-16,-3 4 33 0,-4-2-45 15,0-1-120-15,0 3-4 0,-7-6-100 16,-10 2-177-16,2-2-139 0,-2 0-204 16,-6-7-236-16,3 1-260 15,0-10-456-15,4-10-888 0,0-2-2985 16,4-11-3259-16</inkml:trace>
  <inkml:trace contextRef="#ctx0" brushRef="#br0" timeOffset="134918.147">28014 8820 14529 0,'0'0'2736'0,"0"0"-2312"0,0 0-328 16,0 0 164-16,0 0-72 0,75 31 232 16,-64-27-420-16,-2-4-284 15,7 0-1056-15,-9 0-744 0,2 0-2737 0,-1-6-4195 16</inkml:trace>
  <inkml:trace contextRef="#ctx0" brushRef="#br0" timeOffset="135093.251">27902 9087 1708 0,'0'0'14961'0,"0"0"-13261"15,0 0-1592-15,0 0 336 0,84 9 108 16,-56-15 452-16,0-4 68 0,-1 1-731 0,1-5-341 15,0 2-437-15,-4-1-355 16,0 1-236-16,-9 2-276 0,2 4-808 16,-2-4-2948-16</inkml:trace>
  <inkml:trace contextRef="#ctx0" brushRef="#br0" timeOffset="135604.756">28866 8992 5612 0,'0'0'1624'0,"0"0"3053"0,0 0-3141 0,0 0-304 0,0 0 36 16,0 0 0-16,87 46-240 0,-51-35-228 0,0-9-344 15,-3-2-288-15,2-2-168 0,1-11-72 16,0-6-184-16,-1-6-200 16,1-4-224-16,0-6-420 0,-3 0-492 0,-14 6-1228 15,1-9-3117-15</inkml:trace>
  <inkml:trace contextRef="#ctx0" brushRef="#br0" timeOffset="135876.379">29121 8522 4864 0,'0'0'1288'0,"0"0"1348"0,0 0 401 16,0 0-1261-16,0 0-484 0,0 0-60 16,0 0-152-16,-52 82-228 0,56-48-24 15,4 8-80-15,4 6-148 0,4 6-88 16,-4 7-108-16,0-1 56 0,-1 6-7 16,-2 1-153-16,-1 0-92 0,0-1-100 15,-5-3-36-15,-3 1-12 0,0-7-12 16,0-6-48-16,0-4 0 0,-3-2 0 15,-1-7-8-15,-4-9 0 0,-1-4-100 0,2-3-84 16,-5-6-40-16,4-6-32 16,0-3-5-16,-4-7-107 0,4 0-184 15,0-4-112-15,-4-9-248 0,0 0-236 0,4-6-460 16,-4 4-972-16,4-20-2541 0</inkml:trace>
  <inkml:trace contextRef="#ctx0" brushRef="#br0" timeOffset="136470.185">30444 8843 3464 0,'0'0'5936'16,"0"0"-3755"-16,0 0-593 16,0 0-192-16,-37 75 216 0,30-43-300 0,-1 6-248 0,0 0-216 15,3 0-188-15,2-6-60 16,-1-7-148-16,4-8-200 0,0-8-236 15,0-6-16-15,4-3-76 0,4 0 76 0,0-3-132 16,4-6-40-16,0-8-96 0,4-1 12 16,-4-9-60-16,0 0-100 15,-1-2-64-15,-2 1 28 0,-1 2-20 0,-4 1 80 16,-1-1 32-16,-3 4 12 0,0 0 48 16,0 2 200-16,-3 1 100 0,-5 7 276 15,-5-1 20-15,2 7 128 0,3 2-92 0,-8 4-72 16,4 4-100-16,-1 5-160 15,2 5-48-15,-1 0-88 0,4 3-12 16,0-1-36-16,4 0-252 0,0-7-544 0,4 1-1072 16,0-4-2761-16,0 3-3415 0</inkml:trace>
  <inkml:trace contextRef="#ctx0" brushRef="#br0" timeOffset="136707.329">30755 8741 7096 0,'0'0'2700'0,"0"0"-907"0,0 0-217 0,75 53-40 0,-59-27-64 0,-4 3-172 16,0-2-288-16,-9 3-396 0,-3 2-248 0,0-4-144 15,0 0-140-15,0-2-80 0,-7-8 0 16,3-1 0-16,0-8-8 0,4-2 0 16,-4-4-108-16,4-3-44 0,0 0-4 15,0-6 0-15,0-5 36 0,4-3-292 16,4-12 144-16,4-3-100 0,4-3-24 0,-4-9-348 15,8 0-464-15,-4 10-928 0,7-18-3081 16</inkml:trace>
  <inkml:trace contextRef="#ctx0" brushRef="#br0" timeOffset="137149.841">31451 8579 11985 0,'0'0'2740'15,"0"0"-1932"-15,0 0-356 16,0 0 228-16,0 0 76 0,0 0-220 15,32-73-396-15,-15 47-140 0,-2 1-64 0,2-1-8 16,-2 1 20 0,1 3-8-16,0 3 4 0,0 3 56 0,-4 0 4 15,0 7-4-15,0-1-12 0,-8 6 12 0,3 2 92 16,-7 2 80-16,5 0-24 0,-1 2 112 16,0 5 24-16,0 6 148 0,4 6 44 0,-5 0-144 15,10 9-76-15,-9 2-36 16,4 8-12-16,-1 3 120 0,2 6 148 15,-1 4-3-15,-4 3-121 0,-4 3-48 0,0 3-88 16,0-3-56-16,0 1-64 0,0-7-92 16,0-7-4-16,0-2-60 0,0-9 0 15,0-3-76-15,0-8-56 0,0-3-208 16,0-6-257-16,0-7-231 0,0-3-176 16,0-3-524-16,0 0-2156 0,-8 0-2497 15</inkml:trace>
  <inkml:trace contextRef="#ctx0" brushRef="#br0" timeOffset="137326.6">31436 9194 10604 0,'0'0'2581'0,"0"0"-1881"0,0 0-344 0,0 0 792 16,0 0 596-16,0 0-124 0,0 0-380 16,103-6-324-16,-58-3-176 15,6-7-251-15,-3 0-321 0,3-3-168 0,-3 0-60 16,1 3-196-16,-6-1-217 0,0 3-355 15,-2 1-100-15,-1 0-412 0,-5 6-1376 16,-11 2-3021-16,4 5-3003 0</inkml:trace>
  <inkml:trace contextRef="#ctx0" brushRef="#br0" timeOffset="141898.678">26145 10778 6672 0,'0'0'184'0,"0"0"4945"0,0 0-3581 0,0 0-484 16,0 0-152-16,-84 0-20 0,64 11 144 16,0 1-220-16,-4 7-88 0,5 7-104 15,-2 2-36-15,1 10-64 0,1 3-108 0,2 5-88 16,6-2-48-16,2-4-3 0,5-4-33 16,0-11-48-16,4-5-52 15,0-8-140-15,4-10-4 0,9-2-108 0,-2-2 20 16,10-10 84-16,-2-11-8 0,5-6-252 15,0-12-249-15,4-4 65 0,-4-3-4 16,-4-5-48-16,4-1-88 0,-4 1-60 16,-1-1-192-16,2-4-52 0,-1-2-248 15,-5-4 72-15,-3 0 232 0,0 1-28 0,-4 2 200 16,0 4 664-16,1 10 52 16,-6 12 240-16,1 6 244 0,-4 14 200 0,0 3 64 15,0 7-136-15,0 5-132 0,4 5-44 16,-4 7 232-16,0 6 12 15,0 11-140-15,0 9-188 0,0 10-24 0,0 2 24 16,0 7 132-16,-4 4-48 0,0-1-184 16,1 0-96-16,-1-2-208 0,-1-4-80 15,1-6-92-15,0-10-328 0,4-10-196 0,0-5-112 16,4-8-152-16,9-8-640 0,-6-1-1388 16,5-6-4145-16</inkml:trace>
  <inkml:trace contextRef="#ctx0" brushRef="#br0" timeOffset="142176.343">26448 10915 6900 0,'0'0'3072'0,"0"0"-1615"0,0 0-9 15,0 0 436-15,0 0 28 0,0 0-756 16,0 0-676-16,0 0-208 0,0 0-100 16,0 0-160-16,87-39-12 0,-71 9-516 0,8-5-216 15,-4 0 124-15,0 3-16 16,-4 3-8-16,-5 4-72 0,-3 6 224 15,-8 6 480-15,0 4 0 0,-4 3 252 0,-3 2-64 16,-10 4 216-16,2 0 36 0,-5 10 40 16,4 6-80-16,0 6-24 15,0 6 120-15,4 4 0 0,0 6-88 0,4-3-40 16,5 0-48-16,3-7-124 0,0 1-196 16,0-10-172-16,0-6-380 0,7-7-388 15,5-6-156-15,4 0-172 0,4-16-392 0,4-3-900 16,-8 0-2189-16,16-15-879 15</inkml:trace>
  <inkml:trace contextRef="#ctx0" brushRef="#br0" timeOffset="142525.389">26794 10804 6824 0,'0'0'3244'0,"0"0"-1571"0,-4 86-453 16,-4-54 64-16,0 5 180 0,4-4-148 16,-4-5-372-16,8-11-352 0,0-6-296 15,0-8-296-15,0 1-296 0,8-4 60 16,4-7 236-16,0-2-4 0,4-6-164 15,-4-8-92-15,8 0-36 0,-4-2-28 16,0 3 12-16,-1 3 52 0,2 7 36 0,-6 8 0 16,6 4-20-16,-2 4 244 0,-3 11 168 15,4 7 148-15,-4 5-80 0,4 1 16 16,-4 6 120-16,4 2-88 0,-4 2 64 16,0 3 36-16,0 0-40 0,-4 3 24 0,-8 1 12 15,0 6 112-15,0-1 180 16,-12 1-40-16,0-3-72 0,0 0-111 0,0-7-49 15,-4-4-60-15,4-4-112 16,0-5-72-16,4-8-56 0,0-8-92 0,-4-2 48 0,4-7-56 16,-3-3-268-16,-2-3 16 15,1-7-52-15,1-2 28 0,-2-11-88 16,2-6-101-16,3-5-67 0,-1-5-80 0,6-5-144 16,3-7-584-16,0 1-928 0,3 11-2264 15,14-18-3037-15</inkml:trace>
  <inkml:trace contextRef="#ctx0" brushRef="#br0" timeOffset="142724.804">27436 10804 5076 0,'0'0'7821'16,"0"0"-5565"-16,0 0-272 0,0 0 216 0,0 0-564 15,79 32-711-15,-59-32-549 0,0-12-304 16,8-5-72-16,0-8-300 0,-1-4-117 0,1 1-299 15,0-4-188-15,-4 1-372 16,-3 1-920-16,-10 2-948 0,1 9-2389 0,-7-3-879 16</inkml:trace>
  <inkml:trace contextRef="#ctx0" brushRef="#br0" timeOffset="143007.27">27599 10392 5108 0,'0'0'2796'0,"0"0"-776"0,0 0-383 16,0 0 95-16,0 0-148 0,-21 73-8 0,21-38-284 15,9 6-132-15,-1 0-32 16,0 6-212-16,0 7-100 0,0 0-199 16,0 10-181-16,-1 0-108 0,2 2-88 0,-5 2-116 15,4-5-4-15,-4-3-116 0,-4 0 56 16,3-3-60-16,-3-3 0 0,0 0-48 0,4-6-84 16,-4 0-112-16,4-10 4 15,1-4 68-15,-5-2 52 0,4-10-36 16,0-6-16-16,-4-4 52 0,3-5-60 0,-3-7-16 15,0 0-121-15,0-3-11 0,-7-3 24 16,-10-4-96-16,-2-3-140 0,-1-6-208 16,-8-3-212-16,-4-3-416 0,4-3-556 15,-4-7-508-15,8 10-1521 16,-8-17-1371-16</inkml:trace>
  <inkml:trace contextRef="#ctx0" brushRef="#br0" timeOffset="143640.903">28491 10731 10256 0,'0'0'3045'16,"0"0"-945"-16,0 0-616 0,0 0 16 16,0 0-40-16,0 0-164 15,0 0-251-15,0 0-329 0,0 0-196 0,0 0-4 16,0 0 160-16,100 47-288 0,-64-33-112 0,-4-5-24 15,8 1-84-15,-5-1-24 16,1-3 64-16,0 0-76 0,-1 1-48 16,2 0 0-16,-1-4-76 0,-4-1 136 0,-1 2-136 15,1-1-8-15,-8-3-4 16,-4 0-4-16,0 0-76 0,-4 0 72 0,-4 0 12 16,-4 0-8-16,-4 0-48 0,-4 4 56 15,0-1 8-15,0 0 40 16,-4 3 36-16,-8 3-72 0,-4 4 36 0,-4 3-48 15,-4 3-4-15,-4 0-80 0,-4 3-72 0,1-2-12 16,-9-1-36-16,0 0-40 16,-4-1-92-16,0 5 72 0,0-1-124 15,1-3-212-15,2 3-76 0,-2-3-148 0,7 0-317 16,1 1-775-16,7-5-1104 0,7-2-2677 16,-3-1-3827-16</inkml:trace>
  <inkml:trace contextRef="#ctx0" brushRef="#br0" timeOffset="145591.525">29726 10782 3300 0,'0'0'1408'16,"0"0"4184"-16,0 0-3895 0,0 0-581 15,0 0-200-15,0 0-120 0,0 0 252 16,0 0-156-16,0 0-308 0,0 0-112 16,0 0-128-16,-75-23 64 0,62 49-76 0,2 7-112 15,-1 7 4-15,0 5 44 16,4 2 76-16,0 2 36 0,4-9 8 15,0-5-96-15,4-6-144 0,0-13-80 0,0-7-68 16,0-3-96-16,8-6-100 0,0-6 36 16,4-7-192-16,4-9-4 15,-1-6-32-15,6-7-264 0,-5-6-188 0,-4-4-24 16,3 1-172-16,2-5-224 0,-2 2-312 16,-3-4-476-16,4 1 291 15,-4-2 9-15,4-5-516 0,-7 4 704 0,-2-1 1260 0,1 3 300 16,-4 3 688-16,0 10 888 15,-4 10 504-15,4 6-84 0,-4 9-259 16,0 2-317-16,0 9-300 0,0 2-136 0,0 0-88 16,0 0 28-16,0 7-108 0,0 2-112 15,-4 7-272-15,0 6-76 16,0 7-100-16,4 8 124 0,0 8 156 0,0 3-148 16,0 6-108-16,0-1-84 0,-4 2-88 15,0-1-108-15,0-4-4 0,1-2-56 0,-2-6-72 16,5-9-148-16,0-6-172 15,0-12 12-15,0-8-380 0,8-1-112 16,0-6-308-16,4 0-888 0,-4 0-1980 0,8-6-2025 16</inkml:trace>
  <inkml:trace contextRef="#ctx0" brushRef="#br0" timeOffset="145928.471">30077 10906 4548 0,'0'0'5244'0,"0"0"-3399"0,0 0-209 0,0 0 64 15,0 0 112-15,0 66-684 0,0-66-596 16,8 0-532-16,0-6-36 0,4-1 36 16,4-8 116-16,0-4-116 0,0 0-284 15,0-4-136-15,-4 2 232 0,3-2 64 16,-2 2-12-16,-6 2 92 0,1 2 44 0,1 1 112 16,-9 0-16-16,0 7 80 15,0-1-4-15,-4 4 52 0,-5-1 24 16,2 1-28-16,-1 6 0 0,-5 0 16 0,6 0-40 15,-5 3 36-15,3 10 28 0,-2 6-140 16,-1 6 64-16,0 7 12 16,0 3 12-16,0 2 24 0,0 2-24 0,4-1-112 15,0-6-96-15,0-3 0 0,8-11-108 16,0-4-172-16,0-5-100 0,5-6-256 0,6-3 48 16,1-3 8-16,8-6-88 0,0-5-128 15,3 2-344-15,5-7-680 16,4 3-892-16,-8 0-1761 0,16-3-451 15</inkml:trace>
  <inkml:trace contextRef="#ctx0" brushRef="#br0" timeOffset="146360.412">30547 10776 6504 0,'0'0'2828'0,"0"0"-1095"16,0 0-205-16,0 0-48 0,0 0 108 16,0 0-108-16,0 0-600 0,-87 75-276 0,71-43-72 15,0 0 44-15,4 0 132 16,0-3-60-16,8-6-260 0,0-8-340 15,0-5-48-15,4-8-120 0,0-2-148 0,4 0-36 16,4 0-28-16,4-8-84 0,4-6 52 16,0-1 32-16,-1-8-84 0,6 4 8 15,-6-6 112-15,1 3-24 0,0-2 44 16,0 6-68-16,0 3 192 0,-4 2 152 0,0 3-64 16,0 8 64-16,-4 2 200 0,4 0 184 15,-5 12 60-15,6 4-48 0,-5 9-124 16,-1 4 44-16,6 8-92 0,-5 4 132 15,-4 7-4-15,3 0 28 16,-2 6-88-16,-1 0-84 0,-4 7-48 0,0-4 56 16,-9 3-8-16,2 0 12 0,-1-2-3 15,-9-2 27-15,10-5 96 0,-9-6 276 0,8-4-300 16,-4-3-208-16,4-10-60 0,0-1-40 16,0-13 52-16,-4-7-16 0,0-3-44 15,-4-4-300-15,5-6-4 0,-6-8 24 16,1-5 16-16,-3-6-4 0,2-4 52 15,2-5-40-15,2-5-49 0,2 1-71 16,7 0-28-16,0 0-32 0,4 3-176 16,0-2-224-16,12 1-484 0,4 1-484 0,-1-3-676 15,2 10-1889-15,6-14-2007 0</inkml:trace>
  <inkml:trace contextRef="#ctx0" brushRef="#br0" timeOffset="146743.843">31229 10722 12077 0,'0'0'4280'0,"0"0"-2800"0,0 0-112 0,0 0-84 16,0 0-224-16,0 0-355 15,0 0-377-15,0 0-88 0,0 0-20 0,0 0-64 16,103 50-156-16,-71-65-192 0,-1-5-196 16,1-2-156-16,1-3-165 0,-6 0-167 15,-3-1-396-15,-3 0-852 0,-10 7-2092 16,2-9-3133-16</inkml:trace>
  <inkml:trace contextRef="#ctx0" brushRef="#br0" timeOffset="147007.979">31312 10541 7232 0,'0'0'4529'0,"0"0"-2485"15,-24 98-72-15,24-54-172 0,0 10-160 16,0 8-292-16,4-3-412 0,0 1-255 16,4 4-137-16,-3-3-48 0,-2-1-96 15,1 1-172-15,4-5-68 0,-4-2-112 16,5 0 0-16,-9-6-36 0,3-4-12 0,-3-2 0 15,0-8-108-15,0-5-136 0,0-4 4 16,0-6-28-16,-3-5-44 0,3-8-76 0,-5-6-84 16,5 0-29-16,-4-11-47 15,4-10-144-15,-4-8-376 0,-4-9-484 16,8-13-396-16,-4 7-1056 0,1-32-3225 0</inkml:trace>
  <inkml:trace contextRef="#ctx0" brushRef="#br0" timeOffset="147197.447">31786 10220 10828 0,'0'0'2857'0,"0"0"-1537"0,24 67-72 0,-16-36 676 16,0 14-92-16,0-1-600 0,-4 4-623 15,0 0-449-15,-4-1-160 0,0-3-301 16,0-2-283-16,-8-2-356 0,0 2-460 0,0-10-1104 15,-11 12-3805-15</inkml:trace>
  <inkml:trace contextRef="#ctx0" brushRef="#br0" timeOffset="154259.547">28205 12016 7292 0,'0'0'6909'0,"0"0"-6037"16,0 0-708-16,0 87 116 15,3-46 536-15,1 10 380 0,0 3-340 16,-4 3-376-16,0 1-172 0,0 1-28 0,0-1-108 15,-4-5-36-15,0 2-92 0,-3-11-44 16,7-6-84-16,-4-12-164 0,-1-14-192 16,5-9-28-16,0-3-200 0,0-12 0 15,5-10-180-15,-1-10-376 0,3-6-192 16,-3-10-412-16,0-3-853 0,0 7-555 16,5-24-1128-16</inkml:trace>
  <inkml:trace contextRef="#ctx0" brushRef="#br0" timeOffset="154506.645">28208 11989 184 0,'0'0'7660'0,"0"0"-5124"15,0 0-539-15,0 0-457 16,0 0-136-16,0 0-220 0,-87 48-64 16,63-17-280-16,0 4-284 0,-4 1-200 0,4-3-36 15,0 3-128-15,0-5-176 0,5-5-16 16,6-7-160-16,2-6-332 0,3-7-296 16,8-3-276-16,0-3-324 0,0-9-540 0,8-4-64 15,3-3-133-15,2-6 181 0,2-1 464 16,5 2 204-16,0 4 1276 0,0 1 1196 15,4 11 832-15,0 1 68 0,-1 4-371 16,5 6-169-16,0 4-456 0,4 3-508 16,-4 2-480-16,4 2-112 0,4-1-8 0,-8-1-204 15,4 1-708-15,-4-3-468 16,-8-1-945-16,4 7-2479 0</inkml:trace>
  <inkml:trace contextRef="#ctx0" brushRef="#br0" timeOffset="155309.017">26858 13116 4864 0,'0'0'2344'0,"0"0"-892"16,-36-73 76-16,24 46 93 0,-4 2 171 16,8 3-196-16,1 11-88 0,2 0-216 15,5 8-232-15,0 3-252 0,0 0-148 0,0 7-12 16,5 8-52-16,2 10-99 0,5 14-133 15,-4 15-160-15,4 9-68 16,-4 6-64-16,-4 8-68 0,-4-1 68 0,0 1-72 16,0-4-8-16,-4-3-52 0,0-7-60 15,0-12-172-15,0-10-72 0,4-13-36 0,0-11 71 16,0-8 73-16,0-5-96 16,8-4-40-16,0-11 100 0,-1-1 220 15,6-3-40-15,-1-5 68 0,0 8 44 0,3-1 0 16,-2 6-136-16,2 4 136 0,2 3 88 15,-6 3 156-15,1 7-24 16,-3 3-24-16,-2 3 0 0,-7 3-4 0,0-3-32 0,0 3-40 16,-7-1-32-16,-2-1-28 15,-3-2 24-15,1-5-24 0,-2 2-36 16,-2-8-24-16,-5-1-168 0,3-3-212 16,2 0-8-1,-2-7-112-15,2-5-52 0,3-1-320 0,0-6-400 16,8-3-756-16,4-6-752 0,0 5-2389 0,8-12-2263 0</inkml:trace>
  <inkml:trace contextRef="#ctx0" brushRef="#br0" timeOffset="155709.251">27176 13725 10784 0,'0'0'1597'0,"0"0"-909"0,24 86 368 0,-16-54 736 16,1 2-204-16,-6-5-512 15,5-7-644-15,-4-9-432 0,5-7-68 0,2-6-4 16,1-6-52-16,0-10-184 0,4-10 0 15,-4-2 136-15,4-3-212 0,0 2 48 16,0 4-76-16,-4 5 212 0,4 12-24 16,0 8 164-16,-1 2 60 0,-3 17 136 15,8 10 212-15,-8 6-124 0,4 6-60 0,-4 3-116 16,0 0 4-16,-4 5-40 16,4 1-12-16,-4-2 8 0,-4 3 128 15,4 3 160-15,-8-1 152 0,0 5-4 0,0-4-52 16,-8 3-36-16,-4-3-60 15,-4-3-40-15,0-4-124 0,-3-5-68 0,-2-10 56 16,1-11 40-16,1-7-64 0,-1-12-96 16,0-2-200-16,0-19-60 0,0-12-44 15,4-10 132-15,-4-11 12 0,5-2 0 0,2-3-60 16,9 7-160-16,4 3 192 16,8 7 116-16,8 3-4 0,4 5 16 0,8 1 60 15,0-1-4-15,7-3 0 0,2 3-8 16,-1-3-112-16,3 6-444 0,-3-3-256 15,3 4-328-15,-2 3-876 0,-14 6-2409 0,14 0-3263 16</inkml:trace>
  <inkml:trace contextRef="#ctx0" brushRef="#br0" timeOffset="156507.642">28594 13823 2492 0,'0'0'8292'0,"0"0"-6991"15,0 0-497-15,-27-70-152 0,19 52 376 16,0 5 20-16,4 3-156 0,-4 4-192 16,5 3-132-16,-10 3-36 0,5 0 72 15,1 3-88-15,-6 7-208 0,1 6-112 16,0 10 60-16,0 5-60 0,5 7-76 0,-1 6-8 15,-1 7-52-15,9-3-56 0,-4-7-4 16,4-6 0-16,0-13-8 0,0-6-64 16,4-10-64-16,0-6-108 0,9 0 36 15,-2-13 12-15,6-5 60 0,-2-8 40 0,5-9-88 16,1-3 0-16,-6-3-48 0,1-4-100 16,4 1-100-16,-4-3-40 15,0 3 0-15,0-1-12 0,-1 0 36 0,-6 1-120 16,3 3 12-16,-8-1 104 15,-1 1-68-15,1 0-116 0,-4 3 100 16,0 2 244-16,0 4 292 0,-4 10 24 0,4 3 372 16,-3 10 268-16,3 6-20 0,0 3-36 15,0 0 108-15,0 3-124 0,0 10-128 16,0-1-152-16,0 4-116 0,0 3-48 0,0 3 28 16,0 1 72-16,0-1-136 15,0 0-40-15,0 3-72 0,0 4 0 0,0 3 0 16,0 7 4-16,0-2-4 0,0 8-96 15,0-4-112-15,0 3-52 0,0 1-24 16,-4-4 8-16,4-3-84 0,0-6-144 0,0-4-148 16,0-5-256-16,0-8-172 15,4-2-236-15,-1-7-125 0,5-2-575 16,-3-4-752-16,6 0-188 0</inkml:trace>
  <inkml:trace contextRef="#ctx0" brushRef="#br0" timeOffset="157116.974">28838 13868 8200 0,'0'0'1984'16,"0"0"-903"-16,0 0-41 0,0 0 380 15,0 0 20-15,0 0-408 0,0 0-492 16,0 0-216-16,0 0-24 0,0 0 8 0,0 0-20 15,0 0-68-15,87-10-84 0,-70-12-12 16,-2-6-124-16,5 3-12 0,-8-5-136 16,4 5-48-16,-4 3 188 0,-4 0-116 15,0 6-100-15,-8 0-36 0,0 7 48 16,0 2 212-16,-8 4 124 0,0 0 48 0,-4 3-8 16,0 3-104-16,-4 7 76 0,0 5-12 15,1 4-120-15,2 10 132 16,2 4-60-16,-1 5 36 0,3-1 72 0,5 4-48 15,1 1-96-15,-1-4-40 16,4-1-100-16,0-7-36 0,0-5-404 0,0-9-132 16,7-10-188-16,6-3-312 0,-1-3-244 15,4-9-680-15,-4-1-989 0,8-15-1895 16</inkml:trace>
  <inkml:trace contextRef="#ctx0" brushRef="#br0" timeOffset="157273.096">29169 13789 6368 0,'0'0'5977'0,"0"0"-4305"0,0 0-672 15,0 0 496-15,91 47 44 16,-67-34-196-16,-3 0-244 0,2-7-528 16,-3-3-328-16,0-3-152 0,3-13-92 0,2-5-316 15,3-8-88-15,-4-5-144 16,-5-1-224-16,1-7-236 0,-3 4-568 16,-2 1-768-16,-7-1-860 0,-3 10-2501 0</inkml:trace>
  <inkml:trace contextRef="#ctx0" brushRef="#br0" timeOffset="157506.987">29428 13372 2672 0,'0'0'6000'0,"0"0"-4032"16,0 0-399-16,0 0-317 0,0 0-300 0,0 0-104 16,-44 68-160-16,44-33-132 15,4 2 4-15,3 11 0 0,2 3-4 16,3 3-36-16,-5 6-64 0,6 6-64 0,-9 1-24 16,3 7-88-16,-3-4-72 15,0-1-48-15,1 1-52 0,-5-6-100 0,4-4 0 16,-4-7-8-16,0-5 0 0,0-6-8 0,0-14-140 15,0-2-20-15,0-14-128 16,-4-5-68-16,-1-7-56 16,1-7-156-16,0-8-188 15,-3-11-32-15,3-5-88 0,0-11-176 0,4-11-804 0,0 14-2901 0,8-31-3407 16</inkml:trace>
  <inkml:trace contextRef="#ctx0" brushRef="#br0" timeOffset="157789.675">30093 13823 13253 0,'0'0'2416'0,"0"0"-1632"0,0 0 100 15,0 0 476-15,0 0 64 0,20 67-280 16,-12-63-680-16,3-4-464 0,2-4-52 16,6-12-116-16,2-3 20 0,3-9-56 15,0-4-124-15,-9 1 20 0,5-5-92 16,-4 7-16-16,-7 7 108 0,-2 0 100 15,-7 7 120-15,0 2 16 0,0 0 72 0,-12 4 24 16,-4 2 136-16,-4 4-36 0,1 3 20 16,-5 3 28-16,3 10 76 0,-3 6-68 15,9 6-104-15,-2 4 44 0,2-1-112 16,-1 1 56-16,8-6-64 0,0-4-72 16,0-4-392-16,5-2-432 0,3-8-436 0,0 0-1072 15,0-3-2533-15,3-2-4215 0</inkml:trace>
  <inkml:trace contextRef="#ctx0" brushRef="#br0" timeOffset="157941.732">30448 13753 15761 0,'0'0'2312'0,"0"0"-1980"16,0 0 172-16,0 0 196 0,92 7 256 16,-73-20-252-16,1-6-364 0,4-10-280 15,-1-5-60-15,2-10-424 0,-1-5-528 16,0-1-408-16,-5-1-792 0,-2 13-2012 15,-6-9-2857-15</inkml:trace>
  <inkml:trace contextRef="#ctx0" brushRef="#br0" timeOffset="158169.093">30626 13268 8796 0,'0'0'2581'16,"0"0"-1925"-16,-15 98-144 0,11-56 600 15,4 8 644-15,-4 8-24 0,4 5-652 0,0 1-500 16,0 5-152-16,4 2-24 15,-4 4 36-15,4 2-36 0,-4-4-124 0,0 3-60 16,0-7-12-16,0-1-112 0,-4-8-96 16,0-2-120-16,0-11-100 0,0-3-48 15,0-6-84-15,0-3-52 0,-4-6-76 16,4-8-36-16,-3-4-148 0,-2-4-80 16,-3-5-176-16,5-4-300 0,-6-4-144 0,-2 0-104 15,-6-4-821-15,6-1-495 0,-22-4-1608 16</inkml:trace>
  <inkml:trace contextRef="#ctx0" brushRef="#br0" timeOffset="159356.542">31519 13770 1840 0,'0'0'2488'0,"0"0"-988"16,0 0-408-16,0 0-272 0,0 0-304 0,0 0 2565 15,0 0-1709-15,0 0-672 16,0 0-268-16,0 0-12 0,-19-26 88 0,19 26 44 15,0-3-160-15,0 3-128 0,0 0-64 16,0 0 4-16,-4 0 20 0,4 0 0 16,-4-2 52-16,4 2 32 0,-9 0 52 15,5 0-12-15,1 0-64 0,-5 0-36 16,0 0-4-16,3 0-24 0,-2 0-72 16,-1 2-80-16,-5 4-68 0,6 0-12 0,-5 5-4 15,4-3-80-15,-4 6 20 0,4 2 76 16,0-2 4-16,4 10 48 15,0-2 8-15,0 0-52 0,4 0 4 0,0-6-8 16,0 3-4-16,0-7 0 0,0-1 4 16,0-3 48-16,0-3 8 15,4 1-56-15,-4-6-4 0,0 0 0 0,4 0 8 0,-4 0-4 16,0 0 4-16,4 0 0 0,-4 0 40 16,0 0-40-16,0 0 8 15,0 0 56-15,0 0-60 0,0 0 0 0,0 0-8 16,0 0-4-16,0 0-8 0,0 0-4 0,0 0 0 15,0 0-36-15,0 0 40 16,0 0-44-16,0 0 40 0,0 0-48 16,0 0 0-1,0 0-16-15,0 0-8 0,0 0 8 0,0 0-8 0,0 0-4 16,0 0 4-16,0 0 20 0,0 0 4 16,0 0-40-16,0 0-36 0,0 0-36 0,0 0 0 15,0 0 24-15,0 0-12 0,0 0-52 16,0 0-36-16,0 0-12 15,0 0-28-15,0-4-36 0,0 4-56 0,0 0-60 0,0-2-36 16,0-3-120-16,0 5-36 16,0-6-16-16,4 4-412 0,0-4-537 15,0 1-771-15,0-4-1516 0,-20 48-520 0</inkml:trace>
  <inkml:trace contextRef="#ctx0" brushRef="#br0" timeOffset="159916.957">31249 13846 10796 0,'0'0'1697'0,"0"0"-637"0,0 0-348 0,0 0 552 16,0 0 364-16,0 0-364 0,0 0-500 15,0 0-384-15,0 0-12 0,0 0 240 16,79 48-32-16,-51-52-224 0,0-2-108 0,0-4-75 16,0-2-61-16,4-4-24 15,-4 0-84-15,-9-3-124 0,5 3-265 16,-8-2-83-16,4 1-4 0,-8-2-160 0,0 3-76 16,-4 0-308-16,-4-3-332 0,0 0-748 15,0 3-856-15,-4 4-2409 0</inkml:trace>
  <inkml:trace contextRef="#ctx0" brushRef="#br0" timeOffset="160242.855">31504 13436 900 0,'0'0'8444'0,"0"0"-6868"16,0 0-755-16,0 0 219 16,0 0 384-16,0 0-148 0,0 0-232 0,-25 70-368 15,25-44-108-15,0 2 112 0,4 10-100 16,5 0-164-16,-5 10-96 0,4 0-64 15,-5 6-48-15,5 3-72 0,1 6-4 16,-1 1-56-16,-1 6-76 0,5-1 108 16,-4 5 40-16,-4-8-40 15,4 3 0-15,-4-4-8 0,0-2-16 0,1-6-76 0,-2 0 52 16,5-6 12-16,-4 0 28 0,4-4-16 16,-4-5-36-16,4-7 0 0,-8-3 40 15,4-7-40-15,0-6-48 0,-4-7-12 16,0-5-44-16,0-4 52 0,0-3-116 15,-4 0-148-15,-8-5-72 0,-4-2-24 0,-4-10 72 16,1-1-76-16,-5-8-36 0,-1-6-224 16,5-6-124-16,-3-3-4 0,-1-7-492 15,7-2-656-15,6 12-2521 0,-6-23-1567 16</inkml:trace>
  <inkml:trace contextRef="#ctx0" brushRef="#br0" timeOffset="160458.014">32061 13366 9864 0,'0'0'3265'16,"0"0"-2309"-16,0 0-576 0,36 80 476 0,-28-49 888 16,0 8-356-16,-4-2-724 0,0 1-516 15,-4 1-148-15,0-1-136 16,0 0-340-16,-4 0-476 0,0 1-532 0,-4-6-648 15,0-6-2269-15,-8 14-2823 0</inkml:trace>
  <inkml:trace contextRef="#ctx0" brushRef="#br0" timeOffset="169039.399">11148 14077 11385 0,'0'0'2992'0,"0"0"-1820"0,0 0-1072 15,0 0 76-15,0 0 592 0,107 10 364 0,-67-3-32 16,0-1-256-16,-1 0-280 16,6-3-184-16,2-3-272 0,-6 0-36 0,2-3-60 15,-3-3-12-15,0 0-12 0,-8-4-60 16,4-3-392-16,-8 4-208 16,-4-1-260-16,-5 4-404 0,-6 3-1164 0,-6 0-2849 15,-7 3-2363-15</inkml:trace>
  <inkml:trace contextRef="#ctx0" brushRef="#br0" timeOffset="169189.691">11339 14395 3116 0,'0'0'7929'15,"0"0"-6825"-15,0 0-784 0,0 70 244 16,16-48 632-16,12 0 168 0,8-3-296 0,3-6-212 16,1-7-88-16,8-2-164 0,-1-4-320 15,2-12-284-15,-1-9-88 0,-1-7-232 16,-2-3-368-16,-2-7-320 0,-7-4-560 15,-8 7-1516-15,0-19-4609 0</inkml:trace>
  <inkml:trace contextRef="#ctx0" brushRef="#br0" timeOffset="169439.98">11726 13777 10965 0,'0'0'1608'0,"0"0"-996"15,87 28 304-15,-47-10 132 0,3 2-104 16,-2 2-228-16,-5 3-132 0,-1 4-224 16,1 3-224-16,-8 3 24 0,-4 2-160 15,-8 5-48-15,-4-1 48 0,-8 6 28 16,-4-2-28-16,-4 6 0 0,-5-3 0 16,-6-1 8-16,-5 0-4 0,-4-2-4 0,4-4-112 15,-4-2-324-15,4-8-324 16,4-6-380-16,4-2-364 0,4-13-1272 0,0-4-4021 15</inkml:trace>
  <inkml:trace contextRef="#ctx0" brushRef="#br0" timeOffset="170006.627">13327 14065 12057 0,'0'0'1192'16,"0"0"-784"-16,0 0-260 0,-99-70-144 15,66 61 244-15,6 6 576 0,-1 6 156 16,8 13-172-16,3 9-88 0,2 13-24 16,3 13-128-16,0 5-164 0,4 8-60 15,0 0-88-15,8-4-120 0,0-6-136 16,0-9-60-16,4-11-88 0,4-11-268 0,8-14-152 16,0-9 12-16,4-7 124 0,-1-8 148 15,6-14 20-15,-5-2-8 0,-1-1-92 16,1 0 12-16,-7 0 124 0,2 13-8 15,-3 3-28-15,4 11-64 0,-4 5 36 16,4 2 152-16,0 14 140 0,0 6 152 16,0 8 264-16,0 4-148 0,-1 7 208 15,2 4 192-15,-2 5-332 0,-2 5-24 0,-2 2-76 16,-3 0 220-16,-3 4-8 0,-1 2-44 16,-4-3 4-16,-9 1-64 15,1-4 8-15,-7-7-20 0,-1-2 8 0,-4-6-60 16,0-11-132-16,0-6-12 0,4-9-28 15,-4-9 0-15,0-4 16 0,4-3-124 0,-4-10-76 16,5-9-252-16,-6-9-36 0,6-4-160 16,-1-7-124-16,4-1-152 0,3-5-140 15,9 4-328-15,0-1-344 0,9 5-396 16,6 9-757-16,13-18-2719 0</inkml:trace>
  <inkml:trace contextRef="#ctx0" brushRef="#br0" timeOffset="170250.539">13977 14132 9640 0,'0'0'4449'16,"0"0"-3513"-16,0 0-584 0,0 0 212 31,0 0 328-31,-80 15 324 0,64-4-352 0,4 1-432 16,0 4-128-16,0 3-44 0,8 6-92 0,-4 4-104 15,4 2-4-15,4 1-60 0,0 4-8 0,0-3-40 16,4-3-76-16,8-2-268 16,0-9-296-16,3-6-64 0,2-4 12 0,7-9-56 0,0-3-528 15,3-10-600-15,-3 1-2337 0,8-20-2739 0</inkml:trace>
  <inkml:trace contextRef="#ctx0" brushRef="#br0" timeOffset="170740.124">14419 14205 12329 0,'0'0'1784'0,"0"0"-1288"0,0 0 548 16,-80 69 684-16,52-40 100 15,0 3-408-15,4-3-556 0,4 2-279 0,8-5-113 16,5-1-280-16,-2-3-192 0,9-6-132 16,0 0-40-16,9-7-80 0,2-2-16 0,6-5-97 15,-2-2 73-15,9-6 48 16,0-6 12-16,0-7-72 0,0-7-100 0,0 1 0 15,0-7-120-15,0 0 32 16,-1 1-52-16,1-4-88 0,-3-3-64 0,-2 3-20 16,-3-1 200-16,-4 5 492 0,-3 3 24 15,-6 2 200-15,1 1 304 0,-4 3-40 0,0 3-76 16,-4 2 68-16,1-1-32 0,-6 2-80 16,5-1-36-16,-4 3-196 15,4-5-52-15,1-4-60 0,3 1-144 16,-4-4-8-16,4-2 56 0,0-1-40 15,0-3-12 1,4 0-112-16,3 7 124 0,1 2-52 0,5 5 88 0,-6 8 28 16,-3 4 72-16,4 3 172 0,-4 3 28 0,0 0 0 15,0 6 32-15,-4 0 88 0,4 7-48 16,-4 3 0-16,4 6-16 0,-4 0 4 0,0 10-88 16,0 3 48-16,0 3-52 0,-8 9-32 15,4 5-68-15,-4 2-68 0,0 6 0 16,0 0-12-16,0 1-84 0,4 2 48 15,0-3-88-15,4-3-208 0,0-2-108 16,0-11-152-16,4-6-72 16,0-6-56-16,4-7-168 0,0-2-512 0,0-4-632 0,0-7-1069 15,0-2-2375-15</inkml:trace>
  <inkml:trace contextRef="#ctx0" brushRef="#br0" timeOffset="171175.385">15335 14189 10981 0,'0'0'2036'0,"0"0"-964"15,0 0-616-15,0 0 36 16,0 0 136-16,0 0 168 0,0 0 36 16,0 0-212-16,0 0-76 0,0 0-64 0,-20 92-84 15,20-45-140-15,0 4 0 0,0 0-96 16,0-4-160-16,0-6 0 0,9-6-108 16,-6-5-88-16,9-11-52 0,0-3-228 15,0-7-264-15,4-6-192 0,0-3-356 16,-1-3-896-16,10-19-3385 0</inkml:trace>
  <inkml:trace contextRef="#ctx0" brushRef="#br0" timeOffset="171341.551">15821 14353 14545 0,'0'0'1840'0,"0"0"-1328"0,0 0-128 15,108 42 560-15,-77-32 324 0,-3-4-108 0,0-3-344 16,0-3-452-16,0 0-231 0,4-12-57 15,0-7-76-15,4-4-345 0,-8-5-235 0,4-1-228 16,-8-3-464-16,0-3-980 0,-13 10-2928 16,1-9-4333-16</inkml:trace>
  <inkml:trace contextRef="#ctx0" brushRef="#br0" timeOffset="171572.442">16096 14036 10468 0,'0'0'1801'15,"0"0"-933"-15,-3 76 48 0,6-37 288 0,5 5 252 0,0 1 72 16,0 2-420-16,4 5-436 16,0 0-244-16,0 6-48 0,-4 2-100 0,0 8-136 15,-8-5-60-15,0 1-32 0,0-8-48 16,-4-5-4-16,0-7-8 16,-4-2-80-16,0-14 16 15,0 1-88-15,0-11-156 0,4-4-84 0,-4-4-52 0,4-10-100 16,0 0-248-16,0-17-600 15,4-4-644-15,0 1-1872 0,0-21-1517 0</inkml:trace>
  <inkml:trace contextRef="#ctx0" brushRef="#br0" timeOffset="171724.07">16518 14558 6612 0,'0'0'5405'0,"0"0"-3845"15,0 0-584 1,0 0 460-16,0 0-72 0,4 85 20 0,-12-60-536 15,1-6-528-15,3 1-276 0,0-9-44 0,-5-4-136 0,9 0-524 16,0-7-304-16,0 0-324 0,0 0-900 16,9-3-1989-16,-1-17-1807 0</inkml:trace>
  <inkml:trace contextRef="#ctx0" brushRef="#br0" timeOffset="171923.681">16865 14309 10332 0,'0'0'4241'0,"0"0"-3333"0,0 0-444 16,0 0 468-16,24 70 456 0,-16-54 88 15,4-9-620-15,4-1-612 0,7-6-196 16,2-3-48-16,3-11-60 0,0-7-248 16,3-5-192-16,1-6-172 0,0-6-340 15,-4 0-412-15,-4-3-724 0,-5 12-2513 0,-2-12-2039 16</inkml:trace>
  <inkml:trace contextRef="#ctx0" brushRef="#br0" timeOffset="172133.252">17064 14036 692 0,'0'0'9076'0,"0"0"-7627"0,-15 89-781 16,10-48 164-16,1 11 380 16,0 4 428-16,4 5-172 0,0 6-560 15,0 2-304-15,0 4-160 0,0 4-88 0,0-1-52 16,0-1 40-16,0-1-76 15,-4-7-96-15,4-8-24 0,-3-1-144 16,-1-9-4-16,0-6-88 0,0-4 40 16,-1-11-48-16,1-9-4 15,4-3-108-15,-4-10-208 0,1-6-88 0,-1-3-12 16,0-13-596-16,-5-9-528 0,5-14-736 0,-3 4-2185 0,3-34-1679 16</inkml:trace>
  <inkml:trace contextRef="#ctx0" brushRef="#br0" timeOffset="172325.292">17463 13919 8128 0,'0'0'6049'0,"0"0"-4977"16,0 0-692-16,0 0 8 0,39 92 240 0,-30-60 900 15,-5-1-468-15,0 1-692 0,-4 3-300 0,0 1-68 16,0 1-108-16,0-2-372 15,-8 0-308-15,-1-1-500 16,2-11-1152-16,-9 6-4085 0</inkml:trace>
  <inkml:trace contextRef="#ctx0" brushRef="#br0" timeOffset="172579.904">17977 14172 12897 0,'0'0'1688'0,"0"0"-1180"0,15 77 168 16,-7-42 220-16,1 6 668 0,-5 0-384 15,3 1-664-15,-3 2-296 0,0 4 0 16,1-1-76-16,-5 1-88 16,0 0-56-16,-9-1-52 0,2-5-156 0,-5-2-168 15,-4-4-40-15,0-4-140 0,0-7-120 16,-8-6-56-16,-1-6-88 15,-2-1-284-15,-1-5-1008 0,1-4-2709 0,-9-3-3523 16</inkml:trace>
  <inkml:trace contextRef="#ctx0" brushRef="#br0" timeOffset="173009.148">18407 14452 10696 0,'0'0'1965'0,"0"0"-473"0,0 0-68 15,79 0-44-15,-51 0-348 0,8-3-328 16,-4 0-336-16,5-3-148 16,-6-4-156-16,1 1-64 0,0-4-80 15,0 0-4-15,-4-3-248 0,-1 1-444 0,-7-2-444 16,4 5-436-16,-12 2-732 0,-8 3-4337 16</inkml:trace>
  <inkml:trace contextRef="#ctx0" brushRef="#br0" timeOffset="173173.81">18554 14704 8372 0,'0'0'4181'0,"0"0"-3401"15,0 0-412-15,0 0 344 0,96 14 148 16,-60-14 212-16,8-9-324 0,0-7-428 16,3 0-196-16,5-9-96 0,-1 0-28 0,2-7-972 15,-5 3-524-15,-12 4-844 0,11-13-4445 16</inkml:trace>
  <inkml:trace contextRef="#ctx0" brushRef="#br0" timeOffset="173416.754">19746 13772 14289 0,'0'0'2044'0,"0"0"-1756"0,0 0-276 16,16 90-12-16,-8-46 600 0,-1 8 552 0,1 4-108 15,5 4-576-15,2 7-336 16,-2 0-132-16,-2 6 0 0,-3-1-60 0,-3 5-284 16,-5 2-492-16,0-2-348 0,0-4-556 15,0-16-1092-15,-13 18-3437 16</inkml:trace>
  <inkml:trace contextRef="#ctx0" brushRef="#br0" timeOffset="174373.041">11507 16079 5976 0,'0'0'3984'16,"0"0"-2359"-16,0 0-589 0,0 0-308 16,0 0-168-16,0 0-76 15,0 0 324-15,0 0 400 0,79 5-236 16,-40 2-264-16,9 0-228 0,5-5-148 0,3 2-100 15,-1-4-136-15,-3 0-92 16,-4-4 56-16,-1-3-60 0,1-5-96 0,-8-1-100 16,3-6-212-16,-6-3-196 0,-5 3-92 15,-9-3-324-15,-3 3-416 0,-8 8-1292 0,-12 6-3037 16</inkml:trace>
  <inkml:trace contextRef="#ctx0" brushRef="#br0" timeOffset="174565.698">11757 16326 10032 0,'0'0'2113'0,"0"0"-1041"0,0 0-256 15,0 0 296-15,0 0 88 0,100 54-120 16,-61-48-336-16,2-6-260 0,2 0-152 0,1-3-172 16,0-7-148-16,0-7-12 15,-4-1-444-15,0-4-212 0,-1-3-24 16,-3-1-140-16,-4-2-580 15,-12 6-1460-15,4-13-3481 0</inkml:trace>
  <inkml:trace contextRef="#ctx0" brushRef="#br0" timeOffset="174840.693">11980 15679 5916 0,'0'0'6281'0,"0"0"-5477"16,0 0-460-16,100 2 116 0,-60 8 172 0,4 3 292 0,-1 2 384 16,5 4-536-16,-4 6-328 0,-4 3-184 15,0 5-124-15,-1 2-132 0,-11 6-4 16,0 1 0-16,-11 2-184 0,-6 3-236 16,-3 1 132-16,-8 9 28 0,-8 3 72 15,-12 7-60-15,-3 6-64 0,-5 4-104 0,-9 6 152 16,-6-1 152-16,-1 3-16 15,-8 4-276-15,-4 3-140 0,-3 0-392 16,-5-3-136-16,-4-4-549 0,20-24-875 0,-31 22-1844 16</inkml:trace>
  <inkml:trace contextRef="#ctx0" brushRef="#br0" timeOffset="177139.513">15167 16138 4484 0,'0'0'1212'16,"0"0"-28"-16,0 0-340 0,0 0 40 15,0 0 1945-15,0 0-1201 0,0 0-520 0,0 0-300 16,0 0-152-16,0 0-12 16,0 0-8-16,0 0-264 0,-63-12-196 0,55 17-64 15,-4 12-40-15,5 5 40 0,2 6-36 16,-3 7 72-16,4 6-48 0,4 4 48 15,0-1-52-15,4 1-96 0,0 3 0 16,8-6-48-16,-4-5-52 0,0-2 52 0,4-9-248 16,0-7-224-16,3-7-128 15,2-5-96-15,-2-4-212 0,6-3-248 16,-5-7-596-16,-4 4-1089 0,4-13-1891 0</inkml:trace>
  <inkml:trace contextRef="#ctx0" brushRef="#br0" timeOffset="177284.977">15335 16440 8536 0,'0'0'1760'0,"0"0"-651"16,0 0-173-16,0 0 124 16,92-7 96-16,-64 11-60 0,0-1-164 0,4 0-272 15,-1-3-164-15,1-3-124 0,0-4-248 16,4-5-28-16,0-4-96 0,-5-3 0 0,1 0-364 16,-4-6-604-16,-4 2-236 15,-3-5-336-15,-6 9-1256 0,-2-10-3301 0</inkml:trace>
  <inkml:trace contextRef="#ctx0" brushRef="#br0" timeOffset="177522.818">15654 16100 4892 0,'0'0'3200'0,"0"0"-1784"16,0 0-552-16,0 0 273 16,-16 89 155-16,16-57 44 15,8 9-184-15,0 1-336 0,4 5-76 0,0 4-56 0,-1-1-76 16,2 4-224-16,-2 1-76 0,-3-1-124 0,5-1-76 15,-9-2-20-15,3-7-4 0,-7-2-72 16,4-1-12-16,-4-6 4 0,0-6-4 16,0-4-12-16,0-9-120 0,0-3-300 15,0-7-196-15,-4-3-92 0,4-3-128 16,0-3-432-16,0-9-1032 0,4-1-2893 16,5-15-1379-16</inkml:trace>
  <inkml:trace contextRef="#ctx0" brushRef="#br0" timeOffset="177672.567">16100 16681 9684 0,'0'0'1781'0,"0"0"-933"0,0 0-132 15,0 0 416-15,0 0 456 0,0 0-232 16,0 77-676-16,-7-62-484 0,2-2-196 16,1-3-48-16,0-4-252 0,4 0-496 15,0-3-432-15,0-3-656 0,0 4-2301 0,4-8-2671 16</inkml:trace>
  <inkml:trace contextRef="#ctx0" brushRef="#br0" timeOffset="177859.625">16574 16531 12613 0,'0'0'2076'0,"0"0"-1496"0,0 0-292 0,0 0 152 15,0 0 228 1,0 0-220-16,88 30-448 0,-68-43-276 0,-1-4-296 16,2-4-224-16,-1-8-492 0,-1-3-856 0,-6 10-2381 15,-5-16-2986-15</inkml:trace>
  <inkml:trace contextRef="#ctx0" brushRef="#br0" timeOffset="178099.523">16701 16218 4700 0,'0'0'6116'16,"0"0"-5075"-16,0 0-705 0,-7 92 328 16,7-57 432-16,0 3 408 0,0 3-136 15,4 0-684-15,-1 0-312 0,6 4-112 16,-5 2-52-16,4 1-120 0,-8-1-24 16,4 2-4-16,-1-2 0 0,1 1-60 15,-4-4 12-15,4 1-8 0,-4-4-4 0,0-6 0 16,0-3-4-16,-4-7-44 15,0-3-112-15,1-10-212 0,-1-1-244 16,0-11-168-16,-4 0-148 0,3-6-404 0,1-13-716 16,1 2-2185-16,-5-21-1915 0</inkml:trace>
  <inkml:trace contextRef="#ctx0" brushRef="#br0" timeOffset="178288.966">17144 16205 11997 0,'0'0'2196'15,"0"0"-1664"-15,0 0-216 0,20 67 60 16,-17-41 560-16,2-1 220 0,-1 0-656 16,0-3-500-16,0 1-236 0,0-1-320 15,0 0-524-15,3-7-644 0,-7-2-2309 0,5-4-4459 16</inkml:trace>
  <inkml:trace contextRef="#ctx0" brushRef="#br0" timeOffset="178508.208">17614 16256 10392 0,'0'0'2149'0,"0"0"-1445"0,24 63-184 16,-16-34 280-16,0 6 560 0,-4-3 92 0,-1 2-512 15,2-2-520-15,-5-1-272 16,0 5-76-16,-5-8-72 0,-2 4-120 0,-5 0-212 16,0-4-116-16,-4 2-196 0,0-5-128 15,0-3-208-15,-8 0-420 0,9-6-1128 16,-17 9-2865-16</inkml:trace>
  <inkml:trace contextRef="#ctx0" brushRef="#br0" timeOffset="178939.564">18080 16684 11569 0,'0'0'1240'0,"0"0"-180"15,0 0-172-15,100 22 80 16,-65-16 88-16,6 5-176 0,-2-8-224 0,1 0-360 16,-3-3-232-16,2 0-64 0,-3-3-40 15,0-4-44-15,-8-2-448 0,3-3-236 16,-6-2-308-16,-1 2-284 0,-9-1-252 0,-2 3-2941 15,-13 7-3651-15</inkml:trace>
  <inkml:trace contextRef="#ctx0" brushRef="#br0" timeOffset="179109.716">18280 16891 11337 0,'0'0'1984'15,"0"0"-1616"-15,0 0-60 0,0 0 488 0,0 0 300 16,0 0-44-16,75 26-428 15,-47-26-252-15,4 0-164 0,4-5-196 16,-4-3-12-16,-1-3-60 0,5-1-224 16,1-1-240-16,-2-3-308 0,5 1-228 0,0-1-380 15,-12 6-2693-15,11-2-4123 0</inkml:trace>
  <inkml:trace contextRef="#ctx0" brushRef="#br0" timeOffset="179580.85">19471 16383 13373 0,'0'0'2328'16,"0"0"-1300"-16,0 0-804 0,0 0 472 0,87 13 392 16,-47-11 40-16,4 2-444 0,4-4-352 15,0 0-272-15,4 0-36 16,-5-9-24-16,5-4-84 0,-4-4-148 0,-4-1-292 15,-4-4-128-15,-1 3-196 0,-7 6-476 16,-8 1-1084-16,-7 1-2837 0,-14 11-4047 16</inkml:trace>
  <inkml:trace contextRef="#ctx0" brushRef="#br0" timeOffset="179779.216">19682 16538 10576 0,'0'0'1825'0,"0"0"-1057"0,0 0-196 15,-16 92 252-15,16-47 436 0,8 3-44 0,0 5-308 16,3 8-328-16,6 0-124 16,-6 2-88-16,2-3-148 0,-5-2-84 0,-4-6-136 15,-1-7-88-15,1-10-416 0,1-9-148 16,-1-7-124-16,0-10-120 0,-4-6-536 16,4-3-1184-16,-4 0-2793 0,0-12-1907 15</inkml:trace>
  <inkml:trace contextRef="#ctx0" brushRef="#br0" timeOffset="179943.418">19725 16906 10696 0,'0'0'1849'0,"0"0"-1145"0,0 0 60 0,97 0 588 16,-61 0-96-16,3-2-544 0,-3-4-352 15,4-5-236-15,4-1-116 0,-1-7-8 0,2 0-284 16,-2-3-660-16,-4 0-312 0,2-1-456 15,-13 7-1209-15,4-7-3307 0</inkml:trace>
  <inkml:trace contextRef="#ctx0" brushRef="#br0" timeOffset="180437.378">20395 16484 6216 0,'0'0'600'16,"0"0"1128"-16,0 0 496 0,0 0-875 15,0 0-233-15,0 0-200 0,0 0 132 16,0 0 72-16,0 0-244 0,104-10-356 16,-72 4-200-16,0-3-160 0,0-4-156 0,0 0-4 15,-4-2-148-15,3-1-556 0,-3-3-168 16,-5 3-324-16,-2 0-488 15,-5 7-1125-15,-8 2-2595 0</inkml:trace>
  <inkml:trace contextRef="#ctx0" brushRef="#br0" timeOffset="180661.111">20582 16498 8232 0,'0'0'1864'0,"0"0"-623"0,0 0-433 16,-8 91 176-16,5-50 264 0,3 1-140 15,0 5-148-15,0 1-412 16,0 3-140-16,0-1-120 0,0 1-116 0,0 0-48 16,3-6 48-16,-3-4 12 0,8-10-72 0,-4-6-112 15,1-11-40-15,3-5-48 16,3-2 16-16,-3-7-52 0,4 0-284 16,4-11-128-16,4-8-24 0,-4-2-232 0,4-8-444 0,-4 7-1168 15,3-13-2969-15</inkml:trace>
  <inkml:trace contextRef="#ctx0" brushRef="#br0" timeOffset="180843.439">21057 16580 10516 0,'0'0'1849'16,"0"0"-813"-16,0 0-388 0,88 88 452 15,-61-50 48-15,1 1 12 0,0-1-356 16,0-3-288-16,0-7-292 0,3-2-224 15,-3-7-76-15,4-6-304 0,0-7-388 0,0-6-276 16,-4-4-412-16,-4-4-1200 16,4-18-3677-16</inkml:trace>
  <inkml:trace contextRef="#ctx0" brushRef="#br0" timeOffset="181009.879">21435 16659 12645 0,'0'0'1920'0,"-48"76"-1540"0,25-38-104 0,-1 7 416 16,-4 2 460-16,0-6-280 0,3-5-872 15,10-8-28-15,2-9-564 0,6-9-344 0,7-4-640 16,0-6-2284-16,0-10-3065 0</inkml:trace>
  <inkml:trace contextRef="#ctx0" brushRef="#br0" timeOffset="181341.64">21714 16363 10604 0,'0'0'1813'0,"0"0"-1261"16,0 0 32-16,80-47 140 0,-57 31 60 0,1 3-140 16,4 0-244-16,-4 1-272 15,1 2-64-15,3 4-64 0,-9 6-4 0,5 0-88 16,-4 3-8-16,-4 13 100 0,0 3 152 15,-4 9 108-15,-1 8-60 0,-2 5-124 16,-1 3-76-16,-5 7 8 0,-3 7 88 0,0 2-92 16,0 3 4-16,0 1 80 15,-3 0-88-15,-5-1 48 0,-1-2 28 16,1-8-28-16,5-2 40 0,-5-10 0 0,4-5-16 16,0-8-8-16,-1-6 8 0,-2-3 40 15,-1-6 24-15,0-4 16 16,-8-3-44-16,0 1-108 0,-12-1-224 0,-3-3-260 15,-5 3-312-15,-12 4-400 16,-5 0-220-16,-6 5-384 0,-13 5-237 0,20-1-1023 16,-43 13-1788-16</inkml:trace>
  <inkml:trace contextRef="#ctx0" brushRef="#br0" timeOffset="198023.144">23523 16545 3160 0,'0'0'1292'15,"0"0"-1112"-15,0 0 772 16,-88 3 1856-16,56 0-1216 0,1 2-223 0,-1 2-457 16,0 0 32-16,0-1 48 0,4 1 44 15,4-1-192-15,0-2-80 0,5-1 96 16,6-1-20-16,1-2-80 0,9 0-96 16,3 0-176-16,0 4-172 0,3-4-144 15,13 3-168-15,12 0 192 0,16 0 108 16,3 1 48-16,13 2 217 0,4 0-361 15,5-3-76-15,-2 1-120 0,1-4 60 16,-1-4-64-16,1-5-8 0,-1-4 0 0,-2 1-8 16,-10-4-280-16,1 3-88 0,-8-3 71 15,-5 0-291-15,-7 4-160 0,-8-1-100 16,-8 3-324-16,-8 8-704 0,-8 2-2076 16,-4 0-1861-16</inkml:trace>
  <inkml:trace contextRef="#ctx0" brushRef="#br0" timeOffset="198238.773">23268 16931 6020 0,'0'0'4224'0,"0"0"-3359"15,0 0-209-15,0 0 24 0,0 0 328 16,-12 71 120-16,44-65 20 0,12 1-280 16,11-4-220-16,5-3-28 0,4 0-64 15,-1 0-88-15,6-7-76 0,-6-2-132 0,1 0-52 16,-8-1-148-16,-1-3-60 0,-7 4-80 15,4-4-264-15,-12 0-24 0,3 1-532 16,-11-1-228-16,-4-4-252 0,-8 3-748 16,-3 3-1801-16,-13-8-2655 0</inkml:trace>
  <inkml:trace contextRef="#ctx0" brushRef="#br0" timeOffset="198492.797">23826 16335 1880 0,'0'0'1444'0,"0"0"4068"16,0 0-4800-16,107-4-400 0,-59 4 348 16,7 0 933-16,5 7-337 0,5 3-480 15,-6 3-284-15,1-1-212 0,-1 8-92 16,-7 2-128-16,-12 6 92 0,-4 3 24 16,-8 7-160-16,-8 4 44 0,-12 2-32 0,-8 4-16 15,0 6 164-15,-16 4-116 0,-4-1 68 16,-8 3 32-16,0-4 60 15,-4 2-160-15,-4-10 164 0,1-6-96 0,-5-11-44 16,0-3-84-16,-4-8-140 0,-4-8-308 16,1-2-184-16,-5-10-136 0,0-7-400 15,0-8-492-15,-4-12-1305 0,17 6-3551 0,-30-24 4584 16</inkml:trace>
  <inkml:trace contextRef="#ctx0" brushRef="#br0" timeOffset="198906.095">23304 15796 5532 0,'0'0'6213'0,"0"0"-4625"0,0 0-864 15,0 0-468-15,0 0 260 0,0 0 604 16,0 0-16-16,36-65-608 16,-25 43-344-16,2 0-140 15,-2 3-12-15,6 7-52 0,-6 2-96 0,1 7 48 0,1 3 16 0,-2 9-4 16,-3 7 88-16,1 7 116 15,-2 9 56-15,-3 6-96 0,0-1 72 16,0 5-24-16,-4-3-36 0,0-2-28 16,0-5-60-16,0-3 0 0,0-4 0 15,0-9 0-15,0-4 0 0,0-5-84 0,0-4-68 16,0-3-344-16,0 0-300 16,0-3-124-16,0-4-416 0,0-2-1308 0,-4-7-3785 15</inkml:trace>
  <inkml:trace contextRef="#ctx0" brushRef="#br0" timeOffset="199189.175">23531 15573 236 0,'0'0'8796'0,"0"0"-6895"15,0 0-809-15,0 0-80 0,0 0 156 0,0 0-180 16,0 0-324-16,0 0-324 15,48-76-96-15,-40 60-20 0,3 0-76 16,2 3-100-16,2 1-48 0,-2-1-96 0,-2 7 44 16,-3-1 52-16,0 4-124 0,-3 3-112 15,-1 0-44-15,-4 3 128 0,0 4 152 16,0 5 88-16,0 1 0 0,0 3-24 0,0 3-64 16,0 4-176-16,0-1-276 15,-4 6-280-15,4 1-344 0,-5-1-328 16,5 4-553-16,0-3-127 0,0-3-412 0,0-5-1760 15,0-5 2729-15</inkml:trace>
  <inkml:trace contextRef="#ctx0" brushRef="#br0" timeOffset="199586.028">23387 15112 4468 0,'0'0'1304'0,"0"0"2604"0,0 0-2812 16,0 0 77-16,0 0 131 16,0 0 28-16,0 0-448 0,0 0-520 0,0 0-244 15,0 0-120-15,0 0-44 16,-55-19 40-16,55 16-4 0,0 3-244 0,-5 0-240 15,1 0-152-15,0 7-280 0,-3 0-252 16,-1 5-224-16,-1 4-369 0,-2 3-531 16,3-4-1892-16</inkml:trace>
  <inkml:trace contextRef="#ctx0" brushRef="#br0" timeOffset="200238.509">23678 15135 7312 0,'0'0'4213'0,"0"0"-2765"16,0 0-468-16,0 0-156 0,0 0 256 15,0 0 136-15,0 0-208 0,0 0-480 16,0 0-528-16,0 0 0 0,-3-38-48 15,10 34-88-15,9 4 24 0,-4 0-84 16,0 4 12-16,0 3-288 0,-4-2-300 16,0 5-248-16,0 3-520 0,-8-1-756 15,0 2-973-15,-4 5-3351 0</inkml:trace>
  <inkml:trace contextRef="#ctx0" brushRef="#br0" timeOffset="200505.241">22973 15504 5956 0,'0'0'3080'0,"0"0"-959"0,0 0-1377 16,0 0-308-16,-32 85 216 0,21-53 368 15,6 3-136-15,-3 0-428 0,8 5-308 0,0 2-60 16,0 6-4-16,4-1-84 0,0 4-12 16,5 3-264-16,2-3-520 0,1-1-244 15,4-1-132-15,0-11-681 0,8-10-1271 16,0-12-1800-16,-4-6 2453 0</inkml:trace>
  <inkml:trace contextRef="#ctx0" brushRef="#br0" timeOffset="200750.461">24375 15452 392 0,'0'0'9280'0,"0"0"-7451"0,0 0-661 16,72 85-184-16,-52-49 44 0,-8-1-8 15,0 3-104-15,-8 3-380 0,1 1-336 0,-5-1-64 16,0 4-36-16,-9-4-96 15,-3 1 4-15,-4-2-8 0,0-5-120 0,-4 0-16 16,1-6-124-16,-1-4-52 0,-5-6-140 16,5 0-216-16,1-7-200 0,-5-1-212 15,0-5-372-15,0-4-1073 0,4 2-3027 16,-8-4 1377-16</inkml:trace>
  <inkml:trace contextRef="#ctx0" brushRef="#br0" timeOffset="201401.573">25901 16491 6020 0,'0'0'5889'0,"0"0"-4545"15,0 0-228-15,0 0-568 0,0 0 92 16,0 0 592-16,0 0 84 0,96 51-440 16,-52-45-376-16,8-3-252 0,-4-3-52 0,-1-6-28 15,1-8-80-15,-4-5-88 0,-4-2-124 16,-4-5-328-16,-4 1-224 16,-4-4-124-16,-4-2-416 0,-9 2-1048 0,-3 4-3149 15,-3-10-3822-15</inkml:trace>
  <inkml:trace contextRef="#ctx0" brushRef="#br0" timeOffset="201677.592">26053 16081 4592 0,'0'0'6477'0,"0"0"-5165"16,0 0-380-16,8 102 464 0,4-55-64 0,8 7-192 15,-4 4-344-15,3 8-328 16,5 5-308-16,0 4 0 0,-3 5-12 15,-2 3-24-15,1 2 12 0,-4-3-76 16,-4-2 52-16,-4-1 36 0,0-5-100 16,-4-8-36-16,-4-2-12 0,0-11 4 0,-8-2 0 15,0-10 36-15,0-6-40 0,0-13-72 16,0-6-124-16,0-6-160 0,4-6-40 16,-8-4-96-16,0-7-316 0,-4-6-268 15,4-6-128-15,-3-9-560 0,-2-8-725 0,2 8-2687 16,-5-22 256-16</inkml:trace>
  <inkml:trace contextRef="#ctx0" brushRef="#br0" timeOffset="202138.836">27181 15989 7188 0,'0'0'6961'0,"0"0"-6165"16,0 0-644-16,0 0-152 0,0 0 1068 15,0 0 456-15,36 104-512 0,-25-46-424 0,-7 9-220 16,0 13-96-16,1 2 44 15,-5 3-48-15,0-2-36 0,0-1-48 16,0-8-184-16,-5-5-48 0,5-12-184 0,0-12-12 16,0-16 60-16,5-14 12 0,2-8 12 0,1-7-20 15,4-9-68-15,0-10 64 16,4-11 76-16,-4-1 20 0,4-4-8 0,-4 0-16 16,0 6 36-16,-1 3 28 15,-2 14-24-15,3 3-40 0,-5 5 112 16,2 4 100-16,-1 6 132 0,-1 7 148 0,1 10 0 15,-4 2-160-15,5 1-60 0,-5 5-48 16,-1 1-108-16,1 0-4 0,4-3-4 16,1-7-108-16,2 0-464 0,1-6-432 15,4-4-204-15,0-2-1136 0,8-7-2817 16,-4-3-2923-16,20-13 6912 0</inkml:trace>
  <inkml:trace contextRef="#ctx0" brushRef="#br0" timeOffset="202417.102">28089 16624 4012 0,'0'0'8929'0,"0"0"-6669"0,0 0-1128 16,0 0 228-16,0 0 68 0,-88 67-44 0,64-32-164 15,1 0-335-15,2 6-293 0,1-6-228 16,9 0-160-16,-1-9-204 0,7-7-12 16,1-10-60-16,4-4-24 0,4-5-136 15,9 0-80-15,-2-5-88 0,10-11 108 0,3-7-8 16,-5-5-5-16,1-1-111 0,1 1 76 15,-6 2 72-15,1 4 84 16,-4 10 16-16,0 1 80 0,-4 9-16 0,0 2 104 16,0 6 328-16,-1 7 124 0,-2 6-136 15,-5 3-60-15,4 4 0 16,-4-4-27-16,0 0-45 0,0-2-184 0,4-6-12 16,-4-3-120-16,4-5-525 0,0-4-355 15,3-2-372-15,6-8-1208 0,-5-5-3049 0,8-16-4675 16</inkml:trace>
  <inkml:trace contextRef="#ctx0" brushRef="#br0" timeOffset="202688.615">28536 16573 3908 0,'0'0'7629'0,"0"0"-3093"0,0 0-3720 0,-28 70 40 16,15-41 856-16,1-3-220 15,-4-1-459-15,8-3-473 0,1-4-356 16,7-1-196-16,0-4-8 0,0-4-48 0,0 4-24 15,7-4 60-15,1 4-36 16,5-4 36-16,-6 1 0 0,5 2 12 16,-3-1 4-16,-2 1 4 0,1 1-4 0,-4 0 0 15,-4 1-4-15,0 3 0 0,0 2-168 16,-4-3-72-16,-8 3-4 0,-4 0-25 16,-3-3-107-16,-2-1-72 0,-6 1-68 15,-1-3-120-15,-4-3-676 0,-4-3-1156 0,0-5-2673 16,8 2-3747-16,-11-10 8692 0</inkml:trace>
  <inkml:trace contextRef="#ctx0" brushRef="#br0" timeOffset="203234.73">29169 16551 10376 0,'0'0'2941'16,"0"0"-1509"-16,0 0-764 0,55 92 404 0,-47-48 396 16,0 4-312-1,-8 3-332-15,0 0-484 0,0-7-168 0,0-2-128 16,0-7-44-16,0-10-96 0,0-6-200 15,5-10-56-15,2-2-28 0,-3-7-12 16,4-3 44-16,5-10 4 0,-2-3 232 16,6-6 48-16,-6 0 64 0,1-8 4 0,-4 5 4 15,4 0 64-15,0 0-64 0,0 6-8 16,0 3 0-16,-1 3 112 16,-2 7 124-16,3 3 24 0,-5 3 84 0,2 6 120 0,-1 4-108 15,-1 5-124-15,6 8 0 16,-5-1 120-16,-1 3-168 0,-3 0-36 15,0-2-76-15,0 2-72 0,1-6-48 0,-1 1-320 16,-4-5-484-16,3-2-228 0,1-4-168 16,0-5-916-16,4-4-2405 0,-3 0-2767 15,-1-19 5628-15</inkml:trace>
  <inkml:trace contextRef="#ctx0" brushRef="#br0" timeOffset="203489">29758 16821 4456 0,'0'0'9305'0,"0"0"-7737"0,4 77-1088 16,-4-49 412-16,5-6 920 16,-1-3-232-16,-1-10-688 0,9-5-672 15,1-4-208-15,6-13 96 0,1-6 4 0,4-6-112 16,-1-5-132-16,2-4-184 0,-5-1 72 16,-5 7-12-16,-2-1 72 0,-9 10 136 15,-4 6-36-15,0 4-28 0,-8 2 112 16,-12 0 40-16,-1 5-40 0,-7 2-120 0,0 0 120 15,1 0 60-15,-1 7-60 0,0-5-120 16,8 5 8-16,5-2-180 0,-2 2-64 16,10 3-272-16,-1-4-400 0,3 3-1024 15,1 1-2501-15,0 0-4055 0,4 0 7396 16</inkml:trace>
  <inkml:trace contextRef="#ctx0" brushRef="#br0" timeOffset="203655.354">30074 16738 2796 0,'0'0'10961'0,"0"0"-9113"0,0 0-892 16,0 0 696-16,79 13-252 0,-55-10-384 15,-5-3-492-15,1 0-368 16,5-3-156-16,-5-3-72 0,3-4-268 0,-3 1-404 0,0 0-300 16,-4-4-288-16,-4 7-1432 15,-4-5-3869-15</inkml:trace>
  <inkml:trace contextRef="#ctx0" brushRef="#br0" timeOffset="204578.775">30611 16656 6460 0,'0'0'6529'16,"0"0"-5321"-16,0 0-624 0,0 0-120 0,0 0 736 15,75 61-8-15,-66-40-276 0,-9 4-512 16,0-2-256-16,0-1-148 0,0-6-48 16,0 0-76-16,0-7-268 0,0-2-140 15,0-7-76-15,8 0-40 0,3-13-28 16,2-3 36-16,2-9-40 0,2-4 72 15,2 4 224-15,-7 0 372 0,4 2 12 16,-4 7 216-16,-4 4 204 0,4 2 84 16,-8 4-12-16,4 6 172 0,0 0-96 15,-4 6-32-15,0 7 48 0,0 3-4 0,-4 3-124 16,0 2-124-16,0 2-84 0,0 3 20 16,0-4-48-16,0-3-60 0,0-6-100 15,0-4-20-15,0-3-40 0,3-6-108 16,6 0 12-16,-1-6 88 0,0-7-64 15,8-2 12-15,-1-4-64 0,2-4 76 0,2 4-24 16,-2 3 8-16,3 4-8 0,-1 3 68 16,-3 4-4-16,4 5 8 0,-8 0 172 15,4 7 180-15,-4 5 4 0,-4 5-52 16,0-2 136-16,-4 5-76 0,-1-1-132 0,-3 0-60 16,5-3-108-16,-5-4-64 15,0-2-136-15,0-7-240 0,0 0-340 16,4-3-140-16,0-3-92 0,0-7-52 0,4-2 232 15,0-7 120-15,0 0-260 0,0-7-12 16,-1 4 272-16,6 3 480 16,-9 3 168-16,4 3 240 0,-1 7 356 0,2 4 136 15,-5 2 136-15,4 0-152 0,-5 8 200 16,5 3-60-16,1 1-232 0,-5 4-120 16,0 0-52-16,3-1 24 0,-3 5-48 0,5-8-148 15,-5 1-200-15,3-4-80 16,1-2-60-16,0-7-52 0,4 0-128 0,-4 0-92 15,0-10-80-15,4-2-28 0,0-4-112 16,-4-3-28-16,4 0-48 0,-4 0-52 16,3 6 108-16,-6 3 160 0,3 3 212 15,-4 7 96-15,0 0 104 0,-4 5 304 16,0 4 256-16,0 3-12 0,0-2-152 16,0 3-64-16,0-4-84 0,0-3-248 15,4-2-24-15,-1-4-260 0,6-4-336 0,3-11 12 16,-1-4-204-16,10-13-664 15,-1-3-1648-15,-9 3-3529 0,17-15 2021 0</inkml:trace>
  <inkml:trace contextRef="#ctx0" brushRef="#br0" timeOffset="204955.508">31758 15998 5716 0,'0'0'260'0,"0"0"4308"0,0 0-3191 0,0 0-353 15,0 0 680-15,0 0-116 0,28 81-388 16,-28-48-164-16,4 6-148 0,0 6-92 15,1 2-176-15,-1 8-204 0,3 1-220 16,-3 5-64-16,4-4 0 0,-4 2-20 0,1-4-112 16,-2-7-256-16,5-10 12 15,-4-4-220-15,0-9-204 0,-4-2 44 0,4-10-4 16,-4 0-52-16,0-7 52 0,0-3-120 16,0-3-120-16,-4 0-48 15,-4-3-692-15,0-7-248 0,-4 1 115 0,0-4 417 16,1-3-364-16,-6-3-224 0,1-2 452 15,-3 2 404-15,2-4 728 16,6 7 328-16,3 3 900 0,-1 7 2048 0,5 6-64 16,4 0-844-16,0 0-343 0,0 3-89 15,0 0-232-15,4 0-260 0,5 1-156 16,3-4-220-16,4 0-48 0,3-7-28 0,5-5-176 16,4-5-280-16,4-1-128 0,4-6-80 15,-4 3-8-15,3-2-100 0,1-2-384 0,-4 0-328 16,1 3-80-16,-1 0-280 15,-9 6-1016-15,1 0-2465 0,-8 3-2007 0,0 3 4764 16</inkml:trace>
  <inkml:trace contextRef="#ctx0" brushRef="#br0" timeOffset="205883.733">32213 16526 6948 0,'0'0'4277'0,"0"0"-2637"16,0 0-568-16,0 0-248 0,0 0 268 15,0 0 276-15,20 76-280 0,-20-57-312 0,0 0-432 16,-5-3-208-16,1-4-76 16,0-1-60-16,4-9-44 0,-3-2-424 0,3 0-320 15,0-6-188-15,0-10-540 0,-4-3-1040 16,4-6-3645-16,0 6-187 0,-4-16 5701 16</inkml:trace>
  <inkml:trace contextRef="#ctx0" brushRef="#br0" timeOffset="206022.224">32169 16281 548 0,'0'0'6464'0,"0"0"-3420"0,0 0-1019 16,0 0-237-16,0 0 156 0,0 0-528 16,0 0-636-16,96-19-312 0,-73 19-160 15,1 0-204-15,-4 0-104 0,4-3-396 16,0 0-492-16,-4-4-256 0,4 4-596 16,-9 0-1052-16,2 3-4665 0</inkml:trace>
  <inkml:trace contextRef="#ctx0" brushRef="#br0" timeOffset="206240.555">32531 16726 9644 0,'0'0'1601'0,"9"76"-665"0,-5-26 380 16,0 10 156-16,-1 1-148 0,1 0-364 16,-4-4-388-16,0-3-204 0,0 0-168 0,-4-6-188 15,1-4-12-15,-1-9-224 0,0-10-96 16,-1-3 72-16,5-9-48 15,-4-10-56-15,0-3-84 0,4 0-28 0,-4-13-104 16,4-2-288-16,-3-15-604 0,-1-1-464 16,0-10-361-16,4-10-887 0,-4-3-1180 15,4-2 4064-15,-5 7 288 0,5-20-1120 16</inkml:trace>
  <inkml:trace contextRef="#ctx0" brushRef="#br0" timeOffset="206332.501">32523 16748 1212 0,'0'0'576'0,"0"0"-276"16,0 0-184-16,0 0 92 0,0 0-116 15,0 0-92-15,0 0-52 0,0 0-928 16,0 0 812-16,0 0-432 0</inkml:trace>
  <inkml:trace contextRef="#ctx0" brushRef="#br0" timeOffset="206621.94">32615 16474 9476 0,'0'0'1408'0,"0"0"-1355"0,0 0 423 0,0 0 600 16,0 0 188-16,0 0-336 0,0 0-288 16,0 0-160-16,0 0-168 0,84 80-8 15,-80-54-92-15,0-4-100 16,-4 0-104-16,0-3 44 0,-4-3-52 0,0-3-348 15,0-6 40-15,-1-5 60 0,1-2-68 16,4-6-324-16,0-10-400 0,0-3-236 16,0-10-625-16,9-6-583 0,3-6-272 15,-1-3-1656-15,6-4 4232 0,-6 10-80 16</inkml:trace>
  <inkml:trace contextRef="#ctx0" brushRef="#br0" timeOffset="206942.24">32918 16018 1500 0,'0'0'1096'16,"0"0"-888"-16,0 0 4500 0,0 0-2592 0,0 0-311 15,0 0-89-15,52 75-316 0,-48-33-264 16,-4 6 16-16,0 2-56 0,0 4-272 0,-4-3-220 16,-5 0-288-16,-2 0-316 0,7-10 0 15,-5-3-292-15,5-12-140 0,4-4 212 16,4-9 120-16,5-4 16 0,3-5-100 16,4 1-188-16,-4-1 100 0,4 2 84 15,-4-3-20-15,-1 1 8 0,2-1-12 0,-2 0 88 16,-3-3 36-16,1 0-76 15,-2 0 116-15,-3-6 48 0,4-1 300 16,-4 1-16-16,1-3-120 0,-5 2-16 0,0 1-72 16,0-1 96-16,0 7 52 0,-5 0-212 15,-3 0-12-15,0 0-4 0,1 10-180 16,-2 0 84-16,5 2-24 0,-4 4-64 16,5 3-72-16,-1-3-440 0,4-4-360 15,0 1-572-15,0-3-120 0,0-1 155 0,0-3-187 16,0 5-412-16,0-9-292 0,-4 5-264 15,-1-7 2492-15</inkml:trace>
  <inkml:trace contextRef="#ctx0" brushRef="#br0" timeOffset="207523.999">29945 17761 3052 0,'0'0'80'15,"0"0"4732"-15,0 0-2612 0,0 0-395 16,60-74-197-16,-44 55-88 0,9 5-132 16,-6 0-292-16,5 8-196 0,-4-1-148 15,8 7-324-15,-5 0-196 0,2 10-96 16,-5 7-36-16,-1 4-16 0,-2 5 12 16,-10 4-44-16,1 3-48 0,-3 2 56 0,-5 0-48 15,0-4 0-15,0-2-12 0,0-6-60 16,0-4-112-16,0-7 48 15,0-6 76-15,0-6 40 0,0 0-4 0,0 0-124 0,0-6-44 16,0-4-104-16,7-5 184 0,1-7 40 16,0-4-76-16,4 0-380 15,-4-2-176-15,4 2-88 0,0 4-92 0,0 3-616 16,0 1-1048-16,4 1-1941 0,-5 4-707 16,2 5 4180-16,6-3-555 15</inkml:trace>
  <inkml:trace contextRef="#ctx0" brushRef="#br0" timeOffset="208005.961">30512 17698 3708 0,'0'0'560'0,"0"0"5788"0,0 0-4647 0,0 0-745 0,31 79 36 0,-27-54 436 16,4-6-136-16,-4 0-252 0,0-3-372 0,4-10-348 0,0 0-184 15,0-6-124-15,4 0 36 16,4-6-48-16,-5-9-12 16,10-5-172-16,-5-2-224 0,3-6 0 0,-6-1 40 0,-1 4-128 15,-5 3 48-15,2 2 196 16,-9 7 252-16,0 4-48 0,0 4 12 15,-5 0 36-15,-6-1 276 0,-1 3-52 0,-1 3 112 16,-2 0-24-16,2 0-64 16,-2 0 8-16,2 9-120 0,2 1-136 0,3 3 4 15,0 2-4-15,4 4 76 0,0-2-76 16,0-2-40-16,4-5-148 0,0 0-404 16,8-1-304-16,0-6-120 0,4 0-576 0,-1-3-1016 15,10-12-1769-15,-1-7 1197 16,8-4 680-16,-5-2 2356 0,5 3-52 15,-4 4-132-15,0 4 328 0,0 8 576 0,-4 2 624 16,0 4-652-16,-5 10 2044 16,-2 4 268-16,-5 4-1012 0,-1 1-199 0,-2 2-229 15,-1 5-228-15,0 0-120 0,-4-7-80 16,4-3-96-16,0-3-104 0,-4-7-348 16,7-3-364-16,-3-3-76 0,5-3 4 15,3-7 92-15,-1-6-100 0,2-3-48 16,-6 0-312-16,6 1-32 0,-9-1 132 0,0 3-12 15,0 2-188-15,-4 6-12 16,0 1 220-16,-4 0 80 0,0 4-8 0,-9-3-248 16,6-1-152-16,-1-2-444 0,-5-4-748 15,6-2-945-15,3-8-2375 0,0 7 832 0,8-12 3969 16</inkml:trace>
  <inkml:trace contextRef="#ctx0" brushRef="#br0" timeOffset="208200.382">31436 17249 6716 0,'0'0'4461'0,"0"0"-2285"16,0 0-1500-16,19 80-232 0,-14-42 564 15,-1 7 536-15,0 2-404 0,0 0-312 0,0 5-340 16,3-5-144-16,2-3-172 0,-1-2-172 16,3-10-92-16,2-4-424 15,-5-6 148-15,3-6 36 0,-7-3-360 0,0-3 96 16,1-4-200-16,-5-6-500 0,0 0-628 15,-9 0-705-15,-6 0-3155 16,-6-6 824-16,2-4 4960 0</inkml:trace>
  <inkml:trace contextRef="#ctx0" brushRef="#br0" timeOffset="208326.546">31288 17710 536 0,'0'0'860'0,"0"0"92"0,0 0 4744 16,-80-42-3764-16,65 36-707 0,11 6 59 0,4-3-224 16,4 3-208-16,11 0 184 15,6 0 220-15,7-3-412 0,7 1-432 0,5-5-156 16,0 0-8-16,4-3-224 0,4 1-24 15,3-7-788-15,1 0-788 0,-8 4-656 0,24-4-881 16</inkml:trace>
  <inkml:trace contextRef="#ctx0" brushRef="#br0" timeOffset="208458.651">32217 17758 13073 0,'0'0'4528'16,"0"0"-3800"-16,0 0-196 0,0 0-164 15,0 0-368-15,0 0-764 0,0 0-896 16,-56-83-3576-16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5-30T08:14:23.007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2529 1144 11001 0,'0'0'2612'0,"0"0"-1760"0,0 0-412 16,0 0 256-16,0 0 632 0,0 0-24 16,-24-68-148-16,13 68-152 0,-6 0-348 15,-2 0-216-15,-5 7-296 16,-8 5-56-16,-4 7-88 0,-3 11-208 0,-2 3 76 0,-2 9 20 16,-2 9 100-16,2 3-144 0,0 6 104 15,2 0 52-15,9-6 24 16,4-3 124-16,9-9-76 0,3-12-72 0,8-7-168 15,4-7-52-15,4-3-12 0,8-3-12 16,8-1 36-16,7-3 204 0,9-2-4 16,12-1 0-16,0 0 8 0,0-3 4 15,4 0 156-15,-9-3-100 0,2 3-60 0,-10 0 12 16,-6 0 196-16,-6 6 192 0,-3 7-20 16,-8 2-188-16,0 8-32 0,-4 6 45 15,-4 1 3-15,-8 6-16 0,-4-1-68 16,-4 0-28-16,0-4-84 0,0-1-12 15,-3-9-64-15,6-2-144 0,-2-6-92 16,6-3-69-16,1-10-115 0,5 0-76 0,-5 0-224 16,8-7-568-16,-4-9-1100 15,-1 4-2472-15,5-20-3045 0</inkml:trace>
  <inkml:trace contextRef="#ctx0" brushRef="#br0" timeOffset="330.711">2665 1571 9168 0,'0'0'5889'0,"0"0"-4845"16,0 0-840-16,16 73 472 0,-16-38 968 16,0 6-84-16,0 1-352 0,0-4-347 0,0 0-193 15,0-6-380-15,0-10-288 0,0-6-24 16,4-7-84-16,3-5-60 0,2-4-88 16,3 0-108-16,4-13 84 0,3-3 99 15,6-6-123-15,-5-10-184 0,3-6-24 0,-3 0-84 16,-3-4 80-16,-2 1 172 0,1 6 196 15,-4 4 24-15,0 6-8 16,-4 8 44-16,0 8-48 0,0 2 136 0,-4 7 192 16,-1 0 228-16,2 3 8 0,-1 8 52 15,0 1 56-15,0 7-36 16,0 2-96-16,0 2-52 0,-4 3-47 0,0 2-53 16,0-2-80-16,0 2-172 0,0-6-24 15,0 0-160-15,0-2-349 0,3-4-283 16,-3-4-160-16,0-2-300 0,4-4-1336 0,-4-3-2949 15,5-3-4011-15</inkml:trace>
  <inkml:trace contextRef="#ctx0" brushRef="#br0" timeOffset="818.435">3267 1549 7220 0,'0'0'7401'0,"0"0"-6305"16,7 70-452-16,-3-35 924 0,-4 6 400 0,0-3-324 15,0 0-647-15,-4-7-477 0,4-1-328 16,0-11-192-16,0-7-100 0,0-2-92 16,0-7-112-16,9-3-72 0,-1-3-36 15,3-13 95-15,2-3 37 0,2-6 48 16,2-7-84-16,-2-3-72 16,1 0 20-16,0 3 136 0,4 1 120 0,-4 9 40 15,0 3 60-15,-1 6-28 0,2 7 40 16,-6 6 120-16,-2 0 124 0,-1 0 88 0,0 8-4 15,-5 5 16-15,1 4-28 16,0 1-12-16,-4 5 12 0,0 2 1 0,0 0-29 16,0-3-44-16,0-5-76 0,0-8-128 15,0-3-40-15,0-6-96 0,0 0 0 16,0-2-148-16,9-9-192 0,-1-3-61 0,-1-6 121 16,10-2-4-16,-2-7-72 0,2 7-48 15,-2 3 48-15,1 3 192 0,0 7 136 16,0 4-4-16,0 3 128 15,-4 2 120-15,4 7 236 0,-4 5 24 0,0 4 368 0,-1 3-4 16,-2 3-476-16,-1 0 24 16,-4 4 109-16,-4-1-113 0,3 0-32 0,-3 1-64 15,0-10-132-15,0 0-60 0,0-4-100 16,0-5-104-16,0-4-112 16,0 0-193-16,0-3-283 0,0 0-112 0,4-3-248 15,0-7-740-15,5-2-660 0,-1-7-1677 16,-1 2-1727-16,10-14 1641 0</inkml:trace>
  <inkml:trace contextRef="#ctx0" brushRef="#br0" timeOffset="1358.578">4374 1400 3360 0,'0'0'8717'15,"0"0"-7873"-15,0 0-536 0,0 0 136 16,0 0 912-16,0 0 228 0,68 67-240 0,-64-48-348 15,-1 3-344-15,6 3-320 16,-9 0-176-16,8-2-56 0,-4 3-96 0,0-5 0 16,-1-5-4-16,-3 0-72 0,5-6 72 15,-1-4-52-15,-4-3-32 0,0 1 0 16,4-4-88-16,-4 0-100 0,0 0 16 16,0 0 72-16,0 0 12 0,0 0 24 0,0-4 36 15,0 4 40-15,0 0-4 16,4 0-72-16,-4-3 24 0,0 3-60 15,0 0-124-15,0-3-164 0,0 3-52 0,0 0-144 16,0-3-188-16,0 0-280 0,0 3-612 16,0-4-997-16,0-2-2227 0,0 6 1804 15,-4 22 1776-15</inkml:trace>
  <inkml:trace contextRef="#ctx0" brushRef="#br0" timeOffset="7782.117">3761 1483 5124 0,'0'0'676'0,"0"0"3220"0,0 0-2696 0,0 0-55 16,0 0 251-16,0 0-292 0,0 0-348 15,0 0-104-15,0 0 16 0,0 0 4 16,0 0 12-16,67-45-168 0,-58 42-156 0,6 3-52 15,-3 0 8-15,4 3-108 16,-4 7-72-16,4 3-36 0,0 5-52 16,0 8 36-16,-4 2-8 0,4 10-72 0,-4 0 4 15,-5 7-8-15,2-4-120 0,-5 1-76 16,0-8 124-16,0-3 72 0,-4-5-8 16,0-6-56-16,0-8-116 0,0-5-32 15,0-4 4-15,3-3 48 0,-3 0 64 16,0-3-92-16,0-4-32 0,4-2 60 15,-4-7 48-15,0-6 100 0,0-7-52 0,5-3 4 16,-1-3-40-16,0 1 92 16,0-5 0-16,3 4-52 0,-3 0 8 15,9 5-32-15,-5-3 80 0,3 5 4 0,2 2 12 16,-2 1 196-16,2 2-20 0,-5 8 20 16,-1 2-144-16,-3 3 32 0,0 8 28 15,-4 2-24-15,4 0-40 0,-4 0-48 16,0 0 0-16,5 2-8 0,-5 8 8 15,7 3 88-15,-3 2 24 0,0 8-76 0,0 6-36 16,0-1-12-16,0 0-308 0,0-1 24 16,0-9 64-16,0-3 108 15,0-1 100-15,-4-9-36 0,0-1-52 0,4-2 24 16,-4-2 16-16,4 0 56 0,-4 0 4 16,4-2 0-16,-4-2-136 0,3-4 40 15,2-3 96-15,3-4 0 0,0-1-72 0,-1-3-24 16,2 0-16-16,3 3-12 15,-8-3 112-15,3 7-88 0,2-1-64 0,-1 3 28 16,-1 4-40-16,1 0 16 0,-3 1 120 16,3 3 40-16,-1 2 112 0,-3 0-12 15,4 0 52-15,1 2-4 0,-5 3 28 16,-1 1 8 0,5-3-72-16,-4 0-108 0,5 0 4 0,-5 0 8 0,-1 4 68 15,1-4-72-15,0 0-4 0,4 3-8 0,-3 1 0 16,-1 2 56-16,3-2-8 15,-3-1-36-15,0 4-4 0,0-1 56 16,0 0-64-16,-4-2-12 0,4 3 8 0,-4-1-4 16,4-3 4-16,0 4-92 0,-4-3-128 0,0-2 24 15,0 2 52-15,4 0 72 16,-4 1 28-16,0-2 40 0,0 1-68 16,0 0 68-16,0-2-4 0,0 2-76 0,0 3 76 15,0 0 12-15,0-4 0 0,0 3 76 16,0-2-64-16,0-1 48 0,0 1-44 15,0-1 32-15,0-3-36 0,0 0 52 16,0 0 24-16,0 1-4 16,0 2-72-16,0-6 4 0,0 3-16 0,0 0-48 15,0-3 40-15,0 0-4 0,0 3-64 0,0-3-24 16,0 0-184-16,0 0-116 0,0 0-244 16,0 0-896-16,0 0-1340 15,0-3-2077-15</inkml:trace>
  <inkml:trace contextRef="#ctx0" brushRef="#br0" timeOffset="8297.259">4857 1574 1604 0,'0'0'9881'0,"0"0"-8677"0,0 0-1140 16,0 0 296-16,0 0 392 15,0 0 524-15,11 67-332 0,1-60-328 16,0-1-80-16,0-3-152 15,0-3-172-15,0 0-64 0,0-3 0 0,-4-7-48 16,4-2 36-16,-1-4-28 0,-2-4-16 0,-5 1-92 16,0 0-272-16,-4 0-60 0,0 4-4 15,-4-1 200-15,-4 3-64 16,0 4 104-16,-4-1-4 0,-4 4 92 0,-4 3-44 0,0-1 52 16,0 4-8-16,-3 0 8 15,2 7 0-15,-3 2-12 0,9 10 8 16,-2 3 4-16,6 4 12 0,-2 9 64 0,9 0 132 15,1 6-8-15,3 0 112 0,0-2-104 16,0-2-196-16,7-4-4 0,2-8-8 16,3-6-4-16,-5-3-8 0,10-7-56 15,-6-5 64-15,6-4-56 0,-6 0-88 16,10-7-160-16,-2-9-152 16,-3-3-280-16,1-6-356 0,-2-7-920 0,-3 7-2297 15,0-17-3311-15</inkml:trace>
  <inkml:trace contextRef="#ctx0" brushRef="#br0" timeOffset="8550.605">5183 1402 5276 0,'0'0'2820'0,"0"0"-552"15,0 0-1559-15,0 0-129 0,0 0 444 16,0 0 504-16,72 68 36 0,-68-46-172 16,0 6-500-16,-4 4-372 0,0 0-248 15,0 3-200-15,-4-3-64 0,0 0 0 0,-1-7 56 16,-2-3 8-16,3-6 16 0,4-6 72 15,-4-8 96-15,4 2 24 0,0-4 112 16,0 0-72-16,0-6-128 0,0-4 16 16,0-3-208-16,4-3-12 0,0-6-108 0,8-3-52 15,0-1-24-15,4-2 24 16,3 3-36-16,6-4 28 0,-1 4-212 16,8-1-284-16,3 1-288 0,1 0-380 0,3 2-404 15,-11 4-1080-15,17-4-2789 0</inkml:trace>
  <inkml:trace contextRef="#ctx0" brushRef="#br0" timeOffset="8963.615">5880 1524 260 0,'0'0'8720'15,"0"0"-7144"-15,0 0-851 0,0 0 123 16,0 0 160-16,0 0-296 0,-84-19 76 0,73 19-56 15,-6 0-280-15,6 0 104 0,-1 3 116 16,4 0-272-16,4 0-304 16,-4 0-44-16,4 0 8 0,0 1 4 0,4-1 72 15,-5-3 0-15,5 0 12 0,0 0-12 16,0 0-36-16,0 0-4 0,0 0 4 16,0 0-40-16,0-3-56 0,0-1 12 15,0 4 56-15,5-3-72 0,-5 3-112 16,0-3 16-16,0 3 8 0,0 0 0 15,0 0-48-15,0 0-36 0,0 0-64 0,0 0 16 16,0 0-4-16,0 0 12 16,0 0-36-16,0 0 12 0,0 0-16 0,0 0 0 15,4 0 0-15,-4 0 12 0,0 0 28 16,4 0-4-16,-4 0-24 0,4-3-24 16,-4 3-12-16,0-3-16 0,4 0-76 0,-4 0-128 15,0-1-272-15,4 4-324 16,-4 0-105-16,0 0 17 0,0 0 144 15,0 0-224-15,3 0-640 0,-3 0 308 0,0 7-152 16,-11-1 216-16</inkml:trace>
  <inkml:trace contextRef="#ctx0" brushRef="#br0" timeOffset="9532.256">5737 1511 680 0,'0'0'404'0,"0"0"-228"16,0 0-172-16,0 0 96 0,0 0-96 15,0 0 8-15,0 0 52 0,0 0 132 16,0 0-16-16,0 0-128 0,0 0 160 15,-8-19 244-15,8 16 2112 0,0 0-372 16,-4 3-1272-16,4-3-484 0,0-1 220 16,-4 4 220-16,4-3 61 0,0 0-93 0,-4 3-168 15,4-3-92-15,-5 0-16 0,5 3-88 16,-3-4-80-16,3 4-64 0,-4 0-60 16,4-2 32-16,0 2-48 0,0 0-112 15,0 0-152-15,0 2-52 0,0 5 52 16,0 6 164-16,0 2 288 0,4 11-64 0,4 2-100 15,-4 4-152-15,4 5-24 0,-4-1-40 16,0-8-60-16,4-2-8 0,-4-7-4 16,4-10-60-16,0-2-104 0,-1-4-56 15,6-3-4-15,2-3 84 0,-2-10 92 0,2-3 36 16,6-6-140-16,-6 0-84 16,5 0-4-16,-3-1 88 0,2 8-60 15,-3 4 24-15,4 5 12 0,4 6 176 0,-4 6 192 16,4 11 360-16,3 5-212 15,-3 7-76-15,0 9 32 0,-3 6 28 16,-6 4-76-16,5 9-24 0,-8 3 24 0,-3 4 12 16,-5 3-76-16,-4-1-12 0,0 1-48 15,-9 3 60-15,-3-4 72 0,-4-2 28 16,-3-4-52-16,-6-6 36 0,-3-5-60 0,4-9-36 16,1-11-12-16,-1-7-64 0,4-12 0 15,-4-7 40-15,4-3 36 16,0-10-40-16,-4-9 56 0,1-9-188 0,-1-7-124 15,3-7-92-15,1-2-52 0,12-5 48 0,5 2 72 16,3 6 16-16,16 0 8 16,-1 0 28-16,13 3 8 0,0 2-60 15,4-2 4 1,8 4 20-16,0-1-184 0,4 0-196 0,4 2-260 16,3 0-676-16,-3 3-1236 0,-8 8-2393 0,16-6-2583 0</inkml:trace>
  <inkml:trace contextRef="#ctx0" brushRef="#br0" timeOffset="19812.769">10629 1714 1616 0,'0'0'212'16,"0"0"-212"-16,0 0-212 0,0 0-936 15</inkml:trace>
  <inkml:trace contextRef="#ctx0" brushRef="#br0" timeOffset="31214.91">7761 1584 5896 0,'0'0'8601'0,"0"0"-7465"0,0 0-1132 16,0 0 220-16,0 0 220 0,0 0 132 15,-24 86-4-15,24-61-88 16,0 0-176-16,4-1-100 0,1-6-108 16,6-9-32-16,-3-3-68 0,-1-2-72 0,6-4 72 0,-1-4 84 15,0-4 4-15,0-9 36 0,3-2 12 16,-2-3-112-16,-2 0-24 15,2 3-4-15,-5 3-48 0,-1 6-92 0,-3 4-44 0,-4 3 4 16,0 0 36-16,0 3-12 16,-4 0 148-16,0 3 8 0,-3 3-132 15,-6 1 24-15,2 2 100 0,-1 1 12 0,-4 2 4 16,0 1 144-16,0 0-88 0,0-1-44 16,4-2 32-16,0 2-48 15,0-5-100-15,4 3 40 0,0-4-64 0,4-3-248 16,1 3-212-16,-2-3-248 0,5 0-512 15,0-3-936-15,5 4-1993 16,6-8-2035-16</inkml:trace>
  <inkml:trace contextRef="#ctx0" brushRef="#br0" timeOffset="31383.03">8378 1558 10768 0,'0'0'2897'0,"0"0"-2061"0,0 0 12 0,77 19 508 15,-58-15-536-15,-3-4-248 0,4 0-128 16,0-10-200-16,4-6-108 0,0-6-52 16,3-6-84-16,1-4-568 15,4-3-384-15,-4-3-512 16,-8 9-1252-16,1-5-3517 0</inkml:trace>
  <inkml:trace contextRef="#ctx0" brushRef="#br0" timeOffset="31632.609">8582 1174 8248 0,'0'0'3013'0,"0"0"-1665"0,0 0-1004 16,-16 96 220-16,16-52 412 0,0 4-40 15,0-1 84-15,3 7-88 0,6 0-100 0,3 0-256 16,3 7-156-16,2-1-76 0,3 0-76 16,-5 4-60-16,2 3-60 0,-2-4-64 15,-2-2 4-15,-6-5-80 0,-3-5 4 0,0-2 0 16,-4-5 36-16,0-6-36 15,-4-4 36-15,-7-2-40 0,-2-6 52 16,-6-5 40-16,-1-5-100 0,-8-2-148 0,0-6-168 16,-4-4-64-16,0-1 48 0,0-3-108 15,-7-12-236-15,2-8-392 16,5-5-608-16,5 0-1344 0,-10-20-5581 0</inkml:trace>
  <inkml:trace contextRef="#ctx0" brushRef="#br0" timeOffset="32036.092">10072 1581 1488 0,'0'0'7608'0,"0"0"-4319"0,0 0-1581 0,0 0-988 15,0 0 76-15,0 0 396 0,84 57 12 16,-41-35-72-16,-3 3-320 16,8-2-264-16,-5-4-268 0,2-9-144 0,2-3-132 15,-3-7-4-15,0-5-108 0,-4-7 24 16,0-10-196-16,-4-10-148 0,-1-3-184 16,1-9-164-16,-4-4-324 0,-8 0-852 0,-4 11-2220 15,-12-15-3385-15</inkml:trace>
  <inkml:trace contextRef="#ctx0" brushRef="#br0" timeOffset="32249.138">10450 1188 7292 0,'0'0'5589'16,"-4"79"-4797"-16,4-29-296 0,0 14 212 16,4 12 388-16,0 6 68 0,5 0-72 0,-2 5-132 15,1-4-336-15,1-7-256 0,6-4-356 16,-3-11-12-16,4-10-72 0,-4-17-408 15,0-11-48-15,0-17 88 0,4-6 92 0,0-22-156 16,4-10-368-16,-1-12-444 16,5-14-404-16,-3-8-940 0,-10 12-1557 0,6-35-1255 15</inkml:trace>
  <inkml:trace contextRef="#ctx0" brushRef="#br0" timeOffset="32549.942">10781 996 6048 0,'0'0'5621'0,"0"0"-4237"16,0 0-720-16,0 0 512 0,0 0 172 0,0 0-360 15,64 87-36-15,-52-33 72 0,-8 9-340 0,4 7-84 16,-4 6 60-16,-1 4-64 16,5 2-207-16,-3 4-209 0,-1-4-44 0,0 0-124 15,3-8-12-15,1-11 0 0,1-14-52 16,2-19-44-16,1-10-72 0,1-14-88 16,-2-6-37-16,6-12 61 0,-2-11-32 0,5-9-44 15,-4-12-140-15,4-4-152 16,0 1-28-16,0-1 64 0,-4 10 180 0,-1 13 136 15,2 5 28-15,-6 14 44 0,6 6 176 16,-6 0 52-16,2 13 468 0,-2 2 48 16,1 8 44-16,-3-4-132 0,-2 3-88 15,1-2-4-15,-4-1-156 0,4-7-100 16,-3-3-132-16,2-2-220 0,1-2-220 16,-4 2-504-16,8-7-272 0,-4 0-1196 15,0 0-2645-15,4-7-3055 0</inkml:trace>
  <inkml:trace contextRef="#ctx0" brushRef="#br0" timeOffset="32830.911">11498 1854 6732 0,'0'0'7813'0,"0"0"-6465"0,0 0-808 15,0 0 160-15,0 0 144 0,84 13 168 0,-64-26-68 16,-1-6-236-16,-2-14-232 0,3 0-284 16,-1-12-168-16,2 0-24 0,-6 4 0 15,-2 3-60-15,-6 3-84 0,-3 14-28 16,-4 4 76-16,0 10 84 0,-4 4 8 0,-12 3-96 15,0 7-144-15,-8 6-36 16,0 2 108-16,1 10 112 0,-1 5 60 0,4 4 136 16,4 4-88-16,0 3-44 0,4 1 0 15,5-4-4-15,7-3-8 0,-5-7-128 16,5-6-72-16,5-2-96 0,2-4-152 16,1-7 52-16,8-2 32 0,4 0-48 15,12-5-124-15,3 1-4 0,10-3 472 16,2 0-300-16,9-3-1728 0,4-4-916 0,3-2 359 15,-14 3-3003-15,30-1 2785 0</inkml:trace>
  <inkml:trace contextRef="#ctx0" brushRef="#br0" timeOffset="33234.686">13303 1670 2904 0,'0'0'8321'15,"0"0"-7281"-15,0 0-464 0,0 0 24 0,0 0 400 16,0 0 352-16,-80 0-160 0,72 13-76 16,-3 9-352-16,2 6-52 15,5 13-100-15,0 6 8 0,4 5-108 0,0-1-196 0,0-4-47 16,0-5-209-16,0-11-60 15,8-5-60-15,1-11-97 0,-2-5-51 16,5-3-156-16,4-7-244 0,0-4-176 0,8-12-272 16,-4-6-576-16,-4 3-2404 15,8-26-4021-15</inkml:trace>
  <inkml:trace contextRef="#ctx0" brushRef="#br0" timeOffset="33487.512">13630 1744 11401 0,'0'0'3100'16,"0"0"-2252"-16,0 0-160 0,0 0 392 0,0 0 428 0,-20 77 28 16,12-60-344-16,0-7-411 15,4-1-309-15,0-6-192 0,4 0-172 0,0-3-96 16,0 0-12-16,0 0 0 0,0 0-108 16,0 0-16-16,0 0-8 0,0 0 124 15,0 0 8-15,0 0 0 0,0 0-96 16,0 0-112-16,-4 0-20 0,4 0-28 0,0 0-25 15,0 0-35-15,-4 0-60 0,4 0-88 16,0 0-112-16,0 0-208 0,0 0-536 16,-4 0-832-16,4 4-1676 0,-7-1-1333 15,26-10-1427-15</inkml:trace>
  <inkml:trace contextRef="#ctx0" brushRef="#br0" timeOffset="33848.083">12678 1667 5064 0,'0'0'5901'0,"0"0"-3873"0,0 0-756 15,0 0-700-15,0 0 132 0,0 0 116 16,0 0 112-16,0 0 184 0,107 0-144 16,-59 3 8-16,0 0-224 0,4 3-248 0,-5-6-31 15,5 4-17-15,0-2 0 16,0-2-88-16,-4 0-128 0,0-2-184 16,-1-2-52-16,1-2-8 0,-8-4-48 0,-1 1 44 15,-7-1-52-15,0 1-212 0,-8 0-192 16,0-1-264-16,-12 3-141 15,0 5-123-15,-8-3-444 0,-4 5-600 0,0 0-776 16,0 0-1653-16,-20 5-2003 0</inkml:trace>
  <inkml:trace contextRef="#ctx0" brushRef="#br0" timeOffset="35097.489">13403 1502 3616 0,'0'0'68'0,"0"0"2392"0,0 0 240 0,0 0-708 15,0-70-371-15,-8 54-41 16,-4-4-152-16,0 8-20 0,0-1-220 0,-8 0-336 16,4 7 116-16,-8 3-220 0,4 3-188 15,-4 0-124-15,-3 6-7 16,3 10-29-16,0 3-160 0,0 7-44 0,-1 9-76 15,2 6 24-15,3 11 0 0,4 0 40 16,4 6 8-16,0 2 24 0,4 0 88 0,4-2 20 16,0 2-108-16,4-3-116 0,0-6-52 15,8-7-48-15,0-8-44 16,4-8-4-16,0-9-52 0,4-7 16 0,4-5 24 16,3-4-48-16,2-3 60 0,6-5 40 15,1-9-112-15,0-5-120 0,4-3-280 0,-4-4-184 16,4-2-84-16,-4-5-25 15,4 2-591-15,-4-3-592 0,-1-1-580 16,-3 3-656-16,-8 6-1505 0,4-9-275 16</inkml:trace>
  <inkml:trace contextRef="#ctx0" brushRef="#br0" timeOffset="35451.77">13598 1683 340 0,'0'0'4368'0,"0"0"0"16,0 0-1943-16,0 0-69 0,0 0-436 0,0 0-544 0,0 0-160 16,-80-32-112-16,69 44-220 15,-2 10-104-15,2 4-148 0,-2 9-99 16,5 7-73-16,-3-2 60 0,7 5 72 0,-1-4-120 15,5-3-136-15,0-6-68 16,0-3-148-16,9-4-48 16,2-9-64-16,2-7 0 0,2 1-8 0,6-7 4 0,7-3-4 15,3 0 0-15,1-13 4 16,8-6 0-16,-1-4-4 0,2-4-168 16,-2-4-88-16,-3-8-8 0,-4 0 0 0,-4 2 8 15,-4-4-80-15,-1-1 44 0,-10 4 148 16,-2 3 72-16,-7 3 72 0,-4 4 24 15,-4 3 144-15,-7 6-20 0,-9 0-28 16,-5 2 12-16,-2 4-128 0,-1 7-4 16,-3 3-12-16,-1 3-12 0,8 0 24 0,-1 14 60 15,1 4 0-15,5 11-56 0,-1 1 0 16,3 9 44-16,6-1 24 0,3 1-8 16,0-2-64-16,4-4-8 0,4-5-76 0,0-3-48 15,0 0-232-15,4-2-228 0,4-4-220 16,4-2-341-16,4-9-623 15,0-4-1128-15,0-4-2577 0,8-19-2951 0</inkml:trace>
  <inkml:trace contextRef="#ctx0" brushRef="#br0" timeOffset="35779.05">14076 1473 7628 0,'0'0'6101'0,"0"0"-4317"0,0 0-980 15,0 0 232-15,0 66 248 0,-8-24-44 16,1 3-44-16,-2 2-367 15,1 4-245-15,0-4-16 0,5-2-36 0,3-7-292 16,0-9-240-16,0-7-116 0,3-10-100 16,5-2 8-16,0-7-20 0,4-3-28 15,4-3-8-15,0-13-52 0,0-3 24 0,4-6-49 16,0-7-83-16,0-3-64 0,0 4 0 16,4-1 72-16,-5 3 120 15,1 4 152-15,-4 5 32 0,0 8 112 0,-4 5 36 16,0 4 320-16,-4 3-60 0,0 7 8 15,-4 5 208-15,0 11 12 0,0 2-160 16,0 0-144-16,4 7 13 0,-4-1 31 16,7-1-68-16,-2-2-16 15,3-6-180-15,0 0-240 0,4-6-380 0,0-3-85 16,3-10-199-16,6-3-1196 0,6-6-672 16,-10-7 720-16,18-22-3573 0</inkml:trace>
  <inkml:trace contextRef="#ctx0" brushRef="#br0" timeOffset="36034.612">14821 1495 3968 0,'0'0'4584'16,"0"0"1453"-16,0 0-4297 0,0 0-644 16,0 0-216-16,0 0-116 0,-79 74 340 15,55-47 52-15,3-2-255 0,6 5-285 0,-1-8-156 16,8 0-204-16,4-3-136 0,4-3-120 16,0-2-80-16,4-6-28 0,7 2 60 15,2 2 40-15,6-5 0 0,-2 3-44 16,3-5-8-16,-5 6 48 0,-3-5 12 15,0 2 84-15,0 6-20 0,-8 2-52 0,-4 6 84 16,0 0 0-16,0 7-12 0,-8-1-12 16,-3-3-36-16,-6 0-36 0,2-6-300 15,-2-2-136-15,-3-4-84 0,9-7-100 16,-5-6 11-16,4 0-179 16,4-6-412-16,0-13-1048 0,4 0-2772 0,-4-31-3073 15</inkml:trace>
  <inkml:trace contextRef="#ctx0" brushRef="#br0" timeOffset="36228.356">15092 1130 10920 0,'0'0'3949'15,"0"0"-3057"-15,0 0 264 0,28 91 256 16,-28-42 76-16,0 8 60 0,0 6-367 16,0 4-337-16,0 6-164 0,0-1 104 15,4 5-196-15,4-7-276 0,4-3-312 0,0-10-12 16,4-9-120-16,0-6-240 0,0-14-12 15,-4-6-124-15,-5-14-24 16,-3-1-36-16,1-7-280 0,-5 0-377 0,0-7-831 0,0-1-1804 16,-16-14-2373-16</inkml:trace>
  <inkml:trace contextRef="#ctx0" brushRef="#br0" timeOffset="36389.736">14885 1635 8068 0,'0'0'7081'0,"0"0"-5109"0,0 0-1476 0,0 0-184 15,0 0 268-15,0 0 404 16,80 13 308-16,-52-13-380 0,3 0-363 0,1 0-209 16,0-7-208-16,0-2-132 0,-4-2-80 15,4-1-320-15,0-3-401 0,0-5-211 16,-1 4-324-16,-3 2-1364 0,-7 0-3453 0,6 1-4003 16</inkml:trace>
  <inkml:trace contextRef="#ctx0" brushRef="#br0" timeOffset="36596.894">15498 1552 10520 0,'0'0'4309'16,"0"0"-3713"-16,0 0 28 0,13 80 208 16,-13-49 284-16,0 8 324 0,0 3-228 15,0-5-360-15,-4 3-135 0,-1-1 35 0,5-4-268 16,0-6-232-16,0-7-132 16,0-3-48-16,0-7 12 0,0-5-20 15,5-7-64-15,-1 0-80 0,3-3-136 0,5-13 108 16,4-3 96-16,0-6-268 15,4-7-288-15,0-3-244 0,0-3-113 16,4 3-391-16,-4 0-1116 0,3 0-2240 0,-2 13-873 16,7-7 437-16</inkml:trace>
  <inkml:trace contextRef="#ctx0" brushRef="#br0" timeOffset="36849.24">15837 1692 2520 0,'0'0'8941'0,"0"0"-6221"0,0 0-1432 0,-28 89-244 15,20-61 236-15,4 4-8 0,0-3-8 16,4-7-388-16,0-3-452 0,0-6-288 15,4-4-136-15,8-5-184 0,0-4 88 0,8 0 88 16,-4-13 0-16,8-6-236 16,-1-3-268-16,2-10-124 0,-5 0-96 0,0 1 32 15,-1-1-68-15,2 3-164 0,-6 7-72 16,1 2 36-16,-4 8 464 0,1 6 504 16,-6 6 0-16,1 0 656 0,0 12 212 15,-3 7 136-15,-2 7-100 0,-3 6-76 16,4 0-104-16,0-4-76 0,0 4-144 15,0-7-272-15,0-3-232 0,4-6-136 0,4-3-192 16,3-10-456-16,6-3-212 0,-1-6-316 16,-1-7-1020-16,18-12-3273 0</inkml:trace>
  <inkml:trace contextRef="#ctx0" brushRef="#br0" timeOffset="37070.284">16658 1505 6928 0,'0'0'8041'0,"0"0"-6441"16,0 0-1040-16,-71 69 60 0,43-36 232 0,0 4 36 16,4-2 368-16,3 3-172 15,10-6-331-15,3 0-257 0,4-11-196 16,4-2-164-16,4-2-136 0,4-7-40 16,3-7-60-16,10-3-32 0,-1 0 36 15,8-16-168-15,-1-6-236 0,1-10-193 16,4-5-231-16,-4-5-248 0,3-6-1012 0,-10 13-2008 15,14-26-2025-15</inkml:trace>
  <inkml:trace contextRef="#ctx0" brushRef="#br0" timeOffset="37276.525">16941 946 6868 0,'0'0'4577'0,"0"0"-2349"0,0 0-1668 16,0 0-92-16,0 73 464 0,-4-26 324 0,-4 4 156 15,4 9-60-15,4 1-204 16,0 3-208-16,8 3-19 0,4 2-209 15,4-2-192-15,3-3-252 0,2-5-224 0,-5-4-44 16,3-5-96-16,-6-9-136 0,-2-6-128 16,-3-6-112-16,0-10-108 0,-3-3-53 15,-5-6-159-15,-5-8-256 0,-11-2-316 16,-4 0-668-16,-8-5-720 0,-4-12-1077 16,0-5 1117-16,-3-3-1832 0,7 3 2212 15,-16-20 1905-15</inkml:trace>
  <inkml:trace contextRef="#ctx0" brushRef="#br0" timeOffset="37411.519">16726 1565 2844 0,'0'0'1132'0,"0"0"5084"0,0 0-4119 0,0 0-629 16,0 0 316-16,0 0-104 0,87-16-456 16,-51 11-496-16,0-6-276 0,4 2-84 15,0-7-160-15,-4-3-208 0,7 0-100 16,-3-7-536-16,0 1-100 0,0-4-500 0,-5 1-932 16,6 3-1892-16,-9 2-913 15,-4 7-1318-15</inkml:trace>
  <inkml:trace contextRef="#ctx0" brushRef="#br0" timeOffset="37530.893">17435 1295 3004 0,'0'0'4376'15,"0"0"793"-15,16 79-3017 0,-16-40-564 16,0 5-392-16,0 4-416 0,-5-1-104 16,1-3 256-16,-3 1-248 0,3-7-292 0,0-3-256 15,0-10-132-15,4-2-4 16,-4-11-76-16,4-5-372 0,0-4-508 0,-5-3-324 16,5-3-568-16,0-1-2560 0,0-15-3945 15</inkml:trace>
  <inkml:trace contextRef="#ctx0" brushRef="#br0" timeOffset="37928.978">17487 1369 5168 0,'0'0'9081'0,"0"0"-6689"15,0 0-2128-15,0 0-16 0,0 0-124 0,0 0 100 16,0 0 332-16,0 0-184 0,79-11-320 16,-63 15-52-16,-4-1-404 0,8 1-340 15,-4-2-92-15,4 4 104 0,0 5 180 0,4 1 236 16,-4 4 192-16,0 6 84 15,-5 3 40-15,2 7 608 0,-2 0 284 16,-2 6 132-16,-2-3 28 0,2 0 228 0,-2 0-300 16,1-7-496-16,-3 1-204 0,2-10-108 15,9-3-52-15,-4-7 4 0,4-6-76 16,4-3-48-16,-1-12-56 0,5-6-104 16,0-9-60-16,0-5-56 0,-3 1-32 0,-6-4 88 15,1 0 88-15,-7 0 92 16,-6 0 40-16,-7 0 12 0,0 4-4 15,-7 4 0-15,-10 13 88 0,-3 7 52 16,1 7 48-16,-5 9-136 0,-4 14-60 0,0 6 0 16,0 5 60-16,3 4 208 0,6-2-84 15,3-5-176-15,4-5-8 0,4-8-208 0,4-5-376 16,4-3-160-16,0-10 8 16,4 0-116-16,4-7-288 0,8-5-792 15,0-8-988-15,4-1-1953 0,-4 2-1651 16</inkml:trace>
  <inkml:trace contextRef="#ctx0" brushRef="#br0" timeOffset="38144.437">18136 1451 3436 0,'0'0'7332'16,"0"0"-4587"-16,0 0-849 0,0 0-64 16,0 0-744-16,79 54-324 15,-66-32 180-15,2 0-100 16,2-2-272-16,3-5-196 0,3 1 1 0,1-9-121 16,4-1-112-16,4-6 0 0,4-4-60 0,-1-9-8 0,2-2-76 15,3-4-148-15,-5-4 88 0,1 4 0 16,-4 7 0-16,-4 2 48 15,-8 4-84-15,-4 6 20 0,-4 0 76 0,0 6 220 16,-5 7 20-16,-3 3-20 0,1 1 92 16,-1 1-56-16,-4 1-112 0,4-4-144 15,-4-2-12-15,0-3-324 0,4-3-332 16,-4-1-156-16,0 0-269 0,0-3-511 0,0 0-1120 16,-4 7-3561-16</inkml:trace>
  <inkml:trace contextRef="#ctx0" brushRef="#br0" timeOffset="38746.19">20380 1292 8872 0,'0'0'1604'0,"0"0"-971"0,0 0 59 0,0 0 716 15,0 0 292-15,0 0-360 0,-28 73-568 0,20-29-112 16,-9 14-32-16,10-1 296 0,-1 0 44 15,3-12-188-15,5-14-364 0,0-9-416 0,0-12-52 16,9-4-80-16,-1-6 60 16,3 0-28-16,2-12 92 0,2-11-76 0,5-2-344 15,1-14-24-15,-6 1 88 0,1 0 32 16,0 1-76-16,-8 5 52 0,-5 7-52 16,-3 8-24-16,0 4 332 0,-3 7 100 15,-9 6 300-15,-8 0-288 0,1 12 100 16,-6 7-28-16,1 11 104 0,0 2 8 0,1 2 36 15,7 1-8-15,-5 1-116 0,10-5-108 16,3-2-40-16,-1-4-156 0,9-6-740 16,0-3-744-16,9-7-1460 0,3-2-1853 15,12-7-931-15</inkml:trace>
  <inkml:trace contextRef="#ctx0" brushRef="#br0" timeOffset="38863.194">20543 1641 1512 0,'0'0'1620'0,"80"-20"4540"0,-45 18-3787 15,5-4-621-15,8 0-128 0,-4-5-300 16,-5 6-504-16,-2-5-320 0,-1-6-240 15,-5 3-152-15,1-6-32 0,-4 0-76 0,0-6-196 16,-1-3-760-16,-3-1-464 0,-3-7-844 16,-6 14-2533-16,-2-13-2907 0</inkml:trace>
  <inkml:trace contextRef="#ctx0" brushRef="#br0" timeOffset="39084.206">20925 1219 5196 0,'0'0'7121'0,"0"0"-6013"16,0 0-992-16,-32 98 188 15,28-57 292-15,4 3 464 0,0 5 312 16,0 2-196-16,9 5-236 0,2 7-72 0,1 8-96 16,0 8-140-16,4 1-244 0,-9 6-204 0,2-7-75 15,-1 3-105-15,-8-9-4 16,0-6-72-16,0-7-73 0,0-9 45 16,-12-6 40-16,0-7-24 0,-4-10-124 15,0-2-84-15,-8-8 0 0,-3-5-60 0,-6-3-40 16,1-7-124-16,-4 0-136 0,-3-3-136 15,-5-6-704-15,0-7-916 0,8 3-2477 16,-20-15-3163-16</inkml:trace>
  <inkml:trace contextRef="#ctx0" brushRef="#br0" timeOffset="39520.873">22782 1155 7704 0,'0'0'5997'0,"0"0"-5157"16,0 0-612-16,-24-79-52 0,12 60 592 16,-4 6 460-16,-4 4 0 0,-3 6-280 15,-5 3-356-15,0 12-164 0,-8 17-16 0,-1 9-44 16,-2 20-88-16,3 11 108 0,4 10 185 16,8 11 7-16,5 1-156 0,2 5-108 15,13-5-88-15,4-7-84 0,0-15-72 16,12-9-68-16,8-12 60 0,1-13-16 0,2-9-48 15,8-12 0-15,-3-3-8 16,4-5-4-16,0-6-88 0,0-3 92 0,-4-6-100 16,-4-8-132-16,0-1-208 0,-3-4-316 15,-6-3-205-15,-3-2-179 0,-4 2-508 0,-8 3-628 16,0-4-688-16,-12 8-1685 16,-4-1-367-16</inkml:trace>
  <inkml:trace contextRef="#ctx0" brushRef="#br0" timeOffset="39662.476">22582 1744 2060 0,'0'0'1124'0,"0"0"6332"0,0 0-4891 0,0 0-789 15,0 0-488-15,0 0-364 16,0 0-44-16,0 0 216 0,0 0-192 0,0 0-220 16,41 40-256-16,-14-40-220 0,6 0-104 15,2-3-104-15,-3-9-412 16,0-1-308-16,-4-4-136 0,0-2-168 0,-5 4-436 0,-3-1-664 16,-4 3-908-16,-7 4-1765 15,-9 2-795-15</inkml:trace>
  <inkml:trace contextRef="#ctx0" brushRef="#br0" timeOffset="39800.394">22853 1670 2088 0,'0'0'1148'0,"0"0"5944"15,0 0-4699-15,-52 76-801 0,41-41-256 16,3 5-192 0,4 6-164-16,-1-2 72 15,5 3-156-15,0-3-128 0,0 2-72 0,9-9-40 16,-5-1-195-16,7-11-413 0,-2-2-48 0,3-11-144 0,3-5-40 16,2-4-117-16,3-6-235 0,3-14-196 15,1-5-64-15,4-13-616 0,-4 3-2772 0,8-18-4961 16</inkml:trace>
  <inkml:trace contextRef="#ctx0" brushRef="#br0" timeOffset="40016.226">23117 1196 3268 0,'0'0'10893'0,"0"0"-9517"15,0 0-244-15,0 0 864 0,0 0-148 16,87 55-263-16,-59-45-569 0,4-4-244 15,4 0-192-15,4-6-280 0,3 0-188 16,-2 0-112-16,2 0-124 0,-3-6-212 16,-5-4-196-16,2 4-156 0,-5 3-76 0,-9-1-181 15,-3 4-519-15,-8 4-1232 16,-7 2-2496-16,-10 7-2325 16</inkml:trace>
  <inkml:trace contextRef="#ctx0" brushRef="#br0" timeOffset="40232.247">23248 1327 4456 0,'0'0'12'0,"0"0"2684"0,0 0 492 16,0 0-1131-16,0 0-577 15,0 0-276-15,0 0-112 0,-20 86 208 0,20-38 144 0,0 2-216 16,4 8-156-16,4 5-283 0,-4-3-229 16,0 4-184-16,0 1-148 15,-4-1-120-15,4-3-64 0,-4-5-44 0,0-1-48 31,0-7-120-31,0-7-244 0,4-6-192 0,0-9-129 0,0-7-55 16,4-7-216-16,-4-9-548 0,4-3-1020 0,-5-9-1588 16,1-2-997-16</inkml:trace>
  <inkml:trace contextRef="#ctx0" brushRef="#br0" timeOffset="40428.821">23288 1720 6868 0,'0'0'4953'0,"0"0"-3177"0,0 0-1600 0,0 0-60 16,0 0 532-16,0 0 612 0,0 0 280 16,0 0-416-16,0 0-52 0,104 24-216 15,-65-24-284-15,5-7-232 0,0-3-156 0,3 0-184 16,-2-2-8-16,2-1-236 0,-2 0-244 16,-6 4-220-16,1-4-212 0,-1 4-424 0,-11 2-1396 15,9-2-3845-15</inkml:trace>
  <inkml:trace contextRef="#ctx0" brushRef="#br0" timeOffset="40900.282">24276 1463 4400 0,'0'0'1316'0,"0"0"2584"0,0 0-2531 0,0 0 195 16,0 0 220-16,0 0-72 15,0 0-384-15,0 0-264 0,0 0-400 16,0 0-172-16,0 0-112 0,-48 95 0 0,32-37 44 15,4 5 224-15,0 4-3 16,4 3-245-16,4-3-112 0,0-11-80 0,4-1-136 0,0-14-72 16,8-6-144-16,5-10-40 15,2-9-44-15,2-6-112 16,6-4-101-16,5-6-19 0,0-10-76 0,7-9-100 0,1-6-540 16,-12 3-1304-16,17-22-3765 0</inkml:trace>
  <inkml:trace contextRef="#ctx0" brushRef="#br0" timeOffset="41506.046">24857 1594 7704 0,'0'0'8161'0,"0"0"-6533"0,-20 69-1440 15,9-21-140-15,-1 18 692 0,0 11 660 16,-4 6-312-16,4 1-236 0,0 6-295 0,4-1-217 16,1 0-96-16,2-1-40 15,1-2-96-15,0-3-100 0,4-3-8 0,0-11-60 16,0-8-168-16,0-7-124 0,0-13 108 15,8-13 28-15,-3-5-64 0,2-11-193 16,-3-5-15-16,0-5-36 0,0-2-88 16,0-6-208-16,0-13-280 0,0-6-256 0,4-13-468 15,-4-6-700-15,0-8-1421 16,-4 11-579-16</inkml:trace>
  <inkml:trace contextRef="#ctx0" brushRef="#br0" timeOffset="41733.092">24798 1826 3892 0,'0'0'2252'0,"0"0"3337"0,20-82-4537 0,-12 62-492 16,3-2 204-16,-2 9 284 16,2 3-380-16,2 4-176 0,-1 0-80 0,-1 6-36 15,6 0-28-15,-2 0-88 0,1 3-76 16,-4 6-8-16,4 1 8 0,-8 3-48 16,0 2-52-16,-4 5-20 0,1 5 48 0,-5 4-4 15,-9 1-56-15,-7 9-52 0,-4-1-152 16,0 3-184-16,-3-6 4 0,2 0 48 15,1-12 84-15,1-4 52 0,6-10-176 16,2-6-348-16,-1-3-512 0,7-12-1100 16,2 2-2337-16,-1-29-2567 0</inkml:trace>
  <inkml:trace contextRef="#ctx0" brushRef="#br0" timeOffset="42079.623">25196 1241 7140 0,'0'0'3989'0,"0"0"-2321"16,0 0-1400-16,0 0 268 0,0 0 504 15,0 0 308-15,0 0-48 0,0 0-320 16,24 70-340-16,-20-37-184 0,-4-3-140 0,0 3-68 16,0-5-116-16,-4 0-68 15,0-5-64-15,4-7-4 0,0-7-84 0,0-3-8 16,0-6-100-16,8 0-112 0,4-6 100 15,4-7 108-15,4-6 100 0,4 1-84 16,0-8-52-16,0 0-24 0,0 5 76 16,-5-2 76-16,1 4 0 0,-8 6-8 0,4 4 16 15,-8 5 236-15,0 4 72 0,-3 0-16 16,-1 0-32-16,-1 7-52 0,-3 3 12 16,4-1-24-16,-4 3 48 0,0 4 156 15,0 0-168-15,0-4-112 0,0 2-120 16,0-2-64-16,0-2-436 0,0 0-624 15,0-4-300-15,0 1-1148 0,-4-1-4069 16</inkml:trace>
  <inkml:trace contextRef="#ctx0" brushRef="#br0" timeOffset="42315.761">25877 1228 8596 0,'0'0'5489'0,"0"0"-4353"15,0 0-444-15,0 0 600 0,0 0-92 0,88 42 40 16,-68-20-128-16,-8 3-464 0,4 4-212 16,0 6-83-16,0 0-61 0,-4 6-28 0,-1 0-128 15,2 0-76-15,-1 8-12 16,-9-2-48-16,1 1-4 0,-4-4-44 16,0 3-12-16,-7-5-40 0,-13-1-276 15,0 0-193-15,-8-6-171 0,0 1-164 0,-4-5-136 16,-4 1-840-16,8-13-2076 15,-20 12-2457-15</inkml:trace>
  <inkml:trace contextRef="#ctx0" brushRef="#br0" timeOffset="43672.338">26726 1581 10736 0,'0'0'6301'0,"0"0"-5473"15,0 0-824-15,0 0-4 0,28 70 456 0,-24-54 356 16,0 0 428-16,-4-4-764 0,0 1-476 16,0-1-344-16,0 1-376 0,-4-2-140 0,0 1-248 15,1-3-1232-15,-6-3-3221 16,-3 4-3791-16</inkml:trace>
  <inkml:trace contextRef="#ctx0" brushRef="#br0" timeOffset="43796.39">26444 1996 13313 0,'0'0'4172'0,"0"0"-4096"0,0 0 32 0,0 0 304 0,0 0 288 0,0 0 136 16,0 0-456-16,0 0-380 0,83 61-720 15,-63-58-548-15,-5-3-1040 0,6 3-4457 0</inkml:trace>
  <inkml:trace contextRef="#ctx0" brushRef="#br0" timeOffset="44830.02">4092 3682 11461 0,'0'0'2404'0,"0"0"-1784"0,0 0 60 15,-36-79 580-15,16 58 0 16,-1 2 48-16,-2 5-268 0,-5 2-296 15,0 5 60-15,-4 4-439 0,1 3-193 0,-5 7 20 16,-1 8-72-16,1 13-20 0,-3 11-88 16,3 9 72-16,4 5-36 0,4 7 12 0,8-5 72 15,9-3-72-15,7-12-60 0,4-5-112 16,4-6-56-16,11-7 48 0,5-6 20 16,8 3-32-16,8-4 0 15,7 2 132-15,6-5 0 0,-1 4 0 0,3 0 4 16,1 0 44-16,-9 3-36 0,-2 7 48 15,-5-1-56-15,-8 3 44 0,-4 4 36 0,-9 3-20 16,2-1 8-16,-10 1 48 16,-7-3-60-16,0 0 36 0,0 0-20 0,-12-3-4 15,-4-4-12-15,-4 1 12 0,1-5-24 16,-5-1-36-16,-8-1-12 16,4-7-8-16,-4 1-52 0,-4-3 12 0,4-1-96 15,-8-6-292-15,4-3-100 16,1 0-37-16,-1-3 65 0,4-10-128 0,8-6-220 15,4-9-820-15,12 5-1484 0,8-21-3729 0</inkml:trace>
  <inkml:trace contextRef="#ctx0" brushRef="#br0" timeOffset="45006.95">4649 3737 5868 0,'0'0'8529'16,"0"0"-7117"-16,88 0-668 0,-60 0 832 15,8 0-184-15,-4 0-428 0,-4 0-36 0,-4 0-223 16,7 0-269-16,-3 0-220 0,4-7-180 16,0 0-36-16,-4-2-156 0,4 0-316 15,-9 2-393-15,1-2-243 0,-3 2-264 16,-6 2-1264-16,-6 5-3205 0</inkml:trace>
  <inkml:trace contextRef="#ctx0" brushRef="#br0" timeOffset="45231.54">4936 3742 7552 0,'0'0'5645'0,"0"0"-4413"0,0 0-788 0,0 71 360 15,0-33 888-15,4 3 0 0,-4 4-272 16,4 6-324-16,-4 6-355 0,0 3-185 16,0 3-216-16,0 11-240 0,-4-2-100 15,4 2-12-15,0-5-48 0,0-2-72 16,0-9-268-16,12-11-216 15,0-9-29-15,0-9-99 0,4-4-208 16,-5-10-300-16,6-4-584 0,-6-9-684 0,-2-2-1689 0,3-9-2327 16</inkml:trace>
  <inkml:trace contextRef="#ctx0" brushRef="#br0" timeOffset="45422.012">5521 4016 9580 0,'0'0'4493'0,"0"0"-3545"0,0 0-144 16,0 0 1032-16,0 0 40 0,0 0-204 15,81 19-383-15,-70-19-577 0,2 0-408 16,-2-3-148-16,6-3-96 0,2-7-60 0,-3 1-84 16,4-1-388-16,0-4-228 0,-4 5-333 15,-4-1-139-15,3 7-940 0,-6 0-2624 16,-9 2-3373-16</inkml:trace>
  <inkml:trace contextRef="#ctx0" brushRef="#br0" timeOffset="45633.018">5577 4026 11461 0,'0'0'4260'0,"0"0"-3568"15,0 0 132-15,17 88 844 0,-13-53-88 0,0 4-47 16,-4-1-525-16,0 0-332 15,3-4-216-15,-3 2-184 0,0-4-148 0,0-2-128 16,0 3-48-16,0 2-108 0,-3-3-376 16,3 3-324-16,-8-5-345 0,3 3-543 15,1-8-1352 1,0-6-3237-16,-7-3-3895 0</inkml:trace>
  <inkml:trace contextRef="#ctx0" brushRef="#br0" timeOffset="45780.541">5534 4561 5564 0,'0'0'5160'0,"0"0"-3347"0,0 0-233 16,0 0 300-16,92-63-292 0,-73 49-464 16,1 0-364-16,-4 1-232 15,0 1-320-15,-4-1-208 0,-4 7-204 0,0-1-456 0,-4 4-312 16,0 3-480-16,-4 3-1192 0,0 4-2385 16,-4 15-2579-16</inkml:trace>
  <inkml:trace contextRef="#ctx0" brushRef="#br0" timeOffset="45931.968">5570 4747 1632 0,'0'0'1536'0,"0"0"4292"0,0 0-3307 0,0 0-869 16,0 0 236-16,0 0-52 0,0 0-224 15,99 12-104-15,-67-24-460 0,0-7-428 16,0-4-339-16,-1-5-157 0,1-7-124 16,0 0-88-16,-4-6-517 0,4-1-323 0,-4-3-220 15,0 4-1116-15,-4 6-3656 16,4-7-5049-16</inkml:trace>
  <inkml:trace contextRef="#ctx0" brushRef="#br0" timeOffset="46348.479">6234 3905 8340 0,'0'0'6617'16,"0"0"-5193"-16,0 0-900 0,0 0 284 0,25 91 536 15,-18-49 176-15,2 6-47 16,-1 0-481-16,-1 9-232 0,10 0-84 15,-6 6-324-15,2 8-112 0,2 1-120 0,-7 5 12 16,1-1-72-16,-1-6-12 16,-5-7-48-16,-3-6-40 0,4-12-344 0,-4-8-16 15,4-11-44-15,-4-10-76 0,0-9-156 16,0-7-148-16,0-4-89 0,-4-11-87 0,-3-15-644 16,3-4-276-16,0-14-184 0,-5-7-612 15,5-8-421-15,-3-6-59 16,-5-7 132-16,-1-4 624 0,2-3 2440 0,3 4 40 15,3 3 1184-15,5 6 472 0,5 13 2804 16,7 6-2232-16,3 14-371 0,5 7-93 16,5 12-248-16,-5 5-292 0,3 10-380 15,1 3-152-15,0 0-164 0,-5 9-236 0,2 8 24 16,-5-2 212-16,-4 8-152 16,-5-1-88-16,-3 6-36 0,1 5-36 15,-5 0-60-15,-9 6-100 0,-6-1-36 16,-5 3-60-16,-4 1-8 0,-8-2-160 0,0-1-112 15,-8-4-184-15,1-3-220 0,-2-4-152 16,6-9-260-16,-1 0-1192 0,12-10-3033 16,-8-5-3163-16</inkml:trace>
  <inkml:trace contextRef="#ctx0" brushRef="#br0" timeOffset="46746.147">7076 3928 9156 0,'0'0'7329'15,"0"0"-5937"-15,0 0-688 0,0 0 512 16,0 0 492-16,0 0-191 0,0 0-625 16,0 0-600-16,0 0-148 0,0 0-12 0,92-39-60 15,-61 14-24-15,-3-1-48 16,4-5-204-16,0 1-232 0,-4 2 88 15,0 6 80-15,-5 0 88 0,-3 6-48 16,-4 6 8-16,-4 4 88 0,0 6 24 16,-3 0 56-16,-5 6 52 0,-1 7 100 15,1 7 152-15,4 2-8 0,-4 7-64 0,0 4 0 16,4 3 4-16,0 9-4 0,0 2-24 16,-4 7 4-16,4 3 8 0,0 6-48 15,0 7 0-15,-4 0-96 0,-1 3-24 16,1-2-48-16,-4-11 0 0,0-10 0 15,0-6-192-15,0-8-160 0,0-7-108 0,0-7-120 16,0-7-161-16,0-5-171 0,-4-1-572 16,-3-6-1064-16,3 1-2484 0,-13-4-3689 15</inkml:trace>
  <inkml:trace contextRef="#ctx0" brushRef="#br0" timeOffset="46931.385">7323 4654 6096 0,'0'0'6745'16,"0"0"-4485"-16,0 0-788 0,99 25 204 15,-63-18-324-15,-4-4-56 0,0 0-520 16,-1-3-311-16,1 0-225 0,-4 0-240 16,4 0-92-16,-4-3-477 0,-4 0-271 15,4 1-112-15,0 2-216 0,-4 0-1124 16,-8 0-2616-16,0 0-2309 0</inkml:trace>
  <inkml:trace contextRef="#ctx0" brushRef="#br0" timeOffset="47482.651">3450 5353 80 0,'0'0'9764'0,"0"0"-7267"0,0 0-1321 0,0 0 396 15,99-22-16-15,-50 15-212 0,3 0-272 16,6 1-80-16,6 0-172 16,9-3-164-16,2 2-83 0,5 2-65 0,4-2-144 15,7 0-76-15,5 4-68 16,7 0-112-16,9-4 72 0,12 1 100 15,7 0 404-15,13-7-272 0,2 1-136 0,10-5-60 16,8-1-216-16,3-6 0 0,1 3 4 16,2-2 8-16,6 4-12 0,-13 5-156 0,-4 0-24 15,0 8-108-15,-7 3-16 16,-1-1 124-16,1 4 100 0,-5 0 76 0,-3 0-40 16,-13 4 36-16,-7 2-148 0,-17 4 0 15,-7-1-160-15,-17 1 64 16,-3-1 8-16,-12-3 4 0,-4 4-64 0,-8-3-12 0,-4-1-68 15,-5-4-105-15,-6-2-339 16,-6 0-332-16,-3 0-988 16,-13 0-2428-16,-2-2-3141 0</inkml:trace>
  <inkml:trace contextRef="#ctx0" brushRef="#br0" timeOffset="48352.059">9211 4267 7748 0,'0'0'5877'0,"0"0"-4105"16,0 0-968-16,0 0-136 15,0 0 472-15,0 0 80 0,0 0-388 0,88 17-416 16,-68-12-280-16,-4-2-76 0,4 0-60 15,-5 0-40-15,-2 4-340 0,-2-3-208 16,-3 1-308-16,1 2-276 0,-5 0-868 0,0-1-1924 16,-4 9-2905-16</inkml:trace>
  <inkml:trace contextRef="#ctx0" brushRef="#br0" timeOffset="48499.651">9310 4591 3524 0,'0'0'392'16,"0"0"4088"-16,0 0-3040 0,0 0 29 0,0 0 247 15,28 66 104-15,-7-53-488 0,-1-4-480 16,7 1-256-16,5-3-300 16,5-5-208-16,2 2-88 15,-3-4-560-15,12 0-476 0,-5-6-488 0,-7-4-980 16,20-12-3869-16</inkml:trace>
  <inkml:trace contextRef="#ctx0" brushRef="#br0" timeOffset="48778.772">10678 4182 15557 0,'0'0'2388'0,"0"0"-1736"0,0 0-72 0,0 0 192 16,-52 75 92-16,40-48-120 15,-4-2-39-15,4 2-233 0,0-4-108 16,8 0-172-16,-4-2-96 0,8-1-84 0,-4-1 4 15,4-4-16-15,0 5-4 0,4-5-144 16,4-2 4-16,4-1 0 0,0 2 20 16,-1-3-32-16,6 0-160 0,-6-5-48 15,10 1-61-15,-6-7 1 0,5 0-188 16,1 0-228-16,-2-7-624 0,5-5-1192 16,-8 1-2453-16,0-14-3643 0</inkml:trace>
  <inkml:trace contextRef="#ctx0" brushRef="#br0" timeOffset="49081.738">10985 4382 4912 0,'0'0'6221'15,"0"0"-3913"-15,0 0-1384 0,0 0 164 16,0 0 656-16,0 0-16 0,0 0-368 16,83 63-348-16,-59-60-463 0,-4-3-245 15,4-3-148-15,-1-7-144 0,5-9 60 0,-4-1-64 16,0-5-8-16,-4 0-96 15,-4 0-280-15,-4-4-13 0,0 7 121 0,-8 0 60 16,-4 6-8-16,0 3-16 0,0 4 132 16,-4 2 100-16,-3 5 4 0,-6 2-4 0,1 0-128 15,-4 0 16-15,-3 0 40 0,-9 6-64 16,4 3 128-16,-1-2 8 16,1 5-72-16,1 4 24 0,7 6-16 15,-1 0 4-15,6 0 0 16,-1 1 48-16,4-2-76 0,0-4-32 0,4-1-288 15,0-7-328-15,0 1-604 0,4-7-1400 0,0-3-3533 16</inkml:trace>
  <inkml:trace contextRef="#ctx0" brushRef="#br0" timeOffset="49391.4">11430 4109 5488 0,'0'0'8569'0,"0"0"-7201"16,0 0-388-16,24 82 452 0,-20-57 72 15,-4 1 84-15,0-4-347 0,0-7-601 0,0-2-396 16,0-7-244-16,4-2 0 16,-4-4-84-16,8 0-76 0,1-10 64 0,2-5 48 15,6-8-156-15,-2-2-196 0,1-3-173 16,4-5-71-16,0 7 32 0,-5 5 88 16,2 5 132-16,-2 9 96 0,2 4 36 15,-6 3 84-15,2 3 176 0,-2 11 356 16,-3 2 52-16,1-2-28 0,-2 6 0 0,-3 0-4 15,4-1-48-15,-4-4-44 16,1 4-32-16,-1-3-32 0,-4 0-60 16,0 3-112-16,3-7-48 0,-3 4-88 0,0-2-420 15,0-6-332-15,0-2-140 0,0 1-240 16,4-7-1452-16,0 0-2741 0,4-9-3159 16</inkml:trace>
  <inkml:trace contextRef="#ctx0" brushRef="#br0" timeOffset="49698.381">12212 3937 5944 0,'0'0'7029'0,"0"0"-4733"0,0 0-1088 0,0 0-52 15,-24 70 152-15,3-42 16 0,1-3-80 16,1 4-115-16,-1-6-257 0,8-5-364 16,0-2-340-16,4-6-168 0,8-4-48 15,0-2-136-15,0-2-44 0,4-2-48 0,8 7 272 16,0 0 4-16,8-5 8 15,-1 8 4-15,2-3-12 0,-1-1-4 16,3 3-8-16,1 1 4 0,-4 2 8 0,5 1 40 16,-6 0 236-16,1 2-96 0,-4 1-20 15,-4 0-16-15,-4 1-24 16,0-3 0-16,-5 3-112 0,-3-1 40 0,-3 0-48 16,-5 0-60-16,-8-4-300 0,0-2-208 15,1-4-96-15,-2-3-64 0,1-3 59 16,0-6-195-16,5-10-852 0,-2 3-1316 0,-2-24-3285 15</inkml:trace>
  <inkml:trace contextRef="#ctx0" brushRef="#br0" timeOffset="49921.942">12725 3375 8916 0,'0'0'6793'0,"0"0"-5153"0,8 76-772 16,-8-35 68-16,5 9 456 0,-5 8 121 15,0-1-185-15,0 7-432 16,4-1-280-16,3 4-148 0,5-4-156 0,0-2-144 16,0-4-156-16,4-10-12 0,0-5-284 15,4-10-196-15,-1-10-136 0,2-3 48 16,-5-6-72-16,0-4-180 0,0-9-469 16,-8 0-571-1,-5 0-1276-15,-3-6-3341 0</inkml:trace>
  <inkml:trace contextRef="#ctx0" brushRef="#br0" timeOffset="50129.728">12542 3845 10016 0,'0'0'7253'0,"0"0"-5781"16,0 0-1212-16,0 0 192 0,0 0-168 0,0 0 520 15,0 0 733-15,88-22-581 0,-53 6-496 0,1-3-136 16,1-1-192-16,-2 1-128 15,-3 4-4-15,0 2-84 0,-4 1-12 16,0 1-316-16,-5 5-180 0,1 6-148 0,-7 0-85 16,2 0 9-16,-6 6-176 15,-2 5-572-15,2-3-1228 0,-9 9-3357 16</inkml:trace>
  <inkml:trace contextRef="#ctx0" brushRef="#br0" timeOffset="50799.295">13247 3940 132 0,'0'0'9792'0,"0"0"-7603"0,0 0-565 16,0 0-320-16,0 0-148 16,84 86-80-16,-72-55-72 0,0 1-288 0,0 0-300 0,-4-4-120 15,0-2-64-15,-4-7-160 16,0-3 0-16,-4-3-68 0,4-7 0 0,-4-3-4 15,4-3-8-15,-4 0-52 0,4 0 0 16,-1-9 60-16,1-4 0 0,1-3 132 16,3-10-20-16,0 0-40 0,3-4-20 15,-2-3-52-15,2 2-4 0,-3-1-132 16,5 4-60-16,2 3-96 0,-2 2-152 0,2 0-244 16,1 1-300-16,0 4-564 0,0 1-1304 15,4-5-2365-15</inkml:trace>
  <inkml:trace contextRef="#ctx0" brushRef="#br0" timeOffset="51124.924">13741 3905 7128 0,'0'0'5753'16,"0"0"-4657"-16,0 70-524 0,4-38 500 16,-4 6 756-16,4 3-4 15,-4-3-232-15,0-3-327 0,5-3-369 0,-1-4-340 0,-1-9-232 16,1-3-324-16,0-6-24 0,0-7-96 15,0-3-36-15,8 0 72 0,0-7 12 16,8-5-136-16,0-7-192 0,0-7-156 16,4-2-101-16,-5-5 37 0,2 5 108 0,-5 0 108 15,-1 2 52-15,-2 4 8 0,-5 0 84 16,-1 9 212-16,1 1 48 0,-4 5 64 16,1 5 192-16,-1 2 52 0,-1 2-28 0,1 8 124 15,0 3 84-15,4 6-40 16,-3 3-84-16,-1 3-7 0,3 4 3 15,-3-3 16-15,4-5-24 0,4 1-84 16,-4-2-208-16,4-8-60 0,0 1-148 16,4-6-128-16,4-7-208 0,-5 0-184 0,10 0-221 15,-5-13-343-15,-1 4-1520 0,9-14-4241 16</inkml:trace>
  <inkml:trace contextRef="#ctx0" brushRef="#br0" timeOffset="51362.38">14590 3807 3300 0,'0'0'9521'0,"0"0"-7905"16,0 0-452-16,0 0 352 0,0 0-32 15,0 0-304-15,0 0-324 0,-72 66-224 16,64-30-84-16,-3 1 109 0,7 5 163 16,-5-1-324-16,9-3-168 0,0-3-112 15,0-3-84-15,0-7-132 0,5-6 0 16,3-6-72-16,3-3-48 0,2-10-84 0,2 0-148 15,5-10-72-15,4-6-60 16,0-6-168-16,0-7-165 0,0-6-291 0,0-3-732 16,-1 0-1192-16,-2 7-2125 15,3-21-2975-15</inkml:trace>
  <inkml:trace contextRef="#ctx0" brushRef="#br0" timeOffset="51599.064">14944 3232 4028 0,'0'0'9717'0,"0"0"-8073"0,0 0-1104 0,0 0 152 16,21 73 20-16,-17-32 536 0,3 7 52 16,2 3-344-16,-1 2-192 0,-1 5 101 15,5 5-225-15,-3 0-192 0,2 1-148 16,2 0-80-16,-6-4-220 0,1-9-24 16,0-7-364-16,1-8-96 0,-2-11 48 15,-3-6 0-15,0-10-121 0,-4-6-163 16,0 0-500-16,-8-3-648 0,-4 0-1024 0,-8 0-2469 15,8-3-1483 1,-16-6 4756-16</inkml:trace>
  <inkml:trace contextRef="#ctx0" brushRef="#br0" timeOffset="51726.552">14765 3848 1864 0,'0'0'4672'0,"0"0"-392"0,0 0-3367 0,0 0-349 16,0 0 484-16,0 0 436 15,80-60 268-15,-48 56-128 16,7-3-392-16,2 1-376 0,-2 0-220 0,1-3-200 0,1-1-252 15,-2 1-184-15,1-1-52 0,-1-3-348 16,-2 4-760-16,2-1-204 0,-11 1-784 0,16 0-3553 16</inkml:trace>
  <inkml:trace contextRef="#ctx0" brushRef="#br0" timeOffset="52762.935">16622 3677 1736 0,'0'0'9669'0,"0"0"-7369"0,0 0-664 0,0 0-256 15,0 0-40-15,0 0-292 0,0 0-236 16,0 0 116-16,107 5-164 15,-54-1-251-15,2-4-125 0,9 0 84 0,0-4 36 16,0-5-208-16,-1 0-80 0,-3-4 8 16,0 0 0-16,-8 4 0 0,-5-4-20 15,-2 4-40-15,-10-2-96 0,-7 6-72 16,-5 2-12-16,-6 3-60 0,-9 0-36 0,-1 0 0 16,-7 6 32-16,0 7 72 15,-4 3 4-15,-7 9 12 0,-9 4-12 0,-5 3-156 16,-2 5 36-16,-4 1-24 0,-10 7-36 15,-2-1-52-15,-2 11 40 16,-6-5 12-16,-1 7 36 0,0-3 20 0,5 3 52 16,-2-7 64-16,6 2-4 0,3-5 8 0,9-2 0 15,3-7 4-15,7-3 8 0,5-10 64 16,8-6 76-16,4-6 8 16,4-6-72-16,17 0-24 0,2-5 48 0,13-2-12 15,8 0 76-15,12-2 56 0,4-9-72 16,0 2 60-16,3-4 40 0,1 4-100 15,-4-4-36-15,-1 7-48 0,1-4-72 0,-8 0-4 16,-4 3-56-16,-5 2-144 16,2-2-172-16,-9 1-68 0,-4 3-220 15,0-4-64-15,-5 5-265 0,-7-3-443 0,3-3-836 16,-6 1-2464-16,-1-8-3213 0</inkml:trace>
  <inkml:trace contextRef="#ctx0" brushRef="#br0" timeOffset="52989.354">17766 3712 12881 0,'0'0'3028'0,"0"0"-2324"16,0 0-468-16,0 0 116 0,0 0 104 16,-112 63 372-16,76-31 120 0,-3 6-396 15,-6 6-196-15,-2 1-152 0,-1 3-68 16,-4 2 12-16,4 2 44 0,-4-2-44 0,5-2-112 15,-1-1-36-15,4 1-172 16,5-4-412-16,6 1-64 0,6-1-188 0,7-3-124 16,12-6-680-16,-1 0-1268 0,9-14-2581 15,0-2-2478-15</inkml:trace>
  <inkml:trace contextRef="#ctx0" brushRef="#br0" timeOffset="53216.814">17850 4356 9248 0,'0'0'6269'0,"0"0"-5113"0,3 95-460 0,-3-50 196 15,-8 12 228-15,0 3-44 16,0 4-148-16,5-1-383 0,3 0-193 0,0 4-96 16,0-1-112-16,0-1-84 0,0-9-12 0,0-4 12 15,0-11 52-15,0-6-112 0,0-10 0 16,0-9-48-16,0-4-316 0,0-5-304 15,-8-7-197-15,-1-7-51 16,-2-8-776-16,3-1-2208 0,-9-23-2533 0</inkml:trace>
  <inkml:trace contextRef="#ctx0" brushRef="#br0" timeOffset="53431.425">17781 4302 6856 0,'0'0'5101'16,"0"0"-3213"-16,0 0-1228 0,80-64 24 0,-56 55 256 15,-4 3-36-15,4 6 16 16,-8 3-120-16,3 3-232 0,-2 7-140 16,-6-1-24-16,2 8-40 0,-5-2-32 0,-4 1-88 15,-4 3-124-15,0-2-108 0,0-1-12 16,-8 0-112-16,-5-6-292 0,2-1-96 16,-10 1-28-16,2-3-120 0,-9-1-252 15,0-3-328-15,-8-6-620 16,1 3-744-16,3-3-2321 0,-20-3-2638 0</inkml:trace>
  <inkml:trace contextRef="#ctx0" brushRef="#br0" timeOffset="53864.674">16116 3149 4212 0,'0'0'7505'16,"0"0"-4357"-16,0 0-1276 0,0 0-456 15,0 0-88-15,0 0-324 0,0 0-224 16,0 0-256-16,0 0-207 0,0 0-41 15,0 0-32-15,72-16 60 0,-40 10 240 0,11-4-100 16,9 1-152-16,8-4-76 16,8 4-60-16,7-1-108 0,5 1 12 0,8 2 0 15,4-2 16-15,3-4-4 0,8 1-32 16,2-1-40-16,2 0-12 0,1-3 4 0,-5 3-4 16,0-2-60-16,-2 3-40 15,-10 1 16-15,-8-1-132 0,-7 5-72 16,-8 1 80-16,-12 0 88 0,-9 6 0 0,-11 0-148 15,-8 0-32-15,-8 0 20 16,-3 0-36-16,-10 2-60 0,-3-2-145 16,-4 4-235-16,0-4-256 0,0 3-480 0,-8-3-1152 15,-8 0-3297-15</inkml:trace>
  <inkml:trace contextRef="#ctx0" brushRef="#br0" timeOffset="56100.864">18877 4001 1316 0,'0'0'7504'0,"0"0"-4815"0,0 0-1217 15,0 0-796-15,0 0 172 0,0 0 440 16,0 0-124-16,0 0-168 16,-11-7-332-16,11 7-292 0,7 0-212 0,1 0-112 15,4-3-44-15,8 3 156 0,0-3 0 16,4-1-160-16,-1 4 0 0,-2-2-100 0,3 2 88 15,-9 0-232-15,6-4-324 0,-6 1-184 16,1-1-280-16,0 1-500 16,-7 0-1508-16,-2 3-3969 0</inkml:trace>
  <inkml:trace contextRef="#ctx0" brushRef="#br0" timeOffset="56279.224">18961 4203 156 0,'0'0'7680'0,"0"0"-5080"16,0 0-695-16,0 0-209 0,0 0 60 16,0 0-452-16,0 0-412 0,79 13-324 15,-55-16-336-15,1-3-160 0,3-7-72 16,-5 1-236-16,5-4-304 0,0-4-428 0,0 2-564 16,-4 2-1268-16,4-7-3461 0</inkml:trace>
  <inkml:trace contextRef="#ctx0" brushRef="#br0" timeOffset="56965.549">19579 3734 6020 0,'0'0'5697'0,"0"0"-4441"0,0 0-796 16,0 0 464-16,79 0 516 0,-47 0-24 0,8 3-180 16,0 0-164-16,3-1-304 0,-2-2-316 0,2 4-256 15,-7-4-184-15,4 0-4 0,-4-4 4 16,-4-1-12-16,0-5-440 15,-4 4-352-15,-5-3-156 0,-3-1-224 0,-3 3-816 16,-10 4-2276-16,-3 3-2485 0</inkml:trace>
  <inkml:trace contextRef="#ctx0" brushRef="#br0" timeOffset="57181.92">19897 3813 2704 0,'0'0'288'16,"0"0"4740"-16,0 0-3368 0,0 0 57 0,0 0 87 15,-88 71-180-15,81-43-276 0,-1 6-172 16,4 4-200-16,4 10 24 0,-5-1 28 0,5 8-164 16,0-1-87-16,-4 3-157 0,0-4-280 15,1 5-148-15,-1-7-120 0,0-1-72 16,0-9 0-16,4-11-60 0,0-5-72 16,0-12-244-16,0-4-228 15,4-9-237-15,4 0 1 0,3-3-116 16,2-13-252-16,2-4-832 0,-2 1-2152 0,6-19-2353 15</inkml:trace>
  <inkml:trace contextRef="#ctx0" brushRef="#br0" timeOffset="57415.842">19940 3930 6400 0,'0'0'5585'16,"0"0"-3721"-16,0 0-948 0,0 0-364 0,0 0 204 15,0 0 284-15,0 0 100 0,0 0-280 16,5 86-332-16,-1-51-60 0,0 6-4 15,-4 1 168-15,0 2-72 0,0 1-195 16,0 5-113-16,0-2-80 16,0-1-124-16,-4 4-48 0,0-6-12 0,-1 0-84 15,2-7-196-15,-1-7-97 0,4-2-87 16,0-13-72-16,0-1-120 16,0-8-168-16,0-7-220 0,4 0-660 0,-1-3-640 0,2-7-752 15,-5 1-2341-15,4-13 97 0</inkml:trace>
  <inkml:trace contextRef="#ctx0" brushRef="#br0" timeOffset="57599.405">19957 4353 4408 0,'0'0'2576'0,"0"0"2765"16,0 0-4013-16,0 0-152 0,0 0 600 0,0 0-308 16,0 0-200-16,0 0-84 0,0 0-196 15,84-19-259-15,-60 13-257 0,-1-1-204 16,5 0-136-16,0-5-132 0,0 2-52 15,4-5-420-15,4 2-537 0,-1-3-171 16,6 3-388-16,-13 1-2348 0,4 2-3297 16</inkml:trace>
  <inkml:trace contextRef="#ctx0" brushRef="#br0" timeOffset="57795.659">20511 4407 4972 0,'0'0'6565'0,"-17"70"-3529"0,10-33-1752 15,-1 15-128-15,0 8 256 0,4 3-172 16,-1 4-28-16,2 3-215 0,-1 0-377 0,4 0-160 16,0-4-172-16,0-2-132 0,0-10-104 15,0-7-52-15,0-15 0 0,0-7-256 16,4-12-120-16,-1-7-180 0,-3-6-173 16,5-3-195-16,3-16-128 0,-4-9-760 0,0-7-1080 15,0 3-2025-15,-4-15-2015 16</inkml:trace>
  <inkml:trace contextRef="#ctx0" brushRef="#br0" timeOffset="57995.599">20439 4572 5108 0,'0'0'2080'0,"0"0"3333"0,0 0-4049 15,0 0-300-15,28-76 296 0,-16 66-252 16,-1 3-256-16,6 5-160 0,-2-2-224 16,2 4-200-16,-2 4-60 0,-2 3-60 0,-6 5-16 15,1 3 28-15,-4 5 0 0,-4 2 32 16,-4 3-44-16,-4 0-88 15,-3-2-60-15,-2-4-8 0,-2-4-260 0,-2-5-208 16,2-7-160-16,-1-3-176 0,-4 0-284 16,-4-3-376-16,0-7-952 0,4 1-2453 0,-12-7-3083 15</inkml:trace>
  <inkml:trace contextRef="#ctx0" brushRef="#br0" timeOffset="58295.857">19323 3289 1616 0,'0'0'420'0,"0"0"9661"0,0 0-6273 15,0 0-2084-15,0 0-192 0,0 0-368 16,0 0-288-16,0 0-195 15,0 0-197-15,0 0-156 0,0 0-144 0,41-16-16 0,-14 13 36 16,13-7 124-16,12 4 144 16,8 0-244-16,4-1-132 0,11 4-84 15,1 0-4-15,3 0 0 0,1 3-8 0,-1 0-8 16,2-3-4-16,-6 3-132 0,-3 0-184 16,-4 0-140-16,-1 0-344 15,-7 0-185-15,-4 0-463 0,-16 0-1036 0,12 3-3392 16</inkml:trace>
  <inkml:trace contextRef="#ctx0" brushRef="#br0" timeOffset="59064.432">22567 3848 1004 0,'0'0'1032'0,"0"0"1276"15,0 0 3404-15,0 0-3443 0,0 0-637 16,0 0-192-16,0 0-8 15,0 0-228-15,0 0-252 0,0 0-32 0,0 0-276 16,-45-25-216-16,38 40-196 0,-1 14-12 16,0 13 32-16,3 8-7 0,5 7 35 15,0 11 48-15,0-3 156 0,9 2-124 0,-1 1-176 16,3-6-124-16,2-5-60 16,2-6-60-16,2-7-24 0,-2-8-268 0,6-14-108 15,-1-10-268-15,7-5-73 16,1-10-139-16,9-13-396 0,-6-9-1208 0,-4 3-3221 15,6-27-4571-15</inkml:trace>
  <inkml:trace contextRef="#ctx0" brushRef="#br0" timeOffset="59455.664">23057 3600 7900 0,'0'0'4097'0,"0"0"-2585"16,0 0-548-16,0 0 448 0,8 89 324 15,-8-44-72-15,4 5-108 0,-4 4-427 16,3 6-389-16,-3 5-160 0,0 1-288 16,0 7-136-16,-3 0-60 0,-5-3-96 15,0-4-84-15,3-9-36 0,-2-12-136 16,7-13 124-16,0-13 72 0,0-6 12 0,7-11-12 16,-2-2-60-16,7 0 32 0,-1-12-20 15,2-1-36-15,-2-6 24 0,6 0 20 16,-6 4-32-16,1-2 48 0,4 8-36 15,-4 2 8-15,1 0 3 16,-2 7-27-16,-3 0 40 0,1 5 96 0,-2 4 12 16,1 0 172-16,-4 3 85 0,0 2-65 0,-4-1 40 15,0-1-28-15,0 4 4 0,-8-3-40 16,-4 0-48-16,0 2 0 16,-7 2-116-16,2-5-16 0,-7 3-108 0,1-2-252 15,3-1-164-15,-1-1-57 0,2-5 9 16,3-2-36-16,4-4-88 0,3-4-444 15,-2-6-732-15,7-9-948 0,0 4-2181 0,4-23-1211 16</inkml:trace>
  <inkml:trace contextRef="#ctx0" brushRef="#br0" timeOffset="59878.213">23511 4248 3544 0,'0'0'9417'0,"0"0"-7565"15,31 66-732-15,-26-34 396 0,-1 10 76 16,-4 2-76-16,-9 1-223 0,-2-1-385 15,3 1-364-15,0-10-180 16,0-7-184-16,8-6-180 16,0-6-48-16,0-10-96 0,8-6-60 0,0 0 32 0,7-6-20 15,6-10 0-15,-1-3-28 0,3-6-60 0,-3 0-32 16,5-1 31-16,-6 6 109 0,5 5 52 16,-4 8 0-16,4 7-16 0,-4 0 64 15,4 14 60-15,-4 5 12 0,3 2 4 16,-3 8 4-16,1 3 4 15,-2-1 48-15,-3 5-52 0,0 2-8 0,-4 0 4 16,-4 6 104-16,-4 4-20 0,0 2-4 0,-4 4 88 16,-8 1 169-16,0 1-41 0,-8-1-56 15,4-1-16-15,-8-7-20 16,1-5-40-16,-5-8-72 0,3-2-24 0,-3-14-60 16,5-4 52-16,-1-8 20 0,4-6-72 15,0-3-8-15,4-14-4 0,0-8-132 16,0-6-52-16,8-7 52 0,1-9-84 0,3-5-52 15,0-5-36-15,11 0-12 16,9 4 39-16,5-1-139 0,2 3-120 0,4 3-84 16,10 1-400-16,-2-1-768 0,10 4-1152 15,-10 8-2769-15,21-11-1463 0</inkml:trace>
  <inkml:trace contextRef="#ctx0" brushRef="#br0" timeOffset="64895.68">25763 3638 9096 0,'0'0'7389'0,"0"0"-6021"15,0 0-776-15,0 0 256 0,0 0 400 0,0 0-176 16,0 0-171-16,0 0-273 0,0 64-132 15,27-45-36-15,9-6-16 0,11-1-104 16,6-6-64-16,10-6-48 0,1 0-12 0,3-12-48 16,5-5-56-16,-4 3-28 15,-4-6-36-15,0 8 8 0,-12-1-56 16,-9 3-4-16,-7 7-56 0,-12 3-36 0,-8 6-76 16,-8 7-8-16,-8 9 24 15,-16 9-36-15,-8 9-12 0,-8 7-28 0,-12 3 100 16,-4 4 72-16,-7 3-12 0,-5 1-24 15,1 2 40-15,-5 0 56 0,-1 1 0 16,2-1 0-16,4 1-4 0,3-4 4 0,4 3 48 16,3-3-48-16,6-6 8 15,11-4 40-15,8-5 84 0,12-8-24 0,9-8-96 16,3-3-4-16,7-9 0 0,17-3 104 16,8-5 20-16,8-6 36 0,12 0-60 15,8-12-36-15,3-1 12 16,5-4 36-16,-1 2 0 0,1 2-48 0,1 1 12 15,-6 2-72-15,-3-3-4 0,-5 7 4 16,-3-4-12-16,-4 4-72 0,-8 3-204 16,-4 0-108-16,-8 0-52 0,-8-1 4 15,-5 1-100-15,-7 3-48 0,-3 0-100 0,-5-3-253 16,0 3-407-16,0 0-344 0,-9 0-716 16,5 0-1792-16,-11 0-2857 0</inkml:trace>
  <inkml:trace contextRef="#ctx0" brushRef="#br0" timeOffset="65600.784">26786 4270 2736 0,'0'0'9341'0,"0"0"-7453"16,0 0-900-16,0 0 44 0,0 66 516 16,-4-43-100-16,4 0-260 0,0-9-408 0,0 3-268 15,4-7-123-15,0-7-157 0,0-3-148 16,4 0-24-16,0 0-48 0,4-10 36 15,3 1-44-15,-2-7-4 0,-1-7-96 16,0 4-64-16,-4 1-45 0,-1 1 33 16,-3 1-44-16,-4 4 56 0,0 3 40 15,0 2 8-15,-7 4 104 0,-10 0-64 0,2 3-20 16,-5 0 92-16,0 0 60 16,0 6-52-16,-4 3 112 0,8 4 88 0,0 0-84 15,4 3-40-15,0-1-84 0,0 2 44 16,8-2-44-16,1-5-60 0,-1 0-100 15,4-7-156-15,0 0-316 16,0-1-176-16,0-2-312 0,7-2-816 0,1-1-1952 16,5-13-1869-16</inkml:trace>
  <inkml:trace contextRef="#ctx0" brushRef="#br0" timeOffset="65866.848">27045 4079 8460 0,'0'0'5197'16,"0"0"-4273"-16,0 0-328 0,0 0 448 15,0 0 524-15,67 70-148 0,-63-41-148 0,5 3-236 16,-9 0-451-16,4 3-161 0,0 2-12 16,-4-2 84-16,4 0-112 15,-4-3-140-15,0-3-128 0,3-1-116 0,-3-3-8 16,0-2 4-16,0-4 4 0,4-6 0 16,-4-5 8-16,0-3 40 0,0-5-40 15,5 0 0-15,-1-10-8 0,0-6-84 0,3-7 12 16,5-8 60-16,4-4-124 15,-4 0-188-15,4-3-52 16,0 6-24-16,0 3-96 0,0 7-185 0,-4 0-279 0,0 3-1084 16,0 7-2248-16,-4-4-2025 0</inkml:trace>
  <inkml:trace contextRef="#ctx0" brushRef="#br0" timeOffset="66224.763">27455 4178 9068 0,'0'0'5937'16,"0"0"-5157"-16,0 0-556 0,0 0 432 15,0 0 512-15,0 0 236 0,24 70-288 16,-24-51-472-16,4 6-228 0,1-3-128 16,-5 4-19-16,0 0-61 0,0-1-64 15,0-3-132-15,0-3-8 0,0-6-4 16,0-1-12-16,0-9-48 0,0-3 48 0,4 0-84 15,-1-3-64-15,5-6-33 16,9-4 121-16,-6-9-28 0,9 0-44 0,0-3-52 16,0-1 40-16,0 7 44 0,0 3 40 15,-4 6 24-15,-1 4 0 0,2 3 36 16,-6 3 12-16,-3 0 268 0,1 9 36 0,-2 1 12 16,-3 2-63-16,0 2-57 15,0 1-40-15,0 0 4 0,-4 2 8 16,0-1-24-16,5-3-44 0,-5-1-64 0,0-2-36 15,4-4-148-15,-4-3-240 0,0-3-289 16,3 0-371-16,1 0-420 16,0-3-784-16,0-3-2040 0,9-13-3137 0</inkml:trace>
  <inkml:trace contextRef="#ctx0" brushRef="#br0" timeOffset="66448.562">28276 3677 14841 0,'0'0'2780'16,"0"0"-2064"-16,0 0-88 0,-64 91 440 0,40-52 128 16,-4 2-419-16,0-3-277 0,5-3-320 15,3-3-180-15,4-3-120 0,8-8-416 16,-4-1-121-16,8-5-267 0,4-2-264 15,0-4-1084-15,0-2-3260 0,4-7-5189 16</inkml:trace>
  <inkml:trace contextRef="#ctx0" brushRef="#br0" timeOffset="66728.007">28407 4010 6260 0,'0'0'8593'0,"0"0"-7537"15,0 0-412-15,0 0 720 0,-51 76 300 16,35-50-100-16,-4 2-459 0,4-2-473 0,8-4-176 15,4-3-200-15,4-3-112 16,0-1-144-16,4-2 4 0,8 3 56 16,4-4-60-16,0 1-84 0,4-3 36 0,4-1 48 15,4 4 0-15,-5-3 12 16,1 2-8-16,-3 3 8 0,-2-1 60 0,-3-1-64 16,0 2-4-16,-8-2 4 0,-4 0-8 15,-4 0 8-15,0-1-8 0,-7 4-124 16,-14-2-80-16,1-2-4 0,-4-3 40 15,1 0-76-15,-1-6-92 0,-4-3-200 16,0 0-337-16,4-3-263 0,0-6-832 0,4-4-2028 16,-4-12-3241-16</inkml:trace>
  <inkml:trace contextRef="#ctx0" brushRef="#br0" timeOffset="67031.963">29172 3432 1880 0,'0'0'11489'0,"0"0"-9729"0,0 0-1120 16,9 91 428-16,-9-39 100 15,0 8 176-15,-5 10 172 0,-6 7-507 0,-1 8-113 16,0 1-168-16,-4 3-220 0,7 3-184 16,-2-3-72-16,3-7-228 15,4-3-24-15,0-6-228 0,4-13-156 0,0-11-124 16,4-12-84-16,16-11-172 0,0-10-297 16,4-10-855-16,-5-6-2112 0,13-25-3373 15</inkml:trace>
  <inkml:trace contextRef="#ctx0" brushRef="#br0" timeOffset="67348.214">29471 4368 3252 0,'0'0'13553'0,"0"0"-11853"16,0 0-1308-16,0 0 212 0,0 0 128 0,0 0 220 15,0 0-271-15,0 0-377 16,0 0-148-16,81 28-108 0,-50-56-48 15,1 0-252-15,0-1-53 0,-4 2 13 0,-5-3 36 16,-6 8 76-16,-6 3 32 0,-3 2 64 16,-8 3 32-16,-12 0 52 0,-3 2 64 15,-9-2-64-15,-8 9-144 0,-4 2 76 0,0 3 68 16,4 8 196-16,0 12 60 0,0 6-124 16,4 9-80-16,1 2-48 0,7 5-4 15,-4-2 72-15,8 2-72 0,8-7-96 16,0-3-136-16,4-4-256 0,4-2-120 15,4-3-128-15,4-2-112 0,8-4-332 16,-1-1-484-16,6-4-580 0,-5-5-1977 16,3-1-3447-16</inkml:trace>
  <inkml:trace contextRef="#ctx0" brushRef="#br0" timeOffset="68302.09">29702 4191 11997 0,'0'0'2740'0,"0"0"-1392"16,0 0-432-16,56 66-108 0,-40-37 348 15,4 2-28-15,-8 5-112 0,0-5-396 16,-4-2-303-16,-4-4-137 0,0-3-108 0,0-5-68 15,-4-2-4-15,4-2-96 16,0-7-184-16,-4-3-133 0,0-3-99 16,4 0-132-16,0-3-128 0,4-10 108 0,4 1 12 15,-1-10 84-15,10-4 96 0,-5 1 72 16,0-6 140-16,-5 2 184 0,6 4 76 16,-6 2 148-16,2 10 228 0,-6 5 120 15,5 8 36-15,-7 0-24 0,-1 5 32 0,-1 8 76 16,-3 2-80-16,0 2-108 0,0 5-88 15,0-3 0-15,-3 0-48 0,-1 0-47 16,-1-3-25-16,5-7-184 0,0-2-36 16,0-7-72-16,0 0-64 0,5-3-109 15,-1-4-31-15,7-5 276 0,1-1 84 16,4-6 36-16,4-1-84 0,0 2-36 16,4-4-12-16,0 5 8 15,-5 5 4-15,5 2 84 0,-3 7-12 0,-6 0 133 0,2 3-45 16,-10 6-28-16,6 7 40 15,-6 3 68-15,1 3 448 0,0 7-252 0,-4-1-192 16,-4 3-64-16,0 1 0 16,0-4-48-16,0 0-36 0,-4-2-84 0,4-4-12 15,-4-3-4-15,4-6-92 0,0-8-132 16,0 2-36-16,0-4-64 0,0-4-96 16,4-5 112-16,5-8 104 0,-2 3 52 0,1-9-64 15,0 2-56-15,0-6-53 0,0 5-11 16,0 0 60-16,0 5 172 15,0 5 8-15,4 6 52 0,-4 3 48 0,0 3 172 16,4 0 120-16,-4 3 48 0,-1 3-87 16,6 4 15-16,-9-1 0 0,3 1-40 0,2 0-44 15,-5-1-4-15,0-3-84 16,0 1-48-16,0-1-48 0,-4-3-108 0,3 0-244 16,-3 0-216-16,0 1-173 0,0-4-171 15,0 6-608-15,0-3-944 16,0 1-1852-16,0 3-1797 0</inkml:trace>
  <inkml:trace contextRef="#ctx0" brushRef="#br0" timeOffset="69037.481">30579 4264 680 0,'0'0'7188'0,"0"0"-4584"16,0 0-1755-16,0 0-89 16,0 0 620-16,0 0 180 0,0 0-40 0,47 78-248 15,-38-49-236-15,-5 3-20 0,-4 3-208 16,0 0-88-16,0 1-91 0,0-5-129 16,-4 1-176-16,0-3-164 0,-1-7-112 15,5-7-48-15,-3-8-4 0,3-1-68 16,0-6-40-16,3 0-152 0,10-9-100 15,-1-7 132-15,4-3-9 0,3-6 21 16,2-1-84-16,-1-2-36 0,-1-2 36 16,1 5 156-16,-3 3 40 0,-2 6 32 15,2 4 76-15,-6 2 64 0,1 7-16 0,-4 3 148 16,-4 0 72-16,0 3 60 0,0 3 36 16,0 4-47-16,0 6-25 0,-4-4-76 15,4 4-32-15,-4-3 44 0,3-1-80 16,2-1-28-16,-5-3-48 0,8-4-32 0,-8-1-40 15,8-3-96-15,-4 0 12 16,-1 0-16-16,6-7-80 0,-1 4-12 0,3-2 68 16,-2 1-44-16,-1 1-88 0,0-1 39 15,-1 4 33-15,2 0 124 0,-5 4 52 16,4 3-4-16,-1-2 12 0,-3 2 8 16,5 3 4-16,-5-5-4 0,0 1-8 15,-1-1-48-15,1-3-64 0,0-2-92 16,0 0-100-16,5 0-4 0,-6 0 4 15,1-7 0-15,0 1-88 0,4 1-248 16,-4-2-200-16,1-3-188 0,-2 5 12 0,1-6 148 16,0 5 20-16,-4-2 24 0,4-3 352 15,-4 2 472-15,0 2 140 16,0-2 292-16,0 3 0 0,0-1 88 0,0 4 88 0,0 0 32 16,0 0-56-16,0 0-148 0,0 3-124 15,0-4-52-15,0 1-76 16,4 3-8-16,0 0 20 0,0 0 100 0,0 0 88 15,4 3 108-15,0 4 0 0,0-1 8 16,0 4 64-16,0-1 56 0,0 4-232 16,-4-4-192-16,-1 2-155 0,2-6-41 15,-5 4-49-15,4-2-111 0,-4-3-216 0,4-2-292 16,-4 1-152-16,0 0-52 0,0 1-164 16,0-1-504-16,0 1-872 0,0-1-1961 15,0 2-2655-15</inkml:trace>
  <inkml:trace contextRef="#ctx0" brushRef="#br0" timeOffset="69530.377">31479 4328 4956 0,'0'0'1404'0,"0"0"1856"0,0 0-2384 16,0 0-167-16,0 0 575 0,0 0 388 16,-84-17-84-16,69 27-196 0,-1 3-252 15,0 9-240-15,0 4 4 0,-4 5 184 16,4 7-175-16,1-3 43 0,2 3-124 0,5-6-240 15,5-6-216-15,3-7-232 16,0-7-76-16,3-6-68 0,9-2-48 16,4-4-84-16,5-7-4 0,7-8-56 15,-1-4-12-15,9-10-144 0,-9 0-40 16,6-3-12-16,-1 4 60 0,-9-1 64 0,-3 4 56 16,1 6 28-16,-6 3 84 0,-2 7-4 15,-6 4 32-15,1 5 80 0,-4 0 144 16,-4 14 256-16,0 2 88 0,0 6-20 0,0 3-140 15,0 4-124-15,-4 0 40 0,4-4 8 16,0 1-84-16,0-7-100 16,0-7-68-16,8-2-108 0,0-7-108 0,8-3-124 15,-5 0-80-15,10-7-88 0,-1-9-208 16,-1-3-341-16,5-2-1055 0,-3-2-1652 0,3-5-1361 16,-5 8-2535-16</inkml:trace>
  <inkml:trace contextRef="#ctx0" brushRef="#br0" timeOffset="69784.452">32113 3568 3860 0,'0'0'11713'16,"0"0"-10221"-16,0 0-1280 0,0 0 136 16,0 0 468-16,0 0 424 0,92 77 192 0,-69-49-339 15,1 4-389-15,0 0-260 16,4 2-68-16,-4 5 0 0,0-1-28 0,0 3-108 15,-4 0-92-15,0 4-88 0,-8-1-60 16,-4 1 4-16,-8 5-4 0,0 2-128 0,-8 1-64 16,-12 1-60-16,-8 4 12 15,-4 2-4-15,-4-3-140 0,-7-3-88 16,2 0-136-16,-6-7-229 0,2-5-367 0,2-3-748 16,11-12-1920-16,-16-2-1845 15</inkml:trace>
  <inkml:trace contextRef="#ctx0" brushRef="#br0" timeOffset="71363.132">4000 6169 5624 0,'0'0'4560'0,"0"0"-2859"0,47-73-805 15,-30 44-28-15,-2 1 472 16,-2 5 12-16,-6 4-196 0,-3 10-152 16,0 2 148-16,-4 7-52 0,0 0-88 0,-8 4-199 15,-7 5-125-15,-5 1-432 0,-8 2-188 16,-12 7-68-16,-4 7-72 0,-8 9-24 16,0 3 84-16,4 6-40 0,1 0 40 15,11 1-68-15,4-3 80 0,12-8 8 16,8-5 4-16,9-7-12 0,3-6-84 15,15 3-84-15,9-3 72 0,8 0 96 16,8-4 8-16,12 1 76 0,-1 0-36 16,5-3-44-16,0-2 4 0,-4 3 0 0,-5 2 52 15,-6-1 0-15,-6 4 72 0,-7 0-32 16,-8-1-16-16,-4 7 12 0,-8 1 12 16,-4 5 60-16,-4 2-20 0,-4 1 20 15,-8 4-12-15,-8-4-84 0,0 1 12 16,-4-3 12-16,0-4-36 0,-4 0-48 15,0-2 88-15,0-4-88 0,4-3-12 16,-4-7-240-16,5-2-132 0,-1-7-76 16,0 0-156-16,5-13-48 0,-5-9-405 0,-1-11-835 15,9 2-2064-15,1-32-2905 0</inkml:trace>
  <inkml:trace contextRef="#ctx0" brushRef="#br0" timeOffset="71554.75">4486 6191 9400 0,'0'0'5409'16,"0"0"-4413"-16,0 0-28 0,92 16 976 16,-64-7 40-16,-5 1-619 0,-3-4-265 15,0 1-276-15,4-1-392 0,0-6-228 0,4 0-120 16,4 0-84-16,-4-3-220 16,3-7-288-16,-3 0-144 0,0-2-96 15,-4 2-285-15,-4 4-675 0,-8 0-1092 0,-4 3-2788 16,-8 3-3505-16</inkml:trace>
  <inkml:trace contextRef="#ctx0" brushRef="#br0" timeOffset="71748.481">4825 6309 1136 0,'0'0'12277'0,"0"0"-10577"16,0 0-920-16,-4 69 260 0,4-37 460 16,4 6 184-16,-4 3-332 0,4 1-367 0,-4 2-261 15,4-2-24-15,-4 2-144 0,0 0-192 16,0-2-172-16,0-1-132 15,0-6-60-15,0 1-4 0,0-9-68 0,0-2-196 16,0-2-104-16,0-4-160 0,3 0-144 16,-3-6-100-16,0-4-181 0,0 1-619 15,0-7-952-15,0 0-2572 0,-3-3-3601 0</inkml:trace>
  <inkml:trace contextRef="#ctx0" brushRef="#br0" timeOffset="71991.394">5100 6575 14545 0,'0'0'4800'0,"0"0"-3944"16,0 0-488-16,0 0 432 0,0 0 257 15,91 19-125-15,-64-19-168 0,1 0-320 16,4-6-240-16,0-1-92 0,-4-5-48 0,0-4-64 15,0-1-316-15,-4 3-164 16,-4-5-52-16,-4 2-144 0,-5 1-296 0,-2 5-621 16,-5 4-975-16,-4 0-1924 0,0 4-1001 15</inkml:trace>
  <inkml:trace contextRef="#ctx0" brushRef="#br0" timeOffset="72163.273">5263 6484 3024 0,'0'0'8889'0,"0"0"-6933"0,0 0-880 0,-20 66-72 15,16-35 212-15,4 7 160 0,-4 4 84 16,4 0 64-16,0-2-467 16,0-1-369-16,4 2-276 0,-4-5-208 0,4 1-156 15,-4-5-48-15,0-1-348 0,0-5-220 16,0-4-148-16,0-3-221 0,0-3-475 0,-8-6-1040 16,4-1-2872-16,-9-6-4909 0</inkml:trace>
  <inkml:trace contextRef="#ctx0" brushRef="#br0" timeOffset="72437.986">5278 6917 8988 0,'0'0'5629'16,"0"0"-4469"-1,0 0-408-15,0 0 840 0,92-18-252 16,-72 8-128-16,1 5-92 0,-2-6-331 0,-3 2-449 0,0 4-316 0,-4-6-24 16,0 8-304-16,-8-4-228 15,-4 7-137-15,0 0-135 0,0 0-28 16,-4 7-16-16,-8 7 160 0,-4 4-104 0,0 4 156 15,-8 7 324-15,4-1 312 0,1 4 80 16,2-1 308-16,2-1 296 16,6-5 56-16,5 0 36 0,0-7-28 0,4 1-4 15,4-5-88-15,9-5-47 0,-2 1-1 0,10-4-88 16,-2-3-208-16,5 1-140 16,8-4-88-16,0-7-84 0,0-5-12 15,-1-10-340-15,1-4-108 0,-4-3-204 0,0-5-309 16,-4-5-723-16,-8 8-2352 0,4-10-3465 15</inkml:trace>
  <inkml:trace contextRef="#ctx0" brushRef="#br0" timeOffset="72681.464">5952 6477 9048 0,'0'0'6597'0,"0"0"-5293"16,4 79-856-16,-4-41 320 0,0 10 796 0,4 6 132 15,-4 0-279-15,4 3-377 16,0 3-328-16,4 4-276 16,-4 2-172-16,-4-2-168 0,4-1-96 15,-4-2-208-15,0-8-92 0,0-5-124 0,-4-6-60 0,4-11 40 16,0-8-52-16,-4-8-172 0,4-8-169 16,0-4-419-16,-4-3-324 0,0 0-452 0,0-13-1852 15,-4-6-753-15,4 0-2503 0</inkml:trace>
  <inkml:trace contextRef="#ctx0" brushRef="#br0" timeOffset="72895.697">5936 6541 4060 0,'0'0'4752'15,"0"0"-199"-15,0 0-3297 0,0 0-248 16,0 0-40-16,79-32-220 0,-62 32 68 16,-2 2 156-16,2 4-224 0,-6 1-136 15,2 3-124-15,-5 3-148 0,-1-1-84 16,-3 4 0-16,-4 6-23 0,0 3-89 0,-4 5-84 15,-11 2-12-15,-2 1-48 16,-7 3-144-16,-4-1-233 0,1-6 37 16,-5-1-24-16,1-6-188 0,-2-3-132 0,-3-6-184 15,4-3-468-15,0-8-700 0,13 2-1088 16,-13-13-3109-16</inkml:trace>
  <inkml:trace contextRef="#ctx0" brushRef="#br0" timeOffset="73383.827">6530 6435 12477 0,'0'0'2872'0,"0"0"-2696"0,0 0-176 15,0 0 0-15,0 0 88 0,0 0 592 16,0 0-20-16,0 0-64 0,63-69-148 0,-31 59-176 15,4 4-112-15,5 3 76 16,-6 3 244-16,1 0 292 0,-4 6-224 0,-4 7-132 16,-4 2 8-16,-9 8-72 0,2-1-168 15,-10 6-63-15,-7 2 3 0,0 1-16 16,-3 4-48-16,-5 3-12 0,-9-4-48 16,-3 8-4-16,1-3-4 0,-1 1 0 15,-1-1 8-15,6-4 8 0,3-4 0 16,4-2 152-16,8-7-52 0,0-4-108 15,8-1-12-15,8-4-60 0,0-1-64 16,7-8-56-16,1-1-76 0,4-3-109 0,4-3-147 16,0-10-160-16,-4-1-108 0,0 2-156 15,-8-1-624-15,-4 1-1260 16,-5 2-2461-16,-11 5-3215 0</inkml:trace>
  <inkml:trace contextRef="#ctx0" brushRef="#br0" timeOffset="73794.78">3837 7674 8916 0,'0'0'6997'15,"0"0"-6997"-15,0 0 52 16,0 0-52-16,0 0 804 0,0 0 88 0,0 0 72 16,0 0-260-1,0 0 260-15,75 19 96 0,-7-16-243 16,4-3-177-16,3 0-180 0,5-7-144 0,3 1-88 0,5-3-60 16,4-1-8-16,12 3-28 0,3-5-48 0,17-1 168 15,11 0 184-15,8-2-172 0,13-4-264 0,7-3-12 16,9 0-36-16,7-4 0 15,4 3-96-15,-3 2 0 0,-6 2 84 16,-2-1-112-16,-9 5-116 0,-7-2-36 0,-5-1 56 16,-7 2-20-16,-13 0-64 0,-7 2 0 15,-9 6-36-15,-11-5 64 0,-9 4-141 16,-11 2 17-16,-13 0-368 0,-11 1-424 16,-8 3-536-16,-12 0-988 0,-12 3-2489 15,-12 0-3723-15</inkml:trace>
  <inkml:trace contextRef="#ctx0" brushRef="#br0" timeOffset="74233.699">8908 6448 9520 0,'0'0'10813'0,"0"0"-10813"15,0 0 0-15,84 4-1016 0,-48-4 288 16,-4 0 324-16,-4 9 404 15,-8-3 484-15,-9 4 436 0,2-1-172 0,-1 4-396 16,-1-1-352-16,-2-1-700 0,-5-2-540 0,-4 1-640 16,0-4-1020-16,-17 6-2729 15</inkml:trace>
  <inkml:trace contextRef="#ctx0" brushRef="#br0" timeOffset="74384.515">8972 6915 15573 0,'0'0'4312'0,"0"0"-4312"0,0 0-96 16,0 0-432-16,0 0-148 0,0 0 332 15,0 0 340-15,0 0 4 0,0 0-572 16,0 0-1164-16,0 0-4309 0</inkml:trace>
  <inkml:trace contextRef="#ctx0" brushRef="#br0" timeOffset="78691.518">8872 6975 4116 0,'0'0'1448'0,"0"0"2280"0,0 0-2592 16,0 0-231-16,0 0 183 0,0 0 328 15,0 0 40-15,0 0-224 0,0 0-320 16,-3-19-244-16,3 19-140 0,0 3-8 0,0-3 68 16,0 4 12-16,0-4-64 15,0 3-64-15,0-3-20 0,0 3 33 16,0-3-133-1,0 3-84-15,0 3-16 0,7 4-12 0,-3-1-44 0,5 4-52 16,-1 3-48-16,3-4-24 0,2 4-24 16,2-3-48-16,-2 0 12 0,-2-1-12 0,5 2 0 15,0-5 0-15,-4 0 12 0,4 1-8 16,-4-3-4-16,-4-5-48 0,4 5-24 16,-4-4-96-16,-5-3-124 0,1 0-164 0,5 0-152 15,-5 0-121-15,-4 0-183 0,0 0-432 16,0 0-980-16,0 0-2220 0,-4 0-2689 15</inkml:trace>
  <inkml:trace contextRef="#ctx0" brushRef="#br0" timeOffset="84511.537">11765 6356 3344 0,'0'0'92'0,"0"0"5280"0,0 0-4364 16,0 0-128-16,0 0-211 0,0 0 115 16,0-67 36-16,0 58 44 0,0-1 0 15,0 1-84-15,-4 0-116 0,-3-1-108 16,3 0-120-16,-5 4-28 0,5-4-60 16,-4 7 24-16,1-3 132 0,-6 3-36 0,5-1-160 15,1 1-52-15,-6 3-36 0,2 0-12 16,-6 0-36-16,2 7-76 0,-2-1-40 15,-2 0-56-15,-1 7-4 0,0 3-8 16,-4 0-48-16,4 3 12 0,-4 4 0 16,0-2 40-16,5 5-4 0,2-1 4 0,-2-3 8 15,6 0 0-15,2 1 96 16,-2-4 0-16,9 0-44 0,1 0-40 0,-1-1 60 16,4-1-24-16,0-1-36 15,7 0-8-15,6-1 0 0,-2-2 44 16,6 3 100-16,2-4 12 0,1 5-40 0,5-2 0 15,-2-2-44-15,1 4-28 0,4-2 48 16,0 1 36-16,-4 3-116 0,0-3 32 16,-5 3 24-16,-2-3-64 0,-2 3-8 15,-2-4 61-15,-6 1 11 0,1 1 40 0,0-5 8 16,-3 1-24-16,-5 2 304 0,4-4-84 16,-4-3-184-16,0 3-72 0,0-5-48 15,-9 0-12-15,1 1 0 0,-3-1-168 0,-2 0-76 16,-2 0 4-16,-2-2-28 0,2-1-60 15,-2-3-49-15,-2 0 1 16,3-3-52-16,-4-4-72 0,0-2-112 0,0-4-208 16,4 1-92-16,4-1-320 0,0-4-552 15,8-2-532-15,1 7-657 0,3-11-1423 16</inkml:trace>
  <inkml:trace contextRef="#ctx0" brushRef="#br0" timeOffset="85439.396">12052 5963 7492 0,'0'0'2048'16,"0"0"-343"-16,0 0-613 0,0 0-452 0,0 0 112 15,0 0 236-15,0 0 472 0,0 0 24 16,20 104-320-16,-12-49-172 0,-1 8-320 15,2 6-136-15,-1 5-120 0,-4 2 33 0,3-3-49 16,-2 0-36-16,-1-1-148 16,0 2-116-16,-4-7-88 0,4-1 36 0,-4-6-40 15,4-8-8-15,-4-11 0 0,7-6-12 16,2-14 0-16,-5 0-48 0,7-13 12 16,-3-1-28-16,-4-4-56 0,5-3-12 15,-5 0-4-15,3-6 52 0,1-4 36 16,1-2-24-16,-2-5 0 0,1-2-28 15,0 0 4-15,-3 3-25 0,2 1 45 0,-3 2 28 16,0 4 48-16,0 4-84 16,0 5-52-16,0 0-20 0,1 0 168 15,-2 7 132-15,1 0 88 0,4 2-40 0,-4 1-56 16,0 3-27-16,4-7-57 16,-4 0-40-16,0 0-84 0,0-2-89 0,0-4-311 15,0 0-136-15,4 0-164 0,0-10-356 16,4-6-856-16,-5 4-1840 0,14-18-1817 15</inkml:trace>
  <inkml:trace contextRef="#ctx0" brushRef="#br0" timeOffset="86112.354">12574 6756 5804 0,'0'0'6781'16,"0"0"-5533"-16,0 67-640 0,0-38 128 15,0-1 748-15,-4 3 264 0,4-8-236 0,0-1-512 16,0-9-380-16,4-4-303 0,4-5-197 15,4-1-8-15,0-3-100 0,4-3 0 16,-1-7-12-16,6-3-96 16,-5-5-109-16,3-6-111 0,-2-1-60 15,-6 3 44-15,1 0 52 0,-3 3 48 0,-2 0 88 16,-7 3 44-16,0 0 16 0,0 4 84 16,-4 2 96-16,-8-3-84 0,-4 6 112 15,0-1-16-15,-3 2 40 0,2 6 36 0,6 0 8 16,-6 0-68-16,6 6 60 0,-1 7-64 15,0 2-60-15,4 7 28 16,0-3-32-16,0 1-56 0,4-5-60 0,0-2-88 16,4-4-280-16,0 1-252 0,4-7-128 15,8 0-140-15,0-3-268 0,-1-9-112 16,10-7-184-16,3-3-104 0,0-7-417 0,-1-5 133 16,1 3 120-16,4-4 364 0,-4 3 308 15,0 1 1108-15,-4 5 40 16,0 4 1208-16,-5 3 404 0,2 10 332 0,-6 6-239 15,-2 0-241-15,-1 9-192 0,0 4 4 16,-5 6-84-16,6 4-76 16,-5 5-116-16,0 1-180 0,-4-2-40 0,4 0-140 15,-1-5-240-15,1-7-184 0,0 2-172 0,0-8-84 16,5-3 0-16,-2-3-12 16,5 0-96-16,4-3-28 0,0-6 40 15,4-3-28-15,-3-4 4 0,2-6-64 0,-3 3 28 16,4-3-28-16,-4 4 52 0,4 2 20 15,-8 2-8-15,3 11-16 0,2 0 24 16,-2 7 112-16,-2 5 156 0,2 5 164 0,-6 2-80 16,6 3-140-16,-7 1 20 15,4-8 64-15,0 1-12 0,-4-5-52 16,4-6-72-16,0-2 48 0,0-3 113 0,0 0-53 16,3-8-56-16,-2-9 44 0,2-6-84 15,2-2-60-15,3-3-108 0,-4-7-48 16,0 3-4-16,-1 0-49 0,2 0-119 15,-6 4-120-15,1 2-176 0,0 8-72 16,-8-4-28-16,0 3-92 0,0 2-372 16,0 1-688-16,-4 4-612 0,0-1-2229 15,0-3-2915-15</inkml:trace>
  <inkml:trace contextRef="#ctx0" brushRef="#br0" timeOffset="95335.662">14989 5991 14573 0,'0'0'1904'0,"0"0"-1468"16,0 0-188-16,0 0 248 0,0 0 236 0,0 0 620 15,0 0 40-15,79 29-359 0,-35-23-381 16,7 0-8-16,9-6-212 0,0 0-140 16,0-3-64-16,4-6-96 0,-8-4-120 15,-1-3 28-15,-7 0-40 16,-4 0-96-16,-4 0-252 0,-12 1-268 0,0-2-112 0,-13 4-108 15,-2 7-269-15,-6 0-939 0,-7 4-1992 16,-7 2-2301-16</inkml:trace>
  <inkml:trace contextRef="#ctx0" brushRef="#br0" timeOffset="95532.798">15200 6147 7444 0,'0'0'4705'0,"0"0"-3109"0,4 82-228 15,8-41 140-15,-5 11 316 0,6 7-44 16,-2 8-572-16,-7 7-515 0,0-2-281 16,0 4-236-16,-4 4-176 0,0-7-4 15,0-7-104-15,5-12-172 0,2-12-24 16,-3-10-133-16,8-17-207 0,0-2-296 16,-4-9-276-16,4-4-740 0,-4 0-1848 0,-8-11-2069 15</inkml:trace>
  <inkml:trace contextRef="#ctx0" brushRef="#br0" timeOffset="95711.253">15283 6753 7432 0,'0'0'4525'0,"0"0"-3133"0,0 0-196 16,0 0 620-16,96 13-212 0,-68-10-264 16,-4 3-152-16,4-6-480 0,-4 3-452 0,0-3-256 15,-5 0-56-15,5 0-336 16,-8 0-192-16,0 0-296 0,-8 7-228 0,-4 5-988 15,-4 1-2304-15,-16 15-2481 0</inkml:trace>
  <inkml:trace contextRef="#ctx0" brushRef="#br0" timeOffset="95861.56">15240 7159 1656 0,'0'0'7728'0,"0"0"-5495"0,0 0-977 15,0 0 196-15,0 0-64 0,0 0 104 0,0 0-328 0,87 0-180 16,-47 0-288-16,3-6-232 0,2-4-120 15,2 1-200-15,9-1-84 0,-4-3-8 16,0 1-52-16,-4-1-524 0,0-2-408 16,-5-2-332-16,2 1-472 0,-14 4-2088 15,9-7-3237-15</inkml:trace>
  <inkml:trace contextRef="#ctx0" brushRef="#br0" timeOffset="96056.787">16232 6511 11581 0,'0'0'6944'0,"0"0"-6072"0,0 0-564 16,0 0 460-16,76 6-84 16,-57-6-112-16,1 0-111 0,4 0-461 15,0-2-12-15,0-4-413 0,-4-4-307 0,-1 3-304 16,-2 4-436-16,-6 0-1284 0,-11 3-3473 15</inkml:trace>
  <inkml:trace contextRef="#ctx0" brushRef="#br0" timeOffset="96227.048">16228 6775 3372 0,'0'0'10789'0,"0"0"-9477"16,0 0-660-16,0 0 304 15,0 0 416-15,0 0 260 0,0 0-412 0,0 0-379 0,87 29-369 16,-55-33-232-16,4-5-240 15,4-4-72-15,0 1-376 0,4-1-329 16,-5-4-379-16,2 9-696 0,-10-3-2544 0,9 3-4005 16</inkml:trace>
  <inkml:trace contextRef="#ctx0" brushRef="#br0" timeOffset="97145.264">17777 6156 10472 0,'0'0'1609'0,"0"0"-381"15,0 0 68-15,0 0 148 16,0 0-4-16,-19-72-316 0,14 68-248 0,1 1-156 16,0 3-136-16,4 0-132 0,-7 7-40 15,-1 1-39-15,-8 11-373 0,-4 13-132 16,0 10 23-16,-4 12 85 0,-4 5 24 0,4 12 12 15,1-1-12-15,-1 2-92 16,-1-8 32-16,10-7-36 0,2-12-64 0,6-17-80 16,7-9 140-16,0-9-8 0,4-8-148 15,3-2-112-15,10 0 148 0,-6-5 100 16,6-4-16-16,-2-2 52 0,2 9 20 16,-2-2 52-16,5 4-60 0,-4 4 72 15,-4 9 52-15,4 6 192 0,-4 3 76 16,0 6-112-16,-5 4 24 0,2 4-88 15,-5-3-20-15,4 9-52 0,-4-4-64 16,-1 7-8-16,-3-1 0 0,0-2-180 16,0-4-24-16,0-1-76 0,0-5-76 15,0-7-184-15,4-2-112 0,1-7-444 16,3-4-716-16,-4-6-1040 0,3-2-2685 0</inkml:trace>
  <inkml:trace contextRef="#ctx0" brushRef="#br0" timeOffset="98811.443">18778 6232 456 0,'0'0'1580'0,"0"0"4888"0,0 0-4964 16,0 0-423-16,0 0 115 0,0 0 80 15,0 0-108-15,0 0-148 0,0 0-140 16,83 7-84-16,-78 6 12 0,-1 2-108 16,-1 4-36-16,-3 0-100 0,0 4-224 0,0 2-72 15,-3 7-144-15,-6 0-52 0,-3 5-64 16,-3 5 0-16,-5 3-8 0,-1 2-48 16,-3 0 40-16,1-2-40 0,3-3 44 15,-1-11 4-15,6-2 12 0,2-4 48 16,2-6-48-16,3-7 0 0,0-2 36 15,4-4 0-15,0-1-8 0,4-3-40 0,-4-2-196 16,-4 0-72-16,4 0-36 16,-3 0-16-16,-6 0 16 0,2 0 68 15,3-2-32-15,-9-5 8 0,10 0 76 16,-10-6 0-16,6 4 24 0,3-4 36 0,-5 0 52 16,2 1 8-16,3-1 52 0,3 4 12 15,1-1 0-15,4 4 184 0,0 0-108 16,9 1-64-16,3 3 112 15,8-1 96-15,-5 3-36 0,10 0-36 0,-1 3 12 16,4 4 12-16,-1 2 0 0,1 4-48 16,3-1-4-16,-3 1 40 0,0 3-64 0,0-7 16 15,0 4-28-15,-3-1-20 0,3-2 32 16,-5 1-96-16,1 0-8 0,-4-1-64 16,0-1-52-16,0-2-228 0,-4 3-200 15,-1-5-52-15,2 1-196 0,2-1-444 16,-2-3-1112-16,-2 2-2101 0,1-4-2851 15</inkml:trace>
  <inkml:trace contextRef="#ctx0" brushRef="#br0" timeOffset="99197.777">20052 5889 80 0,'0'0'11689'16,"0"0"-9481"-16,0 0-804 0,13 96-260 0,-13-49 40 0,4 7 148 16,-4 7 16-16,0 5-364 15,4 5-287-15,0 1-81 0,3 1-96 0,1 3-388 16,1 4-124-16,-5 2-8 0,3 1-8 16,1-1-148-16,-4-3-160 0,1-2-192 15,-1-6-133-15,-1-13-91 0,5-6-132 0,-4-11-524 16,9-6-808-16,-10-13-2108 0,9 0-2217 15</inkml:trace>
  <inkml:trace contextRef="#ctx0" brushRef="#br0" timeOffset="99936.238">20898 6572 5368 0,'0'0'3196'16,"0"0"1165"-16,0 0-2657 0,0 0-444 16,0 0-44-16,0 0 168 0,0 0-140 15,0 0-364-15,91 38-200 0,-51-31-252 16,-1-2-115-16,6-1-69 0,-6-4-100 16,1-4-68-16,-1-8-76 0,2-1 0 0,-5-3-280 15,-1-6-293-15,-7-1-203 16,0 2-396-16,0-8-428 0,-12 10-1528 0,-4-9-3505 15</inkml:trace>
  <inkml:trace contextRef="#ctx0" brushRef="#br0" timeOffset="100267.134">21240 6115 4116 0,'0'0'7553'0,"0"0"-6117"0,0 0-316 0,-9 76 256 15,9-41-24-15,9 3-124 0,-1 7-316 0,3-1-372 16,2 7-196-16,-5 6-100 0,3-1-84 16,-2 8-28-16,-5 0 4 0,0 2-40 15,0 1 16-15,-1-3 68 0,-3 0-44 16,4-7-124-16,-4-3 72 0,4-4-36 0,-4-8-44 16,5-4-4-16,-5-3 0 15,0-10 4-15,4-3-4 0,-4-9-4 0,0-3-68 16,0-8-36-16,0 2-124 0,0-4 24 0,0 0-12 15,-4-6-72-15,-9-1-124 16,2-3-36-16,-6-1-16 0,2-6 48 16,-1-5-208-16,0-4-204 0,0-2-48 0,4-4-656 15,0-3-604-15,4 3-1109 16,4 7-2047-16</inkml:trace>
  <inkml:trace contextRef="#ctx0" brushRef="#br0" timeOffset="100521.945">22009 6324 7444 0,'0'0'2552'0,"0"0"9"15,0 0-1257-15,0 0 176 0,0 0 88 16,-28 95 4-16,20-53-280 0,0 2-280 15,4 4-232-15,0 6 33 0,4-2-169 16,0-2-256-16,0-6-112 0,4-3-132 0,8-6-144 16,4-5-160-16,-1-12-80 0,6-6-172 15,3-5-60-15,0-7-148 0,4-4-205 16,0-11-411-16,-1-10-1016 0,-3 5-2752 16,4-21-4329-16</inkml:trace>
  <inkml:trace contextRef="#ctx0" brushRef="#br0" timeOffset="100861.901">22447 6366 6140 0,'0'0'7873'0,"0"0"-6673"0,0 73-80 0,-4-39 880 16,1 8 88-16,-2 2-467 0,1-3-509 16,0 7-424-16,0-4-192 15,-4 0-112-15,1 2-188 0,-2-5-148 0,-6-3-48 0,2-7-120 16,-2-1 72-16,-2-9 32 0,2-1-152 15,-6-11-228-15,2-3-172 0,-1-2-60 16,0-4-100-16,4-7-209 0,-4-5-231 16,8-4-280-16,0-3-224 0,0-3-108 15,5-7-224-15,-2-3-44 0,5-3 199 0,4 3 725 16,0 7 568-16,13 3 556 16,2 6 440-16,5 10 584 0,4 0 424 15,-1 6 149-15,5 2-105 0,4 8-272 0,5 3 176 16,-5 2-24-16,0 5-188 15,3-1-44-15,-3-4-224 0,4-2-248 16,-4 0-315-16,0-7-353 0,3-3-217 0,-3-3-479 16,0 0-340-16,0-3-436 0,-8-3-1584 15,4-13-3925-15</inkml:trace>
  <inkml:trace contextRef="#ctx0" brushRef="#br0" timeOffset="101102.231">23076 6505 8796 0,'0'0'5321'0,"0"0"-4157"15,0 0-460-15,24 67 796 0,-16-45 92 16,-4 3 144-16,1 1-519 0,-1-1-609 0,-4 4-328 16,4 0-76-16,-4 2-96 0,0 1-108 15,-8 3-44-15,-1 0-148 0,-2 0-100 16,-1-3-108-16,-4-1-157 0,4-5-3 15,-1-4-48-15,6-3-40 0,-1-7-272 16,-1-5-552-16,5 0-516 0,1-7-676 16,3 0-1741-16,0-20-3711 0</inkml:trace>
  <inkml:trace contextRef="#ctx0" brushRef="#br0" timeOffset="101361.825">23611 6575 8188 0,'0'0'6373'0,"0"0"-4621"0,0 0-1128 15,0 0 604-15,0 0 4 0,87 0-32 0,-54 0-144 16,-2 0-483-16,1-6-341 15,0 0-160-15,4-1-72 0,-8 1-88 16,0-1-360-16,-9-2-305 0,1 6-431 0,-8-4-584 16,0 5-2192-16,-12 2-2329 15</inkml:trace>
  <inkml:trace contextRef="#ctx0" brushRef="#br0" timeOffset="101513.838">23742 6763 352 0,'0'0'10544'0,"0"0"-6151"0,0 0-3741 15,0 0 168-15,0 0 420 16,0 0-216-16,0 0-20 0,0 0-284 0,96 41-584 16,-61-54-136-16,1-6-512 0,1-3-568 15,2 0-236-15,-3-7-668 0,-4 7-2464 16,7-13-3545-16</inkml:trace>
  <inkml:trace contextRef="#ctx0" brushRef="#br0" timeOffset="101744.251">24463 6610 7868 0,'0'0'6409'16,"0"0"-4793"-16,-8 89-824 0,4-60 624 15,4 2 440-15,0-5-164 0,4-7-479 0,4-6-545 16,8-7-512-16,0-3-156 0,8-3-144 16,4-3-100-16,0-7-104 0,4-6-164 15,3-6-80-15,-7 0 91 0,0-3-7 16,-4-4-80-16,-12 7 52 0,-4-1 264 0,-8 4 272 15,-12 1 36-15,-12 5 148 0,-12-3-84 16,-16 3-100-16,-11 1-220 0,-13 2-224 16,-8-2-504-16,-11-1-880 0,23 7-1040 15,-47-11-2865-15</inkml:trace>
  <inkml:trace contextRef="#ctx0" brushRef="#br0" timeOffset="102444.035">19300 6429 7020 0,'0'0'364'16,"0"0"2252"-16,0 0-323 0,0 0-517 16,0 0-412-16,0 0-120 0,0 0-336 15,0 0-192-15,0 0-148 0,-76-10-140 16,60 17-180-16,0 2-52 0,0 8-64 15,4 1 4 1,-4 8 24-16,8 2-28 0,0 7 88 16,4 6 24-16,0 4-24 0,4 2 12 0,4 2-12 0,0-2-160 0,8-3-60 15,-4-6 4-15,8-9 0 16,-4-6-4-16,4-9 0 0,0-3-84 0,-1-5 80 16,2-6-168-16,2 0-72 0,-2 0-156 15,-1-6-248-15,-4-5-148 0,-1-1-264 0,-2-3-836 16,-1 2-2624-16,-8-10-3409 0</inkml:trace>
  <inkml:trace contextRef="#ctx0" brushRef="#br0" timeOffset="102593.396">19168 6741 4680 0,'0'0'3304'0,"0"0"1693"0,0 0-3385 15,0 0-340-15,0 0 96 0,0 0-168 0,0 0-180 16,0 0-296-16,80 0-456 0,-60 0-144 15,-5-5-124-15,6 0-284 16,-6-2-472-16,2-2-364 0,-10 5-728 0,5-8-3296 16</inkml:trace>
  <inkml:trace contextRef="#ctx0" brushRef="#br0" timeOffset="102946.392">19575 6541 1396 0,'0'0'11993'0,"0"0"-9969"0,0 0-728 16,0 0 180-16,0 0-108 0,0 0-352 15,95-30-336-15,-75 24-316 0,0 4-304 0,-5-2-60 16,2 4-96-16,-10 0 0 16,-3 0-76-16,1 6-288 0,-5 4-28 0,0 9 8 15,-12 3 64-15,0 3-88 0,-4 7 36 16,-9 3 52-16,6 3 32 15,-5 0-16-15,0 4 92 0,-4-1 220 0,5 0 88 16,3 0 284-16,-1-6 388 0,10 0 68 16,3-6-64-16,-1-4-148 0,9-9-52 15,0 0-84-15,5-7-52 0,3 1 52 16,3 0 93-16,6-7-73 0,-2 4-120 0,2-5-100 16,-2-2-108-16,2 0-80 15,-2-2-4-15,1-8-180 0,4 0-184 0,0-5-317 16,-4-2-267-16,4-2-472 0,-4 3-1364 15,-1-12-3625-15</inkml:trace>
  <inkml:trace contextRef="#ctx0" brushRef="#br0" timeOffset="103147.937">19889 6750 5184 0,'0'0'7757'15,"0"0"-6217"-15,0 0-656 0,0 0 648 16,0 0-20-16,0 0-208 0,-63 85-476 0,42-59-448 15,-3 2-272-15,5 0-104 16,-5 2-4-16,0 1-12 0,0-2-84 16,4-4-52-16,0-3-252 0,5 1-140 0,-6-4-108 15,10-4-104-15,-2 2-312 16,2-9-864-16,7 3-1872 0,-1-8-1993 0,1 3-58 16</inkml:trace>
  <inkml:trace contextRef="#ctx0" brushRef="#br0" timeOffset="103377.83">19886 7067 3696 0,'0'0'2644'0,"0"0"2821"0,-4 69-4145 0,-5-36 420 16,1 8 444-16,-3 1-400 0,2-2-448 15,-3 4-396-15,5 2-332 0,-2-2-207 16,1 1-197-16,1-1-192 0,3-6-12 15,-4-3-4-15,8-10-164 0,0-6-197 0,0-6-219 16,0-6-124-16,0-7-12 16,0 0-64-16,4-7-524 0,0-6-920 15,3-6-728-15,-3 3-1609 0,9-15-711 0</inkml:trace>
  <inkml:trace contextRef="#ctx0" brushRef="#br0" timeOffset="103535.964">19925 7217 2720 0,'0'0'5712'16,"0"0"-3087"-16,0 0-1213 0,0 0 28 15,0 0-72-15,0 0-476 0,0 0-104 0,0 0 84 16,0 0-168-16,0 0-40 16,0 0-76-16,48 66-220 0,-56-46-212 0,0-1-140 15,-4 0-16-15,4-7-56 0,0 1-76 16,-4-7-188-16,4-3-268 0,-4 0-100 16,1 1-164-16,-2-4-296 0,-2 0-904 15,2 0-1088-15,-10-7-2261 0</inkml:trace>
  <inkml:trace contextRef="#ctx0" brushRef="#br0" timeOffset="103841.75">19379 6188 1864 0,'0'0'4016'0,"0"0"-3288"16,0 0 4017-16,0 0-2825 0,0 0-396 16,0 0-240-16,0 0-268 0,0 0-64 15,0 0 24-15,0 0-400 0,88-29-332 0,-64 23-120 16,0-4-88-16,4 3-36 0,-1-1-136 15,-7 2-44-15,4-1-348 0,-3 3-224 0,-2 2-264 16,-3 2-596-16,-4 0-2740 16,-4 0-4145-16</inkml:trace>
  <inkml:trace contextRef="#ctx0" brushRef="#br0" timeOffset="104348.777">19594 7099 4172 0,'0'0'224'16,"0"0"5872"-16,0 0-4243 0,0 0-349 16,0 0-60-16,0 0-272 0,0 0-252 15,0 0-176-15,0 0-188 0,88-3-128 16,-72 3-96-16,4 0-172 0,0-4-100 15,0 1-60-15,3-2-4 0,1-2-104 16,4-3-248-16,0-3-396 0,0 4-524 0,4-4-528 16,-13 5-1220-16,22-6-2921 0</inkml:trace>
  <inkml:trace contextRef="#ctx0" brushRef="#br0" timeOffset="105211.215">25372 6136 4548 0,'0'0'3172'0,"0"0"781"16,0 0-2149-16,0 0-496 0,0 0-40 16,19-69-124-16,-10 53-240 0,2 0-252 15,-3 3-244-15,8 1-152 0,-4 2-12 16,-3 4-48-16,2 0-48 0,-3 6-56 15,-4-3-92-15,0 3-96 0,-4 3-28 16,0 6 40-16,0 10 84 0,-4 7 160 0,-4 5-148 16,-7 11-12-16,-2 6-112 0,2 2 28 15,2-2 12-15,-2-4-16 0,2-2 4 16,6-8 32-16,-1-2 48 0,8-10-4 16,0-3-64-16,0-6 24 0,0-3-124 15,4-7-184-15,3 3 120 0,-3-3 16 16,0 0 120-16,0 4 92 0,5-1 0 15,-9 6 8-15,4 5 48 0,-4 5 52 16,0 7-88-16,0 3 48 0,0 3 40 16,0 2 120-16,0 2 4 0,0 2 280 15,3-3-152-15,1-3-120 0,4-4 76 0,1 2-152 0,2-5-20 16,-3 1 36-16,1-1 8 16,2 0-56-16,-3 2-28 15,-4-5-12-15,5 4-72 0,-6-4-12 0,-3 0-120 0,0 0-76 16,-3-6-132-16,-2 1-124 15,-3-8-96-15,0 1-176 0,1-10-400 0,3-3-1328 16,-9 0-3229-16</inkml:trace>
  <inkml:trace contextRef="#ctx0" brushRef="#br0" timeOffset="105774.745">26742 6659 964 0,'0'0'11973'0,"0"0"-9625"16,0 0-1340-16,0 0 0 0,0 0 612 15,0 0-4-15,32 82-348 0,-27-54-527 16,-2 7-221-16,1-4-208 0,-4 1-128 0,0-7-136 16,0-6-48-16,0-2-12 0,0-9-156 15,-4-1-220-15,4-7-220 0,-3 0-157 16,-6 0-111-16,1-7-404 0,-3-5-1540 16,2 3-3265-16,-10-17-3791 0</inkml:trace>
  <inkml:trace contextRef="#ctx0" brushRef="#br0" timeOffset="105911.994">26599 6363 1084 0,'0'0'7168'0,"0"0"-2247"15,0 0-3513-15,0 0-348 16,0 0 396-16,75-32-664 0,-47 29-580 0,4-3-212 16,0 1-584-16,0-1-764 0,-4 4-912 15,11-9-3049-15</inkml:trace>
  <inkml:trace contextRef="#ctx0" brushRef="#br0" timeOffset="106176.934">27232 6503 11501 0,'0'0'1592'0,"0"0"-424"16,0 0 988-16,-51 72 4 0,38-56-480 16,6 0-608-16,7-1-475 0,0-2-257 15,0 0-96-15,11 0-112 0,2-4-24 16,2 1-48-16,5-1-52 0,5 1 68 15,-6-4-28-15,1 4 12 0,4-3 0 16,-8 2 48-16,0 1-36 0,-4 2-60 16,-5-2 60-16,-2 5-24 0,-1 1 52 0,-4 0 20 15,0 3-120-15,-4-3-140 0,-4 3 40 16,-4 1-212-16,4-5-256 0,-4-3-149 16,4-6-99-16,0 1-392 0,4-7-616 15,0 0-1192-15,0 0-2501 0,4-7-3471 16</inkml:trace>
  <inkml:trace contextRef="#ctx0" brushRef="#br0" timeOffset="106521.213">28197 6632 9096 0,'0'0'4189'0,"0"0"-2853"0,0 0-692 16,-88 52 1100-16,52-27 236 15,0 7-48-15,0 2-327 0,12-2-337 0,5-4-252 16,6-4-368-16,9-10-288 0,4-1-360 16,0-7-124-16,4-6-8 15,9 0-36-15,2 0-96 0,5-6-60 0,4-7-196 16,1-1-60-16,-2-7-36 0,1 0-124 0,-4 1-73 16,-1 1 21-16,2 0-232 15,-1 1 100-15,-1 1 172 0,1 4 320 0,-4 5 248 16,0 1 184-16,-4 7 124 0,-3 0 276 0,-6 9 264 15,1 3 52-15,0 7-192 16,-4 1-96-16,0 6-24 0,0-1 24 16,0 3 32-16,0 1-47 0,0-4-145 0,0-3-268 15,8-2-84-15,8-4-453 0,0-4-471 16,4-5-316-16,-5-4-960 16,17-3-3804-16</inkml:trace>
  <inkml:trace contextRef="#ctx0" brushRef="#br0" timeOffset="106911.038">28966 6753 13817 0,'0'0'2500'0,"0"0"-1888"0,0 0 24 0,0 0 720 15,0 0 348-15,92 51-391 16,-61-51-525-16,9 0-448 0,3-10-184 16,2-6-84-16,2-9-72 0,-3 0-336 0,0-4-236 15,-5-3-253-15,2 0-211 0,-9 1-480 16,-4 2-1024-16,-9 7-2320 0,-6-3-2857 16</inkml:trace>
  <inkml:trace contextRef="#ctx0" brushRef="#br0" timeOffset="107139.134">29305 6331 4060 0,'0'0'924'0,"0"0"2188"0,0 0-716 16,0 0-351-16,0 0-197 0,-77 69-248 15,70-30-260-15,3 2-128 0,4 10-108 0,0 3-200 16,7 6-160-16,-3 4-171 16,4 9-185-16,1 4-108 0,-5-2-52 0,-1 8-120 15,1 3-56-15,0-1-40 0,-4-2-8 16,0-1 56-16,0-6-60 0,-4-6 0 15,-3-6-68-15,3-10 16 16,-1-14 40-16,5-8 4 0,0-10-160 0,0-8-88 16,0-11-128-16,9-3-153 0,-6-13 49 15,9-9 24-15,1-10-180 0,-2-10-216 16,1-8-608-16,4-8-1164 0,-8 14-1901 0,4-32-3247 16</inkml:trace>
  <inkml:trace contextRef="#ctx0" brushRef="#br0" timeOffset="107310.927">29778 6886 12077 0,'0'0'4668'0,"0"0"-3932"0,8 70-156 0,-8-41 1020 16,0 5 36 0,-4-1-419-16,0-5-493 0,0-2-408 15,4-4-316-15,-3-9-72 0,3-4-388 0,0-6-352 0,0-3-185 0,0-3-359 16,-4-4-1020-16,-1-14-3560 0</inkml:trace>
  <inkml:trace contextRef="#ctx0" brushRef="#br0" timeOffset="107479.237">29687 6563 11309 0,'0'0'4572'0,"0"0"-3832"16,0 0 1024-16,0 0 308 0,80 12-551 15,-48-12-573-15,-1 3-504 0,9-3-296 0,0 0-148 0,-1 0-108 16,2-3-560-16,-6 0-413 0,5 0-219 16,-8 0-1012-16,-4 3-3168 0,-4 0-5133 15</inkml:trace>
  <inkml:trace contextRef="#ctx0" brushRef="#br0" timeOffset="107811.283">30213 6861 2752 0,'0'0'11321'0,"0"0"-9821"0,-8 70-744 0,8-51 912 0,8-3 336 15,-1-7-492-15,10-2-515 16,-2-7-417-16,9 0-240 0,0-13-136 16,4-3-204-16,0-3-244 0,4-6-200 0,-4-4-92 15,0 1-205-15,-5 5-83 16,-6-2-44-16,-6 9 96 0,-7 0 156 0,-4 7-88 16,-8-1 232-16,-7 0 140 0,-5 8 332 15,-8 2 112-15,-4 6 160 0,-4 10 48 16,4 12 200-16,-3 4 132 0,7 6-48 0,0 4 44 15,7-2 72-15,6 2-172 0,-1-1 25 16,8-3-101-16,4-3 108 16,4-10 132-16,4-2-240 0,7-11-160 0,10-5-168 15,3-4-44-15,4-3-100 0,4-6-4 16,3-10-204-16,5-7-92 0,-1-2-124 16,10-7-8-16,-6 0-200 0,5 4-288 15,0-4-125-15,4 0-535 0,0 0-980 16,-13 7-1840-16,21-16-833 0</inkml:trace>
  <inkml:trace contextRef="#ctx0" brushRef="#br0" timeOffset="108033.716">31101 6004 3208 0,'0'0'8617'0,"0"0"-6725"0,0 0-1056 15,0 0 424-15,0 0 340 16,-20 82-40-16,16-44-68 0,-4 4-396 15,4 5-207-15,1 4-105 0,-2 2-324 0,-3 2-172 16,4 2-288-16,-4 0 0 0,5-2-180 16,-1-2-192-16,4-2-260 0,0-4-216 15,15-8-1-15,9-11 81 0,12-5-408 16,4-14-156-16,8-6-716 0,4-6-1808 16,-13-3-1273-16,17-16-819 0</inkml:trace>
  <inkml:trace contextRef="#ctx0" brushRef="#br0" timeOffset="108347.006">31507 6677 1172 0,'0'0'2036'0,"0"0"3416"0,0 0-291 0,0 0-3001 15,0 0-600-15,-84 64 108 16,45-30-308-16,-1 10-108 0,-4 4-3 0,4 2-53 16,9 2-160-16,3-8-228 0,7-5-88 15,10-7-312-15,7-10-204 0,4-11-204 16,8-4-24-16,8-3-108 0,7-4-60 16,5-13-84-16,9-10-120 0,2-8-132 15,1-6-124-15,-1-12-36 0,6 2-180 0,-6-4-352 16,1 0-373-16,-3-6-427 0,-6-7-484 15,1-6 192-15,-4-9 732 16,-8 0 988-16,0-4 592 0,-5 4 116 0,-2 6 424 0,-9 12 176 16,3 14 224-16,-7 18 248 15,4 10-32-15,-4 13-24 0,0 6-216 0,0 6-128 16,0 11-80-16,0 4-12 0,-4 11 96 16,1 9 21-16,-5 7-133 15,0 3-184-15,-1 3-220 0,-2 0-276 16,-2 1-12-16,2-5-276 0,-5 4-148 15,0-7-180-15,4-3-125 0,-4-2-271 0,4-2-872 16,0-7-2744-16,4 8-4453 0</inkml:trace>
  <inkml:trace contextRef="#ctx0" brushRef="#br0" timeOffset="109583.486">4207 8982 7688 0,'0'0'5133'0,"0"0"-4597"0,0 0-420 16,0 0 368-16,-12-73 692 16,12 70 348-16,-8 0 176 0,4 3-216 0,-4 3-544 15,-8 9-416-15,-4 4-340 16,-12 10-180-16,0 8 0 0,-7 8-4 0,-1 9 8 16,8 0 76-16,4 3-84 0,8-8 0 15,8-4-60-15,12-7 0 0,0-3-24 16,8-10-16-16,8-3 16 0,8 0 12 15,7-2-40-15,6-5 112 0,-1 3 12 16,3-4-4-16,1 1-4 0,-4-3-4 0,-5 1 12 16,1 3 88-16,-8-4 80 15,1 7 40-15,-9-3-48 0,-4 3 33 0,-5 3-33 16,-7 1-28-16,0 1-96 0,-4 5-44 16,-7-1-4-16,-6 0-80 0,-2-3-140 0,-5-3-169 15,0-3-71-15,4-6-124 0,-4-4-128 16,4-6 4-16,4 0-232 15,0-9-636-15,0-11-1172 0,4 5-2141 0,-8-23-3707 16</inkml:trace>
  <inkml:trace contextRef="#ctx0" brushRef="#br0" timeOffset="109760.966">4582 9087 8476 0,'0'0'9065'0,"0"0"-7629"16,91 25-580-16,-63-16 708 15,0 1-535-15,-1-3-121 0,-6-1-96 0,3-3-380 16,0-3-228-16,4 0-84 0,-1-6-120 16,9-4-184-16,-4-5-212 0,0-2-352 15,-4-6-196-15,0 9-501 0,-9-3-1287 16,-2 4-3304-16,-17 5-4985 0</inkml:trace>
  <inkml:trace contextRef="#ctx0" brushRef="#br0" timeOffset="109929.819">4701 9315 4304 0,'0'0'9281'0,"0"0"-7081"0,23 89-1172 0,-14-57 200 15,-1 8 472 1,0-1-92-16,-5-4-587 0,1 0-621 0,1-3-400 16,-5 0-140-16,0 0-344 0,0-1-429 0,0-3-195 15,-5-2-660-15,1-10-2976 16,-3-4-4169-16</inkml:trace>
  <inkml:trace contextRef="#ctx0" brushRef="#br0" timeOffset="110210.425">4769 9643 6552 0,'0'0'7045'0,"0"0"-6321"0,0 0 212 0,0 0 544 16,0 0-324-16,88-17-156 0,-73 15-520 15,-2-2-480-15,-6 1-48 0,1 3-532 16,0 0-248-16,-8 0-16 0,0 3-232 15,0 9-612-15,-4 5 236 0,-8 5 4 16,0 3 143-16,-4 4 25 0,0 3 996 16,4-1 284-16,1-6 956 0,7-2 364 15,-1-2 41-15,5-4 19 0,9-4 116 16,-1-4-184-16,12 1-80 0,-1-7 188 0,9 0-24 16,4-3-312-16,7-3-391 0,2-7-329 15,2-6-172-15,6-3-56 0,-10-2-136 16,1-5-156-16,0-3-292 0,-8 1-413 15,4-4-407-15,-8 0-736 0,-9 10-3060 16,5-16-4329-16</inkml:trace>
  <inkml:trace contextRef="#ctx0" brushRef="#br0" timeOffset="110447.207">5426 9328 6824 0,'0'0'9101'15,"0"0"-7649"-15,-4 79-932 0,4-43 220 16,0 4 576-16,0 5 244 0,4 2-359 0,4 2-473 16,-4 1-356-16,4 1-116 0,-4 6-124 15,4 0-92-15,-8 0-40 16,4-6-60-16,-1-4-208 0,-3-9-80 0,5-8-64 16,-1-11-60-16,-4-7-132 0,4-9-201 15,-4-3-427-15,4-6-880 0,0-13-816 16,-4 5-1565-16,0-23-2323 0</inkml:trace>
  <inkml:trace contextRef="#ctx0" brushRef="#br0" timeOffset="110636.952">5438 9357 6260 0,'0'0'4989'16,"0"0"-2621"-16,0 0-1492 0,0 0-168 16,0 0 260-16,0 0 60 0,0 0 24 15,100-42-240-15,-76 42-212 0,-1 3-160 16,-3 7-96-16,1 0-40 0,-6-1 40 0,-2 7 44 15,-6 3-72-15,-7 0-159 16,0 6-85-16,0 6-72 0,-12-1-48 16,0 1-48-16,-8-2-89 0,1-1-239 0,-2-2-320 15,1-3-256-15,-3-4-220 0,3-7-692 16,8-3-2140-16,-8 1-2821 0</inkml:trace>
  <inkml:trace contextRef="#ctx0" brushRef="#br0" timeOffset="111844.764">4294 9160 5624 0,'0'0'6137'0,"0"0"-4245"0,0 0-880 15,0 0-76-15,0 0 568 0,0 0 28 0,0 0-352 16,0 0-384-16,80 34-272 16,-59-27-148-16,2-4-108 0,-3-3-147 0,0 0-49 15,4 0-72-15,-4-3-116 0,4-6-237 0,-9 2-315 16,5-3-212-16,-7 1-224 15,-1 0-456-15,-5-1-1012 0,-3 4-1845 16,-4-1-1083-16</inkml:trace>
  <inkml:trace contextRef="#ctx0" brushRef="#br0" timeOffset="112000.172">4486 9210 2736 0,'0'0'352'0,"0"0"2228"16,0 0 328-16,-37 86-1404 15,34-48-35-15,-1 3 83 0,0 8 400 0,4-2-480 16,0 0-388-16,0 1-20 0,4 3-144 15,-4 0-320-15,0-1-160 0,0 1-172 16,0-3-220-16,0-3-48 0,4-8-232 0,4-2-536 16,4-6-324-16,-1-7-368 0,6-6-1124 15,7-4-3553-15</inkml:trace>
  <inkml:trace contextRef="#ctx0" brushRef="#br0" timeOffset="112760.021">6251 9201 3404 0,'0'0'9165'15,"0"0"-7473"-15,75-4-592 0,-43 11 80 16,1-1 128-16,-10 1-76 0,-3 2-176 0,-4 3-336 15,-4 1-356-15,-8 0-180 16,-4 10-112-16,0 2-12 0,-8 3 24 0,-8 7-24 16,-3 0 4-16,-2 0-56 0,-3 1 4 15,0-5 48-15,5-3 37 0,-1-5-49 0,8-4-44 16,3-7-4-16,5-2-72 16,4-1-73-16,4-2 97 0,9 2 48 15,2-2 108-15,9 3 13 0,1-1-109 0,-1-2-4 16,4 2 80-16,-9-4 8 0,1 6 12 15,-8-5-12-15,0 4-24 0,-8-1 64 0,-4 4-136 16,0-1-96-16,-4 4 8 16,-12 0-188-16,-4 7-285 0,-7-2-207 0,-5 9-160 15,-13-2-396-15,10-3-1696 16,-45 16-4989-16</inkml:trace>
  <inkml:trace contextRef="#ctx0" brushRef="#br0" timeOffset="113081.897">3450 10706 1280 0,'0'0'11845'15,"0"0"-9729"-15,0 0-1484 0,0 0-28 0,0 0 492 16,0 0 112-16,99 9-4 0,-43-6-436 15,8-3-108-15,12 0-139 0,11 0-121 0,17 0 24 16,12-3-120-16,15 0-76 0,8-3-104 16,16 3-64-16,6-4 24 15,6 1 48-15,-1-1 0 0,2 0-132 0,-1 5-120 0,1-4-60 16,-9 3 32-16,-3-4-104 16,-5 4 96-16,-7-3 20 0,-5 0 28 15,-8-1-72-15,-7 0-148 0,-9 2-73 0,-3 1 73 16,-12-3-60-16,-9-2-112 0,-7 4-344 15,-8-6-680-15,-13 5-1048 16,-18 0-2577-16,6-7-4639 0</inkml:trace>
  <inkml:trace contextRef="#ctx0" brushRef="#br0" timeOffset="113449.673">9004 9966 13001 0,'0'0'5540'0,"0"0"-4508"16,0 0-1032-16,0 0-84 0,84 33-520 0,-68-28-48 15,-8-2-140-15,-1 1-760 0,-7-4-2408 0,0 0-2869 16</inkml:trace>
  <inkml:trace contextRef="#ctx0" brushRef="#br0" timeOffset="113613.695">8861 10359 9972 0,'0'0'6089'0,"0"0"-5113"15,0 0-812-15,0 0-40 0,0 0 260 0,83 61 36 16,-55-55-212-16,0-3-208 0,8-3-776 0,4 0-588 16,-12 0-1172-16,15 0-5509 15</inkml:trace>
  <inkml:trace contextRef="#ctx0" brushRef="#br0" timeOffset="114146.142">11625 9649 3040 0,'0'0'8497'16,"0"0"-7869"-16,0 0-460 0,0 0 548 15,0 0 872-15,0 0 40 0,-90-48-968 16,62 71-448-16,-4 2-12 0,4 9 96 16,-4 8 88-16,8-1-12 0,0 4-28 0,8-5-36 15,11 2 96-15,5-7 220 0,9-4-160 16,10 4-244-16,5-5-48 0,8 3-52 16,4-3-68-16,5 1-40 0,-2-2 72 0,1 0 72 15,-5-1-20-15,-3 0 32 16,-8 4 41-16,-3 0-13 0,-10 3-16 15,-7 0-12-15,-4 3-92 16,-4 1-16-16,-7-6 12 0,-10 0-72 0,2-5-196 0,-1-2-252 16,-4-7-185-16,0-7-243 0,0 1-64 15,4-7 28-15,0-6-288 0,1 0 4 16,2-9-532-16,6-1-976 0,-2-25-2553 16</inkml:trace>
  <inkml:trace contextRef="#ctx0" brushRef="#br0" timeOffset="114530.041">12040 9141 7740 0,'0'0'4985'16,"0"0"-3153"-16,0 0 8 16,0 0-64-16,92 102-336 0,-77-55-60 15,2 13-163-15,-6 10-213 0,-7 9-376 0,-4 7-192 16,0 3-160-16,-8 0-268 0,-3-1-8 0,3-5-44 15,-1-10-124-15,6-16-208 16,3-12 88-16,0-14 156 0,3-12 36 16,6-6-100-16,-5-6-104 0,4-4-40 15,-1-3 24-15,6 0 52 16,-2-10 92-16,1 1 95 0,8-4 77 0,-3 0 12 16,2 4 0-16,1-1 37 0,1 7 11 0,-2 3 124 15,1 0 128-15,4 13 40 0,-4 3 24 16,0 6-48-16,-5 4-52 0,2 2 16 15,-2 1-40-15,-2-2-60 0,-6 0-24 0,1-2-60 16,1-3-44-16,-2-3-64 16,1-6-112-16,0-1-80 0,-4-7-240 15,8-3-272-15,-4-2-68 0,0-9-77 0,4-4-443 16,0-7-916-16,0 2-2536 0,4-14-2017 16</inkml:trace>
  <inkml:trace contextRef="#ctx0" brushRef="#br0" timeOffset="114836.061">12793 9992 4636 0,'0'0'8889'0,"0"0"-6841"0,0 0-1456 15,16 82 172-15,-16-57 576 0,4-2 416 16,-4-5-196-16,4-5-695 0,0-3-541 0,4-7-104 16,-4 0 32-16,8-3-32 0,-1 0-64 15,6-3-156-15,3-10-36 0,3-6-108 16,5-6-112-16,0-3-132 0,-4-4-120 15,0 0 23-15,-4 3 73 0,0 4 56 16,-12 2 52-16,0 1 36 0,-8 3 84 0,0 1 60 16,-12 1 124-16,-4 8 0 0,-4 0 184 15,-4 6 96-15,0 3-24 0,1 0 12 16,-1 14-112-16,3 5-96 0,6 11 16 16,-1 4 8-16,4 1 112 0,4 1-15 15,0-4-21-15,4-1-160 0,4-6-8 0,0-2-213 16,0-5-279-16,4-5-48 15,8 0-196-15,0-10-248 0,4-3-664 16,3 0-436-16,-2-10-856 0,11-15-3289 0</inkml:trace>
  <inkml:trace contextRef="#ctx0" brushRef="#br0" timeOffset="115196.003">13410 9881 5896 0,'0'0'9689'0,"0"0"-7933"0,0 66-692 16,-4-34 496-16,4 6 36 0,-3 0 5 16,-1-6-333-16,4-4-472 0,0-9-448 0,4-6-228 15,8-7-120-15,0-2-112 0,8-4-44 16,-1-7 24-16,9-9 36 0,0-6-48 16,4-3-120-16,0-7-172 0,-4 1 60 15,-4-1 76-15,0 6 84 0,-5 0 56 16,-6 11 52-16,2-1 12 0,-7 10 36 0,5 2-48 15,-6 4 108-15,-3 7 156 16,4 9 60-16,1 2-68 0,-2 1-100 16,-3 7 0-16,4 0 0 0,1-5 48 0,2-2 72 15,1-6-48-15,4-6 52 0,0-4-28 16,0-3-144-16,4-12-8 0,0-7-4 16,0-7-108-16,4-6-160 0,-5-3-152 15,1-3-4-15,-4 2-120 0,4-1-393 16,-7-1-723-16,-2 0-952 0,-7 12-2216 0,-4-12-3473 15</inkml:trace>
  <inkml:trace contextRef="#ctx0" brushRef="#br0" timeOffset="115774.591">16065 9150 7372 0,'0'0'4989'0,"0"0"-3277"16,0 0-124-16,0 0-168 0,55 74 188 15,-24-47-88-15,18 5-204 0,3 3-271 0,8-6-333 16,-1-4-168-16,1-5 36 0,-5-11-72 16,1-9-316-16,0 0-192 15,0-16-24-15,0-9-156 0,-1-7-292 0,-3-3-264 16,-4-1-172-16,-12 3-329 0,-8 6-823 16,-9 9-2460-16,-19-1-2913 0</inkml:trace>
  <inkml:trace contextRef="#ctx0" brushRef="#br0" timeOffset="115948.015">16542 9413 5516 0,'0'0'168'15,"0"0"5469"-15,-11 90-3421 0,11-46 36 0,0 3 92 16,0 2-316-16,0 1-496 0,0-3-571 16,-9 1-441-16,1-4-364 0,-3 0-156 15,-2-2-240-15,5-7-292 0,-3-6-333 16,3-7-263-16,-1-2-356 0,-2-8-756 0,3-5-2712 15,-8-1-4741-15</inkml:trace>
  <inkml:trace contextRef="#ctx0" brushRef="#br0" timeOffset="116230.722">16383 9944 9276 0,'0'0'4457'0,"0"0"-3089"0,0 0-264 15,112-16 680-15,-72 10-112 0,3-1-204 0,1-2-571 16,-8-1-569-16,4-3-328 0,-9 4-24 15,-6-1-424-15,-5 3-381 0,-12 7-123 16,-5 0-148-16,-3 5-656 0,-7 9-1084 16,-17 9-8-16,-1 3-1469 0,-10 6 429 15,-1 3 2220-15,-4-3 1668 16,0 1 884-16,4-3 264 0,8-2 480 0,4-3 1064 16,13-6-12-16,3 1-431 0,8-7-533 0,0-4-484 15,15-3-140-15,9-2 84 16,8-4-228-16,8-10-320 0,4-6-300 0,3-6-216 15,6-4-112-15,-9 1-36 0,-5-4-480 0,-3 3-292 16,-8 5-232-16,-4-2-328 0,-8 9-1204 16,-12-10-3425-16</inkml:trace>
  <inkml:trace contextRef="#ctx0" brushRef="#br0" timeOffset="116549.009">15741 8779 2704 0,'0'0'8981'15,"0"0"-6541"-15,45 108-156 0,-30-45-284 16,5 16-196-16,-4 8-524 0,0 10-247 15,-4 8-345-15,-4 6-216 0,0 7-132 16,0-1-76-16,-4 1-228 0,0-1-36 0,0 1-48 16,-1-7 40-16,2-3-64 0,3-7-220 15,4-9-56-15,0-12-124 0,4-11-132 16,4-15-77-16,-1-10-183 0,5-8-224 16,4-14-336-16,0-12-688 0,4-10-936 15,-4-10-1897-15,-4-6-2563 0,8-34 6844 16</inkml:trace>
  <inkml:trace contextRef="#ctx0" brushRef="#br0" timeOffset="116803.961">17654 8868 8052 0,'0'0'6877'16,"0"0"-6121"-16,0 0-76 0,0 0 204 0,63 73 588 15,-46-32-48-15,-6 6-268 0,-3 7-463 16,5 10-169-16,-6 6-64 16,1 9-112-16,-3 7-152 0,-1 6-88 0,-4 6-96 15,0 1-12-15,-9 2-324 0,1 1-48 16,1-4-140-16,-6-2 188 0,5-7-41 16,1-10-195-16,3-9-160 0,-4-13-136 15,8-16-324-15,0-13-496 0,8-14-2244 16,7-17-2597-16</inkml:trace>
  <inkml:trace contextRef="#ctx0" brushRef="#br0" timeOffset="117002.085">18316 9626 11805 0,'0'0'9932'15,"0"0"-8659"-15,0 0-1069 0,0 0-156 0,103 10 24 16,-71-10 316-16,-4 0 36 0,4 0-376 0,-1-4-48 16,5-2-340-16,-4 0-312 15,0-1-376-15,-8 7-565 0,-13-3-1323 16,-6 6-3612-16</inkml:trace>
  <inkml:trace contextRef="#ctx0" brushRef="#br0" timeOffset="117165.235">18188 9988 8672 0,'0'0'8657'0,"0"0"-7149"0,0 0-944 16,0 0 148-16,0 0 276 0,0 0-39 15,0 0 67-15,115 23-484 0,-70-40-316 16,2 2-216-16,-3-1-120 0,3-3-280 16,-6 3-168-16,-5 3-317 0,-1 1-479 0,-11 2-1400 15,0 4-3884-15</inkml:trace>
  <inkml:trace contextRef="#ctx0" brushRef="#br0" timeOffset="117624.608">19407 9643 4076 0,'0'0'6576'15,"0"0"-4711"-15,0 0-173 0,0 0 136 0,64 72-92 0,-48-24-380 16,-1 13-412-16,-2 14-212 16,2 8-120-16,-7 11 21 0,5 9 7 15,-9 5-192-15,3 6-132 0,-3-3-100 16,0 3-72-16,-4-3-144 0,0-9 0 15,0-7-96-15,0-11 48 0,0-15-132 16,0-12-28-16,9-16-80 0,-2-8-112 0,5-12-108 16,-3-9-309-16,-5-5-487 0,-1-10-1036 15,1-4-2052-15,-4-21-1953 0</inkml:trace>
  <inkml:trace contextRef="#ctx0" brushRef="#br0" timeOffset="117893.971">19506 9903 9096 0,'0'0'6317'15,"0"0"-5257"-15,0 0-676 0,0 0 104 16,97-79 268-16,-70 66 448 0,5 6-212 16,-1 2-392-16,-3 5-344 0,4 0-24 15,-8 0-100-15,-3 5-132 0,-6 2-40 16,-6 8-44-16,-9 2-4 0,0 8 40 0,-17 3 44 15,-11 7 4-15,-3 3-4 16,-9-3-76-16,-4 0 80 0,0-6 0 0,1-4 0 16,2-3-188-16,6-6-240 0,3-7-228 15,0 1-180-15,4-7-348 0,4-3-664 16,8 0-2028-16,-4-9-2741 0</inkml:trace>
  <inkml:trace contextRef="#ctx0" brushRef="#br0" timeOffset="118674.199">20161 9166 6868 0,'0'0'2272'0,"0"0"553"15,0 0-1101-15,0 0-140 0,0 0 396 0,0 0-276 16,35 66-220-16,-27-30-400 0,-4 5-415 16,0 3-233-16,-4 7-108 0,0 0-4 15,0-3-44-15,-4-7-88 0,4-6-108 16,0-7-72-16,0-9-12 0,0-6-60 16,0-6-72-16,0-7-172 0,7 0-92 0,2-7-152 15,3-6 172-15,-1-6 11 16,10-3 25-16,-5-6 36 0,-1-1 124 0,2 0 32 15,-6 1 136-15,6 0 12 0,-6 2 8 16,1 3 76-16,1 4 4 0,-2 7-76 16,-3 2 180-16,1 10 16 0,2 0 84 15,-3 0-11-15,4 10-1 0,0 2-124 16,-1 5-60-16,-2 1-52 0,3 4-44 16,-1 3-168-16,-2 1-148 0,-1 3-437 0,-8 3-347 15,0 3-1000-15,0-10-2652 0,0 20-3625 16</inkml:trace>
  <inkml:trace contextRef="#ctx0" brushRef="#br0" timeOffset="120099.055">21424 8086 7716 0,'0'0'5357'15,"0"0"-3553"-15,0 0-608 0,0 0-308 16,0 0 404-16,0 0 108 0,0 0-140 16,0 0-251-16,23 64-185 0,5-54-196 15,7-1-216-15,6-3-108 0,2-6-148 16,6 0-48-16,-2-9-36 0,1-4-72 0,-1-4-168 15,-2 3-84-15,-2-7-160 0,-2 6-144 16,-9-3-268-16,-5 1-305 0,-3-2-1063 16,-8 6-2460-16,-4-5-2469 0</inkml:trace>
  <inkml:trace contextRef="#ctx0" brushRef="#br0" timeOffset="120409.93">21845 7753 2672 0,'0'0'1240'0,"0"0"6257"0,0 0-5833 0,0 0 28 16,0 0 80-16,0 0-328 16,0 0-372-16,-51 76-240 0,51-44-208 0,0 0-36 0,4 3-44 15,0 6-19-15,3 3-65 16,1 7-168-16,1 0-28 0,-1 6-108 16,-5 0-56-16,5 4-40 0,1-8 0 0,-5 5 24 15,0-10-72-15,3-4 36 16,1-3 24-16,1-9-60 0,-5-4 72 0,3-9 0 15,-3-3-8-15,-4-7-4 0,4-2-68 16,-4-3-4-16,0-2-8 0,-8-2-152 16,1 0-56-16,-6-6-148 0,-2-1-120 15,-2-2 0-15,-2 0-133 0,2-7-15 16,2-3-224-16,-1 0-244 0,4-6-420 0,-1-4-920 16,6 7-660-16,-1-13-2109 0</inkml:trace>
  <inkml:trace contextRef="#ctx0" brushRef="#br0" timeOffset="120562.083">22300 8160 7644 0,'0'0'6029'0,"0"0"-4297"16,0 0-64-16,0 0 360 0,0 0-84 0,80 22-411 16,-69-22-673-16,6 0-584 15,2-4-276-15,1-5-264 0,-4 0-392 16,0-1-397-16,-8 3-691 0,-1 0-2700 15,-7 5-3897-15</inkml:trace>
  <inkml:trace contextRef="#ctx0" brushRef="#br0" timeOffset="120727.162">22272 8379 5592 0,'0'0'8421'0,"0"0"-6981"15,0 0 152-15,0 0 512 0,0 0-260 16,0 0-423-16,80 15-465 0,-52-24-556 15,4-4-248-15,-1 1-152 0,1-5-288 16,0 2-304-16,0 2-364 0,4-1-553 0,-12 10-2451 16,11-6-3409-16</inkml:trace>
  <inkml:trace contextRef="#ctx0" brushRef="#br0" timeOffset="121120.97">23387 7947 8644 0,'0'0'4197'16,"0"0"-2697"-16,0 0-212 0,0 0 228 16,60 79-4-16,-36-37-4 15,-4 5-216-15,0 1-247 0,-4 2-429 16,-1-2-168-16,6-1-52 0,-5-5-128 0,3-4-164 0,-2-6-104 15,2-9-120 1,1-9-184-16,1-3-140 0,2-11-100 0,1-4-184 16,-4-9-269-16,4-6-543 0,-1-3-1024 0,-10 3-3088 15,2-9-4397-15</inkml:trace>
  <inkml:trace contextRef="#ctx0" brushRef="#br0" timeOffset="121310.045">23785 8051 952 0,'0'0'13249'0,"0"0"-11357"0,0 0-952 16,-99 92 312-16,63-50-108 16,-3 2 80-16,-2 3-180 0,6 2-287 15,-1-5-249-15,0 0-136 0,8-2-176 0,-4-7-160 16,8-3-36-16,0-7-172 0,9-3-272 16,-2-9-176-16,10-4-193 15,-1-3-199-15,0-2-320 0,3-4-908 0,5-4-2456 16,0-11-3833-16</inkml:trace>
  <inkml:trace contextRef="#ctx0" brushRef="#br0" timeOffset="121573.51">24025 7686 13093 0,'0'0'3828'0,"0"0"-2772"16,0 0-204-16,4 89 836 0,-4-51-7 15,0 6-385-15,-4 2-416 0,0-2-360 16,0 0-88-16,0-3-60 0,0-2-152 16,0-9-220-16,0 0 0 0,4-5-316 15,0-9-164-15,-4-3-100 0,4-10-60 0,0 0-108 16,0-3-404-16,0-6-749 15,4-4-795-15,0-2-1912 0,0-10-1389 16</inkml:trace>
  <inkml:trace contextRef="#ctx0" brushRef="#br0" timeOffset="121779.896">24069 7734 3040 0,'0'0'8977'0,"0"0"-6949"0,0 0-916 15,0 0 0-15,0 0 144 0,0 0-80 16,0 0-96-16,0 0-296 0,0 0-248 0,83 32-100 15,-70-23-83-15,-6 1-85 16,1-1-136-16,-4 1-128 0,-4 3-4 0,-4-1-8 16,-4 4-64-16,-8 3-172 0,-7 3-109 15,-1-2-119-15,0 2-100 0,-4-7-52 16,4-2-124-16,0-3-276 0,4-4-740 0,9-6-1168 16,-2 0-2869-16</inkml:trace>
  <inkml:trace contextRef="#ctx0" brushRef="#br0" timeOffset="122114.021">24288 7597 7932 0,'0'0'5133'0,"0"0"-3405"0,0 0 460 15,0 0 36-15,0 0-232 0,16 86-571 0,-16-63-609 16,0-4-356-16,0-1-260 0,-4-1-156 15,4-5-40-15,0-2-84 0,0-4-160 16,0 0-92-16,0-6-100 0,4 0-108 16,3 0-4-16,6-3 135 0,-5-6 109 15,3-1 84-15,6-2 36 0,-6-5 40 0,2 2 72 16,2 2 72-16,-2 1 60 16,2-2-48-16,-2 5 160 0,2 3 44 0,-3 3 16 15,0 3-12-15,-4 0-12 0,0 0-3 16,0 3-57-16,0 6-16 15,-4 4 172-15,0 2-112 0,0 2-108 16,-4 2-84-16,4 0-24 0,-4 0-204 0,4 0-184 16,0 1-357-16,0-6-375 0,4 5-1156 15,-4-5-2812-15,3 1-4625 0</inkml:trace>
  <inkml:trace contextRef="#ctx0" brushRef="#br0" timeOffset="122382.407">24837 8322 10244 0,'0'0'6589'16,"0"0"-5197"-16,0 0-1160 0,0 0 556 0,0 0 132 15,92 9 188-15,-59-9 9 0,6 0-473 16,1-6-356-16,4-4-200 16,0 1-88-16,-5-4-124 0,-3-4-212 0,1 5-260 15,-10-3-449-15,-3 2-503 0,-4 1-1452 16,-5-8-4033-16</inkml:trace>
  <inkml:trace contextRef="#ctx0" brushRef="#br0" timeOffset="122636.725">25707 7941 9276 0,'0'0'9697'0,"0"0"-8229"0,7 63-1200 0,1-29 0 16,-4 4 352-16,8 8 825 15,-4-2-285-15,9 3-508 0,-2 1-376 16,5-3-120-16,3-1-156 0,2-6-36 16,-1-9-288-16,-4-1-172 0,3-11-204 0,1-8-96 15,-4-6-321-15,5-3-1003 16,-10-6-2376-16,9-17-2465 0</inkml:trace>
  <inkml:trace contextRef="#ctx0" brushRef="#br0" timeOffset="122796.642">26173 8013 3800 0,'0'0'10549'0,"0"0"-7745"16,0 0-1884-16,-105 44-368 0,62-18 76 15,-4 6 256-15,-13 3-152 0,0 3-552 0,-4 3-180 16,-4 1-500-16,0 2-340 0,-3-3-452 16,3 0-544-16,16-9-2240 15,-24 15-3861-15</inkml:trace>
  <inkml:trace contextRef="#ctx0" brushRef="#br0" timeOffset="124827.421">22773 9626 4044 0,'0'0'440'0,"0"0"3356"15,0 0-1984-15,0 0-147 0,-31-79-361 16,27 66 108-16,0 7 88 0,4 0-212 16,0 2-296-16,0 4-156 0,0 7-136 0,0 8-212 15,0 8 24-15,0 8 184 16,0 18-63-16,-4 4-245 0,-4 14-88 0,1 2-68 15,-6 5-112-15,1-1-36 0,5 3-76 16,-6 0-8-16,5-6-40 0,1-3-80 16,-2-13-124-16,5-13 88 0,4-10 36 15,0-12 108-15,0-8-112 0,4-6-200 16,5-5-5-16,2-3 13 0,6-5 108 0,2-9-24 16,1 1 112-16,0-3 20 15,4 3-20-15,0 3 112 0,-4 4 8 16,3 3 0-16,-3 6 220 0,-3 0-64 0,-2 6-44 15,-7 7 132-15,1-1-64 0,-2 7 149 16,-3 3-121-16,-4-3-88 16,0 4 12-16,-7-4-20 0,-6 0-52 0,-2 0 12 15,-2-3 24-15,-6 0-36 0,-1 0-52 0,-4-4-8 16,0-6-8-16,0 4-184 0,0-7-40 16,4-3-144-16,1 0-61 0,-1-3 1 15,3-7-140-15,2-5-84 0,3-4-220 16,4-3-456-16,7-5-976 0,5 0-676 15,5-2-2277-15,3 3-1822 0</inkml:trace>
  <inkml:trace contextRef="#ctx0" brushRef="#br0" timeOffset="125245.51">23132 10246 8776 0,'0'0'4641'16,"0"0"-3081"-16,21 66-528 0,-21-31 368 15,0 6 636-15,-4 0-568 16,-9 1-447-16,2-4-341 0,-2-3-184 0,5-7-232 0,4-6-200 15,1-9-64-15,3-2-160 16,0-11-20-16,11 0-100 0,2 0 64 0,2-11-4 16,5-2 4-16,1-5 20 0,2-1-33 15,-3 3 33-15,4 0 100 0,-8 6 8 16,8 10 28-16,0 0 60 0,0 16 88 0,3 3 200 16,-3 9-176-16,0 5-3 15,0 2-37-15,-4 2-72 0,0 2-4 16,0 3-68-16,-8 1 11 0,-4 5 5 0,-4 3 56 15,-4 7 73-15,-4-2 23 16,-12 7 28-16,-8 1-28 0,-4 0 96 16,-8-1 52-16,1-3-28 0,-5-2-32 0,-4-4-52 15,8-10-60-15,0-9-60 16,4-10 60-16,8-11-60 0,4-14-12 16,5-4-180-16,2-12-60 0,5-13 20 0,1-8 64 15,3-11-16-15,4-10 40 0,0-2-148 0,7-4-61 16,10 1 25-16,6 6 0 15,5 3 36-15,8 0-24 0,4 6-76 0,4 1-208 16,8-2-432-16,0 3-480 0,7 1-752 16,-15 13-860-16,27-12-2817 15</inkml:trace>
  <inkml:trace contextRef="#ctx0" brushRef="#br0" timeOffset="125692.468">25232 10246 10496 0,'0'0'4593'0,"0"0"-3665"0,0 0-584 16,0 0 92-16,0 0 284 0,0 0 72 16,0 0-272-16,0 0-264 0,0 0-144 15,-88 60 84-15,73-29 48 0,3 4 28 16,-1 0-4-1,10-6-48-15,-1-7-148 0,4-4 64 0,4-1 44 16,3-4-104-16,2-4-64 0,3 4-4 0,3 0 52 16,-2 3-12-16,2-1 52 0,-2 5 56 0,-2 1 76 15,-3 2 325-15,-3 3-193 16,-1-5-216-16,-4 5-40 0,-4-4-12 16,-5-3-36-16,1-3-60 0,1-4-84 0,-2-5-96 15,1-7-148-15,0 0-221 0,1-9-339 16,-2-8-456-16,5-8-196 0,0-3-1172 15,4 3-2045-15,0-24-1987 0</inkml:trace>
  <inkml:trace contextRef="#ctx0" brushRef="#br0" timeOffset="126088.066">25647 9547 4500 0,'0'0'4688'0,"0"0"-2107"15,0 0-1109-15,0 0 204 0,67 89 96 16,-59-51 88-16,0 6-240 0,-3 7-488 16,-2 6-339-16,-3 7-213 0,-8 3-96 15,-4 5-132-15,1 2-40 0,-6 2-104 0,-2-4-196 16,2 2-12-16,-3-7-12 0,9-8-196 16,-1-10-128-16,7-12-16 0,1-11 84 15,4-11 136-15,0-5-24 0,4-10-100 16,5 0-120-16,-1-3 83 0,3-6 173 15,2-4 108-15,2 0 4 0,-2-3-100 16,6 7 32-16,-3-1 4 0,0 4-12 0,0 6 84 16,5 0 176-16,-2 6 116 0,1 4 125 15,-4 2-105-15,0 4-32 0,-1 3-24 16,-2 1-52-16,-2-1-24 0,-3-1 16 16,1 2-76-16,2-1-36 0,-7-4-72 15,0-2-12-15,0-3-48 0,1-4-144 0,-1-6-148 16,0 0-192-16,-1-3-148 0,5-6 11 15,0-4-135-15,4-6-716 16,-4-6-1440-16,5 6-3069 0,-2-20-3339 16</inkml:trace>
  <inkml:trace contextRef="#ctx0" brushRef="#br0" timeOffset="126687.729">26173 10379 4636 0,'0'0'9345'15,"0"0"-7677"-15,0 0-1060 0,7 79 176 16,-7-50 716-16,0-1 216 0,0-6-316 0,0-2-559 15,0-8-357-15,4-3-196 0,4-5-92 16,4-4-196-16,4-4-104 0,4-8-16 16,4-4-48-16,0-6-136 0,0-3-168 15,4-4-125-15,-8 4 125 0,-5 2 44 0,-2 4 52 16,-6 4 120-16,-7 2 0 0,0 0 156 16,-7 6 100-16,-13 1 36 15,0 3 272-15,-4 3 68 0,0 3-32 16,-4 7-52-16,8 6 0 0,-3 6-24 0,2 3-51 15,5 4-33-15,0-1-40 0,5-5 0 16,2-1-144-16,1-6-40 16,8-7-128-16,0-3-345 0,0-2-167 0,12-4 36 15,4-6 44-15,0-10 48 0,12-3-200 0,0-7-472 16,0-2-556-16,8-4-92 16,0 3 208-16,-4 1 275 0,4 2 473 15,-4 7 916-15,-4 3 64 0,-5 10 1112 0,-3 6 109 16,0 0-33-16,-4 13 272 15,-4 3 124-15,0 9-280 0,-4-3-348 16,-5 8-196-16,6-2-68 0,-9 0-48 0,8-2-63 16,-4-1-101-16,0-6-20 0,3-4-76 15,-2-5-244-15,7-3-168 0,-1-7-36 16,6 0-96-16,-2-10 84 0,5-3-72 16,1-6-76-16,-2-3-116 0,5 0-28 0,0-3 40 15,-4 3 104-15,0-1-80 0,-4 7-117 16,-4 6 93-16,-1 4 92 0,-2 6 64 15,-5 4 108-15,0 8 84 0,-4 8 160 16,0-1 48-16,0 6-51 0,0-3-33 16,0-3 48-16,0 0 8 0,0-6 28 15,3-4-16-15,5-6-80 0,1-3-96 16,6-6-100-16,2-7-84 0,2-9-100 16,1-3-116-16,4-4-148 0,4-3-148 0,-4 0 15 15,0 4-55-15,0-1-216 0,0-2-708 16,-9 8-1160-16,2-14-3077 15</inkml:trace>
  <inkml:trace contextRef="#ctx0" brushRef="#br0" timeOffset="127479.368">27479 10315 2844 0,'0'0'8060'15,"0"0"-6055"1,0 0-669-16,4 79 176 0,-12-44 16 0,-3 4-104 0,-6-4-344 16,6-1-516-16,-6-2-308 15,6-7-124-15,3-6-132 0,4-8-8 16,-1-6-200-16,5-2-232 0,0-3-172 0,0 0-196 15,0-3-356-15,0-6-688 0,0 2-1152 0,5-18-3089 16</inkml:trace>
  <inkml:trace contextRef="#ctx0" brushRef="#br0" timeOffset="127944.223">27555 10249 1552 0,'0'0'7048'0,"0"0"-4916"15,0 0-767-15,0 0 119 0,104 2-128 0,-77 5-212 16,1-3-316-16,-3 2-308 15,3 0-232-15,-5 1-160 0,1-1-128 16,-4 3-148-16,-1 1-324 0,-2 6-200 0,-9-1-84 16,-1 7-36-16,-2 4 132 15,-5 0 660-15,0 2 52 0,0-2 592 0,-5-4-128 16,5 0-88-16,0-6-48 0,0-4-120 16,0-2-232-16,5-7 20 15,7 0-48-15,8-3 8 0,-1 0-8 0,9 4-4 0,0-4-40 16,0 6 40-16,4 0 8 15,0 7-4-15,0-1 284 0,0 7 188 16,-1 4-12-16,1-4 232 0,-4 7 96 0,-4-1-164 16,-3 0-196-16,-6 1-208 0,1 2-76 15,-4 1 40-15,-4 3 24 16,-4 3-196-16,-4 2 48 0,0 2 12 0,-12 5-12 16,-4 3 4-16,-8 1-4 0,0 3 84 15,-8-3 77-15,1-4 335 0,-5-2 4 16,4-4-164-16,4-10-80 0,4-9-52 0,4-7-56 15,8-8-64-15,1-4-48 16,2-6-88-16,5-10-8 0,4-13-96 16,0-9-156-16,8-12 8 0,8-11-8 0,8-6-40 15,4 0 40-15,4 4 8 16,4 3 52-16,-1 9 32 0,5 1 4 0,1 4-124 16,-2 2-97-16,1 0-131 0,4 3-140 15,3-1-304-15,-2 1-628 0,2 0-1156 16,-11 12-2849-16,16-12-3723 0</inkml:trace>
  <inkml:trace contextRef="#ctx0" brushRef="#br0" timeOffset="128931.162">13112 12553 1852 0,'0'0'7848'0,"0"0"-5991"16,0 0-281-16,60 68-128 15,-28-50 112-15,7-1 104 0,5-8-520 0,8-3-392 16,0-6-192-16,4-3-192 0,-1-13-112 16,1-3-256-16,0-10-36 0,-8 1-320 0,-1-7-156 15,-7 0-372-15,0 0-284 0,-8-3-756 16,-12 9-2072-16,0-11-2581 0</inkml:trace>
  <inkml:trace contextRef="#ctx0" brushRef="#br0" timeOffset="129247.416">13406 12160 3060 0,'0'0'1228'16,"0"0"3784"-16,0 0-2843 0,0 0-541 0,-11 73-68 15,22-44-352-15,2 2-276 0,2 4 0 16,2 3-68-16,2 4-164 0,1 2-124 16,1 4-60-16,-6 2-28 0,5 4-184 15,-8 4-96-15,4 2-88 0,-8 1-36 16,4-1-36-16,-8 3-48 0,0 0-72 0,-4 1 12 16,0 0 56-16,-8-1-4 15,-4 0 0-15,-3-5 4 0,-2-5 4 0,1-1 4 16,-4-11 0-16,4-3-4 0,-3-10 12 15,-2-5 72 1,-3-7-84-16,5-7-52 0,-5-6-108 16,0-3-192-16,0 0-112 0,0-5-192 0,-3-9-144 0,2-2-124 15,-6-6-252-15,3-3-1264 0,4 6-1485 0,-8-16-2243 16</inkml:trace>
  <inkml:trace contextRef="#ctx0" brushRef="#br0" timeOffset="129911.427">15427 11912 3068 0,'0'0'6948'0,"0"0"-4259"0,0 0-241 15,0 0-376-15,0 0-232 0,28 73-332 16,-20-35-392-16,-1 10-287 0,2 6-201 15,-1 4-216-15,-4 5-64 0,-1 0-32 16,-3 4-40-16,0-7-108 0,0-3-168 0,0-6 0 16,4-9-132-16,-4-7-108 0,0-10 24 15,4-9 68-15,5-7-140 0,-5-6-184 16,3-3 0-16,1-3-12 0,1-6 23 16,-2-4 121-16,1-3 144 0,0-1 12 0,-4-2 28 15,4 5 32-15,-4-3 40 0,0 11 0 16,4-1 20-16,0 7 64 15,0 4 88-15,4 8 336 0,-1 5 16 0,2 5-88 16,-1 6-83-16,0 1 43 16,0-1 88-16,-1 1-84 0,2-4-112 0,-5-3-8 15,3-2-64-15,-2-7-132 0,-1-1-80 16,3-10-188-16,-2 3-288 0,2-5-144 16,1-5-81-16,8-7-463 0,0-3-1244 0,-8-2-2564 15,12-8-2561-15</inkml:trace>
  <inkml:trace contextRef="#ctx0" brushRef="#br0" timeOffset="130246.019">16112 12421 784 0,'0'0'13165'0,"0"0"-11309"16,0 0-988-16,0 0 448 0,-68 69 52 16,44-37 268-16,5 6-359 15,-1-3-501-15,3 0-244 0,2-7 24 0,7-8-76 16,-1-5-340-16,9-5-140 0,0-4-96 15,0-6-36-15,0 0 0 16,4-3-36-16,5-3-232 0,6-10 64 0,2 0 32 16,-2-6-36-16,6-1-20 0,-1-3-92 0,3 1 51 15,-3 6-23-15,4 5 32 16,-4 0 140-16,4 8 128 0,-4 6 116 16,-1 0 8-16,2 9 208 0,-5 4 244 0,-1 6 32 15,2-3-19-15,-6 3-41 0,-3 2-64 16,5-4-32-16,-6 2-36 0,1-3-112 15,1-3-180-15,-2-7 0 0,1-3-232 0,4-3-312 16,0 0-72-16,0-6-173 16,4-4-271-16,0-6-1188 0,-4 1-2680 15,8-12-2913-15</inkml:trace>
  <inkml:trace contextRef="#ctx0" brushRef="#br0" timeOffset="130492.169">16662 12341 3848 0,'0'0'11081'0,"0"0"-9385"16,0 0-776-16,0 0 500 0,-84 82 64 0,61-59 85 16,3 2-297-16,3 1-496 15,6-8-368-15,3-1-216 0,4-5-188 0,4 4-4 16,4-7 0-16,7 5 36 0,6-6-36 16,2 3-4-16,5-5-152 0,0 2 12 15,0-1 36-15,-4 0 24 0,0-1-84 16,-5 1-52-16,-2 2-80 0,-5 1 68 0,-4 2-32 15,-4 4 20-15,0 3 40 16,-12 0-4-16,-4 0-228 0,-4 0-293 0,-8 1-367 16,-4-4-364-16,1-4-836 0,3-3-1880 15,-28 4-2377-15</inkml:trace>
  <inkml:trace contextRef="#ctx0" brushRef="#br0" timeOffset="131136.294">13539 11950 4036 0,'0'0'404'16,"0"0"3956"-16,0 0-1739 0,0 0-701 0,0 0-448 16,0 0-200-16,0 0-284 0,0 0-44 15,0 0-240-15,0 0-164 0,-77-22-136 16,66 28 40-16,-2 4-140 0,-2 3-144 15,2 2-100-15,6 8-56 0,-1 2 0 16,0 1 64-16,4 6-68 0,4-1-48 16,0-1 36-16,0-3-160 0,4 2-72 0,0-1-244 15,0-2-284-15,0-4-228 0,3 4-656 16,-3-8-1100-16,1-1-2337 0,3 1-3187 16</inkml:trace>
  <inkml:trace contextRef="#ctx0" brushRef="#br0" timeOffset="132015.635">18654 12208 1800 0,'0'0'520'0,"0"0"8381"15,0 0-6265-15,0 0-932 0,0 0-448 16,0 0 516-16,0 0-200 0,0 0-256 0,0 0-395 16,79 98-289-16,-70-57-220 15,-5 3-136-15,0-2-72 0,-4-1-44 0,0-3-76 16,0-3-84-16,0-6 0 0,0-3-60 15,0-12-100-15,0 0-116 16,0-8-40-16,4-3-20 0,-4-3-16 0,4-3-24 0,3-6-48 16,2-4 167-16,6-10 53 15,2 1 32-15,-6-6 12 16,6-1-8-16,-2 4 8 0,6 3 112 0,-6 3 0 0,1 6 0 16,0 3 40-16,0 3 8 0,0 7 180 15,-4 5 200-15,0 7-40 0,-5 4-24 16,2 6-83-16,-1 4-17 0,-4 2 4 15,-4-3-52-15,4 4-24 0,-4-6-32 0,0-2-4 16,0-5-68-16,0-3-40 0,0-7-168 16,0-2-380-16,3-4-289 15,5-4-247-15,1-5-288 0,6-10-544 0,6-7-1256 16,-1-2-2349-16,-5 2-1407 0</inkml:trace>
  <inkml:trace contextRef="#ctx0" brushRef="#br0" timeOffset="132260.63">19304 12357 1540 0,'0'0'220'0,"0"0"9269"0,0 0-7109 0,24 73-960 16,-20-38 140-16,-4-3 80 0,0 5 116 0,0-5-268 16,0-3-287-16,0-8-329 15,0-7-268-15,0-8-280 0,7-6-264 0,5 0-60 16,1-9-156-16,2-4-60 0,1-6-28 16,4-7-92-16,0 1-40 15,-4 0 76-15,-4-1 8 0,-4 4 24 0,-1 7 52 0,-7 2 56 16,0 6 52-16,-4 1 23 15,-7-1 1-15,-6 5 80 0,2-3-60 16,-9 3-44-16,0 2-24 0,-4 0-124 0,1 0 48 16,3 7-84-16,0-1-112 0,3 3-256 15,2 1-236-15,6 0-700 0,2-1-1288 16,7-3-2405-16,0 1-2975 0</inkml:trace>
  <inkml:trace contextRef="#ctx0" brushRef="#br0" timeOffset="133093.606">19798 12528 4204 0,'0'0'7821'0,"0"0"-5401"0,0 0-920 15,0 0-556-15,0 0 432 0,0 0-428 16,99 6-372-16,-71-6-296 0,-4 0-280 15,4 0 0-15,-5-6-376 0,5 0-300 16,0-4-324-16,0-2-492 0,-7 2-1524 16,7-9-3761-16</inkml:trace>
  <inkml:trace contextRef="#ctx0" brushRef="#br0" timeOffset="134384.764">20550 12262 3840 0,'0'0'1420'15,"0"0"2892"-15,0 0-3136 0,0 0-211 16,0 0-29-16,0 0 324 0,0 0 172 0,0 0-100 16,0 0-352-16,0 0-300 0,56 63-88 15,-44-28-24-15,-3 7-44 0,-2 2-84 16,-7 0-60-16,0 5-88 0,0-5-124 0,0 0-56 16,-4-6-112-16,1-10-44 15,3-2-52-15,0-6-12 0,0-8-220 16,0-6-52-16,0-6-96 0,0 0-12 0,0-4 8 15,7-8-40-15,1-4 212 16,5-3-136-16,-2-6 60 0,1 0 60 0,0-4 88 16,0-1 136-16,0 2 24 0,0 0 76 15,-1 6 44-15,2 3 56 0,-5 9 136 16,-1 4 196-16,2 6 68 16,-1 0 64-16,-4 9-56 0,-4 7-152 0,4 3-88 15,-4 3 40-15,0 0-40 0,0 3 48 16,-4-1 40-16,4-2-28 0,0-7-96 15,0-5-124-15,0 0-96 0,0-7-12 16,0-3-84-16,7 0-16 0,1-10-68 0,1-3 32 16,6-6-32-16,2-4-200 0,-2-2 40 15,5 0-4-15,1 0 52 0,-2 3 12 16,-3 0 68-16,4 6 80 0,0 6 8 16,-4 7 88-16,0 3 24 0,-5 0 296 15,2 10 60-15,-5 5 8 0,-1 4 28 16,2 1-24-16,-5 1-16 0,-4 2 24 15,4 3-20-15,-4-5-3 0,0 2 119 0,0-4-24 16,0 0-244-16,-4-3-204 16,4-7 0-16,0-6-180 0,0 0-304 15,0-3-196-15,0-3-197 0,0-3-379 0,4-7-1064 16,0 1-2824-16,11-17-4469 0</inkml:trace>
  <inkml:trace contextRef="#ctx0" brushRef="#br0" timeOffset="134695.004">21387 12515 7432 0,'0'0'7053'0,"0"0"-5605"16,0 0-744-16,-8 64 564 0,0-39 384 15,5-2 116-15,-5-1-467 0,3-3-513 0,5-6-404 16,0-7-204-16,5 0-180 0,3-6-72 16,3 0-60-16,2 0-24 15,2-9-48-15,5-1-76 0,0-6-132 0,0-3-132 16,0 1-29-16,-4-1-71 0,0 0-16 0,-4 0 36 15,-1 2 48-15,-2 2-76 16,-5 5 96-16,0 0 420 0,-4 4 136 16,0 6 64-16,0 0 196 0,0 0 292 15,0 9-48-15,0 4-60 0,0 3-16 0,0 4-96 16,0-1-16-16,3 2 60 16,-3 2 4-16,0-7-4 0,4 3-147 0,0-7-229 15,1-5-84-15,3-4-489 0,-1-3-279 16,10-6-52-16,-2-7-116 15,6-9-964-15,-6 2-3532 0,9-17-5253 0</inkml:trace>
  <inkml:trace contextRef="#ctx0" brushRef="#br0" timeOffset="134947.82">22028 11947 9104 0,'0'0'4725'0,"0"0"-3825"0,0 0 60 15,0 0 716-15,0 0 176 0,0 83-212 0,0-51-571 16,0 3-545-16,4 2-164 16,1 8-32-16,-5 3-24 0,4 6-124 15,-4 4-108-15,0-2-72 0,0 1-12 0,0 3-84 16,0-6-208-16,0-6-156 0,4-4 0 16,4-9-24-16,8-9-53 0,3-13-215 15,5-6-276-15,4-7-376 0,0-14-384 16,8-5-804-16,-12 3-2417 0,12-22-3758 15</inkml:trace>
  <inkml:trace contextRef="#ctx0" brushRef="#br0" timeOffset="135160.735">22567 12056 5744 0,'0'0'8477'15,"0"0"-7293"-15,-20 69-768 0,12-34 164 0,4 7 800 16,-9 5 284-16,10 1-440 15,-1-1-676-15,4 0-316 0,-4 1-64 16,4-3-64-16,0-4-104 0,0-2-100 0,4-6-140 16,0-3-152-16,3-5 28 0,2-6 20 15,3-9-156-15,-5-1-124 0,-3-6-92 16,1-3-160-16,-5 0-536 0,0-6-1204 16,-5-7-2597-16,-3 4-2859 0</inkml:trace>
  <inkml:trace contextRef="#ctx0" brushRef="#br0" timeOffset="135295.823">22240 12443 4424 0,'0'0'2800'0,"0"0"3237"0,0 0-4905 16,0 0-640-16,0 0 188 0,0 0 528 15,0 0 144-15,0 0-12 0,0 0-508 16,108-7-380-16,-72 1-452 0,3-8-72 0,-3 2-428 16,-1-1-88-16,-3 5-272 0,-4-6-476 15,-4 5-1816-15,8-4-3789 16</inkml:trace>
  <inkml:trace contextRef="#ctx0" brushRef="#br0" timeOffset="135494.282">23044 12665 7656 0,'0'0'9237'0,"0"0"-7013"0,0 0-1620 16,-15 76-360-16,11-53-112 0,-1-1 200 15,5-4 96-15,0-1-428 0,0-5-160 16,0 1-708-16,0-7-52 0,0 4-140 0,0-7-484 16,5 3-1276-16,-5-6-3345 15,0 4-1091-15</inkml:trace>
  <inkml:trace contextRef="#ctx0" brushRef="#br0" timeOffset="138157.454">23009 12458 5684 0,'0'0'5777'0,"0"0"-4369"0,0 0-476 15,0 0-312-15,0 0 692 0,0 0 192 16,0 0-292-16,0 0-524 0,0 0-440 16,0 0-176-16,32-22 28 0,-12 19-100 15,-5-3-68-15,-2 2-104 0,2 2-272 16,2 2-320-16,-6-5-168 0,6 5-520 0,-6 0-812 16,1 0-1937-16,-3 0-1775 0</inkml:trace>
  <inkml:trace contextRef="#ctx0" brushRef="#br0" timeOffset="138430.317">23415 12484 5884 0,'0'0'5521'0,"0"0"-3869"15,9 73-684-15,-5-35-400 0,-1 16 532 0,1 3 540 16,0 9-196-16,4 8-460 15,-4 5-396-15,1 7-296 0,-2 3-36 16,-3 6-124-16,0 0-68 0,0 1 28 0,0-5-88 16,-8-4 0-16,4-8-4 0,0-13 0 15,4-11-68-15,0-17 60 0,0-7-4 16,0-12-112-16,0-9-156 0,0-7-136 16,0-3-196-16,0 0-136 0,0-10-188 15,4-9-456-15,-4-6-1004 0,4 3-2441 16,-4-26-2435-16</inkml:trace>
  <inkml:trace contextRef="#ctx0" brushRef="#br0" timeOffset="138643.325">23431 12753 7160 0,'0'0'5201'0,"0"0"-4089"0,0 0-376 0,0 0-252 0,64-72 436 15,-40 65 320-15,-1 4-208 0,-2 3-364 16,3 7-300-16,-4 2-132 0,-5 10 80 0,-3 3 200 15,-7 3-64-15,-1 8-184 16,-4-3-60-16,-4 10-100 0,-9-3-108 0,2 2-4 16,-6-5-44-16,2-5-232 0,-2-3-280 15,10-14-152-15,-1-5-24 16,8-7 44-16,0-17-576 0,4-15-1364 16,4 7-2453-16,16-35-1807 0</inkml:trace>
  <inkml:trace contextRef="#ctx0" brushRef="#br0" timeOffset="139060.326">23886 12141 4832 0,'0'0'6765'0,"0"0"-5061"0,0 0-360 15,23 70-184-15,-19-32 68 0,1 10 36 16,-5 2-168-16,0 5-264 0,0-5-248 16,0-2-216-16,4-1-228 0,-1-8-140 15,1-2-132-15,0-8-428 0,4-3-344 16,4-7-204-16,-4-4-240 0,9-5-368 15,2-4-308-15,-3-6 52 0,4 0-325 0,0 0-559 16,0 0-88-16,-1 0 1068 16,2 0 1876-16,-1 6 2188 0,-1 4 92 0,1-1-4 15,1 4-284-15,-2 0-267 0,-3-3-113 16,0-2-196-16,4-1-308 0,-4-3-256 16,4-4-180-16,0-6-300 0,-1-10-152 15,5-4-108-15,-3-2-112 0,-2-3-76 0,-6 3-180 16,-2-1-4-16,-7 7 36 15,-4 1 88-15,0 5 128 0,-12 4-68 0,-8 2 64 16,-4 4 12-16,1 0 124 0,-5 7 212 16,0 6 20-16,0 2-20 0,0 5-56 15,8 2 16-15,0 0 0 0,4 3-16 0,4 0-84 16,5-2-36-16,3-2-160 0,4-1 0 16,0 0-148-16,4-8-228 0,11-2-276 15,5-1-4-15,8 1-196 0,4-7-376 16,8-3-700-16,-8 0-1917 0,20-3-2139 15</inkml:trace>
  <inkml:trace contextRef="#ctx0" brushRef="#br0" timeOffset="139594.911">25213 12471 628 0,'0'0'8824'0,"0"0"-6955"0,0 0-521 0,0 0 208 16,83-6 268-16,-47 9-76 16,0 3-304-16,7 1-232 0,-3-1-420 0,4 0-316 15,-4-2-187-15,4-1-105 0,-8-3-28 16,-8 3-108-16,-5 0-48 0,-3-3-120 15,-12 6-36-15,-4 4-40 0,-4 7-121 0,-8 1 101 16,-7 8-40-16,-9 5 84 0,-8 4 12 16,-4 0 112-16,0 3 40 15,0 0 8-15,0-3 84 0,4-3-72 0,8-1 132 16,5-2 184-16,6-4 48 0,9-3 5 16,4-3-117-16,0-3-92 0,13-2-40 15,6-6 48-15,9-4-80 0,4-1 20 0,4-3-120 16,4-9-124-16,7-11-252 0,-2-2-160 15,2-3-277-15,1-4-247 16,-8-2-500-16,-8 5-1504 0,7-13-3661 0</inkml:trace>
  <inkml:trace contextRef="#ctx0" brushRef="#br0" timeOffset="139912.845">26017 12700 11909 0,'0'0'5288'16,"0"0"-4396"-16,0 0-448 0,8 66 552 15,0-49 724-15,0-11-299 16,12-4-609-16,0-2-536 0,8-12-276 0,8-7-52 16,-1-9-200-16,1-4-256 0,5-6-124 15,-10 3-1-15,1-1-35 16,-9 5-64-16,-6 5-36 0,-6 4 16 0,-2 7 112 0,-9-1 344 16,-5 6 296-16,-10 4 256 15,-5-1 136-15,-5 5-32 0,-2 2 68 16,-1 0-144-16,4 9 32 0,0 4 112 0,0 9 0 15,9 3-36-15,-6 10-28 0,6 2 13 0,2 5 71 16,2 3 72-16,3-1-60 16,-1 0-36-16,6-2 60 0,3-4-136 15,0-9-264-15,3-4-84 0,10-9-276 0,2-6-100 16,6-8 16-16,3-2-28 16,-1-6-156-16,10-6-124 0,-1-7-425 15,-1-7-719-15,-7 4-2580 0,12-16-2493 0</inkml:trace>
  <inkml:trace contextRef="#ctx0" brushRef="#br0" timeOffset="140177.735">26698 12500 1032 0,'0'0'6976'0,"0"0"-379"0,0 0-5377 0,0 0-816 16,28 83 220-16,-24-58 580 0,-4 6 164 16,0-2-48-16,0 0-408 0,-4-4-339 15,4 0-161-15,0-6-108 0,0-2-112 16,0-5-24-16,0-3 16 0,0-2-52 15,0-4-48-15,4-3-72 0,0 0 72 16,8-6-84-16,0-7-8 0,9 1-76 16,2-7-60-16,1-4-52 0,4-3-8 15,0 1 72-15,0-3-28 0,-4-1-116 16,3-2-172-16,-3-5-77 0,0 4-155 0,-4 1-176 16,0-1-380-16,0 10-1020 0,4 0-952 15,-8 9-2101-15,8 3-2611 0</inkml:trace>
  <inkml:trace contextRef="#ctx0" brushRef="#br0" timeOffset="140444.045">27260 12583 1420 0,'0'0'10021'0,"0"0"-7325"16,4 69-1216-16,-4-47-140 0,4 4 124 0,-4-7 216 15,5-4-276-15,2-2-531 0,5-7-437 16,4-2-144-16,4-4-40 0,8 0-56 0,0-10-76 16,7-3-120-16,1-2-12 15,4-7-340-15,-4-1-56 0,4-5 32 16,-8 3-48-16,-4-1-41 0,-4 0-7 0,-9 4 168 15,-6 0 240-15,-9 3-32 0,-9 0 96 16,-6 0 172-16,-9 3 48 16,-4 3 120-16,-4 7-88 0,-4 3-7 0,0 3-25 15,1 6-28-15,3 10 4 0,0 3 32 16,0 7 4-16,8 2-40 0,-4 0-36 16,12 5 4-16,-4-5-4 0,8-3-108 15,0-2-48-15,4-1-352 0,5-3-264 16,3 3-268-16,0-3-285 0,0-3-927 15,-4 7-4184-15</inkml:trace>
  <inkml:trace contextRef="#ctx0" brushRef="#br0" timeOffset="140587.882">28300 12934 6444 0,'0'0'11201'15,"0"0"-8337"-15,0 0-1708 16,0 0-363-16,0 0-469 0,0 0-324 15,-84-2-276-15,52-8-529 0,-3 4-375 0,-5-1-520 16,8 1-3192-16,-20-4-7925 0</inkml:trace>
  <inkml:trace contextRef="#ctx0" brushRef="#br0" timeOffset="143771.44">12435 14798 5956 0,'0'0'6997'16,"0"0"-5445"-16,0 0-716 0,99 16 132 0,-55-12 240 15,0-4-364-15,3 0-388 16,5-4-224-16,0-5-108 0,-4 0-52 16,0-1-72-16,-8 1-56 0,-5 2 4 0,-7 1-192 0,-4 2-260 15,-7 4-216-15,-10 0-324 0,-3 0-312 16,-4 0-608-16,0 6-629 0,-4 0-527 16,-16 11-2732-16</inkml:trace>
  <inkml:trace contextRef="#ctx0" brushRef="#br0" timeOffset="143979.719">12323 15014 1212 0,'0'0'5796'0,"0"0"-1839"0,0 0-2325 16,0 0-524-16,0 0 236 0,0 0 40 16,0 0-176-16,80 70-108 0,-37-64-400 15,2 1-112-15,2-7-100 0,-3 0-96 16,-4-4-196-16,0-2-196 0,-9 0-68 15,1-1-4-15,-4 1-136 0,-4 0-316 0,-8 3-248 16,0-1-212-16,-8 4-240 16,0 0-972-16,-4 0-1912 0,-4 0-2329 0</inkml:trace>
  <inkml:trace contextRef="#ctx0" brushRef="#br0" timeOffset="144329.389">12362 14391 2552 0,'0'0'7824'0,"0"0"-5639"0,0 0-869 16,0 0-428 0,0 0-96-16,0 0-528 0,0 0-264 0,-95 71 0 0,72-33 0 15,-5 3 0-15,0 7 88 0,0 6 0 0,0 0-84 16,-4 3 96-16,4 0 56 0,0 4-56 15,8-8-52-15,0-1 64 16,8-5 76-16,8-6-12 0,4 1-28 0,4-5 28 0,12 2 72 16,8-8 96-16,8 4 128 15,8-3-28-15,3-4-100 16,2 0 48-16,2-2-60 16,1-3-76-16,0-1-60 0,0-3-108 0,4-3 44 15,-1 0-132-15,5-3-36 0,0-1-256 16,0 1-456-16,0-3-212 0,0-1-292 15,-5 1-1172-15,-12-3-2685 16,14-3-3927-16</inkml:trace>
  <inkml:trace contextRef="#ctx0" brushRef="#br0" timeOffset="145061.66">14188 14259 10576 0,'0'0'2105'0,"0"0"-1021"15,0 0 20-15,0 0 192 0,0 0-256 16,0 0-112-16,4 94-224 0,0-45-116 16,-4 11-172-16,0 10-24 0,0 9-60 15,-4 0-80-15,-4 10-92 0,-4-3-48 16,0-4-52-16,-4-2-52 0,4-7-8 15,-1-12-100-15,6-14 88 0,-1-9-36 0,4-16 36 16,4-9 4-16,0-7-76 16,0-6-124-16,0-3-268 0,8-2 48 0,3-12 136 15,10 1 292-15,3-3 4 0,8 0 104 16,-4 0-108-16,0 7-60 0,0 1 52 16,-5 6 8-16,-7 5 84 0,4 0-8 0,-8 5 156 15,-4 6-76-15,-1 1 4 16,-2 1 0-16,-1 3-4 0,-4-1-32 0,0 1-4 15,0 0 40-15,-4-2 96 0,-4 0 0 16,-4 0 145-16,0-5 71 16,-4 1-276-16,-4-1-136 0,0-7-60 0,-4 2-132 0,4-4-100 15,-3 0-48-15,-5-6-133 16,4-3-111-16,0-5 0 0,0-1-160 16,4-1-100-16,8 0-364 0,4-3-812 0,8 0-940 15,8-3-1881-15,4 6-1203 16,16-10 4392-16</inkml:trace>
  <inkml:trace contextRef="#ctx0" brushRef="#br0" timeOffset="145427.331">14530 15046 4492 0,'0'0'8'0,"0"0"6372"0,0 0-4135 0,80 83-529 15,-68-46 44-15,-4 2-296 0,0-1-156 16,-8 3-196-16,0-6-236 0,0-3-207 0,0-10-293 16,0-6-264-16,0-9-112 15,0-7-112-15,8 0 4 0,4-10-48 16,8-6 72-16,-1-6-100 0,6-3-61 0,-1-5-83 15,-5 2-48-15,1 3 36 0,4 9-88 16,0 10 84-16,0 6 136 0,4 6 208 16,0 10 136-16,3 12 72 0,1 4-204 15,-4 5 8-15,0 9-12 0,0-2 4 0,-4 8 4 16,0-5 0-16,-8 10-4 16,0 3 56-16,-8 3 124 0,-4 4 172 0,-4 3 44 15,-4 3-24-15,-12-3-20 0,-8-4 33 16,0 1-125-16,-4-6-80 0,-4-11-28 15,1-6-84-15,-1-12-72 0,0-9 0 16,4-14-4-16,-4-5-176 0,4-8-88 16,-4-11-8-16,4-8-65 0,0-9-135 15,4-9-60-15,0-6 84 0,5-7-72 16,2 0-104-16,10-3-256 0,3-4-344 16,4 5 172-16,20-5 352 0,12 3 36 0,7-2-144 15,17 0-92-15,4-1-316 0,-9 17-1385 16,37-23-2571-16</inkml:trace>
  <inkml:trace contextRef="#ctx0" brushRef="#br0" timeOffset="146414.707">16291 15161 6320 0,'0'0'4476'0,"0"0"-2855"15,0 0-421-15,0 0 120 0,0 0 416 16,0 0-196-16,84 35-448 0,-44-35-356 0,-1 0-356 16,10-10-112-16,3-4-256 0,-1 0-12 15,-3-7-12-15,3 3-84 16,-6-1-420-16,-2 0-84 0,-7 0-184 0,-3 3-68 0,-10 3-468 16,-3-2-1328-16,-5 5-2653 15,-6-2-2599-15</inkml:trace>
  <inkml:trace contextRef="#ctx0" brushRef="#br0" timeOffset="146698.455">16701 14859 2728 0,'0'0'8'0,"0"0"2968"0,0 0 1444 16,0 0-2295-16,0 0-329 0,-79-13-480 16,71 22-472-16,4 8-208 0,4 4-64 15,0 8-24-15,4 3 20 0,4 10 20 16,4 2-72-16,-1 3-76 0,6 10 12 15,-1 1 24-15,0 5-172 0,-9 1-108 0,6 3-112 16,-5 2-84-16,-4-1 0 0,3-3-4 16,-3-1 4-16,1 0-8 15,-1-11-40-15,0 1 36 0,0-8-120 0,-4-13-64 16,0-3 100-16,0-11 84 0,0-10-124 16,0-2-144-16,0-7-160 0,0-4-136 15,0-6 232-15,-4-5-24 0,-9-4-36 16,-2-10-228-16,-6-6-484 0,2-3-1124 15,-1 7-1717-15,-12-21-1847 0</inkml:trace>
  <inkml:trace contextRef="#ctx0" brushRef="#br0" timeOffset="146960.633">17204 14477 3768 0,'0'0'7361'0,"0"0"-5809"0,0 0-672 0,0 0-232 16,0 0 240-16,0 0 384 0,0 67-76 0,-5-32-320 16,1 4-308-16,1 8-200 15,-1 2-136-15,0 1-168 0,-4 0-64 0,4-2-120 16,4-1-236-16,0-2-432 0,0-8-328 15,0-1-636-15,8-11-2256 16,4 2-3425-16</inkml:trace>
  <inkml:trace contextRef="#ctx0" brushRef="#br0" timeOffset="148243.665">17686 15014 2860 0,'0'0'0'0,"0"0"0"0,0 0 1044 16,0 0 612-16,0 0-720 0,0 0-532 16,0 0-264-16,0 0-36 0,0 0 208 15,0 0 364-15,0 0 116 0,-4-6-132 16,4 6 128-16,0 0-39 0,0 0 23 0,0 0 84 15,-4 0-76-15,4 0-172 0,0 0-164 16,0 0-140-16,0 0-64 0,0 0-40 16,0 0-84-16,0 0-68 0,0 0-48 15,0 0 0-15,0 0-4 0,0 0 4 16,0 3-72-16,0-3 72 0,0 0 76 16,0 0 12-16,0 0-24 0,0 0-56 0,0 0 44 15,0 0 8-15,0 0-8 0,0 0-40 16,0 0 52-16,0 0 12 15,0 0 8-15,0 0 4 0,0 0-36 0,0 0 0 16,0 0 0-16,0 0-40 0,0 0 64 16,0 0-72-16,0 0-4 0,0 0-8 15,0 0-4-15,0 0-40 0,0 0 48 16,0 0 4-16,0 0 4 0,0 0 4 16,0 0 56-16,0 0 12 0,0 0 12 0,0 0 24 15,0 0 24-15,0 0-12 0,0 0 24 16,0 0 52-16,0 0 24 15,0 0-36-15,0 0-80 0,0-3-60 0,0 3-48 16,0 0-8-16,0 0-56 0,0 0 52 0,0 0-88 16,0 0 16-16,0 0 8 15,0 0 12-15,0 0 56 0,0 0-4 0,0 0 12 16,0 0 52-16,0 0 32 0,0 0 28 16,0 0 0-16,0 0-24 0,0 0-12 15,0 0-4-15,0 0-60 0,0 0-4 16,0 0 0-16,0 0-8 0,0 0 4 0,0 0-4 15,0 0-12-15,0 3 0 16,0-3 0-16,0 3 12 0,0-3 80 16,0 0 28-16,0 0 16 0,0 0 0 0,0 0 12 15,0 0-48-15,0 0-40 16,4 0-36-16,-4 0 112 0,4 0-28 0,4 0-88 16,4 0 104-16,8 0 0 0,3 0-16 15,5 7-8-15,0-4-88 0,8 0 12 16,-4 3 96-16,3-2-8 0,6-4-52 15,-1 0-40-15,-1-4-8 16,6-5-40-16,-6-1-376 0,1-2-324 16,-9-1-176-16,1 3-204 0,-8 1-416 0,-7 2-1088 0,-9 5-3137 15</inkml:trace>
  <inkml:trace contextRef="#ctx0" brushRef="#br0" timeOffset="148479.731">17798 15373 3420 0,'0'0'7352'0,"0"0"-5679"0,0 0-729 16,0 0 124-16,0 0 504 0,0 0-60 16,0 0-300-16,0 0-364 0,0 0-260 15,83 10-40-15,-51-10 84 0,-4 6-59 16,-1-4-209-16,5 3-120 0,5-3-64 15,-1 2-96-15,-1-4-84 0,5 0-60 0,0 0-328 16,4-4-389-16,-1-5-415 0,5-1-560 16,-12 4-2672-16,16-13-3809 0</inkml:trace>
  <inkml:trace contextRef="#ctx0" brushRef="#br0" timeOffset="148760.753">18977 15090 6916 0,'0'0'9905'15,"0"0"-8045"-15,0 0-1468 0,0 0-332 0,0 0 300 16,0 0 360-16,0 0 476 0,0 0-527 15,87 35-309-15,-51-31-152 16,0-4-76-16,4-4-132 0,4-5-204 0,-5 0-328 0,2-8-309 16,-2 1-195-16,-3-3-168 15,-4 4-536-15,-4-1-1152 0,-12 3-2501 16,4-9-3327-16</inkml:trace>
  <inkml:trace contextRef="#ctx0" brushRef="#br0" timeOffset="148971.12">19519 14697 628 0,'0'0'5776'0,"0"0"545"0,0 0-4741 16,0 0-648-16,0 0-28 15,0 0 260-15,0 0 0 0,0 0-168 0,0 0-308 16,-8 73-164-16,12-41-12 0,-4 3 84 16,0 0-63-16,0 6-277 15,0 4-148-15,0 2-108 0,0 3 0 0,-9 7-72 16,2 1-36-16,3-1-100 0,-4-3-168 15,-1-3-209-15,5-6-207 0,4-8-88 16,0-8-224-16,0-4-568 0,4-9-1352 0,9-7-3381 16</inkml:trace>
  <inkml:trace contextRef="#ctx0" brushRef="#br0" timeOffset="149541.303">20045 15087 8112 0,'0'0'4813'0,"0"0"-3045"0,0 0-448 0,0 0-428 15,0 0 52-15,0 0 412 0,0 0-168 16,99 20-240-16,-56-20-291 16,6 0-305-16,3 0-192 0,-1-14-40 0,-3 5-112 15,0-7-8-15,-4 3-8 0,-5-2-64 16,2 2-160-16,-9-3-192 0,0 3-137 16,-9 4-119-16,-11 3-372 0,0 2-400 0,-12 4-1268 15,0 0-1744-15,-15 10-829 0</inkml:trace>
  <inkml:trace contextRef="#ctx0" brushRef="#br0" timeOffset="149743.436">20136 15319 1760 0,'0'0'7260'0,"0"0"-5207"0,0 0-625 0,0 0-64 0,0 0 340 16,0 0-324-16,51 64 60 15,-18-58-348-15,7-4-344 0,7-2-200 16,-2-5-192-16,7-8-176 0,-5-2-132 0,1-6-48 31,-4 3-132-31,-1-4-368 0,-6-1-196 0,2 4-112 16,-7-3 156-16,-4 3-572 0,-4 3-1184 0,-8 7-2457 0,-13-3-2007 15</inkml:trace>
  <inkml:trace contextRef="#ctx0" brushRef="#br0" timeOffset="150020.655">20487 14811 6856 0,'0'0'4981'16,"0"0"-3905"-16,0 0-680 0,0 0 480 15,0 0 628-15,0 0-176 0,-4 68-508 16,4-25-340-16,0 7-108 0,0 8-28 15,0 2-24-15,0 8 120 0,0-2-84 0,-4 0-184 16,0 5-76-16,-4-5-96 0,0-2-4 16,4-1-216-16,-4-2-112 15,4-8-156-15,0-2-92 0,4-7-84 0,8-5-116 16,4-8-356-16,4-8-732 0,-1-11-760 16,10-12-2465-16</inkml:trace>
  <inkml:trace contextRef="#ctx0" brushRef="#br0" timeOffset="150362.352">21336 15202 6156 0,'0'0'9537'0,"0"0"-7701"15,0 98-1092-15,-4-57-200 0,-5 9 180 0,9-1 544 16,-4-5-428-16,4-5-559 0,4-8-281 15,9-8-4-15,-2-9-81 0,10-7-87 16,3-7 16-16,-1 0-40 0,5-15-20 0,0-7-52 16,4-4-88-16,-4-2 52 0,0-5 48 15,-4 2 84-15,0-1 36 0,-5 0 16 16,-2 1 120-16,-6 2 0 0,-3-3 84 16,-3 0-12-16,-5 4-60 0,0-1 76 15,-13 3 8-15,-2 8 52 0,-6-1 36 0,1 9 84 16,-3 4 12-16,-1 6-24 0,0 6-220 15,-8 6-36-15,4 12-208 16,-4 1-204-16,-4 3-104 0,8 1-132 0,0 2-288 16,13-1-840-16,-1-8-2212 0,8 6-4081 15</inkml:trace>
  <inkml:trace contextRef="#ctx0" brushRef="#br0" timeOffset="150544.16">22642 15756 10244 0,'0'0'9301'0,"0"0"-8725"16,0 0-576-16,0 0-932 0,0 0 404 0,0 0 528 16,0 0 0-16,-84-58-460 0,69 44-1516 15,3 2-2396-15,-12-1-1945 0</inkml:trace>
  <inkml:trace contextRef="#ctx0" brushRef="#br0" timeOffset="180230.526">2254 12636 456 0,'0'0'6932'0,"0"0"-5024"16,0 0-127-16,0 0-545 0,0 0-572 15,80-45-296-15,-52 33 16 0,4-3 160 16,8-5 280-16,12 1-32 0,4-3-376 16,11-3-80-16,5 5-12 0,12 1-12 0,-1 1-124 15,8-1 36-15,10 6-28 16,2-4-24-16,9 5-72 0,8-4-52 0,7 4-32 16,4-1 32-16,4 0 0 0,1 4-48 15,3-1 0-15,1 4-72 0,3 3 60 16,1 3 8-16,0 6 0 0,-2 7-60 15,2 5 64-15,-4 8 12 0,3 2-12 16,-3 0-48-16,2 8 36 0,2 2 12 0,4 3 0 16,0 7 4-16,-6 0 36 15,6 2 36-15,-4 7-76 0,-9 0-44 16,5 4-28-16,-9 3 8 0,4 5 60 16,-7 5 0-16,4 2 4 0,-5 10 8 0,-7 5-4 15,-1 5 132-15,-8 5-80 0,-7 4-56 16,0 3-52-16,-9 0 40 0,-3 0 24 0,-4-4-24 15,-4 1-24-15,-1 3 32 16,-3-3 4-16,-5 0 0 0,1 0 8 16,-12 3 4-16,-1 3-8 0,-7 0 64 0,-8 6-68 15,-4-3 0-15,-8 4-160 16,-4 3 156-16,-8 0 4 0,-5 3 0 0,-6-1-8 16,-10 4 16-16,-3-3 60 0,-3-1-4 15,-10 2-64-15,-6-8-12 0,-5-3 12 16,-4 0 12-16,-8-5 64 0,-7-5-28 0,-2 1 16 15,-15-6 8-15,-3 0-68 0,-9-8 48 16,-8 4-52-16,-12-6-4 16,-7 0 4-16,-8-3 4 0,-13-3 4 0,-3-4-8 15,-9-6-120-15,-7-10 116 0,-1 1-92 16,-12-10 36-16,1-7-4 16,-5-5-156-16,-7-8 208 0,4-4-200 0,-9-11 212 15,5-7 12-15,-4-5 64 0,-1-7 8 16,-2-5-8-16,-6-7-76 0,0-9 172 15,2-2-48-15,-6-5-112 0,9-5 0 0,-9-1 112 16,6-8-120-16,-6-2 0 0,4-7-4 0,6-3 0 16,2-4-136-1,5-1 124-15,0-5-124 0,7-2-172 0,-4-8 120 16,5 1 52-16,3-3-88 0,2-3 224 16,2-3-296-16,4-4 84 0,9-6 160 15,-1-4 4-15,9 1-60 0,3-7 108 16,5 4 112-16,8-7-36 0,10 7 96 0,2-4-160 15,7-2 28-15,9 3-40 0,7-5 48 16,1-2-120-16,11-3-192 0,4 0 52 16,4 1-12-16,8-2 120 0,5 0 28 15,7 5 64-15,4-2-76 0,12 2 64 16,4 0 24-16,8 0 104 0,8 0-96 0,0 0 84 16,8-2-92-16,12 1-12 0,0 3-192 15,8 4 132-15,0-1-4 0,4 8 12 16,4 4 20-16,-1 1 40 0,5 3 4 15,-1 3-216-15,6 4 216 16,-6 3-124-16,6 0 84 0,-2 3 28 0,2 7 12 16,-6-2-76-16,5 8 28 0,0 3 44 15,-4 4-12-15,3 4-32 0,1 5 48 16,0 6-52-16,0 7 16 0,0 1-28 16,-5 11 12-16,-2 4-20 0,-2 5-44 15,-3 4 108-15,-4-1-168 0,-5 7 84 0,-6 0-44 16,3 5-132-16,-8 0 140 0,-1 4 124 15,2 2-184-15,-5 4-284 0,-1 1-424 16,-3 0-569-16,0 3-1043 0,1-3-1984 0,-5 3 1424 16</inkml:trace>
  <inkml:trace contextRef="#ctx0" brushRef="#br0" timeOffset="182221.55">2230 13541 8068 0,'0'0'4069'15,"0"0"-2549"-15,0 0-824 0,0 0-328 16,0 0 452-16,0 0 312 16,0 0-436-16,0 0-372 0,0 0 20 0,37 73 28 15,-25-25 144-15,-5 12 64 0,2 13-104 0,-9 6-108 16,0 7-188-16,0 0-72 0,-13 0-108 16,6-7-44-16,-6-3 40 0,5-10 0 15,-3-5-60-15,7-16-116 0,0-14-152 16,4-5-72-16,0-14-124 0,0-5-172 15,0-7-104-15,0-3-168 0,0-11-372 16,8-7-700-16,3-11-148 0,-3-9-445 0,1 6-667 16,2-36-1775-16</inkml:trace>
  <inkml:trace contextRef="#ctx0" brushRef="#br0" timeOffset="182525.449">2346 13655 3588 0,'0'0'336'0,"0"0"5356"15,0 0-3759-15,60-72-461 0,-32 61-148 0,-4 9-188 16,0-2-104-16,3 4-248 0,-7 4-136 15,5 2-108-15,-5 7 52 16,-5 3-28-16,2 0-220 0,-6 6-148 0,-3 3-100 16,1 6-32-16,-9 2-52 0,0 5-12 15,-9 3-344-15,-3 0-72 16,-4 4-24-16,-3-7-28 0,-2-1 48 0,-3 2 148 16,0-7 88-16,1-4 184 0,-1-2-100 15,4-7 100-15,4-3 4 0,0-4 108 16,8-3-76-16,4 2-36 0,4-3-88 15,0-1 88-15,8 5 260 0,3 2 76 16,6-1-4-16,7-4-60 0,0 4-100 0,3-7-40 16,1 0-32-16,0-3 24 0,4-3-28 15,-4 0-72-15,4-9-24 0,0-1-244 0,-4-5-384 16,3-1-200-16,1-3-600 16,-11 5-1692-16,7-7-3553 0</inkml:trace>
  <inkml:trace contextRef="#ctx0" brushRef="#br0" timeOffset="182829.159">2848 14189 6536 0,'0'0'7369'0,"0"0"-6545"15,0 0-648-15,28 66 544 0,-16-56 596 16,0-4-160-16,4-6-552 0,4-6-200 16,8-10-48-16,0-6 0 0,3-7-76 15,5-5-280-15,-8-8-36 0,4 4-244 16,-8-3-100-16,-4 9 0 0,0 4 48 0,-12 3 148 15,-4 6 60-15,-4 5 112 0,-4 5 12 16,-8-1 136-16,-8 7-28 0,-4-1-108 16,-4 4 4-16,4 0 24 0,0 13-28 0,5 7 0 15,-1 8 48-15,4 10 148 0,4 4 100 16,0 5 72-16,3 1 24 16,2 0-64-16,-1-4-32 0,8-6-156 0,0-6-140 15,0-11-72-15,0 0-184 0,11-13-272 16,2-2-48-16,2-6-12 15,6-2-44-15,3-10-296 0,4-11-1028 0,-9 4-2513 16,9-23-3855-16</inkml:trace>
  <inkml:trace contextRef="#ctx0" brushRef="#br0" timeOffset="183229.804">3458 13890 3240 0,'0'0'10445'0,"0"0"-9201"0,0 0-992 16,3 82 488-16,-3-52 984 0,-3-5-8 15,-5-3-520-15,4-3-696 0,0-3-436 0,4-6-64 16,0-1-100-16,0-3-68 16,0-3-248-16,4-3-48 0,4-3 0 0,4-6 80 15,0-4 52-15,3-6-24 16,6 0-100-16,-1-7-16 0,-5 8 100 0,6-1 96 16,-6 3 52-16,-2 6 88 0,-2 3-24 0,2 5 160 15,-2 2 184-15,-3 0 40 16,1 0 40-16,-6 2-4 0,1 3-24 15,0-3-12-15,0 2 136 0,-4-2-52 0,4 2-60 16,-4-2-52-16,0-2-36 16,0 5-64-16,0-5-8 0,0 0 32 15,0 0 16-15,0 0-36 0,0 0-28 0,0 0-24 16,0 0-48-16,0 0-132 16,-4 0-92-16,4 0-56 0,0 0-52 15,-4 0 0-15,4 0-40 0,0 0-48 0,0-5-28 16,0 5-52-16,0 0-168 0,-4 0-336 15,4 0-340-15,0-2-164 0,-4 2-305 0,1 0-495 16,-2 0-840-16,1-4-540 16,0 4 2736-16,28 11 760 0</inkml:trace>
  <inkml:trace contextRef="#ctx0" brushRef="#br0" timeOffset="184445.325">3685 13633 5004 0,'0'0'1496'0,"0"0"3417"16,0 0-3233-16,0 0-676 0,0 0-4 15,0 0 396-15,0 0-92 16,0 0-192-16,0 0-436 0,0 0-344 0,0 0-112 15,-12 0-24-15,0 16-124 0,-8 6-24 16,1 4-36-16,-2 2 60 16,-3 7 4-16,5-4-16 0,3 5-48 0,-1-5-8 15,6-2 8-15,-1-4 0 0,8-5-8 16,-1-1 0-16,5-4 0 0,0 5-4 16,9-4 4-16,-1 3-4 0,7 0 40 0,2 0-32 15,-1-1 48-15,3 2-48 16,-2-1 88-16,2 0 0 0,-3-1 4 15,-4 1-40-15,0 4-12 0,0-7 24 0,-4 0-12 16,-4 0 16-16,0-4-4 0,0 4 48 16,-4-3 4-16,0-3 21 0,0 5 63 15,-4-2-16-15,-8 0-44 0,4-1-52 16,0 1-12-16,-4-7-84 16,4 0-88-16,-3 1-264 0,2-7-121 0,-3 0-63 15,5 0-24-15,-6 0-4 0,2-9-144 16,-1-1-240-16,-1-3-616 0,2-6-864 15,2 0-752-15,5-3-2585 0</inkml:trace>
  <inkml:trace contextRef="#ctx0" brushRef="#br0" timeOffset="184925.206">3869 13916 732 0,'0'0'8216'0,"0"0"-6223"15,0 0-1053-15,0 0 248 0,0 0 312 0,11 70 204 16,-7-48-408-16,-4 3-444 0,0 1-384 15,0-4-136-15,4 0-12 16,0 0-64-16,1-8-36 0,-2-2-148 0,1-3-72 0,4-5-4 16,0-4-68-16,0 0 64 0,4 0-40 15,3-4-136-15,2-3-160 16,-2-5 36-16,6-1 76 0,-5-3 0 0,-1-2-28 16,6-5-24-16,-6 4-40 0,2-3 76 15,-6 0 28-15,2 0 80 0,-2 2 140 16,-7 7 48-16,4 4-40 0,-3 4 240 15,-5 5 100-15,3 0-4 16,-3 5-108-16,4 4 36 0,-4 10 208 0,4 4 32 16,-4 3 16-16,0 2 80 0,0 0-72 15,0-5-220-15,0-1-204 0,0-5-112 0,0-5-184 16,4-3-252-16,4-3-148 0,0-6-152 16,0 0-108-16,8-2-216 15,0-11-788-15,3-6-1124 0,2-7-1889 0,-9 7-955 16</inkml:trace>
  <inkml:trace contextRef="#ctx0" brushRef="#br0" timeOffset="185429.193">4426 13843 4028 0,'0'0'6264'15,"0"0"-3543"-15,0 0-1689 0,0 0-384 0,0 79 436 0,-4-57 528 16,0 4-276-16,0-5-316 16,-4 2-372-16,4-4-224 0,4-3-240 15,0-6-184-15,0-4-72 0,0 0-40 0,0-6-44 16,4 0-112-16,8-3-136 15,4-6 12-15,-1-4 96 0,6-3 64 16,3 0-184-16,0 0-44 0,-1 4 28 0,-3-2 72 16,1 8 124-16,-6 4 36 15,2-2 200-15,-2 4 64 0,-2 0 272 16,-6 6-52-16,1-2 52 0,0 3 60 0,0-1 36 16,-4 0-100-16,4 3-136 0,0-2-100 15,4-1-44-15,0 4-4 0,4-4 268 16,0-3-192-16,0 3-120 0,3-6-4 15,5 0-12-15,4 0 12 0,4 0-208 16,-4-9-344-16,4 0 320 0,0-4-128 0,-4-1 188 16,4 0-184-16,-8 1-116 0,0-4 100 15,-9 2 124-15,2 2 248 0,-6 0 24 16,-3 4 164-16,-8-4 108 0,0 6 128 16,0 1 20-16,-8 0-124 0,-3 3 12 0,-2-1-184 15,-2 4-100-15,-2 7-48 16,-2 5 0-16,-1 5 68 0,0 5 44 0,0 3 60 15,0 0 12-15,8 4-12 0,-4-3 24 16,8-4-64-16,4-6-20 0,1-1-112 16,3-5-112-16,3 0 16 0,5-4-4 15,8-3-108-15,0 0 100 0,8-3-100 16,4 0-136-16,4 0-64 0,8-6 324 16,-1-4-412-16,6-3-828 0,-2 1-940 15,-7-1-1781-15,16-6-2987 0</inkml:trace>
  <inkml:trace contextRef="#ctx0" brushRef="#br0" timeOffset="186075.993">6135 14027 9220 0,'0'0'1941'0,"0"0"-1045"15,0 0 144-15,0 0 396 0,0 0-64 0,0 0-220 16,0 0-420-16,0 0-212 0,0 0-76 16,0 0-112-16,-56-13-172 0,41 32-36 15,-2 3 0-15,2 10 44 16,-5 6 40-16,8 1 64 0,-1-1-16 16,10-4-72-16,-5-5-100 0,8-10-84 0,0-6-12 15,0-7-160-15,8-6-24 0,4 0-108 0,7-13-172 16,2-3 80-16,7-9-32 15,0-3-176-15,0-2-116 0,-9-1 84 0,1 6 264 16,-3 2 192-16,-10 8-36 0,5 5-172 16,-8 4-356-16,0 2 276 0,-4 4 468 15,0 7 164-15,0 6 344 0,0 2 184 16,0 8 0-16,4 0-104 0,-4-2 32 16,0 2 12-16,4-4-152 0,0-7-184 0,4-2-296 15,0-7-100-15,0-3-156 0,8 0-40 16,8-16 84-16,-4-6-132 15,7-7-540-15,5-6-696 0,-8 7-1648 0,12-20-3237 16</inkml:trace>
  <inkml:trace contextRef="#ctx0" brushRef="#br0" timeOffset="186269.095">6625 13560 3240 0,'0'0'5208'0,"0"0"-2816"0,0 0-1039 0,17 92 407 0,-13-50 408 16,-1 5-136-16,5 3-492 15,0 5-248-15,1-2-464 0,-2 6-331 16,1 1-365-16,0-4-132 0,-3 2-24 0,2-7-436 16,-3-10-149-16,4-6-11 15,-1-7 156-15,2-8 12 0,-5-9-296 0,4-1-508 0,-8-6-1044 16,0-4-2088-16,0 0-1501 16</inkml:trace>
  <inkml:trace contextRef="#ctx0" brushRef="#br0" timeOffset="186418.371">6458 14049 1472 0,'0'0'7776'0,"0"0"-5439"15,104-16-685-15,-52 6 112 0,11-2-132 0,1-1-536 16,4-2-628-16,-5-4-468 0,1 2-468 16,-4 2-864-16,0 2-724 0,-21 0-2701 0,17 1-4595 15</inkml:trace>
  <inkml:trace contextRef="#ctx0" brushRef="#br0" timeOffset="188977.905">3004 15731 6716 0,'0'0'2452'0,"0"0"-475"0,0 0-961 16,0 0-196-16,0 0 792 16,0 0 16-16,0 0-468 0,0 0-504 15,0 0-420-15,0 0-228 0,0 0 40 0,0 46 152 16,0-18 68-16,0 13 16 0,0 6-76 16,0 11-60-16,0 6-24 0,0 0-52 0,-9 5-72 15,6-6 0-15,-5 0-48 16,4-6-24-16,-5-2-28 0,9-11-220 15,0-12-96-15,0-10-164 0,5-6-52 0,3-6-264 16,7-10-652-16,6-4-932 0,-1-15-2277 16,-1 0-3026-16</inkml:trace>
  <inkml:trace contextRef="#ctx0" brushRef="#br0" timeOffset="189344.22">3538 15509 7768 0,'0'0'4733'0,"0"0"-4097"0,0 0-204 16,-21 93 736-16,18-52 420 0,-5 7-292 15,4 2-392-15,4 7-412 16,0 7-184-16,0 3-52 0,8 6-84 0,-1-3 12 16,10 0-172-16,-6-4-12 0,10-9-72 15,-6-10 12-15,2-8 48 0,2-14 0 0,1-5-60 16,0-11-40-16,4-9 108 0,3 0 4 15,1-12 100-15,0-8-16 16,4-5-84-16,-4-4-40 0,-4-6-72 0,-3 0 4 0,-6 1 32 16,1-4 16-16,-4 3-12 0,-8-1-28 15,0 2-72-15,-4 2 0 0,-4 7 24 16,-8-1 32-16,0 7 116 0,-7 5 52 16,2 6-40-16,2 4 60 0,-6 4-8 15,6 4-64-15,-1 2-28 0,-1 13-80 16,6 0 96-16,-5 4-88 0,4 2-60 15,4 0-64-15,0 1-492 0,4-1-444 0,4-3-844 16,0-6-2453-16,4 3-3159 0</inkml:trace>
  <inkml:trace contextRef="#ctx0" brushRef="#br0" timeOffset="189520.999">4454 15698 7564 0,'0'0'9749'16,"0"0"-8365"-16,0 0-992 0,0 0-12 16,0 0 100-16,0 0-28 15,0 0-416-15,0 0-36 0,0 0-536 0,0 0-324 0,0 0-336 16,44 14-704-16,-37-7-2756 16,-7 18-4213-16</inkml:trace>
  <inkml:trace contextRef="#ctx0" brushRef="#br0" timeOffset="189691.984">4426 16081 548 0,'0'0'12933'15,"0"0"-8909"-15,0 0-3280 0,0 0-16 16,0 0 336-16,0 0 12 0,0 0-179 0,0 0-409 16,0 0-484-16,0 0-4 0,51 0 0 15,-34-2-76-15,-2-3-420 0,6 3-221 16,-5 2-123-16,-1-4-228 0,6 4-532 15,-10 0-1472-15,6 13-3161 0</inkml:trace>
  <inkml:trace contextRef="#ctx0" brushRef="#br0" timeOffset="192677.373">5160 15709 8432 0,'0'0'3989'0,"0"0"-2421"15,0 0-592-15,0 0-672 0,0 0 400 16,0 0 324-16,0 0-148 16,79-69-348-16,-55 62-236 0,4 4-136 0,0 3-36 15,-5 0-116-15,1 0 40 0,-4 7-48 16,-8 5-112-16,-3 4 4 0,-2 10 32 16,-7 6 76-16,-7 6-8 0,-10 9-56 0,-7 7-124 15,-4 0 56-15,-4 3 132 0,0-6 8 16,1-3 4-16,-1-4 0 0,0-4 48 15,8-4-48-15,1-7 52 0,2-4-60 16,10-6 56-16,-2-5-48 0,9-9-12 0,4 2-56 16,4-5 56-16,4 5 72 15,12-3 64-15,4 4 112 0,4-1 32 0,4 0-20 16,0-2-100-16,4-5-40 0,-1 0-120 16,1 0-12-16,1 0-124 0,-1-8-612 15,-1-9-288-15,5-2-356 0,-8 0-1336 16,3-16-3977-16</inkml:trace>
  <inkml:trace contextRef="#ctx0" brushRef="#br0" timeOffset="193011.84">6131 15449 9036 0,'0'0'7185'0,"0"0"-6013"0,0 0-776 16,-15 88 28-16,2-55 964 0,-2 2-68 15,-2 3-568-15,-3-2-555 0,9-6-125 16,-5 2-72-16,4-3-44 0,4-3-17 16,4-7-47-16,4-4-76 0,0-2-84 15,4-4 36-15,11 1 16 0,6 2 156 16,7 5 56-16,3-2 0 0,1 5-4 0,0 2-4 16,0-3 12-16,0 6 52 15,-8 1 12-15,4-1-16 0,-8 0 24 0,-4-2 24 16,-9 2 88-16,2-3-24 0,-5 1 8 15,-4-1-32-15,-4-3-40 0,-9 3-35 16,-6-3-57-16,-1 0-4 0,-4-2-245 0,-4-5-83 16,-4 1-172-16,0-7-180 15,0-6-180-15,-3 0-668 0,-1-10-872 0,8-3-2265 16,-12-22-3003-16</inkml:trace>
  <inkml:trace contextRef="#ctx0" brushRef="#br0" timeOffset="193136.675">6406 15668 11177 0,'0'0'3068'0,"84"-19"-1908"16,-48 13-592-16,7-7-252 0,2 4-164 15,-6-1-152-15,1-3-268 0,-5 4-864 0,2-1-388 16,-14 4-1225-16,18-1-4711 0</inkml:trace>
  <inkml:trace contextRef="#ctx0" brushRef="#br0" timeOffset="193541.54">3016 16837 3180 0,'0'0'6780'0,"0"0"-5015"0,0 0-817 16,0 0 48-16,84 6 260 0,-37-3 192 16,17-3-352-16,12 0-280 0,12 0-52 15,19-9 56-15,9-1-108 0,11-2-252 16,17-4-132-16,7 0-180 0,12-4 8 0,13 2-56 15,6-1 21-15,10-3 63 0,3-1-40 16,9-2-60-16,-6-4-84 0,10 0-72 16,3 1 64-16,8-4 4 0,-4 4-4 15,-3-3-116-15,-14 1-401 0,-7 5-95 16,-15 3-124-16,-13 6-88 0,-19 3-16 16,-17 10-664-16,-39 3-2424 0,4 3-3333 15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5-30T08:27:34.31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2637 4121 5884 0,'0'0'6373'16,"0"0"-5581"-16,0 0-408 16,0 0-156-16,0 0 420 0,0 0 388 15,0 0 44-15,0 0-244 0,0 0-252 0,0 0-200 16,-3 70-52-16,6-32 100 15,5 6 168-15,-4 14-136 0,0 5-132 16,0 10-136-16,0 7-40 0,-4 8-44 0,0 8-108 16,-8 2 4-16,4 7-8 0,-4-1-4 15,1-6-4-15,-6-11-116 0,9-7-48 16,-4-17-120-16,5-13 12 0,3-12-12 16,0-8-76-16,0-16-64 0,0-1-136 0,0-9-160 15,0-4-144-15,0-12-612 0,-5-2-1068 16,1-27-3433-16</inkml:trace>
  <inkml:trace contextRef="#ctx0" brushRef="#br0" timeOffset="541.513">2574 4196 12585 0,'0'0'1416'0,"0"0"-1356"15,0 0-8-15,0 0 732 0,71-79 336 16,-51 67-40-16,-4 2-372 0,8 1-300 0,0 2-52 15,-1 7-12-15,5 0-48 0,0 0-136 16,-4 13-88-16,-3 4-8 0,-6 4 32 0,1 11-8 16,-12 7 8-16,0 5-96 15,-4 3-160-15,0 3-144 0,-11 2 104 16,-6-4 92-16,1-4 100 0,-3-6-176 0,2-3-136 16,-2-6 36-16,2-7 60 0,2-6 24 15,2-7-156-15,2-6-192 0,3 1-156 16,-1-4-200-16,2-7-208 0,3-2-288 15,0-4-52-15,4-3-369 0,4-3 177 16,7-3-204-16,6-3 780 0,-2-1 300 16,6-2 448-16,-5 2 320 0,3 1 144 0,2 2 648 15,-6 2 44-15,5 0-328 0,4 9 140 16,-4-1 160-16,-4 5-56 0,4-3 52 16,-4 5-40-16,0 4 152 0,0-2 9 15,-4 1 51-15,0 3 20 0,-5 0-172 16,1 0-120-16,1 3-60 0,-5 3-76 0,0-3-84 15,-1 7-160-15,1 0-76 16,0-2-48-16,-4 6-52 0,4-2-36 0,-4 2-52 16,0-5-52-16,0 1 4 0,0-8 0 15,0 2 0-15,5-1-12 16,-1-3-16-16,-4 0-68 0,4 0 28 0,-1-7 56 16,1 5 136-16,0-3 40 0,5-3 56 15,-2 2-60-15,1-8-48 0,4 5-88 0,0-8-36 16,-4 6-60-16,8-6-124 0,-4 1-136 15,0 4-140-15,4-4-260 16,-4 3-444-16,0 1-820 0,4-4-468 0,-9 10-2021 16,6-7-2387-16</inkml:trace>
  <inkml:trace contextRef="#ctx0" brushRef="#br0" timeOffset="828.486">3394 4353 3848 0,'0'0'7269'16,"0"0"-6497"-16,0 0-504 0,28 79 396 0,-17-54 892 15,-2-5-84-15,-1-5-392 0,0-5-408 16,0-3-216-16,4-5-36 0,-1 1-112 16,6-3-84-16,2 0-88 0,1-9-128 15,1-4-8-15,-2-6-8 0,1 0-252 16,0-3-84-16,-4-3-40 0,-4 2 52 16,0 0 72-16,-8 8 96 0,0 0 164 15,-4 5 88-15,0 0 124 0,-12 4-52 16,1-1 64-16,-6 4-16 0,-3 0 124 15,1 3-172-15,-2 3 52 0,-3 7-52 16,0 2-52-16,5 5-56 0,-1 2 80 0,0-4-60 16,8 5-72-16,0-7-52 0,3-4-92 0,2-3-128 15,7 1-504-15,0-7-400 16,4 0-1236-16,-1 0-2629 0,18-13-1847 16</inkml:trace>
  <inkml:trace contextRef="#ctx0" brushRef="#br0" timeOffset="1119.137">3888 4403 10424 0,'0'0'2657'0,"0"0"-1865"0,0 0-132 16,0 0 588-16,0 0 264 0,0 0-360 0,0 0-400 15,0 0-432-15,0 0-148 0,0 0-52 16,0 0-8-16,76 29 32 16,-57-51-144-16,6-4-256 0,-5-2-172 0,-5 0 8 15,2-2 116-15,-6 9 32 16,-3-2 60-16,-3 4 140 0,-5 0-28 0,0 6 88 15,-13 4 12-15,2-1 172 0,-6 8 76 16,-2 2 12-16,3 0-76 0,-5 2-36 16,6 8-28-16,-5 6 28 0,4 3-88 15,4-3-60-15,-4 3-8 0,8-4-80 0,0 1-60 16,0-6-320-16,8-4-308 16,0 0-244-16,0-2-676 0,8-1-744 15,8-3-777-15,-4 0-1179 0,16-7 1256 0</inkml:trace>
  <inkml:trace contextRef="#ctx0" brushRef="#br0" timeOffset="1226.435">4144 4298 872 0,'0'0'4776'0,"0"0"-1852"16,86 16-311-16,-58-9-153 0,8 0-616 16,-8-1-600-16,0-4-496 0,0 2-216 0,0-4-148 15,-4 0-176-15,4-6-208 16,0-7-408-16,0-3-284 0,-1-3-140 0,1-3-112 16,-4-4-708-16,-3 1-2345 0,-10 6-687 0,-3-13-108 15</inkml:trace>
  <inkml:trace contextRef="#ctx0" brushRef="#br0" timeOffset="1420.946">4533 3934 6520 0,'0'0'4825'0,"0"0"-4173"0,0 0-176 0,0 0 420 15,-19 82 512-15,10-41 204 0,6 11-168 0,-1 1-324 16,0 4-296-16,0 3-104 16,0 3-72-16,0 2-224 0,-4 1-240 15,0 1-116-15,-4 0-68 0,0-4-72 0,-4 1-100 16,-4-1-300-16,0-6-200 0,1 0-112 15,-2-2-196-15,-3-5-332 0,-4-5-956 0,5-14-1560 16,-18 11-1189 0</inkml:trace>
  <inkml:trace contextRef="#ctx0" brushRef="#br0" timeOffset="1773.293">2011 5109 10904 0,'0'0'2885'0,"0"0"-2885"0,0 0 152 15,0 0 188-15,0 0 1012 0,0 0-220 0,0 0-560 16,0 0-364-16,0 0 228 16,0 0 20-16,88-52-60 0,-28 43-92 15,11-1-20-15,9 1-40 0,12 3 52 16,4-4-4-16,7 4-48 0,5 0-36 0,4-1-84 15,3 4-124-15,0-3 8 16,5 2-4-16,4-2 44 0,-1 3-44 0,-3-1 56 16,3 2-56-16,-3-3-4 0,3 0-4 15,1 2-8-15,3-3 12 0,1-5-12 16,3 3-48-16,1 1 60 0,-5 0 0 0,-3 4 12 16,-8 1-4-16,-5-2-8 15,-3 4-48-15,-13-2-124 0,1-3-180 0,-12 5-236 16,-9-2-124-16,-4-5-200 0,-11 4-416 15,-4-4-900-15,-20 1-2241 0,8-10-5063 16</inkml:trace>
  <inkml:trace contextRef="#ctx0" brushRef="#br0" timeOffset="1937.826">6326 4759 18337 0,'0'0'2112'16,"0"0"-2112"-16,0 0-500 0,0 0 20 16,0 0-8-16,0 0-44 0,0 0-308 15,0 0-1060-15,-83 9-4001 0</inkml:trace>
  <inkml:trace contextRef="#ctx0" brushRef="#br0" timeOffset="6194.417">8283 3991 8836 0,'0'0'1696'0,"0"0"-783"16,0 0-489-16,0 0 80 15,0 0 1268-15,0 0-536 0,0 0-164 16,0 0-312-16,-36-20-252 0,40 20-188 0,8 4-36 16,12 3 52-16,8-1 68 0,12 0 124 15,3 3-112-15,5-2-196 0,0-1-120 16,3 1 56-16,-2-1-84 0,-5 0-72 0,-1-3-68 15,-3 1 64-15,-4-4 0 16,-4 0-168-16,-8 0 64 0,0 0-420 16,-9-4-168-16,-3 1-144 0,-8 0 24 0,0 0-312 15,-3 3-584-15,-5 0-992 0,0 0-1761 16,-17 0-1375-16</inkml:trace>
  <inkml:trace contextRef="#ctx0" brushRef="#br0" timeOffset="6428.795">8498 4070 6232 0,'0'0'1236'0,"0"0"8"16,0 0 256-16,0 0 113 0,0 0-269 0,-43 76-252 15,38-51-320-15,1 5-56 0,4 4-20 16,0 8-100-16,0 5-136 16,0 4-200-16,0 9-48 0,-4 1-164 0,0 2-36 15,0-3-12-15,-3 0-12 0,2 1-32 16,-3-10 40-16,4-4-40 0,-3-6 44 0,3-6-16 15,-5-9-56-15,5-5-116 0,0-7-244 16,0-4-204-16,1-7-144 0,-1-3-188 16,4 0-480-16,0-13-844 0,-4 4-2717 15,0-21-423-15</inkml:trace>
  <inkml:trace contextRef="#ctx0" brushRef="#br0" timeOffset="6617.098">8438 4645 7612 0,'0'0'1700'15,"0"0"-756"-15,0 0 345 0,0 0 199 0,0 0-396 16,76-10-280-16,-56 7-96 0,8 0-84 16,-4 0 4-16,8-4-224 0,3 1-264 15,1-6-100-15,4-1-48 0,4 0-100 16,-4-1-208-16,-1 2-540 0,2-1-248 16,-6 5-296-16,5 1-952 0,-12 3-2173 15,8 4-2251-15</inkml:trace>
  <inkml:trace contextRef="#ctx0" brushRef="#br0" timeOffset="9183.351">7905 3682 820 0,'0'0'4796'0,"0"0"-3264"16,0 0-360-16,0 0-384 0,0 0-256 15,0 0-104-15,0 0 1065 0,0 0-541 16,0 0-96-16,7 30-156 0,-3-2-32 15,-4 9-12-15,4 9 12 0,0 8-128 0,0 9-128 16,1 7-64-16,-5 6-136 0,0 9-152 16,0 4-60-16,0 7-72 0,-5 2 8 15,-3 1 4-15,4-7-104 0,-3-1 116 16,3-4-40-16,4-7 76 0,0-11-136 0,0-9-192 16,0-3-100-16,0-10-36 0,4-5-4 15,-1-10 16-15,1-7-20 16,4-6-136-16,1-6-220 0,2-10-456 0,1-3-473 15,0-3-731-15,8-16-808 0</inkml:trace>
  <inkml:trace contextRef="#ctx0" brushRef="#br0" timeOffset="9669.889">9494 3559 5412 0,'0'0'1848'0,"0"0"356"0,0 0-1080 15,0 0-235-15,0 0 99 0,-12 67 184 16,8-42-180-16,4 6-172 0,0 4-104 16,0 7-188-16,0 9-92 0,0 3-16 15,0 3-48-15,0 6-88 0,4 7-72 16,0 0-112-16,0 7-16 0,-4 1-84 0,0 2 0 16,0-4-96-16,0 0 8 15,0-5-36-15,0 1 36 0,0-5-196 0,0 3-24 16,0-7 12-16,0-3-28 0,0-6-76 15,0-12-16-15,0-7-24 0,0-10-164 16,0-6-356-16,0-5-812 0,0-8-1217 0,-4-4-2319 16</inkml:trace>
  <inkml:trace contextRef="#ctx0" brushRef="#br0" timeOffset="13833.329">9960 4162 7232 0,'0'0'4605'0,"0"0"-3825"16,0 0 0-16,0 0 324 0,84 29 208 15,-52-19-444-15,-4-4-384 0,3-3-196 16,1-3-68-16,-4 0-8 0,0 0-136 16,0-7-4-16,-4-2-60 0,-4 3-12 0,-4 0 0 15,-4-1-468-15,-5 0-416 0,-2 7-336 16,-5 0-424-16,0 0-412 0,-8 7-913 16,-12 6-2223-16</inkml:trace>
  <inkml:trace contextRef="#ctx0" brushRef="#br0" timeOffset="14002.027">10012 4401 548 0,'0'0'624'16,"0"0"2352"-16,0 0 1000 0,0 0-2332 0,0 0-351 16,0 0-381-16,0 0-92 0,0 0 136 15,0 0 136-15,0 0-148 16,60 44-328-16,-28-32-116 0,-4-5-140 0,3 2-124 0,-3-5-136 16,0-2-100-16,0-2-128 15,0 0-544-15,0-2-184 0,-1-5-312 0,5-3-588 16,-8 1-1353-16,12-10-3047 0</inkml:trace>
  <inkml:trace contextRef="#ctx0" brushRef="#br0" timeOffset="14247.174">10861 4168 5592 0,'0'0'4664'16,"0"0"-3811"-16,0 92-173 0,0-43 716 0,0 8-36 15,0 9 64-15,-4 7-396 16,-1 6-444-16,2 7-252 0,-1 3-96 0,0 6-172 16,4-2-56-16,-4-2 32 0,4-8-40 15,0-13-112-15,0-16-96 0,0-15 72 16,0-14-28-16,4-10-20 0,-4-8-140 16,4-4-224-16,0-3-184 0,-4-13-120 15,0-5-304-15,0-8-388 0,0-13-837 0,0 8-1815 16,-4-33-1208-16</inkml:trace>
  <inkml:trace contextRef="#ctx0" brushRef="#br0" timeOffset="14499.511">10797 4286 4456 0,'0'0'5728'0,"0"0"-4851"16,0 0-633-16,0 0 272 0,68-76 444 0,-44 60 48 15,-1 4-160-15,1 1-128 0,0 2-104 16,1 3-24-16,-2 6-108 0,1-3-236 0,-4 3-96 15,-4 0-56-15,0 6-32 0,-8 3-52 16,-1 5 88-16,-7 0 124 0,0 6-16 16,-3 6-60-16,-9-1-12 0,-8 6-36 15,-4-1-40-15,-3 1-60 0,-5-2-8 0,0-1-240 16,-5-6-220-16,1-6-212 16,5-3-120-16,-1-3-168 0,4-8-540 0,4-2-636 15,8 0-889-15,0-6-1459 0,8 0 245 16</inkml:trace>
  <inkml:trace contextRef="#ctx0" brushRef="#br0" timeOffset="15703">11279 3705 1408 0,'0'0'224'0,"0"0"296"0,0 0 4816 16,0 0-3364-16,0 0-475 0,0 0-325 16,0 0-24-16,0 0-104 0,0 0-248 15,0 0-216-15,0 0-244 0,0-48-104 0,0 48 4 16,0 0-60-16,0 0-76 0,0 0-28 15,0 0-24-15,0 0-48 0,0 3 0 16,4 1 76-16,1 2 72 0,-2-3-24 0,1 1 0 16,0-2-36-16,-4 1-16 15,4 1 4-15,-4-1-28 0,4 3-36 16,-4-3 112-16,4 8-24 0,-4-3 0 0,0 2-52 16,0 3-36-16,0-4 88 0,0 7-100 15,0-4 0-15,0 7 0 16,4 4 48-16,-4-4 40 0,0 7-88 0,0-4 48 15,0 1-48-15,0-4-48 0,0-1 48 0,0 1-12 16,0-6 0-16,0 0-100 16,0-3 100-16,0-4 8 0,0-3 0 15,0-3-4 1,0 0-56-16,0 0 56 0,0 0-40 0,0 0 36 16,0 0-64-16,0-3 28 0,0-3 36 0,4-7-36 15,0 0 48-15,0-3-12 16,4-6 12-16,0-1-8 0,0 1-40 0,0-3 44 15,4 3-44-15,-5 3-12 0,6 0 60 0,-2 0 0 16,-2 2-8-16,3 5 8 0,-1 2 76 16,-2 1 48-16,-1 3 12 0,-1 2-28 0,-3 1 28 15,0-1-60-15,5 4-64 16,-5 0 36-16,-1 0-44 0,5 4 8 0,-4-1 4 16,4 7-8-16,-3-4 88 0,2 7-44 15,1-1 8-15,-4 1-48 0,0 6 100 16,-4-3-112-16,5 3 0 0,-5-3-100 15,0 3-108-15,0 0-88 0,0-2 24 16,0-2-52-16,0-2-148 0,0-1-88 16,0 2-160-16,0-6-248 0,0 5-376 15,0-3-372-15,0-1-569 0,0 1-843 0,0-4-2284 16</inkml:trace>
  <inkml:trace contextRef="#ctx0" brushRef="#br0" timeOffset="17279.931">11578 3801 1212 0,'0'0'340'16,"0"0"260"-16,0 0-352 0,0 0 2892 0,0 0-1576 16,0 0-696-16,0 0-272 15,0 0 144-15,0 0 128 0,-16-36-71 16,16 34-49-16,0-5-108 0,4 3-116 0,0 1-100 15,0 0 224-15,0-1-116 0,0 2-216 16,4-1 76-16,0-4 24 0,0 4-52 0,0-1-48 16,3-2-40-16,2 3 36 0,-2-2-76 15,2 1-24-15,2-3-4 16,-2 7-44-16,-2-3-40 0,5 3-72 0,-4 0-44 16,0 0-8-16,1 0 76 0,-6 3-64 15,5 4 48-15,-3 0-56 16,-2 2 8-16,1 0 0 0,0 1 88 0,0 2 12 15,-4 1-112-15,0 4 4 0,-4-3-12 16,4 3 8-16,-4-1-100 0,4 3-24 16,-4-3 0-16,0-1 16 0,4 1-44 0,-4 1 68 15,0-1 20-15,0-4-36 0,0 1 92 16,0-3-116-16,0-5 24 16,0 2-72-16,0 0-28 0,0-5 36 0,0 2-84 15,0-1 8-15,0-3-76 0,0 0-84 0,0 0-80 16,0 0-24-1,0 0-68-15,0 0-296 0,0-3-464 0,0-3-833 16,0-5-871-16,0 5-1788 0</inkml:trace>
  <inkml:trace contextRef="#ctx0" brushRef="#br0" timeOffset="18481.827">15558 4064 352 0,'0'0'1260'0,"0"0"-1260"16,0 0-76-16,0 0-80 15,0 0-80-15,0 0-520 0</inkml:trace>
  <inkml:trace contextRef="#ctx0" brushRef="#br0" timeOffset="19404.014">15682 3842 144 0,'0'0'1172'0,"0"0"-660"16,0 0-280-16,0 0 136 0,0 0 1872 0,0 0 24 15,0 0-872-15,0 0-472 0,0 0-132 16,0 0 221-16,0 0-33 0,-56-16-108 16,56 16 40-16,-4 0 4 0,4 0-104 0,-4 0-104 15,4 0-68-15,0 3-36 16,0-3-56-16,0 0-76 0,0 0-72 15,0 0-4-15,0 0-12 0,4 0-12 0,3 0-64 16,2 0-44-16,10 0 8 0,6 0 12 16,6 0 144-16,1-3 1 0,9 3-193 15,-2 0-112-15,-3 0 28 0,7 3-88 16,-2 3 24-16,-1-3-12 0,-1 4-64 16,2-7-4-16,-6 3-4 0,1-3-4 15,0 0-44-15,-4 0-60 0,-1 0-208 16,-6-3-197-16,-5 0-91 0,-9-1-104 15,-3 1-112-15,-4 3-400 0,-4 0-652 0,-4 0-692 16,-4 0-1313-16,-12 7-1667 0</inkml:trace>
  <inkml:trace contextRef="#ctx0" brushRef="#br0" timeOffset="19685.414">15873 3917 28 0,'0'0'8008'15,"0"0"-6712"-15,0 0-752 0,0 0-128 0,0 0 293 16,0 0 395-16,0 0 60 0,0 0-184 16,-20 71-132-16,20-46-184 0,4 7-80 15,0 2 0-15,0 8-88 0,0 5 52 16,-4 4-116-16,0 7-112 0,0 5-136 16,-8 4-12-16,0-1-36 0,1 1-124 15,-6 0-12-15,5-4 40 0,1-5-32 0,-6-5-16 16,9-8-32-16,0-10-8 0,0-4 36 15,4-12 4-15,0-2-140 16,0-11-284-16,0-6-208 0,0 0-92 0,4-6-116 16,0-8-288-16,4-8-484 0,-4 3-1201 15,4-22-2615-15</inkml:trace>
  <inkml:trace contextRef="#ctx0" brushRef="#br0" timeOffset="19884.1">15885 4429 8672 0,'0'0'5193'0,"0"0"-4333"0,0 0-708 0,0 0 0 16,0 0 312-16,0 0 320 0,0 0 324 15,0 0-116-15,0 0-268 0,79 16-244 16,-42-16-136-16,2 0-88 0,1-3-140 0,4-1-112 16,-4-2 0-16,3 3-4 0,2-3-108 15,-6-1-112-15,-3 1-416 16,-4 3-176-16,0-1-292 0,-8-3-572 0,-4 7-1264 15,-4-5-2877-15</inkml:trace>
  <inkml:trace contextRef="#ctx0" brushRef="#br0" timeOffset="20288.547">15438 3260 2644 0,'0'0'5316'16,"0"0"-3464"-16,0 0-1000 0,0 0 281 16,0 0 595-16,96-6-372 0,-59 3-412 0,-2 0-200 15,5 3-208-15,3-3-4 0,2-1-160 16,2 1-64-16,1 3-96 0,0 0-140 16,4 0 64-16,-4 0-124 0,3 0 52 15,-3 0-64-15,0 0 0 0,0 0-52 16,-4 0-44-16,0 0-164 0,-5 0-72 0,2 0-116 15,-2 0-96-15,1 0-156 0,-1 0-156 16,-2 0-332-16,-5 0-516 16,-4 0-1157-16,-9 0-2763 0</inkml:trace>
  <inkml:trace contextRef="#ctx0" brushRef="#br0" timeOffset="21089.381">17304 4321 2704 0,'0'0'328'15,"0"0"5380"-15,0 0-3860 16,0 0-483-16,0 0-289 0,0 0 4 15,0 0-80-15,0 0-144 0,0 0-28 0,0 0-196 16,83-35-208-16,-56 33-216 0,1 2-84 16,0 0-52-16,0 0-72 15,0 0-4-15,-3 0-120 0,-1 0-48 0,-1 0-448 0,1 0-68 16,-8 2-192-16,0 1-456 16,-4 0-984-16,-8 0-2233 0,-4 7-2135 0</inkml:trace>
  <inkml:trace contextRef="#ctx0" brushRef="#br0" timeOffset="21283.729">17442 4559 288 0,'0'0'4732'0,"0"0"-2792"16,0 0-512-16,0 0 824 16,0 0-323-16,0 0-413 0,96 7-504 15,-68-7-332-15,0-7-320 0,4 1-188 0,0 0-172 16,4-5-140-16,0 3-376 15,4-3-164-15,8 3-216 0,-5-3-456 16,1-1-1013-16,-8 3-2783 0,12-4-63 0</inkml:trace>
  <inkml:trace contextRef="#ctx0" brushRef="#br0" timeOffset="22570.407">18359 3905 3484 0,'0'0'116'0,"0"0"2320"0,0 0-1868 16,0 0-564-16,0 0 524 0,0 0 588 16,0 0 220-16,0 0-264 0,0 0-375 0,0 0-313 15,0 0-152-15,-8 0-12 16,8 0 88-16,0 0 100 0,0 0-12 16,0 0-4-16,0 0-20 0,0 4-8 0,0-4 4 15,0 0-16-15,0 3-48 0,0-3-76 0,0 0-56 16,0 0 4-1,0 0 28-15,0 0-16 16,0 0-24-16,0 0-16 0,0 0-72 0,0 0-64 16,0 0 52-16,0 0-52 0,0 0 0 0,0 0 0 0,0 0 0 15,0 0 0-15,0 0-4 16,0 0-4-16,0 0 8 0,0 0 36 0,-3 0-48 16,3 0-4-16,0 0-60 0,0 0-96 15,0 0-76-15,0 0 8 16,0 0 0-16,0 0 28 0,0 0 24 0,0 0 52 0,0 0 108 15,0 0 16-15,0 0 60 16,0 0 40-16,0 0 28 16,0 0 44-16,0 0 20 0,0 0 24 15,0 0 8-15,0 0 0 0,0 0-24 0,0 0-64 0,0 0-60 16,0 0-72-16,0 0-4 0,0-3-4 16,3 3-8-16,-3 0-36 0,0 0 0 15,0 0-16-15,0 0 60 0,0 0 4 16,0 0 8-16,0 0 0 0,0 0 0 0,0 0-8 15,0 0-4-15,0 0-4 0,0-4 0 16,0 4-40-16,0 0 36 0,0 0-40 16,0 0 40-16,4 0 0 0,-4-3 0 15,0 3 0-15,4-4-4 0,-4 4 4 16,4 0 0-16,-4 0 0 0,0 0-48 16,0-3-16-16,4 3-12 0,-4 0-12 15,0 0-24-15,5 0-52 0,-2 0 108 16,5 0 68-1,0 0 88-15,4-3-12 0,4 3 48 16,0 0 4-16,4-3-16 0,4 0 0 0,0-4-28 0,0 5-84 0,3-2 128 16,6-2 20-16,-6-1-136 0,5 1 36 0,-4 3 4 15,3 0 8-15,1 0 52 16,0 0-12-16,0-1-100 0,-4 4-8 16,4-3-68-16,-4 3 28 0,4-3 40 0,-1 3-56 15,-3-3-20-15,4 3-52 0,-4 0 24 16,-4 0 12-16,1 0-52 15,-6 0 16-15,-7 0 24 0,4 3-40 0,-8 3 4 16,-4 1 56-16,-4 2 88 0,0 4 4 16,0-1 116-16,-8 7 84 0,-4 0-112 15,-8 6-40-15,-3 1 20 0,-5 7-68 16,-8 1-12-16,-5 4-176 0,-2 3-12 16,-5 4-80-16,1 6 168 0,-6-1 24 15,-3 4 76-15,5 0-28 0,-1 1 40 0,4-5 12 16,1-2 224-16,7-3-4 15,0-4 52-15,8-10-96 0,8-2-24 0,8-4-4 16,8-8-20-16,5-2-44 0,3-5-20 16,0-4-16-16,0-4 52 0,7 3 88 15,5-3 12-15,4 2 96 0,4-1 160 0,4 0 60 16,0-3-112-16,8 0-132 16,0 0-76-16,3 0-24 0,1-3-100 0,4 0-12 15,4-1-60-15,-1-3 0 0,2 5-12 16,2-4-48-16,-3 0 40 0,-4-1-64 15,-1 0-160-15,2-2-136 16,-5 2-172-16,-4-2 12 0,-4-1 12 0,0 1-56 16,-5-1-172-16,-3-2-436 0,0-4-880 0,-1 0-1121 15,-6 3-2683-15,-1-15 1524 16</inkml:trace>
  <inkml:trace contextRef="#ctx0" brushRef="#br0" timeOffset="22791.446">19300 4092 6584 0,'0'0'2828'0,"0"0"-1123"0,0 0-1177 0,0 0-248 15,0 0 272-15,-76 29 444 0,48-13 272 16,0 6-148-16,0 7-388 0,-4 6-244 16,-8 2-104-16,5 5-76 0,-5 5-84 15,-1 0-40-15,6 2-48 0,-5-5-40 16,8 3-96-16,1-5-76 0,3-4-120 15,3-3-348-15,6-7-176 0,7-5-248 16,4-4-192-16,8-6-552 0,0-7-821 0,4-6-2599 16,16-4 320-16</inkml:trace>
  <inkml:trace contextRef="#ctx0" brushRef="#br0" timeOffset="23006.837">19355 4531 5488 0,'0'0'5705'15,"0"0"-4893"-15,0 0-404 0,16 76 208 0,-12-41 440 16,-4 2 208-16,0 8-208 0,0 3-220 16,0 3-140-16,-8 3-144 0,5-3-268 15,-6 2-160-15,-3 1-116 0,1-5-8 16,2-5-4-16,-3-11-240 0,9-6-164 0,-1-8 24 16,0-10 0-16,4-9-52 15,0 0-248-15,0-6-148 0,4-10-128 0,3-6-308 16,5-10-1209-16,-3 3-2271 0,-2-21-520 15</inkml:trace>
  <inkml:trace contextRef="#ctx0" brushRef="#br0" timeOffset="23217.286">19478 4547 6520 0,'0'0'4837'0,"0"0"-4117"0,0 0-644 0,0 0 308 16,0 0 268-16,0 0 148 15,0 0 88-15,0 0-208 0,0 0-292 16,0 0-136-16,65 37-160 0,-61-24-92 0,0-3-12 15,-4 2 4-15,0 4-4 0,-4-3-108 16,-5 3 72-16,-2-1-204 0,-5 2 16 16,0-4 132-16,-1-5 92 0,-2-1-164 15,3-3-36-15,-8-4-144 0,0 0-100 16,0-11-280-16,-4-1-464 0,-4-7-937 16,-3-3-1755-16,11 3-1156 0,-24-23 4360 0</inkml:trace>
  <inkml:trace contextRef="#ctx0" brushRef="#br0" timeOffset="23565.782">18275 3344 11029 0,'0'0'2780'0,"0"0"-1452"0,0 0-612 16,0 0-8-16,0 0-60 16,0 0-92-16,0 0 224 0,116-10-56 0,-60 3-244 15,11 3-152-15,1 2-144 0,8 2-108 16,-1 0 12-16,6 0-88 0,-6 0-4 0,-3 0-44 15,3 0 36-15,-3 0-220 16,-4 0-284-16,0-4-244 0,-4 1-180 16,-5 0-364-16,-3 1-1116 0,-16-2-1873 15,8 1-2471-15</inkml:trace>
  <inkml:trace contextRef="#ctx0" brushRef="#br0" timeOffset="26286.91">8390 6511 6688 0,'0'0'5193'0,"0"0"-3953"0,0 0 44 0,0 0-528 15,0 0-88-15,0 0 136 16,0 0-8-16,0 0-124 0,108-50-44 0,-65 41 12 16,10 2-152-16,-5 1-168 0,3 6-160 15,1 0-88-15,-8 0-72 0,0 0-56 0,-1 6 48 16,-2-6-80-16,-5 0 28 15,-5 0-172-15,5 0-220 0,-8-6-188 16,-4-4-224-16,-5 3-340 0,2 2-936 0,-14 1-1885 16,1-2-2355-16</inkml:trace>
  <inkml:trace contextRef="#ctx0" brushRef="#br0" timeOffset="26516.506">8685 6536 6156 0,'0'0'2548'0,"0"0"-1384"16,0 0-236-16,0 0 169 0,-48 93 323 16,44-58-76-16,4 6-208 0,0 1-244 0,9 8-60 15,-1 1-224-15,-5 7-200 16,9 2-152-16,-7 6-156 0,3 1-28 0,-1 0-56 0,1-4-16 16,-4-6-76-16,5-9-84 15,-6-7-148-15,5-9-196 0,-4-7-192 16,-4-5-264-16,4-8-124 0,-4-2-552 0,4-4-848 15,-4-6-2525-15</inkml:trace>
  <inkml:trace contextRef="#ctx0" brushRef="#br0" timeOffset="26679.685">8622 7175 8612 0,'0'0'5001'0,"0"0"-3897"15,0 0-1092-15,0 0 480 0,0 0 544 16,87-19-188-16,-55 16-44 0,0-3-296 15,0 0-164-15,4-1-160 0,-1 1-184 0,-3 0-80 16,0 1-140-16,-4-1-376 0,0 4-284 16,-4 2-108-16,-4 0-420 0,-4 2-984 0,-9 4-1885 15,-3 13-3463-15</inkml:trace>
  <inkml:trace contextRef="#ctx0" brushRef="#br0" timeOffset="26883.543">8792 7506 7420 0,'0'0'2952'16,"0"0"-1791"-16,0 0-493 0,0 0 240 16,0 0 20-16,0 0 8 0,0 0 324 0,0 0-160 15,80-7-48-15,-44-3-276 0,0 1-288 16,4-4-204-16,0 0-188 16,-4 1-96-16,3-1-48 0,6 3-76 15,-2 1-240-15,-2 3-388 0,2-1-272 16,-4 1-420-16,-7 3-1428 0,5 3-3145 15</inkml:trace>
  <inkml:trace contextRef="#ctx0" brushRef="#br0" timeOffset="29743.109">10096 6817 3968 0,'0'0'4268'0,"0"0"-3192"15,0 0-300-15,0 0-348 0,0 0 113 16,0 0 319-16,0 0 48 0,0 0 12 16,0 0-172-16,0 0-204 0,4-10-180 0,-4 10-136 15,0-3-40-15,4 3 0 16,-4 0 0-16,0 0 16 0,3-4-16 0,-3 4-12 0,4 0-40 15,-4 0 0-15,0 0 28 16,0 0 8-16,0 0 40 0,0 0-16 16,0 0-32-16,4 0-80 0,-4 0-32 0,0 0-48 15,5 0 4-15,-5 0 4 16,4 0 60-16,0 0-8 0,3 0-56 16,-3 0 0-16,0 0 0 0,0 0 52 0,1 0-52 15,-1 0 4-15,0 0 64 16,-1 0-4-16,5 0-20 0,-4 0 8 15,5 0-8-15,-2 0 20 0,5 0-12 0,1 0 28 16,-2 0-84-16,6 0-4 0,-2 0 0 0,-2 0 0 16,2 0 0-16,5 0-4 15,-8 0 4-15,8 4 0 0,-5-4 0 16,-2 0 0-16,2 3-8 0,-2-3 4 0,-5 3-108 16,-1-3-184-16,1 0-296 15,1 0-128-15,-1 0-192 0,-1 0-412 0,-7 0-860 16,4 3-1785-16,-4 1-1771 0</inkml:trace>
  <inkml:trace contextRef="#ctx0" brushRef="#br0" timeOffset="30061.82">10111 7086 3800 0,'0'0'1172'0,"0"0"1756"0,0 0-1956 0,0 0-416 15,0 0 208-15,0 0 369 0,0 0 35 16,0 0-132-16,0 0-172 0,0 0-220 16,0 0-164-16,69 6 8 0,-50-2-72 0,-2-1-40 15,2 1-228-15,1-1-36 0,0 0 88 16,0-1-40-16,0-2-84 15,0 0-64-15,-1 0-12 0,2 0 0 0,-1 0-100 16,3 0-172-16,-6-2-300 0,2 2-436 16,1 0-316-16,-3 0-640 0,-6 0-2133 15,1 0-3703-15</inkml:trace>
  <inkml:trace contextRef="#ctx0" brushRef="#br0" timeOffset="31304.234">11705 6559 2508 0,'0'0'456'0,"0"0"-388"16,0 0 2980-16,0 0-1476 0,4-86-456 0,-4 61-104 16,4-4-84-16,-4 4-115 15,4-3 147-15,-4-2 0 0,0 5-440 16,0 0-140-16,0 3-12 0,0 0-204 0,0 6-100 15,-4 3-60-15,0 7 120 0,4 3 16 16,-4 3 12-16,0 0-52 0,-3 6-100 16,-2 3-140-16,1 11 16 0,-3 5 72 15,-2 7 44-15,-2 8 8 0,2 5 40 16,-2 6-40-16,3 6 0 0,-8 4 12 16,4-1-12-16,0 0 0 0,0 1-12 15,0-10 12-15,0-4-12 0,8-12 4 16,0-10-4-16,5-5-100 0,-1-12 112 15,4-1-204-15,0-7-176 0,0 0 52 0,0 0 36 16,0 0-12-16,0 0 12 0,7-2 248 16,-3-3 40-16,4 5 4 0,0 0-88 15,0 0-80-15,0 7 128 0,0 10 40 16,1 1 284-16,-2 5 96 0,-3 5-152 16,4 0-164-16,-8 8 52 0,4-4 100 0,-4 5 76 15,0-2-180-15,0 0-36 0,0 1 0 16,-4-8-76-16,4 1-8 0,-4-4 4 15,4-3-4-15,0-6-244 0,0-3-92 16,0-7-176-16,0-3-336 0,4-3-412 16,4-3-605-16,0-3-799 0,0-10-1448 0,-4 3 1500 15</inkml:trace>
  <inkml:trace contextRef="#ctx0" brushRef="#br0" timeOffset="37882.762">12530 6232 7188 0,'0'0'792'0,"0"0"2457"16,0 0-1393-16,0 0-532 15,0 77-340-15,-4-36-12 0,-4 3-76 0,0 10-4 16,-7 3-188-16,-2 7-300 15,2 2-120-15,-6-2-76 0,-3 3-88 16,5-7-68-16,-9-2 20 0,4-8 76 0,0-9-28 16,-4-6-44-16,4-10-16 0,-3-1-52 15,3-12-8-15,-4-3-36 0,0-5-160 16,0-4-124-16,7-7-20 0,-2-9-44 0,7-7 16 16,0-5 196-16,4-4-36 15,4-3 60-15,4 1 36 0,0 2-12 0,4 7 24 16,0 5 4-16,4 11-56 0,4 3 128 15,0 2 24-15,4 4 348 0,4 0-88 0,4 4 36 16,0 5-12-16,3 3 20 16,1 9-80-16,1-3 32 0,3 4-120 15,0 1 24-15,0-2-76 0,-5 5-48 16,5-4-36-16,-4 0-96 0,0-6-40 0,0 4-48 16,-1-5-220-16,1-2-200 15,0-4-76-15,-3-3-200 0,-2-6-536 0,5 0-636 16,-12-3-1921-16,12-15-2719 0</inkml:trace>
  <inkml:trace contextRef="#ctx0" brushRef="#br0" timeOffset="38169.499">13124 6575 9248 0,'0'0'2913'16,"0"0"-1393"-16,0 0-292 0,0 0 248 15,0 0-196-15,-79-28-156 0,58 34-384 16,-3 7-336-16,0 9-52 0,1 3-56 0,-1 14-80 16,4 1-8-16,-1 9-36 15,2 1-4-15,3 4 4 0,8 0-40 16,0-3-56-16,4-4-68 0,4-2 4 0,0-7 48 16,8-7 13-16,7-6-73 0,2-5 0 15,3-7-121-15,3-7 9 0,5-6 16 16,0 0-88-16,0-6-68 0,0-7-44 15,-4-2-116-15,0-9-140 0,-8 3-304 16,0-1-504-16,-8-3-676 0,-8 2-856 0,0 7-2005 16,0-6-2155-16</inkml:trace>
  <inkml:trace contextRef="#ctx0" brushRef="#br0" timeOffset="38327.186">12912 6842 4576 0,'0'0'4400'0,"0"0"-1587"16,0 0-1993-16,0 0-424 0,0 0 396 0,0 0 260 15,0 0 152-15,0 0-160 16,84 50-140-16,-52-50-236 0,0-3-164 0,4-6-384 16,-1-4 12-16,-3-2-132 0,5-2-480 15,-5-1-468-15,0-2-492 0,-9 8-1084 16,5-10-3893-16</inkml:trace>
  <inkml:trace contextRef="#ctx0" brushRef="#br0" timeOffset="38733.837">13586 6566 2584 0,'0'0'9117'0,"0"0"-7201"0,0 0-344 0,0 0-76 16,108-3-132-16,-65 3-364 0,1 0-436 16,0-7-136-16,0 4-292 0,-9-3-136 0,2-5-4 15,-5 3-132-15,-9-5-256 16,1 3-244-16,-4 1-140 0,-8-1-240 0,-3 4-364 16,-2 6-664-16,-7 0-672 0,0 0-517 15,-4 0-1675-15</inkml:trace>
  <inkml:trace contextRef="#ctx0" brushRef="#br0" timeOffset="38865.308">13917 6684 4408 0,'0'0'1212'16,"-8"66"3388"-16,8-28-3015 0,0 6-369 16,4 8-44-16,0 5 40 15,4-1-192-15,-5-1-96 0,1 2-132 0,-4-7-272 16,5-5-228-16,-1-11-292 0,-4-5 0 16,0-10-220-16,0-2-188 0,0-12-284 15,0 2-352-15,0-7-820 0,-4 0-1997 16,-5-12-3823-16</inkml:trace>
  <inkml:trace contextRef="#ctx0" brushRef="#br0" timeOffset="39034.74">13865 7000 6796 0,'0'0'4861'0,"0"0"-3285"0,0 0-144 16,80-3 260-16,-52 0-264 0,4-3-216 0,-1 0-292 15,1-7-396-15,4-3-416 0,-4-6 28 16,4-3-136-16,-8-4-84 15,3 0-248-15,-7 0-192 0,1-2-248 0,-6 2-316 16,-3 1-620-16,-8 6-1416 0,-4-3-4073 16</inkml:trace>
  <inkml:trace contextRef="#ctx0" brushRef="#br0" timeOffset="39284.114">13427 6098 3664 0,'0'0'9533'0,"0"0"-8045"0,0 0-760 0,0 0 380 16,0 0 260-16,91-12-368 16,-55 3-240-16,12-4-416 0,3 0-12 15,5 1-224-15,0-1-108 0,4 0-68 0,0 0-80 16,0 1-268-16,3-1-320 15,1 4-384-15,0-4-740 0,-16 7-2108 16,20-5-3861-16</inkml:trace>
  <inkml:trace contextRef="#ctx0" brushRef="#br0" timeOffset="39551.062">15140 5994 12161 0,'0'0'3104'0,"0"0"-1984"0,0 0-384 15,0 0 316-15,8 76 400 0,-4-35-156 16,-4 11-323-16,4 7-341 0,0 11-196 16,3 7-88-16,-2 8-92 0,3 11-184 0,0 8-72 15,-1 5-84-15,2 5-48 16,-5 3-76-16,0-2-68 0,0 2-52 0,-1-9-48 15,5-6-145-15,-3-10-127 0,3-10-68 16,-1-12-400-16,1-16-412 0,5-10-660 16,-10-15-552-16,1-10-1973 0,0-9-3115 15</inkml:trace>
  <inkml:trace contextRef="#ctx0" brushRef="#br0" timeOffset="41083.961">16423 6759 1892 0,'0'0'3296'0,"0"0"-2320"16,0 0 1908-16,0 0-1436 0,0 0-491 15,0 0-293-15,0 0-36 0,0 0-92 16,0 0-152-16,0 0-68 0,-4-3 28 16,4 3-52-16,0 0 72 0,0 0 64 0,0 0 100 15,0 0-48-15,0 0-68 16,0 0-100-16,0 0-64 0,0 0-36 0,0 0-40 16,0 0-72-16,0 0-24 0,4 0-4 15,-4 0-8-15,0 0 8 0,0 0 28 16,0-3 0-16,0 3-4 0,0 0 4 0,0 0 24 15,0 0-4-15,0 0 28 16,0 0 24-16,0 0-24 0,0 0-36 0,0 0-40 16,0 0-20-16,0 0 8 0,0-3-48 15,0 3 48-15,3-3-60 0,-3-3 0 16,5-1 4-16,-5 1 4 0,4 0 44 16,4-5-48-16,-4 3-4 0,3-6 8 15,2 2 0-15,-1 2 4 0,0-3-12 16,3-2 0-16,2 2-64 0,-2-3 64 15,6 0-8-15,-6 3-4 0,6-2-48 0,-6 2-24 16,6 7-28-16,-6-5-12 0,1 9 16 16,0 2 8-16,4 0 16 0,0 7 84 15,3 11 128-15,2 4 108 0,-5 7-16 0,7 6-12 16,-6 4 24-16,3 1 60 0,-5 5 28 16,2 3-176-16,-6-4-32 15,1 1-100-15,-3-4 44 0,-2-3-56 16,-3 1-8-16,0-9 8 0,0 0 0 0,0-8-4 15,1 0-56-15,-2-9 8 16,-3-4-20-16,4-3-72 0,-4-3-124 0,4 1-160 16,-4-4-136-16,0-4-164 0,4-8-236 15,-4-1-416-15,4-10-728 0,0-2-640 16,-4 6-2329-16</inkml:trace>
  <inkml:trace contextRef="#ctx0" brushRef="#br0" timeOffset="41935.667">16881 6070 1644 0,'0'0'2112'15,"0"0"-1436"-15,0 0-412 0,0 0 204 16,0 0 2624-16,0 0-1524 0,0 0-496 15,0 0-271-15,0 0-9 0,0 0 320 16,0 0-20-16,28 54-360 0,-28-31-208 16,0 2-104-16,0 3 64 0,0 4-108 15,-4 3-92-15,-4 1 28 0,0 4-140 0,-4 2-36 16,0 2-64-16,-8 7 4 0,0 0-72 0,1-1 0 16,-5 4 4-16,-1 0 40 15,1-2-48-15,1-2 0 0,-1 1-4 16,0-4-4-16,0-2 4 0,0-1 4 0,4-9-4 15,-4 1 4-15,4-11 0 16,5-3-4-16,-2-7-44 0,6-4-88 16,3-2-60-16,-5-6 44 0,6-3-20 0,3 0 0 15,-8 0-28-15,3 0-36 0,2-3 36 16,-1-4 64-16,0 0-140 16,0-1 212-16,4-2-36 0,-4-3-52 0,4-2 52 0,0-4 48 15,-1-1-60-15,5 1 60 16,0-3 4-16,0 3 36 0,0-3 8 15,0 0-4-15,0 0 8 0,9 0 100 0,-1-1-88 16,0-3 176-16,0 1-24 16,4 3 12-16,-1 0 24 0,2-1-36 0,-1 4-40 15,-5 4 12-15,6 2-24 0,-5 1-12 16,-1 1-60-16,6 2-40 16,-2 4-88-16,1 0-36 0,4 3 12 0,0 2 100 15,0 0-40-15,0 0-24 0,0 2-72 16,-1 5 144-16,2-1 0 0,-1 0 4 15,-4 1-124-15,3-1 112 0,-2 0-188 0,-2 5-132 16,2-5-196-16,-1 2-216 0,-5 3-472 16,2-3-436-16,-5 3-853 0,0-2-1859 15</inkml:trace>
  <inkml:trace contextRef="#ctx0" brushRef="#br0" timeOffset="46770.479">17192 5654 1812 0,'0'0'8616'0,"0"0"-7083"0,0 0-317 15,0 0 192-15,7 80-108 16,-2-48-208-16,-5 6-136 0,4 9-216 16,0 7-128-16,0 7-36 0,3 8-72 0,-3 5-200 15,1 5-84-15,3 0-88 0,-4 1-132 16,0-5-40-16,3-5-44 0,-3-9-40 16,5-14-20-16,-5-8-176 0,3-11 4 15,-3-11-28-15,0-9-120 0,5-4-152 16,-5-4-100-16,0-10-252 0,-1-9-188 0,-3-6-496 15,0-10-432-15,0 6-2001 0,-3-27-1583 16</inkml:trace>
  <inkml:trace contextRef="#ctx0" brushRef="#br0" timeOffset="46981.637">17172 5934 1368 0,'0'0'2088'0,"0"0"2436"16,0 0-2708-16,8-73-475 0,4 60-173 15,4-3 20-15,-1 6-132 0,6 4-36 16,3 0-264-16,-1 6-104 0,1 0 16 0,0 6-24 15,0 4-200 1,-4 6-184-16,-4-1-16 0,-4 8-48 16,0 2-60-16,-4 4-40 0,-8 0-44 0,0 2-52 0,-8 1-64 15,-4-1-108-15,0-2-208 0,-4-4-72 16,-4-2-32-16,0-4-120 0,1-6-344 0,-5-4-284 16,0-3-540-16,-1-2-672 0,-3-4-625 15,13-4-935-15</inkml:trace>
  <inkml:trace contextRef="#ctx0" brushRef="#br0" timeOffset="47683.097">17515 5464 4984 0,'0'0'756'0,"0"0"3744"15,0 0-3275-15,0 0 119 0,0 0 132 16,0 0-124-16,0 0-308 0,0 0-272 16,0 0-152-16,0 0-152 0,0 0-136 0,28 34-136 15,-24-17-36-15,-4 4-48 16,0 4-112-16,-4 2-12 0,-5 1-200 16,5-2-92-16,0-7 8 0,4-3-28 0,0-7 28 15,-3-3-76-15,3-6-100 16,0 0 36-16,0 0-16 0,3-6-88 15,1-3 24-15,4-4 124 0,1-6 188 0,-2 3 104 16,5-3 100-16,-3 3 88 0,2 0-24 16,-3 4 100-16,4 5 64 0,-4-2 100 0,4 6 48 15,-4-1 40-15,0 4-36 0,0 0-32 16,0 0 52-16,-5 0-28 0,2 4-88 16,-1-1-24-16,0 3-64 0,0 4-36 15,-4-4-36-15,0 3-36 0,0-2-40 16,0-1-48-16,0-2-84 0,0-2-80 15,4-2 32-15,-4 0 44 0,0 0 40 0,4-2-40 16,-4-2-72-16,3 1 160 0,2-3 116 16,-1 2-20-16,4-2-44 0,-4-1-52 15,3 0 0-15,2 2-8 16,-1-1 8-16,0 3 0 0,-1-1-8 0,2 1-44 16,3 3 52-16,-5 0 4 0,-3 0 72 15,9 3 20-15,-9 7 40 0,3 3 12 16,1-1-48-16,-3 4-24 0,-1 3-36 15,-4-3-40-15,0 3-88 0,0 0-108 0,0 0-188 16,0-2-248-16,0-3-164 0,0 0-268 16,0-5-352-16,0 1-776 0,-4-7-1789 15,4-3-771-15</inkml:trace>
  <inkml:trace contextRef="#ctx0" brushRef="#br0" timeOffset="48101.838">17981 5498 10308 0,'0'0'2073'15,"0"0"-901"-15,0 0 124 0,0 0 240 0,0 0-340 16,0 0-356-16,0 0-472 0,24 68-208 15,-20-49-60-15,0-1-100 16,0-1-44-16,-1 2 36 0,1-4-92 0,-4 1-132 16,4-6-240-16,-4 2-96 0,5-6 36 15,-5-1 168-15,4-5 16 0,-4 0-20 16,0 0 156-16,4 0 136 0,0-7 0 0,3-3 76 16,1-3 140-16,1 4-52 0,2-4-88 15,-3 4 4-15,4-1 164 0,0 4 152 16,1 0 40-16,-6 2-60 0,5 4 0 15,0-3-4-15,4 3 76 0,-5 0 12 16,6 0-112-16,-6 0-140 0,6 3-20 16,-6 1-108-16,2-1-4 0,-5 6-8 15,-1 1-92-15,1 2 52 0,1 4-136 16,-5 0-124-16,-4 7-136 0,0-1-180 16,0 0-388-16,-4 0-564 0,4-6-1152 0,-9 6-3209 15</inkml:trace>
  <inkml:trace contextRef="#ctx0" brushRef="#br0" timeOffset="49910.057">18642 6492 3484 0,'0'0'88'0,"0"0"1048"16,0 0 2900-16,0 0-2600 0,0 0-419 15,0 0 51-15,0 0 44 0,0 0-160 16,0 0-44-16,0 0-128 0,0 0-212 16,-4-6-96-16,4 6-36 0,0-2 12 15,0 2-28-15,0 0-40 0,0 0-60 16,0 0-48-16,0 0-52 0,0 0-12 15,0 0-12-15,0-4 0 0,0 4-24 16,0 0 8-16,0 0-8 0,0 0 0 0,0 0-28 16,0 0-20-16,0 0-16 0,0 0-60 15,0 0-44-15,0 0-4 0,0 0 0 16,0 0-4-16,0 0-4 0,0 0-52 16,0 0 48-16,0 0-36 0,0 0-12 0,0 0 48 15,0 0 12-15,0 0 0 16,0 0 16-16,0 0-4 0,0 0 36 0,0 0-36 15,0 0 36-15,0 0-36 16,0 0 36-16,0 0-48 0,0 0 0 16,0 0 0-16,0 0-48 0,0 0 40 0,0 0 8 15,0 0 0-15,0 0 0 0,0 0 8 16,0 0-4-16,0 0 4 0,0 0 4 0,0 0-4 16,0 0-4-16,0 0 8 15,0 0-4-15,0 0 40 0,0 0-44 16,0 0-4-16,0 0 0 0,0 0-4 0,0 0-4 15,0 0 0-15,0 0-52 0,0 0 56 16,0 0-8-16,0 0-36 16,0 0 0-16,0 0-16 0,0 0 56 0,0 0 8 0,0 0 8 15,0 0 80-15,0 0-4 16,0 0-24-16,0 0-48 0,0 0 36 0,0 0 4 16,0 0-48-16,0 0 44 0,0 0-44 15,0 0-4-15,0 0-8 0,4 0-64 16,-4 0 8-16,4 0 60 0,4 0 4 15,4 0 76-15,-4 0-64 0,4-3 0 16,4 3 36-16,4-4 12 0,0 4-52 16,3-3 88-16,1-3-8 0,4 3-4 15,0-4 1-15,4-2-25 0,0-1 0 16,0 4-48-16,0-4-12 0,0 4 0 16,-4 0-4-16,-4-1-56 0,0 4 52 0,-9 0 4 15,2 0-56-15,-6 0-13 16,1 3 1-16,-8 0-76 0,0 0-84 15,-4 0-168-15,4 0-196 0,-4 3-104 0,0-3-156 16,0 3-332-16,0-3-748 0,0 0-1236 16,-8 0-4413-16</inkml:trace>
  <inkml:trace contextRef="#ctx0" brushRef="#br0" timeOffset="50454.189">20116 6016 1044 0,'0'0'5976'0,"0"0"-3060"16,17 73-1227-16,-10-38-177 0,-3 10-140 15,-4-1-8-15,0 7-348 0,0 2-308 16,-8 5-224-16,1 2-200 0,-10 4-200 16,2 0-32-16,-9-8-4 0,3 2 36 15,-3-11 52-15,1-8 88 16,-1-8 108-16,-4-6 20 0,8-6-192 15,-4-5-96-15,1-5-64 0,-2-6-28 0,5-3-312 0,1-3 56 16,2-6 40-16,2-11-64 0,2-2-52 16,6-10-84-16,-1-5 60 0,4-5 0 0,-1 2 120 15,5 0-96-15,0 2 112 16,0 10 92-16,9 6 56 0,-1 6 0 16,-1 4 100-16,6 5 184 0,2 3 208 15,2 4 92-15,2 0 16 0,5 11 8 16,0 1-76-16,4 1-124 0,0 6-24 15,0 0-88-15,-5 3 48 0,5-3-120 0,-3 0 24 16,3 0-76-16,-8 0-72 0,3 1 0 16,-7-1-8-16,4-5-104 0,0 3-216 0,-4-1-264 15,0-3-296-15,0-4-244 0,3-6-376 16,-6-3-944-16,6-6-3393 16</inkml:trace>
  <inkml:trace contextRef="#ctx0" brushRef="#br0" timeOffset="50641.96">20670 6454 3980 0,'0'0'9509'0,"0"0"-8013"16,0 0-288-16,80 7 428 0,-52-7-268 16,0 0 4-16,-1 0-340 0,1 0-375 15,4-7-329-15,0 1-184 0,-1-3-144 0,2-1-240 16,-1 3-260-16,-9-2-229 15,-2 6-183-15,-1 0-412 0,-12 0-1520 0,-5 3-3493 16</inkml:trace>
  <inkml:trace contextRef="#ctx0" brushRef="#br0" timeOffset="50835.708">20825 6664 4576 0,'0'0'7457'16,"0"0"-6253"-16,0 0 104 0,0 0 792 0,0 0 8 15,0 0-268-15,0 0-720 0,0 0-527 16,0 0-205-16,84 35-168 0,-63-35-220 16,-2-3 0-16,9-7-292 0,0-6-352 15,0 0-85-15,4-3-171 0,-1-3-500 16,5-3-1480-16,-12 6-3041 0,12-3-3579 16</inkml:trace>
  <inkml:trace contextRef="#ctx0" brushRef="#br0" timeOffset="51100.606">21471 6442 11085 0,'0'0'2640'0,"0"0"-1564"16,0 0-432-16,0 0 264 0,28 86 708 16,-28-58 156-16,4-3-480 0,-1-2-524 0,6-5-355 15,3-1-121-15,-1-8-160 0,6-5-132 16,-2-2-48-16,5-2 0 16,5-6 36-16,3-7-196 0,-4 0-68 0,-1-9-17 15,1 0-59-15,0 0 72 0,-9 0 84 0,-2-1 60 16,-5 4 88-16,-4 7 0 15,-4-1 40-15,-4 0 4 0,-13 4 4 16,-2-1-8-16,-9 1-40 0,-4 0-160 0,-3 5 84 16,-6 1-8-16,1 3-16 0,5 0 64 15,-1 7-16-15,4-2-8 0,4-1-188 16,4 2-256-16,0-3-424 0,5 1-528 0,6-1-920 16,-6-3-2733-16</inkml:trace>
  <inkml:trace contextRef="#ctx0" brushRef="#br0" timeOffset="52006.242">22415 5797 3724 0,'0'0'824'16,"0"0"5372"-16,0 0-4259 0,0 0-609 16,0 0-204-16,0 0 224 0,0 0-104 0,0 0-256 15,0 0-360-15,0 0-396 0,0 0-124 16,40-69 4-16,-20 39 12 16,4-4-52-16,-1-1-72 0,2 6-12 0,-5 4-48 15,4 6-28-15,-9 3 16 0,-3 7-64 16,1 2-12-16,-2 4-24 0,-7 3-36 15,0 3-24-15,1 7 232 0,-1 9 36 16,-1 6 128-16,1 7-164 0,-4 6-84 16,0 6-52-16,-7 0 60 15,-2 8 72-15,1 2-4 0,-3 2-52 0,-2 5-100 0,1-4 84 16,1-3 36-16,2-9 36 16,5-7 4-16,-3-16-76 0,7-3 4 15,0-9-4-15,0-4 28 0,3-6-36 0,5 0 84 16,5 0 0-16,2-13-184 0,2-3 108 0,2-6 64 15,-3-1-84-15,1 2-44 16,-6 2 56-16,-3 7-16 0,0 1-24 16,-3 8 0-16,-2 3-40 0,1 3 164 0,0 10 164 15,0 6 392-15,0 7-184 16,4 2-148-16,0 7-136 0,-4 0 132 16,4 3-60-16,-1 0 48 0,2 4-48 0,-1-1 76 15,-4 3 32-15,0 4-12 16,-1 3-8-16,-3 3 44 0,4 3-60 0,-4-3-76 15,5-3-20-15,-1-1-4 0,0-5-56 16,0-1 32-16,0-6-36 0,3-3-68 16,-3-3 4-16,1-4 4 0,-1-2 40 0,-4-4-40 15,0-3 36-15,0 1-36 0,-4-2 0 16,-1-1-12-16,-6-5-64 0,3 1-204 16,-5-4-160-16,-2 1 12 0,-2-4-24 15,-2 0-136-15,-5 1-172 0,0-1-56 16,-8 1-228-16,-4-5-692 0,8 3-1356 0,-20-3-2649 15</inkml:trace>
  <inkml:trace contextRef="#ctx0" brushRef="#br0" timeOffset="54872.684">8079 6936 3284 0,'0'0'1732'0,"0"0"2572"0,0 0-2856 16,0 0-59-16,0 0-137 15,-75-40-20-15,55 33-184 0,-4 2-244 16,-3 1-144-16,-1 1-140 0,-4-1-84 16,-5 4 108-16,1 0-212 0,1 0-112 0,-5 4-12 15,-4 3-72-15,0 1-52 0,1 3 76 16,-1 3-64-16,4 3-40 0,1 2-48 16,-2 3-16-16,1 0-28 0,9 0-40 0,-1 1 4 15,4 2 12-15,4-3-4 0,8 0 52 16,4-5-96-16,8 2 108 0,4-7-64 15,0 1 16-15,0 0 36 0,12-4 12 16,4 4 12-16,4-1 112 0,8 1-64 16,0-3 12-16,-1 0 16 0,10-1-40 15,-5-3 52-15,3 1-92 0,-3-4-8 16,0 0-16-16,0 0-68 0,-4-3 12 16,0 0-188-16,-4 0-204 0,-5-6-164 15,-2 3-176-15,-2 0-280 0,-11 3-716 16,0-4-2109-16,-4 4-2043 0</inkml:trace>
  <inkml:trace contextRef="#ctx0" brushRef="#br0" timeOffset="55063.738">7259 7482 5744 0,'0'0'3300'0,"0"0"-1540"0,0 0-731 15,0 0-133-15,0 0 288 0,0 0-56 16,0 0-48-16,0 0-152 0,107 29-208 15,-71-25-200-15,5-4-188 0,-6 0-120 16,5-4-204-16,-1 1-8 0,2-6-88 16,-2 2-72-16,1-3-236 0,1 6-160 15,-6-10-440-15,1 4-512 0,-8 5-1376 0,-4-2-4977 16</inkml:trace>
  <inkml:trace contextRef="#ctx0" brushRef="#br0" timeOffset="55590.722">5617 6417 8564 0,'0'0'2108'0,"0"0"-1255"16,0 0-445-16,0 0 772 0,0 0 180 0,0 0-100 15,0 0-144-15,92 0-184 0,-56 0-116 0,8 0-176 16,-1 0-124-16,5 0-52 0,1 0-184 15,-2 0-120-15,1 0-28 16,-1 0-120-16,2 0 52 0,-10 0-4 0,5-4-60 16,-13-2-112-16,1 3-204 0,-8-1-196 15,-3 1-148-15,-6 0-68 0,-2 3-172 16,-9 0-408-16,-4 0-636 0,0 10-568 0,-4-4-2089 16,-20 13-1359-16</inkml:trace>
  <inkml:trace contextRef="#ctx0" brushRef="#br0" timeOffset="55808.306">5964 6610 3268 0,'0'0'2348'0,"0"0"704"16,0 0-1384-16,0 0-327 0,-48 95 107 15,44-59-164-15,4 5-60 0,0 3 32 0,0 7-152 16,4 3-204-16,4 6-188 0,1 8-196 16,-2 4-104-16,-3 4-156 15,0 0-48-15,-4-3-136 0,0-5-68 16,4-10-4-16,-4-9-108 0,4-8 36 0,-4-6-28 15,4-10-116-15,0-3-236 0,0-5-64 16,0-5-48-16,0-6-52 0,-4-2-152 16,0-4-352-16,4 0-552 0,-4-4-628 15,0-5-277-15,0-14-1447 0</inkml:trace>
  <inkml:trace contextRef="#ctx0" brushRef="#br0" timeOffset="56015.331">5992 7080 11325 0,'0'0'1424'0,"0"0"-1244"0,0 0 292 15,0 0 1024-15,0 0-20 0,0 0-380 0,87-31-192 16,-67 24-228-16,5 0-196 0,3 1-164 16,-4-4-192-16,7-2-124 0,-4-1-36 0,5 1-184 15,1-4-100-15,-1 0-220 0,4 0-300 16,-8-1-364-16,4 3-696 0,-9 3-1180 15,1-1-3785-15</inkml:trace>
  <inkml:trace contextRef="#ctx0" brushRef="#br0" timeOffset="59835.169">4438 9201 3916 0,'0'0'12'0,"0"0"4456"16,0 0-3600-16,0 0-64 0,0 0 113 16,0 0 7-16,0 0-16 0,-84-32 88 15,76 29-212-15,1-3-112 0,-1 3-20 0,3 3-120 16,1-4-108-16,0 1-116 0,4 3-84 16,0-3-224-16,4 0-52 0,9 0 52 15,2-4 196-15,17 1 164 0,4-4 24 16,8 4-148-16,-1 3-176 0,2-3-60 15,-2 6 52-15,2-4-48 0,-6 4 4 16,-3 0-8-16,0 0 0 0,-5-3-4 0,1 3-48 16,0 0-256-16,-4 0-112 0,-4 0-136 15,-7 0-132-15,-2 7-252 16,-3-1-248-16,-4 3-452 0,-4 4-801 0,-4-3-1843 16,-8 6-1100-16</inkml:trace>
  <inkml:trace contextRef="#ctx0" brushRef="#br0" timeOffset="60081.727">4541 9315 1056 0,'0'0'1604'15,"0"0"-1344"-15,0 0-244 0,0 0 2876 16,0 0-1476-16,0 0-416 0,0 0 208 16,0 0-112-16,0 0-243 0,0 0-313 0,-39 13-168 15,42-13 124-15,10 0 472 0,2 0 112 0,6 0-148 16,7 0-404-16,0 3-176 15,0 0-80-15,3 1-268 0,-4-2 48 16,1-2-52-16,4 4-12 0,-8-4-64 0,4 0-236 16,-3 0-180-16,-5 0-72 15,-1 0-116-15,-2-4-284 0,-2 2-488 0,-3-5-1009 16,-4-6-2283-16</inkml:trace>
  <inkml:trace contextRef="#ctx0" brushRef="#br0" timeOffset="60352.112">4737 8997 2600 0,'0'0'6376'0,"0"0"-5768"0,0 0-452 16,0 0 668-16,0 0-47 0,0 0 43 15,79-9-244-15,-59 9 36 0,5 0-88 16,-1 4-184-16,-1 1-236 0,1 5-100 0,0 3-4 15,0 3-52-15,-5-1 40 0,-2 5-344 16,-2-1 244-16,-2 3 8 0,-5 4 92 16,-5 2 8-16,-3 0 4 0,0 4-76 15,-3 4 32-15,-5-5 44 0,-5 4 0 16,-2-3-140-16,-2-4-152 0,2-3-28 16,-1 1-384-16,-4-1-621 0,4-2-887 15,0-7-1840-15,-4 3-451 0</inkml:trace>
  <inkml:trace contextRef="#ctx0" brushRef="#br0" timeOffset="61026.744">6152 9017 1368 0,'0'0'4156'0,"0"0"-248"0,0 0-2768 16,0 0-331-16,0 0-141 0,0 0 116 16,0 0 56-16,0 0 224 0,0 0-68 0,0 0 8 15,87 3-220-15,-51 1-300 0,0-4-76 16,-1 0-124-16,5 0-28 0,-3-4 4 16,-2-3-52-16,1-2-84 0,-4-1-80 15,0 1-44-15,-4-4 0 0,0 4-4 16,-4-4-68-16,-1 4-200 0,-3-1-368 15,-4 0-136-15,-4 7-220 0,-4 0-348 16,-4 3-704-16,0 0-2021 0,-4 3-2119 0</inkml:trace>
  <inkml:trace contextRef="#ctx0" brushRef="#br0" timeOffset="61251.365">6318 9131 2796 0,'0'0'7508'0,"0"0"-6543"0,0 0-461 16,0 0 60-16,-7 93 408 0,7-62 336 16,7 4 12-16,-3 6-340 0,5 3-224 15,-5 5-396-15,4-2-260 0,-5 7-100 0,1 0-60 16,0-4-400-16,5-5-224 16,-5-10-132-16,0-7 188 0,-1-8-64 15,5-8-156-15,-4-6-940 0,1-6-2177 0,-5-3-1867 16</inkml:trace>
  <inkml:trace contextRef="#ctx0" brushRef="#br0" timeOffset="61411.039">6363 9525 7504 0,'0'0'3897'0,"0"0"-2845"0,0 0-732 16,0 0 140-16,0 0 668 0,0 0 24 15,75-16-272-15,-55 13-180 0,3 0-192 16,5-4-212-16,-3 4-224 0,3-3-72 0,-4 2-64 15,0 2-444-15,-5-3-376 16,-2 5-424-16,-2 5-136 0,-6 4-624 0,-2 0-2269 16,-7 14-1587-16</inkml:trace>
  <inkml:trace contextRef="#ctx0" brushRef="#br0" timeOffset="61582.387">6502 9804 4516 0,'0'0'6388'0,"0"0"-5743"16,0 0-569-16,0 0 336 0,0 0 280 15,0 0 492-15,0 0 108 0,0 0-108 16,0 0-124-16,0 0-84 0,71-22-212 0,-34 9-348 16,-1 1-256-16,3-5-160 15,1 2-24-15,8-1-88 0,-1 0-464 16,9-1-336-16,4 5-352 0,-12 5-1748 16,24-4-4333-16</inkml:trace>
  <inkml:trace contextRef="#ctx0" brushRef="#br0" timeOffset="62002.319">7832 9522 6504 0,'0'0'5913'16,"0"0"-4865"-16,0 0-528 16,0 0-64-16,0 0 428 0,0 0 24 0,77 50-220 15,-66-23-264-15,2 0-16 0,-6 4-72 16,-3-1-176-16,4-2-160 16,-4-3-52-16,0-5-132 0,-4-5-372 0,5-2-192 0,-5-7-156 15,0-1-128-15,0-5-276 16,0 0-612-16,-5-5-2337 0,-11-10-2067 15</inkml:trace>
  <inkml:trace contextRef="#ctx0" brushRef="#br0" timeOffset="62133.185">7813 9293 536 0,'0'0'9288'0,"0"0"-7995"16,0 0-213-16,47-69 20 0,-26 49-428 0,3 1-468 15,-1 3-204-15,5-3-128 16,4 3-544-16,-1 0-416 0,1 4-701 15,-4 2-2495-15,9-6-1908 0</inkml:trace>
  <inkml:trace contextRef="#ctx0" brushRef="#br0" timeOffset="62400.993">8431 9257 3524 0,'0'0'6476'0,"0"0"-5724"0,0 0-303 15,-4 74 399-15,-1-55 240 0,5-6 236 0,-4-1-216 16,4-2-376-16,0-1-296 0,0 1-60 15,9-1 96-15,2 2 84 16,1-3-224-16,8-1-48 0,0-1-100 0,4-2-48 16,3-2-136-16,-2-2 0 0,3 4 28 15,0-4-28-15,-4 2-60 0,-5 3 56 16,1 1-56-16,-3 0-4 0,-6 7 64 16,1-1-8-16,-3 4-152 0,-6 0-24 15,-3 3-12-15,-3 0 72 0,-6-3 0 16,1 0-148-16,-7 0-64 0,-2-1-160 0,-3-1-192 15,-3-3-308-15,-5 3-660 0,8-9-1213 16,-20 12-2751-16</inkml:trace>
  <inkml:trace contextRef="#ctx0" brushRef="#br0" timeOffset="63132.689">10156 9340 7704 0,'0'0'4121'0,"0"0"-3697"15,0 0-28 1,0 0 204-16,-88-19 88 16,64 19-120-16,0 7 0 0,4 5 88 15,0 5-64-15,5 5 20 0,2 3-224 0,5 7-56 0,5 0-60 0,3-1-108 16,0 1-44-16,3-3-68 0,5-10-52 16,5-4-88-16,-6-2-84 0,5-10 24 0,-4-3 72 15,8 0 76-15,0-6-8 0,0-10-140 16,0-3-200-16,0-3-88 0,0-3 52 15,-4-1-48-15,-1 4 180 0,2 3 40 16,-9 7 88-16,3 5-28 0,1 3 152 0,-4 4 180 16,5 0 184-16,-2 11 128 15,5-3 20-15,-3 9-100 0,2-4-176 16,-3 5-64-16,1-2 4 0,-2-3-80 0,5-1-96 16,-4-5-196-16,8-4-16 15,1 0 40-15,2-3-388 0,5 0-332 16,4-6-216-16,-4-7-684 0,4 4-1321 0,-9-1-2815 15</inkml:trace>
  <inkml:trace contextRef="#ctx0" brushRef="#br0" timeOffset="63600.297">10972 9296 1580 0,'0'0'9657'15,"0"0"-8477"-15,0 0-848 0,0 0 180 0,-96-16-16 16,69 12 304-16,-1 4-16 0,0 4-72 0,4 3-56 16,4 9 64-16,5 2-48 0,2 8-252 15,2 6-76-15,7 6-100 16,-1 0 4-16,5 0-16 0,0-3 12 16,5-10-72-16,-1-3-168 0,7-5-4 0,2-8-84 15,2-9-64-15,2 0 64 16,6-16 20-16,1-9-108 0,8-7-256 0,-4-9-176 15,0-3-164-15,0-7-100 0,-4-3 76 16,-1 3 76-16,-3-4 72 16,0 2 76-16,-4-5 160 0,-4 1-104 0,-4-3-12 15,-4 0 308-15,-4 3 216 0,0 2 104 16,-4 11 228-16,0 3 496 0,0 15 8 0,0 8-16 16,4 5-52-16,-4 10 124 15,4-1 52-15,0 4-156 0,-4 0-172 0,4 7-288 16,-4 6-144-16,0 9-96 0,0 9 68 15,4 7 68-15,-4 11 32 0,1 1-28 0,3 7-32 16,0 0-96-16,0 7-28 16,-5 3-72-16,5 2-84 0,-4-2-224 0,4-3-204 15,0-3-76-15,0-11-108 0,0-6-84 16,4-9-396-16,1-10-632 0,6-6-936 16,-3-9-1893-16,4-10-1215 0</inkml:trace>
  <inkml:trace contextRef="#ctx0" brushRef="#br0" timeOffset="63920.246">11271 9462 9336 0,'0'0'2877'0,"0"0"-1561"0,0 0-732 0,36 66-64 15,-24-50 412-15,-4-3 264 0,0-10-388 16,0 0-476-16,4-3-72 0,0-10 60 16,4-3-36-16,-1-9-12 0,6-9-272 0,-6-5-124 15,5-2-268-15,-4 0-16 0,0 1 124 16,-4 2 60-16,0 3 212 15,-8 6-40-15,-4 7 44 0,0 0 0 0,-4 4 0 16,-8 2 8-16,0 3 172 0,1 1-12 16,2 2 100-16,-3 7-124 0,5 0 172 15,-2 4-88-15,1 8-84 0,1 7-88 16,-1 6 76-16,-1 11 60 0,-2 5 124 16,3 0-40-16,-1 0-84 0,2 0-84 15,3-3-100-15,4-6-112 0,0-3-60 16,0-7-244-16,0-6 0 0,11-6-88 15,-2-4-128-15,6-6-160 0,6-6-48 0,3-7-344 16,-1-6-488-16,5-6-556 0,-4 3-957 16,12-14-1795-16</inkml:trace>
  <inkml:trace contextRef="#ctx0" brushRef="#br0" timeOffset="64334.29">11868 9236 4316 0,'0'0'5908'0,"0"0"-3847"0,0 0-733 0,0 0-236 0,0 0-84 16,-15 89 260-16,-1-54-92 0,0-3-188 0,-4 0-60 15,4-5-304-15,4-4-272 16,4-7-252-16,0-7-100 0,5-5-4 16,3-4-72-16,0 0-192 0,0-4-156 15,7-5-52-15,5-7 180 0,0-7 124 16,4-2-108-16,4 0-92 0,-1-1-96 16,2 8 112-16,-5 1 96 0,3 8 96 0,-2 6 76 15,-2 3 88-15,5 0 8 16,-4 3 116-16,4 10-116 0,-3 3 240 15,-2 9-88-15,-2 0 36 0,2 8-36 0,-3 5 140 16,0-1-104-16,-8 8-24 0,4-1 72 16,-8 6 64-16,0 5-76 0,0 2-36 15,-4 3-48-15,-8-2-40 0,0-1-20 0,-4-2 56 16,0-8 40-16,-3-6-52 16,2-6 16-16,2-10 24 0,-2-9 20 0,2-7-56 15,-2-5-28-15,-3-4 0 0,5-7-108 16,-5-9-132-16,0-9 12 0,0-7-28 15,4-7-8-15,0-5-112 0,8 0-16 16,-4-3 16-16,12-1 48 0,0 6 100 0,0 2-112 16,12-2-52-16,-4 1-60 15,4 3-244-15,4-4-228 0,-4 5-456 16,4-5-784-16,3 4-764 0,-6 9-1757 0,6-9-1155 16</inkml:trace>
  <inkml:trace contextRef="#ctx0" brushRef="#br0" timeOffset="64742.239">12195 9134 4348 0,'0'0'1316'0,"0"0"-704"0,0 0 868 0,0 0-220 16,0 0-344-16,0 0 64 0,0 0-179 16,0 0-261-16,0 0 72 0,0 0 52 15,0 0-116-15,0 0-120 0,64 29-60 0,-60-26-16 16,0-3 52-16,0 3 96 15,1 0 68-15,2 0-68 0,1 1-168 16,-4-1-168-16,5 0-80 0,-2 4-72 0,1-5 76 16,0 5-12-16,0-1-4 0,0 4-68 15,0-3-4-15,-4 5 12 0,3-3 100 16,-2 3 12-16,-1 2-24 0,-4-2-4 16,0 4-32-16,0 0 8 0,0 0 16 15,0 3-16-15,0 0-68 16,-4 0 8-16,-4 3 0 0,4-3 0 0,0 1-12 0,0-5 0 15,4-5-16-15,-4-3-32 16,4-1 0-16,0-6-52 0,0 0-84 16,0 0 84-16,8-11 100 0,-4-1 208 0,8-3-116 15,0-8-92-15,8 1-108 16,-5-7-4-16,6 1-36 0,-2-1-40 0,1 1-84 0,1 0-60 16,-2 2-28-16,1 3-228 15,0 4-228-15,-4 0-296 0,-4 4-540 16,-4 2-933-16,4 0-2107 0</inkml:trace>
  <inkml:trace contextRef="#ctx0" brushRef="#br0" timeOffset="65073.754">12682 9224 8536 0,'0'0'2701'16,"0"0"-1649"-16,0 0-348 0,0 0 88 15,4 72 244-15,-4-62 284 0,3-1-364 16,1-3-388-16,0 1-232 0,5-7-100 0,2 3-224 15,5-3 56-15,0 0-68 0,1-10-220 16,2 1-52-16,1-4-164 0,0-3-12 16,-4-3-64-16,-1 4-4 0,-2-2 140 15,-5 2 124-15,-4 2 36 0,-1 3 116 0,-3 1 100 16,-3-1 112-16,-5 4 168 16,-9-3-104-16,6 6 24 0,-5-1 0 0,-4 4 64 15,4 0 128-15,0 10-116 16,5 9-16-16,-2 3 36 0,2 3 76 15,-2 10 52-15,5-3 20 0,1 3 60 0,-1-6-76 16,8-1-172-16,-5-6-220 0,5-6-36 16,0 1-120-16,0-9-64 0,5-4-332 0,3-4-308 15,3 0-268-15,9-12-400 16,-8 1-1140-16,16-17-3333 0</inkml:trace>
  <inkml:trace contextRef="#ctx0" brushRef="#br0" timeOffset="65415.221">13180 9276 12465 0,'0'0'1708'16,"0"0"-988"-16,0 0 12 0,0 0-52 0,0 0 44 15,0 0-216-15,0 0-320 0,0 0 108 16,0 0-4-16,0 0-292 16,84-27-296-1,-65 2-112-15,1 2 220 0,-4 1 64 0,0 3-112 0,-4 0 224 16,-4 3 12-16,0 3 124 0,-8 0 76 0,0 7-76 0,-13-4 88 15,2 3-40-15,-5 7 188 16,-4 0 120-16,0 7-36 0,4 6-312 16,-4 9-56-16,1 7 20 0,-1 6 76 0,3 0 148 15,2 3 264-15,7-3-32 16,-4 0-248-16,8-7-148 0,0-2-48 0,4-6-56 16,0-9-52-16,0-4-84 0,8 0-36 15,4-5 60-15,4-2 0 16,0 0-28-16,-1-2-252 0,6-5-100 0,-2-6-108 15,5 1-236-15,0-5-312 0,0 2-732 16,-4 2-1336-16,11-6-2497 0</inkml:trace>
  <inkml:trace contextRef="#ctx0" brushRef="#br0" timeOffset="66382.035">14753 8979 7504 0,'0'0'6241'0,"0"0"-5721"16,0 0-432-16,0 0 344 0,0 0 460 0,88-10-60 15,-68 23-36-15,0 2 172 0,-4 5-168 16,3 8-212-16,-6 3-184 0,-1 5-172 0,-5 2-12 16,-2 0 0-16,-5-2-96 15,0-5-68-15,0-3-56 0,0-5-48 0,0-11-28 16,4 1-56-16,-4-10-52 16,0 1-60-16,8-4-100 0,-1-4 16 0,1-5 156 15,8-7 0-15,0-6-24 0,4-8 24 16,0-1 24-16,0-1 84 0,0 1 16 0,0-1-12 15,3 4 60-15,-2 5 68 0,3 5-56 16,-4 1 64-16,-1 8 144 16,2 2-60-16,-6 7 24 0,1 0-36 0,0 9 12 15,0 4 0-15,-4 4-4 0,0 2-68 16,-4 3-4-16,-4 0-72 16,4 4-12-16,-4-1-120 0,0 3-260 0,0 0-212 15,0 2-292-15,0 1-532 0,4-2-980 16,-1-7-2741-16,2 3-3994 0</inkml:trace>
  <inkml:trace contextRef="#ctx0" brushRef="#br0" timeOffset="67015.895">16387 9325 6868 0,'0'0'3100'0,"0"0"-1387"0,0 0-905 16,0 0-168-16,0 0 228 0,0 0-72 16,80 44 148-16,-61-56-52 0,2-7-256 15,-1-7-264-15,3-3-124 0,1-9-124 0,-4 3-124 16,4-3 0-16,-4 0-160 16,-4 3-152-16,-4 4-132 0,0 1 144 0,-8 9 88 15,-4-2-64-15,0 11 72 16,-9-1 112-16,2 0 92 0,-14 10 64 0,6 0-52 15,-1 3 192-15,-4 0 132 0,4 10-84 16,0 5 20-16,4 7 40 0,0 7-28 16,5 2 12-16,-2 8 28 0,1 3-16 0,8 2 96 15,0 0-48-15,0-2-96 0,0-1-28 16,0-6-88-16,8-7-72 0,1-8-72 16,-2-5-112-16,5-5-72 15,4-7-24-15,5-3 24 0,2-7-84 0,1-5-460 0,0-7-436 16,4-6-676-16,-9 2-1260 15,9-12-3573-15</inkml:trace>
  <inkml:trace contextRef="#ctx0" brushRef="#br0" timeOffset="67173.08">16969 9049 12417 0,'0'0'2064'16,"0"0"-1332"-16,0 0 84 0,0 0-72 0,43 82 544 15,-30-60 56-15,-2 0-364 16,-3-3-408-16,5-3-348 0,-2-2-224 15,2-2-84-15,2-5-160 0,-2-1-392 0,2-6-184 16,5 0-140-16,0-6-292 16,0-8-792-16,-5 2-1084 0,6-11-3065 0</inkml:trace>
  <inkml:trace contextRef="#ctx0" brushRef="#br0" timeOffset="67337.064">17240 9043 11117 0,'0'0'1808'0,"0"0"-828"16,0 0-220-16,0 0-64 15,-76 75 96-15,52-49 356 0,0 5-244 16,0-2-272-16,-4 3-68 0,8-4-148 0,1-2-220 16,-2-1-148-16,6-6-48 0,2-6-104 15,6-3-252-15,3-4-296 0,4-6-356 16,0 0-548-16,4-10-1236 0,3 4-2029 16,10-23-783-16</inkml:trace>
  <inkml:trace contextRef="#ctx0" brushRef="#br0" timeOffset="67566.939">17562 8528 10708 0,'0'0'1173'0,"0"0"-829"16,0 0 908-16,0 0 68 0,0 0 0 16,41 73 292-16,-34-31-440 0,-3 2-324 15,4 10-56-15,0-4-12 0,0 4-243 16,-4 0-185-16,4 0-172 0,-4-3-108 0,3 0-72 15,-2-7-88-15,-1-2-56 0,8-14-160 16,-5-5-13-16,2-8-35 0,-1-5-100 16,0-10-132-16,-5 0-148 0,6-7-364 15,-9-6-756-15,4 4-972 0,-8-13-3069 0</inkml:trace>
  <inkml:trace contextRef="#ctx0" brushRef="#br0" timeOffset="67741.429">17387 8979 6988 0,'0'0'7745'0,"0"0"-6561"16,0 0-740-16,0 0 4 16,0 0 172-16,0 0 828 0,0 0-208 0,0 0-448 0,92 18-172 15,-56-21-107-15,3-6-177 16,1-4-188-16,0 1-148 0,-4-4-56 16,4 0-176-16,-5-3-241 0,-3 3-171 0,0-3-212 15,0 2-380-15,-4 5-704 0,-4-1-1236 0,-9 7-2557 16,6 0-2015-16</inkml:trace>
  <inkml:trace contextRef="#ctx0" brushRef="#br0" timeOffset="68048.036">18009 8979 11161 0,'0'0'2572'0,"0"0"-1380"16,0 0-500-16,28 64-48 0,-20-50 216 0,3-7 340 16,2 0-460-16,2-7-432 0,5 0-52 15,1-9-60-15,-2-10-196 16,5-4-180-16,0-3-200 0,-5-5-260 0,2 2-160 15,-5-2 40-15,0 2 112 0,-9 6 68 16,-3 4 92-16,-4 4-4 0,0 2 160 0,-4 3 332 16,-7 4 92-16,-6 6 348 15,-2 0 140-15,3 6 76 0,-4 7-44 16,4 6 32-16,0 10-48 0,-4 3-16 0,9 2-52 16,-10 1 48-16,9 3 208 0,0 0-20 15,1-2-215-15,2-1-209 0,5-7-208 16,4-2-132-16,0-4-60 0,4-9-72 0,1-4-88 15,6-6-33-15,1-3-223 0,4 0-220 16,5-7-120-16,2-8-512 0,1-4-832 16,-8 0-2076-16,11-13-2189 0</inkml:trace>
  <inkml:trace contextRef="#ctx0" brushRef="#br0" timeOffset="68331.755">18471 8928 9864 0,'0'0'4445'0,"0"0"-3085"16,0 0-404-16,0 0-220 0,8 82 252 15,-12-56 380-15,-4 0-272 0,3-8-508 16,1 1-324-16,4-9-264 0,0-3-108 0,4-5-124 16,9-2 28-16,-2 0 68 0,10-12-168 15,-1-4-88-15,-1-3-180 0,5-3-44 16,-3-1 52-16,-2 1 92 0,1 0 140 16,-4 6 96-16,0 3 124 0,-4 4 112 15,0 6 68-15,-4 3 440 0,-4 0 84 0,3 6-28 16,-7 7-36-16,5-1-148 0,-5 8-84 15,0-2-116-15,0 1-8 0,0 1 36 16,0-5-112-16,4-3-96 0,-4 2-232 16,8-8-268-16,0-3-220 0,4 1-192 0,0-4-720 15,-1-4-1468-15,13-12-3453 16</inkml:trace>
  <inkml:trace contextRef="#ctx0" brushRef="#br0" timeOffset="68617.982">19144 8826 14349 0,'0'0'1880'0,"0"0"-980"16,0 0 140-16,-76 70-28 0,44-41 176 15,4-1 124-15,0-6-531 0,9 0-373 0,3-6-236 16,8-3-172-16,0-7-36 16,8-2-36-16,0-2-52 0,4 3-68 15,4 1 116-15,3 0 76 0,6 1 0 0,3 2-44 16,-4-4 36-16,4 6-56 0,-5 1 52 15,2 1 0-15,-6 3 12 0,-3 0 4 16,1 3 48-16,-5 3-4 0,-1-3 24 16,-3 3 12-16,0 1-24 0,0-1-48 0,-3-3 44 15,-1-3-56-15,-5-4-240 16,5-5-296-16,0-4-157 0,4-3-87 16,0 0-136-16,0-13-548 0,4-3-768 0,0-3-908 15,5 1-2281-15,-2-18-1863 16</inkml:trace>
  <inkml:trace contextRef="#ctx0" brushRef="#br0" timeOffset="68743.635">19427 8972 14425 0,'0'0'2244'0,"0"0"-1536"0,0 0-136 0,16 77-16 16,-20-50 780-16,-4 0 68 0,0-5-735 16,0-6-585-16,0-7-84 15,4-2-593-15,0-7-359 0,0 0-224 0,0-13-1036 16,1 3-3016-16,-6-15-4665 0</inkml:trace>
  <inkml:trace contextRef="#ctx0" brushRef="#br0" timeOffset="68891.176">19399 8706 3300 0,'0'0'12273'0,"0"0"-10629"0,0 0-1124 0,0 0-272 15,0 0-176-15,0 0 324 0,0 0-396 16,0 0-136-16,0 0-308 0,0 0-300 15,0 0-320-15,52 22-488 0,-44-19-1100 16,4 7-2873-16</inkml:trace>
  <inkml:trace contextRef="#ctx0" brushRef="#br0" timeOffset="69197.944">19579 8963 9648 0,'0'0'2821'0,"0"0"-545"0,24 86-276 0,-13-45-496 16,5 0-336-16,-7-6-312 15,6 0-368-15,-3-7-172 0,0-6-228 16,0-5-88-16,4-5-8 0,-1-5-128 0,6-7-44 15,-1 0-176-15,8-11-36 16,-5-8-8-16,1 0 16 0,4-2 128 0,-7-4 36 16,-2 2 124-16,-3-2 96 0,-8 2 100 15,-4-2 36-15,-4 3 20 0,-4-1 116 16,-8 1-16-16,-8 3 4 0,5 3 144 16,-6 10 8-16,1 0-72 0,1 6-84 15,-1 0-120-15,3 3-128 0,-2 6-4 16,2 7 56-16,2 0-52 0,-1 1-8 0,4 2-12 15,-1-7-108-15,6 1-64 16,3-1-340-16,0-5-124 0,4-4-48 0,0-3-140 16,0 0-600-16,12-6-600 0,0-7-684 15,0-1-1649-15,8-7-1067 0</inkml:trace>
  <inkml:trace contextRef="#ctx0" brushRef="#br0" timeOffset="69432.423">19957 8985 9924 0,'0'0'3161'0,"0"0"-537"0,0 0-860 16,0 0-724-16,52 64-132 0,-44-42 12 15,-1-3-228-15,-3-3-228 0,5-1-244 16,-1-2-220-16,-1-3-52 0,1-4-44 16,5-6 24-16,2 0-112 0,-2 0 40 15,6-9-52-15,-3-1-132 0,4-5-16 16,4-2 16-16,-4 1-16 0,0 1 136 16,3 2-12-16,-2 7-28 0,-6 2 176 15,2 4 72-15,-1 0 212 0,-4 10 268 0,-5 3-40 16,1 2-48-16,1 5-112 0,-5-5-120 15,-1 5-88-15,1-1-72 0,-4-7-8 16,4 4-372-16,0-4-280 0,-4 1-208 16,0 1-392-16,4-9-1168 0,-4 9-2941 15</inkml:trace>
  <inkml:trace contextRef="#ctx0" brushRef="#br0" timeOffset="69830.98">21220 8953 13045 0,'0'0'2116'0,"0"0"-944"0,0 0-420 15,112 54 336-15,-65-44-76 16,1-3-240-16,3-5-444 0,2-2-240 16,-1-9-84-16,-1-7-4 0,-3-3-268 0,-5 0-296 15,2-6-148-15,-13-1-252 0,0 1-316 16,-12-5-876-16,-5 9-2145 0,-11-8-3759 16</inkml:trace>
  <inkml:trace contextRef="#ctx0" brushRef="#br0" timeOffset="70132.075">21566 8683 11429 0,'0'0'1856'0,"0"0"-1156"0,0 0-116 16,13 70 148-16,-9-41 652 0,3-1 20 16,1 5-604-16,1 0-396 0,2 9-132 15,1 3-52-15,1 2-72 0,-2 7-64 16,2 0-12-16,-2 7-64 0,-3 3-8 15,-4-1 4-15,5 0 8 0,-6-3-8 16,1 1-4-16,-4-4-52 0,0-5-56 0,0-2-52 16,0-6-60-16,-7-3 84 15,-2 0-12-15,-3-5-24 0,1-8-12 0,-6-3 36 16,1-6-48-16,-3-6 60 0,-2-6-60 16,-3-7-88-16,1 0-100 0,-5-10-52 15,-4-7-88-15,4-4-180 0,-4-8-300 16,4-5-572-16,4 5-1141 0,-8-28-2723 15</inkml:trace>
  <inkml:trace contextRef="#ctx0" brushRef="#br0" timeOffset="70518.846">22638 8741 12197 0,'0'0'1252'0,"0"0"-1024"0,0 0 0 15,104-23 812-15,-52 11 620 0,4-1-316 16,7 0-444-16,-3 4-372 0,8-7-208 0,-5-1-128 16,1 3-128-16,-4-6-64 0,-4 1-112 15,-8 0-108-15,-5-4-136 0,-7 5-184 16,-8-1-212-16,-8 3-380 0,-4 2-400 15,-12 2-748-15,-4 3-1797 0,-4-1-1099 16</inkml:trace>
  <inkml:trace contextRef="#ctx0" brushRef="#br0" timeOffset="70715.941">23093 8563 7372 0,'0'0'2680'0,"0"0"-1171"0,-21 80-597 0,21-40-172 15,0 11 88-15,0 3 424 0,4 3 120 16,0 4-304-16,1-4-264 0,-1 4-204 15,0-9-228-15,-4 6-164 0,0-4-40 16,0-4-104-16,-8-1-4 0,-1-5-56 16,2-3-4-16,-1-9-84 0,4-4-224 0,0-9-108 15,-1-6-88-15,5-6-152 0,0-4-260 16,0-3-352-16,0-10-752 0,0 1-1169 16,0-17-2715-16</inkml:trace>
  <inkml:trace contextRef="#ctx0" brushRef="#br0" timeOffset="70874.611">23181 9062 4256 0,'0'0'6981'0,"0"0"-6005"0,0 0-656 15,83 6 372-15,-52-6 336 0,6 0-156 16,-1-4 224-16,3 2-84 0,1-9-220 0,8 3-360 16,-1-6-432-16,2 2-184 15,3-4-832-15,-5 0-500 0,-6 3-596 16,6 4-2977-16</inkml:trace>
  <inkml:trace contextRef="#ctx0" brushRef="#br0" timeOffset="71031.652">24631 9213 16513 0,'0'0'2772'15,"0"0"-1792"-15,0 0-748 0,0 0-232 16,0 0-416-16,0 0 236 0,0 0-4 15,0 0-580-15,0 0-568 0,-80-63-820 16,56 51-4073-16</inkml:trace>
  <inkml:trace contextRef="#ctx0" brushRef="#br0" timeOffset="72942.023">21794 8541 836 0,'0'0'1380'0,"0"0"-204"0,0 0-420 16,0 0-196-16,0 0-328 0,0 0 136 15,0 0 8-15,0 0 1652 0,0 0-1236 16,-41-38-312-16,38 32-156 0,-1-1 52 15,0 4-40-15,0-4 192 0,-4 3 145 16,3 2 7-16,2-1-28 0,-1 0 0 0,0-1-16 16,0 4-100-16,0 0-172 0,-3 0-112 15,2-2-88-15,1 2-148 0,0 0 96 16,0 0 28-16,0-5-28 0,0 5 52 16,1 0 24-16,-1 0-52 0,-1-2 4 15,5 2-24-15,-4 0 32 0,0-4 16 0,0 4-40 16,-3 0-48-16,3 0-28 15,-1-2-40-15,1 2 56 0,0-4 0 0,0 4-4 16,0 0-8-16,4 0 8 0,-3 0-60 16,-1 0 0-16,4 0-12 0,-4 0-36 15,-1 0-40-15,1 4 36 0,0-2-48 16,0 2 28-16,-3-2 60 0,3 5-52 16,0-3 60-16,-1 2-4 0,5 3-44 15,-4-2-20-15,4 2 68 0,0 4 0 16,0 0 0-16,0-4 4 0,0 4-4 15,0 0-12-15,0-1-56 0,0 1 72 0,0-1-4 16,4 1-8-16,-4 1-216 0,0-2-164 16,5 3-36-16,-5-4-164 0,4 1-244 15,0 1-376-15,0 3-1021 0,-4-7-2083 0,0 7-944 16</inkml:trace>
  <inkml:trace contextRef="#ctx0" brushRef="#br0" timeOffset="76923.231">5474 11026 5836 0,'0'0'1704'0,"0"0"1404"16,0 0-1807-16,0 0-469 15,0 0 96-15,0 0 216 0,0 0 48 0,0 0-124 16,0 0-324-16,0 0-176 0,0 0 120 16,47-8 36-16,-6 8 24 0,2 0-276 15,6 0-192-15,2 0-120 0,-3 0-76 16,-5 0-72-16,2 0 0 0,-6 0 28 0,1-7-40 15,-4 0-12-15,0 2-132 16,-4-2-296-16,0-3-216 0,0 0-176 0,-13 2-200 16,1-3-768-16,-12 5-2032 0,-4 0-2273 15</inkml:trace>
  <inkml:trace contextRef="#ctx0" brushRef="#br0" timeOffset="77166.764">5637 11068 1812 0,'0'0'6504'0,"0"0"-3699"16,0 0-1853-16,0 0-580 0,0 0 380 0,-39 82 416 15,39-56-44-15,0-1-180 0,0 6-208 16,0 8-164-16,0 2-264 0,0 7-196 16,0 6-52-16,0 3-60 0,0 6 0 15,-4-2 4-15,-5 2-4 0,5-2-248 16,-3-11 88-16,3-5-28 0,0-10-160 15,0-10 0-15,-1-6-24 0,5-6-308 16,0-4-328-16,0-5-412 0,9-4-628 0,-5 0-925 16,3-13-2127-16</inkml:trace>
  <inkml:trace contextRef="#ctx0" brushRef="#br0" timeOffset="77342.306">5665 11569 9140 0,'0'0'4369'15,"0"0"-3129"-15,0 0-924 0,0 0-264 16,0 0 952-16,0 0 48 0,0 0-160 0,0 0-284 16,92-35-204-16,-68 29-300 0,-5-3-104 0,5 2-160 15,1 1-236-15,-5 0-220 16,-5 2-288-16,2 1-452 0,-6 3-740 16,-7 0-2133-16,-4 10-1351 0</inkml:trace>
  <inkml:trace contextRef="#ctx0" brushRef="#br0" timeOffset="77517.626">5609 11874 7644 0,'0'0'3925'0,"0"0"-3029"0,0 0-668 0,0 0 704 0,0 0 84 16,0 0 256-16,0 0-156 0,0 0-272 16,103 4-116-16,-66-14-308 15,3-3-296-15,-1-3-124 0,2 0-172 0,-2-3-312 16,1 4-180-16,-8-2-332 0,0 5-688 0,-12-1-1328 15,4 7-3697-15</inkml:trace>
  <inkml:trace contextRef="#ctx0" brushRef="#br0" timeOffset="77897.901">4171 11451 11025 0,'0'0'4156'0,"0"0"-3124"15,0 0-1024-15,0 0-8 0,0 0 424 0,0 0 188 16,0 0 220-16,0 0-156 0,91 0-256 16,-54-3-212-16,3 1-196 0,-1-5 36 15,5 1-48-15,0-4-8 0,-1-2-112 0,2-2-104 16,-6-1-292-16,-3-1-260 15,-4 3-320-15,0-3-476 0,-8 4-572 0,-8 2-1793 16,-8 1-1451-16</inkml:trace>
  <inkml:trace contextRef="#ctx0" brushRef="#br0" timeOffset="78100.214">4199 11674 9156 0,'0'0'2853'0,"0"0"-1625"15,0 0-1100-15,0 0 60 16,0 0 716-16,0 0 556 0,112 4-72 0,-64-11-480 0,7-6-380 16,1 1-320-16,0-8-108 15,0 2-88-15,-5 2-12 0,-3-4-56 16,-5 1-240-16,-6 0-396 0,-1 4-348 16,-8-1-656-16,-9 3-1292 0,1-3-3381 15</inkml:trace>
  <inkml:trace contextRef="#ctx0" brushRef="#br0" timeOffset="78367.119">4509 11176 10016 0,'0'0'2789'0,"0"0"-1665"16,0 0-832-16,0 0-192 15,0 0 404-15,0 0 104 0,0 0 32 0,0 0-76 16,0 0 248-16,108 25-316 0,-72-6-336 15,4 4-112-15,-4 5-36 0,4 4-12 0,-4 2-4 16,-5 1-256-16,-3 4-136 16,-7-2 124-16,-10 5 96 0,-3 2-24 15,-8 5-60-15,0-6-16 0,-12 5 112 0,0-3 12 16,-4-4-88 0,0 0-36-16,-3-3-124 0,-5-6-260 0,3-3-216 15,-7-1-928-15,13-12-1321 0,-13 4-3007 0</inkml:trace>
  <inkml:trace contextRef="#ctx0" brushRef="#br0" timeOffset="79002.382">7334 11671 5412 0,'0'0'8005'0,"0"0"-6533"16,0 0-1356-16,0 0-116 0,0 0 628 16,0 0 116-16,0 0 16 0,0 0-116 15,32 63-196-15,-32-37-176 0,0 3-264 16,0-4 44-16,0 0-52 0,-4-6-60 16,1-3-52-16,3-3-196 0,-4-7-104 0,4 1-120 15,0-7-280-15,-4 0-272 0,-5 0-216 16,-2-4-1016-16,3-2-2169 0,-12-6-1247 0</inkml:trace>
  <inkml:trace contextRef="#ctx0" brushRef="#br0" timeOffset="79170.048">7299 11331 13389 0,'0'0'1924'0,"0"0"-1560"16,0 0-348-16,0 0 384 0,0 0-168 15,0 0-232-15,0 0-192 0,91-41-8 16,-66 34-188-16,3 2-496 0,0 1-832 16,-5 1-2673-16,8 3-1975 0</inkml:trace>
  <inkml:trace contextRef="#ctx0" brushRef="#br0" timeOffset="79443.008">7901 11414 9248 0,'0'0'1292'0,"0"0"-467"0,0 0 203 15,0 0 412-15,-20 79 168 0,12-60-328 0,-5 0-520 16,2 0-328-16,7-5-108 16,-5 0-152-16,5 0-100 0,4-2-72 15,0 2-4-15,9-9-116 0,3 5 112 0,3 0 8 16,5-4 48-16,1 3-48 0,3-2 0 16,3-1 120-16,-7 1-116 0,4-1 68 15,-4 0-68-15,-4 0 60 0,0 4-52 16,0-4 60-16,-5 1-68 0,2 6-4 15,-6-4-40-15,-3 3-144 0,-4 2-164 0,0 2-144 16,-4 2-44-16,-7-3-48 16,-6 6 16-16,-2-7 192 0,-5 0-80 15,0-5 28-15,0-2-332 0,-4-4-756 0,5 0-2729 16,-9-6-3111-16</inkml:trace>
  <inkml:trace contextRef="#ctx0" brushRef="#br0" timeOffset="80049.571">9159 11378 10332 0,'0'0'993'0,"0"0"-453"16,0 0-40-16,0 0 372 0,-92 40 92 15,69-15-28-15,-1 10-104 0,4-1 56 16,1 4-4-16,2-3-180 16,9-2-332-16,1-5-164 0,2-6-24 0,5-6-184 15,0-7-12-15,9-6-124 0,2-3 52 0,9-6 68 16,0-6-116-16,8-8 68 15,-4-5-56-15,4-4-80 0,0 1 28 0,-4-1 160 16,-5 1 12-16,-2-1 84 0,-2 4-32 16,-2 6 8-16,-2 3 40 0,-3 4 120 15,-4 5 16-15,1 4-4 0,-5 3-12 16,3 0 40-16,-3 3 32 0,8 9-36 0,-4 2 88 16,9 7 8-16,-2 2-132 0,-3 2-76 15,4-3-92-15,0 0 0 0,3 0-52 16,2-2-64-16,-2-8-140 0,2 2-188 15,3-2-240-15,3-5-68 0,1-1-332 16,0 0-980-16,-3-4-3104 0,2-2-5197 16</inkml:trace>
  <inkml:trace contextRef="#ctx0" brushRef="#br0" timeOffset="80647.449">10463 11287 9412 0,'0'0'2873'0,"0"0"-1661"16,0 0-548-16,0 0-348 0,0 0 128 16,0 0 448-16,0 0-112 0,0 0-620 15,0 0-44 1,-96 63-32-16,64-35-32 0,4 8 84 0,-4-2 40 16,8-1 8-16,8-5-24 0,4-3-72 0,5-6-88 15,7-3-4-15,3-2 4 0,9-2 48 16,4-3 128-16,9 1-92 0,-2-1 52 15,5-2 52-15,-4-4 8 0,4 3-84 0,-4-2 12 16,-1-1 84-16,-7 2 48 0,0 2-20 16,-7 0-16-16,-2-1 0 15,1 4 24-15,-4-1-24 0,-4 4-88 0,0-1-8 16,0 5 8-16,-8-5-20 0,-3 1-100 16,-2-1 60-16,1-3-72 0,5-2 0 0,-2 0-168 15,1-7-200-15,4 0-220 16,1 0-72-16,-1 0-104 0,4-7-312 15,0-6-612-15,0-6-1076 0,0 7-2929 0,11-17-1119 16</inkml:trace>
  <inkml:trace contextRef="#ctx0" brushRef="#br0" timeOffset="80805.051">10745 11506 4984 0,'0'0'8001'16,"0"0"-6513"-16,0 0-416 0,0 0 84 15,84 16-64-15,-72-7-312 0,-4 4-28 16,0 3 68-16,-8 0-152 0,0 0-180 15,0 0-232-15,0-1-184 0,0-5-72 0,-5-4-96 0,5 1-160 16,0-7-424-16,-3 3-348 16,3-3-352-16,0 0-1100 0,0-3-2365 15,0-6-2627-15</inkml:trace>
  <inkml:trace contextRef="#ctx0" brushRef="#br0" timeOffset="80940.628">10940 11237 12177 0,'0'0'1636'16,"0"0"-1256"-16,0 0 204 0,0 0-68 0,0 0-516 16,0 0-52-16,80-61-552 0,-68 54-284 0,4 4-236 15,-4-3-893-15,-1 6-2263 16,6 0-300-16</inkml:trace>
  <inkml:trace contextRef="#ctx0" brushRef="#br0" timeOffset="81348.554">11163 11312 5308 0,'0'0'4756'16,"0"0"-2799"-16,-4 77-449 0,4-48-304 15,-8 1-8-15,5 0-4 0,-1-5-4 0,-4 0-240 16,8-6-236-16,-5-6-176 0,5-1-280 16,0-6-148-16,0 1-108 0,0-7-64 15,0 4-68-15,9-4 24 0,-1 0 44 16,3-4 56-16,2-3-88 0,2-2-28 0,2 0 52 16,-2-1-64-16,5-3 40 15,-8 4 24-15,4 0-4 0,-4 2 72 0,0 4-44 16,-4 0-40-16,-4 3 88 0,4 0 40 15,-4 0 228-15,0 3 36 0,0 0-20 16,0 4-16-16,0-1-100 0,0 0-20 16,-4-3-16-16,4 4-44 0,-4-4-80 0,4-3-8 15,-4 0-64-15,3 0-20 0,-3 0-24 16,5 0-28-16,-1 0-32 0,4-3 80 16,3-4 4-16,-2-2 36 0,6-1-76 15,2 1-60-15,-2-1 28 0,2 1 80 0,-2 0-32 16,2 5 20-16,-2 1-8 15,-2 3 96-15,-2 0 48 0,-3 3 160 16,1 4 0-16,-2 2 0 0,-3 1-24 0,4 2-52 16,-4 1-124-16,0-4-8 15,0 1-76-15,-4-1-276 0,4-2-152 16,0 0-208-16,-4-5-308 0,4 5-644 0,0-7-876 16,0 0-2697-16,0 0-2559 0</inkml:trace>
  <inkml:trace contextRef="#ctx0" brushRef="#br0" timeOffset="81591.284">11920 11443 11569 0,'0'0'1868'0,"0"0"-1056"0,4 69 248 16,-4-34 400-16,-4 7 152 0,1 6-104 0,-5-1-360 16,4 6-283-16,-1 2-197 15,5-1-136-15,-4 6-232 0,-3-2-140 16,3-2-40-16,0-2-120 0,0-3-8 0,0-7-100 15,-4-5-64-15,4-4-104 16,0-7-148-16,0 1-60 0,4-4-101 16,-4-6-71-16,0-3-100 0,-1-7-248 0,5-2-292 15,0-7-296-15,-3-4 168 0,3-8-212 16,-4-9 24-16,4-12-1257 0,0-8 689 16,0-10 760-16,0 9 52 0,0-33-808 0</inkml:trace>
  <inkml:trace contextRef="#ctx0" brushRef="#br0" timeOffset="81784.977">11881 11478 3288 0,'0'0'2864'16,"0"0"-380"-16,0 0-352 0,0 0-347 0,67-67-253 16,-51 64-156-16,-4-1-108 0,4 4-296 15,-4 4-280-15,0 6-176 0,4 2-136 16,-8 6-108-16,0 2-76 0,-8 5-48 16,0 1-40-16,0-1-24 0,0-2-36 15,-8 2-48-15,-3-3-244 0,2-3-200 0,-3-6-244 16,8-4-260-16,-3-9-272 0,7-4 36 15,0-10-968-15,0-5-2765 0,7-21-1979 16</inkml:trace>
  <inkml:trace contextRef="#ctx0" brushRef="#br0" timeOffset="81966.618">12295 10922 7384 0,'0'0'5765'0,"0"0"-4529"0,0 0-292 16,0 0 140-16,20 73-36 0,-20-36 124 15,0 5-40-15,0 6-300 0,-4-1 32 0,-3 2-135 16,2 1-257-16,-3-3-252 0,4 2-184 16,-4-5-36-16,0-1-220 15,0-4-312-15,4-1-221 0,0-2-175 0,4-8-196 0,0-6-752 16,8-6-1212-16,8-9-1929 0,-4-5-167 16,16-8 989-16</inkml:trace>
  <inkml:trace contextRef="#ctx0" brushRef="#br0" timeOffset="82231.886">12502 11608 7596 0,'0'0'3056'15,"0"0"-695"-15,0 0-581 0,0 0-268 16,0 0-216-16,84 41-392 0,-64-41-252 16,0 0-100-16,4-10-188 0,0-3-240 0,-1-2-124 15,-3-4-100-15,1-1 16 0,-10 1-64 16,1 3-84-16,-7 4 0 16,-1 2 96-16,-4 4 136 0,-9 3 76 0,-3 3-68 15,-4 0-8-15,-3 0 8 0,-6 9 76 16,1 7 124-16,-4 3 64 15,5 7-40-15,3 2 48 0,0 7-36 0,4-3-60 16,0 3-16-16,8-7-68 0,0-2-92 16,8-10-8-16,0 0-64 0,4-11-68 0,8 2 48 15,8-7 84-15,4 0-124 0,4 0-216 16,8-7-224-16,7-5-184 16,2-1 48-16,2 1-588 0,-7 2-1352 0,23-6-3857 0</inkml:trace>
  <inkml:trace contextRef="#ctx0" brushRef="#br0" timeOffset="82831.751">13479 11274 7400 0,'0'0'2540'0,"0"0"-655"16,0 0-773-16,15 76 100 16,-2-44 152-16,10 6 64 0,-3-3-52 15,4-6-316-15,4-7-276 0,0-9-344 0,-1-4-148 16,6-6-48-16,-6-3-76 0,1-3-20 15,0-6-148-15,0-7-80 0,0-3-64 16,0-7-172-16,0-2-76 0,-4-1-20 16,-5 4 68-16,-6 2-12 0,-5 4-72 15,-4 4 132-15,-4 5 148 0,-8 4 148 16,-5-1 12-16,-6 4 88 0,-1 3 60 0,-4 0-88 16,0 3 212-16,0 10 72 0,0 3-124 15,4 9-24-15,1 3-12 16,2 12 36-16,6-3 84 0,3 8-12 0,-1-4-36 15,9 1-12-15,4-7-88 0,9-4 5 0,6-6-173 16,5-9-41-16,4-6 37 16,8-7-44-16,-1-3-328 0,10-13-100 15,-6-6-208-15,6-3-332 0,-2-7-648 0,-11 6-1448 16,8-10-3749-16</inkml:trace>
  <inkml:trace contextRef="#ctx0" brushRef="#br0" timeOffset="82990.781">14308 11281 13565 0,'0'0'2152'0,"0"0"-1172"0,0 0-520 0,0 0 296 16,0 0 232-16,55 85 288 15,-35-54-132-15,-4-2-547 0,7 0-269 0,-2-6-244 16,3-5-84-16,0-2-120 0,-1-3-244 16,1-4-269-16,0-2-147 0,0-7-28 15,0 0-420-15,0-4-796 0,-8-2-1088 16,3-10-3045-16</inkml:trace>
  <inkml:trace contextRef="#ctx0" brushRef="#br0" timeOffset="83159.726">14694 11255 10348 0,'0'0'2529'16,"0"0"-1381"-16,0 0-400 0,0 0 8 0,-96 45 224 16,68-14 288-16,-4 4-68 0,0 3-320 15,1 4-96-15,3-4-200 0,3-3-388 16,10-4-196-16,-1-3-52 0,4-5-224 15,4-4-396-15,3-2-220 0,5-8-228 16,5-4-816-16,3-5-1048 0,4 0-2653 0,8-14-1555 16</inkml:trace>
  <inkml:trace contextRef="#ctx0" brushRef="#br0" timeOffset="83419.324">15236 10676 13105 0,'0'0'1928'16,"0"0"-1260"-16,4 83-268 0,-4-38 104 0,0 9 516 15,-8 6 512-15,-1 4-212 0,5 0-344 16,1-4-247-16,-1 3-233 0,4-2-304 16,0-8-176-16,0 1-16 0,0-9-64 15,0-4-128-15,0-9-124 0,7-9 0 16,1-5-49-16,1-8-131 0,-1-4-104 15,-5-6 40-15,1 0-176 0,0 0-396 0,-4-6-360 16,0-7-648-16,0 4-1981 16,-15-13-2335-16</inkml:trace>
  <inkml:trace contextRef="#ctx0" brushRef="#br0" timeOffset="83864.133">14869 11274 13181 0,'0'0'1876'0,"0"0"-616"16,0 0-360-16,0 0-368 0,0 0-124 0,0 0 528 15,0 0 252-15,88-6-408 0,-45 0-268 16,2-5-183-16,2-1-197 0,5-4-132 16,-1 0-92-16,1-2-189 0,0 1-215 15,-8-2-308-15,0 3-164 0,-8 4-336 16,-4 2-488-16,-8 4-556 0,-1 3-416 16,-7 3-1193-16,-4 3 897 0,-3 10-252 15,-5-1 2704-15,-4 7 608 0,0 4 4672 16,0-2-1356-16,0 2-547 0,0 0-677 0,0 2-468 15,0-6-36-15,7-3-244 0,1-4-232 16,0-2-312-16,8-4-264 0,0-3-32 16,0-3 32-16,8 0-184 0,0-9-340 15,-1-4-12-15,2-3-328 0,3-6-136 0,-4 3-84 16,-5-4 8-16,-3 5-12 0,-4 1-52 16,0 2 48-16,-8 2 60 15,-4 4 136-15,0-1 136 0,-4 1 224 0,-8 5 128 16,0 1 308-16,-4 3 100 0,1 3-144 15,-6 13-68-15,6 3-32 0,-5 6 40 16,-1 4 72-16,2 7 52 0,3 2 8 0,0-4-4 16,0 4-20-16,4-2 9 15,4-1-169-15,8-7-160 0,0-9-120 0,8-3-132 16,4-7-36-16,4-2-77 0,3-7-11 16,2 0-144-16,7-10-284 0,4-6-244 15,-1-6-612-15,1-4-1212 0,-8 8-2273 16,8-15-1751-16</inkml:trace>
  <inkml:trace contextRef="#ctx0" brushRef="#br0" timeOffset="84134.049">16052 11214 12717 0,'0'0'2688'0,"0"0"-1516"0,0 0-300 0,0 0-168 16,0 0 540-16,0 73-20 0,-4-57-604 16,0-4-304-16,0-2-172 0,4-4-144 15,0-3-128-15,0-3-152 0,4 0 0 0,4 0-36 16,0 0 108-16,4-6 24 15,4 0-24-15,0-4 16 0,0-2-4 0,0-1-64 16,-1 4 28-16,2-4 0 0,-2 6 120 16,2 4 36-16,-6-1-44 0,-2 4 120 15,3 4 148-15,-9 6 328 0,5 3 4 16,-3-1-164-16,-1 7-144 0,-4-3-48 16,4 3-64-16,-4 1-60 0,4-6-8 15,-1 3-112-15,1-1-324 0,9-4-316 16,-2 2-336-16,6-3-1012 0,-2-1-2060 15,9 0-2745-15</inkml:trace>
  <inkml:trace contextRef="#ctx0" brushRef="#br0" timeOffset="84481.813">16782 11100 11445 0,'0'0'2496'0,"0"0"-1296"0,0 0-40 0,0 0-164 16,-84 64-128-16,52-33 192 0,0-3-216 15,0 4-244-15,8-4-148 0,5-5-124 16,6-4-316-16,9-3-12 0,4-7-196 16,0-2 0-16,8 0 76 0,8-2 64 15,5 2 56-15,2 2 12 0,5-2-8 16,0-2 4-16,0 2 0 0,0 3-8 15,-8-4 48-15,3 4 24 0,-6-1 28 0,-6 0 104 16,-2 1 52-16,-2 0 13 0,-7 0-149 16,0-4-32-16,0 0-88 0,0-3-136 15,4-3-133-15,-4 3-167 0,4-3-232 16,4-3-288-16,4-6-148 0,8-7-24 0,0-4-588 16,0 5-1248-16,12-17-3493 0</inkml:trace>
  <inkml:trace contextRef="#ctx0" brushRef="#br0" timeOffset="84607.684">17195 11334 12137 0,'0'0'3128'16,"0"0"-1632"-16,0 0-576 0,9 63-428 0,-9-40 52 0,0 0 684 15,-9-4-252-15,6-3-440 0,-1-1-368 16,0-5-168-16,4-7-92 16,0-3-468-16,0 0-464 0,0-3-512 0,0-7-2344 15,4-9-4173-15</inkml:trace>
  <inkml:trace contextRef="#ctx0" brushRef="#br0" timeOffset="84751.194">17455 11051 14365 0,'0'0'3876'16,"0"0"-3508"-16,0 0-220 0,0 0-148 0,0 0 0 0,0 0-24 16,0 0 24-16,0 0-516 15,0 0-104-15,0 0-376 0,92-31-868 16,-77 29-2057-16,5-5-2471 0</inkml:trace>
  <inkml:trace contextRef="#ctx0" brushRef="#br0" timeOffset="85234.03">17614 11268 3484 0,'0'0'10793'16,"0"0"-9353"-16,-8 69-536 0,8-49-8 0,0-1 20 16,0-6 192-16,8-5-376 0,4-1-548 15,4-3-72-15,3-4-112 0,9-7-88 16,0-2-180-16,4-5-148 0,0 0-148 0,-4-6-100 15,0 4 156-15,-8-3 76 16,0 3 72-16,-8 1 136 0,-4 2 224 16,-8-1 164-16,0 6 244 0,-4 2 172 0,-4 1 52 15,-4 3-80-15,-4 2-296 0,4 7-24 16,-4-1-60-16,0 6 12 0,1 1 24 16,7-7-60-16,-1 1-148 0,5-1-72 15,4-6-136-15,0 0-12 0,4 0-144 16,9-6 104-16,-2-1 100 0,10-5-268 15,3-4-376-15,-1 0-360 0,5-3-408 0,-4 0-136 16,4 3 164-16,0 4 167 16,0-2-199-16,-4 8 1080 0,-5 3 496 0,2 3 1464 15,-10 3 457-15,-3 6 323 0,-3 4 136 16,-2-1-432-16,-3 5-648 0,0 2-468 16,0-1-200-16,0-2-156 0,0 1-135 0,4-8-137 15,4 4-140-15,5-7-56 16,2-3-16-16,5 1 4 0,3-4-128 15,5-4-60-15,4-5-40 0,0-4-61 16,0 1-47-16,-4 1 48 0,0 3 144 0,-8 2 100 16,-4 1-12-16,0 5 60 15,-8 0 136-15,-4 11 216 0,-1-3-108 0,-3 6-112 16,0 2-132-16,0-1-48 0,0-2-268 16,-3 3-160-16,3-4-196 0,0 1-236 0,0 1-844 15,0-9-2244-15,3 2-3465 0</inkml:trace>
  <inkml:trace contextRef="#ctx0" brushRef="#br0" timeOffset="85832.117">19590 11484 12553 0,'0'0'1824'0,"0"0"-728"15,-28 83-492-15,24-61 100 0,4 0 176 16,0-7-76-16,4-4-384 0,9-5-296 16,6-6 120-16,9 0 124 0,8-10-24 15,12-9-112-15,4-3-232 0,7-10-60 0,1-3-212 16,3-6 16-16,-7 5-52 0,-3-1 40 16,-14 4 48-16,-3 5 44 0,-12 0 56 15,-11 2 56-15,-10 8 0 0,-3 2 64 0,-8 2 160 16,-12 5 148-16,-8 7-28 0,0 2-8 15,-7 9 36-15,-5 7 8 0,0 9-72 16,-4 0 12-16,9 0-84 0,-1 2-100 16,12-6-72-16,0-2-192 0,12-3-532 15,-1-3-292-15,10 0-516 16,3-4-1092-16,0 1-3153 0</inkml:trace>
  <inkml:trace contextRef="#ctx0" brushRef="#br0" timeOffset="85998.896">20303 11430 15633 0,'0'0'2420'0,"0"0"-1592"0,84 28 20 0,-48-24 104 16,0-4-308-16,4 0 13 0,-4-7-145 15,3-5-260-15,5-5-60 0,4-5-192 16,-5-4-184-16,2 1-516 0,-6-3-117 0,-3-1-159 16,-4 1-360-16,-8 3-856 15,-7 0-1024-15,-6 8-2437 0,-11-8-1339 16</inkml:trace>
  <inkml:trace contextRef="#ctx0" brushRef="#br0" timeOffset="86223.9">20682 11001 10468 0,'0'0'2529'16,"0"0"-1029"-16,0 0-440 0,0 0-204 15,0 0-8-15,0 0 292 0,0 0-168 16,-44 92 8-16,44-57-44 16,0 6-155-16,4 4-237 0,0 3-252 0,1 5-100 15,-1 4-120-15,-4 8-72 0,0-2 0 16,0 4 4-16,0-1 44 0,-9 1-48 0,5-3 0 15,0-8-44-15,-4-2-100 16,5-6-172-16,-1-4-108 0,-1-9-37 0,5-3 25 16,0-7-40-16,0-9-24 0,0-3-12 15,0-10-40-15,-4-3-88 0,0 0-164 16,-4-9-348-16,1-7-196 0,-2-6 276 16,-3-7-136-16,5-7-648 0,3 11-2377 15</inkml:trace>
  <inkml:trace contextRef="#ctx0" brushRef="#br0" timeOffset="86698.682">21452 11024 11325 0,'0'0'1336'0,"0"0"-392"0,0 0-564 15,0 0 356-15,0 0 816 0,103-23 128 16,-56 23-240-16,9 0-180 0,11 3-408 0,6 0-303 15,2-3-309-15,-2 0-180 16,-6-3-60-16,-3-6-8 0,-4-1-112 16,-9-3-196-16,-3 0-145 0,0-2-75 0,-12-1-160 15,-4 0-456-15,-13 4-1360 0,-10 2-2944 16,-9-4-4157-16</inkml:trace>
  <inkml:trace contextRef="#ctx0" brushRef="#br0" timeOffset="86881.954">21809 11189 5016 0,'0'0'8981'0,"-11"76"-7481"0,11-35-884 16,0 3 124-16,0 10 392 0,0-3 200 15,-4 0-112-15,-5-4-512 0,5-5-368 16,1-4-228-16,3-6-112 0,0-4-228 0,0-9-112 16,0-3 60-16,0-7-28 15,3-2-168-15,-3-4-256 0,4 0-364 16,1-3-1060-16,-1-3-2788 0,-4-10-3649 15</inkml:trace>
  <inkml:trace contextRef="#ctx0" brushRef="#br0" timeOffset="87007.516">21845 11550 3828 0,'0'0'12773'0,"0"0"-10961"0,0 0-1148 0,92 10-76 16,-48-10-48-16,0-7-136 15,0-2-224-15,3-1-180 0,-2-2-252 0,6-1-320 16,-3 0-496-16,-8 1-824 0,-9 2-1220 15,-3 1-4397-15</inkml:trace>
  <inkml:trace contextRef="#ctx0" brushRef="#br0" timeOffset="88567.965">4294 13172 6612 0,'0'0'5881'0,"0"0"-4221"16,0 0-1268-16,0 0-240 15,0 0 492-15,0 0 648 0,97 0-160 0,-66-3-252 16,5 0-168-16,4-3-224 0,-1-3-168 15,6-1-148-15,-6-3-100 0,1 1-12 0,0-1-60 16,-4 0-4-16,4 1-68 0,-9-4-184 16,1 3-224-16,0 0-168 0,-4 4-216 15,-8 3-440-15,0-1-932 0,-8 4-2037 16,-8 3-1619-16</inkml:trace>
  <inkml:trace contextRef="#ctx0" brushRef="#br0" timeOffset="88798.143">4745 13116 7808 0,'0'0'2680'0,"0"0"-1659"0,0 0-677 16,0 0 120-16,0 0 620 15,0 0 300-15,0 0-88 0,0 0-404 0,0 0-348 16,0 0-108-16,-36 92-28 0,36-57 36 16,0 0 20-16,0 6-72 0,4-2-72 15,0 1-124-15,-4-2-148 0,0 1-48 16,0-2-8-16,4-2-64 0,-4-6-124 15,3-3-272-15,6-5-168 0,-1-1-116 16,3-8-128-16,2-2-236 0,-1-4-408 0,4-6-756 16,-4 0-2469-16,4 0-1391 0</inkml:trace>
  <inkml:trace contextRef="#ctx0" brushRef="#br0" timeOffset="89149.867">5271 13366 11909 0,'0'0'1572'0,"0"0"-1124"0,0 0-84 0,0 0 420 15,0 0 716-15,-76 0-356 0,56 6-440 16,5 8-136-16,-6 2-200 0,1 3-76 0,9 3-84 16,-2 0 0-16,5-3 24 0,4-3-60 15,1 0-60-15,3-7-112 16,0-2-40-16,0-5-92 0,3-2-52 0,5 0 0 15,1 0-36-15,6-2-84 0,2-11-176 16,2 0 88-16,1-6-80 0,4 0-120 16,-4 3-56-16,-4 4 12 0,-1 2 92 15,2 3 268-15,-6 7 124 0,-2 0 152 16,3 7 160-16,-8-1 116 0,-1 4 140 16,5 2-24-16,-8-2-56 0,5 3-24 0,-5-7-52 15,4 4-48-15,-4-7-176 0,0-3-36 16,0 0-188-16,0 0-84 0,4-3-352 15,0-7-444-15,-1-2-804 0,1-5-776 16,9-8-2909-16</inkml:trace>
  <inkml:trace contextRef="#ctx0" brushRef="#br0" timeOffset="89398.968">5510 12791 12765 0,'0'0'1856'0,"0"0"-1656"15,0 0 116-15,0 0 740 16,0 0 580-16,0 0-184 0,0 65-592 16,0-34-312-16,4 7-36 0,0 3 120 0,3 1-75 15,-2 5-157-15,-1 1-132 16,0 0-100-16,0-1-108 0,-4 4-60 0,0-3 0 16,0-1-108-16,0 0-256 0,0-5-84 15,0-7-181-15,0-3-175 16,0-10-184-16,7-5-340 0,1-9-644 0,9-4-368 0,-2-4-600 15,-2 0-2093-15,11-10-63 0</inkml:trace>
  <inkml:trace contextRef="#ctx0" brushRef="#br0" timeOffset="89648.57">5789 13366 8492 0,'0'0'2236'0,"0"0"-947"0,0 0-469 0,0 0 108 16,0 0 176-16,0 0 140 0,0 0 32 15,0 0-224-15,0 0-240 0,0 0-420 16,-21-22-328-16,6 31-64 0,-1 7 0 15,-4 1-8-15,4-1 0 0,1-2 8 0,6 0 0 16,-3-4 0-16,8-4-12 16,1-3 4-16,3 0-64 0,0-3-52 0,0 3-48 15,3-3-12-15,5 3 112 0,4 1 72 16,4 2 84-16,-1 1 28 0,6 2 60 16,-1 0-24-16,-1 4-52 0,5-3-96 0,1-4 0 15,-1 0-72 1,0-2-40-16,3-4-144 0,1-4-360 0,4-8 36 15,4-7-424-15,-4-7-956 0,-5 7-1876 16,10-17-1821-16</inkml:trace>
  <inkml:trace contextRef="#ctx0" brushRef="#br0" timeOffset="89950.449">6262 13360 11969 0,'0'0'2384'0,"0"0"-1676"0,0 0-316 15,0 0 504-15,9 70 816 0,-1-64-540 16,-4-2-768-16,3-4-404 15,2 0 4-15,3-7 252 0,-1-3-256 0,6-5 0 0,-2-2-172 16,2-5-208-16,-2 0-52 16,1 0 28-16,-4 3 56 15,-3 6 100-15,-5 1 112 0,-1 6 136 0,-3-1 244 16,0 7 152-16,-12 0-136 0,0 0-4 16,-3 3-20-16,-5 10-88 0,-1 0-52 15,2 6 28-15,3 4 48 0,0 4 48 0,0 2 0 16,4 3-36-16,7-4 108 0,1 4 108 15,1-7 196-15,3 2-155 16,7-8-237-16,6-5-192 0,2-3-12 0,9-5-44 16,1-4-4-16,3-2-96 0,3 0-125 0,9-8-255 15,-4-9-208-15,4 2-112 16,7-4-496-16,-11 6-1476 0,24-13-3453 0</inkml:trace>
  <inkml:trace contextRef="#ctx0" brushRef="#br0" timeOffset="90414.287">7581 13030 13849 0,'0'0'2008'16,"0"0"-1340"-16,0 0-120 0,0 0-100 15,73 86 148-15,-65-55 352 0,3 8-248 16,-3-2-164-16,1 8-24 0,-6 3 48 16,1 2-144-16,-4 5-111 0,-7-1-53 15,-2-1-140-15,-7-2-40 0,0-3 0 16,-3-4-72-16,2-9 4 0,-2-6 4 0,3-6-4 16,0-9-4-16,0-3-104 0,-5-5-152 15,6-6-108-15,-1 0-13 0,0-10-63 16,4-3 224-16,0-6-92 0,1-9 52 0,2-4-12 15,5-6 84-15,4 0-12 16,0-7 40-16,0 7-32 0,9 7 16 0,2 5 88 16,1 7 84-16,4 10 36 0,3 2 236 15,2 7 84-15,7 4 32 0,0 5-20 16,0 7-112-16,4 0-96 0,-1 3-40 16,1-3 4-16,-4 2-48 0,0-1-76 15,0-2-8-15,-5 2 0 0,1-2-76 16,-3-2-76-16,-2-1-316 0,1 1-96 15,1 0-68-15,-2-4-308 0,-3 1-1220 16,0-4-1660-16,-4-3-2149 0</inkml:trace>
  <inkml:trace contextRef="#ctx0" brushRef="#br0" timeOffset="91052.031">8466 13002 10152 0,'0'0'1421'0,"0"0"-629"0,0 0-240 0,0 0 188 16,0 0 84-16,-80 25 48 15,61-6-56-15,-1 6-12 0,3 7-148 0,6 6-100 16,7 7-136-16,0 5 0 0,4 4 108 16,0-3 132-16,8-1-196 0,-1-5-172 15,6-6-84-15,-2-11-124 0,6-6-84 16,-6-6 0-16,1-4-72 0,1-5-12 0,-2-1 32 15,-3-6 4-15,1 0-72 0,-6 0-440 16,5 0-116-16,-4-2-144 16,-4-9-316-16,4 2-564 0,1-3-700 0,-5-1-1633 15,0 0-1079-15</inkml:trace>
  <inkml:trace contextRef="#ctx0" brushRef="#br0" timeOffset="91211.949">8350 13421 8732 0,'0'0'1840'0,"0"0"-619"0,0 0-681 15,0 0 620-15,0 0 440 0,0 0 108 16,84-7-492-16,-48 7-252 0,0-3-132 16,3-6-268-16,6-2-248 0,-6-4-172 0,2-3-144 15,-2-8-88-15,1 0-312 0,-4-2-260 16,4-4-240-16,-4 0-556 0,0 1-952 16,-8 1-2729-16,3-1-3015 0</inkml:trace>
  <inkml:trace contextRef="#ctx0" brushRef="#br0" timeOffset="91384.666">9056 13011 12657 0,'0'0'2148'0,"0"0"-1292"0,0 0 712 0,0 0-36 16,99 3-208-16,-67-9-384 0,4 0-500 16,0-7-308-16,0 0-132 0,0-3-72 15,-4 0-292-15,-1-3-284 0,1 3-84 16,-8 0-300-16,1 1-824 0,-6 5-1976 15,-10 0-2313-15</inkml:trace>
  <inkml:trace contextRef="#ctx0" brushRef="#br0" timeOffset="91553.093">9342 13046 11221 0,'0'0'1792'16,"0"0"-1064"-16,-11 73 60 0,11-39 532 15,-4 4 468-15,4 4-196 0,0-4-404 0,0 3-504 16,0-2-320-16,0-7-268 0,-4-1-96 15,4-2-84-15,-4-4-172 0,-1-6-292 16,1 0-196-16,-3 0-212 0,3 0-492 16,-4-3-1220-16,4 0-2729 0,-8 3-2851 15</inkml:trace>
  <inkml:trace contextRef="#ctx0" brushRef="#br0" timeOffset="91696.208">9271 13544 12257 0,'0'0'2000'0,"0"0"-1028"0,0 0 424 15,80-47-16-15,-52 27-344 0,8 1-68 16,-4-3-284-16,-1 2-380 0,5 2-268 0,-4-1-36 16,-4 4-400-16,-4 2-332 0,-9 3-116 0,2 3-508 15,-9 5-996-15,-8 2-1812 16,0 2-1889-16</inkml:trace>
  <inkml:trace contextRef="#ctx0" brushRef="#br0" timeOffset="91850.886">9379 13586 11745 0,'0'0'2404'0,"0"0"-1432"0,0 0-204 0,0 0-88 16,0 0 464-16,0 0 64 16,0 0-348-16,0 0-4 0,0 0-272 15,96 16-304-15,-65-29-172 0,5 3-108 0,0-3-120 16,3 0-464-16,2 1-272 0,-2-1-260 16,1 4-1036-16,-8 2-2924 0,16 1-4729 15</inkml:trace>
  <inkml:trace contextRef="#ctx0" brushRef="#br0" timeOffset="92414.351">11044 13151 11941 0,'0'0'1480'0,"0"0"-576"16,0 0-72-16,0 0 76 0,0 0-120 15,0 0-412-15,0 0-216 0,-95 57 100 16,67-25 176-16,0-1-56 0,4 4-84 16,4 0-48-16,8-4-40 0,4-5-96 15,3-3-76-15,5-1-36 0,5-7-76 16,3 2 64-16,4-5 4 0,8 1 8 0,0-4 76 15,3 1 32-15,1-1 28 0,4 2-88 16,-4-6 44-16,-4 4-84 0,4-2 56 16,-8 5 96-16,0-1 72 0,-4 1 172 15,-4 1 312-15,-4 2-216 0,-4 2-219 16,0-2-77-16,-8 1-108 0,-4 3-20 16,-4-3-28-16,-4 0-48 0,-4-3-120 15,4-1-96-15,-4-1-112 0,0-5-133 16,5-4 9-16,2-2-72 0,6 0-88 0,2-8-260 15,5-6-496-15,4-8-772 0,0 6-1872 16,13-22-1873-16</inkml:trace>
  <inkml:trace contextRef="#ctx0" brushRef="#br0" timeOffset="92797.636">11411 13376 13685 0,'0'0'2592'0,"0"0"-1756"16,0 0-240-16,19 76 168 0,-19-44 712 0,0 3 72 15,-11-3-539-15,3 0-345 0,-1-4-168 16,2-6-316-16,3-9-180 0,4-4-124 0,0-9-104 16,0 0-100-16,0 0-72 15,7-3-24-15,6-6 36 0,-1-7-73 16,3-6-39-16,1-4 36 0,0 0-12 0,-4 1 24 16,-4 0 24-16,4-1-100 15,-4 4-140-15,0 0-128 0,-4 0 24 16,0 2 228-16,0 5 256 0,1 5 208 0,-5 4 80 15,0 6 252-15,0 0-64 0,0 0-88 16,3 0-48-16,1 0 12 0,0 6 252 16,0 0 220-16,0 1 8 0,0 3-48 15,-4-1 0-15,4 1-16 0,0 3-112 0,-4-4-48 16,0 4-40-16,0 2-60 0,0-2-72 16,0 3-76-16,0-3-72 0,0-1-84 15,4 4-4-15,-4 0-44 0,4-2-188 16,-4 0-132-16,4 3-164 0,0-4-124 15,0 1-204-15,0 0-384 0,4-4-720 0,0-1 104 16,-4-6-1-16,4 0-843 0,-1-3-1408 16</inkml:trace>
  <inkml:trace contextRef="#ctx0" brushRef="#br0" timeOffset="93156.689">12156 13249 10724 0,'0'0'1633'0,"0"0"-637"0,0 0 248 0,-60 90 56 15,36-57-108-15,0 9-40 0,5-1-292 16,-2-3-124-16,5-3-40 0,8-10-120 16,4-6-296-16,4-2-148 0,0-11-132 15,8-6-48-15,5 0 36 0,6-4-76 0,5-11-140 16,8-8-116-16,4-5-32 15,4-10-148-15,0-3-128 0,-5-3-320 16,5-5-592-16,-8 5-1056 0,-4 6-2069 0,4-17-2827 0</inkml:trace>
  <inkml:trace contextRef="#ctx0" brushRef="#br0" timeOffset="93482.806">12542 12753 11729 0,'0'0'2096'0,"0"0"-1156"0,0 0-524 16,0 0 148-16,0 63 680 0,-8-23 144 15,0 4-332-15,-4 3-332 0,4 4-16 16,0 3 56-16,-4 0-215 0,4 0-185 16,0 0-172-16,-3-3-112 0,6-4-80 15,-3-6-84-15,8-5-120 0,0-9-88 16,4-7 0-16,5-7-97 0,6-7-243 0,2-3 132 16,2-3 48-16,1-3 0 15,4-9 96-15,-4-1-40 0,0-3 28 16,-5 4 196-16,2 1 164 0,-6 9 8 0,-2 2 172 15,-5 0 272-15,0 9 96 0,0 7 72 16,-4 3-148-16,4 3-136 0,-1 7-72 16,1-1-84-16,1-1-52 15,-1-2-108-15,4 0-12 0,3-6 0 16,-2-4-108-16,6-5-88 0,2 0-364 0,-2-7-76 16,2-3-88-16,-2 0-336 0,5-10-1260 0,-8 1-2464 15,4-7-4769-15</inkml:trace>
  <inkml:trace contextRef="#ctx0" brushRef="#br0" timeOffset="93913.159">13574 13366 10544 0,'0'0'1097'0,"0"0"-509"0,0 0-240 16,0 0 1116-16,0 0 504 0,79 32-392 16,-47-19-368-16,5-3-420 0,2-4-336 15,9-6-144-15,0 0-308 16,8-13-24-16,-5-10 24 0,5-2-416 0,-4-2-112 15,0-6-160-15,-4-2-252 0,-4 4-228 16,-8-5-456-16,-5 4-1008 0,-11 11-2253 16,-4-11-1211-16</inkml:trace>
  <inkml:trace contextRef="#ctx0" brushRef="#br0" timeOffset="94121.902">14100 12939 10556 0,'0'0'1661'0,"0"0"-549"16,0 0-184-16,0 0 56 0,-80 101 340 15,65-51-44-15,-6 7-120 0,6 7-156 0,-1 0-112 16,4 0-104-16,3-8-347 0,2-2-293 16,7-6-148-16,0-6-84 0,0-9-48 15,3-7-185-15,6-8-99 0,-1-4-20 16,3-4-212-16,6-7-24 0,-2-3 20 16,9-10-136-16,-3-9-440 0,2-4-568 15,1-8-556-15,0-1-321 0,4-6-619 16,-13 10 88-16</inkml:trace>
  <inkml:trace contextRef="#ctx0" brushRef="#br0" timeOffset="94897.482">14351 12827 7292 0,'0'0'2232'0,"0"0"-423"0,0 0-821 0,0 0-68 16,0 0 424-16,0 0 472 0,0 0-360 16,24 76-616-16,-24-32-240 0,-4 7 28 0,-4 3 212 15,0 0-144-15,0-2-111 0,0-2-189 16,0-3-152-16,4-5-172 15,0-5-72-15,4-5-4 0,0-7-68 0,0-2-36 0,4-7-52 16,8-3-140-16,0-7-141 16,0-3-55-16,8-3 116 0,0 0 76 15,-1-6 96-15,-2 0 24 0,2-4 28 16,-2 1 32-16,-6 2 52 0,2 7-40 16,-6 0 52-16,1 0 60 0,1 9 272 15,-5 1 180-15,3 3-24 0,-3 3-124 0,-4-1-84 16,4 1-84-16,0-3-136 0,5 0 0 15,-6-4-112-15,5-3 40 16,0 1 12-16,4-4 12 0,-4-3-4 0,4 0 44 16,4 0-40-16,0-3 0 0,4-6 44 0,-5 2-68 15,6 1-76-15,-5-1 16 16,-1 1 32-16,-2 0-8 0,-2-1 20 16,1 4 76-16,1 0-56 0,-6 0 68 0,1 3 12 15,-4 0-8-15,5 0 56 0,-9 3 224 16,3 7 140-16,-3-1-32 0,4 7-128 15,-4 1-92-15,0-3-39 0,4-3-85 0,-4-3-48 16,4-1-144-16,4-7-41 16,4 0-55-16,0-9-116 0,8-8-20 15,4-4-124-15,3-11-172 0,6-3-252 0,3-7-236 16,-1 2-92-16,1-4-44 0,-4-2 44 16,4-4-40-16,-1-4-185 0,-7-3-47 15,0 3 32-15,-3-1 608 0,-5 8 884 16,-9 12 1480-16,1 10 320 0,-3 12 41 15,-6 7-181-15,1 6-344 0,-4 3-56 16,4 9 148-16,0 8-100 0,-4 8-400 16,0 7-360-16,0 6-96 0,0 4 96 0,0 2 97 15,0 1-125-15,0-3-180 0,4-1-256 16,0-6-84-16,1 0-72 0,-2-3-124 16,1-3-164-16,0-4-16 0,0-6 59 15,0-3 109-15,-4-3 12 0,0-3-132 16,0-7-48-16,-4 4 20 0,-8-7-132 0,-4 0-284 15,-8-3-288-15,5 0-156 16,-2-3 236-16,-3-3 312 0,5-7 48 0,3-3 228 16,0-3 140-16,4 0 236 0,8 3 16 15,4 3 292-15,0 4 256 16,4 6 108-16,12 0-4 0,3 0 16 0,5-4-96 16,8 0-28-16,0-1-60 0,12-6-88 15,-4 3-128-15,8-6-84 0,0-2-184 16,0 3-92-16,-1-6-588 0,1 3-644 15,-12 6-940-15,11-3-4781 0</inkml:trace>
  <inkml:trace contextRef="#ctx0" brushRef="#br0" timeOffset="95447.381">16909 12843 7736 0,'0'0'1944'15,"0"0"-511"-15,0 0-561 0,0 0 180 16,0 0 280-16,0 0 296 0,0 0-328 16,0 0-72-16,84 9 60 0,-41-5-408 0,2-2-332 15,2-2-136-15,5 0-155 0,-5 0-149 16,2-9-104-16,-10 3-4 0,2-7-12 15,-6-1 8-15,-3 6-189 0,0-5-171 16,-8 1-244-16,-5 1-124 0,-2 5-128 16,-9 0-360-16,-8 6-556 0,0 0-408 0,-12 0-388 15,-1 6-2065-15,-15 7-243 0</inkml:trace>
  <inkml:trace contextRef="#ctx0" brushRef="#br0" timeOffset="95633.524">17268 12871 1632 0,'0'0'4440'15,"0"0"-2296"-15,0 0-488 0,0 0-299 16,-69 89 15-16,65-60 4 0,1 9-60 0,3 3-120 15,0 7-176-15,0 2-128 0,0 5 4 16,3-1-172-16,1-1-200 16,-4 5-48-1,0-8-136-15,0 1-96 0,0-4-108 0,0-5-124 0,-4-10-12 16,1-4 0-16,3-9-12 0,0-3-112 0,0-6-56 0,0-4-260 16,0-6-216-16,0 0-176 15,0 0-192-15,0-3-288 0,0-7-340 16,0 1-108-16,0-7-220 0,0 0-769 15,-4 4-1315-15,-4-14-903 0</inkml:trace>
  <inkml:trace contextRef="#ctx0" brushRef="#br0" timeOffset="95788.525">17081 13360 9004 0,'0'0'2029'0,"0"0"-229"0,0 0-768 16,0 0-224-16,0 0 228 0,0 0 344 0,0 0-340 15,0 0-240-15,103-7-172 0,-71 7-236 16,3-2-320-16,5-5-72 0,0 2-48 0,0-9-40 15,8 5-240-15,-4-4-324 0,-1 0-360 16,-2 1-392-16,-2 2-804 0,-11 0-1797 16,8 1-2935-16</inkml:trace>
  <inkml:trace contextRef="#ctx0" brushRef="#br0" timeOffset="96553.267">18312 12881 7552 0,'0'0'2332'16,"0"0"-963"-16,0 0-493 15,0 0-200-15,0 0 396 0,-88 6-8 0,68 10-248 16,-1 9-84-16,6 11-36 0,-1 11 88 16,0 7-92-16,5 9-4 0,-2 0-176 15,5 4-96-15,4 0-136 0,1-6-96 0,3-4-60 16,0-10-124-16,0-9-40 15,7-8-120-15,5-9 12 0,4-5-32 0,0-9-68 16,4-4-312-16,0-3 44 0,7-10-64 16,6-9-496-16,3-6-764 0,-8 2-1220 15,8-15-3429-15</inkml:trace>
  <inkml:trace contextRef="#ctx0" brushRef="#br0" timeOffset="96948.014">18877 12833 11117 0,'0'0'1516'0,"0"0"-1020"0,0 0 524 16,0 0 380-16,40 67 280 0,-36-35-220 15,-4 5-272-15,0 5-332 0,-4 2-136 16,-4 1-123-16,-4-1-249 0,-4 3-164 16,-4 2-124-16,1-5-60 0,-2 0-8 0,-3 0-64 15,5-5 24-15,-1-7-52 16,-1-7 28-16,6-3-12 0,-2-6-120 0,2-3-137 15,-1-4-87-15,0-3 4 0,0 1 32 16,0-7 0-16,0 0-12 16,4-7 0-16,-4-5 96 0,4-1 76 0,5-9-64 15,-2 0 12-15,-3-10 48 0,9 1 100 16,-1-2 132-16,0 5 4 0,4 3-100 0,0 6 100 16,8 6 100-16,3 4 64 0,6 5 168 15,-2 4 52-15,9 0-16 16,0 7-24-16,4 5-40 0,0 7 28 0,4 0 96 15,-4 0-40-15,4 3-56 0,0 0-52 16,0-2-136-16,-1-1-144 16,1-3-24-16,0-7-84 0,0 1-148 0,0-4-292 0,-4-6-212 15,4 0-132-15,-4-6-456 16,-4-1-1368-16,3-11-3345 0</inkml:trace>
  <inkml:trace contextRef="#ctx0" brushRef="#br0" timeOffset="97190.942">19367 13030 6916 0,'0'0'5505'0,"0"0"-4737"0,0 0-92 0,0 0 448 16,0 0 312-16,60 73 108 0,-48-51-360 0,4 4-424 16,3 2-236-16,-2 1-84 15,-2-1-112-15,2 1-120 0,-10 3-76 16,1-4-84-16,-3 7-40 0,-5 0-4 0,-9 3-4 15,-6 0-96-15,-2-3-160 0,-7 0-156 16,5-4-88-16,-5-1-16 0,4-9-24 16,0-4-84-16,4-8-44 0,4-9-264 0,0 0-620 15,4-9-1176-15,0-1-2209 16,5-15-1523-16</inkml:trace>
  <inkml:trace contextRef="#ctx0" brushRef="#br0" timeOffset="97375.526">19861 13262 13697 0,'0'0'1648'15,"0"0"-832"-15,0 0 160 0,104-16 288 0,-69 10-48 16,2-7-68-16,-5 2-648 0,0 3-368 16,0-5-132-16,-1 4-52 0,-8-1-252 15,2 0-292-15,-9 8-200 0,-4-2-248 16,-9 4-852-16,1 0-2104 0,-8 4-2413 15</inkml:trace>
  <inkml:trace contextRef="#ctx0" brushRef="#br0" timeOffset="97567.03">19897 13436 13045 0,'0'0'2456'0,"0"0"-1672"0,0 0-336 15,0 0 560-15,0 0 668 0,0 0-148 0,0 0-640 16,96 16-451-16,-61-16-145 15,2-3-148-15,3-6-108 0,-1-1-36 0,4-4-472 16,2 3-113-16,-2-5-203 16,2 3-188-16,-2-3-412 0,2 0-1264 0,-14 4-2689 15,13-8-4631-15</inkml:trace>
  <inkml:trace contextRef="#ctx0" brushRef="#br0" timeOffset="97830.72">20949 12875 16641 0,'0'0'2428'0,"0"0"-1996"0,0 0-300 15,0 0-132-15,0 0 564 0,84 0 400 0,-49 3-103 16,5-3-397-16,4 0-200 0,7-3-116 15,-2-4-140-15,-1 1-4 0,-5 0-4 16,-3-1-124-16,-8 1-324 0,-4-4-269 16,-4 4-111-16,-4 2-208 0,-8-3-648 15,-8 5-1204-15,-1 2-2637 0,-6-6-4131 16</inkml:trace>
  <inkml:trace contextRef="#ctx0" brushRef="#br0" timeOffset="98031.846">21085 12934 3740 0,'0'0'9929'0,"0"0"-7945"16,0 0-992-16,-41 96-120 0,30-58 340 15,-1 3 296-15,0 3-240 0,4 1-467 16,4 0-269-16,0-1-180 0,4 1-160 0,0-1-128 16,0 3-64-16,0-2-44 0,0-4-40 15,0 1-132-15,0-7-184 16,0-5-132-16,8-3-161 0,-4-2-87 0,0-9-160 15,3-1-672-15,-2-8-948 0,-1-1-2044 16,0-6-2121-16</inkml:trace>
  <inkml:trace contextRef="#ctx0" brushRef="#br0" timeOffset="98240.473">21072 13376 12177 0,'0'0'2396'0,"0"0"-1300"0,0 0-592 16,0 0 832-16,0 0-76 0,0 0 116 0,100 13-424 16,-69-13-444-16,6-3-288 0,3-4-27 15,-5 0-181-15,1 1-12 16,0 4-72-16,-3-2 12 0,-1 2-197 0,-6-3-167 16,-1 5-136-16,-5 0-52 0,-5 0-96 15,-6 0-228-15,-1 0-476 0,-8 5-736 0,0 1-1756 16,-4 2-2609-16</inkml:trace>
  <inkml:trace contextRef="#ctx0" brushRef="#br0" timeOffset="98433.434">21093 13783 14633 0,'0'0'2288'16,"0"0"-1988"-16,0 0-52 0,0 0-36 0,95-23 440 15,-55 10 432-15,0-2-532 0,4 2-296 16,4 0-92-16,-5 1-164 0,1 2-160 16,-8 0-392-16,0 4-344 0,-4 3-364 0,-8-4-728 15,-5 4-1932-15,2 3-3481 0</inkml:trace>
  <inkml:trace contextRef="#ctx0" brushRef="#br0" timeOffset="103064.848">5136 14551 11549 0,'0'0'2580'0,"0"0"-1680"0,0 0-776 16,0 0 232-16,0 0 648 0,0 0 264 15,0 0-132-15,0 0-436 0,19 73-284 16,-14-35-72-16,-5 7-64 0,0 2-36 15,0 7-88-15,0 3-80 0,-5 3 20 16,1 4-48-16,-4-1-48 0,1 4-12 0,3-3-60 16,-1-7 12-16,-3-7 52 15,8-8-44-15,0-11 48 0,0-8 4 0,0-4 0 16,0-6-12-16,8-4-60 0,1-3 72 16,2 1 0-16,2-1 172 0,6 0-64 15,5-3 112-15,0 4 145 0,-1-4-13 16,1 0-96-16,1-3-196 0,-1 0-60 0,-5 0 0 15,1 0-12-15,1 0-100 0,-2-3-20 16,1-3-148-16,4-7-289 0,-5-3-175 16,6-6-172-16,-5 0-548 0,-5-3-1156 15,2 5-2257-15,-6-9-2623 0</inkml:trace>
  <inkml:trace contextRef="#ctx0" brushRef="#br0" timeOffset="103399.091">5686 15183 10997 0,'0'0'2000'0,"0"0"-1336"0,0 0-132 0,43 82 768 16,-32-63 580-16,2-3-592 0,-1-7-624 0,-5-9-480 15,6 0-64-15,-5-2 248 0,8-12 168 16,-4 0-372-16,8-6-164 0,-9-6-120 16,1 1-52-16,1 0-36 0,-6-4-36 15,-3 7 24-15,0 2 36 0,-4 8 24 0,0-1 48 16,-4 7 112-16,0-1 60 15,-7 5 124-15,-6-2-76 0,-7 1-104 0,5 3-4 16,-9 0 8-16,8 0-4 0,-5 3 156 16,6 8-76-16,7 0-32 0,0 8 68 15,1 7 52-15,2 9 0 0,1 3 48 16,4 0 12-16,4 0 12 0,0 1-40 16,0-8-68-16,0-6-136 0,8-2-72 15,0-4-48-15,4-3-64 0,0-7-168 16,0-3-260-16,4-6-184 0,4 0-148 15,4-9-248-15,-1-7-576 0,-6 3-1432 16,11-15-3949-16</inkml:trace>
  <inkml:trace contextRef="#ctx0" brushRef="#br0" timeOffset="103594.167">6103 15214 13389 0,'0'0'2252'0,"0"0"-1520"0,0 0-160 16,0 0 300-16,0 0 200 0,0 0 32 0,0 0-444 16,0 0-320-16,96-37-228 15,-64 14-112-15,-1-2-280 0,6 0-196 16,3 0-224-16,-5-2-220 0,5 5-364 0,-4 3-936 16,-5 4-2052-16,1-2-3413 0</inkml:trace>
  <inkml:trace contextRef="#ctx0" brushRef="#br0" timeOffset="104148.728">6223 14551 13181 0,'0'0'1180'0,"0"0"-1180"0,-12 67 92 0,8-30 72 16,4 12 768-16,0 1 312 15,0 1-336-15,0 3-440 0,0 0-184 16,4-4 12-16,0 8-88 0,0 0-84 0,4 0 48 15,-4 7-36-15,-1-2-52 0,6-2-68 16,-5-1-4-16,0-6-12 0,4-7 4 16,-1-8 0-16,6-7 0 0,-2-13 68 15,2-5 12-15,2-7-72 0,10-3 148 16,-1-4-96-16,4-11-64 0,7-1-88 16,1-4-20-16,0-6-28 0,3-3-160 0,-2 0-268 15,3-4-264-15,-5-3-440 16,-3 4-720-16,-8 3-2509 0,4-1-4915 15</inkml:trace>
  <inkml:trace contextRef="#ctx0" brushRef="#br0" timeOffset="107733.657">8339 14991 11805 0,'0'0'1536'0,"0"0"-1460"16,0 0 76-16,0 0 16 0,0 0 744 15,0 0 184-15,0 0-440 0,0 0-208 16,0 0 40-16,0 0 132 0,83 14-140 16,-63-1-72-16,0 2 32 0,5 7-48 0,-6 2-108 15,1 4-88-15,-5 2-100 0,6 5-8 16,-5 4-40-16,-4-1-36 0,-1 3 0 16,-2-2-4-16,-1-5-4 0,-1-1 4 15,-3-8-8-15,0-6-4 0,0-4-4 16,1-2 8-16,-5-2 0 0,4-9 12 0,-4 1 48 15,0-3 16-15,0 0-4 0,0 0-60 16,0 0 0-16,-4-5-12 0,-1-6-208 16,-7-5 60-16,5-3 76 0,-6-3-76 15,2-6 28-15,3-4 8 0,0-3 64 16,-1 0-100-16,9 3 100 0,0 4-24 16,0-2 8-16,0 5 4 0,9 0 20 0,-1 3 32 15,0 3-32-15,3 3 36 16,2-3 4-16,-2 6 0 0,6 1 96 15,-2 2-8-15,5 1-16 0,1 2 0 0,2 4 16 16,1 0-12-16,4 3-76 0,0 0-12 16,0 0-36-16,0 0 44 15,0 0 0-15,0 0-4 0,-5 0-104 0,-3 0 16 16,-4 0-52-16,4 3-160 0,-7 0-120 16,-6 1-340-16,1-1-376 0,0 3-856 15,-4 0-2117-15,-4 4-3539 0</inkml:trace>
  <inkml:trace contextRef="#ctx0" brushRef="#br0" timeOffset="107952.418">9044 15233 13845 0,'0'0'1920'0,"0"0"-1532"15,0 0-384-15,0 0 520 16,0 0 396-16,0 0 132 0,0 0-464 0,79 0-440 16,-62-3-148-16,-2-3-64 0,2 3-368 15,-2-4-284-15,1 1-188 0,-4 3-512 16,1 0-908-16,-10 3-2649 0,1 0-3586 0</inkml:trace>
  <inkml:trace contextRef="#ctx0" brushRef="#br0" timeOffset="108147.581">9112 15383 12249 0,'0'0'1900'0,"0"0"-1444"15,0 0 112-15,0 0 516 16,0 0 332-16,0 0-192 0,0 0-464 0,0 0-244 16,0 0-76-16,84 3-184 0,-61-3-256 15,1-3-172-15,4-3-204 16,-4-1-248-16,4 0-128 0,-5 2-244 0,5-5-696 15,-8 6-1472-15,5-3-3985 0</inkml:trace>
  <inkml:trace contextRef="#ctx0" brushRef="#br0" timeOffset="108901.704">9506 15186 8412 0,'0'0'1504'0,"0"0"-884"0,0 0 229 16,0 0 667-16,0 0 8 0,0 0-48 16,0 0-412-16,0 0-380 0,79 51-88 0,-66-36-16 15,-5 1-140-15,3 0-36 0,-2 0-84 16,-5 3-52-16,4-3-48 16,-5 3-96-16,1-3-76 0,-4 0-48 0,4 0-8 15,-4-7-52-15,0 1-40 0,0-1-156 16,0-6-184-16,0 1-64 15,0-4-148-15,0 0-160 0,0 0-284 0,0-4-476 16,0 1-876-16,-8-9-3057 0</inkml:trace>
  <inkml:trace contextRef="#ctx0" brushRef="#br0" timeOffset="109115.562">9546 14970 11805 0,'0'0'2604'0,"0"0"-1068"16,0 0-1004-16,0 0 80 0,0 0 872 0,0 0-208 15,0 0-580-15,0 0-452 16,0 0-184-16,80-70-60 0,-57 57-100 0,-3 0-68 16,5 4-272-16,-6-4-408 0,5 7-296 15,-4 0-864-15,-8 6-2420 0,4 0-4141 16</inkml:trace>
  <inkml:trace contextRef="#ctx0" brushRef="#br0" timeOffset="109447.042">9948 15059 13597 0,'0'0'2288'16,"0"0"-2288"-16,0 0 0 0,0 0 792 15,0 0 412-15,0 0-104 0,0 0-708 0,0 0-268 16,60 73-4-16,-48-58 16 0,-4 1-64 16,0 4-12-16,-4-1-44 0,0 3 44 15,-4 3-60-15,0 0 0 0,0 1 0 16,0-3-4-16,-4-2 4 0,0-4 8 16,4-8 4-16,-4-2 36 0,4-5 12 15,0-2 16-15,0 0 56 0,0-2-132 16,0-5 0-16,0-5-72 0,8-5 60 15,0-5 0-15,4-10 12 0,0 0 8 16,-1-5-8-16,2-2-96 0,-5 4-4 16,3 0-232-16,2 5-256 0,-6-3-336 0,5 5-364 15,-3 6-648-15,-2-4-3049 16</inkml:trace>
  <inkml:trace contextRef="#ctx0" brushRef="#br0" timeOffset="109727.904">10414 14897 13757 0,'0'0'2272'0,"0"0"-1740"15,0 0 188-15,0 0 332 0,0 0 144 16,0 0-220-16,0 0-548 0,80 57-268 0,-68-41-40 16,-4 3-12-16,0 3-104 15,0 4 44-15,-4 2-48 0,0 0-8 0,0 4-52 16,-4-3 48-16,0 0-96 15,0-4 60-15,4-6-16 0,-4-3 4 16,0-4 48-16,4-5-60 0,-4-7 24 0,0 0-28 16,4 0-8-16,0 0-100 0,0-7-28 15,4-2 212-15,4-4 84 0,4-6-84 16,0 1-268-16,3-8-136 0,5-3-100 0,1 0-196 16,3 1-376-16,0-1-676 15,-5 7-972-15,9-3-2681 0</inkml:trace>
  <inkml:trace contextRef="#ctx0" brushRef="#br0" timeOffset="110397.066">11243 14958 8552 0,'0'0'2264'15,"0"0"-903"-15,0 0-641 0,0 0 108 16,0 0 588-16,0 0 20 0,0 0-244 0,0 0-448 15,0 0-264-15,0 0 24 0,0 0-76 16,-67 0-172-16,54 14-84 16,1 12-4-16,1 9-56 0,2 4-16 0,1 8-12 15,5 4 4-15,-1 3-80 0,0-4 28 16,4 2-36-16,0-5-72 16,0-2-40-16,8-8-44 0,-1-5-16 0,6-3-184 0,-2-8-204 15,1-4-276-15,4-8-204 16,5-6-396-16,-2-3-1064 0,1-3-1877 15,12-23-2315-15</inkml:trace>
  <inkml:trace contextRef="#ctx0" brushRef="#br0" timeOffset="110803.699">11873 14796 1552 0,'0'0'11601'16,"0"0"-10165"-16,0 0-992 0,0 0-80 0,0 0 620 15,44 85 692-15,-44-53-456 16,3 6-592-16,-3 0-228 0,0 3-20 16,-3 3-64-16,-9 1-12 0,-1 8-72 15,-2-1-136-15,-9 5-84 0,4-3-12 16,-8-6 0-16,8-4-4 0,-4-6 0 16,4-10 4-16,1-5-72 0,2-6-148 0,2-6 16 15,2-7 20-15,2-4-84 16,3 0-124-16,-1-7 40 0,-2-1 108 15,3-9 36-15,-4 1 144 0,0-5-32 0,-1-6-152 16,2-4 112-16,-1-1 16 0,0 4 32 16,4-4 4-16,4 7 84 0,0 5 36 15,4 1-36-15,0 9-76 0,4 1 76 16,4 6 120-16,4 3 76 0,0 0-12 0,8 0 64 16,3 9 56-16,1 4-84 15,1 1-60-15,3 0 48 0,0 5-48 0,0-2 36 16,-5-2-64-16,5 2-72 0,0-1-60 15,0-4-96-15,0 1 36 0,0-1-88 0,0-2-316 16,0 3 36-16,0-4-296 0,-5 4-152 16,1-4-528-16,-8 2-1004 15,7 1-2593-15</inkml:trace>
  <inkml:trace contextRef="#ctx0" brushRef="#br0" timeOffset="111013.89">12474 15391 11685 0,'0'0'2440'16,"0"0"-1552"-16,0 0-412 0,0 0 204 15,0 0 856-15,0 0-264 0,-7 77-696 0,-6-58-344 16,5 1-72-16,-3 2-52 0,2-3-108 16,-3 3-72-16,1-1-52 15,-2-1-268-15,2-1-220 0,-1-3-16 0,4 0-180 0,0-6-348 16,-4-3-828-16,8-5-2217 15,-8 1-3051-15</inkml:trace>
  <inkml:trace contextRef="#ctx0" brushRef="#br0" timeOffset="111478.838">12689 15052 8096 0,'0'0'2937'0,"0"0"-1153"15,0 0-876-15,0 0-200 16,0 0 628-16,0 0 168 0,92 22-204 0,-56-15-512 16,0-1-276-16,-1 0-132 0,6-6-208 15,-6 0-68-15,1-3-104 0,0-6-84 16,-4 0-24-16,0-8-272 0,-4 5-196 0,-8-4-176 16,0 0-272-16,-4 3-476 0,-9 1-1000 15,-7-2-2785-15</inkml:trace>
  <inkml:trace contextRef="#ctx0" brushRef="#br0" timeOffset="111716.727">12925 15062 9744 0,'0'0'2125'0,"0"0"-753"0,0 0-596 16,-4 92 260-16,4-50 276 0,0-1 32 15,0 6-308-15,0-2-432 0,0-1-188 16,0-3-136-16,0 4-108 15,0-4-124-15,0-4-44 0,-5 3-4 0,5-6-12 16,-4-5-84-16,4-4-40 0,0-9-192 0,0-4-4 16,0-5-112-16,0-3-60 0,4-4-264 15,1 0-176-15,-1-6-288 16,0-8-628-16,0 2-804 0,-1-1-1829 0,-3-6-391 16</inkml:trace>
  <inkml:trace contextRef="#ctx0" brushRef="#br0" timeOffset="111866.796">12909 15459 7976 0,'0'0'2240'16,"0"0"-883"-16,0 0-653 0,0 0 676 16,0 0 276-16,0 0-360 0,0 0-424 0,95-35-116 15,-71 32 8-15,4-4-212 0,4 4-284 16,-4 0-180-16,4-3-88 0,4 0-4 16,-5-4-120-16,5 1-132 0,5-5-372 15,-2-1-236-15,-3-1-276 16,-4 3-1276-16,3-9-3305 0</inkml:trace>
  <inkml:trace contextRef="#ctx0" brushRef="#br0" timeOffset="112330.927">13949 14843 12525 0,'0'0'2276'0,"0"0"-1544"15,0 0-520-15,0 0 216 0,0 0 548 0,0 0 400 16,0 0-404-16,75 82-496 16,-55-56-196-16,0 2-36 0,-4 7-36 15,4-3-12-15,-4 3 12 0,0 0-88 0,-1 3-60 16,-6-1-48-16,-1 2 36 15,0-1-40-15,-5 1-4 0,1-5-4 16,-4-2-4-16,0 3 0 0,-7 0-92 0,-5 1-196 16,-1 1-72-16,-6 1-64 0,-5 4-88 15,-4-1-156-15,-4 1-204 0,-4-2-576 0,-3 2-920 16,7-12-1901-16,-20 19-2935 16</inkml:trace>
  <inkml:trace contextRef="#ctx0" brushRef="#br0" timeOffset="116477.046">15571 15307 10556 0,'0'0'5753'16,"0"0"-4481"-16,0 0-864 0,0 0-184 0,0 0 84 15,0 0 232-15,0 0 100 16,0 0 8-16,67-17-172 0,-27 11-16 0,-1 1-240 16,6 0-220-16,-2 3-4 0,1-5-56 15,0 4 56-15,-5 0-156 0,2-1-168 16,-9 4-88-16,0-3-120 0,-4 0-88 16,-5 3-152-16,-3 0-384 0,-4 0-844 15,-4 3-1124-15,-12 4-3121 0</inkml:trace>
  <inkml:trace contextRef="#ctx0" brushRef="#br0" timeOffset="116681.149">15666 15484 11025 0,'0'0'2156'0,"0"0"-1404"0,0 0-588 15,0 0 760-15,0 0 312 0,92 42-92 16,-57-33-252-16,1-3-300 15,8-3-236-15,0-3-172 0,-4 0-84 0,-1-7-100 16,2-1-4-16,-2-2-120 16,-7-2-220-16,0-4-360 0,-4 4-308 0,-4-2-580 15,-9 1-1476-15,-2 1-4225 0</inkml:trace>
  <inkml:trace contextRef="#ctx0" brushRef="#br0" timeOffset="116949.754">16080 15087 7688 0,'0'0'3068'0,"0"0"-1871"15,0 0-1057-15,0 0 372 0,0 0 880 0,84 3-204 16,-60 7-284-16,4 2-324 16,-5 5-232-16,1 1-12 0,0 1-52 15,-3 6-184-15,-6 5-100 0,-3 1-72 0,-4 4 68 16,-4 4-56-16,-4 5-28 0,-4 0-72 15,-8 7-64-15,-4-4-36 0,-4 4 20 16,0 1-8-16,1-5 172 0,-5-3 0 16,3-9-152-16,2-3-248 0,3-3-144 0,0-10-288 15,4-7-228-15,-4-2-568 0,4-7-1105 16,-4 0-2399-16</inkml:trace>
  <inkml:trace contextRef="#ctx0" brushRef="#br0" timeOffset="118400.424">17726 15065 6980 0,'0'0'5597'0,"0"0"-4197"0,0 0-488 16,0 0-104-16,0 0 296 0,0 0 124 16,0 0-264-16,0 0-252 0,0 0-324 15,0 0 104-15,100-3-104 0,-57-4 160 16,1 1-135-16,0 0-241 0,-5 0-52 16,-2-1-108-16,-5 1-8 0,0 3 40 0,-4 0-44 15,-1-1-48-15,-7 4-72 0,0 0-297 16,-4 0-251-16,-4 0-88 0,0 0-100 15,-5 4-348-15,-3 2-1104 0,-4-3-2440 16,0 7-2705-16</inkml:trace>
  <inkml:trace contextRef="#ctx0" brushRef="#br0" timeOffset="118617.794">17837 15177 9308 0,'0'0'2209'15,"0"0"-865"-15,-11 85-184 0,7-50 332 16,0 5 148-16,4 6-388 0,0 1-428 0,0-5-332 16,-5 2-200-16,5 1-156 15,0-1-136-15,0-3-8 0,0-3-104 16,0 1-216-16,0-6-224 0,0-3-176 16,5-8-28-16,-5-3 0 0,4-3-272 15,0-7-284-15,-4-5-544 0,0 2-729 0,0-6-1747 16,-8 0-612-16</inkml:trace>
  <inkml:trace contextRef="#ctx0" brushRef="#br0" timeOffset="118791.906">17745 15554 8188 0,'0'0'1504'0,"0"0"-576"0,0 0 169 15,0 0 287-15,88 4-216 0,-64-4-180 16,8 0-312-16,0-4-296 0,8-9-140 15,-1 1-156-15,6-5-84 0,-6-2-172 0,5 0-536 16,-4 4-312-16,0-1-488 0,-12 3-1021 16,11-3-2999-16</inkml:trace>
  <inkml:trace contextRef="#ctx0" brushRef="#br0" timeOffset="119069.379">18810 15151 11169 0,'0'0'1936'0,"0"0"-1324"0,0 0-80 16,-45 67 504-16,30-36 520 0,-2 7-288 15,6 4-580-15,-1 2-328 0,0 4-92 0,4 3 28 16,0-4-52-16,3 0-84 15,5-2-40-15,0-7-20 0,13-3-92 0,2-10-8 16,2-5-60-16,7-5-196 0,-1-5-196 16,5-8-40-16,0-2-172 0,8-12-376 15,0-9-524-15,-9 2-1120 0,18-23-4065 16</inkml:trace>
  <inkml:trace contextRef="#ctx0" brushRef="#br0" timeOffset="119447.573">19443 15081 12177 0,'0'0'2232'0,"0"0"-1564"15,0 0-60-15,24 73 444 0,-17-38 500 16,-3 0-408-16,5 3-484 0,-1 4-316 0,-4 2-64 16,-1 4-36-16,-3 5-108 15,-3 5 8-15,-9-2-72 0,-4 2-24 0,-4 0-48 16,-4-11 0-16,4-7 4 0,-4-4 72 15,1-8-68-15,2-9-8 16,1-9-108-16,1-7-172 16,-1-3-144-16,3-10-236 0,2-5 24 15,-2-14 80-15,6-2 224 0,3-8 12 0,-5 1 96 0,10-3-72 16,-1 6-64-16,0 2 200 0,4 12 96 0,4 5 64 16,3 6 136-16,6 3 164 15,-1 5 144-15,8 2 112 0,4 0 60 16,4 9-28-16,4 1-160 0,0 2-156 0,3-1-40 15,-3 1-28-15,4-3-8 0,0-2-60 16,-5-4-136-16,5 0-96 16,-4-3-232-16,0 0-308 0,-4 0-196 0,-4-6-228 15,0-3-904-15,-5-1-2572 0,2-10-3665 0</inkml:trace>
  <inkml:trace contextRef="#ctx0" brushRef="#br0" timeOffset="119680.974">20080 15119 10604 0,'0'0'2569'0,"0"0"-1681"15,0 0-480-15,72 77 424 0,-52-43 988 16,0 1 20-16,0 4-648 0,4-2-668 0,-4 5-232 16,-5 2-24-16,2 1-96 0,-6 2-112 15,-7 0-60-15,-4 2 0 16,-4-5-136-16,-7 3-156 0,-6-5-12 0,2-1-12 0,-9-6-100 15,0-7-60-15,0-1-28 16,1-13-88-16,-5-1-224 0,0-3-404 16,0-10-772-16,7 0-2193 0,-11-10-3263 0</inkml:trace>
  <inkml:trace contextRef="#ctx0" brushRef="#br0" timeOffset="121481.789">20949 15459 7872 0,'0'0'116'0,"0"0"3689"0,0 0-2973 15,0 0-332-15,0 0 224 0,0 0 668 16,28-80-68-16,-16 64-368 15,4 1-288-15,0-1-112 0,0 0-4 0,0-3-36 16,3 3-112-16,2 0-172 0,-1 0-84 16,7-3-52-16,-3 3-24 0,4 0-8 15,0 7-4-15,-4-1 0 0,0 8-48 0,-5 2 60 16,2 2 4-16,-1 8-28 0,-5 9 48 16,-3 3 40-16,4 3-16 0,-4 1 0 15,1 2-48-15,-2-2 28 0,2-3-88 16,2-4 0-16,2-5 49 0,2-3-1 15,5-2 24-15,0-6-8 0,4 1-64 0,0-4 48 16,-1 0-12-16,1-7-48 16,0-2-8-16,-4 3-88 0,0-4-185 0,-5 1 13 15,2 2-108-15,-5 0-184 0,-4 2-136 16,-5 1-140-16,-3 4-196 16,-4 0-412-16,0 0-608 0,0 0-892 0,-15 4-2545 0</inkml:trace>
  <inkml:trace contextRef="#ctx0" brushRef="#br0" timeOffset="121699.364">20949 15808 11789 0,'0'0'1944'0,"0"0"-1940"16,0 0 248-16,0 0 372 0,108-12 532 15,-65 5 24-15,6 1-596 0,2 0-248 0,5-1-64 16,3 0-64-16,-3 5-196 16,4-5-12-16,-8 4-16 0,-4 0-92 15,0-1-412-15,-5 1-340 0,-3 0-256 0,-3 0-488 16,-11-1-896-16,6 4-3597 0</inkml:trace>
  <inkml:trace contextRef="#ctx0" brushRef="#br0" timeOffset="122686.613">22578 14655 8748 0,'0'0'2401'0,"0"0"-553"16,0 0-688-16,0 0 192 0,0 0 116 16,84-28-192-16,-44 19-256 0,4 2-248 15,4-2-136-15,4 2-136 0,-1-2-64 16,-3 2-131-16,-8 0-73 0,0 5-76 0,-4-4-156 15,-8 2-4-15,-9 2-128 0,-2 2-40 16,-2-5-265-16,-6 5-135 16,-2 0-124-16,-3 0-72 0,-4 0-292 0,0 0-736 15,-4 5-1092-15,-3-3-2537 0,-10 4-2934 0</inkml:trace>
  <inkml:trace contextRef="#ctx0" brushRef="#br0" timeOffset="122914.908">22698 14840 7200 0,'0'0'4517'0,"0"0"-2637"0,-8 85-348 0,5-49-8 15,3 5 112-15,0 3-64 16,-4 0-544-16,-1 1-432 0,1-1-292 16,0-2-171-16,-4-4-61 0,5-4-72 15,-1-1-8-15,-1-5-88 0,1-5-197 16,4-9-95-16,0 0-52 0,0-5-8 15,4-2-44-15,1-4-20 0,-1-3-204 0,-1 0-408 16,1 0-828-16,4 0-916 16,-4-13-2817-16</inkml:trace>
  <inkml:trace contextRef="#ctx0" brushRef="#br0" timeOffset="123087.046">22706 15137 12973 0,'0'0'1412'15,"0"0"-568"-15,0 0-692 0,0 0 680 16,0 0 516-16,0 0-276 0,100-12-456 16,-73 3-420-16,10 0-132 0,-1-8-64 15,7 6-144-15,-3-6-200 0,0 1-320 16,-4 0-228-16,-1 0-304 0,1 0-532 16,-12 7-1428-16,4-8-4353 0</inkml:trace>
  <inkml:trace contextRef="#ctx0" brushRef="#br0" timeOffset="123300.672">23607 14714 8292 0,'0'0'7589'0,"0"0"-6189"0,0 0-1152 0,0 0 136 16,0 0 556-16,87 4 236 15,-67-4-564-15,8-2-444 0,0-7-168 0,4-5-208 16,-4-2-244-16,0 4-248 0,0-4-380 16,-9 7-632-16,-6-1-2128 0,-6 4-3265 15</inkml:trace>
  <inkml:trace contextRef="#ctx0" brushRef="#br0" timeOffset="123532.968">23650 14814 10664 0,'0'0'2209'16,"0"0"-1061"-16,0 0-580 0,-20 79 392 0,16-50 732 16,-7 0-48-16,7-1-516 15,0 1-592-15,-5 0-168 0,5-1-4 0,1 7-12 0,-1 0-71 16,-4 0-85-16,3 0-100 16,5-3-52-16,0-4-44 0,0-3-4 15,5-6-8-15,3-2-48 0,3-2-60 0,6-8-64 16,2-1-169-16,1-6-87 15,8 0-84-15,0-6 0 0,0-10-296 0,4 0-376 16,4-7-648-16,-12 4-1164 0,12-9-3381 16</inkml:trace>
  <inkml:trace contextRef="#ctx0" brushRef="#br0" timeOffset="123730.724">24248 14865 12645 0,'0'0'2060'0,"0"0"-800"0,20 67-556 0,-12-41 216 16,4 2 500-16,4 0-148 0,0-2-648 0,3-4-416 15,2-3-172-15,3-3-36 0,0-4-208 16,-1-2-316-16,5-4-284 0,-4-2-28 16,0-4-288-16,0 0-512 0,0-4-1044 0,-8-2-2325 15,3-9-2731-15</inkml:trace>
  <inkml:trace contextRef="#ctx0" brushRef="#br0" timeOffset="123906.117">24631 14818 4484 0,'0'0'7801'0,"0"0"-6345"16,0 0-896-16,-88 61-56 0,52-33 640 0,1 6 420 16,-6 2-464-16,5 1-556 0,-3-2-188 15,7 0-64-15,4-3-108 16,4-7-184-16,4-3-60 0,4-2-540 0,8-7-252 15,0-1-296-15,4-9-468 0,4-3-1236 16,0 0-2901-16,9-15-1107 0</inkml:trace>
  <inkml:trace contextRef="#ctx0" brushRef="#br0" timeOffset="124251.902">24750 14681 12793 0,'0'0'2108'0,"0"0"-1488"16,0 0 472-16,0 0 512 0,0 0-400 0,0 0-504 16,87-4-456-16,-63 4-172 0,0 0-12 15,1-3-60-15,3 3 0 16,-4 0-84-16,-1 0-88 0,-3 3 76 0,0 4-28 16,-4 6-12-16,0-1 4 0,-4 4 56 15,-1 3 76-15,2 3 0 0,-9 1 112 16,3 2-52-16,-7 4 4 0,4 0-4 15,-4-1-52-15,0 4-8 0,-7-3 0 16,-1 1-48-16,0 0 40 0,-1-2-92 16,2 2 4-16,-5-5-40 0,0-4 0 0,4 1-60 15,0-3-36-15,0-6 12 16,0-3 8-16,0-3 16 0,4-1-16 0,0-6-8 0,1 0 8 16,-6 0-60-16,1 0-140 15,0 0-172-15,-8-6-108 0,-3-4-140 16,-2-4-344-16,5 5-1076 0,-11-13-2417 0</inkml:trace>
  <inkml:trace contextRef="#ctx0" brushRef="#br0" timeOffset="124616.185">26395 14281 16573 0,'0'0'1896'0,"0"0"-1896"16,0 0-356-16,0 0 356 0,0 0 580 16,-75 66 464-16,31-24-360 0,-7 2-476 0,-9 10-52 15,-9 6-8-15,-10 7-28 16,-9 9-44-1,-7 6-64-15,-4 11 84 0,-6 3-96 0,-6 2 0 16,3 6 0-16,1 5-232 0,-5-2 12 0,0 5 124 0,5-1-172 16,-5-1 0-16,5-1 168 0,-1-1-96 15,1-7 124-15,3 0-208 16,1-2-128-16,7-3-60 16,4-7 12-16,5-4-24 0,8-5 32 0,14-14-88 0,10-6-244 0,14-12-240 15,13-9-448-15,17-17-1085 0,7-16-3927 16</inkml:trace>
  <inkml:trace contextRef="#ctx0" brushRef="#br0" timeOffset="125901.551">25922 15589 8808 0,'0'0'2289'16,"0"0"-1085"-16,0 0-140 15,0 0 52-15,0 0-232 0,0 0-144 0,-92 35-236 16,76-19-140-16,-4 3-32 0,0 3 16 16,0 6 48-16,4 1 24 0,0 10 0 15,1-1 36-15,2 9 44 0,1 0-108 16,5 5-172-16,-2-5-36 0,9 1-100 16,0-4-84-16,5-2-44 0,6-7-116 0,1-7 28 15,8-3-164-15,1-6-68 0,2-6 8 16,5-7 0-16,4-2-88 0,3-4 12 0,2-7-236 15,-1-6-404-15,3-2-744 16,-11-1-1272-16,8-13-4085 0</inkml:trace>
  <inkml:trace contextRef="#ctx0" brushRef="#br0" timeOffset="126254.73">26315 15668 8808 0,'0'0'2789'16,"0"0"-1841"-16,0 0-116 0,0 0 880 0,0 0-56 15,88 63-324-15,-64-40-472 0,4-4-464 16,0 6-152-16,0 4-96 16,0 0-68-16,-8 2-80 0,0 5 0 0,-4-3 0 0,-8 7 0 15,-4-3 12-15,-4 4 36 16,-8-3 8-16,-1-2-56 0,-2-4 0 15,-1-7 60-15,4-6 36 0,4-6 28 0,0-10 0 16,4 0-4-16,0-3 40 16,0-10-16-16,0-5-144 0,11-11-24 0,2-10-132 15,7-4 44-15,0-8 64 0,0 1-52 16,-1-4-44-16,-3 4-16 0,-4 5 36 16,1 7 40-16,-6 4-76 0,5 2-24 15,-3 6-108-15,2 1-52 0,1 0-200 16,4 1-508-16,1 2-1032 0,-6 2-1828 0,1-5-2505 15</inkml:trace>
  <inkml:trace contextRef="#ctx0" brushRef="#br0" timeOffset="126540.815">27217 15491 12865 0,'0'0'1716'0,"0"0"-996"0,0 0-428 16,0 0 232-16,87 63 568 0,-63-44-88 15,0 4-500-15,0-4-332 0,0 3-160 16,-1 0 80-16,-3 3-92 0,-3 0-40 0,-2 4 36 16,-7-1 4-16,-3 4 0 15,-5 0-208-15,0 3-224 0,-17-2 100 0,-3 4 84 16,-3-2-112-16,-5 3-88 0,0 0 24 15,-8-3-56-15,0 0-8 0,-4 0-296 16,0 0-420-16,-8 0-572 0,16-10-1169 0,-19 8-2171 16</inkml:trace>
  <inkml:trace contextRef="#ctx0" brushRef="#br0" timeOffset="133422.095">24774 8934 7080 0,'0'0'2516'0,"0"0"-1532"15,0 0-792-15,0 0 17 0,0 0 1075 16,0 0 4-16,0 0-184 16,80 4-360-16,-45-4 188 0,5 0-144 0,4 0-80 15,4 0-596-15,4-4 120 0,0-2-8 0,4-4-28 16,-5 1-60-16,5-4-136 15,-8 0-48-15,-1 4-224 0,-6-3 124 16,-9 1-272-16,-9 3-164 0,-3 1-212 16,-3 3-252-16,-14 1-708 0,-3 3-1169 0,-3 0-2691 15</inkml:trace>
  <inkml:trace contextRef="#ctx0" brushRef="#br0" timeOffset="133647.293">24742 9118 7704 0,'0'0'2088'0,"0"0"-783"16,0 0-445-16,0 0 36 0,0 0 452 15,0 0-136-15,0 0-28 0,84 61-364 16,-49-48-260-16,6-4-352 0,-2 0 64 16,5-6-268-16,0 1 120 0,0-4-124 0,-5 0-208 15,-2-7 8-15,-1-2-308 0,-5 0-384 16,-3-4-428-16,-4 3-872 0,-8 1-2497 15,-8-7-3331-15</inkml:trace>
  <inkml:trace contextRef="#ctx0" brushRef="#br0" timeOffset="133948.814">24861 8668 64 0,'0'0'6692'16,"0"0"-4720"-16,0 0-1052 0,0 0-376 16,-87 82-132-16,60-50-87 0,-6-1-57 0,1 7-36 15,0 1-220-15,-4 2 0 0,1 3 36 16,-1-2-48-16,0 3 132 16,4-4-56-16,4-3 268 0,8-4 172 0,5-8 132 15,6-3-48-15,9-9-192 0,0 3-80 16,16-1 40-16,12 0 224 15,4 3-16-15,12-4 204 0,8 4-208 0,8-2-76 0,7-5-200 16,1-2 24-16,-1-1-196 16,9-5-76-16,-4-4-48 0,8-4-76 15,-9-5-320-15,2-7-76 0,-2-3-608 0,-7-7-820 16,-17 7-952-16,9-18-4121 0</inkml:trace>
  <inkml:trace contextRef="#ctx0" brushRef="#br0" timeOffset="134161.91">25662 8662 10408 0,'0'0'1597'0,"0"0"-1289"16,0 0 688-16,0 0 676 0,48 66-452 16,-28-38-216-16,4 1-448 0,0 6-352 15,-4 0-200-15,0 6-8 0,-8-3-80 16,-4 7-188-16,-8 0-124 0,0 2-140 15,-4-2-68-15,-9 2 40 0,2-6-44 16,-1-2-164-16,4-6-384 0,0-3-460 0,4-11-1113 16,4-4-2387-16</inkml:trace>
  <inkml:trace contextRef="#ctx0" brushRef="#br0" timeOffset="134680.168">26906 8979 13045 0,'0'0'2204'15,"0"0"-1660"-15,0 0-408 0,0 0 116 16,0 0 328-16,-88-32 252 0,56 29-80 16,0 0-392-16,4 3-64 0,-3 3 24 15,6 6-52-15,-3 7-84 0,4 7-48 0,1 2 8 16,-1 9-8-16,8 2-28 0,0-2 16 15,4-2-28-15,4-6-44 16,4-8 20-16,4-5-12 0,0 1-56 0,8-9 0 16,4-5 44-16,4 0-36 0,4 0-8 15,8-12-4-15,0-8-128 0,4-8-116 0,4-3-48 16,3-11-100-16,-3-3 60 0,4 1-24 16,-4-7-172-16,0 1 108 15,-4-5 24-15,-4-5-152 0,-4 0 124 0,-5-7 76 16,-3 0 196-16,-4 4-76 0,-8 0 176 15,0 2 52-15,1 4 88 0,-5 5-84 16,0 12 228-16,0 15 340 0,0 6 112 0,0 12 132 16,-5 4-212-16,1 3-160 15,0 10-124-15,-4 5-76 0,1 8 0 0,-6 9 36 16,1 6-24-16,0 6 48 16,0 4-12-16,5 6 0 0,-6 3-144 15,1 0-148-15,1 3-88 0,2 1 28 0,-2-1-84 16,-1-6-272-16,3-6-168 0,2-4-112 15,7-12 132-15,0-7 12 0,4-6-92 16,8-10-400-16,7-5-788 0,5-4-720 16,-3-4-513-16,14-14-1715 0</inkml:trace>
  <inkml:trace contextRef="#ctx0" brushRef="#br0" timeOffset="134806.652">27260 8883 8672 0,'0'0'2549'15,"0"0"-845"-15,0 0-456 0,13 73-136 16,-13-47 132-16,0-4-196 0,-5 0-148 15,1 1-136-15,0-8-224 0,0-3-248 16,0-1-292-16,4-5-36 0,0-3-196 16,0-3-256-16,0 0-364 0,0-9-348 0,0 2-1008 15,0-11-3997-15</inkml:trace>
  <inkml:trace contextRef="#ctx0" brushRef="#br0" timeOffset="135265.616">27304 8668 12165 0,'0'0'1520'0,"0"0"-1112"16,0 0 400-16,0 0-100 0,0 0-196 0,76 25-348 15,-65-22-164-15,-2 4-64 0,2-2-40 16,-7 8-196-16,0 0-416 0,-4 6-68 0,0 7 160 16,-4 2-356-16,-3 3-96 0,-5-1 315 15,0 1 761-15,0-2 793 16,4-7 143-16,0-3-68 0,4 0-132 0,0-10-88 15,4 1-44-15,0-7-188 0,8 0 36 16,4-3 24-16,4 0-140 0,4-3-224 16,-1-3-112-16,5-6-360 0,0 2-104 15,0 0 148-15,-4 1 52 0,-4 2 104 16,0 1 96-16,0 3 12 0,-4 0-4 16,0 3 56-16,-4 0 236 0,-4 0 116 0,0 0-8 15,-1 3-96-15,2 0-88 16,-5 0 40-16,0 0 24 0,0 1-24 15,4-1-176-15,-4 0-24 0,0-3-136 0,4 0 24 16,0 0 24-16,4 0 88 16,-1-3-4-16,6-4-68 0,-2 1-104 15,6-3-100-15,-2-1 4 0,2 4 104 0,-6 2 32 16,2 4-40-16,-2 0 176 0,-3 10 136 16,0 3 220-16,0 3-56 0,-4 3 48 15,0-1-36-15,-4 2-160 0,8-5-152 16,0 2-124-16,0-9-436 0,8-1-496 0,4-7-332 15,-5 0-852-15,10-13-3497 0</inkml:trace>
  <inkml:trace contextRef="#ctx0" brushRef="#br0" timeOffset="135862.929">28567 8280 11701 0,'0'0'2196'15,"0"0"-1460"-15,0 0-396 0,0 0 640 0,0 0 760 16,0 0-128-16,0 0-556 0,0 0-472 16,0 0-292-16,0 0-72 0,0 0-4 15,27 0 65-15,-14 0 107 0,11 0 36 0,-1-4-120 16,5 4-88-16,4-2-68 15,-4-1-64-15,0 0-80 0,4-1-4 16,-4 1-4-16,0-3-4 0,0 0-4 0,-4 0-72 16,-5-1-112-16,2 0-116 0,-10 2-164 15,2-2-8-15,-6 0-61 0,-3 1-127 0,0 3-208 16,-4-4-348-16,0 4-516 16,-4 0-624-16,-7 3-784 0,3-3-1621 15,-16 3-731-15</inkml:trace>
  <inkml:trace contextRef="#ctx0" brushRef="#br0" timeOffset="136099.143">28675 8276 4700 0,'0'0'4004'0,"0"0"-2828"16,0 0-388-16,0 0 361 0,0 0 599 15,0 0 28-15,-16 71-396 0,16-49-436 0,-5 3-116 16,5 7 84-16,-4 6 44 15,1 1-252-15,-5 5-180 16,0 0-219-16,4 1-197 0,-1 2-104 16,2-5-4-16,-1-1-84 0,4-6-73 0,4-4 33 0,8-6-20 15,0-2-136-15,-1-7-232 0,6-3-172 16,-2-7-12-16,5-3-204 0,-3 0-736 0,-6-3-1252 16,6-6-2529-16</inkml:trace>
  <inkml:trace contextRef="#ctx0" brushRef="#br0" timeOffset="136271.344">28702 8696 12717 0,'0'0'2500'15,"0"0"-1708"-15,0 0-412 0,0 0 492 16,0 0 380-16,84-28-172 0,-56 22-604 0,4-5-400 16,0 5-76-16,-9-1-208 0,1 5-356 15,-3-2-200-15,-10 4-176 16,-2 0-316-16,-5 0-596 0,-4 4-556 0,-13 5-313 15,6 1-431-15,-25 9-1428 0</inkml:trace>
  <inkml:trace contextRef="#ctx0" brushRef="#br0" timeOffset="136413.662">28686 8820 5928 0,'0'0'4224'0,"0"0"-2419"0,0 0-257 16,0 0-168-16,0 0-296 0,0 0-44 16,0 0 212-16,0 0-464 0,0 0-260 0,88 31-136 15,-56-31-124-15,3 0-144 0,-2 0-124 16,-1 0-64-16,-5-2-264 15,-3 2-360-15,-4 0-148 0,-4 0-264 0,-4 0-616 16,-4 0-1508-16,-8-4-3845 0</inkml:trace>
  <inkml:trace contextRef="#ctx0" brushRef="#br0" timeOffset="136659.867">28089 9013 13033 0,'0'0'2660'0,"0"0"-1520"16,0 0-864-16,0 0 664 0,0 0 280 16,0 0-140-16,0 0-276 0,88 42-428 15,-68-40-208-15,3-2-96 0,1 0-72 16,0 0-88-16,0-2-312 0,-4-4-184 15,0 0-148-15,-5-1-164 0,-2 0-224 16,-1 4-336-16,-5 1-648 0,-7-2-756 16,0 1-2217-16</inkml:trace>
  <inkml:trace contextRef="#ctx0" brushRef="#br0" timeOffset="136847.035">28145 9147 10528 0,'0'0'2209'0,"0"0"-1149"0,0 0 80 0,-4 85 320 15,4-53 84-15,0 3-44 0,0-3-556 0,0 0-372 16,0-1-208-16,0 1-228 0,0-7-136 16,0-2-56-16,0-1-56 0,0-6-80 15,0 0-116-15,0-7-164 0,0 1-152 16,0-4-176-16,4-2-272 0,0-1-628 16,-4-3-1040-16,4 0-1781 0,-4-3-1811 15</inkml:trace>
  <inkml:trace contextRef="#ctx0" brushRef="#br0" timeOffset="137023.091">28180 9334 12865 0,'0'0'2248'0,"0"0"-1392"16,0 0-464-16,0 0 316 0,0 0 596 16,0 0 72-16,0 0-484 0,0 0-492 15,84 4-276-15,-52-14-124 0,0 0-112 0,8-2-472 16,-1-1-224-16,2-4-272 15,-2 5-568-15,-7 3-1464 0,8-3-4401 16</inkml:trace>
  <inkml:trace contextRef="#ctx0" brushRef="#br0" timeOffset="137324.243">29838 8651 14957 0,'0'0'1924'0,"0"0"-1924"15,0 0-76-15,96-13 76 0,-61 4 560 16,5 4 60-16,-8 1-88 0,4 1-224 16,-4-1-224-16,0 1-84 0,4 0-84 15,-8 0-52-15,-4 0-420 0,-9-1-448 16,-3 1-576-16,-7 0-1044 0,-5 0-3145 0</inkml:trace>
  <inkml:trace contextRef="#ctx0" brushRef="#br0" timeOffset="137484.606">29830 8779 13549 0,'0'0'2252'0,"0"0"-2252"15,0 0 100-15,0 0 136 0,80-13 444 0,-45 7 152 16,10-4-552-16,2 1-280 0,9-1-212 16,-4 0-548-16,-1 4-580 0,-3-1-824 15,-12 5-2357-15,5-5-4410 0</inkml:trace>
  <inkml:trace contextRef="#ctx0" brushRef="#br0" timeOffset="138229.63">30735 8445 8808 0,'0'0'4505'15,"0"0"-3553"-15,0 0-636 0,0 0 88 16,0 0 640-16,0 0 408 0,0 0-352 0,83 6-176 15,-71 14 16-15,0-1-256 0,-4 6-152 16,0 3-139-16,0 4-57 0,-4-3-128 16,-4-1-124-16,3 2-76 0,-3-5 4 0,0-6-8 15,5 0-4-15,-1-6-12 16,0-4-84-16,0-3-36 0,0-6-16 16,3 0-104-16,6 0-77 0,-1 0 25 0,8-12 108 15,-1-4 196-15,5-3-48 0,4-7 36 16,0 1-108-16,4-1 120 15,-8-2 0-15,4 6 12 0,-4-1-4 0,-4 8-8 16,0 2-72-16,-5 7 36 0,2 2 36 16,-6 4 148-16,2 0 32 0,-5 10 28 15,3 0-16-15,2 5-43 0,-6 4-77 0,1 6-60 16,0 4-12-16,-3 0-105 0,-2 3-443 16,-3 2-292-16,0 1-188 15,0-9-1096-15,0 18-3504 0</inkml:trace>
  <inkml:trace contextRef="#ctx0" brushRef="#br0" timeOffset="154063.977">15554 14966 6152 0,'0'0'1444'0,"0"0"-16"0,0 0-1428 16,0 0-104-16,0 0 104 0,0 0 376 15,0 0 540-15,0 0-63 0,0 0-261 16,8-8-324-16,-4 8-112 0,-4 0 12 16,0 0 48-16,0 0 12 0,0 0-36 15,0 0-48-15,0 0-32 0,0 0 28 0,0 0 64 16,0 0-12-16,0 0-76 0,0 0-68 16,0 0-44-16,0 0 12 0,0 0 32 15,0 0-44-15,0 0-4 0,0 0-48 0,0 0-92 16,0 0-116-16,0 0-36 0,0 0-52 15,0 0 36-15,-4 0 12 0,4 0-112 16,-4 0-148-16,-4 0-113 0,4 0-67 16,1 0-272-16,-6 0-1084 0,-3 3-2760 15,56-6 2944-15</inkml:trace>
  <inkml:trace contextRef="#ctx0" brushRef="#br0" timeOffset="155627.188">13909 17293 2964 0,'0'0'4604'0,"0"0"-2064"16,0 0-1147-16,0 0-389 15,0 0-176-15,0 0 88 0,0 0 32 16,0 0-156-16,0 0-12 0,0 0 76 0,83-2-140 16,-42 2-220-16,-2 0-176 0,8-4-124 15,-2 1-60-15,2-2-64 16,-3-2-72-16,0-3-8 0,-4 0-128 0,0 1 24 16,-8-4-84-16,0 7-284 0,-4-3-172 15,-8 2-168-15,-5 4-256 0,-11 3-232 16,0 0-432-16,-8 10-573 0,0-4-1755 0,-24 16-1832 15</inkml:trace>
  <inkml:trace contextRef="#ctx0" brushRef="#br0" timeOffset="155812.961">13928 17551 8536 0,'0'0'1512'0,"0"0"-363"0,0 0-825 15,0 0-172-15,0 0 760 0,0 0 272 16,0 0 8-16,96 10-300 0,-52-13-196 0,4-4-200 15,0-6-136-15,-1-2-260 0,1-4-100 16,-4-1 0-16,0-2-236 0,-4-3-400 16,-5 3-280-16,-3-4-268 0,-4 4-584 15,-8 3-2101-15,-8-3-1563 0</inkml:trace>
  <inkml:trace contextRef="#ctx0" brushRef="#br0" timeOffset="156076.358">14355 17043 2296 0,'0'0'3088'15,"0"0"84"-15,0 0-884 0,80 4-563 16,-44 1-413-16,-5-1-136 0,5 2-284 16,0 4-148-16,4-3-260 0,-4 5-96 0,0-3-192 15,-4 1-72-15,-1 3-36 0,-6 2-40 16,-6 1-48-16,-3 3-36 15,-12 3-100-15,-4 4-148 0,-4 5 120 0,-12 1 64 16,-3 7-96-16,-9-1 20 0,0 0 0 16,-4 0 80-16,0 0 20 0,4-3-304 15,0-3-120-15,4-7-268 0,5 0-372 0,-2-5-676 16,14-8-1305-16,-2-2-2271 16</inkml:trace>
  <inkml:trace contextRef="#ctx0" brushRef="#br0" timeOffset="156798.521">16243 17454 4548 0,'0'0'2928'16,"0"0"-1400"-16,0 0-296 16,0 0-35-16,0 0-53 0,0 0-60 0,-92-71-132 15,73 64-260-15,3 1-140 0,-7 3 32 16,2 3-88-16,-3 0-12 0,0 9-148 15,1 7 36-15,-1 9-76 0,0 12 36 0,3 3-36 16,2 4-24-16,7 4-16 0,4 0-96 16,4-10-40-16,4-9-32 0,0-11-52 15,8-6-36-15,8-5-172 0,0-7 76 16,8 0 32-16,4-15 56 0,7-7 4 16,1-14-212-16,5-5-252 0,-6-6-12 15,1-4-48-15,-4 0 144 0,0-3 72 0,-4 3 124 16,-4 0-84-16,-5 4 108 15,-3-4 104-15,-4 0-4 0,-4 4 52 16,-3-1-136-16,-5 3 96 0,0 4 52 0,-5 6 100 16,-3 7 200-16,4 12-64 0,0 4 276 15,4 7-80-15,-4 5-112 0,4 5 88 16,-3 9-64-16,-1 12 12 0,-1 9 12 16,1 7-72-16,-4 8 60 0,4 4 116 15,1-3 16-15,-6 3-284 0,1-3-204 0,4 0-124 16,1-7-240-16,-1-2-232 0,4-7 8 15,0-10-12-15,7-6-88 16,5-10-352-16,4-3-560 0,8-6-624 0,1 0-701 16,-6-6-1811-16,9-7-148 0</inkml:trace>
  <inkml:trace contextRef="#ctx0" brushRef="#br0" timeOffset="157075.978">16559 17437 1292 0,'0'0'4548'0,"0"0"-2404"15,0 0-276-15,0 0-307 0,0 0-49 16,0 0 28-16,0 0-292 0,0 0-492 0,0 0-420 15,0 0-212-15,63 57-12 16,-51-67 40-16,4-9-152 0,-4 1-16 16,4-5-108-16,-4 1-60 0,-4 3-156 0,-1 0 220 15,-2 3 120-15,-1 3 64 0,-4 1 108 16,0 1 28-16,-4 3-48 0,-8-3-40 16,0 9-24-16,-4-5 120 0,0 7-20 15,-4 0-16-15,4 9 40 0,0 10-16 0,1 0 40 16,2 11 12-16,1-2-4 0,5 4-36 15,-2-4-84-15,5 2-124 0,4-5-56 16,0-6-288-16,4-4-336 0,9-8-100 16,2-4 268-16,9-3 52 0,0-12-272 15,8-12-476-15,4-1-932 0,0-6-957 16,-12 9-1239-16,15-13 1260 0</inkml:trace>
  <inkml:trace contextRef="#ctx0" brushRef="#br0" timeOffset="157448.503">16937 17312 1656 0,'0'0'3196'0,"0"0"824"0,0 0-1759 0,0 0-669 15,-20 68-560-15,4-46-180 0,0 3 40 16,4 2 180-16,-4-6-76 0,4-2-168 16,4-7-300-16,5-6-232 0,-2-1-296 15,5-3-60-15,0-2-76 0,0-2-100 16,5-5 16-16,2-3 96 0,5-3 120 16,4-6-132-16,0 0-48 0,0 0 24 0,0 4 48 15,0 2 36-15,-1 3-48 0,2 7-84 16,-2 3 56-16,2 6 152 15,3 7 52-15,-1 9 8 0,5 4 104 0,0 5 32 0,1 1 88 16,-2 3-136-16,-3 0 28 16,0-3 44-16,-4 6 52 0,-9 4 12 15,-3 2 60-15,-4 3-100 0,-4 4 48 0,-7 0 64 16,-6 0-28-16,-2-4 0 0,-1-5-36 16,1-4-144-16,-2-6-28 0,1-7-36 15,5-6-72-15,-2-6-4 0,6-7 8 16,-6-6-16-16,10-3-68 0,-10-10-88 0,6-2-52 15,-1-9 88-15,-1-4-40 0,2-7-36 16,-1-6-32-16,0 0-92 16,4-3-44-16,0 5-56 0,8-2-168 0,0 6-16 15,0 0-300-15,8 4-724 0,0 6-1092 16,12-13-2517-16</inkml:trace>
  <inkml:trace contextRef="#ctx0" brushRef="#br0" timeOffset="157798.594">17547 17221 4864 0,'0'0'5000'0,"0"0"-2631"0,0 0-885 16,0 0-132-16,95 0 96 0,-79 3-416 16,4 10-336-16,0-1-216 0,-4 7-136 0,4 4-24 15,-5 3-100-15,6 2-60 16,-5 0 24-16,-4 4 0 0,-5 0-76 15,1 3-32-15,-3-7-64 0,-1 1 36 0,-4-4 0 16,0-6-36-16,0 0 96 16,0-6 28-16,0-4-64 0,0-5-72 15,0-1-4-15,0-3 0 0,0-3-152 0,0-7 32 16,4-3 52-16,3-9 72 0,5-6 32 16,0-5-32-16,4-4-96 0,-4-1-64 15,4 0 36-15,-4 3-20 0,4 2 20 0,-4 6 64 16,4 2-28-16,0 5-8 15,0 4-40-15,-5 3-184 0,6 0-196 0,-6 7-164 16,6 3-276-16,-6 3-676 0,-2 0-1288 16,2 0-2785-16</inkml:trace>
  <inkml:trace contextRef="#ctx0" brushRef="#br0" timeOffset="158282.427">18710 17454 10248 0,'0'0'2173'16,"0"0"-705"-16,0 0-12 16,0 0-300-16,0 0 0 0,91-14-240 15,-50 11-152-15,2-4-176 0,1 4-172 0,-4-3-332 0,-1 0-84 16,-7-1-72-16,0-2-160 15,-4 2-124-15,-8 1-284 0,-4 0-220 16,-4 2-356-16,-8 4-804 0,-4 0-2197 0,0 4-1567 16</inkml:trace>
  <inkml:trace contextRef="#ctx0" brushRef="#br0" timeOffset="158453.066">18870 17589 2568 0,'0'0'7164'0,"0"0"-5191"16,0 0-681-16,0 0-300 0,0 0 136 15,0 0 268-15,0 0-324 0,0 0-392 16,0 0-224-16,71 6-112 0,-35-6-72 0,-1 0-152 16,6-6-120-16,-2-3-76 15,1-4-232-15,0 4-208 0,0-4-200 0,0-1-392 16,-1 6-524-16,-7-3-2176 0,9 3-3277 0</inkml:trace>
  <inkml:trace contextRef="#ctx0" brushRef="#br0" timeOffset="162780.865">19858 17319 2544 0,'0'0'5952'0,"0"0"-3211"16,0 0-473-16,0 0-672 0,0 0-112 15,0 0-304-15,0 0-352 16,55-70-236-16,-43 64-128 0,-8 0-36 0,4 3-48 16,-5-1-52-16,6 1-8 0,-1 3-28 15,3 0-52-15,-2 0-68 0,3 7-39 16,-5 6 15-16,6 2-40 0,-9 7-36 0,0 6 0 16,0 2-60-16,-4 1 0 15,-4 4 32-15,-4 0-44 0,-1-3-60 16,2-3-84-16,-1-4-76 0,4-9 75 0,0-3 13 15,0-7 20-15,4-3 4 0,0 0 0 16,0-3-52-16,0 0 28 0,0 0-28 0,0 0-36 16,8-6-12-16,0-7 64 15,8-2 32-15,0-11 104 0,8-3-76 16,0-3-4-16,-1-2-20 0,-3-1-28 0,4 0 128 16,-4 2 8-16,0 5-4 0,-4 3 8 15,4 3-4-15,-4 2 4 16,-1 5 84-16,2 2 96 0,-6 4 36 0,6-1-64 15,-6 4-68-15,2 0-40 16,-1-1 36-16,3 4 52 0,-2 3-16 16,2 0 16-16,-2 3 44 0,2 7-20 0,-2 2-28 15,2 7-12-15,-7 0-20 0,0 7-27 16,0-1-21-16,-4 4-52 0,0-1-8 16,-4 1-40-16,0-1-185 0,0 1-215 15,0 0-124-15,-4-4-40 0,0 0 0 0,4-5-16 16,0-1-100-16,0-4-388 0,0-2-480 15,4-3-556-15,4-7-1873 0,0 0-1943 16</inkml:trace>
  <inkml:trace contextRef="#ctx0" brushRef="#br1" timeOffset="193429.259">8294 5128 12237 0,'0'0'1608'0,"0"0"-756"0,0 0-696 15,0 0-156-15,0 0 0 0,0 0 292 16,0 0 148-16,0 0-36 0,0 0-24 16,81 3-20-16,-46-6 16 0,5-1 120 0,8-3-212 15,8 1-12-15,4-2-172 0,4-3 12 16,7 3 20-16,0-6-132 0,9-5-52 15,1 3 40-15,-2-3-160 0,1 0-76 16,-5 0-508-16,1 2-384 0,-4 5-584 16,-20 6-1304-16,4 3-4253 0</inkml:trace>
  <inkml:trace contextRef="#ctx0" brushRef="#br1" timeOffset="197477.968">18587 5134 6412 0,'0'0'5605'0,"0"0"-4505"15,0 0-412-15,0 0-688 0,0 0-168 0,0 0 168 16,0 0 80-16,0 0 260 0,32 0 168 16,-21 0-40-16,9 2-16 0,7 2-88 15,6-1-48-15,7 1-24 0,3 2-80 16,2-3-52-16,2 2-24 0,5-5-72 0,4 5-60 15,0-5 8-15,3 0-12 0,5-5-4 16,8 0 0-16,-5-1 4 0,5-4-148 16,-4 4-16-16,4-4-184 15,-9 0-208-15,1 5-60 0,0-1 24 0,-8-1-156 16,-4 3-156-16,-5 1-508 0,-3 0-705 16,-17 3-1139-16,6-2-2768 0</inkml:trace>
  <inkml:trace contextRef="#ctx0" brushRef="#br1" timeOffset="206394.961">11673 7893 12765 0,'0'0'2184'0,"0"0"-1528"0,0 0-656 0,0 0 0 15,0 0 552-15,0 0 36 16,0 0 60-16,96-10-300 0,-72 7-236 16,0 1 160-16,4-2-52 0,4 4 40 0,4 0 48 15,-1 0-60-15,9 0-88 16,0 4-16-16,0 1 52 0,4 1-84 0,3 4-40 16,5-3-72-16,-4-2-4 0,4 6 4 0,0-5 48 15,4 0-4-15,-5 3-44 0,5-2-36 16,0-1 20-16,-1 1-56 15,1-1 72-15,0-3-4 0,0 3-68 0,-4 1 72 16,4-4 8-16,-1 3-8 0,1-3-8 16,4 1 4-16,-4-1-56 15,3 0-8-15,5-3 68 0,-4 0 0 0,3 3-40 16,1-3 28-16,-5 0-100 0,2 0 64 16,-6 0 0-16,1 0 40 15,0 3-4-15,-4 1-4 0,3-2-44 0,-3 5 48 0,4-1-100 16,0 0 40-16,-4 5 68 15,4-3 4-15,-1-1 60 0,-3 3-56 16,3-4 44-16,5 0-44 0,4 1-4 0,0-4 8 16,0 0-4-16,3-3 40 15,5 2 16-15,0-2-52 0,-5 0 56 0,1 0-16 16,0 0-48-16,-1 0 8 0,1 0-8 16,-4 0 52-16,3 0-52 0,-2-2-8 15,-2-1 8-15,1 0 56 0,3 0-52 0,-3-1-8 16,0-2-44-16,4 2-8 0,-5 2 52 15,1-1-16-15,-4 0 20 16,4-1 0-16,-4 1 4 0,-1-1 40 0,-3 1-44 16,0 0-4-16,0 1-8 15,4-2 12-15,-5 2-4 0,5-5 4 0,4 0-36 16,-5 2 24-16,5-2-24 0,-1 0 36 16,6 1-4-16,-6-4-4 0,1 4 0 15,3 0 8-15,2-4 48 0,-6 7-48 16,1-3 8-16,-1-1 4 0,6 4 0 15,-6 0 48-15,5 0 16 0,-5-3-76 16,5-1-84-16,0 4 84 0,3-3 0 0,-2-1 0 16,2 0 76-16,-3 2-76 0,3 2-60 15,-3-4 48-15,4 0-44 0,-5 4 56 16,6-3 84-16,-2 0-80 0,-4 3 48 0,2 0-52 16,2-4-24-16,-3 3 24 15,-4 4 0-15,3-3-28 0,1 1 28 16,4-5 0-16,-5 5-4 0,2-5 0 0,2 0-4 15,-4 4 8-15,6-4 0 0,-2 5 4 16,1-5 0-16,-1 1-4 0,1-1 0 16,4 1-4-16,0 0 4 0,-1-4 76 15,1 1-32-15,-5 3-44 0,5-4-84 16,-5 3 20-16,2-2 64 0,-2 3 0 0,1 3 0 16,-4-4 0-16,4 0-52 0,-5 4 52 15,1 1 0-15,4 2-4 16,-5-7 4-16,1 4-8 0,0 0 8 0,-1-1 0 15,-3 1 0-15,-1 0-4 0,2-2 4 16,-1 1-12-16,-1-2-60 0,1-1 72 16,-1 0 4-16,2 2 0 0,2-1 4 0,-3-1-8 15,-1 3 0-15,6-2-8 0,-2 4 8 16,0-5-60-16,2 3 60 16,-2 1 4-16,-3 0-4 0,-1 0 4 0,-3 0-4 15,1-1 48-15,-2 1-48 0,-3 3 4 0,-1-3-4 16,-3 0 12-16,0 0-12 15,-4 0 0-15,4-1 48 0,-9 4-48 16,1-3 0-16,-4 3 0 0,0 0 0 0,-4 0 0 16,-8 0 4-16,3 0-8 15,-11 0 4-15,1 0 0 0,-6 0 60 16,-3 0-52-16,-4 0 4 0,0 0 36 0,-8 0-40 16,0 0 80-16,-4 0 60 0,0 0-4 15,0 0-20-15,0 0-16 0,0 0 16 16,0 0-40-16,0 0-8 0,0 0 20 0,0 0-12 15,0 0 16-15,0 0-4 0,0 0 4 16,0 0-16-16,0 0 24 0,0 0 40 16,0 0-28-16,0 0 40 0,0 0-28 15,0 0-20-15,0 0-28 0,0 0 25 16,0 0-53-16,0 0-56 0,0-3-60 16,0 0 0-16,-8 0-257 0,4-3 85 15,-4-1-24-15,0 1-84 0,0 0-112 16,0 1-148-16,-4 0-284 0,-4-2-476 15,4 1-1184-15,-16-1-3185 0</inkml:trace>
  <inkml:trace contextRef="#ctx0" brushRef="#br1" timeOffset="-155235.103">24045 2902 8460 0,'0'0'4273'0,"0"0"-3661"0,0 0-608 16,0 0-4-16,0 0 484 0,0 0 368 16,0 0 344-16,0 0-168 15,56 75-356-15,-56-29-104 0,0 7-224 0,-5 8-96 16,-6 5-100-16,-1 1-48 0,-4 7 60 15,0-5-64-15,-4 4-88 0,0-3 40 0,-3 0-44 16,-5-1-4-16,-4-5-12 0,0-4 12 16,4-2 0-16,-4-11 4 15,0-8 56-15,0-8-48 0,4-6 124 0,0-12-40 0,4-7-96 16,-4-6-60-16,0-3-112 16,4-16-12-16,5-3 12 0,-1-13 72 15,8-7-132-15,3-5 20 0,2-7 64 0,3 1 0 16,4 4-12-16,0 5 156 0,0 9-68 15,7 10 64-15,-3 6-8 16,5 5 16-16,3 8 124 0,4 0 76 0,-1 6 44 16,10 0-20-16,3 6 8 0,3 11-132 15,5 2 12-15,8 3 8 16,0 6-20-16,-1 1-100 0,6 6 0 0,-2-4 0 16,1-1-76-16,-1 1-144 0,-2-6-136 15,-2-6-76-15,2 3 184 0,-6-9-272 16,1 0-176-16,-5-4-332 0,-7-6-600 15,-7 1-1016-15,-1-4-2877 0</inkml:trace>
  <inkml:trace contextRef="#ctx0" brushRef="#br1" timeOffset="-154676.05">24260 2286 7312 0,'0'0'1360'0,"0"0"-932"0,0 0-420 16,0 0 328-16,0 0 468 0,0 0 601 15,0 0 3-15,0 0-516 16,0 0-172-16,36 77-152 0,-25-49-100 0,2 2 76 16,-5 12 52-16,-1-1 40 0,1 7-92 15,1 3-296-15,-5 0-88 16,0 3-44-16,-4 1-108 0,0-2 32 0,0 1 4 0,0-3-44 15,0-3-64-15,0-10-36 16,0-7-108-16,0-9 12 0,0-9-4 0,0-4-36 16,0-5-196-16,0-4-92 0,0 0-56 15,0-7-160-15,0-5-412 0,0-10-976 16,0 5-2413-16,-8-20-2315 0</inkml:trace>
  <inkml:trace contextRef="#ctx0" brushRef="#br1" timeOffset="-154437.257">24332 2403 8400 0,'0'0'1152'0,"0"0"-852"0,0 0-80 0,0 0 552 15,56-64 425-15,-41 52-121 16,1 2-212-16,0 7-204 0,0 3-192 0,0 0-104 16,4 3-48-16,-4 10-80 0,-4 3 108 15,4 3-8-15,-8 4-76 0,-4 5-48 16,-4 4-36-16,-4-1-76 0,-4 4-100 15,-4 0-88-15,-4-7 0 0,0 2-84 0,4-9-104 16,-4-4-148-16,8-5-192 0,-3-2-192 16,-2-7-240-16,5-3-344 0,1 0-369 15,-2-7-851-15,5-8-1352 0</inkml:trace>
  <inkml:trace contextRef="#ctx0" brushRef="#br1" timeOffset="-153763.807">24702 2174 5380 0,'0'0'1836'0,"0"0"-592"15,0 0-504-15,0 0 216 0,0 0 169 0,0 0 31 16,0 0-160-16,0 0-272 0,0 0-180 16,0 0-4-16,0 0 64 15,48 7-124-15,-40 6-28 0,-4 6-80 0,0 0-112 16,-4 6-84-16,0 0-116 0,0 1-8 0,0-1-52 15,0-6-12 1,0 0-40-16,0-6-96 0,0-3-88 0,0-4 0 16,0-3 0-16,0 1-4 0,0-4 56 0,0 0 56 15,0 0 36 1,0 0 32-16,0-7-28 0,4-2-12 0,4-5-28 16,-4 0 80-16,4-5 36 0,0-4 12 0,-1 4 0 15,2 3 0-15,-1 0 0 16,-1 6-52-16,-3 1 52 0,0 6 100 15,1 0 52-15,-1 3 36 0,0 0-8 0,-4 0-4 0,4 0-16 16,-4 6-36-16,3 0-48 16,-3 0-16-16,0 4 16 0,4-1-12 15,-4-2-60-15,0-4-4 0,0 0-8 0,4-3-56 16,-4 0 64-16,0 0-4 0,5-3-8 16,-1 0-88-16,4-7 100 0,-1 1 108 15,6-7 56-15,-2 0-52 0,1 4-112 16,-3-5-8-16,2 8-68 0,-3 3 64 15,1 3 8-15,-2 3 4 0,-3 0 84 16,4 5 80-16,-4 6 8 0,0 1-84 0,1 1-80 16,-2 3 64-16,1-1-72 15,-4 1 0-15,0 0-140 0,4-3-232 0,-4 0-224 16,0-1-208-16,0-1-180 0,0-6-488 16,0-2-720-16,0 1-1873 0,0-4-403 15</inkml:trace>
  <inkml:trace contextRef="#ctx0" brushRef="#br1" timeOffset="-153394.022">25248 2165 10664 0,'0'0'2069'15,"0"0"-1633"-15,0 0 112 16,0 0 640-16,0 0 96 0,0 0-408 0,20 73-192 16,-20-51-300-16,0 4-188 0,0 2-48 15,-4-3-140-15,0-6-8 16,4 0-92-16,0-5-32 0,0-5-112 0,0-6-84 16,0 1 8-16,0-4 40 0,8 0 36 15,-4-4 64-15,4-5 172 0,0-8 8 16,3 3 0-16,2-5-8 0,-1-4 28 0,0 6-28 15,0 2 0-15,-1 5 0 16,-2 4 0-16,2 3 172 0,-3 0 76 16,1 3-84-16,-1 0-40 0,-1 3-12 0,1 3-28 15,-3 4 4-15,-1-1-80 0,0 4-8 16,-1 3 0-16,1-1-60 0,-4 2-216 0,0 1-180 16,0 2-184-16,0 2-352 0,4-3-820 15,-4 9-2949-15</inkml:trace>
  <inkml:trace contextRef="#ctx0" brushRef="#br1" timeOffset="-153086.369">25786 3146 15837 0,'0'0'1864'0,"0"0"-1864"0,0 0-744 16,0 0 684-16,0 0 60 15,0 0 76-15,87 6-76 0,-70-6-264 0,-2-3-592 16,2-2-820-16,-2 1-2453 0,-7-6-3591 16</inkml:trace>
  <inkml:trace contextRef="#ctx0" brushRef="#br1" timeOffset="-152920.565">25858 3309 13121 0,'0'0'1600'0,"0"0"-1472"0,0 0-128 0,0 0 300 0,79-11 268 16,-51 5 264-16,0-4-136 16,4-2-548-16,4-1-148 0,-1-3-272 0,6 4-1008 15,-5-1-856-15,-12 7-2453 0,8-4-3731 16</inkml:trace>
  <inkml:trace contextRef="#ctx0" brushRef="#br1" timeOffset="-152132.556">27623 2388 1564 0,'0'0'5732'0,"0"0"-2440"0,0 0-2071 15,0 0-565-15,47 98 148 0,-42-60 264 16,-5 7-208-16,0 7-232 0,-5 6-124 0,-6 7-152 16,-5 4-40-16,-4 4-128 15,0-1-8-15,-5 8-28 0,2-4 12 0,-1 1-36 16,-4-8-24-16,0 1 72 0,0-9-8 15,0-4 56-15,-4-10 52 0,4 0 108 16,-3-7-156-16,3-3-128 0,-4-5-84 0,5-6 36 16,-1-8-48-16,4-8 16 0,3-6 32 15,-3-4-48-15,5-7-236 16,-5-6-8-16,4-6 36 0,-4-6-4 0,8-1 80 16,4-5-140-16,0-1 112 0,4-3-16 15,4 3 64-15,4 0-208 16,0 7 208-16,0 3 60 0,4 6 4 0,8 4 0 15,0 5 48-15,8 3 208 0,0 4 68 0,4 4 8 16,8 9 60-16,3 2 52 16,5 11-124-16,4-1-4 0,0 3-108 15,4 2-60-15,-1-5-52 0,5 1 72 0,4-1-120 16,-4-3-12-16,4 3-96 0,-4 0-28 16,0 1-60-16,-9 0-184 0,-3-4-188 15,-4 0-348-15,-4-3-460 0,-12-6-1036 0,0 2-3289 16</inkml:trace>
  <inkml:trace contextRef="#ctx0" brushRef="#br1" timeOffset="-151234.478">28229 2219 7112 0,'0'0'1024'0,"0"0"-348"0,0 0-172 15,0 0 1345-15,15 70-309 0,-11-42-164 16,-4 11-188-16,0 1-232 0,0 5-344 16,0 3-176-16,0 2-64 0,0-1-72 0,0 1-140 15,-4-6-112-15,4-2-48 0,0-3 0 16,0-8-60-16,0-4 48 0,0-3-88 16,0-9 12-16,0-5-60 0,0-4-112 15,0-3-136-15,0 0-128 0,0-3-184 16,0-3-284-16,0-6-340 0,4-7-444 15,-4-10-757-15,0 5-739 0,4-23-1184 0</inkml:trace>
  <inkml:trace contextRef="#ctx0" brushRef="#br1" timeOffset="-151017.75">28244 2333 8352 0,'0'0'1620'0,"0"0"-611"16,0 0-521-16,0 0 372 0,0 0 568 15,0 0-36-15,0 0-424 0,0 0-352 16,0 0-92-16,80-57-128 0,-68 57-148 15,-1 0-88-15,2 0-60 0,-5 3-24 0,-4 4-68 16,-1-1 0-16,1 6 40 0,-4 1 112 16,0 3-160-16,-7 3-36 15,-5 3-224-15,-4-2-24 0,4-1 48 0,-4-6-60 16,4-1-40-16,0-2-164 0,0-7-104 16,4-3-200-16,0 0-476 0,5-6-1212 15,-1-4-2181-15,-1-12-879 0</inkml:trace>
  <inkml:trace contextRef="#ctx0" brushRef="#br1" timeOffset="-150534.602">28587 2019 1200 0,'0'0'7352'0,"0"0"-6032"16,0 0-15-16,0 0-85 15,0 0 132-15,0 0-112 16,0 0 36-16,0 0-452 0,44 73-404 0,-44-48-160 0,-4-3-60 16,-1 4-140-16,2-3-60 0,3-4-72 15,-4-5-64-15,4 0-76 0,0-8-24 16,4-2-100-16,4-4 12 0,4 0 264 16,-1-10 60-16,6-4 160 0,-2 0-60 15,2-2-24-15,3-4 48 0,-5 1-120 0,2 0 8 16,-2 7-8-16,-3-1-4 15,0 3-12-15,-4 4-100 0,0 6 112 0,-4 0 136 0,-4 0-12 16,4 0-72-16,-4 0 56 16,4 3 16-16,-4 0 28 0,4 4-16 15,-4-4-76-15,4 0-56 0,-4 0-4 16,4 0-8-16,-4-3-116 0,4 0-84 0,0 0 56 16,-1 0 152-16,2-6 40 0,3 3 120 15,0-3-12-15,-1-1-36 0,6-3-48 16,-1 5-64-16,0 1-4 0,0 1-160 15,-1 0 116-15,-2 3-16 0,3 0 64 16,-5 0 60-16,2 6 12 0,-5 0-8 16,3 1 24-16,-3 2-4 0,0 4-84 15,-4 3-204-15,4-4-168 0,-4 7-40 0,0 0-212 16,0 0-320-16,-4 1-624 16,0-4-1505-16,-3 3-3559 0</inkml:trace>
  <inkml:trace contextRef="#ctx0" brushRef="#br1" timeOffset="-149003.029">28153 2035 1604 0,'0'0'5200'0,"0"0"-4240"16,0 0-260-16,0 0-24 0,0 0 152 16,0 0 721-16,0 0-577 0,0 0-356 15,0 0-236-15,0 0-148 16,-21 6-144-16,14 4-12 0,-1 2 88 0,0 5-48 16,-1 1-28-16,-2 5 52 0,3 5-28 15,-4-3 40-15,4 4-36 16,0 3 96-16,0-4-72 0,0 7-52 0,0 0-76 0,4 1 64 15,0 5-68-15,0 0-16 16,4 6 4-16,0 1-48 0,0 0-64 0,0 3 108 16,0-4 8-16,4 0-100 15,4-2-64-15,0-8-40 0,0-1 92 0,4-4 8 16,4-7 16-16,0-2-204 0,4-4 0 16,-1-4 52-16,2-2-180 0,3-3-104 15,4-4-232-15,0 1-313 0,0-7-459 16,-5 0-740-16,17-4-716 0</inkml:trace>
  <inkml:trace contextRef="#ctx0" brushRef="#br1" timeOffset="-148420.587">29475 2013 220 0,'0'0'8932'0,"0"0"-7924"16,0 0-540-16,0 0-31 0,0 0 243 16,52 67 156-16,-44-45 172 0,4 3-184 15,0 0-356-15,-4 4-152 0,0 3-128 16,0 0 28-16,0-1 20 0,-4 4 4 16,0 0-48-16,-4 0-104 15,0 0-40-15,0 0 88 0,0 0-120 0,-4 0-12 0,-4-4 0 16,-4 5-8-16,0-5 4 0,1 1-200 15,-6-4-56-15,2 1 92 0,-6-7-112 16,5 0-76-16,1-5-76 0,-6-2-28 0,10-8-252 16,-6-4-148-16,10-3-592 0,-1-6-941 15,-1-17-1539-15</inkml:trace>
  <inkml:trace contextRef="#ctx0" brushRef="#br1" timeOffset="-142467.034">30037 1956 1580 0,'0'0'10225'0,"0"0"-8561"0,0 0-840 16,-4 70 64-16,4-39 484 0,0 7-68 15,0 6-428-15,0 1-236 0,-4 3-284 16,4-1-16-16,-4 4-68 0,0-4-56 0,4-3-92 16,-3 2-124-16,3-11-4 0,0 0-80 15,0-9-40-15,3-5-36 0,5-5-156 16,0-3-52-16,4-7-344 0,0-4-164 15,8-2-92-15,4-11-600 0,0-8-1044 16,4-9-2109-16,-4 4-1599 0,4-20 4473 16</inkml:trace>
  <inkml:trace contextRef="#ctx0" brushRef="#br1" timeOffset="-142260.325">30372 2216 2824 0,'0'0'264'16,"0"0"-172"-16,0 0 5328 0,0 0-3196 15,0 0-503-15,0 0-153 0,60 70-140 0,-53-39-84 16,6 8-288-16,-5 1-244 15,-5 9-148-15,5-2-4 0,1 7-132 16,-5-4-200-16,-4 8-144 0,4-4-100 0,-4 1-12 16,0-8-72-16,3 0-8 0,-3-12-64 15,8-6-124-15,-4-6-12 16,5-11-36-16,-6-5-156 0,1-7-80 0,0 0-192 16,4-11-268-16,-8-8-388 0,5-6-496 15,-1-7-796-15,-4 7-2041 0,0-23-643 16</inkml:trace>
  <inkml:trace contextRef="#ctx0" brushRef="#br1" timeOffset="-142048.72">30411 2254 1356 0,'0'0'1396'0,"0"0"5128"15,0 0-5012-15,0 0-263 0,0 0 31 0,37-66 180 16,-22 59-204-16,2 0-376 16,2 7-372-16,1 0-172 0,-3 0-28 15,2 0-8-15,1 10-56 0,-4 0-96 16,0 3-136-16,-4-1 64 0,-5 7-76 15,-2 0-76-15,-5 3-8 0,-8 1 76 0,-8 5-264 16,-4 0-172-16,-8 5-228 0,0-8-148 16,0-3-100-16,5-9-52 0,-1-4-196 15,3-9-868-15,10 0-1261 0,-6-15-3267 16</inkml:trace>
  <inkml:trace contextRef="#ctx0" brushRef="#br1" timeOffset="-141567.937">30663 1835 1512 0,'0'0'104'0,"0"0"6884"16,0 0-4455-16,0 0-1005 0,0 0-328 16,0 0-240-16,0 0-176 0,0 0-248 15,23 70-304-15,-23-58-96 0,5-2-136 16,-5 0-12-16,0-1 0 15,4-6-76-15,-4 4-100 0,0-7 60 0,4 2 28 16,-4-2 0-16,4 0-52 0,-4 0 0 16,4 0 64-16,-1-2 88 0,5-5 8 0,-3 4 4 15,3-4 88-15,3 1-88 16,2 0-12-16,-5 3 136 0,3 0-72 16,-2-1 100-16,2 4-64 0,-3 0 0 15,0 0 56-15,0 0 4 0,0 4-36 0,0 2 28 16,0 0 32-16,-4-2-32 0,4 3-64 15,0-5-40-15,-4 1-40 0,3 0 36 0,-2-3-44 16,3 0-72-16,0 0 72 16,-1-6 56-16,2-1-4 0,-1-2-4 0,0 3 76 15,-1-4-120-15,2 4-4 0,-1 0 0 16,-4 2-4-16,-1 4-8 16,-3 0-112-16,4 0 112 0,-4 0-32 0,0 4 44 0,4 2 72 15,-4 0 140-15,5 1-64 16,-5 2 0-16,0 0 28 0,0 1-68 15,0-1-108-15,0 2-84 0,0-6-264 0,0 2-484 16,0 3-324-16,0-5-748 16,-5 1-3105-16,1 5-3842 0</inkml:trace>
  <inkml:trace contextRef="#ctx0" brushRef="#br1" timeOffset="-141238.471">31212 2060 2824 0,'0'0'7300'0,"0"0"-4523"0,0 0-1101 0,0 0-204 15,0 0-8-15,72 79-352 0,-56-55-336 16,-7-6-224-16,2 4-224 0,-3 1-108 16,1-1-84-16,-6 0-88 0,1 0 0 15,-4-3-44-15,0 3-4 0,0 1-4 16,-7 2-180-16,-2-3-60 0,-3 1-120 16,-4-1-76-16,4 0-28 0,1-6-60 15,-2-4-128-15,2-6-340 0,3-6-612 0,-1 0-944 16,2 0-2749-16,-1-9-1203 0</inkml:trace>
  <inkml:trace contextRef="#ctx0" brushRef="#br1" timeOffset="-140818.776">31670 2137 756 0,'0'0'6128'0,"0"0"-2256"16,0 0-2803-16,0 0-9 15,0 0 456-15,0 0-140 0,0 0-496 0,0 0-456 16,0 0-424-16,0 0-100 0,0 0-640 16,64-10-760-16,-51 4-1456 0,2-4-5553 0,-2 1 6253 15</inkml:trace>
  <inkml:trace contextRef="#ctx0" brushRef="#br1" timeOffset="-140666.172">31966 2095 1592 0,'0'0'180'0,"0"0"5900"0,0 0-3296 0,0 0-999 0,0 0-433 0,0 0-172 16,0 0-564-16,0 0-604 0,0 0-12 15,0 0-740-15,56 13-468 0,-41-13-684 16,-6-3-3273-16,10-4-695 0</inkml:trace>
  <inkml:trace contextRef="#ctx0" brushRef="#br1" timeOffset="-140038.281">32293 1851 992 0,'0'0'1864'0,"0"0"-1484"0,0 0 3964 16,0 0-2480-16,0 0-416 0,0 0-163 16,0 0 47-16,0 0-52 15,0 0-172-15,0 0-240 0,0 0-248 0,-5 32-136 16,5-30-124-16,-4 5-128 0,0 3-72 16,0 5-36-16,1 1-48 0,3 7 84 0,-4 5-28 15,0 1 64-15,0 2-24 0,-1 5 12 16,-3 1-36-16,5 2 12 0,-5-1-60 15,4 0-100-15,-5 3 0 0,5-6-8 16,1 1-76-16,-1-6 0 0,4-4-100 16,4-5-196-16,3-1-4 0,6-10-72 15,6-1-148-15,-2-9-264 0,3 0-212 16,3-6-432-16,1-7-756 0,-4-7-2361 0,0 9-1987 16,0-22 6160-16</inkml:trace>
  <inkml:trace contextRef="#ctx0" brushRef="#br1" timeOffset="-139746.854">32544 1930 1668 0,'0'0'1372'0,"0"0"-1060"0,0 0 5120 0,0 0-3091 16,0 0-697-16,0 70-192 0,0-38-104 15,0 3-264-15,0 3 32 0,4 3-188 16,-4 1-340-16,0-2-84 0,0 2-52 15,0 2-196-15,-4-2-36 0,0 2-84 0,-1-6-64 16,-3 0-72-16,4-3-52 0,-3-2-12 16,7-6-104-16,-4-2-88 15,4-2-40-15,0-4 16 0,0-3-124 0,0 0 36 16,4-7-124-16,-4-6-40 0,7-3-64 16,-3 0-48-16,4-3-148 15,1-9-328-15,-2-7-620 0,1-8-661 0,-4 0-1971 16,5 2-880-16,-9-20 4664 0</inkml:trace>
  <inkml:trace contextRef="#ctx0" brushRef="#br1" timeOffset="-139520.892">32623 2051 5548 0,'0'0'1264'0,"0"0"3645"16,0 0-4061-16,0 0-440 0,0 0 316 16,0 0 632-16,0 0-300 0,0 0-440 15,0 0-364-15,0 0-116 0,0 0-48 0,48-63-28 16,-40 69-52-16,-1 2 56 0,6 9-4 15,-9 2 76-15,0 3 40 16,-4 0-164-16,0 4 48 0,-4-1 40 0,-4 0-48 16,-4 1-52-16,-4-3-16 0,0-4-256 15,0 0-188-15,0-10-36 0,4 0-60 16,5-5-108-16,-2-4-384 0,1-7-732 16,0-5-2301-16,8-1-2191 0,0-13 3985 15</inkml:trace>
  <inkml:trace contextRef="#ctx0" brushRef="#br1" timeOffset="-139103.644">32842 1727 3332 0,'0'0'544'0,"0"0"4584"0,0 0-3175 0,0 0 279 0,12 86-140 15,-12-64-372-15,0 3-680 16,0-2-520-16,0-1-248 0,0-3-88 0,-4 1-124 15,4-8-60-15,-3 1-56 0,3-8-68 16,0-2-60-16,3 1-88 0,5-4-208 16,4-4-104-16,4-4 76 0,3-5-68 15,2 1-80-15,-1-5 164 0,-1 4 152 16,-6 4 124-16,-2 2 52 0,-7 4 164 16,0 3 0-16,-4 0 444 0,0 0 136 15,0 7-80-15,0 2 108 0,0 1-24 16,-4 2-64-16,0-1-48 0,1 1-164 0,3-5-112 15,0-5-196-15,0-2-104 0,3 0-8 16,5 0-208-16,5-9-76 0,2-1-252 16,5-6-48-16,1 0 76 0,-2 0 28 0,1 3 24 15,0 1 252-15,4 2 100 0,-4 1 164 16,-4 6 52-16,0 0 264 16,-5 3 216-16,-2 0 76 0,-1 6-52 0,-4 0-104 15,-1 7-156-15,-3-3-32 16,0 5-76-16,0 1 44 0,-7 0-180 15,-1 3-612-15,-1-3-864 0,2-4-2593 0,-5 5-5943 16</inkml:trace>
  <inkml:trace contextRef="#ctx0" brushRef="#br1" timeOffset="-138804.224">33444 1771 5220 0,'0'0'6921'0,"0"0"-5897"16,0 0 16-16,0 0 652 0,0 0-240 15,47 67-436-15,-38-48-524 0,-1 4-296 16,-1-1-136-16,-3 3 4 0,1-3-64 15,-1 6 12-15,-4 2-8 0,0-2 0 16,-9 0 4-16,-2 4-8 0,-6 3-204 16,-2 0-340-16,-5 0-248 0,-4 0-692 0,4-7-864 15,-16 7-3433-15</inkml:trace>
  <inkml:trace contextRef="#ctx0" brushRef="#br1" timeOffset="-137385.259">28173 3158 4332 0,'0'0'5400'0,"0"0"-3943"0,0 0-469 15,0 0-16-15,75 80 136 0,-59-61 92 0,4 3-292 16,-8-3-324-16,8 0-196 0,-4-2-192 15,4-5-84-15,7-2-12 16,1-3-12-16,4-1-32 0,9-6-56 0,-2-4-8 16,9-9-80-16,0-5-184 0,4-5-176 15,-5 1-72-15,5-3 88 16,0-4 144-16,-1 4 100 0,5-1-12 0,0 0 36 0,0 1 12 16,4 0 52-16,8-1 100 15,-1 1-8-15,6 3 8 0,-2 0 88 16,4 3 88-16,1 2-64 0,-4 9 140 0,-1-3-88 15,-2 9-52-15,-6 2 76 16,1 2-60-16,-4 5 88 0,-4 5 108 0,-1 2-76 16,-3-5-36-16,0 4-76 0,-5 0-136 15,-2-1 0-15,-6 1-72 0,-3 0-124 16,-8-1-192-16,-4-2-48 0,-5 2-68 16,2-2-76-16,-10 3 0 0,-2-4 84 15,-5 1 76-15,0-1 156 0,-4 0 96 16,0-4 96-16,0-3 72 0,0 2 104 15,0-4 276-15,0 0-76 0,0-4-192 0,7-5-112 16,6-7-100-16,2-7-168 0,13-2 76 16,0-7-280-16,4 4-216 0,4-1 364 15,3 3 184-15,-2 7 140 0,-1 5 208 16,0 0 404-16,-1 1 128 0,1 7-4 16,-4-1-100-16,-4 5-108 0,0 2-64 15,-4 0-148-15,0 0 48 0,-1 6-40 16,1 3-148-16,0 4-64 0,0 1 136 0,4-2-24 15,0 1 36-15,4 0 60 0,4-4 52 16,0-4-4-16,3 2-144 0,2-7-4 16,6 0 0-16,1-12-156 0,0-2-64 0,0 0-60 15,-1-5-224-15,-3-4-268 0,0 4-236 16,-8-1-180-16,-5 1-136 16,-3 7-436-16,-3-1-512 0,-9 7-1041 0,-8 0-2295 15</inkml:trace>
  <inkml:trace contextRef="#ctx0" brushRef="#br1" timeOffset="-136945.046">30922 3492 6672 0,'0'0'4865'0,"0"0"-3713"0,0 0-856 16,0 0 416-16,0 0 796 0,0 0 124 15,16 83-328-15,-16-58-492 0,0 1-344 0,-5-1-124 16,5 1-100-16,-4-5-84 16,4-5-76-16,0-7 4 0,4 2-88 15,5-8-44-15,-1-3-4 0,3 0 0 0,6-10-136 16,3-5-24-16,-1-8-36 16,9-2-88-16,-4-7-72 0,4 3 120 0,-5-3 172 15,2 3 64-15,-1 4-64 0,-4 6 0 16,-1 3-24-16,-6 4 52 0,-2 6 84 15,-3 6 120-15,1 0 56 0,-5 0 8 0,0 6-60 16,-4 3-76-16,0 4-44 0,0 7-4 16,0 2-260-16,-4 0-804 0,0-3-1232 15,-13 9-3745-15</inkml:trace>
  <inkml:trace contextRef="#ctx0" brushRef="#br1" timeOffset="-136046.221">26141 5134 6656 0,'0'0'6657'0,"0"0"-5185"16,0 0-916-16,0 0 108 0,0 0 488 15,0 0-72-15,95-3-280 0,-63 0-360 16,4-1-328-16,0-3-20 0,-5 1-92 0,-3 0-108 16,-4-1-372-16,-3 5-492 0,-6-2-380 15,-7 4-916-15,-8 0-2501 0,0 6-3491 16,-8 13 6984-16</inkml:trace>
  <inkml:trace contextRef="#ctx0" brushRef="#br1" timeOffset="-135902.764">26232 5426 1200 0,'0'0'9180'0,"0"0"-6955"16,0 0-1153-16,0 0 156 0,0 0-184 0,88 16-264 15,-52-16-32-15,7-7-264 0,2-5-284 16,2-8-200-16,1 2-220 0,3-6-724 16,-2-1-500-16,-14 10-848 0,14-8-3181 0</inkml:trace>
  <inkml:trace contextRef="#ctx0" brushRef="#br1" timeOffset="-135473.785">27423 4867 7432 0,'0'0'2552'0,"0"0"-707"0,0 0-721 15,0 0 228-15,0 0 136 0,84 50-184 0,-71-31-92 16,-2 6-360-16,-7 11-252 0,4 2-172 16,-8 6-112-16,0 8-84 0,-12 5-60 0,1 3-40 15,-14 3-88-15,1-2-44 16,-4-1 0-16,0-6 4 0,0-6 4 16,5-10 4-16,-1-7 36 0,8-8 12 15,0-10 12-15,0-4-72 0,4-6-120 0,5-3-64 16,-6 0-96-16,5-9 48 0,-3-4-24 0,2-6 48 15,-3 0-12-15,5-6-36 16,-2 2 96-16,1 1 60 0,4 6-8 16,4 3 8-16,0 7 16 0,0 4-176 15,0 2-112-15,8 0 224 0,9 2 148 16,2 4 28-16,5 7 108 0,8 3-64 16,0 3 4-16,3 2 20 0,2 3-32 0,-1-6-16 15,-4 2 56-15,3-4-104 0,-3-4-88 16,-4-2-132-16,4-4-536 0,-8 0-400 15,4 1-844-15,-12-7-2301 16,4 0-4103-16</inkml:trace>
  <inkml:trace contextRef="#ctx0" brushRef="#br1" timeOffset="-134955.933">27774 4328 4928 0,'0'0'208'0,"0"0"4632"0,0 0-3715 0,0 0 119 16,0 0 72-16,0 0 176 0,36 68-180 16,-28-38-108-16,-4 4-336 0,4 4-228 0,0 6-40 15,0 2-100-15,-4-2-72 16,4 3-88-16,-4 5-96 0,0-2-12 16,-4 1-100-16,0 1-44 0,0-2-4 15,0-3-84-15,0-5 8 0,0-11-8 16,0-1-56-16,0-11-80 0,0-8-116 15,0-4-200-15,0-4-244 0,0-3-160 0,-4 0-68 16,4-7-312-16,0-1-808 0,0-12-2261 16,0 4-1963-16,0-12 1764 0</inkml:trace>
  <inkml:trace contextRef="#ctx0" brushRef="#br1" timeOffset="-134726.79">27874 4517 1044 0,'0'0'2528'0,"0"0"640"0,0 0-1960 16,0 0 124-16,0 0 116 15,0 0-187-15,0 0-441 0,63 74-296 16,-55-62-140-16,1 1-168 0,-5 0-40 16,-4 3 0-16,0-4-72 0,0 4-92 15,-4 0 40-15,-9 4-52 0,-2-1-292 16,-5 0-244-16,-1 2-140 0,2-5-268 0,-1 1-177 15,0-8-467-15,4-3-620 0,4-6-1972 16,0 0 1900-16</inkml:trace>
  <inkml:trace contextRef="#ctx0" brushRef="#br1" timeOffset="-134268.785">28069 4442 3064 0,'0'0'1436'0,"0"0"2520"16,0 0-2544-16,0 0 317 0,0 0 139 16,0 0-284-16,0 0-412 0,0 0-224 15,28 67-152-15,-28-42-216 0,0-3-188 16,-8 4-144-16,4-7-172 0,-4-1-76 0,8-5-4 16,-4-7-104-16,4-2-80 0,0-1-92 15,0-3-188-15,0 0 72 16,4-7 48-16,4 1 60 0,7-7 192 0,-2 1-16 0,2-4-16 15,2 3 16-15,-6 1 24 16,6-1 76-16,-6 7-60 0,-3-1 28 16,1 3 44-16,-5 4 100 0,-4 0-12 0,0 0 24 15,0 4-36-15,0-2 36 0,0 9 148 16,0-5 12-16,0 1-108 0,0-1-100 16,0-6-64-16,0 3-112 0,0-3-48 15,3 0-12-15,5-3 172 0,5-3 136 16,-6-1 0-16,5 1-128 0,1 0-8 0,-6-1 0 15,1 3-100-15,0 4 100 0,0 0 48 16,0 0 140-16,0 4-16 16,0 3 16-16,0 2-80 0,0 1-32 0,-4-1-16 15,0 4-20-15,0 0-40 16,-4-1-384-16,0 4-212 0,0 0-212 16,0 6-224-16,-8 0-484 0,-4 3-1000 0,-4 8-2033 15,4-12-2299-15,-23 18 6717 0</inkml:trace>
  <inkml:trace contextRef="#ctx0" brushRef="#br1" timeOffset="-133884.605">27033 5079 2564 0,'0'0'260'0,"0"0"3372"16,0 0-1684-16,0 0-600 16,0 0-380-16,-84 64-27 0,69-46-57 0,-2 6 12 15,6 1-200-15,2 3-136 0,5 7-32 16,0 3 100-16,4 4-48 15,0 2-92-15,0 7-116 0,0-1 28 0,4 5-140 16,5-5-76-16,3 4-108 0,-1 0-76 16,2-2 0-16,2-2-52 0,5-2-8 15,5-4-100-15,-2-2-88 0,5-8-188 0,4-2-112 16,3-10-120-16,2-3-160 16,2-9-108-16,1-10-360 0,4-7-873 0,-12-2-2051 15,24-26-2320-15</inkml:trace>
  <inkml:trace contextRef="#ctx0" brushRef="#br1" timeOffset="-133640.59">28491 4823 6432 0,'0'0'3920'0,"0"0"-2439"15,0 0-381-15,0 0 336 0,96 15 28 16,-68-2 16-16,-4 3-332 0,0 3-300 15,-1 6-196-15,1 0-284 0,-4 7-188 16,1 3-20-16,-6 4-28 0,-7 3-32 0,-4 2-52 16,1 6 12-16,-5 1-60 0,-5 4-72 15,-7-3-160-15,1 3-172 0,-6-8-60 16,6 1-12-16,-6-10-28 0,6-1-88 16,-6-4-128-16,6-11-360 0,-1-3-888 15,0-6-2109-15,4-7-3187 0,-9-6 5596 0</inkml:trace>
  <inkml:trace contextRef="#ctx0" brushRef="#br1" timeOffset="-132937.664">29224 4175 10732 0,'0'0'2301'16,"0"0"-1181"-16,0 0-212 0,0 0 172 15,0 0-136-15,0 0-212 0,0 0-28 16,25 92-164-16,-14-48-136 0,-3 6-60 16,1 8-24-16,-2 0-28 0,-3-4 0 15,0-1-132-15,-4 1-40 0,0-6-60 16,0 0 40-16,0-7-100 0,-4-6-48 15,4-3 48-15,-4-7-12 0,4-6-112 0,0-7-36 16,-4-1-240-16,4-6-320 0,0-5-240 16,-3 0-104-16,3 0-460 0,0-5-1100 15,0-6-2453-15,0-1-2367 0</inkml:trace>
  <inkml:trace contextRef="#ctx0" brushRef="#br1" timeOffset="-132710.076">29348 4251 5100 0,'0'0'3928'0,"0"0"-2776"15,0 0 73-15,0 0 7 0,0 0-24 16,80 58-192-16,-72-43-300 0,0 1-288 16,-5 0-172-16,1-4-120 0,-4 4-36 0,0 1-12 15,0-2 36-15,-7 7-124 0,-5-3-24 16,-4 1-400-16,0 1-272 0,-4-5-96 0,0-2-224 15,0-2-348-15,0-5-917 16,0-5-739-16,4-2-2012 0,4 0 3704 16</inkml:trace>
  <inkml:trace contextRef="#ctx0" brushRef="#br1" timeOffset="-131227.671">29619 3996 1552 0,'0'0'612'0,"0"0"5208"0,0 0-3644 0,0 0-835 16,0 0-121-16,0 0 104 16,0 0-464-16,0 0-340 0,0 0-32 15,0 0 92-15,47 11-144 0,-38 1-88 0,-5 1-112 16,-4 3-112-16,4 3-12 0,-4-2-40 16,0-3-72-16,0 0-52 0,0-5-20 15,0-2-16-15,0-5-48 0,0 2-12 0,0-4 24 16,0 0 24-16,0 0 88 15,0 0 4-15,0 0-8 0,0-4-84 0,4 2-36 16,0-5 12-16,-1-2 120 0,10-5 4 16,-5 2-112-16,3-1-52 0,2 0 52 15,-6 1 100-15,5 6-92 0,-3-4 92 16,-5 7 12-16,3 0 68 0,-3 0 92 16,0 3 16-16,0 0 12 0,5 0-16 15,-6 0 40-15,1 0-36 0,0 3 60 16,4 0-16-16,-4 3-8 0,4-3-76 0,-4 1-60 15,0-1 32-15,0 0-56 0,0 0-40 16,0 0-8-16,-4-3 0 0,0 3-4 16,0-3 8-16,0 0 0 0,0 0 52 15,0 0-60-15,0 0-64 0,0 0-36 0,0 0 16 16,4 0-104-16,-4 0-32 0,3 0-28 16,-3 0 52-16,5 0 192 15,-1 0 0-15,-4 0-8 0,4 0-76 0,0 0 40 16,0 0 48-16,0 0-4 0,-1 0-4 15,2 0 8-15,-1 0 0 0,-4 0 0 16,4 0-12-16,0 0-40 0,-4 0-36 16,4 3 28-16,-4-3-28 0,0 0 12 15,0 0-36-15,0 0-12 0,0 0 0 16,0 0 24-16,0 4 0 0,0-4 8 16,0 0 28-16,0 0 16 0,0 0-16 0,0 0 52 15,0 0-64-15,0 0-36 16,0 0-40-16,0 0 0 0,0 0 80 0,0 0-4 15,0 0-40-15,0 0-108 0,0 0-4 0,0 0 24 16,0 0 4-16,0 0 20 16,0-4 28-16,0 4 64 0,0 0 36 15,0 0 44-15,0 0 8 0,0 0 48 0,0 0-48 16,0 0-4-16,0 0 4 16,0 0 48-16,0 0-32 0,0 0 72 0,0 0 12 15,0 0-24-15,0 0-76 0,0 0 8 16,0 0-8-16,0 0 280 0,0 0 36 15,0 0-52-15,0 0-48 0,0 4-40 16,0-4-64-16,0 0 12 0,0 0 28 0,0 3-56 16,0 0-92-16,-4 0 80 0,0 8 16 15,0-6-32-15,4 1-56 16,-4-3 0-16,4 1 0 0,-5-1 32 0,5-3-44 16,0 0-100-16,0 0 44 0,0 0 44 15,0 0 12-15,0 0 4 0,0 0 8 16,0 0 4-16,0 0 36 0,0 0-44 15,0 0 52-15,0 0-8 0,0 0 24 16,0 0-64-16,0 0 64 0,0 0-28 0,0 0 0 16,0 0-36-16,0 0-8 0,0 0 0 15,0 0-4-15,0 0 8 0,0 0 64 16,0 0 16-16,0 0-76 0,0 0 0 16,0 0 0-16,0 0-12 0,0 0-76 15,0 0 12-15,0-3 52 0,0 3 12 16,0 0 4-16,0-4 4 0,0 4-8 0,5-3-12 15,-5 0-36-15,0 0 48 0,4-2-4 16,-4-2-4-16,0 0-144 16,4 1 16-16,-4-1 60 0,4 1 12 0,-4 0-28 15,0-1 92-15,4 4 4 0,-4-3-4 16,0 3-4-16,4-4-68 0,-4 4-44 16,3-3 4-16,-3-1-24 0,4 0 20 15,1 2-8-15,-1 2 48 0,4-3 0 16,-8-1 68-16,7 3-4 0,-3-2 8 0,-4 4 0 15,4 2-4-15,1-4 8 0,-5 4 176 16,0 0 64-16,4 0-40 16,-4 0-140-16,0 0-60 0,0 0-8 0,0 0 8 15,4 4 152-15,0-4-88 0,-1 2 12 16,1-2 24 0,0 3 128-16,5 0-56 0,-5 1-84 15,-1 3 24-15,1-5-48 0,4 2 36 0,-4 2-16 0,1 3 16 16,-1-2 0-16,-1 2 12 0,1 1 0 15,0-1-24-15,-4 4-80 0,0-4 4 0,4 4 0 16,-4-2-12-16,0 0-4 0,4-1 4 16,-4-1-52-16,4-2 44 0,-4 2-52 0,0-2-16 15,0-2-8-15,0 2-28 16,5 0 0-16,-5-1-64 16,0-2-60-16,0-2 12 0,0 1-12 15,0 1-32-15,0-4-96 0,0 0-64 16,0 3-76-16,0-3 60 0,0 0 12 0,0 4-164 15,0-4-620-15,0 0-937 0,0 2-2755 0,0-2-36 16</inkml:trace>
  <inkml:trace contextRef="#ctx0" brushRef="#br1" timeOffset="-130320.144">27061 4547 300 0,'0'0'260'0,"0"0"4336"16,0 0-1724-16,0 0-1472 0,-91 69-432 15,70-56 53-15,-3 3-137 0,5-1-280 16,-1 2-84-16,-1-2-48 0,2 10-116 0,-5 5 36 16,4 4-76-16,-3 8-40 0,-2 2 28 15,5 10 8-15,-4 0-48 0,1 0-84 16,-1 3-28-16,3 0-144 0,6-3 104 0,6 0-64 16,6 0-48-16,3 2-124 15,3 6 124 1,14 4 56-16,2 4-48 0,9 3-8 0,0 6 0 15,8 4-68-15,0 3 64 0,4 0-60 0,3-1 56 0,-2 0-408 16,2-2-300-16,1-4-144 16,0-8-372-16,-4-11-808 0,-8-16-1101 0,12 11-2875 15</inkml:trace>
  <inkml:trace contextRef="#ctx0" brushRef="#br1" timeOffset="-129693.41">30476 4295 5076 0,'0'0'4488'0,"0"0"-3148"0,0 0-335 16,0 0-121-16,92 16 136 0,-69 1 32 15,5 8-320-15,-8 6-156 0,-1 11-172 16,-2 9-156-16,-1 3-48 0,-4 3 24 16,-1 6 36-16,-2 0-136 0,-1 1 24 15,-8 3-140-15,0-1 20 0,0-2 20 16,-4 3-36-16,-9-6 0 0,2-5-24 15,-1-5-36-15,0-10-52 0,4-6-184 0,-5-7-228 16,9-6-200-16,-3-8-360 0,3-5-396 16,0-9-576-16,0 0-1189 0,0-6-4363 15,4-19 7480-15</inkml:trace>
  <inkml:trace contextRef="#ctx0" brushRef="#br1" timeOffset="-129121.099">31148 3796 1172 0,'0'0'4124'0,"0"0"48"0,0 0-2956 16,0 0 121-16,0 0-289 0,25 77-40 0,-25-52-264 15,0 5-200 1,-4-9-216-16,0 1-204 16,4-2-124-16,-4-8-72 0,0 1-16 15,4-10-24-15,0 1-76 0,0-1-116 16,0-3-24-16,0 0 36 0,0 0 104 0,0 0 36 0,0-7 36 15,4 1 116-15,0 0 104 0,4-5-100 0,-1-1-4 16,2 3-8-16,3-1 8 0,-5 1 48 16,6 2 80-16,-5 0 112 0,3 2-36 0,2 2-4 15,-6-3-60-15,1 6 12 16,-4 0-40-16,1 0 16 0,-1 0-16 16,-1 2 0-16,-3 5-60 0,4-4-40 0,-4 3-12 15,0 1-64-15,0-4-236 16,0 0-116-16,4-3 12 0,4 0 72 0,1 0 180 15,-2-3 40-15,1-7 8 0,0 4 96 0,4-6 8 16,-4 1 52-16,0 3 0 16,0 1 24-16,0 0-76 0,0 4-104 15,-4 3 104-15,0 0 88 0,4 0-24 0,-4 3-56 16,0 4-8-16,0 3 116 0,0 2-68 16,0-2-48-16,-1-2-204 0,1 3-192 15,5-1-536-15,-5-5-941 0,0 2-2531 16,0 2-2011-16</inkml:trace>
  <inkml:trace contextRef="#ctx0" brushRef="#br1" timeOffset="-128552.626">31120 3879 3204 0,'0'0'716'16,"0"0"3244"-16,0 0-2168 0,0 0-503 15,0 0-285-15,0 0 84 0,0 0 108 16,0 0-260-16,0 0-220 0,28 67-76 0,-19-38-152 16,-1-1-64-16,-4 4-140 0,0-3-24 15,-1 2-52-15,1-2 28 0,-4-4-88 16,5 1-12-16,-5-5-36 0,0-1-4 0,4-1-20 16,-4-6-4-16,0 3-72 15,0-7 0-15,0 2 0 0,0-3-8 0,4-5-76 16,-4 0 8-16,0 1 28 0,0-4-16 15,0 0-8-15,0 0 12 0,0 0-4 16,0 0-144-16,0 0-116 0,0-4-96 16,0 1-100-16,0 0 32 0,0-5-176 15,-4-6-608-15,4-2-1008 0,-4 4-2073 16,-1-11-2319-16,18 106 5280 0</inkml:trace>
  <inkml:trace contextRef="#ctx0" brushRef="#br1" timeOffset="-127992.166">30810 4232 3024 0,'0'0'380'0,"0"0"5236"16,0 0-3808-16,0 0-99 0,0 0-397 0,0 0-320 15,56 89 76-15,-44-57-252 16,0 3-180-16,-4 0-52 0,0-1-140 0,0 1-64 16,-4-3-84-16,0 3 36 0,-4-3-124 15,0 0-36-15,0-7-172 0,0-3 0 16,0-3-48-16,0-3-28 0,0-7-96 16,0-2-144-16,0 0-92 0,0-7-196 0,0 0-176 15,0 0-104-15,-4-4-172 16,4-3-436-16,0-8-1116 0,0-1-457 15,0-10-1551-15</inkml:trace>
  <inkml:trace contextRef="#ctx0" brushRef="#br1" timeOffset="-127786.194">30918 4309 2216 0,'0'0'640'0,"0"0"-456"0,0 0 5148 0,0 0-3584 0,0 0-407 0,36-71-137 16,-29 68 60-16,6 0-252 0,-2 3-372 15,6 0-160-15,-6 0-88 0,1 6-44 0,-3 1-100 16,-2 2-48-16,-3 4-12 15,-4-1-28-15,0 1-36 0,0 0-84 16,0 3-40-16,-4-3-72 0,0-1-252 0,-3-2-148 16,-6 0-192-16,6-5-104 15,-5 2-164-15,3-3-568 0,2-2-1045 16,-1-2-2055-16,4 0-1240 0,4 0 5797 0</inkml:trace>
  <inkml:trace contextRef="#ctx0" brushRef="#br1" timeOffset="-127350.543">31651 3917 468 0,'0'0'6780'0,"0"0"-2535"0,0 0-2617 0,0 0-636 16,0 0-256-16,0 0-244 15,0 0-492-15,0 0-28 0,0 0-892 16,0 0-1156-16,23-82-3009 0</inkml:trace>
  <inkml:trace contextRef="#ctx0" brushRef="#br1" timeOffset="-127178.453">31926 3664 8908 0,'0'0'1512'0,"0"0"-1140"0,0 0 5 0,0 0 227 16,0 0-604-16,0 0-412 0,60-76-1277 15,-48 63-1531-15,8-3-3231 0</inkml:trace>
  <inkml:trace contextRef="#ctx0" brushRef="#br1" timeOffset="-127054.183">32213 3479 3636 0,'0'0'4780'16,"0"0"-2848"-16,0 0-1327 0,0 0-205 16,0 0 256-16,0 0-120 0,0 0-536 15,0 0-860-15,0 0-1229 0,75-69-2427 16</inkml:trace>
  <inkml:trace contextRef="#ctx0" brushRef="#br1" timeOffset="-125150.018">28938 5279 80 0,'0'0'1276'0,"0"0"3740"0,0 0-3440 16,0 0-332-16,0 0-364 0,0 0 101 16,0 0 59-16,0 0-56 0,0 0 164 0,0 0-644 15,79 49 12-15,-47-37 16 0,0 7-120 16,3-6-232-16,6 3-80 16,-1-3-92-16,-5-4 4 0,5 1-12 0,-4-4 0 15,0-3-96-15,0 0-144 0,-4-3-36 0,3-6-52 16,1-4 152-16,1-3-76 0,2-5-12 15,-3-6-28-15,4-3-24 16,0-2 36-16,0-6-24 0,3 0-80 0,1 1 52 16,4-6-12-16,-4 3 180 0,3-3 148 15,5 1-32-15,-4 1 44 16,8 3 4-16,-4 3 100 0,4 1 28 0,-5 6 192 16,1-2-92-16,0 5-8 0,-1-3 8 15,5 3-24-15,-4 0-92 0,4-4 56 16,-5 7-132-16,2 0-36 0,-5 3-12 0,-5 7-164 15,-7 2 84-15,-4 7 28 16,-4 0-60-16,-4 3 68 0,-4 8 56 0,-8 1 140 16,-1 3 48-16,-2 5-48 0,-9 2-32 15,0 0-108-15,0-3-216 16,0 3-88-16,-4-9 48 0,-1 0 52 0,1-7-128 0,4-3-220 16,0-3-192-16,0 0-53 15,0 0 165-15,0-6 268 0,9-10 92 16,-1 0 132-16,0-6 140 0,3-8 64 0,6 3 64 15,-1-11 196-15,-1-1 360 0,6-5-39 16,2-3-169-16,1-2 0 16,4 2-156-16,8 0 104 0,-5 6 32 0,5-1 120 15,5 0-44-15,-2 4-168 16,1 7-60-16,-4 3-64 0,4 2 60 16,-8 10-12-16,0 3-20 0,0 4-4 0,-4 2-28 15,-1 5 0-15,1 2 52 0,0-4-28 16,-1 1-12-16,1-1-48 0,4 1-28 15,0-6-60-15,5-4-40 0,-5 0-64 16,3-2 92-16,-3-4 16 0,0-3-116 0,-4 0-76 16,0-4-156-16,-5 4-164 15,-3-1-164-15,-3 2-100 0,-2 1 4 0,-7 1-120 16,1 6-212 0,-9 1-628-16,4 5-1633 0,-8 7-5391 15</inkml:trace>
  <inkml:trace contextRef="#ctx0" brushRef="#br1" timeOffset="-124544.89">31161 5375 5136 0,'0'0'7061'0,"0"0"-5901"0,0 0-940 16,0 0-32-16,12 70 332 0,-12-42 216 15,-4-3 44-15,0 5-480 0,0-8-256 16,4-4-44-16,0 2-112 0,0-10 64 15,0-5-92-15,0-5-20 0,0 0 56 16,8-3 104-16,-1-9 212 0,6-4-4 16,-1-9-208-16,4-5 0 0,-1-1-4 15,2-7 4-15,2 6-52 0,1 1 4 0,-4 5 36 16,0 3 4-16,1 11-20 0,-10 5 28 16,5 4 0-16,-4 3 140 0,0 0 128 15,4 7 68-15,-4 3 0 0,4 2 52 16,-4 4 32-16,3-3-136 0,-7 3-148 15,5-1-36-15,-1-2-88 0,-4 0-4 0,-4 0 76 16,3-1-84-16,-3 1-76 0,0-1-232 16,0-2-240-16,0-1-236 15,0-2-384-15,0-3-756 0,-3-4-2273 0,3 0-2771 16,-4 0 5364-16</inkml:trace>
  <inkml:trace contextRef="#ctx0" brushRef="#br1" timeOffset="-124369.417">31651 5286 7432 0,'0'0'5021'0,"0"0"-3477"16,0 0-1040-16,0 0 404 15,0 0 836-15,0 0-220 0,79-2-384 0,-62 2-212 16,-2 0-368-16,-2 2-292 0,6-2-172 0,1 0-92 16,0 0-4-16,0-2-108 15,4-9-352-15,0 2-360 0,-4-4-160 0,0-3-560 16,0-3-1492-16,-9 6-2941 15,6-2-2395-15</inkml:trace>
  <inkml:trace contextRef="#ctx0" brushRef="#br1" timeOffset="-124057.107">32093 4736 484 0,'0'0'428'0,"0"0"6004"16,0 0-3580-16,0 0-1407 0,0 0-781 0,0 0 92 16,0 0 288-16,0 0-336 15,0 0 164-15,0 0-80 0,16 87-220 16,-12-49-124-16,0 4 24 0,-4-2 60 0,4 5 56 16,-4-1-156-16,0 1-152 0,0-8-108 15,0-1-124-15,4-5 12 0,0-2 28 16,0-10-52-16,4-3-36 0,4-4-112 15,4-2 4-15,-4-4-52 16,8-2-244-16,-4-2-248 16,4-2 112-16,-1-2-68 0,1-8-64 15,-3 0-180-15,2 1-432 0,-3-4-748 0,-4 1-941 0,-8 5-2655 16</inkml:trace>
  <inkml:trace contextRef="#ctx0" brushRef="#br1" timeOffset="-123769.82">31990 5038 156 0,'0'0'1880'0,"0"0"4788"0,0 0-4936 15,0 0-791-15,0 0 139 16,0 0 220-16,0 0-272 0,0 0-208 16,0 0-232-16,0 0-208 0,0 0-144 0,91 0-24 15,-63-9-212-15,-4 0-24 16,4-4-452-16,3-6-368 0,1-1-556 0,-4-1-896 16,-4 2-2621-16,4-6-1535 0</inkml:trace>
  <inkml:trace contextRef="#ctx0" brushRef="#br1" timeOffset="-123612.371">32540 4943 11649 0,'0'0'1804'16,"0"0"-1272"-16,0 0 140 16,4 83 552-16,0-61 28 0,-1 0-472 0,-3-6-508 15,4 1-272-15,0-9-80 0,-4 2-368 16,4-3-220-16,-4-7-324 0,4 0-620 0,-4 0-1248 15,0-7-3509-15</inkml:trace>
  <inkml:trace contextRef="#ctx0" brushRef="#br1" timeOffset="-123135.555">32627 4801 7916 0,'0'0'5253'0,"0"0"-4465"0,0 0-788 15,0 0 0-15,0 0 316 0,0 0 72 0,0 0-388 16,0 0-240-16,87-29-940 0,-70 29-820 16,-2 3-1077-16,2 6-1191 0,-10 8 1660 15,1-2 1956-15,1 7 560 0,-9 4 92 16,4-1 1136-16,-4-3-212 0,0 1 4320 16,0-1-2836-16,0-3-1043 0,0-6-633 15,0 0-104-15,0-4 136 0,0-3-192 0,4-2-372 16,-1-4-200-16,5 0 0 15,0 0-8-15,1-7-232 0,2-3-344 16,2-2-116-16,2-1 36 0,-3 3 100 0,0 1 48 16,0-1 195-16,-5 8 321 0,6-2 25 15,-5 4 643-15,-4 0 232 0,3 4 44 16,-2 2-80-16,-1 2-108 0,0-1-12 16,0 0-164-16,0-1-144 0,-1-2-284 15,1-1-140-15,5-3 36 0,-1 0 40 16,-1-3 88-16,6-4 84 0,-5-3-88 0,7 1-172 15,-2-1 0-15,-2 1-184 0,2 0-28 16,-5 2-64-16,3 4-48 0,-7-1 52 16,5 1-44-16,-6 3 28 0,5-3 24 15,-4 1 72-15,0 2 56 0,0-6-128 0,0-1-244 16,4 0-200-16,0-5-196 0,0-1-212 16,-1 0-497-16,2-3-315 15,-1 4-452-15,-4-1-172 0,-4 0 100 0</inkml:trace>
  <inkml:trace contextRef="#ctx0" brushRef="#br1" timeOffset="-122949.67">33169 4761 1716 0,'0'0'2180'0,"0"0"604"0,0 0-692 16,0 0-784-16,0 0-327 0,0 0 187 16,0 0-4-16,0 0-112 0,0 0-168 15,-80 46-228-15,76-37-264 0,0 4-192 16,0 0-64-16,0-1-136 0,4-2-84 0,0-1-100 16,0 2-20-16,0-3-176 0,0 5 16 15,0-4-24-15,0 5-68 16,4-8-140-16,0 7-152 0,0-4-236 0,5 1-56 15,-2-4-201-15,5 0-15 0,0-3-52 0,0-3-460 16,0 0 164-16,4-9 132 0,-4-2-564 16,0 3 2024-16,0-9-575 0</inkml:trace>
  <inkml:trace contextRef="#ctx0" brushRef="#br1" timeOffset="-122621.474">33515 4498 4680 0,'0'0'3136'15,"0"0"1773"-15,0 0-3837 0,0 0-476 16,0 0 236-16,0 0 392 0,0 0-244 0,-11 70-360 16,-2-47-296-16,5 2-164 15,1-6-12-15,3 0-76 0,4-3-64 0,0 0-4 0,0-4 68 16,0-1-72-16,0 1 0 15,4 1-4-15,0-5 4 0,3 3 44 16,2-5 68-16,-1 3-108 0,-1 1 8 0,6-4 28 16,-5 1-40-16,-1 3-8 15,1-4-92-15,1 3 88 0,-5-2 8 0,0-1-56 16,-1 3-28-16,-3 1-84 0,0 3-320 16,-3-4-16-16,-10 7-88 0,1-4-168 15,-3 4-168-15,-5 1-256 0,-8-1-1072 16,0-2-2597-16,0 0-763 0</inkml:trace>
  <inkml:trace contextRef="#ctx0" brushRef="#br1" timeOffset="-121870.686">26180 6963 11837 0,'0'0'2512'0,"0"0"-1188"0,0 0-896 15,0 0-172-15,0 0 240 0,0 0 352 16,0 0 76-16,112-4-404 0,-64-2-276 16,0-6-244-16,-5 2-136 0,-2-4-268 0,-6 6-276 15,-7-5-236-15,-1 3-312 0,-6 1-904 16,-1 2-2241-16,-8 4-2411 0,-9 3 4049 15</inkml:trace>
  <inkml:trace contextRef="#ctx0" brushRef="#br1" timeOffset="-121721.453">26392 7099 1684 0,'0'0'5532'0,"0"0"-2360"0,0 0-1547 15,0 0-693-15,0 0-116 0,0 0 136 16,67 67-372-16,-31-67-264 0,8-10-316 15,4-12-316-15,4-6-988 0,-9 2-1008 0,17-22-3629 16</inkml:trace>
  <inkml:trace contextRef="#ctx0" brushRef="#br1" timeOffset="-119477.481">28236 6442 208 0,'0'0'1096'0,"0"0"7404"0,0 0-6375 0,0 0-957 16,0 0 116-16,0 0 240 15,0 0-284-15,0 0-148 0,0 0-280 0,0 0-272 16,0 0-40-16,36 47 260 0,-32-14-276 15,-4 4-168-15,0 1-119 16,0 7-53-16,-8-3-32 0,1-2-40 0,-6-1-64 16,1 2 0-1,5-7 40-15,-10-2-36 0,2-3 36 0,-2 0 24 16,-3-4-68-16,1-3 8 0,-1-3-4 0,-4-3-8 0,-4-2-156 16,4-6-100-16,0-5 39 0,4-3-27 15,5 0 96-15,-2 0 16 0,6-6-64 16,-2-6-60-16,1-5 148 0,5 2-100 15,-2-4 0-15,5 0 76 0,4 3 20 16,0 2-36-16,0 6-8 0,0 5 32 16,4 0 52-16,5-1 72 0,2 4 4 15,6 0 204-15,2 0 12 0,5 7 12 0,4-2-72 16,0 6 84-16,4-2-28 16,0 3-140-16,0-2-64 0,-1 0-12 15,1-4 0-15,0 3-4 0,0 1-144 0,0-4-108 16,0 4-244-16,-4-1-224 0,4 2-12 15,-8-3-1100-15,-9 2-2376 0,5 0-2597 16</inkml:trace>
  <inkml:trace contextRef="#ctx0" brushRef="#br1" timeOffset="-117266.271">27703 6648 4880 0,'0'0'2800'15,"0"0"-328"-15,0 0-1736 0,0 0-724 16,0 0 249-16,0 0 651 0,0 0 276 16,0 0-260-16,0 0-496 0,0 0-256 0,-65 74-48 15,61-53 148-15,4 5 100 16,-3 2 88-16,3 10-32 0,0 4-60 15,0 3-48-15,0 5 60 0,0 2-72 0,3 1-176 16,6 4-76-16,-1-6-20 0,0-1-40 16,3-2-12-16,5-7-52 0,-4-2 4 15,8-8-200-15,4-8-112 0,1-4-152 16,2-10-144-16,5-9-208 0,4-3 68 16,0-10-528-16,-8-3-949 0,11-15-2847 15</inkml:trace>
  <inkml:trace contextRef="#ctx0" brushRef="#br1" timeOffset="-116986.648">28818 6543 1396 0,'0'0'8076'15,"0"0"-5203"-15,0 0-2169 0,0 0-500 0,79 61-12 16,-58-39 620-16,-1-3 300 0,-1 6-140 15,1-3-500-15,-4 1-248 16,0-2-112-16,0 2-36 0,-4 0 12 0,0 2-16 16,0 0 12-16,-8 4-80 0,0-1 56 15,-4 0-60-15,-4 2-60 0,-3 1-4 0,-6 1-132 16,-2 0-180-16,-2-3-84 16,-3-1-20-16,-3-5 40 0,3-4-204 15,-8-7-520-15,3 1-792 0,-3-10-2545 0,9 0-1839 16,-9-6 5584-16</inkml:trace>
  <inkml:trace contextRef="#ctx0" brushRef="#br1" timeOffset="-116348.402">29380 5934 3996 0,'0'0'1248'0,"0"0"3704"0,0 0-2995 15,0 0-677-15,0 0-12 16,0 0 16-16,0 0 4 0,28 79-344 0,-17-41-368 16,6 9-108-16,-9 8-100 0,3-4-24 15,-2 2-52-15,-5-1-48 0,-4-2-48 16,3-2-136-16,-3-7-56 0,0 0 0 0,0-6 0 16,0-3-4-16,0-10-12 15,0-6-108-15,0-3-112 0,-3-7-196 16,3-2-248-16,-4-4-60 15,4 0-92-15,0-4-340 0,-4-5-1128 0,-1-4-2749 16,5 0-3159-16,-8-12 8008 0</inkml:trace>
  <inkml:trace contextRef="#ctx0" brushRef="#br1" timeOffset="-116121.612">29436 6073 5592 0,'0'0'3928'0,"0"0"-2239"16,0 0-917-16,0 0-168 0,0 0 468 0,0 0 80 15,91-53-460-15,-75 49-188 0,-4 4-136 16,0 0-108-16,-4 6-96 0,0 4 12 16,-8 3 48-16,0 6 24 0,0 3-28 15,-4 3-192-15,-8 0-28 0,-3 5-276 16,-2-8-44-16,2 3-168 0,-2-3-216 16,6-5-328-16,-2-5-504 0,2-6-820 0,7-3-1697 15,-5-3-1539-15,5-6 5488 0</inkml:trace>
  <inkml:trace contextRef="#ctx0" brushRef="#br1" timeOffset="-115733.624">29698 5903 6536 0,'0'0'1932'0,"0"0"76"16,0 0-963-16,0 0 95 0,0 0 540 0,0 0-116 15,45 85-288-15,-45-63-380 0,0-3-440 16,0 0-224-16,0-3-128 15,0-7-104-15,0 2-76 0,3-9-56 0,-3 1-152 16,0-3-40-16,0 0-84 0,4 0-88 0,4-5-28 16,1-2 312-1,-2-3 100-15,5-3 108 0,1 1 0 0,-2-1-8 16,1 0 4-16,-4 4-60 0,0 2 4 0,0 4 64 16,-4 0 40-16,0 3 112 15,-1 0 24-15,-3 0-64 0,0 0-100 0,0 0 76 16,0 0-36-16,0 3-4 0,0-3 52 0,0 7 36 15,5-7-136 1,-1 3-44-16,0-3-68 0,0 0 112 0,4 0 112 16,0 0-36-16,4 0 8 0,-1 0-32 0,6 0-4 15,-2-3 28-15,6 3 60 0,-1 0 76 16,-5 0-4-16,5 0-48 16,0 6-96-16,-4 0-64 0,-4 0-100 15,0 7-60-15,-4 3-608 16,-4 3-500-16,-4-3-1132 0,0 15-3605 0</inkml:trace>
  <inkml:trace contextRef="#ctx0" brushRef="#br1" timeOffset="-115036.581">27236 6610 1136 0,'0'0'884'0,"0"0"-176"16,0 0 4108-16,0 0-3052 0,0 0-704 0,0 0-223 16,-28 67-37-16,24-35-32 15,4 2-196 1,0 11-88-16,0 2-64 0,0 4 200 0,0 6-52 0,4 7-180 15,1 3-48-15,-1 2-88 0,3 5-76 0,1-2-28 0,5 2-148 16,2-5-24-16,5-2-76 16,8-3-100-16,0-8 64 0,8-1-384 15,7-7-396-15,2-7-176 0,2-10-364 0,1-12-733 16,8-8-987-16,-12-9-2692 16,31-21 4805-16</inkml:trace>
  <inkml:trace contextRef="#ctx0" brushRef="#br1" timeOffset="-114773.919">30046 6407 6748 0,'0'0'2544'16,"0"0"-351"-16,0 0-1501 0,51 82-116 0,-35-49 268 15,0-2 412-15,-4 4-376 16,0-1-388-16,-5 5-304 0,-3-1-136 16,-4-1-52-16,0 5-40 0,-4-1 28 0,-3-1-176 15,-9 0-216-15,8-8-212 0,-4-4-92 16,0-5 24-16,4-11-28 0,4-6-248 16,0-6-689-16,0-12-2251 0,4 2-2504 15,0-21 6300-15</inkml:trace>
  <inkml:trace contextRef="#ctx0" brushRef="#br1" timeOffset="-114586.669">30658 6029 11509 0,'0'0'4772'16,"0"0"-4624"-16,0 0-148 0,0 0-340 0,0 0 276 15,0 0-60-15,0 0 12 0,80-54-972 16,-55 42-1324-16,-5 2-3841 16</inkml:trace>
  <inkml:trace contextRef="#ctx0" brushRef="#br1" timeOffset="-114435.548">31085 5867 2644 0,'0'0'2448'16,"0"0"3685"-16,0 0-5169 0,0 0-620 15,0 0 220-15,0 0-296 0,84-67-264 0,-64 55-4 16,-5 2-248-16,6 0-968 16,-1 5-729-16,-5-5-999 0,2 7-2740 0,-2-4 4353 15</inkml:trace>
  <inkml:trace contextRef="#ctx0" brushRef="#br1" timeOffset="-113634.278">31141 6823 3200 0,'0'0'496'0,"0"0"6312"0,0 0-5031 15,0 0-729-15,0 0-348 16,80-4-40-16,-56 4-308 0,-1-2-228 0,1-5-124 16,4 1-300-16,-4-4-728 0,4 1-580 15,0 2-1241-15,-12-2-4071 0,4 6 4461 16</inkml:trace>
  <inkml:trace contextRef="#ctx0" brushRef="#br1" timeOffset="-113437.101">31309 6985 404 0,'0'0'9220'0,"0"0"-6823"15,0 0-1297-15,0 0-248 0,0 0 136 16,0 0-68-16,0 0 96 0,0 0-272 15,86 25-236-15,-54-18-236 0,1-7-160 0,3 0-112 16,0-4 0-16,-5-2-156 0,9-4-340 16,-1-2-296-16,6-1-628 0,-13 4-1228 15,15-13-3785-15</inkml:trace>
  <inkml:trace contextRef="#ctx0" brushRef="#br1" timeOffset="-112959.945">32575 6372 6036 0,'0'0'2000'0,"0"0"164"16,0 0-1339-16,0 0-41 15,32 87 1044-15,-24-54 108 0,0 6-404 16,4 2-528-16,-4 0-476 0,0 5-192 0,-1-6-104 0,-7 4-60 16,0 1-12-16,0-1 12 15,-3 4-124-15,-13 0 0 0,0-1-8 16,-7-3-36-16,2-2-4 0,-3 0 52 0,4-11-44 15,-3-2 64-15,-1-7-12 16,3-7-52-16,2-2-8 0,-5-2 0 16,4-9-244-16,-4-2 12 0,0 0 48 0,0-9-124 15,4-4 0-15,1-3 40 16,2-3 8-16,6-3-36 0,2 3 60 16,1-3 100-16,8 0 132 0,0 5-208 0,4 4 60 15,13 4 152-15,2 6 172 0,5-1-48 16,8 4 40-16,8 0-164 0,4 7 0 15,8 0 20-15,-5 2-20 0,5-3-164 16,-4 4-296-16,0-1-516 0,-16-3-1476 0,7 13-3409 16</inkml:trace>
  <inkml:trace contextRef="#ctx0" brushRef="#br1" timeOffset="-102770.578">28284 12693 3524 0,'0'0'5132'0,"0"0"-3788"0,0 0-375 15,0 0 499-15,0 0-308 16,-72-77-32-16,68 63-408 0,1-2 136 0,3-4 16 16,0 4-4-16,11 0-248 0,9 1-144 15,16-1-180-15,16 0 24 0,20 3 168 16,15 4-84-16,21 0-112 0,11 5-108 0,21 1 68 16,19 0-32-16,8-4 205 15,20 1 87-15,9-4-272 0,12 1-80 16,2-8 20-16,5 6 0 0,-3-3-56 0,-9 2-124 15,-12 2-96-15,-7 4 12 16,-21 3-48-16,-12 1 72 0,-15 2-136 0,-17 0-104 16,-11 0-88-16,-20 2-185 0,-9 1-155 15,-16 0 140-15,-7-3 64 0,-11 0-152 16,-13 0-384-16,-13 0-480 16,-6-6-704-16,-13-1-2021 0,-17-8-4023 0</inkml:trace>
  <inkml:trace contextRef="#ctx0" brushRef="#br1" timeOffset="-101869.406">28428 12734 5548 0,'0'0'2628'0,"0"0"-584"0,0 0-1255 0,0 0-301 15,0 0 296-15,0 0 328 0,0 0-312 16,0 0-116-16,0 0-16 15,-12 77-28-15,20-39-24 0,-4 6-80 0,3 7 32 16,2 9-160-16,-5 11-36 0,0 7-128 0,-4 9-60 16,-4 12-60-16,-5 8-24 15,-6 11-52-15,-2 5-36 0,-2 6 48 0,-1 2 16 16,-4 3-76-16,4-1-64 0,4 4 56 16,0-1-64-16,4 1 12 0,4-1 56 15,8-3-12-15,0-2 4 0,4-8 4 16,4-2-76-16,0-6 24 0,0 2-88 0,4-2-112 15,-8-4 64-15,4 0-28 16,0-4 140-16,0-2-4 0,4-3 28 16,-4-4-104-16,4-9 152 0,-5 0-112 15,2-4 124-15,3-4 28 0,-5 1 20 16,2-3-48-16,-1 1-84 0,-1-4 36 16,1 0 48-16,1-3 12 0,-2-1-12 0,-3-1-148 15,4-1 48-15,-4 0-100 0,1 0 140 16,-5-1-16-16,0-2-24 0,0-1 100 15,0-5 52-15,0 0 72 0,-5-8 36 0,5 1-60 16,-4-6 36-16,4-3 52 16,0-8-104-16,0-2-84 0,0-6-4 0,0 0 4 15,4-8 0-15,-4-2 4 0,5-2 56 16,-5-4-60-16,0-4-100 0,4-6 100 16,-4 0 8-16,0-3 104 0,3 0 0 15,-3 0-28-15,8 0-76 0,0 0 116 16,4 0 172-16,8 0 76 0,0-3-92 0,4 0-32 15,0-4-116-15,-1 5 4 0,5-3-76 16,-3 0 4-16,-1-2-56 0,-4 0-4 16,-1 5-4-16,1-2-52 0,0 2 40 15,0-1 12-15,4 0 24 0,8-1 28 16,4 1-40-16,3-4 60 0,9 4-68 16,0 1 0-16,8-2-4 0,0 4-48 15,4 0-40-15,3 0 84 0,1 4-8 16,3-2 0-16,2 1-48 0,2 0-12 15,1 1 72-15,4-1 68 0,3-3-64 16,5 4 4-16,4-4-8 0,3 0-96 0,5 0-76 16,11 3 172-16,9-3 324 0,0 0-324 15,7 0-108-15,-3 0-396 0,3 0 148 16,1 0 256-16,-1 0 100 0,1 5 112 0,-8 1-112 16,-9 5-124-16,-8-3-516 15,-7 6-92-15,-12-1 112 0,-9-4-160 0,-11 1-1480 16,-16-4-3749-16,-17-3-1307 0,-10-3 7032 15</inkml:trace>
  <inkml:trace contextRef="#ctx0" brushRef="#br1" timeOffset="-99813.102">29101 13570 8896 0,'0'0'1668'0,"0"0"-931"16,0 0-441-16,0 0 384 0,0 0 548 16,0 0-188-16,0 0-472 0,0 0-280 15,0 0 116-15,56 66 52 0,-28-31 156 16,-5 3-116-16,1 6-100 0,-4 1-148 0,0 3 24 16,-4 3-36-16,1-4-64 0,-10 0-164 15,5 2 4-15,0-8 56 16,-4-3-64-16,0-6-8 0,-4-4-48 0,3-5-48 0,-2-7-20 15,-1-4-68-15,4-6-144 16,0-6-300-16,-5 0-140 0,6-3-208 0,3-12-512 16,-5-1-756-16,6-7-1717 0,-5 4-1171 15,-4-9 2373-15</inkml:trace>
  <inkml:trace contextRef="#ctx0" brushRef="#br1" timeOffset="-99578.543">29527 13621 9192 0,'0'0'1652'0,"0"0"-879"0,0 0-309 0,0 0 8 16,0 0 244-16,0 0-16 15,0 0-244-15,-83 50-176 0,58-24-92 16,1 2-12-16,-3 7-36 0,-5 3 112 0,-4 7 112 16,-4 2 80-16,1 7-84 15,-6 0-120-15,2 0-104 0,-1 0-12 0,4 0-112 16,0-3 28-16,1-3-40 0,2-7-96 0,5-2-228 15,9-12-164-15,3-2-180 16,8-8-292-16,4-11-616 0,8-6-1585 16,0 0-3895-16,3-19 5832 0</inkml:trace>
  <inkml:trace contextRef="#ctx0" brushRef="#br1" timeOffset="-97455.752">29818 13112 1252 0,'0'0'940'0,"0"0"976"0,0 0 768 16,0 0-920-16,0 0-404 0,0 0-199 15,0 0-261-15,0 0-296 0,0 0 32 16,0 0-60-16,0 0-144 0,-84-31-116 15,76 40-152-15,1 1 0 0,3 9-24 0,4 3 48 16,-4 3-12-16,4 4-64 16,0-1-24-16,0 4 88 0,4-3-88 15,3-4-88-15,-3-2 4 0,4-11-4 0,1-3-96 16,-2-2-40-16,1-3 20 16,5-4 116-16,-2 0 4 0,6-11 0 0,2 2-4 0,-3-7-200 15,0-3 36-15,0-6-12 16,0 3 52-16,-4-4 8 0,4 4 28 15,-4-1 88-15,-4 1 8 0,0 6 0 0,-5 2 92 16,1-3 28-16,-4 4 112 0,0 4-52 16,0 2 0-16,0 4 4 0,0 0 80 15,0 3-84-15,0 0-44 0,0 3-144 16,0 7 52-16,0 2 96 0,4 4-60 16,1 7 12-16,-1-2 124 0,0 2-224 15,0-4-100-15,-1 0-248 0,1-6-336 16,5-1-144-16,-1-5-20 0,-1-4-172 15,5 0-504-15,0-3-629 0,0-3-887 0,1-7-1904 16,-2 4 3992-16</inkml:trace>
  <inkml:trace contextRef="#ctx0" brushRef="#br1" timeOffset="-96985.162">30388 12687 5532 0,'0'0'1900'15,"0"0"32"-15,0 0-484 0,0 0 169 0,0 0 79 16,0 0-68-16,79 64-296 16,-66-43-244-16,-2 4-360 0,-3 8-188 15,-4-1-84-15,1 3-80 0,-5 0-56 0,0 2-152 16,0 2-92-16,-5-1-32 0,-7-3-40 15,5 0-8-15,-1-7-40 16,3-3-44-16,-3-8 16 0,8-8 12 0,0-2-40 0,0-7-20 16,0 0-64-16,0 0 0 15,0 0 36-15,8 0 88 0,1 0 60 16,2-4 76-16,1 1-12 0,4-1-64 0,1 4-48 16,-2 0-4-16,2 0 52 15,2 0 8-15,1 0-8 0,-1 0 4 0,-2 0-4 16,-2 4-4-16,2 3-8 0,-6-5-36 15,2 5 40-15,-2-4 8 0,-3 4 0 0,-3-1 4 16,-1 0-4-16,0 4 12 16,-4-1 76-16,0 4-28 0,-8 3 36 15,-5 0-96-15,-2-1-4 0,-1 1-140 0,-5 0-128 16,-2 0-96-16,-1-4-36 16,0-1-116-16,0-3-172 0,4-4-300 15,0-1-596-15,0-3-800 0,5 0-2397 0,3 0-1927 16,-4 0 5564-16</inkml:trace>
  <inkml:trace contextRef="#ctx0" brushRef="#br1" timeOffset="-96702.084">31065 13964 12537 0,'0'0'2680'0,"0"0"-2352"0,0 0-228 16,80-29 164-16,-52 16 340 0,0 3-28 15,-4 1-204-15,0 3-372 0,-1-1-172 0,-3 1-288 16,0 3-492-16,-4-1-536 0,-7 4-948 16,-6 0-2925-16,-3 4-435 0</inkml:trace>
  <inkml:trace contextRef="#ctx0" brushRef="#br1" timeOffset="-96555.288">31101 14106 536 0,'0'0'10224'0,"0"0"-8387"0,0 0-1225 0,0 0 24 15,0 0 340-15,0 0 232 0,0 0-304 16,0 0-344-16,0 0-152 0,0 0-232 16,100 26-176-16,-76-33-384 0,0-2-424 15,-1-1-412-15,-7 4-1004 0,5 0-3217 16</inkml:trace>
  <inkml:trace contextRef="#ctx0" brushRef="#br1" timeOffset="-95925.745">31615 13589 4984 0,'0'0'5332'0,"0"0"-3439"16,0 0-997-16,0 0-312 0,0 0-24 16,64 79 524-16,-45-41 212 0,2 7-360 0,-1-1-220 15,-5 7-224-15,-3-7-136 0,1 5-72 16,-2-11-112-16,-2-1-12 15,-2-2-148-15,-3-7 36 0,4-5-48 0,-4-4-108 16,0-6-76-16,4-1-172 0,-4-5-136 16,4-7-200-16,0 0-152 15,0 0-296-15,-4-4-688 0,4-8-1048 0,0-1-2405 16,-4 0-355-16</inkml:trace>
  <inkml:trace contextRef="#ctx0" brushRef="#br1" timeOffset="-95730.389">31954 13739 1316 0,'0'0'300'16,"0"0"7448"-16,0 0-6380 0,0 0-723 16,0 0-65-16,0 0 340 0,-72 72 176 15,48-43-96-15,0 2-220 0,0 4-284 0,0 3-184 16,0-5-52-16,1-2-60 16,3 1-128-16,-1-7-72 0,6-3-88 15,-1-3-360-15,8-6-160 0,-4-7-244 0,7 1-276 16,2-7-400-16,3 0-945 15,0-10-2559-15,0 0 97 0,3-5 4935 0</inkml:trace>
  <inkml:trace contextRef="#ctx0" brushRef="#br1" timeOffset="-95270.371">32269 13268 2236 0,'0'0'284'0,"0"0"5960"0,0 0-4472 15,0 0-703-15,0 0 47 16,-80 22 96-16,64-9 64 0,-4 6-192 0,3 6-372 15,2 0-328-15,3 8-160 0,0 2 12 16,4 0-40-16,0-4-60 0,8-3-44 16,0-9-92-16,4-6-48 0,4-3-4 0,4-7 44 15,0-3 8-15,4 0 12 16,4-7 88-16,-4-5-88 0,4-1-12 0,-4-2-48 16,-1-5-40-16,2 5 40 0,-2-5-4 15,-2 1 52-15,-2 4 8 16,-3-1 4-16,1 3-4 0,-5 7 88 0,0 0 4 15,-4 2-40-15,3 4-60 0,-3 0-148 16,0 7 144-16,4 2 4 0,0 4 176 16,0 6 32-16,0 3-36 0,4 0-164 15,0 4-8-15,4-3-40 0,0-2-256 0,8-5-696 16,0-1-152-16,0-1-308 16,-1-5-900-16,-2-2-1909 0,2-5-1663 0</inkml:trace>
  <inkml:trace contextRef="#ctx0" brushRef="#br1" timeOffset="-94837.269">31504 13462 2960 0,'0'0'1160'0,"0"0"-300"15,0 0 1716-15,0 0-528 0,0 0-383 16,0 0-353-16,0 0-420 0,0 0-232 15,0 0 128-15,0 0 4 0,11 98-124 16,-2-53-108-16,-5 2-60 0,0 7 44 0,-1 4-52 16,-3 1-244-16,0 2-112 0,0-1-40 15,-3 1-96-15,-1 2-12 0,-5-3-160 16,5 1-24-16,0-1-52 0,4-2 76 16,0-1 48-16,4-7-48 0,9-5 60 0,2-11-236 15,5-2 140-15,8-10-156 16,8-9-120-16,4-7-188 0,4-6-156 15,-1-8-456-15,6-11-480 0,-2-4-1437 16,-11 0-3743-16,16-15 6852 0</inkml:trace>
  <inkml:trace contextRef="#ctx0" brushRef="#br1" timeOffset="-94550.627">32695 13566 80 0,'0'0'3260'16,"0"0"3368"-16,0 0-5067 0,0 0-381 15,0 0 536-15,96 67-128 0,-81-42-384 0,5 4-336 16,-4 3-316-16,-4 2-132 16,-4 4-200-16,0 1-8 0,-4 5-128 15,-4 1-72-15,-4 6-8 0,-8-3-4 0,-4 2-80 16,-7 1-180-16,-1-4-220 0,-4-2-48 15,-4-4-80-15,4-6 12 0,0-6-100 16,0-6-76-16,4-9-248 0,4-7-568 16,4-7-1073-16,0-7-2703 15,8-2 772-15,-4-23 4249 16</inkml:trace>
  <inkml:trace contextRef="#ctx0" brushRef="#br1" timeOffset="-94094.886">32894 12779 3024 0,'0'0'876'16,"0"0"3512"-16,0 0-2228 0,0 0-267 0,0 0-97 15,0 0-240-15,67 73-252 0,-58-50-252 16,-1 5-272-16,0 1-180 0,-5 3-120 0,1 2-116 16,0 1-96-16,-4 0-60 15,0 0-156-15,0-4-52 0,0-1-8 16,-4-8-52-16,0-6 56 0,4-2 4 16,0-7-12-16,0 0-72 0,0-4-4 0,0-3-32 15,0 0-16-15,0 0-32 0,4 0-80 16,0 0 16-16,5 0-12 0,-1 0 84 15,3-3 60-15,-2 3 88 0,6-3-48 16,-2-1 60-16,-2 4 4 0,5-2 56 0,0 2-44 16,-4 0 104-16,0 0 40 0,-4 0-60 15,0 0-100-15,-4 0 4 16,-1 0-4-16,-3 2 0 0,0-2 0 0,0 4 0 16,0-1 0-16,-11 3-116 0,-1 1-192 15,-8 2-96-15,-4 1-76 0,-4-1-80 0,0 4-136 16,-8-4-356-16,1 4-1084 15,-5-3-1925 1,8-1-2947-16,-20 7 5692 0</inkml:trace>
  <inkml:trace contextRef="#ctx0" brushRef="#br1" timeOffset="-72735.12">28910 15281 3160 0,'0'0'352'0,"0"0"496"15,0 0 4040-15,92 9-3224 0,-53-6-311 16,5-3-381-16,4 0 68 0,12 0 60 16,11 0-92-16,9-3-236 0,16-3-448 0,11 1-16 15,12-6-60-15,17-5-24 16,11 4 36-16,9-4-248 15,7 3 72-15,-3 0-84 0,3 4-108 0,1-8-176 0,-1 6-76 16,4-6 0-16,1-2 356 0,6-2 4 16,10-4 76-16,-1-5-76 0,-4 5-200 15,1-3 52-15,-8 2 96 0,-9 0 52 16,-12 7 64-16,-8 3 160 0,-15 4-64 16,-9 2-160-16,-7 2-148 0,-17 1-236 0,-7 3-240 15,-16 1-360-15,-16 3-112 16,-8 0-660-16,-20 3-1273 0,-5 13-3187 0</inkml:trace>
  <inkml:trace contextRef="#ctx0" brushRef="#br1" timeOffset="-59857.095">12164 3571 2460 0,'0'0'1304'0,"0"0"-1056"0,0 0 3876 16,0 0-2764-16,0 0-324 0,0 0-83 15,0 0 47-15,0 0-40 0,-21 4-160 16,21-4-232-16,0 0-264 0,0 0-140 0,0 0-88 15,0 0-28-15,0 0-36 16,9 0 40-16,-1-4 100 0,11-4-104 0,5-3 104 16,8-4 72-16,4-5-136 0,4-2 56 15,8-3-80-15,0-4-52 0,4 1 36 16,3-1 4-16,-3-3 84 0,0 1-124 16,-1-1-8-16,-6 0-4 0,-2 1 0 0,-7 1-4 15,0 3-156-15,-4-2-296 0,-5 3-260 16,-6 4-260-16,-1 3-384 15,-9-3-653-15,-3 3-927 0,-3 3-2272 0</inkml:trace>
  <inkml:trace contextRef="#ctx0" brushRef="#br1" timeOffset="-59621.522">12757 2969 4280 0,'0'0'420'0,"0"0"2180"0,0 0-1688 0,0 0-420 16,76-29 140-16,-48 22 224 15,-1 7-31-15,1 0-1 0,0 0-28 0,0 4-236 16,0 8-12-16,0 2-16 0,-4 0-316 16,0 5 64-1,-8 1-28-15,-5 2-128 0,-2 0 68 0,-1 4-120 0,-8-1-8 16,0 4-64-16,0 2 0 0,-12 1-8 16,0 3-180-16,-4-3-216 0,-8 3-104 15,0-3-112-15,-4 0-388 0,0-5-748 0,5-7-1405 16,-9 2-3147-16</inkml:trace>
  <inkml:trace contextRef="#ctx0" brushRef="#br1" timeOffset="-58389.77">13789 2356 92 0,'0'0'2176'16,"0"0"-2056"-16,0 0 60 0,0 0 16 16,0 0-104-16,0 0 2112 0,0 0-540 15,0 0-676-15,0 0-508 0,0 0-244 16,0 0-44-16,12-4 16 0,-12 4 52 0,0 0-68 15,0 0-48-15,0 0-72 0,-4 0-72 0,4 0-52 16,-4 0-48-16,0 0-4 16,1 0-40-16,-2 4 40 0,1-2 16 15,0 3 40-15,0-3 48 0,4 2 4 16,-4-4 8-16,4 2 40 0,0-2-40 16,-4 0 52-16,4 0 40 0,0 0 12 0,0 0 52 15,0 0 92-15,0 0 24 0,0 0 16 16,0 0 32-16,0 0-20 0,0 0-43 15,0 0-73-15,0 0-16 0,-3 0 0 16,3 0-16-16,0 0-20 0,0 0-132 16,0 0-12-16,0 0-104 0,0 0 16 15,0 0 36-15,0 0 44 0,0 0 4 16,0 0 4-16,0 0 52 0,0 0 12 16,0 0-16-16,3 3 4 0,-3-3 12 15,4 3 28-15,0 4 24 0,0 0 36 16,0-2-36-16,0 2 12 0,1 3-52 0,-2-4-24 15,1 1-44-15,0 2 4 0,-4-3 40 16,4 1-40-16,0 2-4 0,0 1 44 16,4 2 12-16,-4 4-12 0,0 3 60 15,0 0 16-15,0 4-24 0,0 2-16 0,0 4 40 16,-4 2-52-16,0-2 0 16,-4 5 52-16,0-1-120 0,-4 1 68 0,0-2-8 15,-4 3-68-15,0-3 0 0,-4-4 4 16,4-3 48-16,-4-2 12 0,0 0 12 0,0-8-28 15,1 1-36-15,-2-3 80 16,-2-3-80-16,6-1 88 0,-2-6 16 16,-1 0-4-16,4-3-24 0,0-6-88 15,0-7-8-15,4-6-92 0,0-4-40 16,5-2 52-16,3 0-28 0,0 2 52 0,3 1-60 16,1 7-4-16,4-1 40 15,0 6 0-15,0-3 84 0,0 6-52 0,0-1 56 16,3 2 64-16,2 2-56 0,-1 1 4 15,0 3-8-15,0 0-4 0,4 0 0 0,-1 0 4 16,2 7 84-16,2 2-12 16,-2 1 52-16,-2 2-52 0,5 1-68 0,-4-1-12 15,0 1 8-15,0 3-8 0,0-4-72 16,-1 1-140-16,2 3-356 16,-2-3-92-16,6-1-64 0,-5 1-108 0,-1 0-313 0,-2-3-807 15,-2-1-2084-15</inkml:trace>
  <inkml:trace contextRef="#ctx0" brushRef="#br1" timeOffset="-57686.753">14068 2048 1772 0,'0'0'10061'0,"0"0"-9217"0,0 0-844 0,0 0-456 16,0 0 456-16,0 0 552 15,0 0 72-15,0 0 88 0,0 0-52 0,40 63-168 16,-32-22-152-16,-5 3-52 0,2 5-128 16,-5 1 48-16,0-1-72 0,0 1-124 15,0-6 0-15,0 0-12 16,0-5 8-16,-5-4 8 0,5-14-12 0,0-2-4 15,0-5-140-15,-3-8-228 0,3-3-396 0,0-3-48 16,0 0-64-16,0 0-120 0,0-6-364 16,0-7-317-16,0-6-855 15,0-4-684-15,0-5 372 0,0 6 2272 0</inkml:trace>
  <inkml:trace contextRef="#ctx0" brushRef="#br1" timeOffset="-57494.018">14168 2152 1892 0,'0'0'1328'16,"0"0"3016"-16,0 0-3484 15,0 0-420-15,0 0 128 0,0 0 428 16,0 0 101-16,0 0-249 0,84-44-276 0,-77 47-224 16,1 3-44-16,-4 4-24 0,1 2-12 15,-5 5-68-15,0 1 16 16,0 2-104-16,-5 2-56 0,-3 0-56 0,-3 0-100 16,-2 0-268-16,1-2-164 0,1-5-220 15,-2-2-80-15,2-4-80 16,3-2-121-16,-1-4-455 0,2-3-904 0,3 0-2124 15</inkml:trace>
  <inkml:trace contextRef="#ctx0" brushRef="#br1" timeOffset="-57057.076">14399 2016 1044 0,'0'0'7716'0,"0"0"-6424"0,0 0-464 16,0 0 49-16,0 0 235 0,0 0 72 15,32 73-172-15,-32-54-380 0,0 0-408 16,-5 0-160-16,1-2-64 0,1-6-64 16,3 3-364-16,0-6-136 0,0-4 20 15,0-4-28-15,3 0 140 0,6-4 176 16,-1-1 212-16,3-9 44 0,-3 2 80 16,5-4-16-16,-2 4-64 0,2-4 4 15,-6 3 108-15,1 3 116 0,0 4 40 16,-3-1-36-16,-1 4 20 0,-4 3 12 0,3 0-24 15,-3 0-88-15,0 0-64 0,0 0-36 16,0 7 36-16,0-1 64 16,4 4-52-16,-4-4-24 0,0 4-12 0,0-7-64 0,4 0-4 15,-4 0-12-15,4-3 4 0,0 0 12 16,0 0 4-16,4-3 112 16,0-3 32-16,0-1 4 0,8 1-92 0,-4 0-44 15,0-1-16-15,0 1-8 16,0 2-192-16,0 4 76 0,4 0 124 0,-4 0 0 15,0 7 68-15,-5-1-68 0,6 4-4 16,-5 3 4-16,-4-1-12 0,-1 4-204 16,1 0-348-16,0 3-436 0,-4 4-492 15,0-4-1577-15,0 6-3899 0</inkml:trace>
  <inkml:trace contextRef="#ctx0" brushRef="#br1" timeOffset="-56822.837">14853 2498 6504 0,'0'0'6629'15,"0"0"-5789"-15,0 0-832 0,0 0 248 16,0 0 124-16,95-22-16 0,-67 13-24 0,0-1-212 15,0-2-128-15,4-1-116 0,-4 0-956 16,0 4-480-16,-8-1-661 0,0 4-2555 16</inkml:trace>
  <inkml:trace contextRef="#ctx0" brushRef="#br1" timeOffset="-56656.306">14948 2752 6776 0,'0'0'7473'0,"0"0"-6513"0,0 0-468 16,0 0 288-16,0 0 92 0,0 0 180 16,0 0-128-16,0 0-312 0,0 0-308 0,92-57-304 15,-60 32-108-15,0-4-652 0,-1 4-584 16,-6 3-752-16,-5 5-2220 0,-5-2-5733 16</inkml:trace>
  <inkml:trace contextRef="#ctx0" brushRef="#br1" timeOffset="-55474.057">15793 1956 7672 0,'0'0'3985'15,"0"0"-3613"-15,0 0-320 16,0 0 24-16,0 0 412 0,0 0 200 16,0 0 128-16,0 0-224 0,0 0-112 0,0 0 100 15,0 0-180-15,72 95-108 0,-64-51 44 16,-8 7 88-16,0-1 148 0,0 5-56 16,-4-4-256-16,-8-1 24 0,4-6-124 15,-4-5-48-15,0-11 20 0,-4-5 4 16,4-7-24-16,-4-4-28 0,-3-5 28 0,-2-1 32 15,1-6-144-15,-7 0-100 0,3-3-196 16,4-7 112-16,-1-6 100 0,6 0 36 16,7-6-164-16,8-3 28 0,0 0 36 15,0-1 0-15,4 0 64 0,8 7-76 16,0 7-52-16,4 2 160 0,0 4 52 16,7 6 96-16,5 0 16 0,0 3 12 15,4 7 100-15,0-1-224 0,0 2-76 16,4 1 28-16,0-3-164 0,0 3-640 15,-4-1-616-15,-8-3-1352 0,4 3-4753 0</inkml:trace>
  <inkml:trace contextRef="#ctx0" brushRef="#br1" timeOffset="-52106.232">13498 3375 6292 0,'0'0'4897'0,"0"0"-4381"15,0 0-516-15,0 0 24 16,0 0-24-16,0 0 464 0,0 0 200 0,0 0-88 16,0 0-132-16,0 0 100 0,64-73-36 15,-36 63-108-15,4-3-172 0,8 4-28 16,0-1-100-16,7-2 116 0,1 2-24 16,4 1-56-16,3-4-12 0,5 0-36 15,9-6 12-15,6 0 0 0,1-6 260 0,7-1-60 16,1-6-296-1,8 1 44-15,-1-7-40 0,13 0 64 0,0-4-68 0,7 1 68 16,5 3-60-16,-1 0-4 0,-8 3 152 16,1 3-156-16,-8 7 44 0,-8-1-32 15,-5 7 20-15,-3-3-24 0,-1 3 0 16,-7 0-12-16,4 0-12 16,-8 0-76-16,-1-4-184 0,-3 4-176 0,-4-3 212 15,-1 0-76-15,-7 3-228 0,0-3-52 0,-9 6-228 16,2-3-344-16,-10 3-1132 15,-3 4-2993-15</inkml:trace>
  <inkml:trace contextRef="#ctx0" brushRef="#br1" timeOffset="-28853.908">30714 8956 1828 0,'0'0'7496'16,"0"0"-6320"-16,0 0-828 0,0 0-215 15,0 0 227-15,0 0 460 0,0 0 140 16,0 0-248-16,0 0-344 0,13-3-240 15,-9 3-52-15,3 3 188 0,5 1 68 0,4 2-8 16,5 0 80-16,-2 1-216 0,1-1-100 0,8 3-24 16,0-2 48-16,4 2-20 15,4-2-32-15,3 0 56 0,6-2-104 16,-2-2 24-16,5 1-36 0,0-2-48 0,-4 3 32 16,-1-3-44-16,-3 2-156 0,-3-4-160 15,-2 2-216-15,-7 2-140 0,-1-2-20 16,-3 3-292-16,-3-3-548 0,-10 2-1149 15,-2-1-1647-15</inkml:trace>
  <inkml:trace contextRef="#ctx0" brushRef="#br1" timeOffset="-4623.117">17116 14179 7492 0,'0'0'1260'0,"0"0"-588"0,0 0-476 16,0 0-4-16,0 0 80 0,0 0 801 15,0 0-161-15,0 0 200 0,0 0-540 0,0 0-176 16,83-9-68-16,-59 9 64 0,1 0-16 16,3 7 4-16,3-1-16 0,1 0-48 15,0 0 20-15,4 1-72 0,-1-1 36 0,2 0-104 16,3 1 64-16,-1-1-24 15,1 0-100-15,4-3 12 0,0 4-72 0,8-4-4 16,0 0-20-16,3-3 44 0,5 0 16 16,-4 0-24-16,0-3-84 15,0 0 92-15,-1 3-88 0,-3 0-8 0,0 0 4 16,-4 0 4-16,-1 0 8 0,-2 6-4 16,-2 0 36-16,0 1 36 0,-2-1-20 15,-1-3 8-15,3 0-68 0,-3 0 0 0,4-3 108 16,0 0-112-16,4-3 112 15,0-3-64-15,-1 0-40 0,1-7-4 0,3 4 28 16,2-1-28-16,-5 1-4 0,3-1 0 16,-3 1 4-16,-4 5-4 0,4 1 8 15,-9-1 0-15,6 2 0 0,-6 2 4 16,-3 0 0-16,4 0-4 0,-5 0-8 16,-2 0-40-16,-1 0 40 0,0 0 8 15,-4 0-8-15,-1 0 8 0,-3 0 56 16,0 0-64-16,-9 0-84 0,6 0 84 15,-5 0 0-15,-4 0 8 0,-5 0-8 16,2 0-12-16,-5 0-36 0,0 2 36 0,-4-2-52 16,0 4 56-16,0-4-40 15,0 0 0-15,0 3 40 0,0-3 8 0,0 0 0 16,0 0-88-16,0 0-44 0,-4 0-16 16,0 0-76-16,-8 0-84 0,0 0-308 15,-4 0-356-15,-4 0-500 0,4 0-1296 16,-24 10-5229-16</inkml:trace>
  <inkml:trace contextRef="#ctx0" brushRef="#br1" timeOffset="12645.226">8235 16173 5852 0,'0'0'6553'0,"0"0"-5545"0,0 0-700 16,0 0-144 0,0 0 216-16,0 0 392 0,0 0 32 0,0 0-72 15,0 0-96-15,-4-3 20 0,8 3 48 0,4-3-40 16,4-3-64-16,0 1-84 0,4-3-152 16,4 5-120-16,3-4-72 0,1 0-40 15,1 5 4-15,3-1-4 0,3 3-36 0,1 0-8 16,4 0 57-16,0 0-25 15,4 0-8-15,0 3-40 0,3-3 36 16,-7 2-96-16,4-2 36 0,4 0-48 0,0 0-4 16,0 0-68-16,4 0 60 0,-1 0 0 15,5 0 12-15,-1 0-12 16,1 4-36-16,4-1 44 0,0-3 4 0,0 4-8 16,3-1 8-16,-3 0 0 0,8-3 8 15,-4 0 4-15,8 0-4 0,-4-3-4 16,3 0 0-16,1-8-4 0,-1 6 0 15,1-2 12-15,4-3 108 0,-4 5-120 0,3 1-132 16,-3-3 84-16,4 5 36 0,0-2 8 16,4 4 0-16,-1 0-4 0,0 0 8 15,2 0 48-15,7 0-48 0,-5 0-4 16,5 0 4-16,3 4 56 0,-4-4-8 16,1 7-44-16,0-5 64 0,0 2-68 15,-5-2-48-15,5 1 36 0,-4 0-36 16,-1-3 40-16,2 0-40 0,-2 0 48 15,1 0 8-15,-1-3 32 0,1-2-32 16,0 1-12-16,-1-3 4 0,1 5 0 16,-1-5 36-16,5 4 12 0,-4-4-36 0,3 1 0 15,-3 0-12-15,1 3-48 0,-2 0 36 16,-3-1-48-16,3 4 52 0,-3-3 16 16,-4 3 44-16,4 0-48 0,-5 0 4 15,1 0-4-15,-1-3 4 0,-2 0 0 16,-2 0 56-16,-3 0-60 0,-1-1-4 0,-3 1 8 15,0 0 0-15,0 0-8 0,-4 0-84 16,-5 0 84-16,5 3-12 16,-4 0 12-16,-5 0-4 0,-2 0-8 0,-2 0 0 15,2 0 4-15,-10 3-4 0,-3 0-36 16,4 3 48-16,-8-3 8 0,0 4-8 0,-4-1 0 16,-5-3-44-16,1 4 40 0,-8-1-4 15,4 0 4-15,-8-2 4 16,0 3-4-16,-4-5 0 0,1-2-4 0,-2 3 8 15,-3-3 0-15,0 0 8 0,0 0 4 16,0 0 60-16,0 0-24 16,0 0-36-16,0 0 60 0,0 0-12 0,0 0-48 15,0 0 0-15,0 0-8 0,0 0-4 16,0 0-60-16,0 0 0 0,0 0-24 16,0 0-48-16,0 0-40 0,0 0-33 0,0 0-123 15,-8 0-184-15,0 0-416 16,-4 0-448-16,0 0-1048 0,-11 0-3421 15,86 0-4463-15</inkml:trace>
  <inkml:trace contextRef="#ctx0" brushRef="#br1" timeOffset="19792.621">7497 15948 4484 0,'0'0'6120'0,"0"0"-4087"0,0 0-1141 15,0 0-308-15,0 0 264 0,0 0-44 0,37-67-148 16,-18 51-132-16,6 0-24 16,3 4-32-16,0-1-108 0,7 4-64 15,1-1 36-15,5 3-72 0,-2 0 20 0,4 7-120 16,2 0-88-16,-6 0-72 0,1 7-12 15,-4 3 12-15,0 6-4 0,-9 0 0 16,1 6-88-16,-4 3 92 0,-3 4 136 0,-2 6-124 16,-6 6 96-16,-6 4-20 15,-3 2-16-15,-4 7-60 0,0 0 60 16,-11 0-20-16,-2 0-48 0,-2-3 80 0,-6-6-76 16,6-11 40-16,-5-2-44 15,-1-10-4-15,6-8-120 0,-5-8-100 16,4-6-52-16,0 0-168 0,4-13-140 0,0-6-332 15,0-10-356-15,4-3-524 0,5-3-856 16,-1 10-2137-16,-1-20-2255 16</inkml:trace>
  <inkml:trace contextRef="#ctx0" brushRef="#br1" timeOffset="19993.326">7940 15992 8944 0,'0'0'3237'0,"0"0"-2341"0,0 0-460 16,0 0 324-16,0 0 568 0,-72 80-148 15,53-54-88-15,-5-1-276 0,-1 0-264 16,-3 7-160-16,2 3-196 0,-2-1-84 0,-4 8-112 16,0-2 0-16,-1 2-4 0,1 0-72 15,0-1 28-15,0-6-88 0,4 0-204 16,9-10-240-16,3-3-160 0,4-9-204 16,5-3-396-16,7-4-988 0,0-6-3173 15</inkml:trace>
  <inkml:trace contextRef="#ctx0" brushRef="#br1" timeOffset="20354.793">6262 16698 11401 0,'0'0'2328'0,"0"0"-1556"16,0 0-292-16,0 0 252 0,0 0 536 0,81 44-276 15,-42-38-288-15,9 0-104 16,3-2-60-16,-2-4-232 0,-1 0-188 16,-5-4-20-16,1-2-88 0,-7 0-4 0,-2-1-8 15,-3 1-8-15,-8 0-140 0,-1 0-232 16,-6 1-160-16,-2 3-136 0,-2-2-324 16,-6 4-256-16,-3 0-408 0,0 0-1348 0,-4 0-2941 15</inkml:trace>
  <inkml:trace contextRef="#ctx0" brushRef="#br1" timeOffset="20574.801">6391 16900 4484 0,'0'0'1396'0,"0"0"3612"0,0 0-3259 16,-5 93-325-16,5-46-108 0,0 11-32 15,0 5-392-15,-4 6-124 0,0 5-152 16,0-2-272-16,4 1-160 15,-3-5-184-15,-1-12-48 0,4-8 0 0,-4-7-40 16,4-16-84-16,0-6-380 0,0-6-140 16,0-9-128-16,0-4-220 0,0 0-332 0,0-11-1036 15,0 0-1493-15,0-22-855 0</inkml:trace>
  <inkml:trace contextRef="#ctx0" brushRef="#br1" timeOffset="20721.018">6354 17287 2632 0,'0'0'5848'0,"0"0"-4180"0,0 0-327 16,0 0 287-16,0 0 24 0,0 0-128 16,0 0-392-16,101 0-312 0,-78 0-240 15,5 0-372-15,3 0-208 0,-3 0-4 0,4-3-268 16,-4 0-284-16,0 1-160 16,0-5-204-16,-4 0-276 0,-8 4-804 0,4 0-3081 0</inkml:trace>
  <inkml:trace contextRef="#ctx0" brushRef="#br1" timeOffset="20991.672">7175 17049 4316 0,'0'0'6649'0,"0"0"-5813"0,0 0-272 16,0 0 612-16,0 0 80 15,88 13-388-15,-73-13-440 0,2 0-236 0,-2-3-144 16,6 0-48-16,-1-1 0 0,-5 1-364 16,2 3-480-16,2-2-360 0,-6 2-708 15,-2 0-2601-15,-3 0-2403 0</inkml:trace>
  <inkml:trace contextRef="#ctx0" brushRef="#br1" timeOffset="21260.882">7275 17104 1044 0,'0'0'9164'0,"0"0"-7679"0,0 0-665 16,-56 82 836-16,36-51-116 16,4 4-272-16,1 4-328 0,-2-1-248 15,6 0-164-15,-2-3-144 0,1 0-44 0,5-4-120 16,3 1-108-16,4-3-44 15,0 3-68-15,0-4-12 0,8-3-48 0,-1-2 0 16,10-4 52-16,-2-3 8 0,2-4 56 16,2 2 40-16,5-6 64 0,4 3-52 15,0-5-96-15,-4 0 40 16,4-4-40-16,0-2 36 0,-5 0-48 0,1-2-208 16,0-8-148-16,-3 1-216 0,-2-3-216 15,1-2-236-15,-1-2-232 16,-2-3-660-16,-6 4-1981 15,6-11-2039-15</inkml:trace>
  <inkml:trace contextRef="#ctx0" brushRef="#br1" timeOffset="21451.03">7634 17338 7672 0,'0'0'5061'0,"0"0"-3825"0,0 0-664 16,0 0 148-16,0 0 436 0,79 54 240 15,-55-38-336-15,0 6-312 0,0-3-308 16,0 4-180-16,3-1-236 0,-3 1-24 0,4 2-136 16,-4-3-220-16,-3-3-280 15,-2-7-152-15,-3-2-104 0,-4-10-152 16,1-3-632-16,-6-4-1100 0,-3-21-2917 0</inkml:trace>
  <inkml:trace contextRef="#ctx0" brushRef="#br1" timeOffset="21644.641">7940 17195 652 0,'0'0'10705'0,"0"0"-7993"16,0 0-2004-16,-56 84 60 0,36-44 800 15,1 2-232-15,-5 9-328 0,0-1-112 0,4 5-336 16,-4-5-244-16,4-3-156 16,0-2-160-16,4-6-64 0,0-6-176 0,4-6-188 15,5-8-208-15,3-7-100 0,0-9-48 16,4-3-256-16,0-9-1040 0,0-4-2260 0,0-21-1957 15</inkml:trace>
  <inkml:trace contextRef="#ctx0" brushRef="#br1" timeOffset="22041.049">8107 17056 6352 0,'0'0'5137'15,"0"0"-4313"-15,0 0-200 0,0 0 612 16,0 0-148-16,0 0-196 0,80-13-128 0,-64 13-204 15,0-6-188-15,5 3-124 16,2-4-164-16,-3 1-76 0,4 0-4 16,-5-4 84-16,2 4-88 0,-1 2-4 0,-5 2 4 15,2 2 8-15,-2 0 4 16,-2 6 76-16,2 3-88 0,-7 7 4 0,4 3 0 16,0 3 0-16,1 4-4 0,-2 6 0 15,-3-1-12-15,4 1-52 0,0 3-60 16,-1 3 52-16,2 1 28 0,-5-2 44 15,-1 1 8-15,2 1 40 0,-1-2 76 0,0-2 96 16,-5 0 52-16,1-3 60 16,0 0 208-16,1-1-208 0,-1-2-88 0,-4 0 12 15,0-3-120-15,0-1 32 0,0-6 28 16,-4-3 36-16,-5-4 48 0,2-2 24 16,-5-1-63-16,-1-3-45 0,2 4-64 15,-9-3-124-15,0-5-8 0,-4 2-4 16,-8 2-44-16,1-3-108 15,-10 4-112-15,1-1-217 0,-7 3-259 0,-5 4-172 16,0 0-180-16,-4-1-836 0,13 2-2052 16,-25 4-3733-16</inkml:trace>
  <inkml:trace contextRef="#ctx0" brushRef="#br1" timeOffset="40374.947">22599 16304 3556 0,'0'0'6296'0,"0"0"-5688"0,0 0-520 0,0 0 417 16,-60 85 483-16,43-59-28 0,6-4-68 15,3 3-180-15,-4 0-72 0,8 0 16 16,-4 1-88-16,8-3-108 0,0 5-72 16,0-2-116-16,4 5-24 0,4 2-124 15,4 5 72-15,0-1-84 0,4 2-64 16,0-2-48-16,0-2-8 0,3-7-52 0,2-4-76 15,3-10-64-15,-1-7-172 0,5-7 288 16,9 0 20-16,-2-12 52 0,5-4-48 16,8-10-164-16,-1-2-52 0,2-1 216 15,2-2-280-15,5 2 252 0,-4 0-104 16,0 3 144-16,3 5 48 0,5 5 36 16,-1 3-36-16,5 0 156 0,0 7-44 15,4 3 100-15,0 0 112 0,-1 0 112 16,-3 3-52-16,0 0-172 0,-4 0-28 15,-8 9-136-15,-1 0-48 0,-7 7-68 16,-4 7 64-16,-8-2-80 0,-4 12-76 16,0-2 0-16,-13 8-124 0,1 2-16 0,-8 1 112 15,-4-5 188-15,-4-2 12 0,0-3 52 16,0-7 48-16,-4-5-24 0,0-11-76 16,0-3-12-16,4-6-100 0,-3 0-136 15,3-10-76-15,0-5-92 0,0-7 152 0,0-7 104 16,3-6 72-16,9 1-36 15,4-4-16-15,5-1 128 0,2 1 64 0,5 3 124 16,0 3 152-16,4 1 24 0,3-1-112 16,1 3-128-16,1 1-116 0,-2 2 56 0,5 4-4 15,0 0 76-15,0 6-8 0,3 6-128 16,-3 3-64-16,4 7 0 16,-4 7 64-16,4 5 76 0,-4 8 72 0,-1 5 128 15,-3 1-152-15,0 2 96 0,-3 1 64 16,-6 3-172-16,5-4 72 0,-1-2-120 15,2 2-16-15,3-5 52 16,3 2 108-16,1-6 100 0,4 0-112 16,0-3-24-16,4-7-168 0,-1 0 4 15,5-9 80-15,-4 0-84 0,0 0 152 0,-5-12-156 0,-2-1-12 16,-2 1-48-16,-7-7 60 0,-4 0-404 16,-4 3-236-16,1-6-160 15,-10 5-172-15,1-1-368 0,-12 2-964 0,0 6-3129 16,-4-5-2223-16</inkml:trace>
  <inkml:trace contextRef="#ctx0" brushRef="#br1" timeOffset="41140.762">24092 17536 7372 0,'0'0'2412'0,"0"0"-1328"0,0 0-403 15,0 0 143-15,0 0 424 0,-87 6-180 0,71 0-300 16,-4 4-316-16,4 2-148 0,0 1-40 16,1 6-28-16,2-3 64 0,1 3 220 15,5 3-36-15,3 3-152 16,-5 1-120-16,9 0-100 0,-4-1-52 0,4-3-48 16,0 0 52-16,0-3-60 0,0-6-4 15,4-3-100-15,0-3-60 0,1-5 60 0,6-2-24 16,-3 0 76-16,5-2 40 0,2-9 8 15,-2-8 0-15,2-3 0 16,2-7-100-16,-6-2-120 0,5-5-116 0,-4 2 176 16,0-4-16-16,0-4 64 0,-4 4 104 15,3-4-80-15,-2 2 40 0,-1 2-116 0,0-4-32 16,-5 1-68-16,1 2-16 0,-4-1 44 16,0 2-68-16,0 3 128 15,0 3 152-15,0 10 24 0,0 3 152 16,0 5 12-16,0 8-76 15,0 4 248-15,0 2 32 0,0 0-32 0,0 0-12 16,0 2 0-16,0 9-88 0,0 1-64 0,0 7-72 16,4 9 36-16,1 4 48 0,-5 7-84 15,4 5-88-15,0 0-12 0,-4 7-4 16,4 0-44-16,-1 3-16 0,-3-3-60 0,0-4-24 16,4-2-148-16,-4-7-64 0,0-9-124 15,4-4-208-15,0-9-212 16,1-4-640-16,3-8-720 0,-5-4-1873 0,9-7-1091 15</inkml:trace>
  <inkml:trace contextRef="#ctx0" brushRef="#br1" timeOffset="41590.097">24300 17691 8988 0,'0'0'2221'0,"0"0"-1437"16,0 0-396-16,0 0 504 0,20 76 632 15,-16-60-316-15,0-7-516 0,0-2-692 16,3-7 36-16,2 0-48 15,-1 0 20-15,7-10-8 0,-2 1 52 0,-2-4-52 16,2 0-276-16,-5 1 100 0,3-4 76 0,-3 2 8 16,-3 3-32-16,2 1-12 15,-7 0-52-15,4 1 72 0,-4 2 116 16,0 1 0-16,-4-4 0 0,-3 4 52 0,2 0 12 16,-3-1 12-16,0 1-64 0,-3 0 24 15,2 2-32-15,5 2 80 0,-3-2-20 16,3 4 60-16,0 0-36 0,-1 6-64 15,-3 7-24-15,4 0-236 0,1 3 72 0,-1 7 156 16,0-4 8-16,0 2 56 16,4-2-56-16,0-3-60 0,0-3-4 0,0-3-12 15,0-1 0-15,0-6 16 0,4 3 48 16,0-2 12-16,-4-1 12 0,7 0 48 16,-3 0 92-16,4 1 60 0,-3-2-48 15,-1 2-36-15,3-1-28 16,-3 0-88-16,0-3-12 0,0 0-72 0,-4 0 60 15,5 0-4-15,-1 0-36 16,-4 0-60-16,0 0-228 0,0 0-88 0,0 0-12 0,0-3-16 16,0 3 24-16,0-3-36 0,0-1-80 15,0 2-92-15,0-2 36 0,0-2 0 16,0-1-209-16,0 1-507 0,0 0-704 16,0 0-608-16,0-4-496 0,0 67 1928 0</inkml:trace>
  <inkml:trace contextRef="#ctx0" brushRef="#br1" timeOffset="42018.579">24320 17786 6816 0,'0'0'1492'0,"0"0"-672"0,0 0 108 16,0 0 185-16,0 0-9 0,0 0-196 16,0 0-372-16,0 0-272 0,0 0 16 0,0 0 316 15,0 0 160-15,23-16-76 0,-14 7-232 16,-1 2-84-16,-1-2-16 0,1 0-52 16,1-4-96-16,-2 0-104 0,1-3-8 0,5 1-80 15,-6-2-4-15,5 4-4 16,1 4-56-16,-6-1 52 0,1 4-108 0,-4 3-36 15,0 3 84-15,1 0 64 0,-2 0 88 16,-3 0 12-16,4 3 24 0,-4 3 60 16,4 4 148-16,0 6-48 0,-4-4-112 15,4 4-60-15,-4 4-4 0,4-1-96 0,-4 0-12 16,0 3-4-16,0-3-32 16,5 0 24-16,-5-7-36 0,0-2-28 15,0-4-84-15,0-6-220 0,0 0-164 16,0 0-148-16,0 0-168 0,-5-6-172 0,1 0-488 15,0-4-1204-15,-4-12-2769 0</inkml:trace>
  <inkml:trace contextRef="#ctx0" brushRef="#br1" timeOffset="42159.83">24455 17494 6732 0,'0'0'5045'0,"0"0"-4173"15,0 0-220-15,0 0 516 0,0 0 156 0,0 0-408 16,0 0-416-16,0 0-500 0,88-60-12 15,-68 50-400-15,-4-2-744 16,0 2-640-16,-1 3-1072 0,-2 1-3629 0</inkml:trace>
  <inkml:trace contextRef="#ctx0" brushRef="#br1" timeOffset="42565.977">24754 17608 10904 0,'0'0'1609'0,"0"0"-1061"16,0 0 560-16,0 71 596 15,0-52-252-15,0 0-512 0,0-7-532 0,0 1-360 16,0-4-48-16,0-2-172 16,0-4-64-16,4-3 16 0,0 3 72 15,0-3 36-15,4 0 12 0,0-3-88 0,4-4 52 16,-4 1 0-16,4 3 36 0,-4-4 56 16,-1 5 44-16,6-3 64 0,-5 5 8 15,-1 0-20-15,1 5 20 0,1 1 76 0,-1 3 52 16,-1 1-76-16,-3-1 36 15,5-2-12-15,-5-1-136 0,0 0-12 0,-1-3-84 16,1-3-52-16,0 0 24 0,4-3 48 16,-3-6-48-16,2-1 64 0,1-6 48 15,5 4 56-15,-2-4-56 0,1 2-140 0,0 3 140 16,0 4-4-16,4 0 4 16,-4 4 0-16,0 3 8 0,0 0 144 15,-4 3 84-15,8 4 84 0,-8 3-124 16,3 3-72-16,2-4-116 0,-5 7 56 15,-1 0 8-15,1-1 48 0,1 1-120 16,-5 0-100-16,0 3-84 0,-1-3-224 0,-3 0-148 16,4-4-228-16,-4 1-232 15,4 0-716-15,-4-6-1400 0,4-2-3429 0</inkml:trace>
  <inkml:trace contextRef="#ctx0" brushRef="#br1" timeOffset="44381.87">25802 17430 8824 0,'0'0'1708'0,"0"0"-959"16,0 0-517-16,0 0 600 0,0 0 472 15,0 0-264-15,0 0-372 0,0 0-92 16,0 0 16-16,0 0-192 0,0 0-164 0,75 35-100 15,-66-2-24-15,-5 0 40 0,-4 6-152 16,4-1-12-16,-4 1-112 0,0-2-12 16,0-4-36-16,-4-8 48 0,4-3 124 15,0-9 72-15,0-7 4 0,0-3-68 0,0-3-8 16,0-6-96-16,0-10 96 16,8-3 76-16,3-9-28 0,-2-5-44 15,2 3-4-15,5-6-12 0,0 4 0 0,-4 0 8 16,8 7 4-16,-8 2 0 15,4 4 112-15,-4 7-100 0,0 5 64 16,-8 4-76-16,0 3 48 0,0 3 116 0,0 4 32 16,0 5 116-16,4 1-28 0,-8 6-124 15,4 0-12-15,0 4-40 16,-4-1-108-16,0 0-4 0,0 0-92 0,0 0-252 16,0-3-84-16,0-3-64 0,0 1-40 15,0-8-180-15,0 0-212 0,0-2-516 16,0-2-984-16,0-5-2561 0</inkml:trace>
  <inkml:trace contextRef="#ctx0" brushRef="#br1" timeOffset="45158.334">27057 17018 7688 0,'0'0'724'0,"0"0"-568"0,0 0-88 0,0 0 1068 0,0 0 285 15,0 0-393-15,-24 66-388 16,12-40-80-16,0 2-24 15,-8 10-144-15,4 3-136 0,-8 7 172 0,0 4 24 0,-4 7-36 16,0 5-164-16,-4 6-136 16,1 0-104-16,-1 6 52 0,-4-1 8 0,4 2-20 15,0-1-52-15,4-2 0 0,0-5-4 16,5-9-60-16,3-5 16 16,4-14-132-16,4-6-84 0,4-10-112 0,4-9-4 0,4-2-72 15,0-12-180-15,0 2-260 16,4-4-236-16,0-6-221 0,8-5-475 15,-5 3-1136-15,6-19-2820 0</inkml:trace>
  <inkml:trace contextRef="#ctx0" brushRef="#br1" timeOffset="45350.45">27005 17761 9672 0,'0'0'1200'0,"0"0"-827"16,0 0 411-16,0 0 776 0,84 0-168 0,-64-3-572 16,4-1-352-16,4-2 44 0,0-4 96 15,0 1-284-15,3-3-324 0,1-4-176 16,-4-4-396-16,-5 4-368 0,2 0-356 16,-9 1-484-16,-4 5-1097 0,-5 4-2931 15</inkml:trace>
  <inkml:trace contextRef="#ctx0" brushRef="#br1" timeOffset="45558.379">27181 17847 7960 0,'0'0'1568'0,"0"0"-820"0,-9 84 273 0,9-48 455 0,-4 9-164 16,0-3-340-16,4-2-316 15,0 2-216-15,-3-5-112 0,3 2-260 0,0-4-68 16,0-1-264-16,0-9-180 0,0 0-120 15,0-8 8-15,0-4-116 16,0-7-152-16,0-3-200 0,-4-3-289 0,0 0-327 16,4-3-1400-16,-9-13-1996 0</inkml:trace>
  <inkml:trace contextRef="#ctx0" brushRef="#br1" timeOffset="45711.244">27181 18079 7536 0,'0'0'2848'0,"0"0"-1763"0,0 0-341 0,0 0 572 15,0 0 52-15,87-30-512 0,-63 24-288 0,0 0 32 16,4-7-28-16,0 1-236 16,0-5-236-16,0-1-100 0,-1-1-124 15,-3 3-224-15,4-3-224 0,-8 0-208 0,4 6-236 16,-4-3-456-16,-8 3-896 16,4 0-2577-16</inkml:trace>
  <inkml:trace contextRef="#ctx0" brushRef="#br1" timeOffset="104398.939">26479 648 5260 0,'0'0'1796'0,"0"0"-968"0,-48 82-192 0,29-47 1280 16,-5 9-679-16,0 1-465 0,0-1-212 16,-1 4-164-16,6-4-116 0,-1-2 12 15,4-4-36-15,4-10-32 0,0-6-224 0,8-5-16 16,-3-5-84-16,2-6-216 15,5-3-360-15,-4 1-500 0,4-4-985 0,-8 0-2251 16</inkml:trace>
  <inkml:trace contextRef="#ctx0" brushRef="#br1" timeOffset="104658.923">26029 946 7232 0,'0'0'1792'0,"0"0"-1144"0,0 0-108 16,-24 67 429-16,16-42 187 0,4 7-120 16,-4-4-364-16,8 4-380 0,-3-4-128 15,3-2 64-15,0-8 152 0,7-4 24 16,5-9 72-16,8 0-60 0,0-5-80 16,7-5-160-16,5 0 12 0,5-9-136 0,2 2-52 15,5-4-12-15,4 4-360 0,-1-4 32 16,6 0-188-16,-1 3-100 0,-5 1-208 15,5-1-368-15,-16 4-848 16,20-8-2453-16</inkml:trace>
  <inkml:trace contextRef="#ctx0" brushRef="#br1" timeOffset="105422.564">27372 667 784 0,'0'0'4016'15,"0"0"-2976"-15,0 0-12 0,0 0-328 16,0 0-204-16,0 0 2581 0,0 0-1525 0,0 0-620 15,-48-67-272-15,40 63 48 0,0 4 60 16,0-2-72-16,4 2-112 0,-4 0-100 16,0 0-124-16,1 2-160 0,-6 4-52 0,5 1 48 15,-3 3-48-15,-2 6-36 16,2 6-100-16,-2 0-4 0,1 10-8 16,5 3-60-16,3 0-16 0,-1 0-48 0,5 0 64 15,0-7-88-15,0-6-40 0,9-6-84 16,-2 0-48-16,5-7-92 15,1-2-136-15,2-1-80 0,5-3-116 0,1-3-444 16,2-3-984-16,-7-3-1857 0,12-6-1807 0</inkml:trace>
  <inkml:trace contextRef="#ctx0" brushRef="#br1" timeOffset="106122.66">27575 686 3940 0,'0'0'1248'0,"0"0"-440"0,0 0 144 16,0 0 460-16,0 0 132 16,0 0-191-16,0 0-541 15,0 0-124-15,0 0-136 0,0 0-20 0,-40 38-36 0,36-16 36 16,-4 6-16-16,5 5-52 0,-2-2-20 16,5-2-232-16,0-1-76 0,0-9-136 15,0-3-92-15,0-7-172 0,8-6 8 0,0 1 68 16,0-4-12-16,8-4-316 0,0-5 152 15,0-4-196-15,3 1-12 0,-2-7 0 16,-2 3 88-16,6-3 48 0,-5 7 24 16,-1 2 144-16,-2 3 88 0,-2 7 180 15,5 7 152-15,-4 5 364 0,0 7 316 16,4 4-232-16,-8-1-244 0,4 7-12 16,-4 3 48-16,0-5-76 0,-4 9 36 15,-4 2 12-15,0 3 16 16,0 0-12-16,-8 3-32 0,0-2 12 0,-8-1-60 15,0-3 60-15,4-9-4 0,-3-4-60 16,-2-6-60-16,6-2-40 0,-2-8 52 0,5-4-4 16,-3-5-48-16,-2 0-184 15,2 0-60-15,-6-5-188 0,6-11-96 0,-1 0-236 16,4-6 124-16,0-7-104 0,0 1-152 16,4-1-20-16,4-3-364 0,0 1-136 15,4 2-472-15,8-3-285 0,-5 10-863 0,14-6-1800 16</inkml:trace>
  <inkml:trace contextRef="#ctx0" brushRef="#br1" timeOffset="106382.352">28212 746 3676 0,'0'0'5088'0,"0"0"-4128"16,0 0-344-16,0 0 585 0,0 0 387 15,-84 61-432-15,65-47-420 0,-1 7-244 16,4-3-156-16,4-2-20 16,4 3-76-16,4-6-64 0,0 3-40 0,4-7 0 15,0 4 52-15,12-4-64 0,0 1 12 0,0-1-12 16,7-2-108-16,-2 0 32 0,3-7 0 16,-1 0-48-16,2 0-96 15,-1 0-264-15,-1-7-164 0,5 0-208 0,0-2-476 16,1-4-664-16,-6 0-633 0,9-6-2615 15</inkml:trace>
  <inkml:trace contextRef="#ctx0" brushRef="#br1" timeOffset="106708.469">28519 342 4912 0,'0'0'3044'0,"0"0"-1892"0,0 0-284 0,0 0 977 0,0 0 43 15,0 0-620-15,0 0-588 16,0 0-192-16,-4 79-68 0,4-44 52 16,-4 7-12-16,4 6-40 0,-3 2-184 0,-1 2-112 15,-5 1-112-15,5-2-8 0,4-3-4 16,0-4-8-16,0-9-40 0,4-6-16 15,5-4-20-15,-2-3-40 0,1-6 48 0,4 1-8 16,0-9 8-16,0 3-172 16,0-9-212-16,4 2-140 0,-5-4 260 0,10-4 12 15,-5-3-288-15,3-7-460 0,2-5-556 16,-10 2-1097-16,6-11-2575 0</inkml:trace>
  <inkml:trace contextRef="#ctx0" brushRef="#br1" timeOffset="106942.206">28332 619 8052 0,'0'0'4037'0,"0"0"-4025"16,0 0 156-16,0 0-168 16,0 0 932-16,0 0 136 0,0 0-80 0,0 0-360 15,0 0-504-15,0 0-120 0,0 0 96 0,0-29 44 16,15 27 140-16,6-3 44 15,3-1-160-15,4 3-168 0,0 0-60 0,0 1-68 16,4-5 44-16,-4 3-104 16,3 1-316-16,1 0-240 0,0 0-404 0,-4 0-612 15,-1-4-945-15,-7 7-2083 0</inkml:trace>
  <inkml:trace contextRef="#ctx0" brushRef="#br1" timeOffset="107315.968">28869 698 8372 0,'0'0'1292'0,"0"0"-720"0,0 0 573 0,9 73 727 15,-5-50-436-15,0-1-708 0,0-3-460 16,3 0-156-16,2-6-24 0,-1-4-36 0,3-2-52 0,2-4-8 15,-1-3 4-15,-1 0-120 16,5-3 24-16,-4-7-28 0,4-6-20 16,0-3-92-16,-4-3-88 0,0 0 88 15,1-1 152-15,-10 4 88 0,1-3-152 0,-4 0 52 16,0 0 100-16,-7-4 104 0,-10 1-92 16,6 3 36-16,-6-1 92 0,2 7 12 15,-6 7 52-15,5-1 48 0,1 10-88 16,2 0 88-16,-2 0-52 0,-2 10-200 15,2 2-176-15,-2 7-12 16,6 4 48-16,-1 2-48 0,0 1-16 0,4-1-376 16,0 0-272-16,4 1-488 0,0-3-837 15,4-9-2203-15,0-1-932 0</inkml:trace>
  <inkml:trace contextRef="#ctx0" brushRef="#br1" timeOffset="107955.285">29308 517 3008 0,'0'0'6392'16,"0"0"-5024"-16,0 0-607 0,0 0 803 16,0 0 224-16,0 0-592 15,0 0-344-15,0 0-180 0,0 0-80 0,0 0-48 0,4 79-176 16,-4-56-208-16,0 2-60 15,0-2-40-15,0-7-60 0,4-1-124 16,0-8-132-16,0-1-200 0,4-3-196 0,4-3-44 16,4-3 184-16,4-7 12 0,0-2-28 15,3-4-64-15,-2-3 88 0,-5 3 148 16,-1 3 304-16,2 4-100 0,-10 2 104 16,1 4 48-16,0 3 352 0,-8 0 156 15,5 7 72-15,-5 1 148 0,0 6-212 16,-5 2-116-16,1 0-16 0,0 3 12 0,0 0-52 15,-3-4-120-15,7-2-144 16,0-7-80-16,0 1-64 0,0-7-20 16,0 0-28-16,0 0 0 0,7-4-60 15,1 1 48-15,5-3 0 0,-2 0 36 16,6-4-96-16,2 1 44 0,1-4 32 0,4 1 20 16,-1 2-64-16,2-3 152 0,-1 7 60 15,-4 3 40-15,-5 3 148 0,2 0 124 16,-6 6 60-16,1 7 0 0,-3-4 36 0,-6 7-12 15,5 0 20-15,-4 3-84 0,-4-3-76 16,4 3-120-16,-4-7-144 0,0 5-52 16,0-9-196-16,0 3-400 0,0-3-276 15,0-4-260-15,4-4-432 0,1 0-1492 16,2-4-3705-16</inkml:trace>
  <inkml:trace contextRef="#ctx0" brushRef="#br1" timeOffset="108107.984">30046 657 8400 0,'0'0'6025'0,"0"0"-5241"16,0 0-684-16,0 0 808 0,0 0 700 0,0 0-512 15,-60 73-836-15,47-64-260 16,2-2-444-16,3-4-260 0,-1 0-376 16,-2-3-524-16,7 0-1000 0,0-3-2773 0</inkml:trace>
  <inkml:trace contextRef="#ctx0" brushRef="#br1" timeOffset="108223.351">30065 470 9020 0,'0'0'2633'0,"0"0"-2057"15,0 0 308-15,0 0 600 0,0 0-324 16,0 0-404-16,92-7-468 0,-76 7-288 0,-1 4-568 16,6-4-716-16,-10 3-1120 0,13 0-3417 15</inkml:trace>
  <inkml:trace contextRef="#ctx0" brushRef="#br1" timeOffset="108407.003">30540 583 10904 0,'0'0'2233'15,"0"0"-1317"-15,0 0 400 16,-56 74 788-16,39-52-548 0,6-3-856 16,3-3-528-16,4 0-88 0,4-4-84 0,0 1 0 15,4 1-4-15,4-2 4 0,3 1-148 16,2-7-168-16,-2 3-176 0,6-5-40 15,-2 2-144-15,5-4-184 0,-4-2-568 16,0 0-1388-16,12 0-3413 0</inkml:trace>
  <inkml:trace contextRef="#ctx0" brushRef="#br1" timeOffset="108919.094">31312 571 1316 0,'0'0'2152'0,"0"0"3492"0,0 0-4092 15,0 0 197-15,0 0-305 0,20 77 84 0,-12-36-220 16,-4 12-436-16,-4 7-304 0,0 8 60 16,0 1 172-16,-4-1-300 15,-4-2-280-15,-4-2-144 0,1-5-28 0,-2-4-48 0,5-4-124 16,-3-14-144-16,6-5-76 15,-3-15 4-15,8-9-44 0,0-8-232 0,0-2-436 16,4-15-700-16,5-8-848 0,-5 3-1549 16,11-25-1483-16</inkml:trace>
  <inkml:trace contextRef="#ctx0" brushRef="#br1" timeOffset="109099.584">31408 571 9652 0,'0'0'2345'16,"0"0"-1421"-16,0 0-452 0,0 0 656 0,0 0 348 15,0 0-324-15,0 0-356 0,0 0-156 16,0 0-12-16,0 0-136 0,36 45-212 16,-36-26-212-16,0 3-68 0,0 0-208 15,-4 4-172-15,-4 2-208 0,-1-6-228 16,6-3-248-16,-5-3-216 0,8-6-72 16,0-8-416-16,0-2-1181 0,0 0-2619 15</inkml:trace>
  <inkml:trace contextRef="#ctx0" brushRef="#br1" timeOffset="109374.557">31591 727 6824 0,'0'0'2492'0,"0"0"-1212"16,0 0-251-16,0 0 663 0,0 0 108 15,24 69-264-15,-20-56-356 16,-4-1-304-16,4 2-324 0,0-7-220 0,0-5-248 16,4 2-84-16,0-4 0 0,4 0 16 15,3-6-16-15,6-4-68 0,7-9-116 0,-4 0-244 16,4-6-40-16,-4-2 148 15,-5 5 132-15,-3 3 16 0,-4 4 12 16,-8 2-4-16,-4 0 68 0,0 4 88 0,-4 2 8 16,-8 5 80-16,-4-2 20 15,1 4 196-15,-2 4-220 0,-3 5 60 0,5 7 84 16,-6-4-8-16,10 7-4 0,-1-6-132 16,0 3-76-16,8-7-196 0,0-3-484 15,0 1-364-15,4-4-864 0,0-3-1340 0,4 0-2905 16</inkml:trace>
  <inkml:trace contextRef="#ctx0" brushRef="#br1" timeOffset="109857.689">32065 298 10648 0,'0'0'1377'0,"0"0"-1097"0,0 0 720 15,0 0 800-15,8 67-204 0,-12-30-352 16,0 9-260-16,-4 4-160 0,1-2-224 0,3 2-296 15,-5-2-304-15,5-3-60 16,4-4-124-16,0-6-292 0,8-6-224 16,8-10-12-16,5-7 56 0,6-5 208 0,1-7 28 15,0 0-128-15,0-7 28 16,-4 1 272-16,-4 0 132 0,-1 6 68 16,-2 0 48-16,-10 3 308 0,5 6 424 0,-7 8 28 15,-1 1-80-15,-4 1-212 0,0 3-132 16,4 1-92-16,-4-5-12 0,3 2-220 0,1-8-12 15,4 2-132-15,4-6-28 16,8-2 148-16,0 1 0 0,0-3-40 0,8-1-44 16,-5 0-4-16,2-1 96 0,-1 5 4 15,-4 6 0-15,-8 0 196 0,-1 6 260 16,-2 3 20-16,-5 3-96 0,-4 4 0 16,0-4 8-16,-9 3-120 0,-6-2-156 0,-2 0-40 15,2-4 24-15,-6-3-48 16,-3-3-4-16,5-7-40 0,-5 1-8 15,0-3-44-15,0-7-96 0,0 2-40 0,8-2 124 16,-3-2-24-16,6-8-160 16,2-6-244-16,3 0 96 0,-1-3-244 0,5-3 352 15,4 0-96-15,8-3-16 0,9-5 0 16,7 5-36-16,4-3-292 0,7-1-368 16,5 4-168-16,-4-4-384 0,-5 9-2309 0,14-5-1939 15</inkml:trace>
  <inkml:trace contextRef="#ctx0" brushRef="#br1" timeOffset="110023.99">33062 1009 17297 0,'0'0'3140'0,"0"0"-2324"15,0 0-292-15,0 0-183 0,0 0-233 16,0 0-108-16,0 0-352 15,0 0-329-15,-92-21-479 0,76 16-656 0,-1 3-3008 16,-10 2-4841-16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5-30T08:37:35.833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1805 3232 8068 0,'0'0'8825'0,"0"0"-7945"0,0 0-880 16,0 0 0-16,0 0 236 0,0 0 740 15,0 0 136-15,15 91-452 0,-7-43-232 16,1 13-160-16,-2 9-12 0,1 12 9 0,0 13 39 16,-3 14-24-16,-5 8-76 0,0 4-44 15,0 2-148-15,-5-5 24 0,-3-7-36 16,0-12-84-16,4-10-16 0,-3-10 40 0,7-15-84 16,0-14-64-16,0-15-20 15,0-13-77-15,4-12-219 0,3-7-180 16,5-6-104-16,0-13-112 0,4-13-276 0,0-16-616 15,-4 7-2056-15,-4-44-4637 0</inkml:trace>
  <inkml:trace contextRef="#ctx0" brushRef="#br0" timeOffset="233.254">1796 3403 9380 0,'0'0'4749'0,"0"0"-4265"16,0 0-284-16,0 0 280 0,72-73 728 15,-52 64-176-15,8 2-276 0,4 7-200 0,-1 0-212 16,1 7-184-16,0 9-40 0,-4 3-68 16,0 7-52-16,-4 5-12 0,-8 7 8 15,-8 9 4-15,-4 7 212 0,-8 10-200 16,-8 2-12-16,-8 8-164 0,-4-4-328 16,0-4 112-16,-4-5 196 0,0-7 72 15,5-13-148-15,3-10-172 0,3-8-128 0,2-11-312 16,2-2-1340-16,-2-10-4413 0</inkml:trace>
  <inkml:trace contextRef="#ctx0" brushRef="#br0" timeOffset="518.443">2262 3607 7036 0,'0'0'6173'0,"0"0"-4789"15,0 0-652-15,0 0 540 0,0 0 516 16,88-7-668-16,-72 7-424 0,4 7-256 15,-4 2-148-15,-1 7-184 0,6 0-44 16,-5 6-64-16,-4 0-4 0,-1 7-48 0,-6-1-32 16,-1 5 36-16,-4-5-64 0,0 0-32 15,-4-9 72-15,4-3 64 0,-5-5 8 16,5-9 8-16,0-2 76 0,0 0-24 0,5-7-60 16,-1-8-48-16,4-4-88 15,-1-13 136-15,6-4-4 0,2-7-68 0,2-2 24 16,-2 1 36-16,2 2-256 0,-6 7-296 15,6 1-184-15,-6 2-304 16,6 3-784-16,-2 4-1164 0,1 6-1981 0,0-3-2435 16</inkml:trace>
  <inkml:trace contextRef="#ctx0" brushRef="#br0" timeOffset="800.164">2797 3677 4592 0,'0'0'6977'0,"4"72"-5517"15,-4-39-368-15,3-2 576 16,1 1 216-16,4-4-440 0,1-12-448 0,2-7-532 15,6-5-136-15,-2-4-36 0,9 0-12 16,0-10 84-16,4-9-143 0,4-3-221 0,-4-3 0 16,-1-5-317-16,1-1-135 15,-8 3-48-15,1 0 148 0,-10 1 48 0,1 2 72 16,-7 6 48-16,-5 0 120 0,-5 3 60 16,-7 1 4-16,1 4 136 0,-6 2 0 15,2 4 72-15,-5 5-12 0,3 0 84 0,2 2-100 16,-2 10-44-16,-2 2-4 15,3 5-120-15,0 0 32 0,4 0-44 16,0 0-172-16,4 0-108 0,4-3-368 0,0-4-220 16,4 1-712-16,0-6-1140 0,8-1-2057 15,8-6-2095-15</inkml:trace>
  <inkml:trace contextRef="#ctx0" brushRef="#br0" timeOffset="1070.081">3398 3682 8976 0,'0'0'2853'0,"0"0"-1381"0,0 0 252 16,0 0 248-16,0 0-364 0,0 0-524 0,0 0-424 16,0 0-332-16,0 0-120 15,80 32-16-15,-60-44 64 0,3-8-256 0,5 2-84 16,-7-5-292-16,3 1 8 0,-9 6-36 16,-2 1 100-16,-6 2 24 0,-3 3 96 15,-4 4 84-15,0-1 100 0,-8 1 60 16,-4 0-52-16,-3 0-8 0,-10-1 4 0,1 1 0 15,-4 2 96-15,5 1-28 16,-1 3 144-16,4 0-216 0,4 3-76 16,-4 3-120-16,8 5 60 0,-4-3-8 0,4 6-68 15,4-2-44-15,0 2-228 0,0-2-616 16,8-3-884-16,0 1-736 0,0-4-2637 16,4-2-1503-16</inkml:trace>
  <inkml:trace contextRef="#ctx0" brushRef="#br0" timeOffset="1217.335">3708 3594 3676 0,'0'0'7933'0,"0"0"-5949"0,88 22 316 0,-52-15 288 16,1-1-868-16,-2-6-780 0,-3 0-260 15,4-6-47-15,0-7-369 0,-1-1-264 16,1-5-12-16,1-2-280 0,-6-8-593 0,1 0-163 16,-4-2-544-16,-5-4-1116 0,-2 13-1916 15,-5-13-2137-15</inkml:trace>
  <inkml:trace contextRef="#ctx0" brushRef="#br0" timeOffset="1422.056">4151 3163 9820 0,'0'0'2485'0,"0"0"-1857"0,0 0-168 15,-28 75 924-15,21-34 164 16,-6 3-140-16,5 10-296 0,-3 7-204 16,2 3-176-16,-2 9-196 0,3 3-108 0,-5 7-136 15,6-1-147-15,-9 0-97 0,4-2-48 16,-4-7-4-16,0-7-4 15,0-1-125-15,-4-9-87 0,4-5-156 0,-4-4-76 16,4-5-60-16,-3-10-172 0,-2-4-116 0,1-6-312 16,-3-3-424-16,-5-6-672 15,4-7-2953-15,-24 1-3395 0</inkml:trace>
  <inkml:trace contextRef="#ctx0" brushRef="#br0" timeOffset="1783.087">1294 4479 9428 0,'0'0'2797'16,"0"0"-757"-16,120-6-164 0,-60 3-64 15,19-3-336-15,5-1-532 0,11 1-276 16,6-7 4-16,14 4-19 0,8-4-217 0,13-2-108 16,3-2-112-16,5 1-20 0,3 1 44 15,5 2 124-15,-2 1-4 16,-2-2-180-16,7 5-132 0,-3 2 0 16,-1 1-40-16,1 3-8 0,-4 0 0 0,-10 1-40 15,-5-3-68-15,-10 3-72 0,-8-2-96 16,-7 1-64-16,-9 0 4 0,-7 0-88 15,-8-4 36-15,-9 4 36 0,-11-3-120 0,-8 3-161 16,-8-4-671-16,-8 4-1112 16,-16-3-2696-16,0 0-3993 0</inkml:trace>
  <inkml:trace contextRef="#ctx0" brushRef="#br0" timeOffset="15999.194">2490 14624 11717 0,'0'0'5076'0,"0"0"-4416"0,0 0-660 16,0 0-12-16,0 0 12 0,0 0 420 16,79 6 88-16,-55-6-128 0,8 0-60 15,4-3 48-15,4 0 256 0,4-7-220 16,0 4-64-16,3 0-108 0,-7-5-48 0,4 6-52 16,-8-2-56-16,0 0 4 0,-5 5-80 15,-6 2 0-15,-5 0-4 0,-9 0 0 16,-3 0 0-16,-4 7-68 0,-4 7-28 15,0 9 100-15,-8 9 72 0,-7 9-72 16,-9 7-96-16,-8 3 24 0,-4 3 72 16,-4-1 4-16,-8 1 76 0,0-3-80 0,1 3-60 15,-5-6 56-15,0-4 4 16,4-2 0-16,0-4 0 0,9-7-56 0,7-7 52 16,8-6-52-16,8-3 56 15,7-8 12-15,2 0 36 0,7-7-44 0,0 3 56 16,4-3-60-16,8 0 8 0,7 3 40 15,9 0 184-15,4-1 12 0,8 2 37 16,0-4-29-16,0 0 4 0,3 0-16 0,-2 0 4 16,2-4-124-16,-3 2-48 15,-4-1-64-15,0 0-8 0,-4-3-48 16,-4 2-24-16,0-3 64 0,-9 4-184 0,5 1-88 16,-7-5-108-16,-2 4-109 0,-2-1-99 15,-2 4-64-15,-3-3-168 0,-4 0-304 16,5-3-480-16,-6-3-688 0,-3-1-2181 15,0-9-1943-15</inkml:trace>
  <inkml:trace contextRef="#ctx0" brushRef="#br0" timeOffset="16240.109">3347 14558 3740 0,'0'0'8377'0,"0"0"-5929"15,0 0-2004-15,0 0-344 16,0 0 480-16,0 0 236 0,-101 78 156 0,74-52-328 16,-1 5-288-16,-4 5-20 0,1-1-44 15,-6 6 28-15,1 3-148 16,1 4-24-16,-5-1-100 0,4 5-48 0,0-5-220 0,4 0-380 16,0-2 20-16,9-3-200 15,3-5 8-15,3-8-192 0,6 0-248 16,3-8-860-16,4-7-1021 0,4 2-1451 0</inkml:trace>
  <inkml:trace contextRef="#ctx0" brushRef="#br0" timeOffset="16700.903">3438 15221 5276 0,'0'0'8913'16,"0"0"-7689"-16,0 102-844 0,-5-55 288 16,5 10 700-16,-3 7-196 0,3 3-388 15,0 5-356-15,-4 2-100 0,4 1-20 16,0 2-64-16,-4-2-124 0,4-4 36 16,-4-11-80-16,0-10-76 0,4-11-4 0,-4-10-84 15,0-11 16-15,4-5-96 0,-4-9-236 16,4-4-168-16,-8-13-236 0,4-9-80 15,-4-13 72-15,1-12-268 0,-2-11-108 16,5-9-800-16,0-6-805 0,0 0-247 16,4 2 680-16,8 6 2364 0,5 11 508 0,6 3 868 15,1 9 16-15,-1 7 84 16,2 7-111-16,-1 2-65 0,-1 8-64 16,5-1-236-16,-3 3-156 0,-1 3-112 15,-1 1-284-15,2-2-100 0,-6 9-60 0,1-5-52 16,0 6 36-16,-4 4-24 15,0 0-40-15,-4 0-132 0,0 7-68 0,-4 5 100 16,0 8 52-16,-4 5-36 0,0 7-124 16,-8 2-208-16,0 1-16 15,-8-3 28-15,0-3-64 16,-4-3-12-16,-4-1-136 0,-4-6-328 0,-3-3-356 0,6-4-644 16,-22 1-3169-16</inkml:trace>
  <inkml:trace contextRef="#ctx0" brushRef="#br0" timeOffset="17373.309">1454 13605 7564 0,'0'0'2696'0,"0"0"-1123"0,0 0-141 15,0 0 180-15,0 0-76 0,0 0-240 0,0 0-184 16,0 0-292-16,63 72-132 0,-42-43-176 15,3 0-112-15,4 2-84 16,0 5-60-16,3-2-75 0,1 1 39 0,4 6-28 16,4 0-68-16,-1 4-28 0,2 0-96 15,-2-1 4-15,-3 1-4 0,3 0 0 0,-7-1-4 16,0-6-68-16,0 0-136 0,-8-7-56 16,-4-1-77-16,1-5-87 15,-6-6-108-15,-3-3-96 0,-4-7-176 0,-4-6-300 16,0 0-532-16,-4-3-768 0,0-3-2261 15,-4-6-611-15</inkml:trace>
  <inkml:trace contextRef="#ctx0" brushRef="#br0" timeOffset="19574.578">692 12315 3268 0,'0'0'3324'0,"0"0"-2208"0,0 0-532 0,0 0 1360 16,0 0-247-16,0 0-401 0,0 0-244 15,0 0-140-15,0 0-172 0,0 0-196 16,13-9-244-16,7 9 320 0,12 0 408 0,0 0-500 15,3 0-208-15,1 0-160 16,0 0 72-16,-4 0-72 0,0-3-12 16,-4 0-100-16,0 0 12 0,-8-4-60 0,-1 1-4 15,-3 3-4-15,-4-4-272 16,1 4-224-16,-6 0-344 0,-3 0-352 0,-4 3-440 16,0 0-1164-16,0 0-2465 0,-8 0-1711 0</inkml:trace>
  <inkml:trace contextRef="#ctx0" brushRef="#br0" timeOffset="19783.113">808 12416 5260 0,'0'0'4784'0,"0"0"-4152"0,0 0 181 0,4 84 495 0,1-50 408 16,2 4-316-16,-3 6-308 15,4 2-360-15,-4 4-176 0,0 2-148 0,-4 0-76 16,0 3-168-16,0-1-164 15,0-3-100-15,0-6-256 0,0-11-100 0,0-5 36 16,0-10-64-16,-4-3-300 16,4-3-512-16,-4-4-668 0,4-3-1129 0,-8-6-2439 15</inkml:trace>
  <inkml:trace contextRef="#ctx0" brushRef="#br0" timeOffset="19949.038">852 12881 7460 0,'0'0'3124'0,"0"0"-1451"15,0 0-421-15,83-42 168 0,-55 30-84 0,-3 6-452 16,-1-4-212-16,-5 3-128 0,1 5-248 16,-3-5-180-16,-2 3-116 15,-2 2-8-15,2 2-100 0,-7-3-336 0,0 3-388 16,0 0-300-16,-4 9-332 0,-4 4-904 16,0 12-2997-16</inkml:trace>
  <inkml:trace contextRef="#ctx0" brushRef="#br0" timeOffset="20151.68">860 13144 7900 0,'0'0'3012'0,"0"0"-1351"0,0 0-261 16,0 0-388-16,0 0-280 16,0 0-52-16,0 0 256 0,0 0 152 15,103-22-276-15,-71 12-296 0,-4-2-248 16,4 2-96-16,0-2-124 0,0-4-48 15,3 3-84-15,2 0-100 0,7 0-160 0,4 1-564 16,3-1-204-16,1 4-452 0,-12 3-1472 16,23-5-4249-16</inkml:trace>
  <inkml:trace contextRef="#ctx0" brushRef="#br0" timeOffset="20807.189">4223 13322 11057 0,'0'0'2764'16,"0"0"-2068"-16,0 0-364 15,0 0 260-15,0 0 612 0,0 0 200 16,0 0-356-16,0 0-456 0,-40 67-228 0,24-42-68 0,0 10 20 0,0 6-60 16,1 8-112-16,-6 3-136 15,-3 9 44-15,1 3-44 0,-1 3-8 16,-4-1 40-16,0 1-40 0,0 0-84 0,0-4-40 15,0-3 28-15,4-8-112 16,5-8-24-16,-2-6-72 0,6-10-164 0,2-2-192 0,6-11-132 16,-1-6-36-16,4-5-244 15,4-4-176-15,0-10-908 0,0 1-2373 16,0-20-1607-16</inkml:trace>
  <inkml:trace contextRef="#ctx0" brushRef="#br0" timeOffset="21145.945">4610 12258 16221 0,'0'0'2300'15,"0"0"-2300"-15,0 0-272 16,0 0 272-16,0 0 408 0,0 0 476 16,0 0-236-16,0 0-268 0,86-28-164 15,-53 21-20-15,-1 5-136 0,-5-5-8 16,1 1-48-16,0 0-4 15,-4-1-40-15,0 1-384 0,0 0-272 0,-4-1-140 0,-8 3-236 16,0-2-380-16,-4 4-1020 0,-5 2-2973 0,-3 0-3003 16</inkml:trace>
  <inkml:trace contextRef="#ctx0" brushRef="#br0" timeOffset="21341.465">4597 12404 11445 0,'0'0'1848'0,"0"0"-1152"0,0 0-136 16,-8 96 424-16,8-55 668 0,0 4-188 16,0 2-484-16,0 1-380 0,0-1-160 0,4 1-172 15,-4-1-84-15,0-2-184 0,0-4-148 16,0-3-280-16,0-6-168 16,0-7-104-16,0-6-88 0,0-6-100 0,0-6-432 15,0-7-880-15,0 0-2669 0,-4-7-1843 16</inkml:trace>
  <inkml:trace contextRef="#ctx0" brushRef="#br0" timeOffset="21670.383">4689 12783 12297 0,'0'0'1852'0,"0"0"-1412"0,0 0-108 16,0 0 348-16,0 0 400 0,80-19 100 16,-72 15-428-16,-1 4-392 0,2-7-240 0,-5 7-120 15,4-2-304-15,-8-2-336 16,0 4-92-16,0 0-24 0,0 6-124 0,-12 5-308 15,-1 4-768-15,-2 8-349 0,-1 2-127 16,-4 0 664-16,0 4 700 0,0-1 584 16,0-3 484-16,0-1 680 15,0-3 256-15,8 2 248 0,1-9 400 0,2 3-100 16,9-4-247-16,0-4-109 16,0 1-144-16,4-4-300 0,5 1-104 0,2-1 164 0,1-3 148 15,8-3-8-15,0 0-68 16,3 0-64-16,5-3-152 0,-3-3-148 15,3-4-72-15,-4-3-176 0,4 1-104 0,-4-8-100 16,-1 5 0-16,1-7-416 0,-4 0-576 16,4-3-436-16,0-2-492 0,-8 5-2180 15,3-6-4433-15</inkml:trace>
  <inkml:trace contextRef="#ctx0" brushRef="#br0" timeOffset="21909.678">5402 11808 11729 0,'0'0'5000'0,"0"0"-4204"0,0 0-672 15,0 0 100-15,0 0 444 0,0 0 816 0,0 0-300 16,0 0-700-16,0 79-275 0,5-44-37 15,-1 9 20-15,-4 4-192 16,0 6-64-16,0 3-240 0,0 1-169 0,0 2-163 0,-9 3-240 16,1-3-452-16,4-10-1212 0,-7 21-3953 15</inkml:trace>
  <inkml:trace contextRef="#ctx0" brushRef="#br0" timeOffset="35181.515">6984 3156 8444 0,'0'0'3129'0,"0"0"-957"0,0 0-1384 16,0 0-372-16,0 0 400 0,0 0 304 15,0 0-312-15,0 0-288 0,92 38-28 16,-60-36 60-16,7 2-48 0,1-4-224 0,8 0-60 16,4-4-144-16,-1 2 104 0,1-8 16 15,1 3-148-15,-6 1-4 0,1-2-44 16,-5 1-4-16,-3 0-8 0,1 4-72 15,-10 3 80-15,-3 0-80 0,-3 0 76 16,-10 3-68-16,-4 6-44 0,-2 4 52 16,-1 7 68-16,-4 2 0 0,-4 10-8 15,0 5 8-15,0 11-112 0,-4 6 64 16,-4 7-76-16,-1 3-32 0,6 2 104 0,-5 0 40 16,0-2 0-16,1-1 8 0,-2-2 4 15,1-6 72-15,4-5-60 0,-3-9 0 16,2-3 0-16,1-9 36 0,0-4-48 15,4-8-8-15,0-9-52 0,0-5-28 16,0 0 28-16,0-3-16 0,-4 0-192 0,4 0-112 16,-4-6-112-16,0 0-200 0,1-3-388 15,-6-4-820-15,1 0-1044 16,-11-12-2765-16</inkml:trace>
  <inkml:trace contextRef="#ctx0" brushRef="#br0" timeOffset="35358.343">7259 3813 10408 0,'0'0'1621'0,"0"0"-1249"16,0 0 420-16,0 0 544 0,79-25-52 15,-51 19-216-15,4-5-300 16,0 5-284-16,0-3-212 0,-4-1-88 0,-4 6-184 16,-4-1-36-16,-1 5-64 0,-2 0-256 15,-6 0-660-15,-3 0-152 0,-3 12-64 16,-5 2-420-16,0-2-1333 0,-9 14-2955 0</inkml:trace>
  <inkml:trace contextRef="#ctx0" brushRef="#br0" timeOffset="35555.959">7104 4194 6384 0,'0'0'2272'0,"0"0"-1068"0,0 0-3 15,0 0 95-15,0 0-4 0,0 0 0 0,79 9-160 16,-43-9-104-16,0-2-236 15,8-5-112-15,-5-3-212 0,6 1-136 0,-2-4-188 16,-3 0-144-16,4 4 0 16,-4-1-284-16,-1 1-604 0,2 2-136 15,2 5-76-15,2-1-360 0,-14 3-984 0,17 0-4309 16</inkml:trace>
  <inkml:trace contextRef="#ctx0" brushRef="#br0" timeOffset="36068.371">9024 3013 5288 0,'0'0'8989'16,"0"0"-8329"-16,0 0-548 15,0 0 316-15,0 0 252 0,0 0 148 0,67 85 324 16,-59-46-228-16,-3 6-348 0,-1 5-208 16,-4 10-124-16,-9 4-96 0,-6 6-92 15,-9-1-52-15,-4 4-8 0,0 0 0 16,-8-5 4-16,4-9 36 0,4-8-36 0,-4-6 72 16,0-11-8-16,1-2-4 15,3-9-60-15,4-11 0 0,0-6-48 0,4-6 0 16,0 0-28-16,4-12-104 0,5-7-200 0,-2-4 72 15,2-2-36-15,-2-7 100 16,5 1 144-16,5 3-72 0,3-2 76 16,0 5 84-16,3 2-40 0,5 5 48 0,1 5-68 15,2 0 20-15,1 4 52 16,4 3 112-16,0 6 148 0,4 0-4 16,4 0-44-16,0 6-68 0,8 1-80 0,0 5 108 0,0 1-28 15,4 6 4-15,-5-3-36 16,5 6-104-16,0 1 48 0,-4-2-56 15,-4 5-4-15,3-4 0 0,-6 4-40 0,-1-5-20 16,0 2 52-16,-5-4-108 0,1 4-100 16,0-8-248-16,-4 1-96 15,1 0-228-15,-2-7-100 0,-3 1-88 0,0-4-644 16,-4-3-1572-16,-4-3-4253 0</inkml:trace>
  <inkml:trace contextRef="#ctx0" brushRef="#br0" timeOffset="36766.294">11211 3273 5032 0,'0'0'4096'0,"0"0"-3204"16,0 0 1845-16,0 0-929 0,0 0-384 16,0 0-496-16,0 0-344 0,-99 57-100 15,63-28-76-15,0 3-76 0,0 3-24 16,4-1-124-16,4-2-36 0,5-3-12 0,6-8-52 16,10 0-76-16,3-9-4 15,4 1-4-15,8-7-84 0,7 0-4 0,5 1 88 16,8-1 0-16,8 0 8 0,0 4 40 15,4-4-48-15,-8 4 12 16,0-4-4-16,0 3-4 0,-13 4 56 0,1 0-52 16,-3 3 52-16,-10-1 4 0,1 2 8 15,-4 1-12-15,-4-2 76 0,0 0 36 0,0-4-16 16,-4 5 16-16,-7-7-12 0,2 2-64 16,-3-5-36-16,-3 2-60 0,-2-6-40 15,1 3-92-15,4-6-64 0,1 0-48 16,-2 0-136-16,2-6-196 0,3-3-136 15,-1-4-268-15,2-6-408 0,7 2-1252 16,0-14-3241-16</inkml:trace>
  <inkml:trace contextRef="#ctx0" brushRef="#br0" timeOffset="37091.394">11630 3495 9168 0,'0'0'2093'16,"0"0"-781"-16,0 0 496 0,19 73 16 0,-19-45-128 15,0 2-144-15,0-5-464 0,-7 1-272 16,7-5-243-16,-4-7-245 0,4-5-184 16,0-7-144-16,4 2-84 0,3-4-24 15,2 0 0-15,3-10-76 0,3-5-109 0,5-5-107 16,1-5-100-16,-2-3-48 0,5-1-4 16,-8 4 136-16,0-1 108 0,-4 4 76 15,0 4-104-15,-4-2-20 0,-1 4 60 16,-2 7 208-16,-5-1 12 0,4 10 64 0,0 0-176 15,0 0 188-15,0 10 396 0,3 5 136 16,2 4 96-16,3 4-112 0,-5 2-76 16,-3 0-12-16,5 4 72 0,-5-3-24 15,3-1-136-15,-3-3-184 0,4-3-156 16,-3-2-124-16,3-3-204 0,3-3-244 16,-3-3-220-16,8-4-168 0,5-4-284 15,-2 0-820-15,1-4-2829 0,4-11-4895 16</inkml:trace>
  <inkml:trace contextRef="#ctx0" brushRef="#br0" timeOffset="37316.074">12474 3460 12585 0,'0'0'1872'0,"0"0"-1168"16,0 0 396-16,0 0 280 0,-99 57 100 0,71-32-144 15,0 8-372-15,8-5-359 16,4 4-253-16,4-3-132 0,4-1-112 0,8-3-60 15,0-5-48-15,8-5-120 0,4-2 24 16,9-7-40-16,2-6-116 0,9-3-4 16,-1-13-97-16,5-9-147 15,1-4-244-15,2-5-196 0,-3-7-304 0,-4 2-420 16,4-5-1140-16,-12 13-2681 0,11-24-1947 16</inkml:trace>
  <inkml:trace contextRef="#ctx0" brushRef="#br0" timeOffset="37628.221">12777 2933 7524 0,'0'0'5613'0,"0"0"-4885"0,0 0-476 16,0 0 444-16,0 0 576 0,-4 95 476 15,-3-53-272-15,-2 2-604 0,1 5-252 16,4 1 136-16,-3 1-147 0,-2 2-209 16,1-1-196-16,4-2-152 0,-3-2-52 15,3-6-96-15,4-9-180 0,0-7-64 0,0-10 84 16,8-9-49-16,3-7-35 0,6 0-12 15,2-14 60-15,1-4-40 0,0-4-48 16,0-3 16-16,0 2 68 0,0 4 112 16,-4 3 84-16,0 10 16 0,-4 6-4 15,-1 0 88-15,2 6 148 0,-2 10 184 0,-3 3-12 16,1 4 32-16,-2 2-56 0,-3 1-52 16,-4-1-24-16,4 3 36 15,-4 1-100-15,4-7-92 0,0 0-60 0,-4-2-4 16,9-6-160-16,-2-3-376 0,1-5-516 15,5-4-636-15,-6 2-2064 16,9-4-3881-16</inkml:trace>
  <inkml:trace contextRef="#ctx0" brushRef="#br0" timeOffset="38042.04">13685 3530 1684 0,'0'0'2372'0,"0"0"3588"0,0 0-3939 15,0 0-245-15,88 47-156 0,-52-33-92 16,8-5-260-16,0-6-444 0,0-3-480 15,-1 0-172-15,-3-7-124 0,4-5-48 16,0-7 0-16,-4-4 0 0,-4-2-344 0,0-6-296 16,-5-1-348-16,1-6-244 0,-4 4-796 15,-12 4-2429-15,-4-8-3691 0</inkml:trace>
  <inkml:trace contextRef="#ctx0" brushRef="#br0" timeOffset="39099.997">14061 3130 7564 0,'0'0'2772'16,"0"0"-623"-16,3 102-225 0,-3-52-44 15,0 14-224-15,0 0-180 0,0 2-364 16,0-2-272-16,-8-1-363 0,4-6-369 16,0-5-108-16,4-12-84 0,0-8-245 15,0-9-159-15,13-17-12 0,6-6-36 16,9-19-52-16,4-12-360 0,7-11-448 15,2-12-488-15,-2-6-284 0,-3-5 35 16,-4 2 429-16,-8 0 876 0,-4-4-44 16,-4-3-780-16,-4 1-900 0,0 3-148 0,-4 4 2700 15,-1 12 1264-15,2 12 1644 0,-5 13-124 16,0 8-400-16,0 11-615 0,-4 6-413 0,0 10-212 16,0 5 160-16,0 10 36 15,-4 14-368-15,-4 8-280 0,-1 8-4 16,-6 8 120-16,3 1-64 0,-4 6-184 0,4-1-48 15,0 1-231-15,0-3-125 16,4-7-152-16,4-6-4 0,4-13-72 16,0-9-36-16,12-10-64 0,0-8-133 0,4-9 13 0,3-5-24 15,6-9 36-15,3-10 36 16,0-4-36-16,-1-5 12 0,-2-4 36 16,3 7-40-16,-9 3 88 0,5 6 72 0,-4 6 16 15,0 3-4-15,-8 7 40 0,4 0 56 16,-4 7 4-16,4 5 256 0,-9 2 40 15,6 2 36-15,-5 3-52 0,-1-4-24 16,2 2-84-16,2-5-68 0,1-3-104 16,1-2-100-16,-2-3 28 0,6-4-124 15,-2-4-232-15,5-9-184 0,0 0-204 16,0-2-372-16,4 2-104 0,-9-3 84 0,6 4 348 16,-10 2 376-16,6 4 240 15,-6-1 244-15,2 3 104 0,-6 2 264 31,1 2 356-31,-4 0 36 0,0 0-92 16,1 0 0-16,-1 0-8 0,-4 6 12 0,0 1 32 0,0 2 96 16,0 7 32-16,0 3-148 0,-4 7-172 0,-1-5-160 0,1 4-132 15,0-6-99-15,0 4-109 0,4-6 36 0,0-8-44 0,0 1-4 16,4-8-24-16,0-2-157 16,9-2-3-16,-2-11-72 0,9-7-60 15,5-6-108-15,-2-4-212 0,5-5-136 16,4-4 108-16,-4-3 84 0,3-2-152 15,1-3-144-15,-4-7-68 0,0-3-92 0,-4-10 96 16,0 0 84-16,-4 1-116 16,0 2 508-16,0 10 464 0,-4 10 232 15,4 8 128-15,-5 15 244 0,-2 9 112 16,-1 5 36-16,-5 7-96 0,-3 7 180 0,1 7 236 16,-5 12 8-16,0 3 36 0,0 9-156 15,0 3-20-15,-5 6-76 0,5 5-95 16,0 2-129-16,0 3 12 0,0-1 88 15,9-1-392-15,-2-1-288 0,1 0-60 16,5-6-48-16,-2-1-36 0,5-5-84 0,0-5 24 16,-4-5-64-16,4-3 52 0,-4-8 0 15,0-7-112-15,-4-1-20 0,-4-10-52 16,0 0-60-16,-4-3 36 0,-4-6 47 16,-4-4-167-16,-8-7-200 0,-4-4-248 0,-8-5-224 15,0-2-8-15,-7-4 100 0,-2 0 312 16,1 4 248-16,1 2-132 15,11 5 64-15,4 4 572 0,8 8 52 0,4 5 480 16,8 4-340-16,0 0 48 16,0 0 176-16,12 0 304 0,4 0 260 15,4 0 36 1,12 0-148-16,4-10-192 0,3 2-296 16,10-12-284-16,2 1-96 0,5 0-172 0,0-6-380 0,-4 6-248 15,3-3-428-15,1 0-540 0,-16 9-3001 0,11-6-5243 16</inkml:trace>
  <inkml:trace contextRef="#ctx0" brushRef="#br0" timeOffset="46901.631">17598 3067 3148 0,'0'0'664'0,"0"0"1188"15,0 0 2524-15,0 0-2711 0,0 0-473 0,0 0-160 16,0 0-120-16,0 0-172 16,0 0-108-16,24-3-68 15,-4 3 204-15,8 0-72 16,0 6-92-16,8 0-140 0,-4 4-68 0,0-1-56 16,-1 1 16-16,1-1 20 0,-4-2 16 0,4-1-64 0,0 0-148 0,-4-2-80 15,0-4-40-15,0 0-60 0,-5 0-4 16,-3 0-68-16,-3 0-136 15,-6 0-180-15,1 0-184 0,-7-4-212 0,-2 4-272 16,1 0-428-16,-4 0-584 0,0 0-832 16,-4 0-1605-16,-12 0-311 0</inkml:trace>
  <inkml:trace contextRef="#ctx0" brushRef="#br0" timeOffset="47114.942">17777 3171 4028 0,'0'0'900'0,"0"0"-328"0,0 0-24 15,0 0 3932-15,-24 83-2743 0,24-51-269 16,0 3-252-16,0 3-60 0,-4 6 8 16,4 1-60-16,-4-1-304 15,-3 1-324-15,-1 0-132 0,-1-1-124 16,2 0-160-16,-5-2-60 0,4-8-48 0,0 2-60 16,4-8-236-16,0-9-60 0,0-3-160 15,4-4-192-15,-4-2-272 0,4-4-316 16,0-6-704-16,0 4-925 0,-9-4-1735 15,6 0-1180-15,-9-7 5888 0</inkml:trace>
  <inkml:trace contextRef="#ctx0" brushRef="#br0" timeOffset="47311.595">17634 3695 5440 0,'0'0'4212'16,"0"0"-2779"-16,0 0-609 0,0 0 48 0,0 0 516 15,83-3-152-15,-62 3-276 16,-6 0-188-16,5 0-128 0,1 0-148 0,-2 0-224 15,1 0-188-15,0 0-84 0,0 0-44 16,-4-3-140-16,0 3-424 0,-4 0-260 16,0 0-136-16,-5 6-152 0,-2 1-396 15,-1 5-833 1,-4-3-1939-16,-9 10-936 16</inkml:trace>
  <inkml:trace contextRef="#ctx0" brushRef="#br0" timeOffset="47522.193">17654 3949 1592 0,'0'0'1500'0,"0"0"-472"0,0 0 1356 16,0 0 160-16,0 0-591 0,0 0-593 16,0 0-400-16,0 0-196 0,-16 26-68 0,20-23-4 0,8-3 24 15,0 0 112-15,4 4-48 0,4-4-208 16,-1 0-180-16,5 0-84 0,4 0 24 16,0 0-112-16,4 0 0 0,0 0-132 15,4 0 12-15,-1 0-100 0,2-4-84 0,-1 1-88 16,0 3-332-16,-5 0-184 15,-3 0-40-15,0 0-116 0,-4 0-96 16,0 0-396-16,-4 0-876 0,-9 0-2021 0,2 0-1859 16</inkml:trace>
  <inkml:trace contextRef="#ctx0" brushRef="#br0" timeOffset="48410.921">18730 3512 5592 0,'0'0'2848'0,"0"0"1769"0,0 0-3369 16,0 0-808-16,0 0 256 16,0 0 524-16,0 0 8 0,0 0-252 0,0 0-312 15,80 2-236-15,-65-2-100 0,5 3-84 16,1-3-156-16,2 4-88 0,-3-4-44 15,0 0-20-15,0 0-80 0,0 0-296 0,-9 0-284 16,6 0-224-16,-6 0-204 0,-3 2-468 16,1 2-1208-16,-5-1-2505 15,-4 4-1619-15</inkml:trace>
  <inkml:trace contextRef="#ctx0" brushRef="#br0" timeOffset="48600.715">18821 3749 8360 0,'0'0'1556'0,"0"0"-976"0,0 0 273 0,0 0 671 16,0 0-48-16,0 0-276 0,0 0-268 15,0 0-196-15,80 54-156 0,-52-50-184 16,4-4-208-16,4 0-188 0,0 0 0 16,-1-4-188-16,5-3-604 0,0 5-432 15,-4-1-592-15,-8 0-2205 0,4-1-4215 0</inkml:trace>
  <inkml:trace contextRef="#ctx0" brushRef="#br0" timeOffset="50060.199">9574 3438 7172 0,'0'0'1116'0,"0"0"-440"16,0 0-172-16,0 0-116 0,0 0 1557 15,0 0-713-15,-88 35-344 0,68-16-316 16,4 6-4-16,-4 0-112 0,5 8-108 0,2-1-120 16,2 2-72-16,3 2-44 0,-1-4 24 15,9-1 28-15,0-3-52 0,0-2 12 16,9-4-76-16,2-3 116 0,1-3-164 15,1 0-12-15,2-6 0 0,-6-1-100 0,6-3 60 16,-7-3-72-16,4-3 36 0,0 0-36 16,-4 0-268-16,0 0-260 15,4-3-144-15,-4-3-12 0,4-3-456 16,-4-1-869-16,-4 3-2103 0,0-2-1348 0</inkml:trace>
  <inkml:trace contextRef="#ctx0" brushRef="#br0" timeOffset="50250.314">9454 3759 6564 0,'0'0'2932'16,"0"0"-1071"-16,0 0-361 15,0 0-276-15,0 0-264 0,0 0-4 0,0 0-16 16,0 0-244-16,96 0-176 0,-72 0-172 16,0 0-176-16,-5 0-76 0,5-7-96 15,1-3-56-15,-6 2-192 0,5-3-404 0,-4 2-268 16,1-3-312-16,-2-1-560 15,-7 1-2569-15,4-8-3411 0</inkml:trace>
  <inkml:trace contextRef="#ctx0" brushRef="#br0" timeOffset="50465.672">9905 3375 8160 0,'0'0'2236'16,"0"0"-575"-16,0 0-25 0,0 0-80 0,0 0-160 16,83 7-436-16,-63-18-380 0,-4 3-296 15,4-9-272-15,0 1-12 0,-1 0-344 16,-2 0-460-16,-2 4-268 0,2-1-292 16,-6 0-884-16,-2 7-2481 0,-1-3-1591 15</inkml:trace>
  <inkml:trace contextRef="#ctx0" brushRef="#br0" timeOffset="50670.813">9976 3349 6260 0,'0'0'1912'0,"0"0"-320"16,0 0 345-16,0 67 95 0,0-42-312 0,4 7-252 16,-4 0-448-16,0 5-244 15,0 3-188-15,0 4-132 0,0 3-248 16,-8 1-172-16,1-1-36 0,2 1-96 0,-3-7-88 15,4-3-220-15,0-5-88 0,4-15-64 16,0-1-100-16,0-9-104 16,0-1-368-16,0-3-692 0,0-2-944 0,0-2-1525 15,0 0-135-15</inkml:trace>
  <inkml:trace contextRef="#ctx0" brushRef="#br0" timeOffset="50808.283">9937 3845 4424 0,'0'0'2812'0,"0"0"-556"16,0 0-459-16,0 0-53 15,79-29-360-15,-59 26-336 0,4 0-4 0,-1 0-136 16,-2-1-188-16,3 2-240 0,-5-3-328 0,-3 3-152 16,1-1-136-16,-9 0-196 15,3-1-448-15,-7 4-376 0,0 0-548 16,-4 0-2321-16,0 12-3055 0</inkml:trace>
  <inkml:trace contextRef="#ctx0" brushRef="#br0" timeOffset="51019.239">9916 4079 8512 0,'0'0'2689'0,"0"0"-1073"15,0 0-124-15,0 0-32 16,0 0-140-16,0 0-144 0,0 0-80 0,84-9-240 16,-60 3-308-16,4-4-228 0,3-2-176 15,1-1-136-15,-4 0-8 0,4 0-96 16,0-2-88-16,0-2-304 0,4 5-244 0,0 2-252 15,0 1-240-15,-4-1-524 16,-4 8-1180-16,3-5-3937 0</inkml:trace>
  <inkml:trace contextRef="#ctx0" brushRef="#br0" timeOffset="52931.587">19650 3311 5004 0,'0'0'1728'15,"0"0"2777"-15,0 0-2761 0,0 0-436 0,0 0-256 16,0 0-96-16,0 0-108 0,0 0-64 16,0 0 140-16,0 0-140 0,88 16-208 15,-56-9-124-15,3-1-52 0,10 0-8 0,-6-3-52 16,9 0-47-16,0 1-65 0,4-4-20 16,-5 0-88-16,2 0 12 0,-2 0-72 15,-7 0-60-15,0 0-44 0,-8-4 40 16,-4 4-4-16,-4 0-76 0,-5 0 36 0,-2 0-48 15,-10 0-52-15,1 0-92 16,-4 0-52-16,-4 4-37 0,0-4 37 16,0 7 36-16,-12 1 88 0,1 5-52 0,-10 6-36 15,-7 4 12-15,-3 2-28 0,-5 3 40 16,-9 2 0-16,6 1 36 16,-13 4-28-16,5 0 4 0,-9 3 36 15,3 3 72-15,2-3 12 0,-1 3 60 0,4-2 40 16,5-1 100-16,7-4-40 0,4-1 128 0,4-5 56 15,4-3 0-15,9-2-44 0,2-8-28 16,5 1-28-16,8-6-8 16,0-1 12-16,0 1-28 0,12-1 76 0,0 1-12 15,8-4 36-15,4 0 108 16,4 1-72-16,4-4 60 0,3 0-36 0,1-3-35 16,5 0 19-16,-2-3-44 0,-3-2-28 15,4-2-32-15,0 0-16 0,-4 1-48 16,-1-4 12-16,1 4-36 15,0 3-68-15,-8 0-4 0,0-1-60 0,-4 1-36 0,-4 0-84 16,-5 0-148-16,-2 3-84 16,-1 0-49-16,-9 0-75 0,5 0-120 15,-3 0-128-15,-5 0-220 0,0-3-544 0,4 0-620 16,-4-1-1760-16,0-8-2053 0</inkml:trace>
  <inkml:trace contextRef="#ctx0" brushRef="#br0" timeOffset="53273.156">20527 3445 888 0,'0'0'5216'0,"0"0"-4280"0,0 0-348 15,0 0 356-15,0 0 2313 0,0 0-1049 0,0 0-832 16,0 0-456-16,0 0-268 16,0 0-180-16,-80 34-40 0,56-15-48 0,0 4 0 15,-4 2-52-15,-4 4-112 16,0 3-36-16,-7 2-124 0,3 4 28 0,-4 4-40 0,0 0 24 16,0-2-72-16,5 2-28 15,-1-8 20-15,4 1-56 0,0-3-84 0,8-7-84 16,0 0-224-16,8-5-148 0,0-4-4 15,5-3-112-15,7-7-172 16,-1-3-240-16,1 0-724 0,0-3-909 0,4 3-1975 16,0-3-667-16</inkml:trace>
  <inkml:trace contextRef="#ctx0" brushRef="#br0" timeOffset="53651.04">20591 4007 4060 0,'0'0'6965'16,"0"0"-6013"-16,0 0-720 15,-37 77 268-15,26-56 368 0,3 2 412 0,0-2-188 16,-1-2-460-16,2 1-260 0,3-1-84 15,0 0-104-15,0 0 4 0,-1 3 24 16,1 0 20-16,1-2 40 0,-1 2 52 0,4 0-20 16,-4 3 28-16,0 4-48 15,0-1-64-15,0 4-48 0,-4 3-24 16,4-1 8-16,0 2-68 0,-4-1 20 0,4-4-36 16,0 1-64-16,4 0 4 15,-4-6-12-15,4-7-72 0,0-7 12 16,0-3-12-16,0-5-100 0,0-4-292 0,0 0-28 15,0-6-172-15,0-1-152 0,0-10-104 16,0-4-296-16,4-8-684 0,-4-3-788 0,4 4-1925 16,-4-16-679-16</inkml:trace>
  <inkml:trace contextRef="#ctx0" brushRef="#br0" timeOffset="53896.116">20518 4134 808 0,'0'0'7040'15,"0"0"-5136"-15,0 0-780 0,56-70 161 16,-39 54 159-16,2 0-188 0,1 0-236 0,1 3-292 15,-6 4-180-15,1-1-100 16,0 4-16-16,0-1-84 0,-4 4-104 16,-1 3-44-16,-2 0-16 0,-5 0-36 0,0 0-40 15,-4 7-96-15,0 0 52 0,0 5 68 16,-4 4 92-16,-5 0-68 0,-6 6-32 16,-2-3-124-16,2 0-72 0,-5 0 20 15,4-7-132-15,0 1-84 0,-3-3-100 16,2-4-100-16,6 1 84 0,-6-4-84 15,6-3-68-15,-2 0-96 0,2 0-324 16,3-3-372-16,4-4-684 0,0 3-1033 16,4-10-2099-16</inkml:trace>
  <inkml:trace contextRef="#ctx0" brushRef="#br0" timeOffset="56059.729">22264 3175 5684 0,'0'0'4028'0,"0"0"-2387"0,0 0-25 15,0 0 148-15,0 0-224 0,0 0-232 16,0 0-208-16,32 70-204 0,-28-36-224 16,-4 4-96-16,0 8-188 0,0 1-192 15,-4 3-76-15,-8 2-24 0,0 1-36 16,-4-2 16-16,-4 0-76 0,0-4 12 16,0-2 145-16,0-1-9 0,0-5-88 15,-3-4 0-15,-5-3 0 0,4-7-12 16,-4-3-48-16,3-7 0 0,1-2-144 15,1-6-124-15,3-7-133 0,5 0 85 0,2-7-64 16,5-6-56-16,1-2 20 0,-2-7 12 16,5-7 48-16,0 1-52 15,0-4 28-15,0 0-252 0,4 3 260 0,0 4 100 16,0 3 124-16,4 8 96 0,4 3-124 0,1 1 96 16,6 6 80-16,2 1 248 15,-2 0 52-15,9 3 60 0,-5 3-100 0,2 4 72 16,3 3 16-16,-4 1-68 0,-1 3-92 0,2-2-16 15,-1 4-40-15,-1-4-32 16,-2 5-100-16,2-1-4 0,-3 0-8 16,0 3-32-16,4-4 40 0,-4 2-128 0,0-8-436 15,0 0-320 1,0-6-168-16,0 1-644 0,-4-1-1316 0,12-6-3269 0</inkml:trace>
  <inkml:trace contextRef="#ctx0" brushRef="#br0" timeOffset="63914.588">21304 3016 5672 0,'0'0'1728'0,"0"0"3309"0,0 0-3737 16,0 0-424-16,0 0-144 0,0 0 56 15,0 0 40-15,0 0-156 0,-24 41-76 16,24-19 180-16,0 7-164 0,0 7-184 0,0 4-96 16,0 8-136-16,-4 2-28 0,-4 8 16 15,-1 5-64-15,-2 7-76 0,3 3-44 16,-4 7-4-16,4 3-108 0,4-1-60 15,4 0-96-15,0-6-96 0,8-6 56 16,8-10-56-16,7-5-104 0,9-14-48 0,9-15-188 16,10-11-256-16,5-8-608 0,-8-7-1340 15,27-22-2857-15</inkml:trace>
  <inkml:trace contextRef="#ctx0" brushRef="#br0" timeOffset="64182.478">23188 3194 7916 0,'0'0'8025'0,"0"0"-7181"16,0 0-840-16,0 0 380 0,0 0 312 16,0 0 268-16,80 85-32 0,-64-55-408 15,4 1-132-15,-1 4-64 0,2 6-192 16,-1 3-64-16,-5 5-12 0,-2 1-60 15,-5 4-144-15,-5 3-148 0,-3 3-16 0,-7-2-20 16,-14 2-4-16,-3-3-20 16,-4 3-16-16,-7-2-224 0,-5-4-136 15,-4-1-92-15,-4-1-120 0,0-5-444 0,-7-3-1356 16,15-15-3273-16</inkml:trace>
  <inkml:trace contextRef="#ctx0" brushRef="#br0" timeOffset="65045.794">10395 5842 10496 0,'0'0'3017'0,"0"0"-2053"16,0 0-748-16,0 0 212 0,0 0 476 16,0 0-24-16,99-3 28 0,-55-7 76 15,4 1-232-15,8-4-188 0,-5 0-140 16,5-3-116-16,-4 1-140 0,4-1-108 0,-9 0-60 15,2 0 0-15,-6 4-72 16,-7-2-196-16,-4 2-220 0,-4 2-268 16,-8 4-228-16,-5-1-132 0,-6 7-424 0,-9 0-976 15,0 3-2229-15,-13 13-387 0</inkml:trace>
  <inkml:trace contextRef="#ctx0" brushRef="#br0" timeOffset="65218.388">10713 5931 6064 0,'0'0'1576'0,"0"0"1544"0,0 0-1823 16,0 0-117-16,0 0 176 0,0 0 20 0,0 0-288 16,111 37-168-16,-70-37-168 0,-2-5-176 15,6-8-244-15,2-3-208 16,-7-3-124-16,4-4-12 0,-1 1-184 0,-3-6-112 16,1-1-148-16,-6 1-764 0,-3-1-496 0,-8 7-1452 15,-8-9-5037-15</inkml:trace>
  <inkml:trace contextRef="#ctx0" brushRef="#br0" timeOffset="65481.858">11099 5361 9412 0,'0'0'4125'0,"0"0"-3541"15,0 0 64-15,92-8 208 0,-55 8 36 16,2 0-92-16,-3 0 4 15,4 8-212-15,0-1-248 0,-4 6-148 0,-1 7-132 16,-3 2-20-16,0 3-44 0,-8 11 0 16,-8 1-64-16,-4 3-20 0,-8 12-28 15,-4-1-72-15,-4 7 24 0,-8 1 36 16,-4 2 64-16,-4-5 48 0,0 2-100 16,4-4-84-16,-4-7 60 0,5-8-212 15,-2-11-220-15,9-5-256 0,1-11-412 0,-1-5-932 16,8-7-2605-16,-5-3-2687 0</inkml:trace>
  <inkml:trace contextRef="#ctx0" brushRef="#br0" timeOffset="66319.073">13546 5381 8644 0,'0'0'1008'0,"0"0"633"15,0 0-741-15,0 0 44 0,0 0 176 16,0 0 80-16,0 0-144 0,0 0-184 16,0 0-228-16,0 0-236 0,0 0 148 0,0 26 264 15,44-26-76-15,8 0-180 0,8 0-68 16,3-6-227-16,1-7-25 15,-4 3-52-15,4-2-20 0,-9-1-88 0,1 0-76 16,-4 1-8-16,-8-2-40 0,-1 5-96 16,-3 2-212-16,-3 1-165 0,-9 3-179 15,-5 0-140-15,-7 3-160 0,-8 0-316 16,-4 3-504-16,-4 4-540 0,-4 2-789 0,-20 7-2847 16</inkml:trace>
  <inkml:trace contextRef="#ctx0" brushRef="#br0" timeOffset="66535.744">13761 5517 6948 0,'0'0'1764'0,"0"0"989"16,0 0-1369-16,-7 64-188 0,14-32 44 0,1 6 56 0,0 7-228 0,8 6-176 16,-4 6-264-16,0 9-40 15,0 7-124-15,-4 4-208 0,0 6-108 0,-4-1-136 16,-4-6 60-16,4-9-72 0,-4-14-36 15,4-12-88-15,0-9-68 0,4-13-224 16,-5-8-272-16,6-6-172 0,-5-5-192 0,-4 0-452 16,4 0-784-16,-4-5-789 0,0-12-2667 15</inkml:trace>
  <inkml:trace contextRef="#ctx0" brushRef="#br0" timeOffset="66715.816">13877 6172 11101 0,'0'0'1872'15,"0"0"-1224"-15,0 0 280 0,87-25 420 16,-55 18-156-16,5-2-164 0,-6 2-228 0,5-6-160 16,0 0-152-16,-4 1-256 0,0 3-232 15,-8-4-244-15,-5 10-280 16,-3-1-152-16,-4 4-288 0,-3 10-404 0,-9 9-852 0,0-2-2749 16,-13 16-2823-16</inkml:trace>
  <inkml:trace contextRef="#ctx0" brushRef="#br0" timeOffset="66881.53">13837 6581 11489 0,'0'0'1744'0,"0"0"-1044"0,0 0-44 0,0 0 456 16,0 0 128-16,0 0-60 0,0 0-196 16,108 23-136-16,-65-23-164 0,5-7-320 0,4-2-108 15,0-4-172-15,4-3 40 0,0-2-28 16,3-1-96-16,5 0-84 15,-4-4-404-15,4 4-524 0,-5 3-488 0,1 0-560 16,-16 6-2068-16,12 4-3109 0</inkml:trace>
  <inkml:trace contextRef="#ctx0" brushRef="#br0" timeOffset="67348.555">15415 5820 10556 0,'0'0'3217'0,"0"0"-2529"0,0 0-688 16,0 0-268-16,0 0 268 15,55-84 304-15,-31 57 328 0,0-2-16 0,4 0-20 0,8 1 0 16,4-1-72-16,4 3-152 0,-4 8-52 16,3 4 76-16,1 6 156 15,-4 4 112-15,0 4-128 0,-4 0-228 0,0 10-64 16,-4 3-100-16,-8 1 28 0,3 6 32 0,-7-1-152 15,0 4 44-15,0-4 24 16,0 0 16-16,-4 0 21 0,8-3-85 16,-8-1-68-16,8-2 0 0,-1-3 4 0,-2-4 4 15,7-3 40-15,-4-3-52 0,0 0-40 16,-1 0-48-16,-3-3-193 16,0-3-131-16,-4-4-296 0,-5-3-368 0,2 5-400 15,-5-3-556-15,-8 5-1968 0,-4 4-2313 16</inkml:trace>
  <inkml:trace contextRef="#ctx0" brushRef="#br0" timeOffset="67571.377">15554 6222 10696 0,'0'0'4909'0,"0"0"-3953"15,0 0-820-15,0 0 212 0,0 0 76 16,0 0 640-16,0 0 272 0,80 17-344 15,-40-21-252-15,12-2-275 0,-1-1-225 0,5-2-44 16,0 3-188-16,0-1-8 16,0 1 0-16,-5 0-48 0,1 3-172 15,0-1-229-15,-4 4-207 0,4 0-160 0,-9 0-424 16,5 4-788-16,-16 2-2412 16,8 0-4021-16</inkml:trace>
  <inkml:trace contextRef="#ctx0" brushRef="#br0" timeOffset="69207.962">24311 4102 8140 0,'0'0'4577'0,"0"0"-3277"0,0 0-428 15,0 0-356-15,0 0-36 0,0 0 48 16,0 0 120-16,0 0 84 0,9 32-52 16,-13-13-296-16,-5-1-152 0,6 5-140 0,-5-1-92 15,4-3-4-15,0-6-144 0,4-4-100 16,0-2-392-16,0-1-176 0,4-3-132 16,4-3-172-16,8 4-440 0,-8-4-1285 15,11-7-2571-15</inkml:trace>
  <inkml:trace contextRef="#ctx0" brushRef="#br0" timeOffset="69636.195">25463 3163 12733 0,'0'0'1492'0,"0"0"-1036"0,0 0-308 15,0 0 496-15,0 0 200 0,0 0 204 16,84 44-120-16,-72-19-212 0,-4 7-28 16,-1 6-176-16,2 4-120 0,-5 8-100 0,4 1-12 15,-5 9 48-15,-3 0-36 16,0 7-147-16,0-1-49 0,0 7-44 0,0 1 8 15,0-5-16-15,-3-1-40 0,-1-12 88 16,4-8-80-16,0-13 48 0,4-7 12 16,3-11 4-16,-3-8-68 0,5-6 40 15,-1 1 72-15,-1-4 160 0,1 0-40 0,1 0-48 16,2 0 4-16,-3-4-76 16,5 1-108-16,2-4 60 0,-2 5-72 15,2-5-4-15,1 1-152 0,0-5-220 16,0 3-204-16,4-5-100 0,-4-3-169 15,4 3-127-15,0-6-532 0,-4 3-500 16,3-3-652-16,-2 7-1985 0,-2-7-1167 0</inkml:trace>
  <inkml:trace contextRef="#ctx0" brushRef="#br0" timeOffset="69969.057">26010 3879 4104 0,'0'0'9045'15,"0"0"-7581"-15,0 0-884 0,0 0 172 0,0 0 616 16,15 77 100-1,-7-65-252-15,0 2-484 0,4-8-428 0,3-6-192 16,6 0-104-16,3-6 100 0,0-8-108 0,8-5-36 16,-4-2-256-16,0-9-100 0,-1 5-72 15,-3-3 36-15,0 6-24 0,-9 2-28 16,-2 1-88-16,-1 6 84 0,-9 5 88 0,-3 4 236 16,-3-3 156-16,-9 7-8 0,-1 0-80 15,-6 0 92-15,-1 4 212 0,4 8 108 16,-4 8 212-16,0 8-48 0,1 4-52 15,2 9 44-15,-2 0 64 0,2 0-40 16,6 1-36-16,2-4-100 0,5-10-160 16,4-5-204-16,0-11-96 0,9-5-208 0,10-7-76 15,5-12 224-15,4-11-112 16,4-9-284-16,4-6-296 0,4-7-300 0,4-2-408 16,-5-4-540-16,1 1-676 0,-8 11-1537 15,8-22 117-15</inkml:trace>
  <inkml:trace contextRef="#ctx0" brushRef="#br0" timeOffset="70157.125">26714 3289 5672 0,'0'0'6285'0,"0"0"-4817"16,0 0-792-16,0 0-32 0,0 0 352 0,0 0 236 15,0 0 104-15,0 0-424 0,0 95-152 16,-4-47 8-16,0-1-72 0,0 8-151 16,4-1-181-16,-4 3-120 0,4-4-148 15,0 5-60-15,0-7-36 16,0-4-60-16,0-6-48 0,4-2-52 0,4-10-20 0,-4-8 24 15,5-4-64-15,-2-11-109 16,1-3-159-16,5-3-108 0,-6-7-164 16,1-12-356-16,5-2-780 0,-10 0-1260 0,1-16-3621 15</inkml:trace>
  <inkml:trace contextRef="#ctx0" brushRef="#br0" timeOffset="70324.561">26504 3600 8596 0,'0'0'7357'0,"0"0"-6413"0,0 0-884 0,0 0 304 16,0 0 352-16,0 0 52 0,0 0 100 16,0 0-60-16,118-25-440 15,-70 9-236-15,5-3-132 0,-2 0-232 0,5 0-328 16,3 3-224-16,1 0 84 0,0 3-436 16,4 4-916-16,-21 2-2348 0,17 4-3385 15</inkml:trace>
  <inkml:trace contextRef="#ctx0" brushRef="#br0" timeOffset="70683.317">27492 3546 9924 0,'0'0'4397'0,"0"0"-3741"16,0 0-352-16,75 70 628 15,-51-41 500-15,-4 3-344 0,-4 0-276 0,-5 1-68 16,-2 2-156-16,-1 1-128 16,-4 2-144-16,-4 0-156 0,0 1-27 0,0-2 39 15,-4-1-124-15,-4-2-40 0,4-2-4 16,-5-7 68-16,6-3-60 0,-1-8 36 16,0-8 12-16,4-6 52 15,0-4 32-15,0-12-64 0,8-6-80 0,4-13-108 16,7-12 48-16,2-7-24 0,7-7-124 0,-4 1-96 15,3 0 87-15,-3 8-3 0,4 8-72 16,-4 6-232-16,0 7-24 0,4 5-88 16,-5 7-164-16,1 3-288 0,-3 4-324 0,-2 2-668 15,-3 4-1885-15,5-1-1791 16</inkml:trace>
  <inkml:trace contextRef="#ctx0" brushRef="#br0" timeOffset="70873.284">28177 3742 13833 0,'0'0'3916'0,"0"0"-3508"0,0 0-124 0,0 0 468 16,0 0 448-16,84-5-360 0,-69 2-292 16,5-4-295-16,4 3-197 15,0-2-56-15,-4 1-257 0,0-2-399 0,-1 4-356 16,-6-1-228-16,-1 4-504 0,-9 0-1056 15,-3 0-2489-15,-7 11-1407 0</inkml:trace>
  <inkml:trace contextRef="#ctx0" brushRef="#br0" timeOffset="71020.148">28173 3860 10796 0,'0'0'4437'0,"0"0"-3721"0,0 0-652 0,0 0 328 15,0 0 284-15,0 0 376 0,0 0 144 16,84-6-428-16,-57-3-424 0,5-1-220 15,-1-2-124-15,1-1-148 0,1-1-440 16,-6 6-528-16,1 2-544 0,-12-1-1168 0,9 0-4597 16</inkml:trace>
  <inkml:trace contextRef="#ctx0" brushRef="#br0" timeOffset="71661.808">28981 3492 7584 0,'0'0'64'0,"0"0"3004"0,0 0-1471 16,0 0-245-16,0 0 116 16,0 0 68-16,0 0-48 15,68 90-328-15,-59-53-244 0,-6 4-232 0,1 4-296 16,-4-4-84-16,0 1-144 0,0-7-59 15,0-7-101-15,0 0-12 0,4-9-149 0,-4-3-151 16,4-2-116-16,0-8-96 0,-4-6-236 16,4 0-284-16,0 0-440 0,-4-6-736 0,0-5-2393 15,0-8-4095-15</inkml:trace>
  <inkml:trace contextRef="#ctx0" brushRef="#br0" timeOffset="71834.223">29101 3377 14661 0,'0'0'1928'0,"0"0"-1316"0,0 0-376 0,0 0 592 15,0 0 304-15,0 0-604 0,0 0-528 16,80-37-88-16,-61 31-400 0,2 2-412 16,-2 1-336-16,-3 3-620 0,0 0-2657 15,-8 13-4127-15</inkml:trace>
  <inkml:trace contextRef="#ctx0" brushRef="#br0" timeOffset="72124.064">29380 3514 116 0,'0'0'11853'16,"0"0"-10305"-16,0 0-852 16,0 0 732-16,0 0 324 0,0 0-416 0,0 0-292 0,67 86-264 15,-59-63-180-15,5-1-104 16,-10 3-67-16,5 0-117 0,-4 1-104 15,-4-1-52-15,4 0-76 0,1-2-80 0,-1-1 0 16,-4-3 0-16,3-3-4 16,1 0-8-16,-4-10 4 0,4 0-76 15,-4-6 24-15,0 0 48 0,0 0-48 0,4 0 52 16,-4 0-40-16,4-6 44 0,1-10 4 16,2-3 48-16,1-6-48 0,0-4-60 15,1 1-256-15,-2-1-221 0,1 0-179 16,-4 1-332-16,4 3-624 0,-4 3-924 15,0 2-3033-15,0-1-3479 0</inkml:trace>
  <inkml:trace contextRef="#ctx0" brushRef="#br0" timeOffset="72400.064">29782 3495 12645 0,'0'0'1756'15,"0"0"-1340"-15,0 0 680 0,0 0 852 0,0 0-372 16,0 0-364-16,0 0-408 0,0 0-271 15,64 73-33-15,-56-53 32 16,0 2-316-16,-4 6-108 0,0 1-100 0,-4 2 4 16,0 5-12-16,-4 1-12 0,-5 2-96 15,-2-1-48-15,-1-2-12 0,0-6 44 0,4-4 68 16,4-10 56-16,0-7 60 16,4-3-52-16,0-6 68 0,0 0-16 15,0 0-60-15,4-8 0 0,4-9-124 16,4-1 52-16,4-8-72 0,4-3-124 15,-1-2-192-15,6-1-137 0,-1-1-171 16,0 5-220-16,0 0-468 0,-1 2-612 0,-7 8-1916 16,9-8-3397-16</inkml:trace>
  <inkml:trace contextRef="#ctx0" brushRef="#br0" timeOffset="72699.106">30376 3330 10304 0,'0'0'2097'0,"0"0"-1369"16,0 0 88-16,0 0 864 0,0 0-128 16,0 0-400-16,0 0-560 15,0 0-160-15,-40 73 8 0,25-38 12 0,2 6 48 16,1 3 60-16,0 4 37 0,0 4 107 15,1-2-220-15,2 0-196 16,1-5-152-16,5-3-136 0,-1-7-36 0,4-3 28 16,4-11-80-16,3-5 16 0,6-2-60 15,-2-5-132-15,5-6-160 0,0-3-160 16,4-3-109-16,4-13-211 0,0-3-748 0,-4 3-1264 16,4-19-3301-16</inkml:trace>
  <inkml:trace contextRef="#ctx0" brushRef="#br0" timeOffset="73080.991">30723 3276 11417 0,'0'0'3192'0,"0"0"-2360"0,0 0-520 0,0 0 880 16,0 0 900-16,27 76-356 0,-27-44-455 16,0 7-521-16,0-2-192 15,0 5 64-15,0 2-104 0,0 1-200 16,-4-1-244-16,-4 0-12 0,1-2-72 0,-1 2-4 15,-8-2-68-15,0-1-100 0,0-5-32 16,-5-6 0-16,6-2-24 0,-5-5 68 16,8-6 4-16,-4-8-36 0,0-6-52 0,4-3-80 15,0 0 8-15,1-12-48 0,-2-2 172 16,1-5 32-16,5-2-57 0,-2-9 9 16,1-1-36-16,8-4-84 0,0 4 0 15,0 1 96-15,0 5 112 0,4 9-16 16,4 7 60-16,4 2 76 0,-4 7 232 0,9 0 108 15,-6 0 220-15,6 7-24 0,2 2-99 16,-3 1-97-16,4 2-36 16,0 1-64-16,-5-3-108 0,6 3-84 0,-1-7-48 15,-1 3-4-15,1-2-92 0,1-4-216 16,-2 0-224-16,1-3-289 0,0 0-271 16,0 0-1064-16,0 0-1992 0,0-9-2413 15</inkml:trace>
  <inkml:trace contextRef="#ctx0" brushRef="#br0" timeOffset="73258.303">31141 3803 11249 0,'0'0'2648'0,"0"0"-1812"15,0 0 36-15,0 0 1076 16,0 70-72-16,-4-48-592 0,-8 4-576 16,4-5-259-16,0 5-121 0,-4 2-88 0,0-1-152 15,-4-2-88-15,4 0-196 16,0-6-204-16,4 1-245 0,1-4-279 0,7-7-252 15,-5 0-540-15,5-6-916 0,0 1-2329 16,12-4-2399-16</inkml:trace>
  <inkml:trace contextRef="#ctx0" brushRef="#br0" timeOffset="73716.375">31775 3292 7564 0,'0'0'11321'0,"0"0"-10009"16,0 0-1312-16,0 0 0 0,0 0 24 16,0 0 756-16,0 0 109 0,95 6-113 0,-55-6-376 15,8 0-244-15,3 0-84 0,-3 0-60 16,0 0-8-16,0 0 68 0,0 4-68 15,-4-1-4-15,-1 3-8 0,-11-3-148 16,-8 4-48-16,-8-1-40 0,-4 1-56 16,-12 3-40-16,0 2 60 0,-12 7 83 15,-8 2-43-15,-12 9 68 0,-3 4 40 0,-10 1 76 16,-2 7 56-16,-5-4 0 0,1 3-8 16,-5 7 4-16,4-3 4 0,-4 2 40 15,8 4 32-15,8-7 108 0,8 0-68 16,4-2-4-16,9-11 52 0,11-3 21 15,8-5-9-15,0-4-52 0,8-6-72 16,11 0 60-16,5-4 76 0,8-3-40 16,0-6-48-16,8 0 0 0,0 0-80 0,-4 0-12 15,3-6-4-15,-2-3-136 0,-5-1-164 16,-1-6-212-16,-4 1-133 0,1-1-171 16,-3-3-88-16,-1-1-732 15,0-2-852-15,-13 6-2113 0,10-9-2107 0</inkml:trace>
  <inkml:trace contextRef="#ctx0" brushRef="#br0" timeOffset="73924.207">32428 3559 7484 0,'0'0'1584'0,"0"0"597"16,0 0-885-16,0 0-136 15,0 0 196-15,-100 70-32 0,69-45-252 0,-1 3-304 16,-5 7-252-16,1-3-124 0,-3 3-192 15,-5 4-92-15,4-5-108 0,-3 1-60 16,7-3-224-16,-5 0-220 0,6-6-148 0,7-5-80 16,0-1-156-16,8-8-132 15,4-2-588-15,8-4-1377 0,0-6-2403 0</inkml:trace>
  <inkml:trace contextRef="#ctx0" brushRef="#br0" timeOffset="74216.269">32224 4134 8308 0,'0'0'5009'16,"0"0"-3805"-16,-7 82-1076 0,-5-44-28 15,-4 6 748-15,4 4 992 0,-4 2-188 16,4 5-560-16,-4-8-460 0,4 8-288 15,0-7-76-15,4-1-64 0,0-3-56 16,0-2-39-16,4-8-109 0,4-1 0 0,0-8-61 16,0-6-123-16,0 0-120 0,0-10-48 15,4 2-88-15,4-9-168 0,-4 1-192 16,0-3-184-16,4-3-192 0,4-10-220 16,3-6-576-16,2-6-2121 0,-9 3-1275 15,12-19 2368-15</inkml:trace>
  <inkml:trace contextRef="#ctx0" brushRef="#br0" timeOffset="74436.861">32408 4070 6452 0,'0'0'7033'0,"0"0"-6129"16,0 0-676-16,0 0 340 0,0 0 476 16,0 0 80-16,87-22-468 0,-66 22-360 0,-2 0-160 15,-3 3-124-15,0 3-12 0,-4 4-48 16,0 2 44-16,-8 4 0 0,-4 1 4 15,0-1-124-15,-8 2-88 0,-7 4 16 16,-6-2-128-16,-7 2 52 0,0-3 12 16,-3-3-40-16,-5-1-100 0,4-2-128 0,0-7-140 15,4-6-344-15,4 0-580 16,0-2-881-16,9-15-1571 0,3 5-1460 0</inkml:trace>
  <inkml:trace contextRef="#ctx0" brushRef="#br0" timeOffset="74770.12">32930 3260 7688 0,'0'0'2304'15,"0"0"525"-15,0 0-1757 16,0 0-376-16,80 61 276 0,-65-38 284 16,2-2-164-16,-6 2-116 0,-2 5-324 0,-1 4-300 15,-5 2-80-15,1 1-76 0,-4 0 12 16,0 4-40-16,0 2-68 0,-7 0 56 16,-6 0-148-16,-2 4-4 0,-2 3 28 15,-6-4-32-15,-9 3-12 0,-1 1-96 16,-2 0-124-16,-5-4-36 0,-3 2-184 15,-6-2-224-15,6-4-160 0,-5-1-104 0,0-4-268 16,4-4-508-16,12-6-1088 16,-15 5-2953-16</inkml:trace>
  <inkml:trace contextRef="#ctx0" brushRef="#br0" timeOffset="80917.361">17515 5213 3312 0,'0'0'1604'0,"0"0"-680"0,0 0-128 16,0 0 2432-16,0 0-1551 15,0 0-333-15,0 0-108 0,0 0-160 0,0 0 20 16,0 0-148-16,-17-63-204 0,17 60-64 16,0-1-128-16,13 1-244 0,2-1-4 0,10-1-48 15,3 2 64-15,7-1-88 0,5 1-64 16,-5 3-80-16,10-4-88 15,-9 4-4-15,3 0-8 0,-3 0 4 0,0 0-44 16,-9 0 52-16,1 4-12 16,-7 3-120-16,-5 1-136 0,-8 3 24 15,-4 1 24-15,-4 7 48 16,0 0 24-16,-12 4-36 0,0 2-108 0,-8 0 8 0,-4 1 100 16,0 2-88-16,-4 1 36 0,-4-1 152 15,0 4-4-15,-3 0-12 0,-5 2 88 0,3-2 4 16,2-3 8-16,-5 3 0 15,8-4-48-15,4-2 44 0,0-4 4 0,8-6 0 16,5 0 4-16,7-4 44 0,-1-1 40 16,9-5 72-16,0 0-36 0,5 3 0 0,11-2 184 15,4-2 48-15,3 2-36 16,5 0-16-16,4-1-32 0,0-3-4 16,-1 1-48-16,-3-1 24 0,0-1-112 0,0-2-44 15,-3 0-84-15,-1 0-4 16,-5 4 0-16,1-4-4 0,-3 0-72 15,-6 0-164-15,5 0-176 0,-4 0-148 0,-4 0-148 16,0 0-224-16,0-4-232 0,4-1-380 16,-4-2-976-16,-5 1-2221 0,2-10-1839 15</inkml:trace>
  <inkml:trace contextRef="#ctx0" brushRef="#br0" timeOffset="81157.172">18215 5242 3100 0,'0'0'7636'0,"0"0"-6399"16,0 0-673-16,0 0 100 15,0 0 468-15,0 0-108 0,0 0-104 16,-79 6-284-16,55 10-212 0,-4 4-264 0,-4 5-24 16,4 6-128-16,-4 1 44 0,4 3 44 15,-3 3 4-15,3 3-100 0,0 1-48 16,1-2-28-16,3-1-24 0,-1-1-160 15,5-3-124-15,1-6-64 0,2-4-156 16,10-3-116-16,-5-3-36 0,12-9-272 16,0-1-508-16,0-3-797 0,0-2-1727 0,8-4-1432 15</inkml:trace>
  <inkml:trace contextRef="#ctx0" brushRef="#br0" timeOffset="81397.065">18208 5648 7052 0,'0'0'2812'16,"0"0"-1443"-16,0 0-661 0,0 0 136 15,-4 92 468-15,0-57 116 16,-4 3-112-16,-1 3-260 0,2 1-400 0,3 5-164 16,-4 1-196-16,0 3-112 0,0-4-88 15,4-2-96-15,0-7-12 16,0-6-172-16,4-10-124 0,0-6-72 0,8-10-64 15,-4-2-284-15,4-4-132 0,0 0-96 16,0-7-280-16,0-6-736 0,0-3-1053 16,-4 4-1403-16,4-20-304 0</inkml:trace>
  <inkml:trace contextRef="#ctx0" brushRef="#br0" timeOffset="81606.292">18256 5822 1852 0,'0'0'1408'0,"0"0"832"15,4-63 180-15,0 44-864 0,-1 1-240 16,1 1-195-16,5 1-97 0,3 7-168 0,-1-1-184 15,2 7-144-15,-2 0-112 0,6 3-76 16,-6 0-64-16,1 6 28 0,0 4 8 16,-8-1-100-16,4 5-124 0,-8 5 24 15,0-1-48-15,-8 1-64 0,-3 3-112 16,-2-3-176-16,2 1-84 0,-2-8 128 16,-2 1-96-16,2-4-188 0,1-6-116 0,1 1-192 15,2-4-388-15,1 0-561 16,5-7-1195-16,-1-12-1836 0</inkml:trace>
  <inkml:trace contextRef="#ctx0" brushRef="#br0" timeOffset="81798.923">18610 5267 1212 0,'0'0'8560'0,"0"0"-6123"15,0 0-1493-15,0 0-24 0,0 0 592 16,92-3-192-16,-76 3-68 0,-1 0-280 15,6 0-468-15,-1 0-308 0,-1 0-196 0,2 0-8 16,-1 0-296-16,-5 0-212 0,2 0-372 16,-2 0-280-16,-7 3-400 0,-4 0-1364 15,-4 4-3833-15</inkml:trace>
  <inkml:trace contextRef="#ctx0" brushRef="#br0" timeOffset="82025.665">18733 5353 6856 0,'0'0'3948'0,"0"0"-2703"0,0 0-489 0,0 0 60 0,0 0 492 16,-19 73 176-16,15-51-212 0,4 0-348 0,-5 0-172 15,5 7-152-15,-3 0-88 0,-1 2-156 16,-4 4-116-16,4 0-56 16,0 3-172-1,4-3 0-15,0-3-12 0,0-3-8 0,4-7-4 0,8-7 4 16,0 2 8-16,4-8-48 0,-5-3-36 15,6-3-136-15,3 1-48 0,-5-4-88 0,6 0-168 16,-2-7-212-16,-3-2-364 0,9-4-552 16,-14 1-928-16,9-11-3249 0</inkml:trace>
  <inkml:trace contextRef="#ctx0" brushRef="#br0" timeOffset="82237.299">19132 5423 5532 0,'0'0'6077'0,"0"0"-4541"16,0 0-948 0,0 0 136-16,0 0 584 0,48 69 160 0,-32-44-44 0,-4 5-368 15,4-2-460-15,0-3-132 0,-1 4-160 0,2-4-288 16,-2 1-16-16,-2-3-160 0,2-4-304 16,-2-7-256-16,2-3-152 15,2-2-76-15,-2-7-272 0,1-10-768 0,0 4-2689 16,-4-23-2863-16</inkml:trace>
  <inkml:trace contextRef="#ctx0" brushRef="#br0" timeOffset="82384.044">19459 5407 4864 0,'0'0'6073'0,"0"0"-4841"0,0 0-436 0,0 0 220 16,-92 91-4-16,61-55 148 0,3 2 28 15,-4 0-284-15,0-3-288 0,8-3-372 16,0 0-244-16,4-7-168 0,4-6-348 15,8-4-224-15,4-2-332 0,4-9-248 0,0-4-860 16,12-4-893-16,4-18-2259 0</inkml:trace>
  <inkml:trace contextRef="#ctx0" brushRef="#br0" timeOffset="82715.065">19721 5331 7036 0,'0'0'4877'16,"0"0"-4185"-16,0 0-168 0,0 0 316 15,0 0-4-15,0 0-80 16,0 0 52-16,0 0-184 0,81-3-300 0,-66 3-140 16,5 0-60-16,1 0-48 0,-2 0 8 15,5 3-72-15,-4 0 112 0,-1 6 12 16,2 1 12-16,-5 5-36 0,0 2 148 0,-4 1-124 16,0 5 0-16,-5 2-12 0,-3 3 48 15,5-2-76-15,-9 3 28 16,4-2-16-16,-4 0-48 0,0-5-56 0,0 3 4 15,0-6 88-15,0 4 16 0,-9-4-52 16,1 0-52-16,-3-3-4 16,-2 3-4-16,-2-3-48 0,-2-1-36 0,-2-2-64 15,3 0-136-15,-4-4-108 0,8-3-200 0,0-2-64 16,5-4-52-16,2-4-360 16,1-5-660-16,4-4-1469 0,0-15-4503 0</inkml:trace>
  <inkml:trace contextRef="#ctx0" brushRef="#br0" timeOffset="83033.215">21025 5296 260 0,'0'0'11897'0,"0"0"-10249"0,0 0-812 15,0 0 136-15,-24 70 344 16,0-42-40-16,-4 7-252 0,-4 3-348 0,-8 4-276 15,-8 5-80-15,-3 7-76 0,-5 3-64 16,-11 7 16-16,-14 2-60 0,-3 10-132 16,-11 7 60-16,-8 3-64 0,-9 6-48 15,-12 0-40-15,-3 6-44 0,-8-3-220 0,-9 3-4 16,5-2-36-16,-1 0 28 0,5-1 92 16,7-7 88-16,9 2 76 0,7-8 8 15,13-3 52-15,7-9-76 0,16-9 52 16,8-11 68-16,21-11-48 0,10-14-156 0,18-9-88 15,7-13-164-15,12-3-148 0,0-7-644 16,16-8-664-16,3-11-912 0,2 1-1965 16</inkml:trace>
  <inkml:trace contextRef="#ctx0" brushRef="#br0" timeOffset="83856.062">20359 6388 1300 0,'0'0'1604'16,"0"0"5580"-16,0 0-5187 0,0 0-733 15,0 0 20-15,0 0 36 16,-63 82-76-16,55-53-156 0,-1 8-336 0,5 5-272 16,4 2-88-16,0 4-52 0,0 4 16 15,0-5-40-15,4-3-144 0,5-5-40 0,-1-5-88 16,-1-3-44-16,6-7-132 0,-2-6 32 16,6-8-288-16,-6-1-76 0,10-9-136 0,-2 0-160 15,1-9-352 1,0-10-724-16,0 3-2344 0,0-19-4105 0</inkml:trace>
  <inkml:trace contextRef="#ctx0" brushRef="#br0" timeOffset="98287">20702 6178 6248 0,'0'0'7157'0,"0"0"-5949"15,0 0-892-15,0 0-28 0,0 0 292 0,0 0 436 16,0 0-8-16,0 0-108 0,0 0-312 0,0 0-120 16,84 89-152-16,-64-53 88 15,-8 4 144-15,3 5-24 0,-6 2-219 16,-2 4-173-16,1-3-32 0,1-1-88 0,-9-6-12 16,4-2 0-16,0-4-8 15,-4-3 4-15,0-7-56 0,0-3 56 0,0-3-48 16,0-6 4-16,0-3-61 0,0-8 13 15,0-2 20-15,0 0 76 0,0-2 8 16,0-5-8-16,-4-6-56 16,0-6-16-16,4-6 72 0,0-6-60 0,0-7 56 0,0-4-44 15,0-6 40-15,8 4-80 16,-1-1 16-16,5 4 24 0,0 3 40 0,4 6-64 16,4 7 68-16,-5 3-4 0,2 3-4 15,3 6 8-15,-4 3-4 0,-4 3 8 16,0 1 8-16,3 3 0 0,-6 0-8 15,2 1-8-15,-3 2-80 0,1 0-80 16,-5 0-248-16,3 0-280 0,1 0-300 16,-4 0-700-16,1 0-2072 0,3 2-3465 15</inkml:trace>
  <inkml:trace contextRef="#ctx0" brushRef="#br0" timeOffset="101146.782">9877 7889 1852 0,'0'0'1108'0,"0"0"1592"0,0 0-1700 16,0 0-64 0,0 0 0-16,0 0 372 0,0 0-340 0,0-70-95 15,0 64-101-15,-4 0-120 0,4 0-80 0,0 2-52 16,-5 1-100-16,5 3 32 16,0-3 4-16,0 3-32 0,0 0-80 15,0 0-132-15,0 0-88 0,0 0-36 0,0 0-88 16,0 0 0-16,0 3-8 15,0-3 8-15,0 3 8 0,0 1 92 0,0-1-24 16,0-3-4-16,0 3 16 0,5-3 0 16,-5 3 24-16,0-3 12 0,0 3-24 15,4 3 48-15,0 1 0 0,-4-1 52 16,4 5-16-16,3 0 16 0,-3 3-80 0,0-2 28 16,1 1-72-16,-1-3-28 0,3 2 40 15,-3 1 48-15,4 0-28 16,1 2-44-16,-2 4-4 0,5 3 0 0,4 7 88 15,0 2 24-15,0 11-100 16,4 2 4-16,4 10 8 0,0 13-12 0,0 3-56 16,4 9 128-16,-5 5-140 0,5-2-4 15,-4 1-12-15,0-7 0 0,0-7 8 0,1-8 4 16,-6-11 36-16,5-5-36 16,-4-14 0-16,-1-5 64 0,-2-8-4 0,-2-11-48 15,2-3 124-15,2-8 604 0,-3-9-312 16,5-9-160-16,-2-6-87 0,5-10-121 0,-4-7-56 15,0 1-4-15,-4-7-32 16,0 0 28-16,0-3-100 0,-1-2-5 16,2-5-51-16,3-3-32 0,-5-5-28 0,2-5-12 15,2-4-24-15,-2 5 48 0,-2-1-36 16,-2 7 100-16,2 13 144 0,-2 7-112 16,-2 12 112-16,-7 6-8 0,4 4-64 15,-4 10-52-15,-4-2-108 0,0 5-12 16,0 1 44-16,0 2-68 0,-4 6-104 15,0 1-208-15,-4 2-312 0,-3 0-452 16,-2 5-436-16,-6 9-456 0,6-5-929 16,-19 13-2167-16</inkml:trace>
  <inkml:trace contextRef="#ctx0" brushRef="#br0" timeOffset="101453.755">10184 8404 468 0,'0'0'8388'0,"0"0"-7032"0,0 0-724 16,0 0-335-16,0 0 179 0,0 0 256 16,0 0 228-16,0 0-8 0,0 0-244 0,0 0-252 15,11 3-156-15,-3-3 0 16,1 0 216-16,2 0 120 0,5-6-112 15,4-1-92-15,8-2-160 0,4-4-88 0,0 1-36 16,3-5-148-16,-3 2-4 16,0-1-68-16,0 3 68 0,-4 1-72 0,-4 1-160 15,0 6-332-15,0 2-252 0,-1-4-32 16,1 3-180-16,-3 2-500 0,3-2-928 16,-9 2-1829-16,2-2-851 0</inkml:trace>
  <inkml:trace contextRef="#ctx0" brushRef="#br0" timeOffset="102581.511">11745 8575 9920 0,'0'0'1573'0,"0"0"-533"0,0 0-324 16,0 0 8-16,0 0 164 15,0 0 4-15,0 0 140 0,0 0-124 0,0 0-240 16,60 54-176-16,-36-51-100 0,0-3-184 0,4 0 136 16,0-12 24-16,0-4-172 0,4-6-40 15,-4-4-44-15,-1 1-112 16,-3-7-140-16,0 4-152 0,-4 0-124 0,-4 2 48 15,-4 0 36-15,-4 4-24 0,-4 6 136 16,-4 4-4-16,-4-1 28 16,-4 3 188-16,-12 4-180 0,0 2-208 0,-8 4 296 15,0 0 28-15,1 7 20 0,-1 6-72 0,4 2 60 16,3 11 64-16,2 2 124 16,3 4-40-16,0 7-72 0,4 1 100 0,0 2 40 15,8 2-80-15,-1 5 40 0,5-5-100 16,0-3 112-16,5-6 48 15,3-4 88-15,7-8-88 0,6-8 76 0,-1-2-28 16,3-9 100-16,5-2-48 16,4-4-124-16,0-9-148 0,4-3 0 15,0-6-16-15,0-2-164 0,-1-7-92 0,1-3-356 16,0 1-160-16,4-4-272 0,-8 0-520 0,4 0-820 16,-12 10-2497-16,8-17-2111 15</inkml:trace>
  <inkml:trace contextRef="#ctx0" brushRef="#br0" timeOffset="102948.653">12738 7617 220 0,'0'0'1932'0,"0"0"4024"15,0 0-4740-15,0 0-156 0,0 0 13 16,0 0-9-16,0 0 32 0,0 0-28 16,0 0-464-16,0 0-176 0,0 0 24 0,-24 61 40 15,20-31-20-15,0 9 100 16,4 5-80-16,-5 8 16 0,5 4-116 0,0 5-36 16,0 8-148-16,0 8-120 0,0 2-40 15,0 0 0-15,-4 0 4 0,4 2-52 16,0-8-8-16,-4-7-40 0,4-5-60 15,0-9-52-15,0-7-84 0,4-10 96 16,5-6-100-16,-1-7-20 0,-1-5-104 16,1-9-84-16,5-2-204 0,-6-1 0 15,5-5-32-15,-3 0-200 0,-2-7-312 16,1-3-636-16,0 1-885 0,0-11-2083 0</inkml:trace>
  <inkml:trace contextRef="#ctx0" brushRef="#br0" timeOffset="103449.541">13232 7775 8020 0,'0'0'4397'0,"0"0"-3605"16,0 0-384-16,0 0-52 0,0 0 128 16,0 0 764-16,0 0 20 15,-4 99-352-15,4-48-148 0,0 9-228 0,0 6-124 0,0 5-148 16,4 4-72-16,0 4-144 16,-1-5-52-16,1 0-20 0,4-11 12 15,1-9-36-15,2-13-52 0,5-10-40 0,4-12 124 16,0-6-96-16,3-7 20 0,2-6-72 15,-5 0-244-15,-5-8-40 16,-2-6-36-16,-2-2-140 0,-3-3-12 0,-8-3-160 16,0 0-228-16,-8 0 36 0,-7 0-24 15,-9-1-52-15,-8 2-125 0,-4 2-247 16,-4 0-124-16,-4-1 984 0,5 4 572 16,-6 0 492-16,10 4 676 0,3 2-96 0,8 3 105 15,12 5-9-15,4 2-4 16,8 0-264-16,0 0-204 0,4 0-192 15,8 0 84-15,12 0 352 0,4 0 52 0,12 0-180 16,8-10-136-16,3-3-224 0,5-6-204 16,8-4-188-16,-5 2-60 0,1-2-172 15,-4 1-184-15,0 3-268 0,0 0-140 16,-5 7-176-16,-3-1-216 0,-4 2-900 0,-16 9-2673 16,11-4-4291-16</inkml:trace>
  <inkml:trace contextRef="#ctx0" brushRef="#br0" timeOffset="104124.548">14315 8274 768 0,'0'0'10825'0,"0"0"-9377"0,0 0-1052 0,0 0 288 15,0 0 416-15,0 0 96 0,68 82 172 16,-60-47-428-16,-8 6-400 0,0-2-208 16,0 2-52-16,0-6-192 0,0-3-88 0,0-7-52 15,-4-3-156-15,0-5-372 16,4-5-72-16,-4-10-152 0,4 3-276 15,0-5-504-15,0-5-1308 0,-4-7-3117 0</inkml:trace>
  <inkml:trace contextRef="#ctx0" brushRef="#br0" timeOffset="104263.984">14491 8143 5380 0,'0'0'6021'0,"0"0"-5393"16,0 0-424-16,79-9-16 15,-55 6-188-15,0 0-228 0,-1 3-404 0,-6 0-693 16,-2 0-1267-16,6 0-2940 0</inkml:trace>
  <inkml:trace contextRef="#ctx0" brushRef="#br0" timeOffset="104523.974">14873 8385 80 0,'0'0'11149'0,"0"0"-9981"0,0 66-784 16,-4-41 304-16,0 2 440 0,-4-2 320 15,4-6-156-15,0-3-524 0,4-7-412 16,0-2-208-16,8-7-72 0,4 0 32 16,4-4-56-16,4-5 36 0,8-7-88 0,0-6-136 15,0 0-48-15,0 3-12 0,0 0 84 16,-5 2 12-16,1 9 40 16,-4 1 12-16,0 7 48 0,-4 0 116 0,3 9 92 0,-2 3-12 15,-6 2 40-15,2 5 8 16,-5-1-120-16,3 5-52 0,-2-4 28 15,2 0-100-15,1-3 0 0,0 0-208 0,4-4-432 16,0 1-376-16,8-7-332 16,-4 0-364-16,0-6-1212 0,4 0-3049 0</inkml:trace>
  <inkml:trace contextRef="#ctx0" brushRef="#br0" timeOffset="104864.549">16028 7915 3332 0,'0'0'8013'0,"0"0"-7089"16,0 0-692-16,0 0 480 15,0 0 560-15,96-12 264 0,-64 15-108 0,0-1-216 16,4 5-524-16,0-4-248 0,3 1-232 16,5-4-208-16,-4 0-156 15,3-4-332-15,-2-3-188 0,-1 2-216 0,-9-2-212 16,1 1-368-16,-8-1-1208 0,0 1-3521 15</inkml:trace>
  <inkml:trace contextRef="#ctx0" brushRef="#br0" timeOffset="105024.063">16220 7997 9068 0,'0'0'4381'0,"0"0"-3733"0,-13 74-308 15,13-37 444-15,0 15 324 0,0-2 324 0,0 4 72 16,0-3-672-16,4-3-452 0,5-7-380 15,-1 0-364-15,-1-10-544 16,1-1-312-16,5-5-384 0,-6-3-796 0,5-9-2833 0,-3-4-2027 16</inkml:trace>
  <inkml:trace contextRef="#ctx0" brushRef="#br0" timeOffset="105310.993">16211 8457 10937 0,'0'0'3072'0,"0"0"-2324"15,0 0 68-15,97-21 404 0,-62 14-240 16,1 2-4-16,0 1-212 16,3 1-484-16,-7-4-280 0,0 7-24 0,-4 0-272 15,-4 0-192-15,-4 0 32 0,-12 7-88 0,-4 5-124 16,-4 2-20-16,-4 5 8 0,-16 6 216 16,-3 0-76-16,-5 1 20 15,-9 2 420-15,5-6 100 16,0 3 176-16,1-6 64 0,7-2 100 0,4-4 40 15,9-4 224-15,6-4-64 0,1 2-104 0,4-3-188 16,4-4-72-16,8 0 72 0,12 0 112 0,3 0 84 16,10-7-164-16,7-2-92 0,4-5-128 15,3 2-60-15,1-1-144 16,0 1-460-16,-1-1-536 0,-10 3-664 0,10-2-3445 16</inkml:trace>
  <inkml:trace contextRef="#ctx0" brushRef="#br0" timeOffset="105892.609">18546 8315 10044 0,'0'0'2561'0,"0"0"-2025"0,0 0-536 0,0 0 0 15,0 0 168-15,0 0 784 0,0 0 400 16,0 0-648-16,0 0-380 16,-88 54-96-16,65-32 44 0,-1 4 12 0,8-5-48 0,4-2-24 15,8-5-40-15,4-2-96 16,0-2-64-16,16 3 0 0,0-4 236 15,3 4-76-15,9-3-12 0,-3-1-24 0,-1-3-52 16,0 1-76-16,-5-1 80 0,-2 0-16 16,-2 1 64-16,-2-1-88 0,-6 0-40 15,1 7 4-15,-4-4 36 0,-4 4 0 16,0 4-40-16,-8-3 80 0,-3 3-40 0,-2-1 20 16,-6 0-68-16,-2-1-4 0,1-2-56 15,1 0-212-15,-1-7-60 16,4 1-72-16,0-1-52 0,0-3-52 15,8-3-52-15,0 0 60 0,8 0-240 0,0-3-420 16,0-3-456-16,0-1-1081 16,11-5-1983-16</inkml:trace>
  <inkml:trace contextRef="#ctx0" brushRef="#br0" timeOffset="106297.785">19315 8474 5032 0,'0'0'1304'0,"0"0"3216"0,0 0-3759 15,0 0-197-15,0 0 588 16,0 0 320-16,0 0-276 0,0 0-344 0,0 0-252 16,-84-50-156-16,61 58-196 0,-1 11-12 15,0 4 8-15,-4 6 88 0,9 6 88 0,-2-1 80 16,10 1-216-16,-2 1-124 15,6-11-88-15,7-3-72 0,0-6-68 16,3-10-116-16,5 0-36 0,9-6-52 0,7-3 152 16,3-9-116-16,5-8-44 0,0-1-128 15,-5-5 52-15,5 0 108 0,-8 1 124 0,0 6 64 16,-7 0-52-16,-6 6 100 0,1 7 4 16,-8 0 8-16,-4 2 96 15,5 4 56-15,-5 0 240 0,0 10-56 0,0 0 20 16,0 5 60-16,0 4-12 0,0 0-72 15,0 3-112-15,0-3-100 16,7-6-120-16,-3-1-60 0,8-1-148 0,0-5-172 16,8-4-24-16,-4-2-208 0,8-5-276 15,-1-4-404-15,1-4-952 0,4-10-3645 0</inkml:trace>
  <inkml:trace contextRef="#ctx0" brushRef="#br0" timeOffset="106615.139">19798 8457 352 0,'0'0'11877'0,"0"0"-9709"0,0 0-932 0,0 0 380 16,0 0-44-16,0 0-324 0,7 68-488 0,14-65-384 15,3-3 24 1,3-6 13-16,13-8-169 0,4-1-220 0,0-7-24 16,0-4-340-16,4-2-181 0,-12 2-187 15,-1-2-220-15,-7 6-376 0,-4-1-840 16,-8 6-1868-16,-9 3-2377 0</inkml:trace>
  <inkml:trace contextRef="#ctx0" brushRef="#br0" timeOffset="106813.31">20013 8090 5308 0,'0'0'7085'0,"0"0"-6369"16,0 0-616-16,0 0 360 0,0 0 352 15,-40 88 676-15,35-56 208 0,2 7-544 0,-1-1-256 16,0 0-80-16,4 3-216 0,0 3-236 15,0 1-208-15,0-3-156 0,0-1-24 16,0-4-244-16,4-2-120 0,0-7-52 16,4-2 28-16,8-7-68 0,-5-6-156 15,6-6-152-15,3-7-340 0,-1-4-780 16,2-2-2128-16,3-13-2713 0</inkml:trace>
  <inkml:trace contextRef="#ctx0" brushRef="#br0" timeOffset="106979.436">20339 8462 5348 0,'0'0'9325'0,"0"0"-8189"0,0 0-604 16,-12 69 140-16,5-44 592 0,-1 1 224 15,-5-4-476-15,10-2-548 0,-1-6-404 0,4-1-60 16,0 0-232-16,4-6-240 16,3-2-176-16,2-5-164 0,-1 0-380 0,3-8-680 15,-3-3-2052-15,1-10-3937 0</inkml:trace>
  <inkml:trace contextRef="#ctx0" brushRef="#br0" timeOffset="107100.165">20376 8297 11557 0,'0'0'2632'0,"0"0"-2228"16,0 0-136-16,0 0 72 0,0 0-316 15,95-29-24-15,-67 18-668 0,-5 5-1176 16,14-7-3217-16</inkml:trace>
  <inkml:trace contextRef="#ctx0" brushRef="#br0" timeOffset="107330.141">20921 8397 7128 0,'0'0'4457'0,"0"0"-2133"16,0 0-1108-16,-92 74 356 0,64-55-180 15,9-3-360-15,6-7-296 0,6 1-344 16,7-4-280-16,0 1-16 0,7-2 40 0,10 5-88 15,-2 0-48-15,5-1-12 16,1 1-64-16,-6 2-44 0,2-2 112 0,-10 6-52 16,1-4-16-16,-8 5 76 0,0 2-4 15,0-4-80-15,-12 1-172 0,1 0-40 16,-2-6-340-16,2-1-300 16,-6-9-420-16,10 0-948 0,-10-3-4265 0</inkml:trace>
  <inkml:trace contextRef="#ctx0" brushRef="#br0" timeOffset="107499.772">21188 8547 11325 0,'0'0'4688'0,"0"0"-3620"0,80 16 552 16,-53-16-380-16,10 0-8 0,-5 0-91 16,0-7-717-16,-1-2-328 0,5-7-96 15,0-3-288-15,3-3-332 0,-2-4-353 0,3-2-299 16,-5-4-844-16,-11 7-1788 15,4-13-1853-15</inkml:trace>
  <inkml:trace contextRef="#ctx0" brushRef="#br0" timeOffset="107730.378">21583 7960 1528 0,'0'0'9384'0,"0"0"-8171"0,0 0-333 15,-32 94 596-15,19-55 72 0,6 4 276 16,-1 9-296-16,4-2-500 0,0 9-384 15,-5 0-168-15,2 9-99 0,-1 1-121 0,0 4-124 16,0-1-24-16,0 8-32 0,4-4 92 16,0-2-36-16,4-4-84 15,0-4-44-15,0-6-4 0,0-6 0 0,8-9-8 0,3-7-208 16,2-7-40-16,2-6-60 16,-2-8-37-16,2-4 1 0,-2-10-84 15,2-3-200-15,2-7-160 0,2-12-372 0,-2-9-644 16,-2 5-1284-16,1-30-4045 0</inkml:trace>
  <inkml:trace contextRef="#ctx0" brushRef="#br0" timeOffset="107900.908">22144 8525 13865 0,'0'0'2332'0,"0"0"-1692"15,0 0-92-15,-7 72 208 16,-6-49 952-16,-2 2-220 0,2-6-755 15,1 0-685-15,5-6-48 0,3-3-317 0,-5-4-159 16,1 0-192-16,1-3-324 0,-1-3-632 16,4-3-1252-16,-12-16-3673 0</inkml:trace>
  <inkml:trace contextRef="#ctx0" brushRef="#br0" timeOffset="108068.478">22073 8261 14853 0,'0'0'2532'0,"0"0"-1800"16,0 0 156-16,0 0-104 0,79 3-196 16,-59-3 56-16,-4 0-168 0,4 0-476 15,-4 0-48-15,4 0-500 0,0 0-332 16,-5 0-148-16,2 0-468 0,-10 0-1452 0,-3 0-4637 16</inkml:trace>
  <inkml:trace contextRef="#ctx0" brushRef="#br0" timeOffset="108347.471">22311 8534 9672 0,'0'0'5461'16,"0"0"-5045"-16,0 0-352 0,0 0-52 0,0 0 352 15,0 0 464-15,0 0-144 0,88 54-684 16,-60-63-12-16,8-7-512 0,0-4-440 16,0-1-256-16,0-2-228 0,-8 0-12 15,0 4-85-15,-9-2-19 0,-6 2 488 0,-6 3 1060 16,-7 3 16-16,-4 0 1456 0,-8 4-152 15,-7 6 357-15,-2 3-77 16,-3 6-216-16,-4 7-312 0,1 9-164 0,-1 6 52 16,0 4 52-16,0 1-148 0,0-2-128 15,8 1-244-15,1-7-300 0,2-3-176 16,6-3-220-16,11-7-268 0,0-5-416 16,7-7-412-16,14-2-212 0,-6-5-1144 15,25-19-4501-15</inkml:trace>
  <inkml:trace contextRef="#ctx0" brushRef="#br0" timeOffset="108581.161">23085 8301 6248 0,'0'0'9693'0,"0"0"-8425"0,0 0-848 16,0 0 384-16,-88 71 316 0,64-49 188 16,8-6-408-16,4 3-583 0,8-3-221 15,4-4-88-15,8-1 4 0,12 1-4 16,0-2 88-16,7-1-88 0,1 0-8 0,0 1-8 15,0-3-88-15,-3-1-12 0,-1 4 44 16,-9-1 4-16,-2 4-48 0,-6-1 47 16,-7 1-39-16,0 3 4 0,-12 0-48 15,-7 2 56-15,-9-1-152 0,0 2-176 16,-8-6-96-16,0-1-124 0,-12-3-420 16,1-2-732-16,6-4-2492 0,-26-3-5301 0</inkml:trace>
  <inkml:trace contextRef="#ctx0" brushRef="#br0" timeOffset="110130.311">25196 8287 4440 0,'0'0'7529'0,"0"0"-5437"15,0 0-764-15,0 0-256 0,0 0 244 16,0 0 92-16,52-70-368 0,-24 50-428 0,0-2-372 16,0 3-140-16,4-1-4 0,0 6-84 15,0 0-4-15,0 5 40 0,-1 3 40 16,-3 6-16-16,0 0 24 0,-4 0 64 15,-4 8-27-15,0 2 63 0,-5 1-4 0,2 1 28 16,-2 1-40-16,2 6-24 16,-2 0 4-16,5 3 68 0,0 7-20 0,0-1-52 15,0 7 60-15,0 4-48 0,-4 2-8 16,-1 4-28-16,-2-5-48 0,2 4-84 16,-6-5-36-16,3-4-316 0,-1-10-8 15,-2-3-40-15,2-8-84 0,1-8-156 16,-3-4-237-16,-2-2-455 0,1 0-832 15,0-6-984-15,-3-15-4145 0</inkml:trace>
  <inkml:trace contextRef="#ctx0" brushRef="#br0" timeOffset="110329.344">26053 7994 6308 0,'0'0'8077'16,"0"0"-7005"-16,0 0-808 0,0 0 540 15,-96 32 800-15,72-15-252 0,-4 1-580 0,4 1-564 16,-4 9-200-16,1 0 52 0,-1 5-60 0,-7 5 0 16,-2 6-8-16,-7 4-160 15,-4 3-52-15,-3 3-184 0,-1 4-200 16,0-5-320-16,1 1-276 0,14-19-1036 16,-6 6-3089-16</inkml:trace>
  <inkml:trace contextRef="#ctx0" brushRef="#br0" timeOffset="111272.534">26120 7375 1148 0,'0'0'7684'16,"0"0"-4495"-16,0 0-1809 0,0 0-592 15,0 0 412-15,0 0 444 0,0 0-144 16,0 0-284-16,0 0-372 0,0 0 128 16,77 22-159-16,-58 5-193 0,1 3 44 0,-4 8-168 15,0 4-100-15,0 2-192 0,-8 2-92 0,0 1-108 16,0 0 80-16,-4 4-84 16,-1-3 0-16,-3-4-72 0,5 1-64 15,-5-8 16-15,0-2-120 0,0-6-24 0,4-7-4 16,-4-8-20-16,0-6 8 0,0-2-92 15,0-6-88-15,0 0-100 0,0-3-73 16,-4-6-195-16,-1-7-484 0,-6-3-724 16,3 3-1732-16,-8-18-2117 0</inkml:trace>
  <inkml:trace contextRef="#ctx0" brushRef="#br0" timeOffset="111513.463">26229 7308 7080 0,'0'0'5741'0,"0"0"-5125"0,0 0-528 16,0 0 192-16,0 0 732 16,0 0 260-16,0 0-244 0,86-54-472 0,-69 54-184 15,3 0 24-15,-4 0-88 0,0 7-172 0,-1 3-48 16,-7 2-80-16,-3 4 0 0,-5 2 0 16,0 6 40-16,-5 4-48 0,-7-3 12 15,-8 0-12-15,1 1-112 0,-5-4-144 16,4 0-76-16,-4-5-104 0,4-5-144 15,0-2-192-15,4-7-212 0,0-3-364 16,4 0-1016-16,5-7-2433 0,-6-9-1391 16</inkml:trace>
  <inkml:trace contextRef="#ctx0" brushRef="#br0" timeOffset="111964.579">26667 6804 1448 0,'0'0'12'15,"0"0"8636"-15,0 0-6623 0,0 0-505 16,0 0 12-16,0 0 24 0,0 0-324 0,59 66-380 15,-55-47-324-15,0 1-172 16,-4-1-136-16,4 0-100 0,-4 0-32 16,4-3-84-16,-4-1-4 0,0-2-8 0,0-4-68 15,0-2-8-15,4-1-28 0,-4-6 16 16,5 0-28-16,-2 0 4 0,1-3-164 16,4-2 224-16,5-6-4 0,-2 2-20 15,-3-4-4-15,8 0-8 0,-4 4 88 16,-1-1-4-16,-2 1 12 0,7 2 4 15,-9 5 128-15,6 2 140 0,-2 0-12 16,-2 0-64-16,3 2-16 0,-5 5-20 16,1 2 12-16,5 4-112 0,-2 0-12 0,-3 2-48 15,4 2 0-15,-4-5 0 0,0 4-144 16,4-2-332-16,-4-2-224 0,0 1-128 16,1 2-176-16,-6-3-300 15,1-1-1008-15,-4 3-3445 0</inkml:trace>
  <inkml:trace contextRef="#ctx0" brushRef="#br0" timeOffset="112799.106">27232 8436 10724 0,'0'0'1813'0,"0"0"-817"0,0 0 284 15,0 0 196-15,0 0-180 0,0 0-356 16,0 0-180-16,0 0-72 0,92 0-128 0,-60 0-72 15,8-4-172-15,-4-2-84 16,-1 0-112-16,1-4-120 0,-4 4-44 0,0-4-184 16,-4 4-332-16,0-3-296 0,0-1-432 15,-4-3-620-15,-5 4-2312 16,1-10-3989-16</inkml:trace>
  <inkml:trace contextRef="#ctx0" brushRef="#br0" timeOffset="113604.082">29129 8147 10965 0,'0'0'4096'16,"0"0"-3496"-16,0 0-596 0,0 0 296 0,0 0 728 15,0 0 568-15,0 0-332 0,0 0-580 16,0 0-268-16,0 0-52 16,0 0 112-16,79-32 165 0,-51 23-325 0,0-1-180 15,0 4-132-15,0-4-4 0,0 4-52 16,4 0-20-16,-4-1-156 0,0 0-196 16,-4 2-161-16,-5-1-243 0,-2 1-224 0,-6 5-548 15,-11 0-1084-15,0 0-3185 16,-8 7-2799-16</inkml:trace>
  <inkml:trace contextRef="#ctx0" brushRef="#br0" timeOffset="113785.339">29089 8356 1604 0,'0'0'10349'0,"0"0"-7257"16,0 0-1908-16,0 0-672 0,0 0-24 15,0 0 540-15,0 0 240 0,0 0-216 16,100 26-480-16,-68-26-316 0,7 0-160 0,6-3-96 15,-2-4-60-15,0 1-28 16,2-4-92-16,2 1-368 0,-3-4-332 0,0 1-312 16,0-4-432-16,-12 3-1296 0,12-9-4345 15</inkml:trace>
  <inkml:trace contextRef="#ctx0" brushRef="#br0" timeOffset="114133.307">30109 7988 6988 0,'0'0'6965'0,"0"0"-5713"0,0 0-1000 0,0 0-176 15,0 0 756-15,-24 69 884 0,16-43-180 16,0 2-620-16,0 4-416 0,0 0-132 16,4 3-52-16,4 0-27 0,-3-4-117 15,3-1-28-15,0-2-48 0,3-9-92 16,9-3-4-16,4-3-8 0,4-7-40 15,8-3-36-15,0-3 12 0,7-6-96 0,-3-10 68 0,9-3-57 16,-6-6-75-16,-3-3 36 16,-4 2 64-16,0-2 48 0,-5-2 72 15,-2 5 12-15,-10-3 56 0,-2 2 52 16,-9 3-48-16,0-2 40 0,-4 3-100 0,-12-4-60 16,-5 5-52-16,-2-2-32 0,-9 4-16 15,-4 7-24-15,-12 2-72 0,-7 7-120 16,-5 3-52-16,-12 6-76 0,-4 10-220 15,-7 3-404-15,-5 7-888 0,25-5-2537 16,-42 17-4395-16</inkml:trace>
  <inkml:trace contextRef="#ctx0" brushRef="#br0" timeOffset="118447.608">25862 8194 1044 0,'0'0'1488'15,"0"0"-1348"-15,0 0-124 0,0 0 296 16,0 0 2256-16,0 0-800 0,0 0-548 16,0 0-416-16,0 0-56 0,0 0 117 15,-32 30 75-15,23-28-68 0,6 1-300 16,-1 4-72-16,-4-5-56 0,4 3 24 0,-4-3-64 15,0 2-80-15,0-2-108 0,-4 4-80 16,0-2-20-16,-4 6 20 16,0-1-48-16,1 1 28 0,-6 6 8 0,-3 0 4 15,5 3-28-15,-9 0-88 0,0 6-8 16,0 0 44-16,-4 3-40 0,0-2 0 16,0 3 0-16,4-4-8 0,-3-2-8 15,3-4-4-15,3 3 4 0,1-7 8 16,5-2 8-16,-1 1 56 0,4-6-16 15,0-2 16-15,1-1-56 0,-2-3 56 16,2 2 4-16,-2-2-68 0,-3-2 0 16,1 0-4-16,-2-6-72 0,1-1 16 0,5-2 8 15,-2 0-4-15,2-4 52 0,2-3 4 16,2 4-76-16,7-7-12 0,0 0-84 16,4 0 84-16,4-4 12 0,4-2 64 0,4 0-92 15,0 0 16-15,4-5-40 16,3 5-184-16,-2-1 48 0,-2 5 36 0,6-2-36 15,-6 4 64-15,5 0 60 0,-3 3-40 16,-2 0 44-16,5-3 60 16,-4 6 24-16,0 1 44 0,-4 2 4 15,4 4 0-15,-4-3 8 0,-1 5 36 0,-2 1-40 16,3 3 12-16,-5 0 64 0,6 0-28 16,-2 0 40-16,6 0-36 0,-2 7 76 15,2 2-52-15,2 0-68 0,1 4 104 16,1 0 52-16,2 2-24 0,1 2 24 0,-4-4-40 15,4 2-108-15,-5 4-8 16,-2-3-8-16,-6-3-60 0,6 3-4 0,-6-3-24 16,-3-1-176-16,1 1-28 0,2 0-48 15,-7-1-144-15,4 1-112 0,-4 0-120 16,1-1-416-16,-1 2-689 0,-1-6-1175 0,-3 5-2740 16</inkml:trace>
  <inkml:trace contextRef="#ctx0" brushRef="#br0" timeOffset="124701.515">28504 7267 4680 0,'0'0'1068'0,"0"0"4857"0,0 0-4093 16,0 0-464-16,0 0-48 15,0 0 56-15,0 0-412 0,0 0-192 0,0 0 64 16,0 0 272-16,59 36-315 0,-55-8-237 16,0 4-192-16,-4 9-100 0,-8 0-132 0,-8 6-56 15,0 4-76-15,-11 3 4 0,-1 1-4 16,-4-1-8-16,0 3 0 15,-5-3 0-15,2-3 4 0,-1-1 4 0,0-5-8 16,4-4 8-16,4-9 60 0,0-4-48 16,4-6 36-16,5-9 12 0,-1-6-60 15,3-5-112-15,-2-2-252 0,-5-12-96 16,4-8-24-16,0-5-77 0,4-7 65 16,1-5 80-16,-2-4-172 0,6-4-8 15,3 1-20-15,-1 5 48 0,1 4 212 0,5 10 144 16,3 6 64-16,0 10 148 0,0 6 76 15,0 3 304-15,3 0-20 16,9 0-100-16,4 9 108 0,12 3 124 0,4 5 44 16,4 5-192-16,7 3-112 0,6 0 72 0,-6 0-120 15,1 1-184-15,0-1-24 16,-4-2-160-16,0-1-584 0,-4 0-420 16,-4-3-832-16,-12-3-3228 0,-1 12-4693 15</inkml:trace>
  <inkml:trace contextRef="#ctx0" brushRef="#br0" timeOffset="127798.405">14435 10509 6772 0,'0'0'1548'0,"0"0"-304"0,0 0 1817 16,0 0-1289-16,0 0-484 0,0 0-248 15,0 0-8-15,0 0-168 0,0 0-100 16,83-58-128-16,-59 72-124 0,8 4-60 16,-4 8-76-16,8 6-84 0,-5 5-71 0,-3 5-77 15,0 3-8-15,-4-1-32 0,-8 0-100 16,0 2 28-16,-4-2-32 0,-3-4-4 16,-6-1-8-16,-3-8 4 0,4-6 8 15,-4-4 0-15,0-6 4 0,4-5-4 16,-4-4-8-16,0-4-4 0,0-2 0 15,0 0 0-15,0-2 12 0,0-4-96 0,0-7-16 16,0-3 16-16,0-7-13 16,0-2-51-16,0-7 16 0,0 0 12 0,0 0 44 15,0-1 16-15,0 0-48 0,0 1 108 16,4 4-52-16,4-4 56 0,0 4-4 16,8-1 8-16,0 0-8 0,0 4-84 0,4 6 84 15,4 0-36-15,-5 3 48 0,9 6-8 16,-4 1-4-16,1 6 12 15,-1 0 0-15,-1 3-44 0,1 0-28 0,-4 3 64 16,0 3-100-16,-4 0-28 0,3 1-244 16,2 2-280-16,-1 1-64 15,-5 3-600-15,2-7-1272 0,2 9-3149 0</inkml:trace>
  <inkml:trace contextRef="#ctx0" brushRef="#br0" timeOffset="128563.028">15846 10017 2916 0,'0'0'3088'0,"0"0"-1512"0,0 0-488 15,0 0 944-15,0 0-311 0,0 0-177 16,0 0-368-16,0 0-384 0,0 0-160 0,0 0-60 16,0 0 172-16,11 40 48 0,-7-10-252 15,-4 5-60-15,4 6-152 16,0 3 16-16,0 7-64 0,0 3-12 0,0 6-148 16,0 7-56-16,-4 6 8 0,4 3 0 15,-4 4-72-15,0 2 0 0,4 0-52 0,-4-2-32 16,4 0 20-16,-4-4 16 0,7-3-48 15,-2-7 8-15,-1 1-140 16,4-10-44-16,0-6-116 0,-5-3 44 0,6-13 60 16,-1-4-72-16,0-8-100 0,-1-5-124 15,2-5-124-15,3-3-312 16,-5-6-584-16,2-4-936 0,-1 0-1641 0,-1-17-1127 16</inkml:trace>
  <inkml:trace contextRef="#ctx0" brushRef="#br0" timeOffset="139495.783">16869 10750 7416 0,'0'0'6373'0,"0"0"-5109"0,0 0-432 15,0 0-140-15,0 0 180 0,0 0 4 16,0 0-196-16,0 0-348 0,0 0-148 16,0 0-52-16,36-67 100 0,-12 55-60 15,-1-4 12-15,5 7-72 0,-4-1-28 16,4 3-12-16,-7 2-64 0,2 5 44 0,-7 0-40 15,1 0-12-15,-2 2-56 0,5 8-4 16,-4 0 60-16,0 6 0 16,3 5 0-16,-2 5-4 0,-2 2 0 0,2 1 0 15,-2 6-4-15,-2 0 8 0,-2 0-4 16,-3 0-52-16,5-4-4 16,-10-2 44-16,5-6-32 0,5-11-48 0,-6-2-172 0,1-7-188 15,5-3-208-15,2-13-236 16,-3-6-168-16,8-6-580 0,-9 2-2292 15,10-18-3117-15</inkml:trace>
  <inkml:trace contextRef="#ctx0" brushRef="#br0" timeOffset="139680.994">17491 10553 484 0,'0'0'8248'0,"0"0"-6564"0,0 0-243 15,0 0-5-15,-68 93-56 0,48-63-156 16,0 3-196-16,-4 2-420 0,0 3-160 15,0 0-152-15,0 4-184 0,-4 2-112 16,1-3-8-16,-1 4-56 0,4 0 4 16,-4-4-124-16,8-4-216 0,-3 1-208 0,2-9-52 15,5-4-20-15,4-6-100 0,5-6-284 16,3-6-1364-16,-1-7-3169 0</inkml:trace>
  <inkml:trace contextRef="#ctx0" brushRef="#br0" timeOffset="140512.86">17949 9909 5548 0,'0'0'1912'0,"0"0"-860"15,0 0-428-15,0 0 2445 16,0 0-1157-16,0 0-396 0,0 0-412 0,0 0 140 0,0 0-184 15,0 0-116-15,43 83-260 0,-39-51-196 16,5 1-136-16,-1 6-24 16,-8-1-71-16,4 4-77 0,-4-5-108 0,0 1-64 15,0-2 44-15,0-1-52 0,-4-4-48 16,4-2 36-16,-4-4-144 0,4-6-76 0,0-2-25 16,0-5 17-16,0-2-100 15,0-1-112-15,-4-7-12 0,4 3-124 16,0-5-148-16,-5 0-324 0,1-5-372 0,0 0-992 15,1-1-1813-15,-1-10-935 0</inkml:trace>
  <inkml:trace contextRef="#ctx0" brushRef="#br0" timeOffset="140724.409">17941 10068 5288 0,'0'0'5180'0,"0"0"-4023"15,0 0-385-15,0 0 108 16,32-67 252-16,-16 54-48 0,0 4-152 15,3-1-356-15,2 7-80 0,3-4-36 16,-9 7-92-16,5 0-96 0,-8 0-76 16,0 0 40-16,-8 10-76 0,0 0-88 0,-4 5 64 0,0 8-60 15,-8-1-76-15,-8 7-48 16,1 2 40-16,-6 1-64 0,-3 0-176 16,5-1-180-16,-1-5-140 0,-1-3-88 0,10-8-156 15,-2-5-228-15,6-7-528 16,3-3-884-16,0-7-2809 0</inkml:trace>
  <inkml:trace contextRef="#ctx0" brushRef="#br0" timeOffset="141064.516">18316 9792 10945 0,'0'0'1556'0,"0"0"-548"0,0 0 412 16,0 0 16-16,0 0 104 0,0 0-136 15,0 0-424-15,0 0-332 16,35 79-236-16,-42-57-240 0,2 0-160 0,-3 0-12 16,4-6-84-16,0-3-148 0,1-4-60 15,3-2 12-15,0-4 36 0,0-3-12 0,0 0-40 16,0 0-108-16,7-10 136 16,5 1 108-16,0-4 24 0,0 0-12 0,4 4 64 15,0-4 32-15,0 7 52 0,0 0 76 16,4-1 8-16,-9 7-8 0,6 0 8 15,-6 0 124-15,2 7-24 0,-1 2-24 0,-5 7-36 16,2-3 24-16,-5 6-88 16,4 0-12-16,-5 3-48 0,1 3-140 15,4 1-216-15,-3 0-344 0,-1 2-328 0,0 0-708 16,-4-6-1344-16,3 13-3905 0</inkml:trace>
  <inkml:trace contextRef="#ctx0" brushRef="#br0" timeOffset="141318.355">18682 10830 7764 0,'0'0'7633'0,"0"0"-6249"15,0 0-788-15,0 0-52 0,0 0 112 0,0 0 400 16,0 0 32-16,0 0-456 15,100-23-264-15,-68 17-27 0,3-3-101 0,5-1-132 16,-5 0-68-16,2 2-40 0,-1 1-88 16,-8 0-68-16,0 4-184 15,-5 0-145-15,-7 3-175 0,0 0-220 0,0-3-308 16,0 3-536-16,-8 0-1312 0,4 0-3881 16</inkml:trace>
  <inkml:trace contextRef="#ctx0" brushRef="#br0" timeOffset="141745.898">20080 10394 3484 0,'0'0'2240'0,"0"0"-1172"16,0 0 244-16,0 0 2605 0,0 0-1965 0,0 0-348 16,100 74-184-16,-76-36-220 0,-4 3-92 15,-1 6-312-15,2 2-196 0,-6-2-136 0,2-6-148 16,-1 0-100-16,-1-6-200 16,2-3-16-16,-6-6-112 0,5-4-8 0,-4-3-232 15,0-7-136-15,-3-5-244 16,6-7-264-16,1-3-276 0,0-13-440 0,4-9-728 15,-4 2-2273-15,4-17-2747 0</inkml:trace>
  <inkml:trace contextRef="#ctx0" brushRef="#br0" timeOffset="141919.472">20586 10394 4396 0,'0'0'4368'0,"0"0"749"0,0 0-4205 0,0 0-384 0,0 0 128 15,-96 45 296-15,65-19 16 0,-9 9-200 16,1 2-252-16,-10 8-184 0,-3 2-176 15,-3 0-72-15,-5 8-84 0,-3 3-184 16,-6-1-196-16,2 0-148 0,-1-1 56 16,-3 3-220-16,11-6-452 0,0-2-356 0,20-13-1740 15,-8 6-2625-15</inkml:trace>
  <inkml:trace contextRef="#ctx0" brushRef="#br0" timeOffset="152683.808">21686 6077 3664 0,'0'0'4644'15,"0"0"-3528"-15,0 0-364 0,0 0 33 0,0 0-49 16,0 0-276-16,0 0 728 0,0 0 56 16,0 0-612-16,4-10-192 0,8 13 52 15,4 4 196-15,4 2-16 0,4 3-188 0,-5 1-64 16,6 4-124-16,-1 2-52 16,-5 0-96-16,5 3-72 0,-7 0-28 0,2 0 12 15,-7 3-56-15,0-2-4 16,-4 2 0-16,-3-2 40 0,-2-1-40 15,-3 0-76-15,-3 0 64 0,-6 3 0 0,1-2-136 16,-7 2-208-16,-2 0-52 0,-7 5-108 16,0-2-132-16,-8 0-188 15,0 1-132-15,0 3-232 0,-3-4-280 0,3 1-769 0,4-10-859 16,-4 7-1620-16</inkml:trace>
  <inkml:trace contextRef="#ctx0" brushRef="#br0" timeOffset="196449.823">20133 7096 796 0,'0'0'1720'0,"0"0"-1016"16,0 0-704-16,0 0 4 0,0 0 104 0,0 0 1532 16,0 0 376-16,0 0-936 0,0 0-484 15,0-7-312-15,0 7-140 0,0 0 152 16,0 0 132-16,0 0 12 0,0 0-28 16,0 0-87-16,0 0-93 0,0 0-64 15,0 0 24-15,0 0 12 0,3 0-24 0,-3 0-40 16,4 0-124-16,4 0 84 15,0 0-92-15,4 0 84 0,4 0-56 16,4 3-24-16,-4 1-12 0,11-1 88 0,-3 1-36 16,8-1 48-16,0-3-100 0,0 0 12 15,5 0 104-15,-6 0-12 0,5 0-104 16,-4 0 4-16,0 0 0 16,-4-3 48-16,0 3-40 0,-1 0 40 0,1 0-52 15,0 0-8-15,-4 3 0 0,0-3-48 0,4 3 8 16,-4-3 48-16,-5 2 0 0,6-2 52 15,-1 0-52-15,0 0 64 16,3 0-64-16,-3 0-40 0,0 0 40 0,4 0 8 16,-4 0 56-16,4 0-64 0,-5 0 12 15,1 0-12-15,1 0 0 16,3 0-48-16,-4 0 48 0,-1 0 4 0,5 0 44 0,-4 0-48 16,4 0 4-16,0 0-12 15,0 0-48-15,-4 4 8 0,-1-2 48 0,1-2-4 16,-3 5 0-16,-2-3 4 0,1 2-96 15,-3-4 88-15,2 3 16 0,1-3 68 16,-1 3-76-16,2-3 0 0,-1 2 60 16,-5-2-60-16,6 5 0 0,-6-5-40 15,1 0 40-15,0 0 88 0,0 0-84 0,-4 0 4 16,0-5-8-16,0 3 4 0,1 2-12 16,-2 0 8-16,-3 0-116 15,4 0 4-15,-4 0 104 0,4-3 8 0,0 3 192 16,0 0-180-16,-1-3 88 0,2 3-24 15,-5 0-72-15,3 0 48 0,-2-4-44 16,-1 4 84-16,-5-2 20 0,5-3 16 0,1 3-12 16,-5 2-104-16,3-4-12 15,1 4-12-15,-4 0-104 0,1-2 40 0,-1 2 12 16,0 0-12-16,-4 0 12 0,3 0 52 16,-3 0-52-16,0 0 64 0,0 0 4 15,0 0 72-15,0 0 0 0,0 0 0 16,0 0 0-16,0 0-28 15,0 0-48-15,0 0-52 0,0 0-24 0,0 0 12 16,0 0 0-16,0 0 52 0,0 0 4 16,0 0 8-16,0 0 0 0,0 0 4 15,0 0-4-15,0 0-216 0,0 2-232 16,-3 9-204-16,-5-2-196 0,-5 7-781 0,6-7-1643 16,-18 10-2923-16</inkml:trace>
  <inkml:trace contextRef="#ctx0" brushRef="#br0" timeOffset="211064.662">10418 10458 3148 0,'0'0'808'0,"0"0"1628"16,0 0-1344-16,-51-89-160 0,31 61 392 16,0-1 225-16,-4 0-393 0,0 4-20 15,0 3-224-15,0-1-104 0,0 4-56 0,-3 4-220 16,-6 2-32-16,1 4-80 0,0 2 64 15,1 4-152-15,-5 3-24 0,4 6-36 0,-4 7-124 16,4 6-64-16,1 7-68 0,-1 6 32 16,0 1-44-16,4 13 68 15,4 4-8-15,0 7-16 0,8 7 64 0,5 2-40 16,6 4-12-16,5 7 4 0,5 2-64 16,10-2 0-16,5-2-12 15,8-5 12-15,-1-6 0 0,6-10 0 0,3-10 76 0,0-12-76 16,3-7 8-16,1-8-8 15,0-12-72-15,0-5 56 0,3-9 16 0,2-12-8 16,2-12-40-16,1-5-72 0,-4-6-252 16,4-1-156-16,0-6-224 15,-5 3-168-15,-3 4-408 0,1 0-852 0,-10 9-1717 16,9-16-2747-16</inkml:trace>
  <inkml:trace contextRef="#ctx0" brushRef="#br0" timeOffset="211347.694">10865 9876 5124 0,'0'0'6741'16,"0"0"-5805"-16,0 0-324 0,0 0 264 0,0 0 160 15,0 0 88-15,0 0-180 16,0 0-496-16,0 0-360 0,0 0 32 15,-4 46 92-15,4-2 84 0,0 14-36 0,0 14 56 16,0 11 80-16,4 12 56 0,-4 13-232 16,0 10-36-16,0 6-124 0,0-1-20 15,0-2-40-15,0-11-72 0,0-10-40 16,4-18-144-16,3-16-96 0,6-18-104 0,6-13-108 16,2-19-228-16,7-13-76 15,0-9-448-15,7-16-976 0,-7-4-2561 0,8-25-3411 16</inkml:trace>
  <inkml:trace contextRef="#ctx0" brushRef="#br0" timeOffset="211713.133">11411 10814 8672 0,'0'0'4629'0,"0"0"-3929"0,0 0-132 0,0 0 416 16,-76-3 172-16,52 10 112 0,4-1-172 15,0 2-212-15,4 6-372 0,4 2-172 16,4-2-84-16,1 6-132 0,7 2 8 15,-5-3 76-15,5 3-76 0,0-3-20 16,9-2-64-16,-2-5-48 0,-3-5-4 0,4-3-8 16,4-4-72-16,0-4-40 0,4-11 64 15,0-6 48-15,4-7-148 0,-1 0-44 16,-2-4 20-16,-2 0 12 0,-2 6 4 16,-2 8 8-16,-2 3 4 0,-1 8 20 15,-1 4-12-15,1 3 76 0,1 10 72 16,-1 5 280-16,-1 7-36 0,1 10 84 15,1 0-8-15,2 5 8 0,-3 2 0 16,0-4-35-16,0-7-53 0,0-2-144 0,4-8-96 16,0-8-92-16,0-10-16 15,0 0-88-15,4-6-133 0,0-7-95 16,-4-6-208-16,3-6-260 0,-2-1-152 0,-6-6-604 16,1 4-1056-16,1 2-1869 0,-5-9-1907 15</inkml:trace>
  <inkml:trace contextRef="#ctx0" brushRef="#br0" timeOffset="211853.418">11825 10683 10920 0,'0'0'2461'0,"0"0"-1381"0,0 0 56 0,36 99 80 15,-29-57-36-15,-2-1 188 0,-5 3-316 16,0-3-320-16,0-2-284 0,0-4-352 16,0-8-96-16,4 0-204 0,0-9-332 15,-4-2-344-15,4-3-284 0,0-7-504 16,-4-3-1312-16,0-6-3005 0</inkml:trace>
  <inkml:trace contextRef="#ctx0" brushRef="#br0" timeOffset="211996.841">11873 10572 13685 0,'0'0'2036'15,"0"0"-1560"-15,0 0 76 0,0 0-312 16,0 0-240-16,0 0-160 0,83 6-756 0,-66-6-620 15,-2 0-824-15,9-6-3761 0</inkml:trace>
  <inkml:trace contextRef="#ctx0" brushRef="#br0" timeOffset="212379.883">12251 10785 8672 0,'0'0'6049'0,"0"0"-5357"0,0 83-112 15,0-51 584-15,0 2 236 0,0 1 24 16,-3-3-180-16,-1-9-455 15,4-4-365-15,0-11-372 0,7 3-52 0,5-8-112 16,-4-3-20-16,8-3-12 0,4-11-76 16,0-4-37-16,4-5-83 15,4-2 0-15,0 2-36 0,0 1 80 0,-4 10 140 16,-1 2 44-16,-7 10 104 0,0 0 8 16,0 7 4-16,-4 2 44 0,-3 7 16 15,-2-4 56-15,-3 7 52 0,0-2 48 0,-4-1 60 16,4-3-60-16,-4-5-124 0,4-1-96 15,-4-3-96-15,8-4-64 0,-4-4-12 16,4-3 100-16,4-5 68 0,4-4-68 16,-1 4 12-16,6-4-52 0,3 4 64 0,-5 1 40 15,5 8 4-15,0 3 4 0,-3 0 44 16,2 0-40-16,-3 9 0 16,0 4 8-16,0 0-12 0,-4 1-60 0,-1 1-184 15,-2 3-248-15,-1-2-84 0,-5 7-360 16,-2-4-740-16,3 6-1024 0,-8-6-2009 15,4 13-1455-15</inkml:trace>
  <inkml:trace contextRef="#ctx0" brushRef="#br0" timeOffset="212796.946">9773 11595 7444 0,'0'0'2888'0,"0"0"-891"0,0 0-529 15,112 44 24-15,-69-32-272 0,5 2-324 16,8-5-104-16,8-2-64 0,3-7-188 16,5 0-136-16,12-7-72 0,0-5-76 15,7-1-60-15,9-6 12 0,7 3-28 0,5-3-44 16,7 7-64-16,5-2 36 0,7 5 76 16,1 2 48-16,3 4-87 0,1 3-137 15,3 0 100-15,5 0-100 0,-1 7-4 16,5-4 8-16,-5 4-4 0,-4-5-8 15,-11 1-4-15,-1 1-144 0,-11-4-169 16,-8 0-107-16,-13-4-4 0,-3-4 64 0,-13-3-100 16,-6-5-176-16,-10 1-84 0,-7-1-204 15,-12 0-708-15,-13 4-1056 0,-3-4-3089 16</inkml:trace>
  <inkml:trace contextRef="#ctx0" brushRef="#br0" timeOffset="-212314.96">12953 12643 6432 0,'0'0'2052'0,"0"0"148"0,0 0-1119 16,0 0-185-16,0 0 228 15,0 0 140-15,-20-77-196 0,12 61 36 0,4 5-372 16,-5-3-352-16,6 1-56 0,-1 1-116 16,0 2 12-16,0 4 52 15,4 3 60-15,0 0 44 0,0 3-80 0,-4 0-164 16,4 6-120-16,-5 7 0 0,1 9 64 16,-3 9-68-16,-1 8 0 0,0 5 88 15,0 4-36-15,0 3-60 0,4 3 0 0,0-1 0 16,4 1 0-16,0 0-4 0,0 1-4 15,8-5-64-15,0-5 68 16,8-10-44-16,-1-3 36 0,2-7 12 0,3-10 8 16,3-3 40-16,1-5 72 0,0-7 16 0,4 0-16 15,-3-7-20-15,6-7-92 0,-4-5 64 16,1-11 12-16,4-1-80 16,0-4-4-16,1-3-60 0,-1-7-72 0,0 1-160 15,-1-4-40-15,-4 1-108 0,1 3 12 16,-3-5 72-16,-9 9 88 0,-1-2 8 15,-7 10 40-15,1 4 120 0,-9 2 88 16,0 8 12-16,0 4 48 0,-4 6 76 16,-5-3 60-16,2 8-48 0,-1 0-88 15,0 0-32-15,-4 3 92 0,0 0 4 0,-1 6-28 16,2 4-32-16,-1-1-4 16,-4 8-48-16,4-1 8 0,-4 5 0 0,4 2 92 15,-8 5-16-15,5 4 12 0,-6 6-32 16,1 1 56-16,1 5-68 0,-1 0-12 15,-1 7-40-15,-2-1-76 0,3 5 16 0,0 2 12 16,4 6 0-16,-4-2-52 16,8 2-36-16,-4-2 76 0,8 2 52 0,0-3 8 15,1-3 4-15,2 1-4 0,5-5 12 16,0-5 36-16,0-3-36 0,0-8 72 16,0-1-76-16,0-4 40 0,5-4-44 15,-1-6-4-15,3 1-44 0,-3-5 32 16,4 2-72-16,-4-8 72 0,8 4-120 15,-8-4-28-15,4 2-112 0,0-5-48 16,-4 1-12-16,4-1-28 0,-4-2-24 16,4-1 24-16,-4-3-112 0,-1 0-244 15,6-3-316-15,-1 0-440 0,3-6-716 0,-2 0-709 16,3-13-2891-16</inkml:trace>
  <inkml:trace contextRef="#ctx0" brushRef="#br0" timeOffset="-209700.143">13953 13164 4924 0,'0'0'5228'0,"0"0"-4171"16,0 0-733-16,0 0 176 0,0 0 640 0,0 0 192 15,0 0-396-15,0 0-396 0,16 69-212 16,-16-34-88-16,-5 3 20 0,-3 7-60 16,-3-1-52-16,-2 4 124 0,-2 2-36 0,-5-2-96 15,-5 0 56-15,2-4 52 16,-1-6-16-16,0-3-32 0,0-6-52 16,1-6-76-16,2-9 4 0,1 0-76 0,1-11 0 15,3-3-132-15,4 0-64 0,-1-6-28 16,6-11-12-16,-1-2-20 0,4-3 8 15,0 0 96-15,4-7-108 16,0 4 48-16,0-1 128 0,4 5 32 0,4 5 4 16,0 0 48-16,4 6 88 0,-4 1 164 0,7 5-44 15,5 4-56-15,-3 0 44 16,6 4 16-16,1 5 8 0,4 3-32 16,0 5 20-16,0-1 16 0,4 2-116 0,4 2-20 15,-4-1-84-15,-1 0-4 0,-3-3-8 16,4 3 0-16,-4-3-44 0,0-1-8 15,-4 4-40-15,-4-2-316 0,0-5-276 16,0 1-16-16,-1-5-72 0,-2-1-236 0,2 0-644 16,-3-7-1277-16,5-3-2847 15</inkml:trace>
  <inkml:trace contextRef="#ctx0" brushRef="#br0" timeOffset="-208919.172">14641 12786 3980 0,'0'0'8397'0,"0"0"-7009"16,0 0-1032-16,0 0 240 0,0 0 512 15,0 0 120-15,0 0-456 0,0 0-440 16,0 0-264-16,0 0-68 0,0 0-76 0,84 57-72 16,-71-54-384-16,-2 0-340 0,-3 4-476 15,-4-1-884-15,-4 3-3517 0</inkml:trace>
  <inkml:trace contextRef="#ctx0" brushRef="#br0" timeOffset="-208769.9">14634 13112 3848 0,'0'0'8005'0,"0"0"-6433"0,0 0-528 15,0 0 292-15,0 0-20 0,0 0-152 16,0 0-448-16,0 0-264 0,0 0-412 0,0 0-40 16,0 0-124-16,95 20-356 0,-75-20-384 15,5 2-304-15,-6 3-424 0,1-5-1128 16,0 5-3209-16</inkml:trace>
  <inkml:trace contextRef="#ctx0" brushRef="#br0" timeOffset="-207215.527">16837 12541 12449 0,'0'0'2276'0,"0"0"-1896"15,0 0-368-15,0 0 516 0,0 0 564 16,80-29 40-16,-56 17-664 0,4 2-344 15,0-2-124-15,0-1-80 0,-4 0-476 16,3 4-552-16,-7-4-600 16,-4 6-2104-16,-4-5-3197 0</inkml:trace>
  <inkml:trace contextRef="#ctx0" brushRef="#br0" timeOffset="-206983.917">16945 12586 6168 0,'0'0'5037'0,"0"0"-3829"0,0 0-632 15,0 0 544-15,-32 79 584 16,28-54 84-16,0 4-480 0,0 5-536 16,4 2-208-16,0-2-76 0,0 8-60 15,0-1-160-15,-4 0-112 0,4 1-72 16,0-4-80-16,0 0-4 0,0-6 0 0,8-4 0 16,0-2 76-16,4-8-76 0,4 2-48 15,0-7 44-15,0-1-4 0,0-3-100 16,3-5 0-16,2-1-76 0,-1-3-264 0,-1-7-128 15,5-2-220-15,0-7-200 0,0-3-628 16,-4 4-1464-16,4-17-3165 0</inkml:trace>
  <inkml:trace contextRef="#ctx0" brushRef="#br0" timeOffset="-206800.309">17192 12709 7280 0,'0'0'5293'0,"0"0"-3841"0,0 0-592 15,0 0-204-15,0 0 576 0,0 0 208 16,40 63-296-16,-21-33-384 0,2-2-224 16,-2 0-136-16,1 1-180 0,-3-4-160 0,-2 2-60 15,1-6-60-15,0-2-136 0,4-7-364 16,4-5-380-16,-1-7-328 0,9-3-268 16,-8-3-1452-16,8-19-4145 0</inkml:trace>
  <inkml:trace contextRef="#ctx0" brushRef="#br0" timeOffset="-206618.969">17506 12703 5168 0,'0'0'8457'0,"0"0"-6609"0,-83 69-804 0,55-30-344 16,-8 2 304-16,5 4 248 0,-1-1-148 16,0-6-496-16,8-1-364 15,7-7-244-15,2-5-100 16,6-6-288-16,5-9-440 0,4-4-128 0,9-6-264 0,3-9-640 0,12-10-488 15,-9-1-2529-15,17-24-3511 16</inkml:trace>
  <inkml:trace contextRef="#ctx0" brushRef="#br0" timeOffset="-206301.981">17766 12468 784 0,'0'0'12481'0,"0"0"-10277"0,0 0-1360 0,0 0-44 16,0 0 152-16,0 0 96 0,0 0-372 15,84-38-444-15,-65 38-108 0,5-3-88 16,0 3-36-16,0 6-68 0,-4 7 68 16,4 6 96-16,-4 3-12 0,-5 6 40 15,2 4 48-15,-6 7 56 0,1 2 4 0,-3 3-84 16,-5-3-28-16,-1 4-44 0,1-5-64 16,0-1 36-16,0 0-48 0,0-5-8 15,-4-2-80-15,5-7 16 0,2 0-24 16,-3-2 0-16,0-4 20 0,0-3 16 15,0 0 52-15,-4-3-4 0,0-4-72 0,0 1-28 16,0-7-120-16,0 3 24 16,-4-6 16-16,-4 3 104 0,-3-3-60 15,-6 3-120-15,-3-3-52 0,-3 0-208 16,-5-6-148-16,-4 0-480 0,-4-4-880 0,8 4-2033 16,-20-7-2735-16</inkml:trace>
  <inkml:trace contextRef="#ctx0" brushRef="#br0" timeOffset="-205599.959">19332 12700 6036 0,'0'0'3144'16,"0"0"-435"-16,0 0-869 0,0 0-372 16,0 0-36-16,0 0-112 0,0 0-260 0,0 0-264 15,0 0-308-15,0 0-144 16,0 0-112-16,15-16 120 0,9 16 96 0,4 3-95 15,8-3-121-15,7 3-100 0,6-3 52 16,7 0 8-16,3 0 28 16,9-3-52-16,-1-6-72 0,10 2 24 0,2-2-44 0,1-4-64 15,4 0 60-15,-1 0-28 16,5 1-44-16,-1-2-84 16,-3 0-4-16,-1-3 4 0,-6 1 0 15,-10 0-96-15,-7 1-88 0,-8-1-32 16,-5 3-88-16,-11 1-29 0,-4 2-127 0,-12 0-104 15,-3 4-96-15,-10 0-92 0,-3 3-236 0,-4-1-384 16,-4 1-944-16,-3 0-2261 0,-18 0-3675 16</inkml:trace>
  <inkml:trace contextRef="#ctx0" brushRef="#br0" timeOffset="-205318.361">20543 12312 10484 0,'0'0'2925'0,"0"0"-1593"16,0 0-1092-16,0 0 328 0,0 0 188 16,0 0 228-16,87-9-140 0,-55 12-288 0,0 3-40 15,8 4-40-15,0 0 40 16,-4 2-224-16,0 1-84 0,-1-1-112 0,-3 5-44 16,-4-6-4-16,-4 8-48 0,-5-2 0 15,-2 2-8-15,-6 0-68 0,-2 3-20 16,-9 0-48-16,0 4-128 0,-12 2-144 0,-8 5 88 15,-8 1 32-15,0-2 0 16,-3 3-60-16,-5-4-36 0,-1 1-116 16,-2-3-152-16,-1-1-112 0,-1-2-324 0,6 3-540 15,7-10-1093-15,-12 6-2767 0</inkml:trace>
  <inkml:trace contextRef="#ctx0" brushRef="#br0" timeOffset="-204406.236">22073 12043 3324 0,'0'0'8077'0,"0"0"-6081"15,0 0-500-15,0 0-84 0,0 0-92 16,103-23-132-16,-55 17-320 0,7-4-216 0,5 1-252 16,0 3-84-16,0-5-36 0,-4 2-96 15,0 0-64-15,-9-1-120 0,1 1-12 16,-4-4-132-16,-8 4-208 0,-4-1-208 16,-4 4-164-16,-12-1-144 0,0 4-244 15,-12 3-748-15,-4 0-2156 0,-9 3-2469 16</inkml:trace>
  <inkml:trace contextRef="#ctx0" brushRef="#br0" timeOffset="-204183.772">22363 12189 5624 0,'0'0'6285'0,"0"0"-4433"15,-24 82-484-15,20-47-156 0,0 12 256 0,-3 2-124 16,3-2-292-16,-5 4-456 0,1-7-240 0,5 3-112 15,-5-5-124-15,0-4-116 16,3-3-4-16,-2-2 0 0,3-12-96 16,4-2-88-16,0-9-256 0,0-4-240 0,4 1-252 15,-1-7-188-15,1 2-472 0,1-2-1224 16,-5 0-2701-16,0 0-2535 0</inkml:trace>
  <inkml:trace contextRef="#ctx0" brushRef="#br0" timeOffset="-204003.231">22244 12646 12561 0,'0'0'2264'0,"0"0"-1344"15,0 0-76-15,80-30 560 16,-48 18-100-16,3-3-336 0,5-2-344 0,-3-2-344 16,2 0-112-16,1 0-168 0,-5 4-36 15,1 2-280-15,-4 4-256 0,-4 2-112 16,-4 4-276-16,-8 3-176 0,-4 3-876 15,-8 4-1172-15,-4 15-2657 0</inkml:trace>
  <inkml:trace contextRef="#ctx0" brushRef="#br0" timeOffset="-203797.922">22204 12951 9972 0,'0'0'4453'0,"0"0"-3041"0,0 0-944 15,0 0-144-15,0 0 424 0,0 0 340 0,84-12 20 16,-44 1-360-16,3-1-360 0,9-4-192 16,0 0-100-16,4-3-96 15,-1 0-4-15,5-4-164 0,-4 4-248 0,0 4-356 16,0-2-236-16,-9 5-312 0,-15 5-1192 16,9 1-3109-16</inkml:trace>
  <inkml:trace contextRef="#ctx0" brushRef="#br0" timeOffset="-198752.716">17208 13741 1892 0,'0'0'1160'0,"0"0"3520"0,0 0-3060 16,0 0-380-16,0 0-55 16,0 0-21-16,0 0 8 15,8-70-108-15,-8 67-124 0,4 3-212 16,-4 0-168-16,0 0-76 0,0 3-124 0,0 3-152 0,0 11-60 16,0 5 76-16,0 6 8 0,0 7 12 0,0 2-96 15,0 9-48-15,0-2-40 16,0 8-56-16,-8-5-4 0,4 3-84 0,-5 1 8 15,2-6-120-15,3-7 0 0,0-6 72 16,4-10 40-16,0-3-16 16,0-7-108-16,0-2-16 0,4-4 52 0,0-2-48 0,-1-4-56 15,1 0-44-15,1 0 56 16,-1 0 68-16,4-7 108 0,-4-3 12 0,3-2-24 16,6-4-24-16,-5-3 0 0,3 3-16 15,2-7 0-15,-6 9-36 16,1-3 36-16,1 1 136 0,-1 4 0 0,-1 2 4 15,6 0-8-15,-9 4 8 0,3 3 148 16,1 0 104-16,0 3-12 0,0 0-104 16,0 0-24-16,4 6 0 0,-4 0 64 15,0 7 12-15,0 1-176 0,-4-2 52 16,0 3-60-16,-4 2 80 0,0 2-84 0,0 0-88 16,0 0-88-16,0-4-100 0,0 4-184 15,-4-3-148-15,4-3-308 0,0-4-544 16,0 1-732-16,0-4-1937 0,0-2-1299 15</inkml:trace>
  <inkml:trace contextRef="#ctx0" brushRef="#br0" timeOffset="-198168.534">17745 13887 5288 0,'0'0'3288'0,"0"0"-2224"0,0 0-584 16,0 0 228-16,0 0 617 0,0 0-493 16,0 0-260-16,0 0-264 0,0 0-4 0,0 0 152 15,-79 79 60-15,74-50 28 0,2 6-32 16,3 0-8-16,0 0-156 15,0 0-84-15,0-4-104 0,0 1-88 0,3-6 16 16,2-4 24-16,7-3-72 0,-4-7-40 16,4-5-112-16,0-1 28 15,-1-6-228-15,6 0 28 0,-2-3-152 16,2-7-320-16,-1-2-288 16,3-7-648-16,-6 3-1249 0,6-12-3535 0</inkml:trace>
  <inkml:trace contextRef="#ctx0" brushRef="#br0" timeOffset="-197997.661">18005 13966 4760 0,'0'0'5592'16,"0"0"-3843"-16,0 0-649 0,0 0 196 0,0 0 40 15,28 80 4-15,-20-58-188 16,-1-3-324-16,5 0-376 0,1-6-256 16,-2 0-196-16,2-6-172 0,-2-2-256 15,6-5-140-15,-2 0 0 0,1-3-200 0,0-10-432 16,0-3-804-16,4 1-988 0,-8 2-2229 15,0-9-658-15</inkml:trace>
  <inkml:trace contextRef="#ctx0" brushRef="#br0" timeOffset="-197839.985">18248 13932 4744 0,'0'0'5048'0,"0"0"-3539"16,0 0-341-16,0 0-20 16,0 0-44-16,-84 40 4 0,64-14-116 0,-8-1-272 15,0 4-148-15,0 6-92 0,-4-3-124 16,4 2-132-16,-4 2-104 15,5-7-120-15,3-1-60 0,0 0-236 0,4-8-392 16,4-2-168-16,4-5-116 0,8-6-136 16,4-7-472-16,0 0-1433 0,9-10-3547 15</inkml:trace>
  <inkml:trace contextRef="#ctx0" brushRef="#br0" timeOffset="-197617.299">18490 13821 10756 0,'0'0'2065'0,"0"0"-941"0,0 0 40 16,97 19 108-16,-70-4-152 0,1 1-316 15,0 7-260-15,0-1-276 0,-4 1-44 16,0-2-224-16,-5 5-8 0,2-1 4 16,-14 4-80-16,1-1-184 0,-8 4-104 15,0-4-20-15,-8 4 56 0,-3-1-48 16,-6-1-224-16,2-5-248 0,2 0-388 15,-2-6-524-15,7-9-1317 0,-8 2-3847 16</inkml:trace>
  <inkml:trace contextRef="#ctx0" brushRef="#br0" timeOffset="-197142.178">19375 13753 3024 0,'0'0'8061'15,"0"0"-6633"-15,0 0-880 0,0 0 292 16,0 0 740-16,0 0 12 0,80 63-264 16,-64-30-492-16,0 8-284 0,-1 1-76 15,2 3 12-15,-9 1-144 0,3 2-116 16,-2-3-92-16,-1-8-136 0,-5-4-68 0,5-5-80 16,1-6-280-16,-1-6-192 0,-5-3-64 15,9-10-44-15,-3-3-24 0,2 0-540 16,1-9-1300-16,-3-1-2321 0,2-12-1935 15</inkml:trace>
  <inkml:trace contextRef="#ctx0" brushRef="#br0" timeOffset="-196967.773">19777 14014 9532 0,'0'0'2513'0,"0"0"-1193"16,0 0 264-16,77-19 112 0,-45 13 92 0,7 6-400 15,1-3-204-15,12 3-271 0,0-3-233 16,8-3-112-16,-2-5-340 0,2-4-228 0,0-1-36 15,-4-7-156-15,0-2-208 16,-4 0-312-16,-5-1-141 0,2 1-183 0,-14 0-400 16,-7 5-1352-16,-3 1-3361 0</inkml:trace>
  <inkml:trace contextRef="#ctx0" brushRef="#br0" timeOffset="-196743.024">20614 13649 7916 0,'0'0'4625'0,"0"0"-3553"0,0 0-172 16,0 0 300-16,0 0 104 16,0 0 48-16,0 0-284 0,88 73-408 0,-68-56-192 15,-5-3-152-15,6 3-196 0,-1-4-120 16,-8 2-4-16,4 1-104 16,-8 0-76-16,-1 3-256 0,-7 0-84 0,0 0-4 15,0 3 48-15,-7 1-76 0,-6 5-36 16,-2-2-68-16,-6-1-104 0,-3 4-192 15,5-1-460-15,-9-2-656 0,8-4-1909 0,-16 3-2127 16</inkml:trace>
  <inkml:trace contextRef="#ctx0" brushRef="#br0" timeOffset="-195970.015">22025 13589 5444 0,'0'0'120'0,"0"0"4336"16,0 0-3191-16,0 0-149 0,0 0 120 15,0 0-56-15,0 0-84 0,0 0-228 0,0 0-100 16,0 0 52-16,63-42-108 16,-46 65 36-16,-2 9-76 0,-6 9-72 15,-1 10-176-15,-8 6-120 0,0 3-99 0,-13-3-57 16,5 0-88-16,-7 1-60 0,6-11-80 16,-2-9 8-16,7-6-64 0,4-7-33 15,0-11 9-15,0-9 16 0,4-2-52 16,7-3-72-16,-2-3 36 0,6-6 16 15,-2-7 32-15,6-3 12 0,-2-4 12 0,-2-2 28 16,1-4 20-16,0 4 28 0,-4 4 84 16,4-3 0-16,-4 10 0 15,0 3 0-15,-4 8 0 0,-1 3 108 0,6 0 176 16,-5 14 80-16,3-2-108 0,-2 3-108 16,2 8 20-16,-3-4 28 15,5 3-76-15,-2-3-56 0,2-3-64 0,2 0-12 16,2-3-40-16,-2-4-104 0,-3-6-284 15,4-3-156-15,1 0-64 0,2 0-92 16,-3-9-160-16,3-4-960 0,-6 3-2412 0,2-9-3029 16</inkml:trace>
  <inkml:trace contextRef="#ctx0" brushRef="#br0" timeOffset="-195755.608">22842 13684 12117 0,'0'0'2004'0,"0"0"-1396"16,0 0 24-16,0 0 664 0,0 0 240 16,-76 69-328-16,60-36-484 0,0 2-200 15,4-1-24-15,5 5-28 0,2-5-155 16,5 2-61-16,0-2-64 0,5 1-128 0,2-6-64 16,5-4-76-16,4-6-56 0,0-3-148 15,8-3-85-15,0-7-183 0,4-3-60 16,0 0-200-16,-1-3-124 0,6-3-468 15,-14 0-1248-15,13-10-3281 0</inkml:trace>
  <inkml:trace contextRef="#ctx0" brushRef="#br0" timeOffset="-195019.761">23316 13452 4620 0,'0'0'4356'0,"0"0"-2780"16,0 0-467-16,0 0 95 0,0 0 260 0,0 0-200 0,80 3-124 15,-69 17-304-15,-3 5-120 16,-4 9-196-16,-4 8 92 0,0 3-160 0,-4 5-84 15,-11 1-100-15,2-3-96 0,-6-2-40 16,-2 0-20-16,-3-5-108 16,1-3-4-16,3-2-8 0,-4-8 8 0,0-3 8 0,4-3-4 15,0-6-4-15,5-3-12 0,-2-7-60 16,6 1-16-16,-2-7-120 0,5 0-20 16,5-4 44-16,-1-5-76 0,0-4-44 15,4-3 20-15,0-3-72 0,0-3 160 16,4 0 48-16,0-1 24 0,3 4 52 15,1 7 60-15,1-1 0 0,2 7 12 16,-3 2 72-16,5 4 248 0,2 4 64 16,5 2 8-16,-4 7 0 0,8-1-88 0,0 1-12 15,0-1-48-15,-1-1-84 16,1-3-156-16,4 3-4 0,-7-2-64 0,3-6-192 16,-1 4-404-16,1-5-308 0,-4-2-232 15,0 0-608-15,-4 0-1284 0,-1-5-3237 16</inkml:trace>
  <inkml:trace contextRef="#ctx0" brushRef="#br0" timeOffset="-194822.687">23881 13719 732 0,'0'0'10357'15,"0"0"-8853"-15,0 0-840 0,0 0 228 0,0 0 496 16,65 79 56-16,-54-54-516 15,-3-2-556-15,0 2-260 0,0 3-36 0,-4 1-76 16,-4 3-48-16,-4-1-224 0,-8 8-236 16,0-4-176-16,-12 6-116 15,0-3-220-15,-4 1-384 0,-8-4-732 0,12-10-977 16,-23 9-1835-16</inkml:trace>
  <inkml:trace contextRef="#ctx0" brushRef="#br0" timeOffset="-193602.569">24049 12204 3544 0,'0'0'11753'16,"0"0"-9985"-16,0 0-972 0,0 0-684 16,0 0-52-16,0 0 460 0,0 0 780 15,0 0-176-15,0 0-408 0,-16 12-59 16,40-7-13-16,4-3-260 0,7 2-80 0,1-1-100 16,1-3-32-16,2 0-100 15,-3 0-72-15,0-3-108 0,-1-1-40 0,-3-3-212 16,-4 2-308-16,0 2-288 0,-4-1-297 15,-8 2-611-15,-4 2-2112 16,-4 0-2449-16</inkml:trace>
  <inkml:trace contextRef="#ctx0" brushRef="#br0" timeOffset="-193448.968">24169 12490 14749 0,'0'0'2288'0,"0"0"-1568"16,0 0-712-16,0 0-8 15,0 0 704-15,0 0 404 0,0 0-144 0,83 32-452 0,-43-32-316 16,3-3-196-16,6-7-36 16,-2-2-340-16,1 2-212 0,0 1-208 15,0-4-324-15,-16 6-1384 0,7 1-4829 0</inkml:trace>
  <inkml:trace contextRef="#ctx0" brushRef="#br0" timeOffset="-190585.084">25535 11484 3860 0,'0'0'548'0,"0"0"3792"0,0 0-2248 15,0 0-279-15,0 0-373 16,0 0-164-16,0 0-68 0,0 0-264 0,0 0-360 15,0 0-92-15,84-45-84 0,-49 36-52 16,5-1-12-16,4 1 8 0,0 2 16 16,0 0 84-16,-4 5-40 0,-1 2-204 0,-7 0-100 15,0 0-36-15,-4 0-72 16,-8 0 0-16,0 2-4 0,-4 5-68 16,-4 0-36-16,-4 0 0 0,-8 5-40 0,0 1-24 15,0 2 16-15,-12 8 8 0,-4-1-72 16,-8 6 4-16,0 1 8 0,-8 3-12 0,-4 2 60 15,-7 2-12-15,-1 2 12 16,0-4 148-16,-4 4 12 0,5-2 68 16,-2 2 20-16,2-6-28 0,11-1 0 0,0-6 40 15,12-6 8-15,8-3 40 0,5-7-60 16,7-4-40-16,0 1-40 16,11-6 152-16,9 2 120 0,7-2 24 0,5 0-96 15,0 0-40-15,5-6-56 0,2-3-16 16,1-3-24-16,0-2-48 0,-4 1-24 15,-4 1-96-15,0-1-184 0,0 1-280 16,-8 2-124-16,-1 1-64 0,-3 2-200 16,4-2-492-16,-8-1-1052 0,0 4-2465 15,0-6-2903-15</inkml:trace>
  <inkml:trace contextRef="#ctx0" brushRef="#br0" timeOffset="-190392.082">26225 11569 8128 0,'0'0'3221'0,"0"0"-2105"0,0 0-540 0,0 0 224 16,-77 0 380-16,53 9-64 15,0 8-224-15,-3 6-420 0,-1-2-212 0,4 8-112 16,-4-1-92-16,0 4-56 0,4 4 0 16,-4-5-52-16,5 4-44 0,-5 0-228 15,0-7-324-15,4 4-156 0,4-7-276 16,4 1-480-16,5-11-1109 0,-2-2-2991 15</inkml:trace>
  <inkml:trace contextRef="#ctx0" brushRef="#br0" timeOffset="-190146.506">26120 11960 9128 0,'0'0'2633'0,"0"0"-1545"15,0 0-412-15,-20 77 328 0,13-43 544 16,-1 4-224-16,4 3-456 0,-4 4-424 16,3-3-148-16,5-1-112 0,-3-4-124 0,3 1-60 15,0-5-124-15,0-5-156 16,3-6-264-16,6-6-148 0,-1-10 132 16,0 1 76-16,4-7-460 0,0 0-840 0,-5-3-1004 15,6-13-2265 1</inkml:trace>
  <inkml:trace contextRef="#ctx0" brushRef="#br0" timeOffset="-189927.876">26288 12008 8292 0,'0'0'2484'0,"0"0"-939"0,0 0-845 16,0 0-24-16,0 0 212 0,0 0 196 15,0 0-252-15,0 0-396 0,0 0-160 0,0 0-104 16,72 25-48-16,-64-15-24 0,-5 3 0 15,-3-1-100-15,0 1 4 0,-3 6 40 0,-13-4-44 16,0 4-136-16,-8-3-148 16,0 3 120-16,0-5-8 0,-4-2-164 15,4 1-92-15,0-7-12 0,9-4-28 16,-2-2-172-16,6 0-400 0,3-8-676 0,4 2-1509 16,4-20-1663-16</inkml:trace>
  <inkml:trace contextRef="#ctx0" brushRef="#br0" timeOffset="-189618.005">26659 11537 7020 0,'0'0'4349'0,"0"0"-2733"0,0 0-724 16,0 0 472-16,0 0-380 0,0 0 52 15,0 0-8-15,0 0-288 16,83-22-236-16,-55 13-188 0,4-4-56 0,3 4-80 0,2-4-68 16,-1 0-112-16,-1 1-12 15,-3-1-184-15,-4 3-292 0,0 1-236 16,-8-1-164-16,-8 7-204 0,-4-1-792 0,-4 4-1364 15,-4 0-2417-15</inkml:trace>
  <inkml:trace contextRef="#ctx0" brushRef="#br0" timeOffset="-189399.231">26806 11592 8656 0,'0'0'2056'0,"0"0"-883"0,0 0-289 15,-36 66 476-15,32-46 132 0,0 2-176 16,0 0-432-16,4-3-304 0,0 0-124 0,0 4-160 15,0-5-88-15,0 1-60 16,0 0-112-16,4-3-36 0,0 0-12 0,0 0 4 16,0 0-80-16,4 0 40 0,0-1 40 15,-4-2-52-15,4 0-88 0,4-7-124 16,0 4-108-16,-1-8-188 0,10-2 196 16,-5 0 48-16,3 0-224 0,2-6-244 0,-1-2-532 15,-1-6-824-15,1 5-1997 16,-4-10-1747-16</inkml:trace>
  <inkml:trace contextRef="#ctx0" brushRef="#br0" timeOffset="-189183.155">27116 11639 10196 0,'0'0'2009'0,"0"0"-1317"0,0 0-324 0,0 0 876 16,0 0 612-16,0 0-412 15,0 0-568-15,52 73-424 0,-39-51-120 0,2-3 36 16,6 0-36-16,-6 1-200 0,5-8-116 16,1 0-16-16,-2-2-148 15,1 1-232-15,4-9-320 0,-4-2-200 0,4 0-88 0,-4-2-492 16,-1-5-872-16,-2 0-2021 16,-2-8-1423-16</inkml:trace>
  <inkml:trace contextRef="#ctx0" brushRef="#br0" timeOffset="-189008.605">27432 11668 5744 0,'0'0'2016'0,"0"0"-500"16,0 0-104-16,0 0 221 0,-96 64 35 0,68-36-312 15,0 1-388-15,0-2-304 16,4 3 28-16,0-2-144 0,9-6-280 16,-6 1-268-16,10-8-432 0,3-2-324 0,3-10-188 15,5-3-180-15,9-3-752 0,-1-7-1025 16,16-15-3795-1</inkml:trace>
  <inkml:trace contextRef="#ctx0" brushRef="#br0" timeOffset="-188701.687">27679 11487 9440 0,'0'0'4761'0,"0"0"-4037"0,0 0-712 15,0 0 604-15,0 0 492 16,0 0 196-16,0 0-392 0,91 9-628 15,-71-5-188-15,0 2-84 0,4 3-4 16,0 1 4-16,-1 2 52 0,-2 1-52 16,-1 6 36-16,-5-3 0 0,-2 3-36 15,-2 3 88-15,-3 1 24 0,0-1-80 0,-3 0-44 16,-5-3 0-16,0 3-8 16,0-3 0-16,0 4-44 0,0-7 40 0,-5 3 4 15,1-4-40-15,4-2-48 0,0-3-28 16,0-1-48-16,0-2-24 0,0-4-28 15,-4 0-56-15,4-3-140 0,-4 0-88 16,0 0-40-16,-3 3 76 0,-2-3-160 0,-3 0-348 16,-8 0-300-16,5-3-432 0,-2 0-377 15,-11-7-2455-15</inkml:trace>
  <inkml:trace contextRef="#ctx0" brushRef="#br0" timeOffset="-182418.537">15841 12839 8748 0,'0'0'4461'0,"0"0"-3441"0,0 0-264 16,0 0 176-16,0 0 544 0,0 0-4 15,0 0-220-15,0 0-532 0,0 0-356 16,0 0 0-16,52-18-23 0,-16 11-85 16,8 1-52-16,-1 0-144 0,6-1-56 0,-6-2-4 15,0 2-4-15,-6 0-8 0,-5 4-120 16,-9 3-36-16,-3 0-100 15,-8 0-1-15,-3 7-107 0,-6 3-124 0,-3 1 108 16,-7 6 88-16,-10 2 0 0,-7 6 44 16,-4 1-8-16,-7 6 84 0,-1-4 48 15,-4 4 36-15,0 0-36 0,-4 0 88 16,1-1 48-16,2 1 0 0,6-3 148 16,-1-1-12-16,8-2 84 0,8-4 112 15,8 0-12-15,4-3-52 0,8 0-60 16,0-3-48-16,8 0-16 0,9 0 76 15,6-7-36-15,1 0-40 0,8-4 64 0,3-5-84 16,6 0 56-16,-1-11-84 0,-1-1 16 16,2-4-88-16,-10-3-24 15,-4 0-148-15,1 0-168 0,-3-3-156 0,-5-1-176 0,-1-3-320 16,1 5-376-16,-3-5-964 16,-6 10-2180-16,-3-6-2021 0</inkml:trace>
  <inkml:trace contextRef="#ctx0" brushRef="#br0" timeOffset="-182227.512">16363 12871 6504 0,'0'0'3048'0,"0"0"57"0,0 0-1765 16,0 0-580-16,0 0 56 0,0 0 92 0,0 0 24 16,0 0-272-16,-83 54-416 0,55-32-180 0,-4 7-64 15,0-3-88-15,-5 2-48 16,6 4 76-16,-1-4 8 0,4-2-132 15,1 2-212-15,7-3-164 0,-5 1-232 0,10-7-200 0,2-3-516 16,6-3-1016-16,-1-4-2341 16</inkml:trace>
  <inkml:trace contextRef="#ctx0" brushRef="#br0" timeOffset="-181986.703">16475 13265 4152 0,'0'0'5788'0,"0"0"-2983"0,-8 67-1849 0,-5-33 48 16,2 5 672-16,-6 8-60 0,-2 1-224 15,7-4-500-15,-4 1-440 0,8-1-124 16,0-6-72-16,0-3-156 0,4-6-100 16,0-4-196-16,4-6-220 0,0-7-68 0,0-5-56 15,0-7-184-15,0 0-288 0,0-3-204 16,0-9-216-16,4-5-452 0,-4-5-1017 15,4-3-1563-15,-4-4-768 0,0-3 4800 0</inkml:trace>
  <inkml:trace contextRef="#ctx0" brushRef="#br0" timeOffset="-181812.488">16351 13430 1172 0,'0'0'732'15,"0"0"104"-15,12-86 12 0,0 70 4720 16,0 7-3824-16,4-1-343 0,0 4-109 16,0 0-164-16,3 2-184 0,-2 4-212 15,2 0-184-15,1 0-64 0,-3 4 0 0,-6 2-36 16,-3 0-68-16,1 4-24 15,-5 3-36-15,-4-1-112 0,0 2 48 16,-13 0-84-16,2 3-172 0,-6-1-84 16,2 0-40-16,-9-1-96 0,-1 1-112 15,-3-3-244-15,0-3-128 0,1-1-324 16,-1-3-744-16,4 1-2412 0,-11-4-2921 16</inkml:trace>
  <inkml:trace contextRef="#ctx0" brushRef="#br0" timeOffset="-180400.82">29025 11420 8664 0,'0'0'1824'16,"0"0"-1115"-16,0 0 319 0,0 0 352 15,0 0-36-15,0 0-376 16,0 0-224-16,0 0-236 0,-79 38-72 0,55-18-4 16,-4 2 40-16,-4 9 32 0,-8 2-100 15,-4 7-184-15,-11 5-108 0,-5 6-64 0,-9 2 12 16,-6 8 16-16,-5 3-76 16,-7 2-76-16,-1 4 72 0,-3 3-68 15,-5 0-28-15,5 4 16 0,-1-8 72 16,4 1 4-16,8 0 4 0,1-7 4 0,7-6 48 15,4-2-40-15,12-11-8 0,9-3-12 16,7-6-96-16,7-10-28 0,10-2-160 16,3-8 40-16,8-5-52 0,9-3-40 15,-2-5-132-15,5 2-68 0,0-4-188 0,0 0-172 16,8 0-264-16,0 0-536 0,4 0-1085 16,4-11 277-16,0 3-1464 15,-8-3 1228-15,12-10 2192 0</inkml:trace>
  <inkml:trace contextRef="#ctx0" brushRef="#br0" timeOffset="-179972.011">28364 12465 1460 0,'0'0'224'0,"0"0"8008"0,0 0-6183 16,0 0-861-16,0 0-104 16,0 0 104-16,0 0 192 0,0 0-336 0,0 0-512 15,0 0-224-15,0 0 0 0,-84 76 48 16,72-41-64-16,5 5 100 0,3 2-36 16,-5-3-88-16,9-2-36 0,0-5-124 15,0-3-108-15,4-3-44 0,5-11 36 16,-2-2-236-16,5-4-120 0,4-2-40 0,-4-7-12 15,4 0-88-15,0 0-148 0,4-9-192 16,-1-4-364-16,2-3-988 16,-5 0-2553-16,7-9-2615 0</inkml:trace>
  <inkml:trace contextRef="#ctx0" brushRef="#br0" timeOffset="-179603.297">28594 12468 3148 0,'0'0'7985'0,"0"0"-6405"0,0 0-852 0,0 0 312 16,0 0 608-16,0 0 0 0,0 0-448 0,0 0-416 16,69 38-260-16,-54-25-156 0,2 0-52 15,-2 2-72-15,5-2-36 0,1-1-76 16,-2 2-124-16,-3-3-8 16,0 6 0-16,-4-1-60 15,-4-3-36-15,0 0-148 0,-4-1-60 0,0-2 84 16,-1-4 84-16,-3 0 40 0,0-3-88 0,0 1-36 0,0-4 12 15,0 0 124-15,0 0 72 0,0 0-76 16,0 0 76-16,0-4 4 0,-3 1 8 0,3-3 4 16,0-4 56-16,0-6 84 15,0 1-140-15,0-5-4 0,0 1 124 16,3 1-16-16,6 4 52 0,-1 2 12 0,0-1-172 16,4 5-100-16,4 1 4 0,0-3 8 15,-1 0-80-15,6 4-300 0,-6-3-356 16,5 2-276-16,1-2-548 0,-2-1-1048 31,-7 1-2677-31,13-7-2430 0</inkml:trace>
  <inkml:trace contextRef="#ctx0" brushRef="#br0" timeOffset="-179396.393">29432 12249 860 0,'0'0'8764'16,"0"0"-6675"-16,0 0-489 15,0 0 248-15,0 0 0 0,67 73-324 0,-51-51-480 16,-4 0-372-16,4 1-220 0,-7-1-160 16,-2 3-108-16,1-3-184 0,-8 1-84 15,0 2 84-15,-12 1-244 0,-4 6-112 0,-8-5-120 16,-4 9-12-16,-4-5 8 0,-7-2-48 16,3 3-92-16,-4-4-160 0,0 1-324 15,-4-1-408-15,-4-2-948 0,16-4-1821 16,-28 4-2679-16</inkml:trace>
  <inkml:trace contextRef="#ctx0" brushRef="#br0" timeOffset="-175817.946">16869 15773 8488 0,'0'0'1980'0,"0"0"-627"16,0 0-201-16,0 0 44 0,0 0-96 0,0 0-284 16,0 0-388-16,0 0-240 0,0 0 100 15,0 0 60-15,8-73 0 16,0 60-76-16,0 0-40 0,0 4 28 0,0-4-24 15,0 4 20-15,4-1-32 0,0 1-92 16,-5 0-132-16,6 2-4 0,-5 4-56 0,3-4 0 16,-2 5 8-16,3 2-8 15,-1 0 12-15,2 0 48 0,-2 2-76 0,2 8 76 16,2 6 0-16,-3 3 148 0,4 6 60 16,1 5 4-16,-2 7-92 0,1 5-44 15,-4 2-76-15,0 7-12 0,-4-4-136 16,0 1-112-16,-4-7-32 0,4-6 32 15,-5-4 188-15,6-12-52 0,-1 0-48 16,-4-8 84-16,0-5-244 0,3 0-128 0,-2-3-12 16,-1-3-176-16,0 0-324 15,0-3-812-15,0-6-985 0,-1-1-2727 0</inkml:trace>
  <inkml:trace contextRef="#ctx0" brushRef="#br0" timeOffset="-175582.022">17244 15646 9100 0,'0'0'1592'0,"0"0"-639"15,0 0 187-15,0 0 120 0,0 0-196 16,0 0-284-16,0 0-312 0,-80 85-208 16,56-53 52-16,0 7-12 0,0-1-52 15,-4 3-64-15,0 4-84 0,0-4-100 16,0 7 0-16,0-7 0 0,5 3-136 0,3-6-112 15,0-6-176-15,8-4-72 16,0-5-60-16,4-7-60 0,4-7-244 16,4-3-268-16,0-6-768 0,0 0-1157 15,0-3-2079-15,9-9 2776 0</inkml:trace>
  <inkml:trace contextRef="#ctx0" brushRef="#br0" timeOffset="-173163.835">17538 15262 7228 0,'0'0'2516'0,"0"0"-1175"16,0 0-337-16,0 0 108 16,0 0 72-16,0 0-224 0,0 0-372 0,0 0-132 15,0 0 32-15,13 70 44 0,-6-39 28 16,-3 4-152-16,5 4-112 15,-5 3-196-15,0-5-100 0,-4 8-96 0,0-4 8 16,0-3-72 0,0 1-172-16,0-9 60 0,0-1 136 0,0-11 48 0,0-1-100 15,0-7-96-15,3-2-188 0,-3-3-84 0,0-5-72 16,0 0-268-16,0 0-436 0,4-5-692 16,-4-7-525-16,0-1-1607 0,0 1-359 15,0-13 4515-15</inkml:trace>
  <inkml:trace contextRef="#ctx0" brushRef="#br0" timeOffset="-172949.776">17590 15386 3720 0,'0'0'4'0,"0"0"1516"0,0 0 1188 16,0 0-1232-16,0 0-376 0,0 0-31 0,0 0-173 16,0 0-280-16,0 0-208 0,0 0-104 15,60 25 12-15,-56-15 128 0,0 2-152 16,-4 4-116-16,0 0-112 0,0 0 24 15,-4 0-88-15,-4-4-136 0,0 5-28 0,0-6-140 16,-4 0-148-16,0-5-276 16,4 1-164-16,-4-2-352 0,1-5-785 0,2 0-1931 15,-3-3-1331-15</inkml:trace>
  <inkml:trace contextRef="#ctx0" brushRef="#br0" timeOffset="-172603.549">17738 15170 4212 0,'0'0'2840'0,"0"0"-520"15,0 0-912-15,0 0-7 16,0 0-33 0,0 0-148-16,0 0-288 0,0 0-288 0,0 0-372 0,0 0-148 15,60 73-116-15,-60-54-8 16,0-2-124-16,-4 1-304 0,0 1-60 0,-5-3-28 0,9-7 148 15,-4-2 168-15,4-4 8 0,0-3-8 0,0 0 48 16,0 0 36-16,4-7 16 0,5 0 100 16,-1-1 48-16,3-2 108 0,2-2-4 15,-6 2 112-15,5 3 76 0,-3 4 52 16,-2 3 0-16,1 0-28 0,0 0-36 0,0 3-64 16,0 7-4-16,-4-1 28 15,4 5-116-15,-4-2-120 0,-1 4 8 0,6-1-60 16,-5 5-176-16,0-4-260 0,0 3-220 15,0 0-208-15,4 3-300 0,-8-5-764 0,4 8-2685 16</inkml:trace>
  <inkml:trace contextRef="#ctx0" brushRef="#br0" timeOffset="-172403.924">18140 15789 796 0,'0'0'9396'0,"0"0"-8131"16,0 0-753-16,0 0 332 15,0 0 672-15,0 0-216 0,0 0-508 16,80 2-504-16,-57-2-288 0,1-2 0 0,1-4-436 16,3 2-372-16,-4-5-428 0,-1 2-564 15,-3 0-1253-15,0-5-3107 16</inkml:trace>
  <inkml:trace contextRef="#ctx0" brushRef="#br0" timeOffset="-172192.812">18726 15504 2600 0,'0'0'4224'0,"0"0"505"0,0 0-3713 16,0 0 40-16,48 87 400 0,-33-60 180 15,2 1-172-15,-2-6-672 0,6 1-572 0,-2-8-124 16,-3 2-96-16,4-5-172 0,0-3-392 16,0-2-140-16,0-4-128 0,0-3-196 15,4-3-372-15,-13 0-940 0,10-14-2685 16</inkml:trace>
  <inkml:trace contextRef="#ctx0" brushRef="#br0" timeOffset="-172018.778">19124 15479 12 0,'0'0'9568'0,"0"0"-7387"16,0 0-1093-16,0 0-312 16,0 0 164-16,-75 84 68 0,55-56-40 0,-1-1-268 15,2 1-252-15,-1-2-28 0,0 2-12 16,-5 1-200-16,6 3-208 16,-5-4-100-16,0 1-380 0,1-1-388 0,-1-2-308 15,0-5-424-15,7-2-924 0,-6-2-2685 0</inkml:trace>
  <inkml:trace contextRef="#ctx0" brushRef="#br0" timeOffset="-171467.261">20152 15233 6168 0,'0'0'2056'0,"0"0"516"16,0 0-1051-16,0 0-589 15,0 0 200-15,0 0 368 0,0 0 64 16,0 0-380-16,52 86-396 0,-44-47-260 0,4 1-76 16,-4 5 24-16,0-4-52 0,-1 1-132 0,-7-2-156 15,9 2-136-15,-9-7-4 0,4 1-180 16,0-9-180-16,0-4-136 0,3-4 24 15,6-6 72-15,-5-1-100 0,3-6-244 16,2-6-228-16,-2-2-372 0,2-9-736 16,-2 1-1981-16,1-11-1847 0</inkml:trace>
  <inkml:trace contextRef="#ctx0" brushRef="#br0" timeOffset="-171264.81">20439 15468 3640 0,'0'0'768'0,"0"0"4152"0,0 0-3444 15,0 0-23-15,0 0 167 0,0 0-28 0,0 0-136 16,0 0-216-16,100 16-216 0,-68-16-252 16,7 0-200-16,6-3-156 15,6-6-124-15,1-4-108 0,4-3-100 0,4 0-24 16,-1-3-60-16,1 0-8 0,-5 0-248 16,1-3-268-16,-8 3-220 15,0 2-188-15,-8-2-288 0,-8 7-600 0,0-1-988 0,-17 4-2625 16,2-4-2227-16</inkml:trace>
  <inkml:trace contextRef="#ctx0" brushRef="#br0" timeOffset="-171027.724">21304 15161 10280 0,'0'0'1241'0,"0"0"-445"0,0 0 532 0,0 0 316 15,0 0-48-15,83 35-356 0,-59-26-404 16,4 0-280-16,0 4-140 0,0 0-196 0,0-1-64 15,0 1-56-15,-4 1-16 16,-1-3-76-16,-3 3-8 0,-4-2-60 16,-4 4-76-16,-8-4-156 0,-4 7 48 15,0-3 36-15,-7 7-112 0,-10-1 196 16,-7 0-36-16,1 4-12 0,-5-1-36 0,-4-3-124 16,4 0-88-16,-4-2-116 0,8-4-136 15,4-7-560-15,4-4-1496 0,13-5-3909 16</inkml:trace>
  <inkml:trace contextRef="#ctx0" brushRef="#br0" timeOffset="-170697.52">22730 15284 4892 0,'0'0'10285'16,"0"0"-9089"-16,0 0-924 0,4 77 92 16,0-55 308-16,0-3 488 0,8-3-496 15,3-4-420-15,6-5-184 0,3-1 12 16,0-6-72-16,3 0-96 16,1-3-160-16,0-7 8 0,0-2-72 0,-4-4 4 0,-4 0-20 15,0 0 276-15,-8 0 60 0,-8-1 96 16,0 3 52-16,-8-2-60 15,-12-4 56-15,-8 1-144 0,-12 3-136 0,-4-3 12 16,-16 7-84-16,-4 2-236 0,-7 7-40 0,-8 3-252 16,-2 6-448-16,2 7-816 15,3 3-472-15,17 0-2157 0,-29 12-699 0</inkml:trace>
  <inkml:trace contextRef="#ctx0" brushRef="#br0" timeOffset="-169858.542">15088 17402 8172 0,'0'0'3233'0,"0"0"-1889"16,0 0-604-16,0 0 276 0,112-35 472 16,-72 26-200-16,-1-1-568 0,-3 7-508 0,0-4-212 15,-5 7 0-15,-3-3-8 16,-3 3-152-1,-5 0-336-15,-9 0-272 0,2 0-112 0,-5 3-392 16,-4 4-932-16,-4 2-2041 0,-4-2-875 0,-13 5 2204 0</inkml:trace>
  <inkml:trace contextRef="#ctx0" brushRef="#br0" timeOffset="-169685.152">15216 17504 416 0,'0'0'784'15,"0"0"3796"-15,0 0-704 0,0 0-2003 16,0 0-529-16,0 0-336 0,0 0-196 0,0 0 320 15,0 0 24-15,0 0-424 0,99 50-336 16,-63-50-336-16,0-6-60 0,0-6-344 16,0-5-140-16,-8 2-104 0,0-5-64 15,-4 1-580-15,-9 8-1324 0,2-9-3573 16</inkml:trace>
  <inkml:trace contextRef="#ctx0" brushRef="#br0" timeOffset="-169476.978">15359 17112 64 0,'0'0'8284'0,"0"0"-6652"0,0 0 33 0,88 0 47 16,-48 7-200-16,-1 3-392 0,6-1-492 16,-6 7-292-16,1 0-248 0,-8 6-88 15,-4 3-48-15,-8 1-176 0,-9 10-228 16,-7-3 160-16,-4 6 180 0,-11 5-64 0,-2 1-136 15,-6 6-104-15,-5-4-180 16,3 4-204-16,-2-6-400 0,3-7-921 0,4-6-2711 16,-4 0-160-16</inkml:trace>
  <inkml:trace contextRef="#ctx0" brushRef="#br0" timeOffset="-168858.575">17523 17056 4484 0,'0'0'4824'0,"0"0"-2991"16,0 0-445-16,0 0-660 15,0 0 100-15,0 0 284 0,0 0-132 0,56 70-328 16,-32-35-140-16,-1 3-80 0,-3 0-148 16,0 0-108-16,0-1-80 0,0-4 28 15,-9-5-124-15,6-6-196 0,-6-2-152 0,2-8-60 16,-5 1-40-16,-1-10-148 0,-3 1-84 0,9-4-128 15,-5-4-292 1,-1-5-688-16,6-10-1141 0,-5 3-2167 0,-1-16 1041 16</inkml:trace>
  <inkml:trace contextRef="#ctx0" brushRef="#br0" timeOffset="-168669.1">17833 17047 4304 0,'0'0'288'0,"0"0"5120"0,0 0-3975 0,0 0-445 16,0 0-260-16,0 0 12 15,-80 57 8-15,61-30-144 0,-1 3-148 0,-5 4-92 0,2 1-60 16,-1 0 20-16,-4 4-64 16,8-5-48-16,-3 1-212 0,3-3 0 15,3-7-136-15,6 1-464 0,3-7-256 0,-1-7-100 16,5-1-328-16,4-5-868 0,0-4-2005 16,-4-2-1879-16</inkml:trace>
  <inkml:trace contextRef="#ctx0" brushRef="#br0" timeOffset="-168341.007">18080 16675 52 0,'0'0'9960'0,"0"0"-8055"0,0 0-917 16,0 0-8-16,0 0 196 0,0 0 60 0,28 83-388 0,-20-58-312 16,-4 3-180-16,1 4 28 0,-5-3-52 15,3 3-24-15,-3-5-236 0,0 3-60 0,0-2-12 16,0-6-28-16,-3-3-132 15,3-6-108-15,-5-4-80 0,5-5-32 16,0-1-104-16,0-3-252 0,-4-7-432 0,4-5-804 16,0-7-2349-16,0 3-2143 0,0-13 4496 15</inkml:trace>
  <inkml:trace contextRef="#ctx0" brushRef="#br0" timeOffset="-168135.049">18100 16726 3980 0,'0'0'56'0,"0"0"2988"0,0 0-736 0,0 0-667 0,0 0-241 15,0 0-264-15,0 0-108 16,88-28-156-16,-76 28-88 0,-1 0-212 0,2 2-184 0,-9 4-168 16,0 5-108-16,0-2 28 15,-4 7 56-15,-4 0-196 0,-4-1-88 16,-5 8-220-16,2-4-164 0,-1 3-64 0,-4-3-84 16,4 0-360-16,0-1-568 15,0-7-889 1,4-3-2027-16,-4-8-1496 0</inkml:trace>
  <inkml:trace contextRef="#ctx0" brushRef="#br0" timeOffset="-167819.764">18323 16615 4180 0,'0'0'6997'0,"0"0"-5497"0,0 0-328 16,0 0 208-16,0 0-132 15,0 0-412-15,0 0-676 0,32 72-160 16,-32-59-100-16,0-1 12 0,0-1-12 0,0-3-84 0,0 3-92 16,0-8 104-16,0 0 72 15,0-3 36-15,0 0-72 0,0 0-32 16,0-3 40-16,8 0 128 0,1-8 40 0,-2 3 16 16,9-5-48-16,-4 1 24 15,4 1-32-15,0 3-176 0,-4 1 176 0,4 3-8 16,-8 4-132-16,0 0 40 0,-1 4 100 15,-2 5 80-15,-1 1 96 0,-4 3 76 16,0 0-252-16,0-1 0 0,0 1-12 16,0-1-116-16,0 1-348 0,-4 3-228 15,4-3-528-15,0-1-1276 0,0 4-2865 16</inkml:trace>
  <inkml:trace contextRef="#ctx0" brushRef="#br0" timeOffset="-167570.343">18677 17192 8264 0,'0'0'2148'0,"0"0"-1027"0,0 0 95 0,0 0 376 15,0 0-192-15,0 0-344 16,0 0-460-16,0 0-172 0,84-3-128 0,-59-3-140 15,-1 3-156-15,-5-4-112 16,1 1 28-16,1 3-216 0,-2-3-256 16,1 2-232-16,-5-2-192 0,2 3-244 0,-1-4-920 15,-4 0-2609-15,-1 2-2411 0</inkml:trace>
  <inkml:trace contextRef="#ctx0" brushRef="#br0" timeOffset="-167103.775">19399 16802 1528 0,'0'0'1772'0,"0"0"2844"0,0 0-2932 0,0 0 293 15,0 0-21-15,0 0-324 0,68 82-272 16,-52-43-264-16,0-1-244 0,0 6-284 0,-1 0-200 16,-2 0-36-16,-1-2-124 15,-5-7-196-15,6 0-12 0,-2-10-124 0,1-6-244 16,-3 0-208-16,2-8-140 0,6-6-188 15,-2-5-236-15,5 0-520 16,-4-9-1188-16,4-14-3337 0</inkml:trace>
  <inkml:trace contextRef="#ctx0" brushRef="#br0" timeOffset="-166935.104">19817 16954 4772 0,'0'0'4156'15,"0"0"185"-15,0 0-3361 0,-92 51-336 16,57-26 200-16,-1 4 272 0,-4 3 176 15,-4 3-528-15,4 0-296 0,5-1-100 0,-5 1-148 16,4 0-220-16,0 4 0 16,4-8-148-16,0 1-304 0,4-4-372 15,5-2-328-15,3-4-488 0,-1-3-1004 0,10-6-3457 16</inkml:trace>
  <inkml:trace contextRef="#ctx0" brushRef="#br0" timeOffset="-165571.419">21149 16818 1044 0,'0'0'1028'0,"0"0"16"15,0 0 3532-15,0 0-3048 16,0 0-388-16,0 0-59 0,0 0 127 15,0 0-276-15,-88 19-184 0,67 0-128 0,2 0-40 16,-5 6 8-16,0 1-44 0,0 2-108 16,5 1-164-16,2 3-60 15,2 0-16-15,2 2 16 0,2 4-28 0,7-3-36 0,0 0-96 16,4-3-52-16,4-4 120 16,3 2-104-16,5-9 156 0,1-2-88 15,-2-3-84-15,6-6 52 0,-2-1 56 0,1-2-100 16,0-7-8-16,0 0-72 15,-4 0-136-15,4-7 44 0,0-2-104 0,4-7-252 16,-9-1-352-16,6-4-332 0,-6 2-552 16,-3-1-1008-16,-4 2-2013 0,1 5-487 15,-5 0 4852-15</inkml:trace>
  <inkml:trace contextRef="#ctx0" brushRef="#br0" timeOffset="-165401.426">20913 17138 3372 0,'0'0'352'0,"0"0"3236"0,0 0-1100 16,0 0-719-16,0 0-501 0,0 0-148 16,0 0-220-16,0 0 4 0,0 0-72 0,92-7-332 15,-60 5-180-15,-1-8-60 16,5 1-156-16,0-1-104 0,1-3-148 16,-2 1-524-16,1-1-432 0,-4 0-268 0,0 1-728 15,-8 2-2589-15,4 1-1635 16</inkml:trace>
  <inkml:trace contextRef="#ctx0" brushRef="#br0" timeOffset="-164767.915">22221 16754 2240 0,'0'0'1028'0,"0"0"5168"16,0 0-4195-16,0 0-925 0,0 0-208 15,0 0 48-15,0 0-56 0,0 0-208 16,0 0-260-16,-88 32-176 0,71-7 144 0,2 4 112 15,-2 6-36-15,6 7-40 16,-2-1-52-16,6 3 76 0,3 1-40 16,4 1 0-16,0-1-136 0,4 3-72 0,7-4-60 15,6 1-104-15,-2-1-8 0,9-2-76 0,4-8 4 16,4-5-196 0,4-6-136-16,4-8-188 0,4-5-184 0,8-10-256 15,-1-7-208-15,9-9-568 0,-16 4-1357 16,27-26-3467-16</inkml:trace>
  <inkml:trace contextRef="#ctx0" brushRef="#br0" timeOffset="-162868.805">23037 16659 756 0,'0'0'2128'0,"0"0"2248"15,0 0-3224-15,0 0 1180 16,0 0-827-16,0 0-689 0,0 0 64 16,80 83-260-16,-57-58-152 0,1 4-40 0,-4 5 48 15,0-2-84-15,0 10-64 0,-8-4-104 16,0 6-64-16,-8 0-108 0,0-2 8 16,-4-4-52-16,0-3 92 0,0-7-12 15,0-6 72-15,0-6-36 0,0-6-72 0,0-4-52 16,0-3-52-16,0-3 40 15,0 0 4-15,0 0 0 0,0 0 4 0,0 0 0 16,0-9 8-16,0-1 40 16,0-6 304-16,4-3-112 0,-4-6-52 0,0-3-84 15,4-2-88-15,0-1 60 0,0 6-72 16,4-4 0-16,0 1 52 0,4 2 20 0,0 1-72 16,3 0-8-16,-2 0-104 0,6 2-12 15,-3 1-48-15,5 6-112 16,-6 0-212-16,5 7-188 0,-4-1-280 15,4 0-400-15,-8 7-788 0,0 0-2153 0,0 3-1667 16</inkml:trace>
  <inkml:trace contextRef="#ctx0" brushRef="#br0" timeOffset="-162645.124">23821 16554 3908 0,'0'0'548'0,"0"0"5328"16,0 0-4199-16,0 0-133 0,0 0 192 16,92 29-316-16,-72-14-536 0,4 5-416 15,-3 2-244-15,-2 6-100 0,-3 4-84 16,-4 3-40-16,-1 6-112 0,-11 4-144 16,0 6-168-16,-3 0 28 0,-9 2-212 0,-4 5-148 15,0-1-124-15,-8-3-644 0,9-13-1153 16,-13 22-2863-16</inkml:trace>
  <inkml:trace contextRef="#ctx0" brushRef="#br0" timeOffset="-161860.893">24543 16793 1420 0,'0'0'9813'16,"0"0"-8225"-16,0 0-784 0,0 0 24 15,0 0 280-15,0 0-52 0,0 0 28 16,88 9-280-16,-49-6-180 0,5 0-120 0,0-3-184 16,3 0-88-16,2 0 24 15,-1 0-12-15,-1-6-112 0,-2-3-132 16,-6-1 0-16,1-3-364 0,-5 1-260 0,-7 2-260 15,-4 0-112-15,-3 1-160 0,-10 3-568 16,-3 2-2232-16,-8 4-2813 0</inkml:trace>
  <inkml:trace contextRef="#ctx0" brushRef="#br0" timeOffset="-161668.862">24719 16935 7384 0,'0'0'2424'0,"0"0"-323"0,0 0-1421 0,0 0-184 16,0 0 712-16,0 0 68 0,86 41-244 16,-49-37-348-16,3-4-260 0,-1 0-200 0,9-10-224 15,-8-2-16-15,3-4-480 16,-2 0-288-16,-2-4-396 0,-3 1-720 0,-8 0-2041 16,-4-3-3647-16</inkml:trace>
  <inkml:trace contextRef="#ctx0" brushRef="#br0" timeOffset="-161395.454">24969 16529 12 0,'0'0'12245'15,"0"0"-10829"-15,0 0-1112 0,0 0-88 16,100 6 456-16,-65 1 272 0,1 2-288 0,0 1-444 15,4 2-152-15,-4 4-48 16,-4 3-12-16,0 0-48 0,-8 3-64 16,-5 4-112-16,-6 3 44 0,-6-2-8 0,-7 9 76 15,0-1-16-15,-3 0 40 0,-9 0-100 16,-1 3 100-16,-6-3-112 0,-1 3-28 16,-4-6-176-16,0 2-228 0,1-2-248 15,-9-3-696-15,-1-8-905 0,14-1-2571 16,-17 2 2064-16</inkml:trace>
  <inkml:trace contextRef="#ctx0" brushRef="#br0" timeOffset="-160537.386">26073 16608 3100 0,'0'0'6660'0,"0"0"-5291"0,0 0-173 16,0 0-36-16,75 0-180 0,-47 7 128 15,0 2-424-15,0 7-224 0,0 6-184 16,-4 7-40-16,0 9-88 0,-4 0 112 16,-5 6-60-16,-6 1-76 0,3-3-52 15,-8-2-8-15,3-5 20 0,-7-3 4 0,5-7 96 16,-5-3 40-16,4-2-16 0,-4-8 12 16,0-5-48-16,0-5-24 0,0 3-84 15,0-5-56-15,0 0-4 0,0 0-4 16,4-7-8-16,-4 0-4 0,4-5 12 15,-1-11 0-15,1-5 16 0,4-7-16 16,-3-3-48-16,3 0-60 0,-1 3-88 0,-3 3-52 16,5 4-96-16,-1 9-28 15,-1-4 28-15,1 8-40 0,5-1-88 16,-6 0-128-16,5 2-168 0,4 6-240 0,0 2-352 16,0-1-1065-16,-4 0-2171 0,4 4-1596 15</inkml:trace>
  <inkml:trace contextRef="#ctx0" brushRef="#br0" timeOffset="-159569.162">27304 16011 3436 0,'0'0'1980'0,"0"0"2984"0,0 0-3559 0,0 0-381 15,0 0 60-15,-8 70 120 0,8-42-188 16,4 1-276-16,4 6-316 16,0 7-52-16,4 5 52 0,0 3 20 0,-4 8-64 15,0 2-36-15,0 1-148 0,-4 4-60 16,0 6-112-16,-4 2-24 0,0 3-8 16,0 0-116-16,0 3-220 0,0-5-72 0,-4 0-52 15,4-5 48-15,-4-6 48 16,4-6-40-16,0-6 112 0,0-9 64 15,0-8 36-15,4-5-44 0,0-10-216 0,4-6-400 16,-1-7-636-16,6-6-544 0,-9 0-961 16,3-6-2543-16</inkml:trace>
  <inkml:trace contextRef="#ctx0" brushRef="#br0" timeOffset="-158789.842">27917 16526 3324 0,'0'0'1344'0,"0"0"4244"16,0 0-4043-16,0 0-493 15,0 0 184-15,0 0 152 0,0 0-180 16,56 72-252-16,-32-49-300 0,0-1-148 0,4 7-92 15,-4-1-108-15,3 1-64 0,-2 3-172 16,-9 0-16-16,3-4-56 0,-6 0-4 0,-2-2-48 16,-3-3-20-16,1-2-172 0,-2-5-52 15,-7-6-60-15,4-1-112 0,0-5-200 16,-4-4-176-16,4 0-160 0,5-4-344 16,-5-5-560-16,3-7-2093 0,-3-1-1271 15,4-11 2820-15</inkml:trace>
  <inkml:trace contextRef="#ctx0" brushRef="#br0" timeOffset="-158548.93">28324 16487 496 0,'0'0'1368'0,"0"0"3424"16,0 0-2144-16,0 0-1512 16,0 0-591-16,0 0 367 0,0 0 240 0,0 0-248 15,0 0-244-15,-84 80-268 0,64-54-116 16,1 5 12-16,-2 1-112 0,-6 3-64 0,2 3-48 15,-3-4-56-15,1 5 0 16,-1-4-8-16,0 0-60 0,4-3-80 16,0-5-148-16,5 3 48 0,-1-8-100 0,3-3-128 15,6-3-52-15,-6-4-144 16,10-2-448-16,-1-7-585 0,4 3-971 16,0-6-428-16,0 0-1547 0,4-2 4643 0</inkml:trace>
  <inkml:trace contextRef="#ctx0" brushRef="#br0" timeOffset="-158026.123">28650 15989 156 0,'0'0'10348'0,"0"0"-8303"0,0 0-869 0,0 0 16 16,0 0 156-16,0 0-276 0,0 0-328 16,0 0-352-16,0 0 4 0,0 0 60 15,28 48 44-15,-24-26-72 0,0 3-124 16,1 7-72-16,-1 3-24 0,-4 3-24 15,0 3-16-15,0-3-68 0,0 4-28 16,0-4-72-16,-9-3-8 0,5 0-88 16,0-4-52-16,-3-1-84 0,3-5-84 15,0-3-48-15,0-3-40 0,4-3-36 16,-5-7-28-16,5-3-100 0,0-6-208 0,0 0-308 16,5-9-136-16,-1-10-144 0,4-3-692 15,-1-11-1221-15,-3 8-2935 0,5-13 3920 16</inkml:trace>
  <inkml:trace contextRef="#ctx0" brushRef="#br0" timeOffset="-157836.226">28714 16037 3284 0,'0'0'596'0,"0"0"5216"0,0 0-4391 16,0 0-469-16,0 0-72 0,0 0 140 16,0 0-132-16,0 0-132 0,0 0-256 0,92-22-268 15,-84 28-20-15,0 0-100 0,0 0-64 16,-4 4-44-16,-4-1-4 15,0 1-228-15,-4 7-48 16,-8-3-52-16,-4 2-164 0,0 4-176 0,-8-1-156 16,4-4-244-16,-3 2-524 0,3-5-969 15,3-2-1823-15</inkml:trace>
  <inkml:trace contextRef="#ctx0" brushRef="#br0" timeOffset="-157469.988">28981 15852 2888 0,'0'0'352'0,"0"0"792"0,0 0 3652 16,0 0-2707-16,0 0-509 0,0 0-372 16,0 0-344-16,44 77-324 0,-44-62-276 15,0 2-196-15,0-1-68 0,0-1-64 16,0-2-24-16,0 0-100 0,0-7 36 0,0 0 52 15,0-3 12-15,0-3 36 16,0 0-100-16,0 0 152 0,5-6 64 0,6-3 212 16,1-4 4-16,0 0 8 15,4 1-112-15,-4-1 36 0,4 7 68 16,-4-1 8-16,0 4-4 0,-1 3-36 0,-2 0-24 16,-1 3 12-16,0 6-48 0,-1 5-4 15,-2 1-60-15,3 1 60 0,-4 3-184 16,0 3-44-16,-1-3 32 0,-3 0-324 0,0 0-108 15,0 1-152-15,0-1-192 0,0 3-156 16,0-3-448-16,-3-3-1296 0,-5 12-4213 16</inkml:trace>
  <inkml:trace contextRef="#ctx0" brushRef="#br0" timeOffset="-157061.421">29144 16643 6460 0,'0'0'2272'0,"0"0"2057"15,0 0-2741-15,0 0-328 0,0 0 292 16,0 0-220-16,0 0-336 0,0 0-92 15,0 0-184-15,96 22-283 0,-59-22-181 16,-2 0-64-16,9-9-144 0,-5-4-48 16,6 0-132-16,-6-2-305 0,-3-2-243 0,1 5-236 15,-10-4-164-15,1 2-276 16,-4 3-920-16,-12 1-2817 0,4-2-3815 0</inkml:trace>
  <inkml:trace contextRef="#ctx0" brushRef="#br0" timeOffset="-156853.325">29945 16351 7672 0,'0'0'5289'15,"0"0"-3701"-15,0 0-920 0,41 64-216 16,-26-36 668-16,5 3 468 0,0 1-324 16,4 0-540-16,0 0-360 0,4-4-120 15,-4-2-92-15,-1-4-152 0,5 0-136 16,-4-3-168-16,1-6-244 0,-5-1-176 15,-1-1-360-15,-3-8-404 0,0 0-724 0,0-3-1773 16,-8 0-1211-16,4-12-251 0</inkml:trace>
  <inkml:trace contextRef="#ctx0" brushRef="#br0" timeOffset="-156694.516">30480 16345 5624 0,'0'0'128'16,"0"0"6157"-16,0 0-5057 0,0 0-768 15,0 0 388-15,0 0 512 0,-80 85-280 0,56-50-372 16,0 6-376-16,-4 4-220 0,-3 0-112 16,-6-1-148-16,1 0-184 0,-3 3-280 15,-1 2-300-15,-4-2-384 0,12-12-1264 16,-24 20-3233-16</inkml:trace>
  <inkml:trace contextRef="#ctx0" brushRef="#br0" timeOffset="-141350.82">31208 16123 288 0,'0'0'6020'16,"0"0"-3200"-16,0 0-1372 0,0 0-187 15,0 0-185-15,-83 38-20 0,59-19-156 16,-4 6 8-16,0 7-128 0,4 3-132 15,1 3-104-15,-1 6-100 0,0 4-96 0,3 2-116 16,2 2-156-16,7 0 48 0,0 0-40 16,8-4-80-16,4-4 84 0,4-6-4 15,11-3-12-15,6-6 56 0,3-10-128 16,0 0-84-16,4-3-4 0,4-7 88 16,-5-2-132-16,5-7 128 0,-4 0-88 15,0-7-92-15,0-2-76 0,-4-7-148 0,0 0-308 16,-9 0-168-16,-2-3-476 0,-5 0-616 15,-1 0-1945-15,-7 3-2055 16,0 0 2964-16,-7 1 2677 0</inkml:trace>
  <inkml:trace contextRef="#ctx0" brushRef="#br0" timeOffset="-141172.112">30961 16596 1108 0,'0'0'2700'0,"0"0"2700"0,0 0-4004 16,0 0-95-16,0 0 143 0,0 0 156 0,0 0-432 15,0 0-176-15,96 6-200 0,-64-6-184 16,4-4-104-16,0-1-248 0,-4-5-64 16,4 0-192-16,-5-2-108 0,5-4-128 15,-4 2-488-15,-4 2-492 0,-4-1-288 16,0 5-836-16,-8 1-2617 0,0-3-2903 16</inkml:trace>
  <inkml:trace contextRef="#ctx0" brushRef="#br0" timeOffset="-140452.395">31886 16040 10144 0,'0'0'2085'15,"0"0"-961"-15,0 0-196 0,0 0 224 0,0 0 92 16,0 0-436-16,0 0-312 16,0 0-52-16,0 0-48 0,100-16 108 0,-60 10 120 15,3 3-196-15,-3-1-232 0,-8 1-88 16,4 3-12-16,-12 0-84 0,-1 0-12 16,-2 0-60-16,-10 0-136 0,-2 0-156 0,-1 7 8 15,-8-4-12-15,0 6-12 16,-4 4 64-16,-4 3-192 0,-8 7 100 0,-1 2-112 15,-6 2-12-15,-5 5-56 0,4 1 32 16,-8 1-108-16,4 1-20 16,-4 0 156-16,-3 3 412 0,3 4 104 15,-4-1 192-15,8 0 136 0,-4 3 104 16,8-2 48-16,4-4-16 0,0-3-64 16,12 0-44-16,4-7-20 0,4-2-136 0,4-7-52 15,12-3-36-15,4-7 112 0,4-2 112 16,7-7 108-16,10 0 100 0,-5-7-212 15,7-5-136-15,-7-4-24 0,0-6-124 0,-4 2-48 16,-4-2-284-16,-1 0-192 16,-3-3-192-16,1 6-64 0,-5-4-164 15,-1 1-540-15,-6 9-1488 0,-2-6-3921 0</inkml:trace>
  <inkml:trace contextRef="#ctx0" brushRef="#br0" timeOffset="-140212.889">32460 16084 28 0,'0'0'6052'15,"0"0"-1768"-15,0 0-2751 0,0 0-457 16,0 0-224-16,0 0-64 0,0 0-56 16,0 0-320-16,-88 67-260 0,64-35-140 15,1 6 52-15,-9 6-16 0,4 3 28 16,0 4 12-16,-4 1-32 0,4-5-56 0,4 1-172 15,-4-4-92-15,8-5-276 0,4-5-116 16,5-5-348-16,2-4-504 0,5-8-1313 16,4-5-4223-16,0-3 6272 0</inkml:trace>
  <inkml:trace contextRef="#ctx0" brushRef="#br0" timeOffset="-139976.538">32388 16668 1244 0,'0'0'1276'0,"0"0"3104"0,0 0-1788 16,4 74-807-16,-4-36-465 0,0 3-108 15,0 10 16-15,0 8-212 16,0 5-72-16,-4 3-212 0,4 0-152 0,-4 3-172 16,0-4-124-16,0-2-152 0,-4-7-132 0,4-6-12 15,0-9-172-15,4-15-160 16,0-7 72-16,0-8-356 0,4-8-432 0,4-4-260 15,-4-11-428-15,4-1-1149 0,4-9-2023 0,-4-12 152 16,-4 11 3840 0,4-22 928-16</inkml:trace>
  <inkml:trace contextRef="#ctx0" brushRef="#br0" timeOffset="-139766.843">32436 16786 3192 0,'0'0'0'0,"0"0"4"0,0 0 5108 0,0 0-3220 16,0 0-655-16,0 0-145 0,80-41 32 15,-69 41-224-15,2 9-320 0,-5 0-216 16,-5 4-72-16,5 4-104 0,-8 5-88 0,0 0-100 16,-4 6-40-16,-7 0-284 0,-2-2-104 15,-2 3-76-15,-6-4-16 16,6-5 36-16,-5-2-152 0,3-5-192 0,2-7-136 16,3 1-533-16,0-7-863 15,4-3-3248-15,0-7 4160 0</inkml:trace>
  <inkml:trace contextRef="#ctx0" brushRef="#br0" timeOffset="-139584.609">32727 16230 4880 0,'0'0'5984'0,"0"0"-3575"16,0 0-821-16,0 0-200 0,0 0 128 0,79-15-492 15,-51 8-628-15,0-3-396 16,0 1 0-16,4-3-184 0,0-4-336 16,-4 3-516-16,0 0-416 0,-9 4-784 0,-6 2-2109 15,-6 7-2271-15</inkml:trace>
  <inkml:trace contextRef="#ctx0" brushRef="#br0" timeOffset="-139374.221">32838 16310 888 0,'0'0'6856'0,"0"0"-3840"16,0 66-1319-16,-4-34-245 0,4 3 68 0,0 1-164 15,0-3-376-15,4 0-448 0,0-5-236 16,4-3-112-16,0-2-184 0,4-4 0 16,4 0-4-16,-4-6-188 0,8-1-92 0,-5-5-112 15,2-5-136-15,3-2-28 16,-4-2 48-16,4-8-68 0,-5-6-264 0,2-3-424 15,-6 3-1128-15,2-9-2577 0</inkml:trace>
  <inkml:trace contextRef="#ctx0" brushRef="#br0" timeOffset="-139199.047">33081 16265 2580 0,'0'0'1340'0,"0"0"5020"0,0 0-4387 16,0 0-581-16,60 89 36 0,-40-60 20 15,-1 3-164-15,6-4-260 0,-1 1-472 0,0-8-416 16,-5-2-136-16,5-5-296 16,0-9-432-16,-3 2-212 0,2-7-316 15,1 0-448-15,-4-12-1204 0,-4 5-2925 0,8-14 517 16</inkml:trace>
  <inkml:trace contextRef="#ctx0" brushRef="#br0" timeOffset="-139060.223">33364 16256 196 0,'0'0'2244'0,"0"0"3828"0,0 0-3896 16,-75 67-799-16,47-34-573 0,3 7-24 16,1-6-8-16,5 1-40 0,3-7-604 15,4-2-128-15,4-14-1000 0,3 2-756 16,5-8-2265-16,0-6-2983 0,5 0 6732 0</inkml:trace>
  <inkml:trace contextRef="#ctx0" brushRef="#br0" timeOffset="-138698.728">33504 16049 144 0,'0'0'7100'0,"0"0"-4236"16,0 0-1227-16,0 0-317 0,0 0-276 16,0 0-488-16,79-12-264 0,-63 21-40 0,-4 1-128 15,4 6-116-15,-4 3 116 0,0 6-12 16,0 4 76-16,-4 3 16 0,-5 2-92 15,6 1 68-15,-5 3-80 0,0-3-12 0,-4 0-88 16,4 0-64-16,-4 0-88 16,0-3 0-16,0-1 0 0,0 1 16 15,0-3-16-15,0 3-100 0,0-4 12 16,0 1-48-16,-4-4 112 0,0 0 48 16,-4 0 128-16,3-2 0 0,-2-4 112 0,3 0 28 15,-4-3 140-15,4-3 120 0,-4 0-60 16,0-7-12-16,0 0-64 0,-3 1-264 15,-6-4-36-15,1-3-268 0,-7 3-112 0,-5-3-224 16,0 0-348-16,-12 0-476 0,0-3-593 16,-8 0-1067-16,13-1-1300 15,-25-2 2016-15</inkml:trace>
  <inkml:trace contextRef="#ctx0" brushRef="#br0" timeOffset="-136969.093">27878 1188 2788 0,'0'0'2500'0,"0"0"768"16,0 0-2672-16,0 0-400 0,0 0 60 0,0 0 380 15,0 0 265 1,-76 0 139-16,64 6-256 0,-4 2-212 0,0 3-152 16,0 4-28-16,-4 5 16 0,1 2-8 15,-1 6-32-15,-4 7-132 0,-4 6-20 16,0 6-56-16,0 8-72 0,-4 8-88 0,0 5-64 15,0 1 56-15,4 7 8 0,5 4 0 16,3-1 12-16,8 1 40 0,7-4 76 16,5-4-120-16,5 2 64 0,14-5 28 15,9-2-100-15,8-6-12 0,5-1-36 0,2-6 44 16,5-7-96-16,7-5 100 0,5-10 144 16,4-4-92-16,4-6 52 0,4-9-104 15,-1-10-8-15,5-3-144 0,-4-13-36 16,3-9 180-16,-3-13-68 0,0-3-88 15,-5-13-52-15,6-3 104 16,-10-9-52-16,-3-3 16 0,-5-5-92 0,-7 1 136 16,-4-6-8-16,-12 0-52 0,-8-4-36 15,-8-5-16-15,-8-7-380 0,-8 0 300 0,-12-3 44 16,-16 0 84-16,-4 2 168 16,-16 4 244-16,-4 10 12 0,-3 3-28 15,-9 9-152-15,-8 13 88 0,-3 13-164 0,-13 12-204 16,-4 16-200-16,-11 13-212 15,-9 13-60-15,-4 16-380 16,-15 16-973-16,0 11-1991 0,-9 14-632 16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5-30T08:44:53.8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27447 2892 6624 0,'0'0'7401'16,"0"0"-6353"-16,0 0-960 16,0 0 28-16,0 0 388 0,0 0 324 0,0 0 8 15,-79 48-304-15,67-30-164 0,-4-1-32 16,7 4-4-16,2 2-40 0,-1 3-32 15,4 2-64-15,4 7-48 0,-4 3 8 0,4 7-44 16,0 2 84-16,0 4-100 16,-4 4-36-16,0 1 4 0,4 8-8 0,-4-1-52 15,-4 4-4-15,4 3 8 0,0 3-4 16,0 3-4-16,-4 0-4 0,0 0 0 16,4 1 0-16,0-5-8 0,0-8 8 0,1 0-8 15,3-8-48-15,-4-1-28 16,4-5 88-16,0 1 48 0,0 0-40 15,0-3-8-15,4-4-48 0,3-3 36 0,-3 0 0 16,0-6 8-16,4 0-4 0,-3-3-40 16,2-3 44-16,1-4 4 0,-4-3 0 15,4-2-4-15,-4-5-56 0,4-4 56 16,-4-3-48-16,4 2-44 0,-1-7-52 16,6 1-36-16,-1-4-36 0,4 0 176 15,8 0 44-15,-5 0 48 0,9 0-48 16,-4 0-4-16,4 0-4 0,-3 0 8 0,-2 0 4 15,5 0 0-15,0 0-4 16,0 0 8-16,7 0-8 0,1 0 4 0,8 0 4 16,4 0 4-16,0-4-12 0,4 1-8 15,3-4-40-15,9 2-48 0,0-6-28 16,0 5 12-16,7 0 16 0,1-1 92 16,0 1 4-16,7 0 4 0,-2 3 8 15,6 0 36-15,1 3-44 0,-1-4 44 0,5 4-40 16,-1 0 4-16,10 0 76 0,-6 4-16 15,9-1-72-15,3 0 0 0,1 0-4 16,3 0-44-16,1 1 36 0,-1-2-44 0,5 3 52 16,-5 0 4-16,5-2 0 15,-5 3 44-15,-2 5-36 0,-2-6 4 0,0 5-12 16,-3 0-32-16,4-1 32 16,-5 4 8-16,5-3 52 0,0-1 88 15,-5 1-144-15,4-1 104 0,1 0-104 0,0 1 0 16,0 0-4-16,-5-4 0 15,4 3 0-15,-3-2-124 0,0 2 124 0,0-2 0 16,-1-4 0-16,-4 3 0 0,1-3-48 16,-1 1 48-16,2-2 48 0,-5-2-40 0,-6 5 32 15,10-5-32-15,-8 0 36 0,3 0-44 16,-3-5-8-16,0 3 0 0,0-5-40 16,-4 1 0-16,-5-1 44 0,5 1 0 0,-13-3-4 15,2 2 8-15,-10-2-8 16,-3 3-4-16,-9-4 4 0,-11 3 8 15,-16-2 4-15,-11 3 0 0,-13-4 68 0,0 0-68 16,0 1 44-16,0 3-44 0,0-4 8 16,0 1 0-16,0 3-4 15,0-1 4-15,0 0 0 0,0 4-12 0,0-3 0 16,0 4 0-16,0-3 4 0,0-1 128 16,0 3 28-16,0-2-24 15,0-2-128-15,0-3-8 0,0 0 0 0,0-2 80 16,0 2-44-16,0-2 16 0,0-4-52 15,0 3 8-15,0-6-8 16,0 0-168-16,0-1 44 16,0-5 28-16,0 0 96 0,0-7-4 0,0-3-120 0,0-2 124 15,0-9-172-15,0-1 100 0,0-7-64 16,0-3-12-16,0-7 4 0,0-2-16 0,0-4 36 16,0-6 116-16,0-3-104 0,0-4-36 15,0 0 76-15,0-3 4 0,0 4 60 16,0 3-64-16,0 6 72 0,0 3 60 15,0 6 64-15,0 1-124 0,0 2-4 0,0 8 4 16,0-2 4-16,0 5-4 0,0 2 136 16,0 7-132-16,0 0 132 0,0 2-124 15,0 8 124-15,0-1-64 0,0 3-64 16,0 4 68-16,0 6 20 0,0-1 188 16,0 8-28-16,0 3-72 0,0-1-64 15,0 3 16-15,0 1-52 0,0 0-8 16,0-1-76-16,0 1 0 0,0 0-100 15,0 0-68-15,0 2 92 0,0 1 68 16,0 0-4-16,0 3 12 0,0-3 8 16,0-1 0-16,0 4 0 0,0-2 4 0,0 2-4 15,0 0-4-15,0 0 0 0,0-4 4 16,0 4 0-16,0-3-8 0,0 3-60 0,0-3 12 16,0 0-24-16,0 0-40 0,0-1 0 15,0 1-56-15,0 3 116 16,0-3 48-16,0 0-104 0,0 0 32 0,0-4 72 15,0 4-80-15,0 0-64 0,0-3 100 16,0 3 36-16,0 0-88 16,0-1 88-16,-4 1-136 0,-17 0 88 0,-10 0-4 15,-14 3 56-15,-2-4 0 0,-5 2-64 16,-4 2-40-16,1-5 0 16,-10 3 48-16,1 2 64 0,1 0 0 15,-9 0-52-15,5 0 52 0,-9 0 8 16,0 2 56-16,-4 5 20 0,1 0-80 0,-9 3 48 15,4-4-52-15,-3 3-8 0,-1-2 4 0,1 2-4 16,-5-3-56-16,1 1 56 0,3-1-40 16,-8 1 48-16,5-1 0 0,-1-3-64 15,-4 0 64-15,5 0 12 0,3 1-4 16,-4 2 4-16,1-3 4 0,-1 0-12 0,0 1-4 16,1-2 0-16,3 3-4 0,-4 0-60 15,4 2 60-15,5 0 0 16,-4-5-36-16,3 4 36 0,4-2 4 0,-3 2 0 0,6-3 4 15,2 1-4-15,-1-1 12 16,5-3-12-16,-5 3-12 0,4-3-76 16,0 2-36-16,1-2 56 0,-1 4 64 15,4-1 4-15,-3 1-52 0,3-1 40 0,0-3-60 16,0 3 72-16,5 0-4 0,3 2-8 16,-4-5 12-16,4 5 0 0,0-3 12 15,1 2 60-15,-1-4 4 16,0 0-76-16,0 0 4 0,-4 0 0 0,5 0-8 15,-1 0-80-15,-4 0-16 0,0 0 52 16,-3 0-52-16,3 0 92 0,0 3-52 16,1 0 60-16,3 4-8 0,0-4 4 0,0 3 4 15,4 0-4-15,-3 1-8 16,4-1 4-16,2 0 8 0,-3 1 64 16,4-1-64-16,5-3 0 0,-5 0 8 0,9 3 40 15,-6-2-44-15,6-1-4 0,-1 0-4 16,8 0 4-16,0 1 72 0,4-2-24 15,0 2 4-15,8-1-44 0,0-3 0 16,5 3 40-16,3-3 28 0,0 4 24 16,7-4-4-16,2 0-44 0,3 3 32 0,0-3-20 15,4 0 8-15,0 0-24 0,0 0-36 16,0 0-12-16,0 0-4 0,0 0-48 16,0 0-20-16,0 0-52 0,0 0 12 0,0 0-48 15,0 0-40-15,0 0-24 16,0 0-12-16,0 4-112 0,0 1-188 15,0 2-676-15,0 2-1456 0,-4-3-3505 16,-12 7-66-16,36-57 6238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5-30T08:43:04.49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2939 1127 8112 0,'0'0'3233'15,"0"0"-2337"-15,0 0-408 0,0 0 228 16,0 0 108-16,0 0-104 0,0 0-100 16,-15 3-96-16,11 6-120 0,-4 7-152 15,-4 13-64-15,0 8 60 0,-4 12-12 16,4 8-12-16,-8 12-76 0,5 14-88 0,-6 9 0 16,1 10-60-16,1-1-76 0,-1 5 28 15,4-5-76-15,-4-12 36 0,8-10-60 16,0-19-140-16,4-18 40 0,4-14 0 0,4-15-152 15,0-10-256-15,0-3-252 16,4-9-108-16,8-7-412 0,0-9 80 16,0-1-957-16,4-28-2883 0</inkml:trace>
  <inkml:trace contextRef="#ctx0" brushRef="#br0" timeOffset="315.302">2832 1333 5652 0,'0'0'2172'0,"0"0"-408"16,0 0-87-16,0 0-341 0,0 0-456 16,0 0-244-16,0 0 100 0,0 0-44 0,68 67-116 15,-48-29-408-15,4 13 20 0,-4 12-40 16,4 6-96-16,-4 8-52 0,3 2 4 16,-3 1 44-16,1-7-44 0,-10-7 60 15,6-14-16-15,-10-15 4 0,1-8 172 16,5-16 148-16,-10-3 24 0,1-8-148 15,0-2-40-15,0 0 64 0,4-6 136 0,0-6 144 16,8-7 120-16,0-10-196 16,4-12-232-16,-4-7-160 0,3-9-36 15,2-3-48-15,-1-7-12 0,-5 0-76 16,2 7-8-16,-6 0-64 0,6 9-252 0,-6 9-56 16,-3 5-68-16,4 8-192 15,0 7-224-15,-4 9-808 0,0 7-1396 0,0 0-4117 16</inkml:trace>
  <inkml:trace contextRef="#ctx0" brushRef="#br0" timeOffset="645.002">3657 1917 13597 0,'0'0'1280'0,"0"0"-1116"15,-4 85-112-15,1-46 348 0,3 2 92 0,0 4-112 16,0-9-208-16,0-8-172 15,3-12 0-15,9-10 140 0,0-6 108 0,4 0 64 16,4-13 232-16,0-6-136 0,0-6-160 16,-1-7-88-16,1-3-36 0,1-6-124 15,-10 0-48-15,2 3-64 0,-5-1-12 0,-1 1 36 16,-3 9 88-16,-4 4 16 16,0 3 68-16,-11 6-76 0,-2 4 92 15,1 1-100-15,-3 8 4 0,-1 3 84 0,-1 0-76 16,6 7 36-16,-5 3 0 15,4 8-40-15,0 1 44 0,-1 7-52 0,2 0-12 16,3 2-124-16,4-3-52 0,0 0-340 16,0-2-380-16,4-4-420 0,0-10-544 15,0-2-504-15,4-7-2125 0,4-7-1975 16</inkml:trace>
  <inkml:trace contextRef="#ctx0" brushRef="#br0" timeOffset="979.369">4056 1802 9080 0,'0'0'2285'0,"0"0"-1449"0,19 78-120 0,-19-47 644 0,4 4 192 16,-4 0-272-16,0-9-512 15,5-7-472-15,-1-7-296 0,3-6-120 16,1-6 120-16,5-6 100 0,2-6 296 16,5-7-76-16,-4-11-160 0,4 2-160 15,-5-7-88-15,2 4-108 0,-6-1 100 16,2 7 80-16,-5 6-92 0,-1 6-116 0,2 3-96 15,3 7-28-15,-1 3 64 0,2 10 196 16,2 6 88-16,2 5 148 0,2 5-84 16,1 3 36-16,1 2-92 0,2-1 228 0,-7-5 48 15,4-10-136-15,-4-3 172 0,0-8-72 16,0-4-128-16,0-4 16 0,-1-8 48 16,2-7 24-16,-6-7 52 0,2-5-104 15,-1-7-4-15,-1-4-152 0,-2-2-4 0,-1-1-276 16,-5 1-284-16,1 3-164 15,-4 3-248-15,0 6-336 0,0 6-744 16,-4 7-1193-16,1 7-2747 0</inkml:trace>
  <inkml:trace contextRef="#ctx0" brushRef="#br1" timeOffset="5602.888">2964 1520 1068 0,'0'0'1528'15,"0"0"-472"-15,0 0 208 0,0 0-92 0,0 0-496 16,0 0-508-16,0 0 16 16,0 0-56-16,0 0-124 0,0-69-4 15,7 56-8-15,-2 1 8 0,-5-5 0 16,4 4 52-16,-4 1-52 0,0 2 8 0,0 1 136 16,-4-4 16-16,-5 5-156 15,2-3-4-15,-1-2 272 0,-5 1-256 0,6-1 72 16,-5-3-84-16,0 0 152 0,0-3-24 15,-3-4-28-15,2 4-52 0,1-2 140 16,0 2-180-16,8 3 428 0,-4 7 968 16,5-1 49-16,3 7-293 0,-4 3-60 0,4 0 20 15,0 0-28-15,0 0-72 0,0 0-136 16,-4 3-232-16,4 0-164 0,0 0-76 16,-5 1-88-16,5 3-36 0,-4 1-36 15,0 9-72-15,-3 4-24 0,-1 10-4 16,-5 11 52-16,6 12-28 0,-9 6-44 0,4 14-51 15,-4 8-73-15,4 4-12 16,0 9-4-16,-1 0 0 0,2-2 4 0,3-4-97 16,4-7 13-16,0-6-124 0,4-9 0 15,-4-10 64-15,4-13 68 0,0-9-44 16,0-13 12-16,0-5-200 0,0-12-32 16,4-1-76-16,0-4 60 0,0-4-172 15,4-8 48-15,3-9 108 0,2-9-60 16,2-11-176-16,-2-10-372 0,-1-2-516 15,-5-8-632-15,2-3-333 0,-1 17-623 16,-1-30-1524-16</inkml:trace>
  <inkml:trace contextRef="#ctx0" brushRef="#br1" timeOffset="5946.405">2816 1213 7232 0,'0'0'2256'0,"0"0"-771"0,0 0-45 16,0 0 4-16,0 0-268 0,0 0-308 0,0 0-176 15,0 0-108-15,0 0 0 0,0 0 120 16,0 0-52-16,65 38-124 16,-46-10-124-16,1 10-72 0,-4 7-176 0,0 9-92 15,3 9-60-15,-2 13-4 0,-1 10 0 0,0 0-100 16,0 0-32-16,-1-7-88 16,2-8 84-16,-6-18 40 0,1-12 96 15,0-13 4-15,-4-8 8 16,0-8 0-16,4-8 120 15,-4-4 4-15,4 0 72 0,0-13 24 0,0-10 96 0,4-5 60 16,0-10-84-16,0-7-131 0,0-2-77 0,0-4-96 0,3-9-44 16,2 0 40-16,-1-4-8 15,-1 0-49-15,1 5 53 0,4 1 0 16,-4 4-40-16,0 4 0 0,4 1-28 16,-5 8-20-16,6 0-60 0,-1 3-176 0,-4 7-116 15,-1 1-164-15,5 8-88 0,-3 4-220 16,-6 1-932-16,1 8-2164 0,-4 0-3373 0</inkml:trace>
  <inkml:trace contextRef="#ctx0" brushRef="#br1" timeOffset="6447.928">3581 1898 4092 0,'0'0'7417'16,"0"0"-5817"-16,0 0-988 0,0 0-4 0,0 0 452 15,0 0-88-15,0 0-236 16,0 0-140-16,-11 76-128 0,11-54-108 16,0-2-76-16,3-1-40 0,5-3 28 0,1 0 20 15,-1-3 28-15,3-1-124 0,2-2-112 16,-2-1-76-16,6-6-8 16,2 0-80-16,-3-3-68 0,4-3 52 0,0-6 32 15,0-7 16-15,-1-6-124 0,-2-1-148 16,-6-8 40-16,2-1-16 15,-1-3 100-15,-5 0 36 0,-3 0 72 0,-4 0 0 0,0 7-48 16,0 3 52-16,-8-1 28 16,-7 8 56-16,-1-2 12 0,-5 7-4 0,2 4 64 15,3 2 88-15,0 7-24 0,0 3-136 16,0 13-136-16,4 3-12 16,0 10 148-16,1 5 0 0,2 2 100 0,5 5-60 0,4-3-40 15,0 0-184-15,0-3-572 16,4-6-772-16,8-7-1480 0,-4-6-3113 15</inkml:trace>
  <inkml:trace contextRef="#ctx0" brushRef="#br1" timeOffset="6861.5">4171 1607 3708 0,'0'0'4936'0,"0"0"-3668"0,0 0-95 16,4 91 663-16,-4-45 120 0,-4 6-468 15,-4 6-332-15,4 5-460 0,-4-6-216 16,4-5-124-16,4-15-296 0,0-15-60 16,0-9-96-16,8-6-152 0,4-7-8 15,4-10 256-15,3-5 132 0,6-11-132 16,3-9-372-16,-4-7-184 0,4-2 96 16,-9-6 336-16,5-1 36 0,-4 0 88 15,1 0 76-15,-2 4-68 0,-3 2 0 16,0 9 0-16,-4 8-8 0,4 9-112 15,-9 10 112-15,6 7 36 0,-5 4 176 16,3 10 360-16,-2 14-28 0,3 6-136 0,-1 9-92 16,2 10 92-16,-6-3 68 0,1-2 172 15,1-7-112-15,-1-7-88 0,-1-16 77 0,6-7-197 16,-2-9-280-16,5 0 0 16,0-9-36-16,8-10 144 0,-1-7 52 15,5-9-204-15,0-3-4 0,0-6-100 0,0-4-32 16,-3 1 48-16,3-1-60 0,-9-3-332 15,1 4-241-15,-4-1-243 0,-8 6-352 16,0 11-768-16,0 10-1852 0,-8 1-2717 16</inkml:trace>
  <inkml:trace contextRef="#ctx0" brushRef="#br1" timeOffset="7479.244">5661 1454 9896 0,'0'0'2869'0,"0"0"-1445"0,0 0-612 15,0 0 344-15,0 0 268 0,-72 85-200 16,57-53-196-16,3 6-208 0,-1 7-248 0,10 3-172 16,3 2-131-16,0 5-161 0,7-2-108 15,6-5-108-15,-2-4-25 16,6-8-171-16,-2-15-196 0,6-9-48 0,-2-5-236 15,9-9-348-15,-8-5-1180 0,16-21-3473 16</inkml:trace>
  <inkml:trace contextRef="#ctx0" brushRef="#br1" timeOffset="7749.627">6084 1739 11385 0,'0'0'2344'16,"0"0"-1508"-16,-5 70 1056 0,-3-47 696 15,5-4-400-15,-1-3-827 0,0-7-697 0,4-9-396 16,0 0-112-16,8-6-156 16,3-7-184-16,2-3 176 0,2-9-308 0,5-7-132 0,-4 0-192 15,0 0-29-15,-4 1 157 16,-3 5 96-16,-2 4 12 0,-7 2-36 16,0 6 48-16,0 1 12 0,-7 3 172 0,-2 0 208 15,-7 1 148-15,4 6 24 0,0-1 184 16,1 4 36-16,2 4-64 0,1 5-228 15,1 8 32-15,3 2 28 0,-4 2 48 16,-1 5-24-16,5-4-184 0,4 0-124 16,0-3-424-16,0 1-556 15,0-5-1496-15,4-2-3749 0</inkml:trace>
  <inkml:trace contextRef="#ctx0" brushRef="#br1" timeOffset="8048.064">6402 1565 11249 0,'0'0'2140'0,"0"0"-1072"0,0 0-112 0,25 73 952 16,-22-44 164-16,1-4-336 0,-4-3-739 15,4-3-501-15,0-3-424 0,0-3-72 16,-4-10-144-16,9 1-88 0,-6-4-144 0,5-4-109 16,4-5 45-16,0-8-60 15,0-2 24-15,4 1 72 0,-4-5 72 0,-5 4 76 16,2 3 72-16,3 7 36 0,-8 6-88 15,3-1 236-15,-3 4 148 0,5 7 172 0,-1 2 260 16,-5 4-20-16,5 3-96 16,1 0-168-16,-5 3-40 0,3 0-64 15,-3-2-116-15,4-3-76 0,1-3-84 0,-5-6-96 16,3 2-456-16,5-7-328 16,0 0-208-16,4-7-940 0,-4-2-900 0,8-12-2797 15</inkml:trace>
  <inkml:trace contextRef="#ctx0" brushRef="#br1" timeOffset="8348.155">7040 1428 10576 0,'0'0'2769'15,"0"0"-1753"-15,0 0-384 0,0 0 552 0,0 0 536 16,-32 67-144-16,12-35-364 0,-4-4-348 16,4 5-87-16,0-5-245 0,8-3-264 0,0-6-188 15,5-3-80-15,3-7-4 0,4-2-68 16,0-7-72-16,4 3-88 15,3-3-56-15,14 0 152 0,-2 0 124 0,9 3 12 16,0-3-4-16,0 0-56 0,0 0 48 16,-4 7 0-16,-5-1 12 15,1 3 0-15,-3 4 84 0,-6 0 24 0,1 6 88 16,-8 0 20-16,1 4-44 0,-5-2-64 16,0 5-12-16,-13 0-12 15,2-4-84-15,-2 0-48 0,1-7-228 0,1-2-260 0,2-7-217 16,1-6-123-16,5-2-136 15,3-8-760-15,0-9-688 0,0-6-1456 16,3 3-933-16,14-23-1463 0</inkml:trace>
  <inkml:trace contextRef="#ctx0" brushRef="#br1" timeOffset="8495.228">7430 1581 11145 0,'0'0'2816'16,"0"0"-1400"-16,0 0-408 0,44 67 300 15,-40-39 96-15,-4 4-92 0,0 4-168 16,0-3-271-16,-7 3-409 0,-2-8-308 0,1-2-156 15,0-8-180-15,1-1-400 16,-2-8-257-16,-3-3-335 0,0-6-568 16,0 0-2524-16,-8-3-4449 0</inkml:trace>
  <inkml:trace contextRef="#ctx0" brushRef="#br1" timeOffset="8628.712">7366 1396 8644 0,'0'0'6813'15,"0"0"-6237"-15,0 0-244 0,0 0 68 0,84 0-40 16,-63 4-224-16,2-2-60 0,1 3-76 16,0 1-784-16,-4 0-1700 0,12 1-4965 0</inkml:trace>
  <inkml:trace contextRef="#ctx0" brushRef="#br1" timeOffset="9030.183">7965 1577 2824 0,'0'0'12761'16,"0"0"-10533"-16,0 0-1440 0,-88 80 100 16,56-39 480-16,0 7-311 0,4 6-101 15,0 0-204-15,8-3-184 0,4-7-232 16,13-12-204-16,-2-11-132 0,5-4-4 16,5-10 4-16,10-7-96 0,5 0-120 15,4-13-36-15,8-9 20 0,0-11-68 0,4-8-196 16,-1-6-160-16,1-7-33 15,-4 0-19-15,-4-6 124 0,0-1 20 0,-8 1 52 16,-1-4-140-16,-6-2 48 0,-9 3 196 0,-4-5 144 16,0 5 252-16,-9-4 12 0,1 4 248 15,-3 6-112-15,3 8-48 16,3 11 196-16,5 17 88 0,0 8 20 0,0 6-24 16,0 7-184-16,5 0 28 0,-1 13 32 15,4 6 208-15,3 7 12 0,2 9-112 16,-5 6 24-16,-1 7 49 0,2 5 27 15,-5 8-68-15,-4-4-104 0,0 3-136 16,0 1-72-16,-4-7-72 0,4-4 0 16,0-8-84-16,0-4-60 0,0-6-220 0,0-7-180 15,8-9-173-15,3-6-147 0,6-4-236 16,-2-6-688-16,5-4-2052 0,-4-2-1217 16,8-13-1471-16</inkml:trace>
  <inkml:trace contextRef="#ctx0" brushRef="#br1" timeOffset="9298.865">8350 1628 796 0,'0'0'9032'0,"0"0"-6187"15,0 0-949-15,0 0-168 16,49 80-12-16,-38-61-252 0,1-2-312 16,0-5-312-16,4-6-243 0,0-3-173 0,0-3-100 15,4-7-80-15,4-12-244 0,0-3 0 16,4-10-220-16,-5-2-68 0,1-4-100 16,1-1 59-16,-5 4 157 0,-9 4 16 15,1 2 8-15,-8 4 40 0,-4 3 12 16,0 6 48-16,-8 2 48 0,-3 8 136 15,-2 6 132-15,-2 6-36 0,-2 11-224 0,-2 5 36 16,2 10-40-16,-2 3 40 16,3 6 201-1,-1-2 131-15,2-1-88 0,3-4-204 0,4-5-84 16,0-10-156-16,4-7-172 0,0-5-48 0,4-7-109 0,0-3-491 16,8-10-160-16,4-6-652 0,0 3-1172 15,7-22-2957-15</inkml:trace>
  <inkml:trace contextRef="#ctx0" brushRef="#br1" timeOffset="9534.624">8900 1371 13581 0,'0'0'2600'0,"0"0"-1796"15,0 0-344-15,49 80 492 0,-42-48 424 0,1 5-264 16,-4-2-248-16,0 4-271 0,0-7-265 16,1-4-208-16,-2-3-112 0,-3-6-8 0,4-6 0 15,-4-4-12-15,4-2-48 0,0-7 12 16,-4 0-12-16,8 0-48 15,-3-7 96-15,10-5 12 0,-3-7 52 0,8-3 44 16,0-10-96-16,3-1-244 0,-3 2-192 16,5-1-73-16,-1 1-63 0,-1-1-40 15,1 7-120-15,0 0-128 0,0-1-280 16,0 7-420-16,-1 0-420 0,-6 6-888 16,-2-3-2501-16</inkml:trace>
  <inkml:trace contextRef="#ctx0" brushRef="#br1" timeOffset="10366.081">10327 1209 7612 0,'0'0'5733'0,"0"0"-4565"16,76 32-384-16,-29-16 136 15,5-3 204-15,8 0-124 0,-4-7 48 16,4-6-324-16,-4 0-224 0,-1-10-232 0,1-2-148 15,-8-4-120-15,-1 3-60 0,-6-6-112 16,-6 2-376-16,-3-1-332 0,-9 3-228 16,-6 1-484-16,-6 8-992 0,-11 1-3509 0</inkml:trace>
  <inkml:trace contextRef="#ctx0" brushRef="#br1" timeOffset="10569.39">10642 1308 10364 0,'0'0'1905'0,"0"0"-1037"0,0 0 340 16,-5 92 684-16,10-48 12 0,3 4-304 16,-1 6-368-16,1 2-343 0,-4 2-233 15,-4 2-292-15,0 1-224 0,0-7-140 16,-8-6-84-16,4-10-148 0,1-13-60 16,3-6-156-16,0-7-305 0,0-5-283 15,0-3-472-15,0-4-1408 0,0 0-2953 16,-8 0-3071-16</inkml:trace>
  <inkml:trace contextRef="#ctx0" brushRef="#br1" timeOffset="10719.955">10642 1774 11777 0,'0'0'2312'0,"0"0"-1164"16,0 0 336-16,0 0-32 0,103 7-476 0,-82-4-36 16,-2 1-72-16,1-4-416 0,-1 3-372 15,-2-3-80-15,-6 0-220 16,2 0-292-16,-9 3-268 0,0 3-312 0,-4 7-540 0,-8 2-1080 15,0 1-2333-15,-20 16-2071 16</inkml:trace>
  <inkml:trace contextRef="#ctx0" brushRef="#br1" timeOffset="10866.167">10586 2124 7292 0,'0'0'3913'0,"0"0"-2641"16,0 0-428-16,0 0 756 0,0 0 272 0,75 6-372 15,-35-15-244-15,4-7-132 0,8-4-308 16,8-5-243-16,-5 0-261 0,5-8-152 15,0 5-160-15,0-7-72 0,-1 4-196 0,-3-4-233 16,0-3-239-16,0 3-516 16,-16 6-976-16,12-9-3364 0</inkml:trace>
  <inkml:trace contextRef="#ctx0" brushRef="#br1" timeOffset="11130.403">11698 746 13773 0,'0'0'2568'0,"0"0"-2120"16,0 0-236-16,0 0 532 0,0 0 576 15,0 0-180-15,-28 79-468 0,16-44-392 0,3 3-268 16,2 1-12-16,3 5-112 0,-4 0-204 16,3 4-500-16,-2 3-352 0,-1-1-576 15,4-8-1444-15,-9 15-4397 0</inkml:trace>
  <inkml:trace contextRef="#ctx0" brushRef="#br1" timeOffset="15597.084">8637 1457 4120 0,'0'0'2188'0,"0"0"-928"0,0 0-504 15,0 0 1352-15,0 0-35 0,0 0-661 16,0 0-248-16,0 0-80 0,0 0-120 16,5 4-108-16,-5-4-104 0,0 2-160 15,0-2-200-15,0 0-88 0,0 0-36 16,0 0-24-16,0 4 0 15,0-4-36-15,0 3-12 0,-5 0-76 0,1 7-44 0,0-1-4 16,-3 7-68-16,-1 6-4 16,-1 0-12-16,-2 3 0 0,3 0 0 0,-5 5-40 15,6-5-8-15,-1 1 60 0,0-1 8 16,-1 0-4-16,2-2-4 0,-1-2 0 16,4-2-12-16,0 1-48 0,0-1 48 0,0-6-84 15,4 2 8-15,0-2 4 16,0 0-36-16,0 0 44 0,0-1 72 15,4 4 4-15,4-2 48 0,0 0 16 0,-4-1-4 16,3 0 24-16,-3-3-76 16,5-2 4-16,-5 6-8 0,4-4 0 15,-1-1-4-15,2 0-48 0,-1-2 0 0,-1-1-24 16,6 0-16-16,-1 1 16 16,-5-1 12-16,6 0-52 0,-2-3 40 0,1 4 12 15,1-4-196-15,-2 0-100 0,2 1-96 16,2-1-152-16,2-3-172 0,-2 0-492 15,5-3-1088-15,-4-4-2721 0,8-3-2939 16</inkml:trace>
  <inkml:trace contextRef="#ctx0" brushRef="#br1" timeOffset="16764.609">12761 2188 4196 0,'0'0'7085'0,"0"0"-5677"15,0 0-984-15,0 0-92 16,0 0 292-16,0 0 384 0,0 0-52 0,0 0-276 15,0 0-332-15,0 0-208 0,0 0-68 16,-8 72-72-16,4-56-48 0,0-3-152 16,1 0-348-16,-1-4-284 0,-1 1-64 15,1-4-220-15,4 0-840 0,-4-2-2481 16,4-4-2802-16</inkml:trace>
  <inkml:trace contextRef="#ctx0" brushRef="#br1" timeOffset="17250.825">14096 1298 10784 0,'0'0'4425'0,"0"0"-3077"0,0 0-664 16,0 0-388-16,0 0 252 0,0 0 460 0,0 0-40 15,0 0-40-15,111-3-284 16,-63 3-255-16,0 0-193 0,0 0-76 15,-5-3-108-15,2-3-12 0,-6-4-40 0,1 1-20 16,0-4-220-16,-8 0-329 0,0 0-195 16,-8 4-284-16,-8 3-536 15,-5 2-1380-15,-6 4-2941 0,-10 0-2950 0</inkml:trace>
  <inkml:trace contextRef="#ctx0" brushRef="#br1" timeOffset="17448.327">14383 1344 5640 0,'0'0'832'0,"0"0"4933"0,4 65-3773 0,3-30-280 0,2 10-172 16,-1 5-8-16,3 5-380 15,-7-1-264-15,1 6-244 0,-1 1-287 0,-4-4-213 16,0-3-144-16,0-7-52 0,-4-5-144 16,4-15-157-16,0-7-171 0,0-4-256 15,0-7-320-15,0-6-940 0,0 4-2488 16,0-7-3841-16</inkml:trace>
  <inkml:trace contextRef="#ctx0" brushRef="#br1" timeOffset="17612.685">14415 1860 8172 0,'0'0'4413'0,"0"0"-2845"0,0 0 84 16,0 0 296-16,0 0-468 0,95 0-428 15,-71 0-232-15,0 0-276 0,0-3-299 16,0 0-245-16,-4-3-12 0,-5 2-365 15,-2 4-427-15,-5 0-208 0,-4 0-256 0,-4 13-1148 16,-8-3-2360-16,-12 18-1385 0</inkml:trace>
  <inkml:trace contextRef="#ctx0" brushRef="#br1" timeOffset="17762.319">14371 2137 6776 0,'0'0'3192'0,"0"0"-1171"0,0 0-589 0,0 0 92 15,0 0 12-15,0 0-96 16,0 0-280-16,79 32-104 0,-47-36-156 0,4-5-328 15,4-8-255-15,4-1-145 0,0-8-160 16,4-2 0-16,-4-4-12 0,-5-1-333 16,1-4-519-16,0-1-344 0,-4-4-600 15,-9 14-2324-15,1-16-3817 0</inkml:trace>
  <inkml:trace contextRef="#ctx0" brushRef="#br1" timeOffset="17978.189">15156 930 14349 0,'0'0'2008'0,"0"0"-1448"16,0 0-412-16,0 0 376 0,0 0 440 0,0 0 228 16,0 0-132-16,20 72-484 0,-12-36-360 15,-1 2-120-15,6 0-96 0,-5 6-40 16,-1 0-200-16,1-2-480 0,1 3-320 0,-5-1-128 15,0-3-864-15,-1-13-1992 16,1 8-2665-16</inkml:trace>
  <inkml:trace contextRef="#ctx0" brushRef="#br1" timeOffset="18179.446">15721 1539 12237 0,'0'0'2636'0,"0"0"-836"0,0 0 72 16,0 0-560-16,104-12-344 0,-72 2-228 15,4-2-315-15,0-1-205 0,-1-3-216 16,-3 1-4-16,0-2-425 0,-8 5-403 16,0 1-296-16,-7 6-548 0,-10 2-2232 15,-7 3-3397-15</inkml:trace>
  <inkml:trace contextRef="#ctx0" brushRef="#br1" timeOffset="18366.719">15666 1821 11789 0,'0'0'3108'0,"0"0"-1720"0,0 0-652 16,0 0 344-16,0 0 432 0,0 0 28 15,0 0-459-15,83 0-281 0,-46-8-232 16,2-5-208-16,5-3-164 0,4 1-196 15,-5-5-12-15,-2 4-196 0,-2 0-296 0,-3 1-248 16,-4 2-245-16,4 3-279 0,-4 4-1256 16,-12 0-3348-16,12 6-5421 0</inkml:trace>
  <inkml:trace contextRef="#ctx0" brushRef="#br1" timeOffset="19885.317">17403 1607 4212 0,'0'0'548'0,"0"0"1900"0,0 0 324 15,0 0-1095-15,0 0-537 16,-40-74-248-16,28 61 36 0,0 1 144 0,4 2-92 16,1 4-224-16,-6 6-184 15,6-3-28-15,-1 3-164 0,-5 0-108 0,6 6-52 0,-5 7 0 16,3 9-60-16,-2 6 12 0,3 10 36 16,-1 1 12-16,2 5-36 0,3-3 20 15,0-3-116-15,4-5-84 0,0-11-4 16,0-7-64-16,4-5-20 0,0-7-24 0,8 0-40 15,0-3-12-15,3-3 4 0,5-6-16 16,5-10-160-16,-1-6-24 16,-1-1-24-16,-3-6-24 0,4 4 108 0,-8 2 120 15,4 4 92-15,-9 3 20 0,2 5 16 16,-5 9-4-16,-1 2 4 0,-3 3 48 16,1 0 248-16,-1 6 232 0,4 7 64 15,-4 3-140-15,-1 6-96 0,1 0-40 16,0 3-24-16,-4-3 72 0,5 1-60 15,-1-8-84-15,0-1-172 0,-4-9-40 0,7-1-108 16,1-4-108-16,1-4-156 16,6-11-164-16,6-8-284 0,-2-8-700 0,9-4-1040 15,-12 3-2941-15,16-19-3439 0</inkml:trace>
  <inkml:trace contextRef="#ctx0" brushRef="#br1" timeOffset="20111.957">17964 949 3008 0,'0'0'9069'0,"0"0"-7561"0,0 0-948 16,0 0 372-16,0 0 868 15,-56 92-104-15,49-54-468 0,3 7-360 0,0 5-176 16,0 8-35-16,0 8-97 0,0 1-160 16,0 6-124-16,0-3-168 15,-4-4-72-15,4-5-36 0,4-17-168 0,0-6-256 16,12-16-96-16,0-9-77 0,8-7-279 0,0-6 12 15,8-9-192-15,-4-13-748 16,-5 3-1092-16,13-22-3345 0</inkml:trace>
  <inkml:trace contextRef="#ctx0" brushRef="#br1" timeOffset="20335.417">18288 901 11477 0,'0'0'3920'15,"0"0"-3304"-15,0 0-528 0,0 0 452 0,0 0 520 16,0 0 212-16,-17 95-280 0,13-53-356 16,1 3-248-16,3 9-48 0,0 3-24 15,0 3-47-15,0 3-73 0,-4 1-132 0,4-1-64 16,0-2 0-16,0-11-8 16,0-5-112-16,7-7-28 0,10-9-133 15,-6-11-95-15,10 2-220 0,-6-11-164 0,2 1-172 16,2-7-324-16,1-3-860 0,-8 0-2432 15,12-7-3389-15</inkml:trace>
  <inkml:trace contextRef="#ctx0" brushRef="#br1" timeOffset="20728.078">18726 1508 8928 0,'0'0'6645'0,"0"0"-5913"0,0 0-520 15,0 0-136-15,0 0 708 0,0 0 368 0,99-32 0 16,-67 29-404-16,0-3-332 0,8 6-136 16,-4 0-184-16,-4 0-48 15,-4 6-44-15,-9 0 8 0,-2 7 48 0,-6 3 16 16,-2 0 20-16,-5 6-84 0,-4 1-4 15,0 2 76-15,-4 2-24 0,-9 6 4 16,-2 2-16-16,-2-4-36 0,6 1 0 0,-6-10 37 16,10 0-45-16,3-9-4 15,0-3-12-15,4-3-49 0,0-5 13 0,0-2-16 16,4 0 4-16,7 0-4 0,6-2 64 16,2-5 36-16,5-3-36 0,4-3-204 15,0 1-88-15,-4-3-124 0,4-2-60 16,-8 4-148-16,4 1-164 0,-8-1-196 15,0 1-512-15,0 2-904 0,-8 1-2653 16,-1-1-2955-16</inkml:trace>
  <inkml:trace contextRef="#ctx0" brushRef="#br1" timeOffset="21279.12">19395 1527 12117 0,'0'0'2460'0,"0"0"-1224"16,0 0-604-16,0 0 612 0,0 0-244 0,0 0-152 15,88 0 20-15,-69-13-296 0,2-6-304 16,-1-3-268-16,3-7-156 0,-3 1-76 0,5-4-48 15,-10 3 72-15,1 4 48 16,-4 0 76-16,-4 6 84 0,-4 3 0 0,-4 0 108 0,0 6-108 16,0 1 0-16,-8 2-48 15,0 5 48-15,-3 2-4 0,-6 0-44 16,2 9-200-16,-6 7 172 0,1 9 76 0,1 7 160 16,-5 6 108-16,3 4 76 0,6 2-40 15,-1 3-24-15,4 1 12 0,-1-4-24 16,10-6-15-16,-1-6-57 0,4-6-88 15,0-4-44-15,4-9-64 0,4-4-108 16,4-3-72-16,-1-3-53 0,10-3-107 0,-1-3-196 16,3-6-292-16,1-10-116 0,4-3-388 15,-4-4-1044-15,-3 4-2733 16,2-13-2899-16</inkml:trace>
  <inkml:trace contextRef="#ctx0" brushRef="#br1" timeOffset="21748.377">19830 1317 8052 0,'0'0'6581'0,"0"0"-5397"16,0 0-972-16,20 67-84 0,-16-38 400 16,0-1 776-16,-4 4 12 0,3-3-360 15,-3 2-344-15,4-2-200 0,-4-3-132 16,4-5-108-16,-4-2-76 0,0-3-83 0,4-6 35 16,5-4-48-16,-5-6 0 0,7 0 72 15,1 0-72-15,4-9-193 0,4-7-15 16,3-6-108-16,5-3-184 0,-3-5-184 15,3-4-260-15,-4 2-264 0,-5-3-384 16,1 4-576-16,1 5-888 0,-6 3-1193 16,1 8 1489-16,0 8 764 0,-9 7 808 15,2 3 1188-15,-9 8 1564 0,0 8 772 0,0 0 436 16,0 6-236-16,-4 4-411 0,-4 2-441 16,4 1-404-16,0-1-248 0,4-5-208 15,0-5 20-15,4-4-200 0,8-4-228 16,0-10-108-16,8 0 48 0,-1-3-196 15,9-3-160-15,0-11-36 0,4-5-40 16,0-2-132-16,-4-5-48 0,4 1 24 0,-8 0 32 16,0-1 40-16,-8 4 88 0,-9 6 72 15,2 1 120-15,-9 2-48 0,-4 0 88 16,-8 3 0-16,0 1 184 0,-8 2-64 16,0 7-144-16,0 0 36 0,0 7 12 0,-4 8-100 15,1 2 4-15,-5 2 8 0,4 3 0 16,-1 0-96-16,1 0 0 15,1 0-244-15,3 2-404 0,0-6-248 0,0 4-152 16,4-6-396-16,8-3-692 0,1-5-2385 16,3-3-2415-16</inkml:trace>
  <inkml:trace contextRef="#ctx0" brushRef="#br1" timeOffset="22046.5">20790 1257 13281 0,'0'0'4060'16,"0"0"-3988"-16,0 0-68 0,0 0-4 0,0 0 732 15,0 0 476 1,0 0 136-16,-32 76-480 0,24-57-363 0,4-2-225 16,4-5-180-16,0 1-96 0,4 0 4 15,4-4 60-15,8 1-4 0,-4 2-48 16,8-2 0-16,-5 3-12 0,6-1-4 0,-2-2-68 15,1 5 68-15,1-2-8 0,-2 3-76 0,-3 3-8 16,-4-3-12-16,0-1-12 16,-4 2 44-16,-4-2 68 0,-4 2-76 15,0-2-13-15,-8-2-75 0,-4 3-120 16,-8-1-72-16,0-2-24 0,-12 3-116 16,-3-3-144-16,-5-1-336 0,-8-2-628 15,8-3-916-15,-20-1-4061 0</inkml:trace>
  <inkml:trace contextRef="#ctx0" brushRef="#br1" timeOffset="22781.903">21790 1396 6320 0,'0'0'4917'0,"0"0"-3073"16,0 0-648-16,0 0-72 0,-52 77 184 0,39-45-64 15,2 2-184-15,3 4-164 16,1-6-212-16,2-6-212 0,5-7-168 16,0-6-108-16,0-4-96 0,0-6-100 0,5 3-72 15,2-6 0-15,5 0-36 0,4 0-52 16,0-6-60-16,4-6-96 0,4-7 36 16,-5-3-64-16,-2-2-44 0,-2 3 56 15,2-5 124-15,-10 4 60 0,1 3 72 16,-3 0-96-16,-5 3 100 0,0 4 72 0,-5-1 160 15,-3 3-152-15,-3 4-8 0,-2 3 12 16,2 3-4-16,3 0-8 0,-5 3-48 16,2 10-64-16,3-1 64 0,4 4-16 15,-5 0-8-15,9 0-16 0,0-3-172 16,0 2-580-16,0-2-1268 0,0-3-2445 16,13 2-3423-16</inkml:trace>
  <inkml:trace contextRef="#ctx0" brushRef="#br1" timeOffset="22932.247">22292 1505 5744 0,'0'0'7465'0,"0"0"-5673"16,0 0-928-16,84 25 528 0,-61-22-80 0,-7-3-440 15,0-3-404-15,4-7-288 0,0-2-104 16,3-10-76-16,2-3-516 16,-1-8-612-16,4-1-684 0,-13 5-1280 0,9-12-4225 15</inkml:trace>
  <inkml:trace contextRef="#ctx0" brushRef="#br1" timeOffset="23184.394">22387 1028 364 0,'0'0'8748'0,"0"0"-6423"0,0 0-1005 0,-16 80 8 16,16-44 248-16,5 4 16 0,3 4-268 16,7 7-364-16,1 7-204 15,4 1-180-15,0 6-260 0,-4-2-160 0,0 1-68 16,4-4-76-16,-8 3 48 0,4-5 12 15,-8 1-68-15,3-4 4 0,-2-5 0 0,-5-2 0 16,0-8-8-16,-4 2-156 16,0-7-16-16,-8-6-24 0,-1 0-8 0,-6-4 32 15,-2-3 12-15,-2-6 52 16,-1-3-52-16,-4-4 52 0,0-5-148 16,-3-4-28-16,-1 0-48 0,0-7-280 0,-4-5-328 15,0-5-428-15,8-1-1160 16,-12-17-3873-16</inkml:trace>
  <inkml:trace contextRef="#ctx0" brushRef="#br1" timeOffset="34068.459">23997 1394 8716 0,'0'0'4165'0,"0"0"-3093"15,0 0-224-15,0 0-128 0,0 0 648 16,0 0 80-16,0 0-264 0,0 0-208 16,0 0-256-16,108 82-184 0,-80-41-39 15,4 7-133-15,0 6-72 0,-4 0-148 16,-1 0-84-16,-3 0-56 0,-4-7-4 0,0-5-96 16,-4-10-100-16,4-10-216 0,-5-9-193 15,2-6-87-15,2-7-176 16,1-5-308-16,-3-10-828 0,-6-1-1836 0,5-19-1745 0</inkml:trace>
  <inkml:trace contextRef="#ctx0" brushRef="#br1" timeOffset="34252.452">24419 1444 2672 0,'0'0'8609'0,"0"0"-6701"16,0 0-916-16,-71 73-68 0,43-35 224 15,-4 14-140-15,-4 1-300 0,0 11-252 16,-4 0-60-16,5-1-16 0,-1-3-48 15,4-6-160-15,4-6-172 0,8-10-184 16,8-9-640-16,4-11-204 0,0-8-276 16,8-7-248-16,0-3-956 0,4-19-3829 15</inkml:trace>
  <inkml:trace contextRef="#ctx0" brushRef="#br1" timeOffset="34511.365">24782 927 5336 0,'0'0'7637'0,"0"0"-6633"16,0 0-204-16,0 0 1000 16,0 82-64-16,0-47-456 0,4 7-400 0,4 5-232 15,3 4-28-15,-2 0 45 0,-5 3-253 16,4-4-228-16,-5 5-176 0,1-5-8 0,-4-2-8 15,0-3-236-15,4-11-252 0,-4-11-77 16,5-10 77-16,-5-11-52 16,4-2-148-16,0-7-288 0,3-7-596 0,-3-12-852 15,0 3-1729-15,1-18-1803 0</inkml:trace>
  <inkml:trace contextRef="#ctx0" brushRef="#br1" timeOffset="34727.752">24802 1054 4044 0,'0'0'2644'0,"0"0"2085"15,0 0-3293-15,0 0-416 0,0 0 232 0,0 0 72 16,0 0-368-16,0 0-272 16,91-26-32-16,-71 26-48 0,1 0-164 0,2 7-136 15,-7-1-120-15,-4 4-72 0,0 2-40 16,-8 1 40-16,-4 6 32 0,0 3 4 0,-4 10-136 16,-12 0-12-16,-8 0-356 15,5-1-32-15,-6-2-16 0,1-7-52 16,5-9-120-16,-1-4-276 0,3-9-568 0,2 0-864 15,7-6-2265-15,-8-19-1807 16</inkml:trace>
  <inkml:trace contextRef="#ctx0" brushRef="#br1" timeOffset="35046.074">25144 692 6764 0,'0'0'4249'15,"0"0"-2949"-15,0 0 408 0,0 0 552 0,0 0-172 16,32 85-540-16,-32-60-524 0,5 5-404 16,-5-2-291-16,0 1-145 0,0-4-184 15,0-2-40-15,0-5-80 0,0-4-113 16,0-9-179-16,0 2 0 0,0-7 68 0,4 0 4 16,3 0 20-16,1-7-156 0,1-5 476 15,6-4 112-15,-3-6-40 0,4-1 12 16,0 1-84-16,0 3-12 0,-1 3-172 15,-2 7 172-15,-1 2 12 16,-4 7 184-16,0 0 60 0,3 0 112 0,-3 10-28 16,-3 3-44-16,3 6-80 0,-1 0 28 15,-3 6-48-15,0-2-28 0,0 2-120 0,1 1-36 16,-5-1-156-16,4 0-516 0,0 3-388 16,-1 1-576-16,1-7-2608 0,-4 10-5193 15</inkml:trace>
  <inkml:trace contextRef="#ctx0" brushRef="#br1" timeOffset="35294.312">25539 1720 14457 0,'0'0'1496'15,"0"0"-1292"-15,0 0 212 0,0 0 528 16,0 0-76-16,0 0-20 0,0 0 144 0,119-18-200 16,-70 11-316-16,-2 1-244 15,5-4-160-15,0 4-72 0,-1 0-84 16,-3-4-356-16,-4 1-536 0,-4-4-332 0,-8-1-760 16,0-5-3048-16</inkml:trace>
  <inkml:trace contextRef="#ctx0" brushRef="#br1" timeOffset="35482.214">26487 1263 14721 0,'0'0'2088'0,"0"0"-1716"16,17 86 412-16,-10-47 1072 0,1 5-280 15,8-3-535-15,4 3-517 0,4-6-344 16,4 1-180-16,0-7-60 0,0-7-160 0,0-3-372 15,4-12-257-15,3-8-383 16,-3-4-276-16,4-14-1244 0,-8 0-3037 0,4-19-4319 16</inkml:trace>
  <inkml:trace contextRef="#ctx0" brushRef="#br1" timeOffset="35631.045">26858 1273 13581 0,'0'0'2412'0,"0"0"-1684"16,-79 44-128-16,38-15 376 0,-6 9-152 0,-5 6-356 15,-8 7-320-15,-4 7-148 0,0 5-316 16,-3-3-544-16,-2 4-676 16,18-17-1196-16,-16 14-5221 0</inkml:trace>
  <inkml:trace contextRef="#ctx0" brushRef="#br1" timeOffset="44288.046">16108 2914 3980 0,'0'0'0'0,"0"0"2568"16,0 0-232-16,0 0-500 15,0 0-419-15,0 0-141 0,0 0-156 0,0 0-200 0,0 74-112 16,8-52-136-16,-4 6-88 15,4 4-88-15,0 0-112 0,0 3-76 0,-1-1-24 16,-2 2-124-16,-1-2-16 0,0-5-144 16,0-4-8-16,-4-6-4 15,4-3-48-15,-4-6 12 0,0-4-40 0,0-3-256 16,0-3-384-16,0 0-428 0,0 0-628 16,0-3-1424-16,-12-16-4629 0</inkml:trace>
  <inkml:trace contextRef="#ctx0" brushRef="#br1" timeOffset="44463.188">15981 2758 6280 0,'0'0'2468'16,"0"0"-259"-16,0 0-1169 0,0 0-488 0,0 0 176 15,0 0 12-15,0 0-20 16,91-25-644-16,-70 22-76 0,2 3-480 0,-3 0-740 15,0 0-1117-15,0 3-3779 0</inkml:trace>
  <inkml:trace contextRef="#ctx0" brushRef="#br1" timeOffset="44688.832">16431 3441 11437 0,'0'0'2848'0,"0"0"-1872"0,0 0-664 15,0 0 252-15,0 0 428 0,0 0 172 0,0 0-340 16,0 0-676-16,0 0-148 16,0 0-112-16,0 0 108 0,44 0 4 0,-37 0-188 15,6 0-600-15,-1 0-340 0,-1 0-540 16,-2-3-1124-16,2-9-3593 0,-118 27 185 0</inkml:trace>
  <inkml:trace contextRef="#ctx0" brushRef="#br1" timeOffset="45068.038">16793 3213 4224 0,'0'0'6801'0,"0"0"-4925"0,0 0-720 0,0 0 108 16,13 76 220-16,-10-60-120 0,5-10-340 15,4-3-460-15,4-3-272 0,4-5-180 16,0-12-16-16,8-5-84 0,4-7-12 0,-1-5-220 16,-3-4-184-16,0 2-48 0,-3-2 56 15,-1 3 28-15,-9 7-16 16,-2 3-24-16,-2 6 88 0,-7 6 156 0,-4 3 164 0,0 3 136 16,-8 1-12-16,-4 6-12 15,-4-3-36-15,0 3-72 0,-3 0 220 16,-2 7-124-16,1 6 60 0,1 2-12 0,-1 11 0 15,-1 2 60-15,10 10 4 16,-5 3-28-16,8 5-40 0,-4-2 68 16,4 3 56-16,4 1-36 0,4-6 52 0,0-4 56 15,0-4-48-15,4-12-132 0,12-3-88 16,0-3 28-16,3-7-40 16,6-5-60-16,-1-4-236 0,8 0-264 0,-1-10-208 15,5-9-288-15,4 0-588 0,-12 4-2868 16,12-12-5409-16</inkml:trace>
  <inkml:trace contextRef="#ctx0" brushRef="#br1" timeOffset="45227.779">17598 3495 6856 0,'0'0'7145'0,"0"0"-5317"0,0 0-972 16,0 0 28-16,0 0 436 0,0 0 4 15,0 0-324-15,0 0-588 0,0 0-412 0,0 0-452 16,0 0-280-16,12 39 0 15,-8-46-240-15,4-3-588 0,-4 5-2636 0,4-12-5465 16</inkml:trace>
  <inkml:trace contextRef="#ctx0" brushRef="#br1" timeOffset="45769.349">19089 3309 5396 0,'0'0'2020'0,"0"0"2173"16,0 0-2377-16,87 87-572 15,-55-51-84-15,4 5-280 0,-8 0-96 0,0 1-128 16,-5-4-312-16,-3 0-168 0,-3-6-176 16,-6-7-60-16,1-2-224 0,0-8-248 15,-4-8-36-15,4-4-216 0,0-3-376 0,0-10-640 16,0 0-2369-16,4-18-2679 0</inkml:trace>
  <inkml:trace contextRef="#ctx0" brushRef="#br1" timeOffset="45966.618">19467 3282 5852 0,'0'0'3196'0,"0"0"-779"16,0 0-1441-16,0 0-404 15,0 0 396-15,-84 77 372 0,65-42-80 16,-6 6-400-16,5 3-404 0,-3 4-132 0,3 2-40 16,-4-1 24-16,3 2-100 0,-2-7-208 15,3-2 0-15,4-9-344 0,4-6-360 16,0-5-164-16,8-10-212 0,0-2-444 0,4-10-808 15,0 0-2585-15,0-16-1879 16</inkml:trace>
  <inkml:trace contextRef="#ctx0" brushRef="#br1" timeOffset="46255.342">19837 2838 3100 0,'0'0'8897'16,"0"0"-7069"-16,0 0-928 0,0 0-308 0,0 0 316 16,0 0 440-16,0 0-248 0,13 85-376 0,-9-52-260 15,0 5-108-15,-1 6-28 16,1 4-32-16,0 3-80 0,-4 0-132 0,0-1-84 15,-8-2-48-15,5-7-52 0,-1-5-108 0,0-11-60 16,4-10-60-16,-5-2-124 16,5-6-164-16,-4-1-144 0,4-6-392 15,0 0-1008-15,0 0-2177 0,0-10-1811 16</inkml:trace>
  <inkml:trace contextRef="#ctx0" brushRef="#br1" timeOffset="46477.1">19882 2982 784 0,'0'0'3192'0,"0"0"2180"0,0 0-3655 0,0 0-509 16,0 0 68-16,0 0 20 15,0 0-204-15,0 0-336 0,86-42-256 16,-73 42-168-16,-5 4-120 0,-1-2-12 16,2 8-16-16,-5 3-36 0,-4 0-12 15,0 5 84-15,0 5 16 0,-9 2-236 16,-6 0-236-16,-2 7-280 0,-2-4-168 0,-5 2-272 15,4-5-468-15,-3-3-504 0,-1-3-833 16,11-10-1311-16,-6-2-384 0</inkml:trace>
  <inkml:trace contextRef="#ctx0" brushRef="#br1" timeOffset="46814.038">20180 2733 5216 0,'0'0'2768'0,"0"0"-8"0,0 0-1127 0,0 0 99 16,28 77 160-16,-28-49-220 0,0-3-508 0,0 1-540 15,0-4-428-15,-4-3-196 0,4-3-8 16,-4-4-112-16,4-5-164 16,0-1-60-16,0-6-112 0,4 0-172 0,0 0-56 15,3-6 336-15,6-7-16 0,-1-2-4 16,4-1 56-16,-4-1 88 0,-1-1 108 0,2 2 64 15,-6 0 52-15,6 3 100 16,-1 4 164-16,-1 3 36 0,-2 1 80 16,-1 5-92-16,-5 0-52 0,5 0-36 0,0 7 60 15,-3 3-72-15,-1 3-28 0,3-1-48 16,-3 7 12-16,0 3-28 0,0 1-96 16,1 2-92-16,-5 0-208 0,0 5-468 15,0 1-564-15,0-5-1636 0,0 12-5329 16</inkml:trace>
  <inkml:trace contextRef="#ctx0" brushRef="#br1" timeOffset="47053.347">20610 3479 6796 0,'0'0'7941'15,"0"0"-6337"-15,0 0-1084 0,0 0-108 0,0 0 592 16,0 0 228-16,0 0-316 0,0 0-284 16,80-19-276-16,-48 10-80 15,-4 3-115-15,0-1-161 0,0 1-4 0,-5 3-45 16,1 3-35-16,-3-3-260 0,-2 0-508 0,1-4-148 16,-3 1-416-16,2-4-1044 15,-7 4-3473-15,4-13-3774 0</inkml:trace>
  <inkml:trace contextRef="#ctx0" brushRef="#br1" timeOffset="47248.597">21287 3121 4196 0,'0'0'1248'0,"0"0"4128"16,0 0-4271-16,0 0 187 0,25 79 460 15,-14-53 96-15,2 2-296 0,2 4-496 0,2-4-260 16,-2 2-248-16,-2-3-156 15,2-2-172-15,-2-2-220 0,2-7 0 0,-2-3-148 16,2-7-328-16,5-3-404 0,-1-3-184 16,2-6-572-16,-1-4-2380 15,8-12-3345-15</inkml:trace>
  <inkml:trace contextRef="#ctx0" brushRef="#br1" timeOffset="47415.863">21678 3194 4620 0,'0'0'6345'0,"0"0"-2293"0,0 0-3272 0,-71 73-276 16,43-45 396-16,0 4 460 0,-4 4 28 16,0-3-460-16,-3 3-552 0,-2-1-284 15,1 0-92-15,-3 0-132 0,3-4-512 16,-5 4-224-16,6-3-264 0,-1-3-764 0,16-7-2956 16,-7 1-4801-16</inkml:trace>
  <inkml:trace contextRef="#ctx0" brushRef="#br1" timeOffset="48079.55">23319 3426 10276 0,'0'0'2469'0,"0"0"-889"0,0 0-572 15,0 0-72-15,0 0 184 0,0 0-92 16,120 56-436-16,-72-49-236 16,7-4-172-16,-6-3-124 0,-1-3-60 0,-5-10-52 15,-3 1-8-15,-4-11-188 0,-5 1-440 0,1-3-228 16,-8-4-176-1,-3 4-520-15,-10 2-1008 0,-7-8-2417 0</inkml:trace>
  <inkml:trace contextRef="#ctx0" brushRef="#br1" timeOffset="48345.616">23594 3000 1592 0,'0'0'1264'0,"0"0"5200"0,0 0-4515 16,0 0-509-16,-7 64-244 0,18-33-92 0,6 7-64 15,2 6-84-15,5 11-200 16,0-1-212-16,0 6-112 0,-4 7-24 16,0-1-40-16,-4 4-136 0,-8 0-48 0,-4 0-64 15,0-7-56-15,-4-2-16 16,0-7 24-16,-4-7-72 0,0-5 0 0,0-10-8 16,0-4-40-16,4-9-76 0,-4-6-228 15,4-4-240-15,0-6-132 16,-4 1-108-16,4-4-88 0,0-7-272 0,0-5-516 15,8-7-1044-15,-4 0-2321 0</inkml:trace>
  <inkml:trace contextRef="#ctx0" brushRef="#br1" timeOffset="48704.231">24348 3375 1528 0,'0'0'10329'0,"0"0"-8093"16,0 0-1288-16,0 0 324 0,0 0 124 15,0 0-248-15,-80 28-288 0,56-8-372 0,-4 8-184 16,5 3-48-16,2 4-48 0,5 0 12 16,8 1-64-16,4-8-48 15,1-3-108-15,3-6-60 0,0-6-28 0,3-7-144 16,1 1-84-16,4-7 36 0,1 0-60 16,6-7 32-16,2-2 148 0,-2-10-208 15,5-3-120-15,-4-4-92 0,4 0 108 16,-5 1 12-16,2 0 40 0,-1 7 168 15,-4-2 52-15,-1 10 16 0,-7 1 40 0,5 6 32 16,-5 0 112-16,0 3 316 0,-1 3 148 16,1 6 144-16,0 4-24 15,0 0-128-15,-4 2-36 0,5 5-28 0,-1-5 0 16,-4-2-84-16,0-3-308 0,4-3 0 16,-1-1-196-16,1-6-124 0,4 3-196 0,1-3-112 15,2-3-104-15,6-8-312 0,-2-1-1352 16,5-4-2941-16,-8 4-2823 15</inkml:trace>
  <inkml:trace contextRef="#ctx0" brushRef="#br1" timeOffset="48897.109">24842 3298 8068 0,'0'0'2576'0,"0"0"269"15,0 0-1549-15,0 0-288 0,0 0 480 0,0 0-112 16,-80 58-152-16,65-30-440 0,-2 4-308 0,6-3-100 15,2-1-72-15,5-6-99 16,0 0-177-16,4-5-28 0,0-9-112 0,4 2-133 16,4-6-131-16,4-4 12 0,0 0 24 0,8-14 8 15,4-1-108-15,-1-14-416 16,5-2-716-16,-7 2-1416 0,7-18-3429 16</inkml:trace>
  <inkml:trace contextRef="#ctx0" brushRef="#br1" timeOffset="49118.798">25196 2777 4820 0,'0'0'7853'0,"0"0"-6465"15,0 0-448-15,0 86 580 0,0-47 320 0,0 5-100 16,0 1-508-16,8 2-415 0,1-3-237 16,-2 1-168-16,5-1-352 15,-3 1-60-15,-2-4-96 0,1-3-60 0,0-3-292 16,0-6-136-16,-4-6 75 15,0-9 45-15,0-3-108 0,-4-8-40 0,0-3-200 16,0 0-608-16,0 0-872 0,-4-7-936 16,-4-2-2085-16,0-1-923 0</inkml:trace>
  <inkml:trace contextRef="#ctx0" brushRef="#br1" timeOffset="49259.338">25065 3210 4320 0,'0'0'380'0,"0"0"5680"15,0 0-4299-15,0 0-665 0,0 0 72 16,0 0 320-16,0 0-220 0,0 0-276 15,0 0-304-15,0 0-100 0,75 6 12 16,-47-6-52-16,-4-3-244 0,4-3-208 0,0-7-96 16,-4 1-340-16,0 1-368 15,0-2-244-15,0 1-492 0,-9 3-1572 0,9-1-4829 16</inkml:trace>
  <inkml:trace contextRef="#ctx0" brushRef="#br1" timeOffset="50178.897">25611 3165 1384 0,'0'0'568'0,"0"0"-564"0,0 0 540 15,0 0 4560-15,0 0-3312 0,0 0-336 16,0 0-3-16,0 0 67 0,0 0-88 15,0 0-176-15,0 0-260 0,4 0-216 0,-4 4-140 16,0 2-36-16,0 7-44 16,0 2-156-16,-4 11-48 0,4 2-100 0,-5-3 8 15,5 2-8-15,0-9-84 16,0-5-87 0,0-7-85-16,0-3-4 0,9-3-69 0,-1 0-147 15,-1 0-96-15,10-9-120 0,2-8 92 0,1-4 16 0,1-5-212 16,-2 1-84-16,1-3-56 0,-3 1 212 0,-6 6 120 15,-3 2 52-15,0 3-28 16,-4 6 108-16,-4 3 216 0,0 1 312 16,-8 6 36-16,-4-3 120 0,-4 3-244 0,0 3-224 15,-8 7-60-15,0 0 8 0,5 5-8 16,-5 2-28-16,3-2-60 16,6-3-300-16,2 2-592 0,2-8-1816 0,3 1-3649 0</inkml:trace>
  <inkml:trace contextRef="#ctx0" brushRef="#br1" timeOffset="50428.181">25978 2975 7020 0,'0'0'2852'0,"0"0"-711"16,0 0-1513-16,0 0-56 0,0 0 484 0,83 16 220 16,-76-4-84-16,6 4-136 15,-9 6-448-15,4 1-216 0,-8 2-20 16,0 3-16-16,0-1-16 0,-4 0-144 15,-4-4-24-15,4-1-48 0,-5-6 20 16,9-7-68-16,-3-2-16 0,3-7-56 16,0 0-4-16,0 0-112 0,3-3-92 0,6-4-128 15,3-8 172-15,4-5 28 0,-1-6-128 16,10-2-168-16,-5-4-200 0,-1 4-28 16,1-1-152-16,-4 1-436 0,4-1-652 15,0 1-1205-15,-8 5-2683 0</inkml:trace>
  <inkml:trace contextRef="#ctx0" brushRef="#br1" timeOffset="52836.236">27057 3130 11489 0,'0'0'3176'0,"0"0"-1952"16,0 0-756-16,0 0 156 0,0 0 256 15,0 0-176-15,0 0-248 0,0 0-100 16,27 89-52-16,-14-54-168 0,2 6 24 16,-2-2-52-16,2-4-96 0,-6-4 40 0,-1-5-52 15,-1-7-48-15,1-7-48 16,-4-5-368-16,1-4-176 0,-1-3-236 0,3-3-264 15,-3-7-480-15,0-3-1432 0,-4-12-4413 0</inkml:trace>
  <inkml:trace contextRef="#ctx0" brushRef="#br1" timeOffset="52980.815">27109 3013 5916 0,'0'0'4568'0,"0"0"-3203"0,0 0-645 16,0 0 108-16,0 0 124 0,0 0-712 15,0 0-240-15,91-29-1280 0,-71 27-836 16,-4-3-2709-16,0 3-1111 0</inkml:trace>
  <inkml:trace contextRef="#ctx0" brushRef="#br1" timeOffset="53261.709">27419 3219 5824 0,'0'0'4676'0,"0"0"-3783"16,0 0-445-16,0 0 1112 0,0 0 428 15,4 73-356-15,-4-63-664 0,5-7-624 0,3-3-220 16,-5 0-60-16,9 0-60 0,1-7 92 16,-2-2-32-16,6-7-64 15,-2 0-112-15,5-3-96 0,-4 4-252 0,0-1 76 16,-4 3 200-16,0 3 84 0,0 3 12 16,-1 5-36-16,-2-2 36 0,-1 4 0 0,0 4-32 15,-5 3 120-15,6 5 264 0,-1-3 108 16,0 7-100-16,-1-3-96 15,2 0-68-15,-1 2-20 0,-1-5-48 0,6-1-40 16,-2 1-84-16,1-4-264 0,4-3-524 16,4 1-548-16,-8-4-1628 0,12-7-4721 15</inkml:trace>
  <inkml:trace contextRef="#ctx0" brushRef="#br1" timeOffset="53796.853">28037 2651 208 0,'0'0'10428'0,"0"0"-8579"16,0 0-1209-16,0 0-28 15,0 0 568-15,24 79 168 0,-20-34-476 0,0 12-276 16,0 6-16-16,0 5-60 0,-4 1 156 15,0-6-76-15,0 0-332 0,4-8-196 16,0-8-68-16,0-5 4 0,4-10-8 0,0-10-48 16,4-9 36-16,-4-5-112 0,4-3-60 15,0-5 16-15,-5 0-200 16,-3-7-248-16,5 1-260 0,-5-7-276 0,-4 1-304 16,0-2-928-16,0-2-1929 0,-4 4-1259 15</inkml:trace>
  <inkml:trace contextRef="#ctx0" brushRef="#br1" timeOffset="53952.137">27930 3133 1096 0,'0'0'6008'0,"0"0"-2924"0,0 0-1179 16,0 0-361-16,0 0-100 0,0 0-120 15,0 0-264-15,0 0-244 16,0 0-40-16,31-16-164 0,-6 16-184 0,6-3-220 16,-3 0-108-16,4 0-100 0,0-7-120 15,-4 4-504-15,4-7-220 0,0 4-380 16,-4-1-488-16,4-2-1496 0,-17 2-3813 0</inkml:trace>
  <inkml:trace contextRef="#ctx0" brushRef="#br1" timeOffset="54200.287">28379 3133 4120 0,'0'0'7145'0,"0"0"-6013"16,0 0-864-16,-4 86 436 16,4-64 1032-16,0 1-64 0,0-8-680 0,4-5-572 15,9-7-172-15,2-3 48 0,6 0 24 16,3-13-88-16,4-2-232 0,3-8-84 0,1-2-284 15,-4 0-40-15,0-1 0 16,-5 1 172-16,-2 6 0 0,-14 6 4 16,2 3 20-16,-9 4 92 0,-5 3 116 0,-6 0 0 15,-10 3-60-15,2 0-12 0,-5 0 64 16,-4 0-84-16,0 0 92 16,4 6-128-16,1 0 68 0,2 1-84 0,5 2-96 15,1 0-420-15,7 1-1196 0,-1 3-2549 16,5-1-1679-16</inkml:trace>
  <inkml:trace contextRef="#ctx0" brushRef="#br1" timeOffset="54977.634">29451 2400 6292 0,'0'0'4344'0,"0"0"-2623"15,0 0-929-15,0 0-168 0,0 0 416 16,0 0 436-16,0 0-280 0,0 0-504 15,0 0-356-15,0 0-68 0,9 60 152 16,-9-28 132-16,4 3-4 0,-4 13-156 16,4 3-28-16,-4 5-8 0,0 8-16 15,0 3-11-15,-8 2-77 0,3 1-116 0,-3-3-76 16,5 0-56-16,-1-7-4 0,4-3-232 16,0-9-144-16,11-10-133 0,6-10-151 15,11-8-12-15,0-8-24 0,3-5-176 16,5-7-440-16,0-4-596 0,-4-8-872 15,-8 2-3181-15</inkml:trace>
  <inkml:trace contextRef="#ctx0" brushRef="#br1" timeOffset="55710.04">30001 2975 4072 0,'0'0'7913'16,"0"0"-6329"-16,0 0-908 0,0 0 220 0,0 0 564 15,0 0-156-15,20 79-192 0,-23-47-412 16,-1 3-248-16,-9 0-184 0,5 0 36 16,1-7-108-16,3-2-132 0,-1-7-64 15,1-7-72-15,4-2-88 0,0-7-264 16,0-3-164-16,4 0-248 0,1 0-348 0,-1-10-676 15,-4 4-2172-15,4-13-2621 0</inkml:trace>
  <inkml:trace contextRef="#ctx0" brushRef="#br1" timeOffset="55865.753">30018 2816 11909 0,'0'0'1880'0,"0"0"-1448"16,0 0 376-16,0 0 376 15,0 0-520-15,0 0-664 0,0 0-140 0,83-25-624 0,-63 22-396 16,-4 3-616-16,-4-4-2481 16,3 4-2135-16</inkml:trace>
  <inkml:trace contextRef="#ctx0" brushRef="#br1" timeOffset="56152.921">30201 3082 3828 0,'0'0'8649'0,"0"0"-7729"16,-5 76-728-16,1-50 240 0,0 0 1160 0,4-4 72 15,0-6-696-15,0-4-684 0,0-8-284 16,8-1 0-16,5-3 0 0,-2 0-12 16,6-7 4-16,-2-5-80 0,1-4 12 15,0 0-108-15,0-4 36 0,0 1 0 16,-4 5 136-16,0 3 0 0,-4 3 8 16,-4 1 4-16,4 3 0 0,-4 4 0 15,-4 0 72-15,4 0 224 0,-4 7 28 16,4 2-16-16,-4 5-64 0,0-2-48 0,4 4 16 15,-4-4 20-15,0 4 12 0,3-3-60 16,2-4-112-16,-1 1-72 0,0-4-4 16,0-3-120-16,4 1-216 0,-1-4-176 15,2 0-136-15,3 0-176 0,-5 0-316 16,6 0-592-16,-2 0-1384 0,2-4-2973 0</inkml:trace>
  <inkml:trace contextRef="#ctx0" brushRef="#br1" timeOffset="56494.522">30731 3111 3220 0,'0'0'9945'0,"0"0"-8373"0,0 0-1156 0,0 0 476 16,-21 66 672-16,18-52-440 0,3-9-548 16,0-5-364-16,3 0-164 0,5 0 136 15,5-2 84-15,6-8-84 0,1-3-184 16,0-2-188-16,5-1-44 0,-6-3-124 0,1 0 124 15,-8 3 108-15,0 0 116 0,-4 3-52 16,-8 4 60-16,0 2 220 0,0 1-36 16,-8-3-60-16,-4 2-52 0,4 4-12 0,-8 0 28 15,4 3 108-15,0 0-124 0,-4 13-68 16,1 6 84-16,-6 6 56 0,1 7 40 16,1 3 72-16,-1 3 60 0,-1 3-72 15,2-6-48-15,6 0-160 0,2-7-36 16,3-2-136-16,8-10-68 0,0-7-100 15,4-3-124-15,4-6-332 0,8 0-36 0,3-2-92 16,6-11-428-16,-1-6-852 0,0 3-2965 16,8-19-2639-16</inkml:trace>
  <inkml:trace contextRef="#ctx0" brushRef="#br1" timeOffset="56843.616">31062 3000 7384 0,'0'0'4825'16,"0"0"-3445"-16,0 0-1380 0,0 0 204 0,0 0 732 15,7 76 512-15,-7-50-124 0,-4-1-484 16,4-3-384-16,0 0-232 0,0-2-100 0,8-8-112 16,-4 1-12-16,4-6 0 15,4-4-72-15,-4-3-296 0,4 0 120 0,0 0 16 16,4-7-64-16,-4-2-64 0,4-1-40 16,-4-2-20-16,0-1 120 0,-1 1 216 15,-2 1 84-15,-1-1 48 0,3 2 28 16,-2-3 12-16,3 1 24 0,-5-1 48 0,6 7 128 15,-6-4 24-15,5 7-104 16,-4 0-32-16,-3 3 44 0,2 0 28 16,-3 3-24-16,0 6-4 0,0 1 64 15,-4 3-160-15,0-1 20 16,0 1 68-16,0-3 20 0,0-1-12 16,0-2-124-16,0-7-88 0,4 0 0 0,1 0-8 0,2-4-180 15,5-2-200-15,0-7 60 0,8 1-72 16,0-4-188-16,-1 3-264 0,2-3-188 15,-1 4-356-15,-9 5-900 0,10-5-3457 16</inkml:trace>
  <inkml:trace contextRef="#ctx0" brushRef="#br1" timeOffset="58020.177">31260 2991 1188 0,'0'0'1472'0,"0"0"4436"15,0 0-4108-15,0 0-679 0,0 0-325 0,0 0 60 16,0 0 100-16,0 0-60 0,0 0-164 16,0 0-188-16,0 0-72 15,-35-33 28-15,27 33-28 0,-1 7-188 0,-2 3-136 0,-1 6-24 16,0 9 24-16,0 4 136 16,-4 8 12-16,8 4 24 0,0 5 8 15,-1-2-32-15,9-6-164 0,0-3 4 0,0-7-64 16,5-8-32-16,3-8-40 0,0-2-52 15,-1-7-168-15,10-3-196 16,-6 0 48-16,10-7 136 0,-1-5-88 0,-1-5-112 16,5-1-52-16,-3-1 52 0,-2-7 72 15,-3 4 160-15,0 0 52 0,-4 2 20 16,0 1 128-16,-4 5 52 0,0-3 36 16,-4 8 72-16,-4-1 40 0,0 0 48 0,0 4 12 15,0 0 0-15,0 3 28 16,0-1 32-16,0 4-100 0,-4 0-208 0,4 4-12 15,0 5 0-15,0 1 16 0,0 6 156 16,0-1-52-16,-4 4-80 16,4-2-40-16,0-5-568 0,0-2-200 0,4-4 0 15,-4-6 0-15,8 0-388 0,-4 0-1220 0,4-6-2945 16,-5-4-1723-16,6-8 6829 0</inkml:trace>
  <inkml:trace contextRef="#ctx0" brushRef="#br1" timeOffset="58279.492">31627 2902 1264 0,'0'0'5048'16,"0"0"-672"-16,0 0-2963 0,0 0-377 15,36 82 224-15,-32-50 200 0,-4 3-204 16,0 0-152-16,0 2-184 0,-4-2-304 0,0 3-224 16,-4-8-236-16,4-2-140 0,-1-6-12 15,2-9-4-15,3-4 4 0,0-5-4 16,0-4-16-16,0 0-104 0,3-4-100 15,2-2 48-15,3-7 100 0,4-2-76 16,0-8-60-16,4-2 36 0,0-7-36 0,3-3-152 16,-2 0 4-16,7 0-212 15,-1-3-92-15,1 4-368 0,4 2-560 16,-4 3-1632-16,-5 10-3821 0,14 3 3773 0</inkml:trace>
  <inkml:trace contextRef="#ctx0" brushRef="#br1" timeOffset="59011.147">28097 4086 952 0,'0'0'784'15,"0"0"6172"-15,0 0-4487 0,0 0-689 16,0 0-392-16,0 0-112 0,0 0 16 16,0 0-176-16,0 0-68 0,0 0 240 15,80 38-340-15,-49-22-191 0,5-7-225 16,4 1-280-16,-4-7-116 15,0-3-88-15,0 0-48 0,3-13-64 0,-3 1-288 0,1-8-244 16,-5 1-169-16,-5 0-211 16,-3-3-384-16,-8 0-1044 0,0 6-2468 0,-13-7-3929 15</inkml:trace>
  <inkml:trace contextRef="#ctx0" brushRef="#br1" timeOffset="59229.598">28336 3902 2736 0,'0'0'3100'0,"0"0"2585"0,0 82-3905 16,0-40-184-16,8 5 104 0,0 8-172 0,0-1-332 15,0 2-256-15,-4-2-316 0,3 3-100 16,-2-3-136-16,-1-3-159 16,0-7-117-16,0-6-112 0,0-2-40 0,-1-11-60 0,1-3-105 15,5-3-87-15,-1-6-148 16,-1-4-192-16,6-2-200 0,2-7-164 15,6 0-388-15,3-13-688 0,3-6-1160 0,5-6-2341 16,-4 3-663-16,20-19 6133 0</inkml:trace>
  <inkml:trace contextRef="#ctx0" brushRef="#br1" timeOffset="59550.365">29017 4121 10276 0,'0'0'2149'0,"0"0"-1201"0,0 0 320 0,0 0-184 16,0 0 96-16,-107 102 148 0,75-61-296 15,0 4-200-15,0-8-48 0,8-1-116 16,4-8-143-16,8-9-297 0,5-6-132 16,7-7-96-16,0-6 0 0,0 0-108 0,4-3-48 15,7-10-100-15,6-6-37 0,2-6-119 16,1-2-196-16,4-3-92 0,-1 1 40 16,-2 4 168-16,-1 5 160 0,-1 5 48 0,-2 5-76 15,-6 4 36-15,6 3 252 0,-6 3 72 16,2 3 288-16,-6 3 232 0,1 0-40 15,-4 7-72-15,4-4-4 16,-3 4 36-16,-2-2-12 0,1 0-72 0,0-1-88 16,-4-4-148-16,4 0-120 0,0-2-64 15,0-1-92-15,1 1-140 16,-2-4-80-16,5 0-128 16,0 0-168-16,4 0-120 0,0 0-696 0,3 0-1440 15,2-4-2777-15,3 4-1271 0</inkml:trace>
  <inkml:trace contextRef="#ctx0" brushRef="#br1" timeOffset="59738.396">29455 4168 4212 0,'0'0'6592'0,"0"0"-5039"0,0 0-1053 15,0 0 660-15,0 0 544 16,0 0-224-16,0 0-280 0,0 0-388 0,0 0-272 0,0 0-4 16,0 0-12-16,-67 74 64 15,55-46 117-15,4 0-185 0,8-2-216 16,0-8-304-16,0-4-80 0,4-2-172 0,8-9-88 15,4-3-97-15,3-5-75 0,6-12-84 0,6-8-308 16,5-10-608 0,-8 6-1384-16,12-18-3421 0</inkml:trace>
  <inkml:trace contextRef="#ctx0" brushRef="#br1" timeOffset="59954.566">29898 3682 5672 0,'0'0'1832'0,"0"0"2721"0,0 0-3245 15,-8 77 200-15,3-42 316 16,2 6-52-16,-1 3-332 0,0 5-160 0,4-2-319 0,0 4-249 16,0-4-396-16,4 1-268 15,0-7-48-15,4-7-312 0,0-1-64 16,0-11 48-16,-1-6 48 0,2-4-25 0,-5-5-167 16,0-1-88-16,-4-6-40 15,0 0-184-15,0 0-276 0,-8-6-568 0,-8-1-1236 16,0-2-2149-16,-8-4 261 0,4 1 1632 15,0 2 2600-15,-4-6 388 0</inkml:trace>
  <inkml:trace contextRef="#ctx0" brushRef="#br1" timeOffset="60102.899">29670 4146 1828 0,'0'0'924'16,"0"0"-704"-16,0 0 4400 0,0 0-2392 15,0 0-743-15,0 0-37 16,0 0 68-16,0 0-52 0,0 0-184 0,0 0-264 16,0 0-52-16,24-41-216 15,12 31-188-15,5 1-168 0,-6-7-184 16,9-3-172-16,-9 3-36 0,2-3-268 0,-1-1-332 15,-4 8-268-15,-4-1-316 0,3 5-848 16,-11 1-2644-16,4 4-3413 0</inkml:trace>
  <inkml:trace contextRef="#ctx0" brushRef="#br1" timeOffset="60597.662">30368 4060 6232 0,'0'0'4853'0,"0"0"-2229"0,0 0-1736 16,0 0-168-16,-8 74 700 0,4-55 232 0,0-6-560 15,4-1-636-15,0-2-272 0,0-4-40 16,8-4 52-16,0 3-84 16,8-5-16-16,-4 0-84 0,8 0-12 0,-1-10-36 15,2 1-160-15,-1-5-208 0,-1-1 0 16,-2 2-36-16,-2 1 156 16,-2 1-12-16,-10 6-24 0,1-2 0 0,0 0 72 15,-4 7 172-15,0-3 76 0,0 3-60 16,-4-3-288-16,0 3 100 0,1 0 48 0,-1-3-12 15,-1 3-64-15,-3 0-16 0,8 0-32 16,-4 0 44-16,4-3 180 16,-4 1 100-16,4 2 0 0,-3-5 4 0,3 3 68 15,0 2 16-15,0-4-12 0,0 4 0 16,0 0-24-16,0 0-40 0,-4 0 60 16,4-3-28-16,0 3-44 0,0 0-88 0,-5 0-76 15,5-3-64-15,0 0-36 16,0-1 52-16,0-2-92 0,0 0-40 15,0-4 156-15,0 1 188 0,-4-4 12 0,0 0-4 16,0 1 272-16,1-1-16 0,-5 0 168 0,-5 1-56 16,6 5 0-1,-1 1-112-15,-5 6 144 0,2 0-196 0,-6 6-204 16,2 13 64-16,-2 4 104 0,-2 5 48 16,3 4 212-1,4-1-76-15,-4-1-92 16,8-5-144-16,0 0-124 0,4-6-80 0,4-3-304 15,0-7-236-15,0 1-16 0,8-7-220 0,4-3 28 0,4 0-276 16,-4-6-1596-16,8-10-3597 0</inkml:trace>
  <inkml:trace contextRef="#ctx0" brushRef="#br1" timeOffset="60877.755">30770 3934 6020 0,'0'0'8093'0,"0"0"-7385"15,0 0-352-15,0 0 660 0,0 0 136 0,0 0-40 16,84 31-128-16,-72-18-468 16,4 5-296-16,-4 2 60 0,0 2 112 15,0 4 104-15,-8 2-104 0,0 1-115 0,-4-4-93 16,0 4-76-16,-4-3-24 16,-4-4 28-16,0-7 32 0,3-5 0 0,5-4-44 15,0-6-100-15,0 0 0 16,9-6-56-16,3-7-112 0,8-9-24 0,-1-7-28 15,9-2-313-15,-4-8-115 0,0 2-44 16,-4-5-80-16,-4 1-320 0,-4-4-844 16,-8 10-2888-16,-8-12-3657 0</inkml:trace>
  <inkml:trace contextRef="#ctx0" brushRef="#br1" timeOffset="61827.258">28551 3886 1880 0,'0'0'220'16,"0"0"0"-16,0 0-220 0,0 0 3300 15,0 0-884-15,24-76-1068 0,-24 62-404 16,0 2 153-16,0 3-5 0,0-1 4 0,0 4-104 16,0-1-172-16,-4 1-196 0,4 0-80 15,-8 6-96-15,4-3-76 16,0 3-60-16,-4 0-64 0,4 0-76 0,-8 3-172 15,0 3-60-15,1 4 60 0,-2 2 156 16,-2 4-60-16,-2 1 4 16,6 1 48-16,-6-2 12 0,2 3-24 0,-2 0 48 15,6 0 0-15,-2 3-60 0,6 1 36 0,-1-1-52 16,4 7 52-16,0-1 48 16,4 7-48-16,0 0 36 0,4-4-40 0,4 5-44 15,-4-5-52-15,3 4 0 16,2-3 64-16,-1 1-16 0,-1-3-48 0,-3-2 40 15,5-2-16-15,-5 0-12 0,0-1-60 16,0 1 100-16,-1-4-40 0,1 3-68 0,0-3 0 16,-4 4 8-16,9 0 48 0,-5-1-56 15,-4 3 44-15,3-2-40 16,1 2 52-16,0-3-56 0,0 5-4 0,-4-9 8 16,0 5 0-16,0-4 52 0,0-3-48 15,0 0 0-15,0-3-4 16,0 0 0-16,0-4-8 0,0 1-4 0,0-2-92 0,0-3-40 15,-4-2-20-15,0-2-4 16,4-1 4-16,-4 1-52 0,1-1-24 0,-1 0-60 16,0-3-40-16,-1 2-36 15,1-2-60-15,4 0-64 0,-4 0-64 0,4 0-72 16,0 4-120-16,0-4-168 0,-3 0-116 16,3 3-120-16,0-3-100 0,0 0-276 15,0 0 55-15,0 0 201 16,-4-3-324-16,4-1-1204 0,-4-4-924 0,19 16 3644 15</inkml:trace>
  <inkml:trace contextRef="#ctx0" brushRef="#br1" timeOffset="62548.981">31464 3832 4848 0,'0'0'1352'0,"0"0"1468"0,0 0-2292 16,0 0-256-16,0 0 917 15,0 0 583-15,0 0-44 0,0 0-392 0,0 0-580 16,0 0-380-16,0 0-80 0,-60-3 116 15,48 12 204-15,4-2-36 16,-4 5-100-16,-4 1-52 0,0 1-72 0,0 0-52 16,1 2-96-16,-10 4-100 0,5 2 4 0,1 0-28 15,-1 1-76-15,3-1 40 16,6 0 12-16,3-3 36 0,8-4-96 16,0 1-72-16,4 1 64 0,4-1 0 0,8-4 8 15,3-3-76-15,2 1 4 16,3-3-24-16,-1-2 8 0,1 2 16 0,-4-1 72 15,0 1-36-15,0 3 36 0,-8-4-12 0,4 0-76 16,-9 4-32-16,-3-4-88 16,-4 7-48-16,0-4-28 0,-4 4-108 15,-7 0-60-15,-6 2-44 0,-2-2 92 0,-5 3 16 16,-8-1-144-16,-7 2-268 0,-6-2-612 16,-2 1-1084-16,3-4-3101 15,-32 5-171-15</inkml:trace>
  <inkml:trace contextRef="#ctx0" brushRef="#br1" timeOffset="83359.401">10960 5696 7672 0,'0'0'548'0,"0"0"1252"16,0 0-819-16,0 0-41 0,0 0 272 15,0 0 60-15,0 0-96 0,12-70-172 16,-3 70-256-16,6 0-164 0,5 9-16 16,4 7 204-16,4 6-144 0,3 8-300 15,1 3-36-15,0 9-96 0,1 2-36 0,-1 7-88 16,-5 4-60-16,1-2 36 0,-4 1-44 16,-4 0 72-16,-1-9-76 0,-2-4-76 15,-6-9-44-15,2-10-40 0,-5 1-8 16,-1-11-260-16,2-6-148 0,-5 1-88 15,4-7-136-15,-5 0-416 0,5-10-696 16,-4 0-1916-16,1-18-2121 0</inkml:trace>
  <inkml:trace contextRef="#ctx0" brushRef="#br1" timeOffset="83575.816">11458 5572 7080 0,'0'0'884'0,"0"0"996"0,0 0-591 15,0 0 59-15,0 0-20 0,-103 92-124 0,71-58-248 16,4 8-104-16,-7 6-268 0,-2 6-224 16,-3 2-24-16,1 9-116 15,-6 4-60-15,2 4-152 0,3-3-8 0,0 0 0 16,8-10-284-16,4-9-108 0,9-7 4 16,2-9-132-16,10-9-28 0,-1-7-60 15,8-7-184-15,0-5-348 0,0-3-724 16,0-2-1129-16,0-2-1119 0</inkml:trace>
  <inkml:trace contextRef="#ctx0" brushRef="#br1" timeOffset="84053.97">11666 5267 4440 0,'0'0'2316'16,"0"0"744"-16,0 0-1331 0,0 0-257 0,0 0-108 16,0 0-128-16,0 0-8 15,0 0-380-15,0 0-316 0,0 0-112 16,0 0-28-16,15 69-96 0,-6-39-4 0,-1 7-60 15,-1 2 124-15,-3 5-124 0,-4 4-60 16,0 3-88-16,0 3-72 16,0-1 32-16,0-5-44 0,0 0-12 0,-4-10-48 0,4-10-24 15,0-2 20-15,0-8-152 16,0-5-92-16,0-7-192 0,0 1-80 0,0-7-132 16,0 0-168-16,4-9-192 0,-4-3-516 15,0-7-860-15,4 2-2181 0,-4-18 177 16</inkml:trace>
  <inkml:trace contextRef="#ctx0" brushRef="#br1" timeOffset="84293.741">11709 5334 5548 0,'0'0'1952'0,"0"0"-548"16,0 0-216-16,0 0 217 0,0 0-133 0,41-70-128 16,-30 63-192-16,1 7-208 0,0-3-140 15,0 3-104-15,0 3-64 16,0 1-76-16,-4 5-112 0,3-2-88 0,-6 5-96 0,3 2 48 15,-8 4 12-15,0 1 8 16,0 7-116-16,-4-4-16 0,-5 6-72 0,-2-2-112 16,-1-1-112-16,-4 0-164 0,0-2-12 15,-4-2-92-15,5-4-16 16,2-2-224-16,2-5-196 0,2-7-240 0,5 1-400 16,-4-4-845-16,4 0-1579 0</inkml:trace>
  <inkml:trace contextRef="#ctx0" brushRef="#br1" timeOffset="84911.791">11992 5064 5652 0,'0'0'3148'0,"0"0"-1532"16,0 0-715-16,0 0 103 0,0 0 184 16,0 0-136-16,0 0-308 0,0 0-240 0,0 0 40 15,0 0 252-15,0 0-40 0,20 67-188 16,-20-42-112-16,0 0-184 15,0 4-124-15,-4-7-68 0,0 0-80 0,4-6-108 16,0-2-16-16,0-9 24 0,0-2-60 16,0-3 28-16,8 0-4 0,-4 0-52 15,4-6 68-15,0-3 20 0,0-4-60 0,0-3 48 16,4-3 4-16,0 3 104 0,-4-3 0 16,4 0-8-16,-4 3 0 15,0 0 12-15,4 4-4 0,-4-5 0 0,4 8 4 16,-5 2-52-16,2 5-12 0,-5 2 64 15,3 0 172-15,-3 0-12 16,0 7-72-16,0 4 0 0,1 3 20 0,-5 1 4 16,0 3 12-16,0 2-52 0,0 0-72 0,0 2-100 15,-5-3-356-15,1 0-340 16,4-1-264-16,-4 1-312 0,4 0-508 16,0-2-833-16,0-4-1511 0,0 6-688 0</inkml:trace>
  <inkml:trace contextRef="#ctx0" brushRef="#br1" timeOffset="85987.754">12207 5963 432 0,'0'0'6160'16,"0"0"-4380"-16,0 0 252 0,0 0-423 16,0 0-317-16,0 0 0 0,0 0-168 15,0 0-244-15,0 0-268 0,0 0-264 16,9 0-200-16,2 0 36 0,6 3 212 0,2-1 12 16,5 2-112-16,4 2-40 0,0-3-120 15,0 1 36-15,0-1-172 0,4-3 8 16,0 0 52-16,-4 0-48 0,-1 0-12 0,1-7-104 15,-4 4-104-15,4-3-236 16,-4 0-272-16,0-1-200 0,4 1-388 0,-5 0-792 16,-6-1-2233-16,7-2-1847 0</inkml:trace>
  <inkml:trace contextRef="#ctx0" brushRef="#br1" timeOffset="86311.759">13088 5711 1592 0,'0'0'9056'0,"0"0"-7399"15,0 0-1093-15,0 0 176 16,0 0 312-16,0 0 260 0,0 0-224 15,28 70-404-15,-13-51-188 0,-2 3-252 0,6 1 116 16,2 2-104-16,-1 3-48 16,4 5 64-16,-5-1-40 0,5-4-184 15,-8 3 4-15,4 1-52 0,0-6-88 0,-4-1-72 16,0-2-156-16,0-8-188 0,-4-2-176 16,4-3-124-16,0-7-304 0,-1-3-584 15,-2 0-1448-15,-2-10-3321 0</inkml:trace>
  <inkml:trace contextRef="#ctx0" brushRef="#br1" timeOffset="86553.453">13534 5753 4244 0,'0'0'8013'0,"0"0"-6917"15,0 0-636-15,0 0 136 0,-79 41 504 16,58-25 340-16,-7 3-360 0,0 0-476 0,0 6-272 15,1 5-144-15,-4 1-68 16,-1 3-52-16,-5 5-68 0,-2 5-12 0,-1 1-76 16,-4-1-48-16,4 1-96 0,4-4-64 15,4-6-76-15,4-4-60 0,4-8 0 0,9-4-128 16,2-6-156-16,6-4-104 16,-1-2-352-16,8-1-784 0,0-6-853 15,0 0-1467-15,0 0-336 0</inkml:trace>
  <inkml:trace contextRef="#ctx0" brushRef="#br1" timeOffset="87143.186">10526 5540 6340 0,'0'0'1596'0,"0"0"-788"0,0 0 304 15,0 0-220-15,0 0-495 16,0 0 863-16,0 0-352 0,-67 67-376 0,54-39-136 16,2 7 32-16,-2 4-24 0,1 2-36 15,9 3-144-15,-5 7-36 0,8 2 52 16,0 12-36-16,0 1-104 0,8 8-96 15,3-2 0-15,6 1 4 0,2-4-8 0,5-1-228 16,4-11-36-16,4-3-240 16,4-7-164-16,4-2-52 0,3-11-272 0,6-2-456 15,6-9-425-15,1-4-239 0,-12-6-568 16,27-7-2112-16</inkml:trace>
  <inkml:trace contextRef="#ctx0" brushRef="#br1" timeOffset="87594.244">14227 5467 5928 0,'0'0'676'0,"0"0"-340"0,0 0 120 15,0 0 2112-15,0 0-891 0,88 17-449 16,-68-3-108-16,-4 5-232 0,4 7 32 15,3-1-92-15,-2 10-92 0,-1 1-56 16,-1-2-112-16,-2 8-224 0,-6-4-160 0,6 3 4 16,-14 4-80-1,1 0-100-15,-4 5 128 0,0 4-124 0,-11 3 60 16,-6 1-68-16,-3 2 48 0,-3-4-48 0,-1-5-4 16,4-4-8-16,-5-5-56 15,6-7-44-15,-1-10-112 0,8 1-88 0,0-10-196 16,4-7-176-16,4-6-228 0,0-3-472 15,4-3-656-15,0-3-2245 16,0-10-3583-16</inkml:trace>
  <inkml:trace contextRef="#ctx0" brushRef="#br1" timeOffset="87776.282">14813 5997 7008 0,'0'0'5369'0,"0"0"-4273"0,0 0-664 16,0 0 140-16,100-3-28 0,-76 0-16 16,0 0 0-16,0 0-100 0,-5-4-392 15,5 4-36-15,0-4-892 0,-4 7-840 16,-8-2-1301-16,-4-1-3419 0</inkml:trace>
  <inkml:trace contextRef="#ctx0" brushRef="#br1" timeOffset="87946.995">14757 6254 12417 0,'0'0'1976'15,"0"0"-1596"-15,0 0-304 0,0 0 224 0,0 0 304 16,0 0 328-16,0 0 188 0,88-2-416 16,-56-11-460-16,4 0-244 0,-1-3-260 15,-3 3-492-15,0 1-204 0,-4-1-352 16,-4 4-844-16,0-4-4097 0</inkml:trace>
  <inkml:trace contextRef="#ctx0" brushRef="#br1" timeOffset="90461.372">15574 5692 4684 0,'0'0'900'16,"0"0"-316"-16,0 0 1732 0,0 0-1100 16,0 0 77-16,0 0-149 0,0 0-184 15,0 0-136-15,-16-22-124 0,16 22-96 0,0 0-36 16,0 0-28-16,0 0-64 0,0 0-64 15,0 0-64-15,0 0-64 0,0 0-88 0,0 0-92 16,0 0-104 0,4 3-148-16,8 8 148 0,0 1 60 0,4 3 116 15,0 8-68-15,4 6 68 0,-4-1-92 0,0 10-32 16,-1-3-4-16,-2 6-48 0,2 1 48 16,-7-4-36-16,1-1-12 15,-1-2 0-15,-1-3 72 0,-3-4-68 0,1-2 64 16,-1-6-68-16,0-5-8 0,-4-2-40 15,4-7-76-15,-4 1 112 0,0-7-124 16,0 0 12-16,0 0 40 0,0 0 72 0,3 0 4 16,-3-4 8-16,0-5 12 15,0-1-12-15,0-8-8 0,4-5-4 16,-4-8-88-16,4-5 92 0,0 2 4 0,1-1-84 16,-1 3 80-16,3 0-40 15,1 1-76-15,0-1 116 0,4 0-68 16,4 3 76-16,-4 4-60 0,4 6 52 0,-4 0 8 15,0 6-12-15,-1 1 12 0,6-1 0 16,-2 3 148-16,-2 3-64 0,2-2-40 16,6 4-44-16,-10-2-100 0,6 3 52 15,-2 1 36-15,1 3-36 0,-4 0-28 16,4 0-20-16,-4 0-28 0,0 0 56 0,-4 3 64 16,0 1 4-16,0-1-124 0,-4 1-60 15,0-2-216-15,0 4-164 16,0 0-140-16,-4 1-308 0,0 3-640 15,0-3-1317-15,0 2-3099 0</inkml:trace>
  <inkml:trace contextRef="#ctx0" brushRef="#br1" timeOffset="92209.978">16825 5210 5652 0,'0'0'756'0,"0"0"908"0,0 0 8 0,0 0-279 15,0 0-185-15,0 0 16 0,0 0-156 16,0 0-124-16,0 0-200 0,4-29-256 0,1 29-212 16,2 10-80-16,5 2 252 0,4 8 108 15,4 5 36-15,-4 6-164 0,4 11-96 16,-8 3-24-16,-1 9-64 0,-2 5 0 15,-1 5-96-15,-8 6-76 0,0 1 0 16,0 1-68-16,0-2-4 0,-8-7-4 0,3-9-44 16,5-9-12-16,0-11 56 15,0-11-8-15,5-7-40 0,-1-4-32 16,0-5 0-16,0-3-4 0,0-4 4 0,-1 0-124 16,1-4 116-16,0-6 92 15,5-3 120-15,-1-9-112 0,-5 0-8 16,5-6-8-16,-3-1 4 0,-1 4-168 0,4-3 112 15,-5 2 12-15,1 3 36 0,9 8-124 16,-9 2 0-16,7 3-48 16,-3 7 0-16,1 3 24 0,2 0 40 0,1 3 108 0,0 7 12 15,0-1 52-15,0 7 8 16,0 0 16-16,0 1-4 0,-4 2-12 0,-4 0 16 16,0-1-72-16,0 1-4 0,-4 3 0 15,4-3-72-15,-4 1-220 0,4-1-300 16,-1-4-116-16,1 1-412 0,1 0-644 15,3-6-1168-15,-4-3-3041 0</inkml:trace>
  <inkml:trace contextRef="#ctx0" brushRef="#br0" timeOffset="121401.088">8255 7753 7008 0,'0'0'5565'0,"0"0"-3885"0,0 0-1036 0,0 0-540 16,0 0 196-16,0 0 252 15,0 0 80-15,0 0-132 0,0 0 32 0,64 3 88 16,-20-3 48-16,-1 0-192 0,6 4-156 15,-6 2-52-15,0-3-144 16,-2-3-84-16,-9 0-40 0,0 0 0 16,-4 0-8-16,-5 0-112 0,-3 0-40 0,-3-6-232 0,-2 3-164 15,-3-4-232-15,0 4-240 16,-4-4-568-16,-4 5-1184 0,-4-3-3209 16</inkml:trace>
  <inkml:trace contextRef="#ctx0" brushRef="#br0" timeOffset="121629.232">8298 8010 4812 0,'0'0'144'0,"0"0"4216"0,0 0-2643 16,0 0-445-16,0 0-284 0,0 0-188 16,0 0 72-16,0 0 108 0,0 0-176 15,84 39-156-15,-48-37-152 0,1 4-112 16,-5-2-176-16,3-1-96 0,-3 1-104 15,4-4 0-15,-8 0-8 0,0 0-272 16,0-7-172-16,0 3-224 0,-5-4-244 16,1 2-132-16,-4-5-592 0,-4 5-1233 15,0-3-3479-15</inkml:trace>
  <inkml:trace contextRef="#ctx0" brushRef="#br0" timeOffset="121996.556">8554 7489 8768 0,'0'0'1656'0,"0"0"-971"15,0 0 291-15,0 0 504 0,0 0-336 0,96 42-112 16,-68-26-312-16,0 0-160 15,3 3-212-15,5 3-112 0,-4-2-36 16,0 1-196-16,0 2-4 0,-8-2-4 0,0 1 4 16,-5 3-124-16,-2 2 124 15,-10 4 24-15,1 1-24 0,-8 3-4 16,0 3-4-16,0 4-80 0,-4-5-24 0,-7 4 12 16,-2 4 12-16,1-1 80 0,-4-2-40 15,-3 2 40-15,2-2-40 0,-7-4-40 0,5-6 84 16,-5-4-108-16,0-6-64 15,4-6-124-15,0 0-92 0,4-10-148 0,4 1-64 16,1-4-104-16,7-3-308 0,-1 0-764 16,5 0-1205-16,0-7-2651 0,0-5 3684 15</inkml:trace>
  <inkml:trace contextRef="#ctx0" brushRef="#br0" timeOffset="123258.547">10188 7747 9840 0,'0'0'2101'0,"0"0"-849"0,0 0-576 16,0 0 72-16,0 0 96 0,0 0 200 16,99-29-272-16,-63 22-336 15,3 2-176-15,2 2-64 0,-2-1-60 0,-7 4 32 16,4 0-168-16,-12 0-60 0,0 0 60 0,-5 7-8 16,-6-2-128-16,-2 9-24 15,-3-3 24-15,-3 9 8 0,-5 2 120 0,0 7-60 16,0 2-116-16,-9 5-64 0,-2-2-16 15,3 5 80-15,-8-4 20 0,0 2 100 16,0-2 64-16,-3 1 112 0,-2-1-12 16,-3-4 36-16,4 1-12 0,1-3 48 0,-2-3-72 15,6-8 124-15,2 1 12 16,2-2-12-16,7-8-4 0,0-3-84 16,4 0-72-16,0-2-16 0,12 2 160 0,4-3 52 15,-1 4 60-15,6-2 180 0,2-1-108 16,1-4-60-16,0 0-116 0,0 0-68 15,0-4-76-15,-4-1-16 0,0-2-56 0,-1-2-168 16,-2-5-332-16,3 3-160 16,-1-10-224-16,5 2-316 0,0-9-612 15,-8 9-2608-15,8-16-2877 0</inkml:trace>
  <inkml:trace contextRef="#ctx0" brushRef="#br0" timeOffset="123576.058">10912 8026 4456 0,'0'0'1952'0,"0"0"2813"16,0 0-3981-16,0 0 24 0,0 0 604 0,48 73-100 0,-40-71-416 16,0-2-460-16,4 0-160 15,0-8 356-15,4-9-284 0,0-2-348 0,0-6-40 16,-4-3-256-16,4-1 12 0,-8 1-40 16,0 3 76-16,-1-1 24 0,-7 8 148 15,0-3 76-15,0 9-64 0,-3-1 8 16,-9 7 52-16,-4-1-80 0,-4 1-96 0,-4 3 68 15,0 3 108-15,0 0 4 16,5 7 0-16,2 2 112 0,6 10 56 0,7 4 168 16,4 8 36-16,0 4 112 0,0 3-12 15,7 0-40-15,1 6-60 0,-4-2-16 16,5-4-112-16,-2 0-84 16,5-6-148-16,-3-7-12 0,2-3 0 0,-3-12-180 15,0-3-420-15,4-7-4 0,-4 0-104 0,4-11-124 16,0-3-488-16,-4-3-1476 15,3-15-3781-15</inkml:trace>
  <inkml:trace contextRef="#ctx0" brushRef="#br0" timeOffset="123827.285">11378 7813 2796 0,'0'0'1916'0,"0"0"1968"15,0 0-2332-15,0 0-147 0,0 0 275 0,24 86-44 16,-24-60-188-16,0-4-500 0,-4 3-440 15,1 0-272-15,-1 4-88 16,0-4-136-16,0-2 0 0,-1-1-12 0,5-10-40 0,-4-2 40 16,4-3 60-16,0-7 40 15,0 0 84-15,0-3 140 16,4-8-32-16,1-1-284 0,3-4-8 0,3-3-72 16,6 0-100-16,-6 0 48 0,6 3-172 15,2 0-272-15,1-3-212 0,1 4-300 16,-2-4-420-16,1 3-1024 0,4-1-1985 0,-12 8-1723 15</inkml:trace>
  <inkml:trace contextRef="#ctx0" brushRef="#br0" timeOffset="124100.047">11690 7922 5744 0,'0'0'4380'16,"0"0"-2347"-16,0 0-945 0,0 75-148 16,0-53 336-16,4-3 132 0,0-6-268 0,3-10-364 15,1-3-272-15,5 0 148 0,-2-9-176 0,6-10-280 16,-2-3-196-16,1-7-120 15,-4 1-148-15,4-4-112 0,-4 3 28 16,-4 0 44-16,-1 8 48 0,-2 2-48 16,-1 3 24-16,-4 3 28 0,-4 7 64 15,-4-1 192-15,-4 4 4 0,-4 3 84 0,0 0-16 16,-4 0 16-16,1 6-44 0,2 7-40 16,2 3 92-16,-2 3 64 15,6 4-24-15,-2-1-132 0,5 0-4 16,5 3-172-16,-1-2-40 0,4-4-432 0,0-1-388 15,0-2-628-15,4 0-720 0,3-7-881 16,1-2-2155-16,5-1 2564 0</inkml:trace>
  <inkml:trace contextRef="#ctx0" brushRef="#br0" timeOffset="124459.227">12263 7722 8008 0,'0'0'5469'0,"0"0"-3733"0,0 0-808 16,0 0 0-16,0 0 388 0,0 0-248 15,0 0-332-15,0 0-384 0,-88 50-168 16,77-31-84-16,-1 0-100 0,3 0-100 0,6-3 16 16,-1 0-16-16,4-3-44 15,7-1 72-15,6-5 8 0,2 3-8 16,6-2 64-16,3-4-60 0,-1 3 64 15,5-4-8-15,-4 0-36 0,4-3 40 16,0 3 8-16,-4-3 100 0,-5 3-28 16,-2 4 76-16,-6-5-88 0,-3 5-52 0,-3 3-8 15,-5 2 68-15,0 4-68 0,-9 0-4 16,-6 4-140-16,-2-1-52 16,-6-1-12-16,-1-3-24 0,0 5-212 0,-4-5-132 0,-4 2-228 15,4-9-252-15,-4 3-412 16,0-5-916-16,8 1-2085 0,-11-7-2759 15</inkml:trace>
  <inkml:trace contextRef="#ctx0" brushRef="#br0" timeOffset="125082.875">13223 7788 236 0,'0'0'7236'0,"0"0"-4892"0,0 0-755 15,0 0-245 1,-43 69 136-16,39-46-168 0,0 3-180 16,4-1-236-16,0-3-292 0,4 0-184 15,4-6-208-15,-1-3-116 0,6-4 16 0,-2-5-104 0,-3-4-8 16,5-4-48-16,2-8-28 0,1-4 68 15,0-6-252-15,0 0-96 0,-4-4-188 0,0 0-28 16,-4 5 0-16,0 2 4 0,-4 2 80 16,-4 4 72-16,0 7 24 15,0 3 12-15,0 0 128 0,-8 3 132 0,-4 0 120 16,-4 0 76-16,4 0 164 0,-4 6-12 16,4 5-112-16,0-3-40 0,4 5 100 15,0-1-48-15,5 2-128 0,-1-5-172 16,4 0-704-16,0 1-1528 0,0-6-3641 15</inkml:trace>
  <inkml:trace contextRef="#ctx0" brushRef="#br0" timeOffset="125209.071">13606 7838 7400 0,'0'0'6245'0,"0"0"-5433"16,0 0-612-16,92-14-8 0,-64 0 8 15,-5-2-100-15,-3 0-44 0,0-2-56 0,0-6-592 16,-4-1-540-16,0 3-1108 15,0-10-4437-15</inkml:trace>
  <inkml:trace contextRef="#ctx0" brushRef="#br0" timeOffset="125450.056">13733 7547 312 0,'0'0'10016'0,"0"0"-8687"0,-11 72-817 15,11-34 296-15,0 1 412 16,0 1 232-16,8 6-72 0,-1 4-336 15,1 1-332-15,5 7-244 0,-2 2-184 16,-3 3-100-16,4 7-28 0,0 0-20 0,1-3-76 16,-6 3 40-16,1-7-100 0,-4-3 0 15,4-6-12-15,-4-3-76 0,-4-7 4 16,4-6-196-16,-4-2 132 0,0-8 100 16,0-2 36-16,0-7-188 0,-8-4-204 0,-4-5-124 15,-3-4-68-15,-6-6-260 16,-7-3 28-16,-4-10-380 0,4 1-1168 0,-24-10-2525 15</inkml:trace>
  <inkml:trace contextRef="#ctx0" brushRef="#br0" timeOffset="125969.346">14980 7629 6648 0,'0'0'128'0,"0"0"2920"16,0 0-1203-16,0 0-641 0,0 0-56 15,0 0 292-15,0 0 292 0,80 32-224 16,-44-7-392-16,3 7-408 0,2 6-328 16,-1 3-52-16,-9 5-72 0,-3-3-112 0,0-1-144 15,-7-7-100-15,-6-4-180 0,1-6-292 16,-4-6-100-16,0-3-112 0,0-9-76 15,-4-4-232-15,3-3-260 0,-2-10-732 0,3 1-1897 16,-5-19-1231-16</inkml:trace>
  <inkml:trace contextRef="#ctx0" brushRef="#br0" timeOffset="126146.262">15363 7680 5500 0,'0'0'2004'0,"0"0"1921"16,-39 83-2733-16,18-42-168 0,-3 7 64 15,4 6-4-15,-3 3-156 0,-5-1-92 16,4-1-84-16,3-4-344 0,2-7-396 16,3-6-12-16,4-9-640 0,4-10-228 15,4-10-128-15,4-2-240 0,0-7-808 0,0-7-2165 16,-4-14-2215-16</inkml:trace>
  <inkml:trace contextRef="#ctx0" brushRef="#br0" timeOffset="126391.574">15594 7099 11237 0,'0'0'2736'16,"0"0"-1532"-16,20 79-412 0,-12-40 372 15,-1 11 396-15,2 0-224 0,-1 5-360 0,0-3-524 16,0-2-316-16,0-2-136 15,-4-4-96-15,0-6-76 0,0-4-324 16,-1-4-176-16,1-9-148 0,-4-11 20 0,5-3-140 16,-5-7-444-16,4-7-900 15,-4-3-636-15,0-15-2557 0</inkml:trace>
  <inkml:trace contextRef="#ctx0" brushRef="#br0" timeOffset="126572.123">15689 7197 4940 0,'0'0'380'15,"0"0"4876"-15,0 0-4163 0,0 0-309 0,0 0 260 16,0 0 88-16,88-34-200 0,-75 34-36 16,-6 6 0-16,-3 3-116 0,4 4-200 15,-8 3-224-15,0 6-232 0,0 1 12 16,-4 2-136-16,-8 4-212 0,0-1-80 0,-3 1-164 16,-2-1-128-16,2 0-160 0,-6-2-160 15,6-7-224-15,2-1-612 16,-2-4-889-16,2-7-2155 0,6-2-1071 0</inkml:trace>
  <inkml:trace contextRef="#ctx0" brushRef="#br0" timeOffset="127026.751">15945 7143 796 0,'0'0'5188'0,"0"0"-2072"0,0 0-1732 0,0 0-483 16,0 0 319-16,0 0 172 0,0 0-116 16,0 0-308-16,0 0-244 0,0 0-52 15,43 74-116-15,-43-59-136 0,4 5-160 16,-4-5-148-16,0-2-112 0,0-1-100 15,0-1-60-15,0-3 40 0,0-4 120 16,0-4 0-16,0 0-48 0,0 0-260 16,0-4-64-16,0-4 212 0,0-6-40 0,4-1 28 15,1-7 84-15,3 2 84 0,-1-2-4 16,1 0 8-16,1 6 100 16,2 0 36-16,-3 1 12 0,5 8 64 0,-2-3 36 15,-3 8-16-15,1 2 28 0,-2 0-12 16,1 0 56-16,0 2-32 0,0 5-52 0,0 3 24 15,0 2 112-15,0 1-76 16,-5 3-180-16,-3 2-100 0,5 1-172 0,-5 4-392 16,0-4-184-16,0 6-148 0,-5-3-260 15,2 4-436-15,3-4-904 16,-4-6-1893-16,0 0-1899 0</inkml:trace>
  <inkml:trace contextRef="#ctx0" brushRef="#br0" timeOffset="127621.635">16426 7843 7068 0,'0'0'6397'0,"0"0"-5013"16,0 0-316-16,0 0-300 0,0 0 116 16,0 0 152-16,0 0-164 15,0 0-196-15,0 0-104 0,0 0-72 0,0 0-196 16,96 18-148-16,-68-18-80 0,4 0-76 15,-4-4-4-15,4-1-84 0,-1-11-140 16,6-3-272-16,-5-1-172 0,0-5-196 16,0 0-412-16,-4 3-584 0,-9 3-1952 0,1-7-3133 15</inkml:trace>
  <inkml:trace contextRef="#ctx0" brushRef="#br0" timeOffset="127826.743">17057 7467 7324 0,'0'0'6749'16,"0"0"-5185"-16,0 0-796 0,31 74-220 15,-10-43 384-15,-6 4 412 0,5 3-120 0,3 0-492 16,2-3-368-16,-1-3-204 0,0-4-160 16,4-2-160-16,-9-4-400 0,5-3-304 15,0-10-204-15,0-2-276 0,0-7-420 16,-4 0-1044-16,4-16-3261 0</inkml:trace>
  <inkml:trace contextRef="#ctx0" brushRef="#br0" timeOffset="127969.613">17423 7566 7008 0,'0'0'4697'0,"0"0"-2805"0,0 0-712 16,-95 72-388-16,63-36-36 0,-9 8 20 15,2 4 16-15,-5 5-236 0,0 2-344 16,-3 2-212-16,-2-3-76 0,6-3-468 0,-1-1-160 15,0-8-356-15,8-1-568 16,8-13-2309-16,-16 7-3915 0</inkml:trace>
  <inkml:trace contextRef="#ctx0" brushRef="#br0" timeOffset="128959.265">9988 7224 2484 0,'0'0'1028'0,"0"0"5496"0,0 0-4335 0,0 0-1037 15,0 0 28-15,0 0-108 16,0 0-292-16,0 0-120 0,0 0 148 16,0 0-216-16,0 0-344 0,-68 65-64 0,48-7-12 15,-7 8-24-15,-1 13-148 0,-9 7 0 16,2 4-184-16,-1-5-48 0,4-6-104 16,0-12 16-16,8-6-64 0,1-17 212 15,7-10 72-15,8-8 24 0,0-10-60 16,8-6-76-16,0-4-72 0,4-1-92 0,8 0 20 15,8 0 184-15,3 6 108 16,9-2 64-16,5 7 48 0,2 6 80 16,-3 6-80-16,-1 11 320 0,-3 1 80 15,-4 15 40-15,-7 2-92 0,-6 6-172 0,-2 4 48 16,-10 0-40-16,-3 5-56 16,0 5-176-16,-7-1-16 0,-6 4-32 0,2-4 0 0,-2-4-200 15,-2-4-96-15,7-8-104 16,4-9-100-16,-1-11-368 0,5-10-328 15,5-11-932-15,3-7-2237 0,3-9-1903 0</inkml:trace>
  <inkml:trace contextRef="#ctx0" brushRef="#br0" timeOffset="129843.68">18020 7099 5460 0,'0'0'7081'0,"0"0"-5397"16,0 0-988-16,0 0-244 15,0 0-64-15,0 0-24 0,0 0 4 0,0 0 44 16,0 0-64-16,0 0-36 0,92-10-208 15,-72 7-104-15,0 3-136 0,-4 10 52 0,-4 5-8 16,-4 10 92-16,-8 11 88 0,0 5-80 16,-5 10-8-16,-6 2-196 15,-5 5 48-15,0-1 84 0,1 0-24 0,-2-5-48 0,1-5 88 16,0-6 48-16,5-2 124 16,2-8 0-16,5-2 76 0,4-4-76 15,0-3 0-15,0 0 0 0,8 0-124 0,1 2 0 16,2-3 0-16,1 8-76 15,0 0 76-15,4 2 0 0,-4 7 8 16,4 0 56-16,0 4 36 0,0 2 120 0,-4 1-32 16,4-1-52-16,-4 3-40 0,0-1-44 15,-1 0 84-15,-2-1-52 16,3-4-20-16,-5 1-56 0,6-7-8 0,-5 0-4 16,-5-7 4-16,5-3-12 0,-4-2-88 15,-4-8-84-15,0-4-248 0,0-5-188 16,0-4-140-16,0-2-172 0,0-13-392 15,0-5-1152-15,-4-1-3265 0</inkml:trace>
  <inkml:trace contextRef="#ctx0" brushRef="#br0" timeOffset="130001.271">18730 7750 9472 0,'0'0'6201'0,"0"0"-5181"0,0 0-360 15,0 0 440-15,0 0-360 0,99-3-372 16,-79-3-256-16,1-4-112 0,2-3-380 16,1 3-456-16,-4 1-512 0,-8 3-688 15,0-1-3185-15</inkml:trace>
  <inkml:trace contextRef="#ctx0" brushRef="#br0" timeOffset="130159.489">18642 8080 10152 0,'0'0'5421'0,"0"0"-4389"0,0 0-908 16,0 0 288-16,0 0 120 0,0 0-24 0,100 6 172 15,-60-28-200-15,3-4-480 0,5-2-456 0,-4-4-668 16,0 4-612-16,-8 6-1388 16,0 0-4317-16</inkml:trace>
  <inkml:trace contextRef="#ctx0" brushRef="#br0" timeOffset="135844.639">19850 7026 784 0,'0'0'1448'0,"0"0"5232"16,0 0-4884-16,0 0-867 0,0 0-597 0,0-70-24 15,0 61 24 1,0 3 320-16,0-1 212 0,0 4-228 0,0 0-172 16,0 3-124-16,0 0-24 0,0 0-4 0,0 0 92 15,-5 3 180-15,1 9-148 16,-4 4-288-16,1 10-148 0,-6 8-8 0,2 8 8 15,-1 8 0-15,-8 5 76 0,3 8-64 16,-2 0-12-16,-5 1-12 0,0 4 4 16,0-10-44-16,4 1-72 0,0-9 24 15,5-9-8-15,2-9 32 0,2-10 76 0,7-5 40 16,0-9-40-16,4-4-48 16,0-4-52-16,0 0 88 0,0 0-76 0,4 0-60 15,0-4 96-15,3 1 52 0,1 1 52 16,5-5-8-16,-2 7-44 0,6 0-8 15,-6 0 8-15,5 9 176 0,4 8-28 16,-4 1 12-16,-4 8-60 0,-1 2 88 16,2 1 96-16,-5 2-64 15,-5-2-96-15,6 3-36 0,-5 0 8 0,-4 0-96 16,0-4-8-16,0 5-76 0,0-5-16 0,4-3-232 16,-4-3-116-16,0-6-148 15,4 0-112-15,0-10-240 0,3-2-352 0,2-4-612 16,-1 0-717-1,-1-7-1555-15,5-12-1140 0</inkml:trace>
  <inkml:trace contextRef="#ctx0" brushRef="#br0" timeOffset="136361.08">20228 7394 10020 0,'0'0'1817'0,"0"0"-421"15,0 0-240-15,79-19 232 16,-47 13-284-16,0 0-148 0,-4 2-264 0,0 1-212 16,0 3-28-16,-4 0-72 0,-9 0-108 15,2 7-116-15,-10-1-92 0,-3 3-60 16,1 4 56-16,-5 3 36 0,-5 9 28 0,-6 4-124 15,-10 2-36-15,-2 8-64 0,-1-1 16 16,-4 3-76-16,4-2 52 0,4-8 108 16,1 0 4-16,6-6 4 0,1-1 40 15,12-2 60-15,0-7 100 0,0 1-36 16,8-3 12-16,5-3-76 0,-2-1 52 0,10-2-16 16,-2-5-20-16,5-2-40 15,0-2-72-15,4-7-12 0,0-10-36 0,0-1-316 16,4-6-236-16,-4-5-316 0,-5 2-388 15,5 0-544-15,-12 8-2036 16,4-11-3101-16</inkml:trace>
  <inkml:trace contextRef="#ctx0" brushRef="#br0" timeOffset="136643.185">20765 7566 7232 0,'0'0'6377'0,"0"0"-4909"0,0 0-860 0,0 0-16 0,0 0 392 16,0 0 292-16,0 0-172 15,0 0-576-15,81 51-296 0,-61-64-124 0,-1-6-108 16,1 0-192-16,-4 0-188 0,4-4-124 16,-5 2-72-16,2 0 20 0,-9 3 136 15,0 3 0-15,0 2 32 0,-8 6 104 16,0 2 284-16,0-2 12 0,-13 3 112 0,2 4 152 16,-6-3-40-16,-2 3-76 0,-1 0 24 15,1 9 64-15,2 8 172 0,-3 1-172 16,5 8 60-16,-2 5-4 15,2 5 40-15,2 5 12 0,-2 3-36 0,3-2-64 16,0-5-76-16,0-5-180 0,3-3-96 16,5-13-368-16,4-3-320 0,0-10-88 15,0-3-32-15,13-3 8 0,-1-10-408 0,0-3-1208 16,4-15-3849-16</inkml:trace>
  <inkml:trace contextRef="#ctx0" brushRef="#br0" timeOffset="136875.282">21145 7442 6432 0,'0'0'6409'0,"0"0"-5341"16,0 0-672-16,0 0 172 0,7 69 312 0,-7-44 648 15,0-1-116-15,-3 1-356 0,-1-3-444 16,-5-3-332-16,5 0-136 0,4 0-104 16,-4-5-40-16,0-3-112 0,4-1 108 15,0-10 0-15,0 0 0 0,4-3-116 16,8-10 56-16,0-2 56 0,4-8 0 15,0 2-64-15,3-6-112 0,2-1-96 0,-1 0-76 16,-1-2-196-16,2 5-372 16,-1 0-192-16,-1 0-768 0,-6 6-2000 15,2-10-2061-15</inkml:trace>
  <inkml:trace contextRef="#ctx0" brushRef="#br0" timeOffset="137129.08">21452 7499 7312 0,'0'0'4781'0,"0"0"-3097"0,0 0-932 15,0 79-124-15,0-66 404 0,0-7 328 0,7-6-208 16,1 0-600-16,8-6-428 0,0-10-48 16,8-6-76-16,0-3-172 0,-1-7-232 15,-3 0-128-15,1 0 40 0,-2 7 84 16,-6 0 96-16,-6 6 176 0,-3-1 136 16,-4 8 72-16,0-2 68 0,-8 5 132 0,-4 0 64 15,-4 6 84-15,0-1-100 0,-3 4-24 16,-2 0-100-16,1 14 48 15,1-3-108-15,-1 8-124 0,4 4 64 0,-4 0-76 16,8 2-12-16,-4-3-172 16,4 1-520-16,5-4-360 0,-2-1-240 0,5-8-944 15,4-3-3321-15</inkml:trace>
  <inkml:trace contextRef="#ctx0" brushRef="#br0" timeOffset="137393.09">21918 7178 7524 0,'0'0'4301'0,"0"0"-1889"0,0 0-1352 0,0 0-444 16,0 0 388-16,-45 80 420 15,34-58-132-15,-2-3-472 0,9-3-428 16,0-3-188-16,4 0-104 0,0-1 20 0,8 1 28 16,5-4-28-16,-2 1-76 0,6-1-44 15,-2 1-8-15,-2-4 0 16,2 3-72-16,-2 1 80 0,-2-3 0 0,-3-1-72 15,-4 4-16-15,-4-1 4 0,0 1-12 16,-4 1-124-16,-8 3-172 16,-4 5-144-16,-3 0-88 0,-6-3-76 0,-3 3-116 15,-3 3-504-15,-5-3-872 0,12-5-2141 0,-25 7-4107 16</inkml:trace>
  <inkml:trace contextRef="#ctx0" brushRef="#br0" timeOffset="138123.778">22610 7331 3940 0,'0'0'4'0,"0"0"5092"0,0 0-2927 15,0 0-333-15,0 0-108 0,0 0-140 16,4 73-132-16,-4-48-200 15,0 3-264-15,0 1-284 0,0-7-232 0,0-6-244 0,4-4-148 16,9-5-36-16,-2-3-44 0,2-4 0 16,2 0-4-16,2-6-84 0,2-4-136 0,1-6-108 15,0-3-36-15,-4 1-40 16,-5-3 48-16,2 6 16 0,-5-1 32 16,-5 3-36-16,1 4 48 0,-4-1 60 0,0 7 224 15,-7 0 12-15,-1 0 4 16,-5 0-4-16,-2 3-4 0,-1 0-80 15,0 0 84-15,-4 6 52 0,8 3-52 0,-4 4-184 16,8 1-40-16,-3-2-84 16,2 4-352-16,5-1-936 0,0-4-1364 15,0 3-3377-15</inkml:trace>
  <inkml:trace contextRef="#ctx0" brushRef="#br0" timeOffset="138258.034">22885 7482 4620 0,'0'0'5576'0,"0"0"-2979"0,84 14-1425 0,-48-14-96 15,0 0 420-15,3-4-536 0,-2-8-364 16,-5-4-388-16,0-3-208 0,-1-2-192 16,-3-6-576-16,0-1-796 0,-8 6-1504 15,0-10-4845-15</inkml:trace>
  <inkml:trace contextRef="#ctx0" brushRef="#br0" timeOffset="138510.15">23140 7136 4192 0,'0'0'1600'0,"0"0"1124"0,0 0-964 16,0 0 17-16,0 0 243 0,-19 90 20 16,19-58-268-16,7 2-416 0,1 5-292 15,5 2-332-15,-2 4-160 0,1 5-207 16,0 1-193-16,0 6-108 0,-4-3-64 0,0 0-8 16,0-1-64-16,0 2 0 0,0-1-64 15,0-6-33-15,-4 0 81 0,4-1-8 16,-8-9-48-16,4 0-16 0,-4-6-20 15,0-3 32-15,0-7 0 0,-8-6-96 0,4-4-60 16,0-9-24-16,-4-3-28 0,0 0-184 16,0-9-288-16,-3-10-248 0,2-9-252 15,1-8-468-15,0 7-2033 0,1-27-2251 16</inkml:trace>
  <inkml:trace contextRef="#ctx0" brushRef="#br0" timeOffset="138809.381">23953 7289 8536 0,'0'0'5369'0,"0"0"-4697"16,0 0-328-16,0 0 308 0,64 74 616 16,-52-52 208-16,0 0-504 0,0 0-504 15,-8 1-188-15,3 3-36 0,-7-5-36 0,0 8-96 16,0-7-40-16,-4 3-60 15,1-6 96-15,-5-3 88 0,4-7-60 16,0-2-40-16,4-4 24 0,-5-3 88 0,5-5 97 16,0-9-149-16,5-8-156 0,3-3 0 15,3-10-72-15,2-1 60 0,-1-2-85 16,4 3-195-16,-1 1-72 0,-3-1-136 16,4 2-160-16,1 5-236 0,-2 0-460 15,2 2-668-15,-6 8-1936 0,1-5-2709 16</inkml:trace>
  <inkml:trace contextRef="#ctx0" brushRef="#br0" timeOffset="139411.078">24730 6750 272 0,'0'0'10308'15,"0"0"-8547"-15,0 0-1249 0,0 0 48 16,0 0 332 0,0 0 180-16,84-58-320 0,-72 52-296 15,-1 4-268-15,-6 2-76 0,3 2-112 16,-4 11 0-16,-1 10 236 0,-3 8 112 0,0 7-152 0,-11 6-96 15,-2 7-48-15,-2-3-40 0,-1 0 148 16,0-4-36-16,8-6 0 16,0-6-112-16,8-6-4 0,0-7-8 0,8-4 0 0,4-2-52 15,3 3 40-15,2-4 12 16,3 1 56-16,3 3 104 0,1 0-60 0,0 3-4 16,-3 0 40-16,2 4-72 0,-3 2 8 15,0 0-60-15,-4 4 160 0,-4-4-72 16,0 4-88-16,-4-4 36 0,-4 0-40 15,-1-3 52-15,2 1 4 0,-1-1 20 16,-4-3 4-16,0 0-80 0,0 0 52 16,-4-5 12-16,-4 0 76 0,-8 0-148 0,0-2-48 15,-4-2 0-15,-4-1-248 16,0-3-184-16,0-2-244 0,-4-4-380 0,1 0-564 16,7-7-1264-16,-12-5-4257 0</inkml:trace>
  <inkml:trace contextRef="#ctx0" brushRef="#br0" timeOffset="140158.349">25918 6807 260 0,'0'0'3116'16,"0"0"3092"-16,0 0-4207 15,0 0-745-15,0 0 40 0,0 0-20 0,0 0-280 16,0 0-60-16,0 0-192 0,0 0-252 16,0 73-124-16,0-44-36 15,-5 3 0-15,5 2-12 0,-4 4-16 0,0 1-120 0,0-2-36 16,1 2-16-16,-1 2-48 0,4 0 40 16,0 1-16-16,0-2 28 15,0 2-4-15,0-1-8 0,7 1 8 0,-3-5-84 16,4 1-48-16,1 1-8 0,-2-7 8 15,1-1-4-15,5-1 4 0,-2-2 4 16,6-6 4-16,-2 0 88 0,5-7-8 16,0 2-28-16,4-4-47 0,0-4 35 0,0-6 0 15,4 0 64-15,-1-3-16 16,1 0 12-16,0-13-60 0,4-2-12 16,-4-7-36-16,4-6-108 0,-4-5-60 0,0-2-16 15,0 0 87-15,0-6-51 16,-4 3 28-16,-5-4-88 0,5 1-8 15,-7 0 20-15,-2-3-12 0,-3-4-36 0,-4 3-100 0,0-2 124 16,-8-5-12-16,0 5-36 16,0 0-136-16,-8 2-200 0,0 4-176 15,-4 0-204-15,0 6-184 0,0 7-272 0,4 5 60 16,-3 11-445-16,7 5-1435 16,-9 4-2228-16</inkml:trace>
  <inkml:trace contextRef="#ctx0" brushRef="#br0" timeOffset="141058.25">27483 6807 3372 0,'0'0'784'0,"0"0"4088"0,0 0-3320 0,0 0-203 16,0 0-389-16,0 0 136 0,0 0-144 16,80-35-248-16,-72 35-124 0,-1 0-4 15,-2-3-92-15,-1 3-60 0,0 0-4 16,0 0 0-16,0 0-28 15,-4 0-48-15,0 0-24 0,0 0-76 16,-4 6-96-16,-8 4-40 0,0 2 52 0,-12 14-160 0,-3 5-24 16,-1 7-148-16,0 11-24 15,0 1 64-15,3 1 72 0,5 3 60 16,1-3 0-16,3-1 4 0,4-2 4 16,8-10 52-16,0-6-60 0,4-6-8 0,0-8-116 15,4-5 52-15,4-3-40 0,0-4-84 16,0 0 12-16,0 0 116 0,0 1 64 15,-1-1-4-15,2 5-48 0,-1 3 56 16,-1 2 76-16,-3 8 8 0,4 4 28 16,1 0-52-16,-2 1 0 0,-3 2 176 0,4-1-116 15,-4-2-80-15,1 0-40 0,-1-2 0 16,-4-1-88-16,0-3-292 16,0 0-356-16,0-3-316 0,-9-3-564 0,5 0-1156 15,-4-6-2585-15,1 6-1619 0</inkml:trace>
  <inkml:trace contextRef="#ctx0" brushRef="#br0" timeOffset="141491.42">27894 7074 10136 0,'0'0'4805'0,"0"0"-4237"0,0 0-280 15,0 0-164-15,0 0 1092 0,92 6 308 16,-57-6-532-16,5 0-512 0,-1 0-260 16,2 0-136-16,-2 0-72 0,-7 0-12 15,-4 0-64-15,-4 6-36 0,-4 7-96 16,-12 3-132-16,-4 5-88 0,-4 6-88 15,-7 4 108-15,-18 7-36 0,1 7 100 0,-8 0 80 16,1 2 180-16,-5 1 60 16,4-4 12-16,0 1 136 0,8-8 172 15,4 2 200-15,4-4 132 0,8-9-84 0,4-5-168 16,4-5-44-16,4-3-28 0,8-7 16 0,9-2 128 16,2-4 53-16,9 0-125 15,-1-4-120-15,10-9-100 0,-2-2-68 16,1-2-100-16,1-1-12 0,-2-5-472 15,-7 1-245-15,0 0-183 0,-4-4-212 16,-9 7-392-16,1-2-868 0,-8 4-2845 0,-3-8-4179 16</inkml:trace>
  <inkml:trace contextRef="#ctx0" brushRef="#br0" timeOffset="141911.307">28495 7286 4452 0,'0'0'496'0,"0"0"-496"0,0 0 2132 16,0 0-1016-16,0 0-92 0,0 0 452 16,0 0-23-16,0 0-149 0,84 29-148 0,-64-22-288 15,-4-1-176-15,0 0-64 0,0-4-32 16,-4 3-124-16,0-5-100 0,-1 0-116 15,2 0-68-15,2-13 8 16,2-4-148-16,-2-2-48 0,1-6-392 0,0 0-80 0,0-4-20 16,0 4 104-16,-4 0 40 15,0 3 64-15,-8 3 108 0,0 3 176 0,-4-1 160 16,0 8 40-16,-8 0-60 0,-8 5-40 16,0 1 36-16,-4 3 112 0,0 10-148 15,0 5 124-15,1 7-76 16,-1 10 84-16,-1 3 68 0,2 6 68 0,3 1 24 15,-5 3 16-15,10-4-16 0,-6 0-16 16,10-3-156-16,-1-10-124 0,8-2-96 16,0-10-76-16,0-4-44 0,8-9-148 15,8-3-88-15,0-3-84 0,8-9-164 0,0-6-272 16,4-8-516-16,-4-2-956 0,-5 4-3169 16,9-7-2563-16</inkml:trace>
  <inkml:trace contextRef="#ctx0" brushRef="#br0" timeOffset="142111.555">29013 7106 7400 0,'0'0'4961'0,"0"0"-3325"16,0 0-1068-16,0 0-76 0,0 0 328 15,0 0 632-15,0 0 16 0,60 82-336 0,-56-63-484 16,0 0-356-16,0 4-136 0,-4-5-156 16,0 1-12-16,-4 3 0 0,0-2-244 15,-4-1-156-15,4-7-32 0,0-2 104 0,4-4 56 16,0-6-36-16,4 0-268 15,4-6-144-15,4-7 236 0,4-2-52 16,4-9-372-16,3-1-644 0,2-3-824 0,-9 6-881 16,7-10-1331-16</inkml:trace>
  <inkml:trace contextRef="#ctx0" brushRef="#br0" timeOffset="142362.562">29340 7163 3544 0,'0'0'820'0,"0"0"6081"0,0 69-4953 15,0-37-764-15,0-4-124 0,0-3 320 16,4-1 172-16,4-9-288 0,0-8-444 15,4-4-452-15,4-3-200 0,4-7-168 0,4-11-60 16,-1-6-232-16,1-1-208 0,0-6-148 16,0 2-68-16,-4 4 16 0,-8 0 240 15,0 6 64-15,-8-1-16 0,0 8-36 16,-4-2 384-16,-8 6 64 0,-8 2 352 0,-4-1-28 16,0 3-52-16,-8 4-24 15,5 0 64-15,-5 11 20 0,0 1-172 16,0 4 28-16,0 3-28 0,4 0-160 15,4 0-40-15,0-3-256 0,9-3-568 16,-6-4-308-16,9 0-1100 0,5-6-2481 16,3-3-3007-16</inkml:trace>
  <inkml:trace contextRef="#ctx0" brushRef="#br0" timeOffset="142610.507">29790 7010 4528 0,'0'0'9377'0,"0"0"-7505"15,0 0-1332-15,0 0-4 0,0 0 584 16,-16 64 236-16,13-49-452 0,-1 2-572 0,4-6-268 16,0 0-64-16,4 2 0 0,7-1 8 15,1 4-8-15,-4-3 4 16,8 2 4-16,-4 1 40 0,0 0 8 16,0 4-52-16,0-5 0 0,0 4 60 0,-8 1-52 15,-1-6 60-15,2 3 84 16,-5-1-68-16,0-3-88 0,-8 2-116 0,-8-2-248 15,0-4-248-15,0 4-120 0,-4-2-192 16,0-6-180-16,-3 2-684 0,6-5-2612 16,-7-2-4409-16</inkml:trace>
  <inkml:trace contextRef="#ctx0" brushRef="#br0" timeOffset="143095.806">30432 7124 3524 0,'0'0'1188'16,"0"0"1876"-16,0 0-768 0,0 0-235 16,0 0 295-16,0 0-464 0,24 86-264 15,-20-54-188-15,-4 0-324 0,3-7-300 16,1-7-247-16,5-1-289 0,-1-10-152 0,7-5-124 15,1-2-4-15,5-2 0 0,2-15-192 16,-3-1-52-16,8-8-73 0,-4 0-47 16,-4-2-12-16,0 2 32 0,-9 4 64 15,2 0 0-15,-5 2-76 0,-4 6-12 16,-4 3 60-16,-4 3 148 0,-8-3 40 16,-4 8-68-16,-8 0 188 0,-1 3-48 0,-2 6 0 15,-1 5-100-15,8 3-76 0,0 5 40 16,4 1 44-16,9-1-144 15,2-3-476-15,1 0-1204 0,4-6-2381 16,0-1-2583-16</inkml:trace>
  <inkml:trace contextRef="#ctx0" brushRef="#br0" timeOffset="143226.286">30961 7210 7644 0,'0'0'7577'15,"0"0"-5605"-15,104 9-1380 0,-64-9-292 0,3-9 104 0,2-4 92 16,-6-6-128-16,1-6-196 15,-3-4-172-15,-2-3-396 0,5-6-812 16,-16 8-952-16,12-16-3765 0</inkml:trace>
  <inkml:trace contextRef="#ctx0" brushRef="#br0" timeOffset="143487.445">31217 6715 3616 0,'0'0'1368'15,"0"0"3920"-15,0 0-3011 0,-28 92-213 16,28-57-200-16,0 3-312 0,4 4-616 0,7 5-404 16,2 1-300-16,2 6-148 15,-2 6-84-15,-1 0-44 0,3 1-68 0,-6 2 28 16,2-3-28-16,-3 1-180 0,1-1-140 16,-6-3 64-16,-3-3-16 0,0-4 60 15,0-1 52-15,-3-8 24 0,-6-3 24 0,-3-4 24 16,1-4 24-16,-6-8-96 0,2-4-48 15,-1-8 72-15,-1-3-44 0,2-7-136 16,-2-7-404-16,2-6-480 0,-2-12-885 16,6 7-835-16,-6-31-1936 0</inkml:trace>
  <inkml:trace contextRef="#ctx0" brushRef="#br0" timeOffset="143915.515">32081 6442 4072 0,'0'0'7853'0,"0"0"-6673"0,0 0-264 15,16 73 1140-15,-12-32 432 0,-4 3-416 16,4 10-527-16,-4 1-601 0,4 2-316 15,0 0-264-15,4 0-172 0,-8-1-132 16,4-4-60-16,0-2 0 0,-4-4-132 0,4-8-136 16,-1-7 76-16,6-9 24 0,-1-3 96 15,0-9-24-15,4-4-52 16,0-3-92-16,-5-3 32 0,6-6 16 0,-1-7 72 16,-1 4 36-16,2-4-64 15,-6 4 4-15,1 2 60 0,1 4 32 0,-5 3 52 16,0 6 4-16,-1 4 228 0,5 6-12 15,-4 6-52-15,1 0-60 0,-5 3 28 16,4 1-28-16,0 0-96 0,-4-4 0 0,3-3-8 16,-3 0-4-16,4-3-132 0,-4-4-244 15,4-2-148-15,-4-4-97 16,4-3-119-16,0-3-424 0,4 0-844 0,0-6-916 16,0-4-2373-16,4-9-2071 0</inkml:trace>
  <inkml:trace contextRef="#ctx0" brushRef="#br0" timeOffset="144359.483">32703 6594 7688 0,'0'0'6885'0,"0"0"-5449"15,0 0-1260-15,0 0 192 0,0 0 376 16,79-63 112-16,-59 54-92 0,1 2-284 16,3 3-248-16,-1 4-108 0,-3 0-124 0,0 4 0 15,0 9 60-15,-4 0 76 0,-8 2-4 16,3 4-8-16,-6 6 60 0,-5 1 108 16,0 0 48-16,-5 2-60 0,-2 1-108 0,-5-2 8 15,-1 3-56-15,6-5-27 0,-1 1-49 16,4-8 12-16,0 1-60 15,4-3-12-15,0-2 0 0,8-2 12 0,-4 1 4 16,4 2-4-16,-5-3 0 0,10 5 0 16,-5 2 60-16,-1 0 4 0,2 3 44 15,-1-3-24-15,-4 3-36 0,3-2 12 16,1-2-48-16,-3 1-12 0,3 4-52 16,-4-4-32-16,-1 0-160 0,1 3-57 0,0 1 57 15,-4 2 24-15,0 0-36 16,-8 7 100-16,1-3-88 0,-10 6 48 15,2-7-12-15,-9 5 0 0,0-3-268 0,-4 2-472 16,-4-3-636-16,0-3-1072 0,8-7-2433 16,-12 3-2991-16</inkml:trace>
  <inkml:trace contextRef="#ctx0" brushRef="#br0" timeOffset="147237.871">22356 8855 8140 0,'0'0'3889'15,"0"0"-3417"-15,0 0-468 0,0 0 52 16,0 0 776-16,0 0 540 0,0 0-328 16,0 0-528-16,0 0-340 0,0 0-168 0,-84 79 128 15,64-53 128-15,0-4 36 0,-4 3 8 16,0 0-60-16,1-2-136 0,-1 2-60 15,-4 1-8-15,7-1-44 0,2-3-8 16,-1-3 0-16,8-3-44 0,3-3 44 16,9 3 8-16,0-7 0 15,9 3 260-15,3 1-12 0,3 0-28 0,2-3-20 16,-2-1-28-16,5 4-64 0,-3-6-8 0,-2-1 12 16,2 0-40-16,-2-3-72 0,-7 0-48 15,4 1-52-15,-8-4-268 16,0 0-248-16,-4 3-252 0,4-3-216 0,-4 0-200 15,0 0-596-15,0 0-633 0,-8 3-727 16,0-3-880-16,0 3 1120 0,-8 1 3000 16</inkml:trace>
  <inkml:trace contextRef="#ctx0" brushRef="#br0" timeOffset="147392.006">21997 9401 3544 0,'0'0'180'16,"0"0"5000"-16,0 0-3552 0,0 0-727 0,0 0-489 15,0 0 24-15,0 0 204 0,0 0 444 16,0 0-36-16,-4 67-268 0,24-59-348 15,8 3-44-15,0-5-92 0,-1 0-84 16,1-2-136-16,4-1-76 0,-4-3-80 16,-4 3-444-16,4 0-40 0,0-3-368 15,-4 6-408-15,-5-6-964 0,5 10-2861 0</inkml:trace>
  <inkml:trace contextRef="#ctx0" brushRef="#br0" timeOffset="149156.763">21905 9407 2944 0,'0'0'428'0,"0"0"4820"0,0 0-3192 16,0 0-243-16,0 0-561 16,0 0-264-16,0 0-44 0,0 0-88 0,4-76-280 0,8 54-56 15,8-4 12-15,0 0-36 16,4-5-20-16,4-1-8 0,4 1-64 15,0-4-112-15,3 0-48 0,1-3-96 0,0 7-64 16,1-5-16-16,-2 4-68 16,-3 4-52-16,-4 3-56 0,-5-2-220 15,-3 8-212-15,-3 5-184 0,-6 3-76 0,-3 5-152 16,-4 4-276-16,-4 2-752 0,0 2-2089 16,-15 15-1859-16</inkml:trace>
  <inkml:trace contextRef="#ctx0" brushRef="#br0" timeOffset="149390.706">21918 9604 3300 0,'0'0'8'0,"0"0"5988"0,0 0-3659 0,0 0-293 16,0 0-336-16,0 0-300 0,0 0-388 16,0 0-132-16,0 0-4 15,0 0-200-15,23 58-120 16,5-69 116-16,3-8-219 0,1-3-193 0,5-6-148 0,-5-4-52 15,4-6-68-15,-5 2-96 0,-3-4-192 16,4 3-177-16,-4-5-239 0,-5 0-128 16,1 3-100-16,-3 1-300 0,-1 1-864 0,-8 8-1908 31,-5-15-2513-31</inkml:trace>
  <inkml:trace contextRef="#ctx0" brushRef="#br0" timeOffset="149610.721">22025 8744 2872 0,'0'0'564'16,"0"0"2092"-16,0 76 1900 0,7-34-2451 15,6 11-309-15,2 7-412 16,2 16-180-16,2 7-200 0,-6 9-240 0,2 7-224 16,-6 0-196-16,2-5-220 0,-3-8-124 15,1-14-52-15,2-14-276 0,1-20-92 0,4-16 40 16,0-12-200-16,4-10 148 0,0-5-188 15,3-15-56-15,-2-9-392 16,3-9-960-16,-9 7-3021 0,9-26-2699 0</inkml:trace>
  <inkml:trace contextRef="#ctx0" brushRef="#br0" timeOffset="149833.921">22300 8668 92 0,'0'0'7388'15,"0"0"-4372"-15,0 0-1199 0,0 0-453 0,0 0-108 16,0 0-188-16,20 95-76 16,-9-57-136-16,6 10-200 0,2 6-164 15,5 6-76-15,0 9-172 0,-4 11-60 0,4 2-184 16,-8 7 4-16,0 0-4 16,0-4-56-16,-8 2-176 0,3-14-112 0,2-9-208 15,-2-17-164-15,2-9-28 0,6-12 20 16,-2-14-244-16,2-9-360 15,-3-3-688-15,5-8-3021 0</inkml:trace>
  <inkml:trace contextRef="#ctx0" brushRef="#br0" timeOffset="150207.915">23260 8903 8432 0,'0'0'4645'16,"0"0"-3169"-16,0 0-532 0,0 0-304 15,0 0 92-15,0 0 508 0,0 0-60 16,0 0-664-16,0 0-356 16,0 0-76-16,-83 94-20 0,51-59-4 0,4 4-48 15,-4 2 48-15,0 0-56 0,4 0 0 16,0-3 4-16,4-2 4 0,8-5 136 0,4-5 108 15,1-7 0 1,7-6-36-16,4-1-52 0,4-2-68 16,7-1 80-16,6 4-84 0,6-1 40 0,8 4-39 15,1-2 15-15,5 0-36 0,-5 0-76 16,4-2-4 0,-8 4-44-16,0-6 40 0,-5 3-44 0,1-7-177 15,-8 3-283-15,0-6-208 0,-4 4-280 0,0-4-316 16,-8 0-728-16,3-3-2504 15,-7 4-3477-15</inkml:trace>
  <inkml:trace contextRef="#ctx0" brushRef="#br0" timeOffset="151425.748">23845 9220 3956 0,'0'0'7869'16,"0"0"-6681"-16,0 0-688 0,0 0-56 0,0 0 456 16,0 0 180-16,0 0-52 15,0 0-280-15,0 0-268 0,-79-26-144 0,63 39-212 16,4 4-120-16,-4 8 80 0,4 6 16 16,0 7 72-1,4 4 0-15,0-3 0 0,4 1 24 16,1-8-136-16,3-4 40 0,0-9-28 0,0-6 12 0,7-7-84 15,1-3 0-15,8-3-4 0,-4-9-44 0,8-10 48 16,4-6-196-16,3-7-136 16,-3-10-132-16,4-2-192 0,0 0 12 0,0-5 72 15,-3 5 36-15,-1-3-20 0,-1 3 68 16,-3-4 212-16,-4 0 36 0,-4 4 152 16,-4-4 12-16,-4 4 76 0,-4 3 64 15,0 5 72-15,0 8 116 0,-4 3 100 16,-4 12 88-16,4 3 40 0,0 7 44 0,4 3-124 15,-4 7-176-15,0 8 36 16,0 7 12-16,-4 7 24 0,4 9-64 16,-3 7 28-16,-6 2 12 0,5 1-100 0,-3-1-160 15,2-2-12-15,-3 0-76 0,0-7-404 16,4 0-136-16,4-6-100 0,0-7-196 0,4-3-268 16,0-6-1028-16,0-7-2861 0,4-5-3014 15</inkml:trace>
  <inkml:trace contextRef="#ctx0" brushRef="#br0" timeOffset="151724.929">24200 9350 560 0,'0'0'10405'0,"0"0"-9145"16,0 0-812-16,0 0 280 0,0 0 416 16,16 67 192-16,-7-67-332 0,-2 0-568 0,9-7-152 15,4-11 100-15,0-5-224 0,8-8-160 16,-5-4-432-16,1 0-128 15,-7 3 224-15,2 6 112 0,-6 1 48 0,-6 6 76 16,-3 3 92-16,-4 7 8 0,-4-1 176 16,-7 7-12-16,-6 3 44 15,-3 3 92-15,1 10-64 0,-1 6-36 0,-5 10 172 16,6 5 24-16,-1 8-28 0,0 2 64 0,0 4-52 16,4-1-100-16,1 1-48 15,2-10-60-15,9-3-172 0,4-10-112 0,0-9-84 16,13-10-368-16,-2 1-188 0,10-7-12 0,-2 0-244 15,5-7-436-15,-12 1-1744 16,0-6-4613-16</inkml:trace>
  <inkml:trace contextRef="#ctx0" brushRef="#br0" timeOffset="152149.885">22981 9490 1580 0,'0'0'1628'0,"0"0"4048"0,0 0-3479 16,0 0-81-16,88 57-464 15,-68-44-228-15,3 6-268 0,-3-4-200 0,4 4-60 16,4-3-308-16,-3 4-304 0,-2-7-184 16,5 1-100-16,0-3-120 15,0-2-128-15,3 1-276 0,5-4-288 0,5-3-352 16,-2-3-740-16,-7 3-2392 0,11-3-4297 0</inkml:trace>
  <inkml:trace contextRef="#ctx0" brushRef="#br0" timeOffset="152943.11">24913 9076 900 0,'0'0'1684'15,"0"0"5232"-15,0 0-5363 0,0 0-345 16,0 0-148-16,-80 49 132 0,57-27-232 0,3 10-232 16,-4 6-324-16,5 0-168 15,2 6-12-15,-3-3 64 0,8-2-76 0,1-8-152 16,6-9-60-16,1-5-24 0,4-9-100 16,0-8-64-16,0 0-148 0,4 0-12 15,5 0 212-15,2-8-16 0,6-2-100 16,-2-5 12-16,1-5-160 0,-4 4-4 15,4 0-28-15,-8 4 40 0,4 2-76 16,0 4 20-16,0 6 216 0,-1 6 232 0,2 10 244 16,-2 6 84-16,2 3 40 0,2 11-176 15,-3 2 24-15,1 3-64 0,-6 3 140 16,5 4-144-16,0 3 220 0,-8 6-4 0,0 0 304 16,0 1-108-1,-4-2-248-15,-4 2 148 0,-4-8 60 0,-4 0 156 0,0-1-184 16,-3-8-100-16,2 0-160 15,2-5-36-15,-2-5-148 0,-2-5 52 16,7-7-88-16,-5-7 60 0,2-6-64 0,-2-2-8 16,-2-4-132-16,-1-7-348 0,0-8 100 15,0-4 12-15,0-7 76 16,0-5-92-16,4-5-244 0,-4-5-168 0,0-3-108 16,0-4-64-16,1 4-32 0,3-1-248 15,3 4-572-15,2 6-533 0,3 9-507 16,4-6-1428-16</inkml:trace>
  <inkml:trace contextRef="#ctx0" brushRef="#br0" timeOffset="154249.213">25324 8960 2568 0,'0'0'2372'15,"0"0"1924"-15,0 0-2515 0,0 0-125 0,0 0-240 16,83 69-256-16,-66-43-176 16,2-1-148-16,-2 4-164 0,-2 0-140 15,-2-4-76-15,-2 4-100 0,-3-1-48 0,-4-3-52 16,1 1-48-16,-5-1-72 0,0-3 84 15,0-2 0-15,-9-1-60 0,5-4-40 16,-4-2-36-16,4-4-84 0,4-2 12 0,-3-4-4 16,3-3 68-16,0 0-68 15,0 0-8-15,0-5-4 16,0-9-168-16,7-2-48 0,1-6 76 16,5-7 132-16,2-6-76 0,5 3 76 15,-4 1-72-15,0 3-28 0,-1 2 16 0,2 4 20 16,-6-1-32-16,1 8-64 0,-3-1-72 0,2 2-52 15,-3 6 52-15,1 2-92 0,-2 1-120 0,1 5-112 16,-4 0-180-16,9 0-296 16,-6 7-420-16,1 3-1012 0,0-4-2313 15,0 10-1747-15</inkml:trace>
  <inkml:trace contextRef="#ctx0" brushRef="#br0" timeOffset="155924.744">29938 8849 3572 0,'0'0'6128'0,"0"0"-3835"16,0 0-1433-16,0 0-336 0,0 0-28 16,0 0 440-16,0 0 172 15,-88-25-152-15,68 27-400 0,0 4-332 0,0 7-48 16,1 4 20-16,-2 4 64 0,5 8 124 15,-3 3 96-15,2 6-76 0,2 4-76 0,2-2-44 16,2 2-52-16,-1-7 0 0,8-7-76 16,4-5-44-16,0-11-4 15,0-6-28-15,8 1-80 0,4-7-76 0,4-7 68 16,3-6-64-16,5-5-88 0,4-11-216 16,0-3-40-16,4-10-60 0,-4 2-116 15,4-4 12-15,0-1-48 0,0 1-92 0,-4-2-72 16,-4 2-136-16,-5-3 104 15,1-1 128-15,1 1 108 0,-6-4 156 0,-2 3-56 16,2 4 104-16,-3 3 104 0,-4 5 280 16,4 9 344-16,-4 0 208 0,-5 12 112 15,2 2-116-15,-5 0 112 16,4 7 12-16,-4 3-56 0,0 3-24 0,0 0 20 16,0 0-76-16,0 0-104 0,0 3-96 15,0 3-128-15,0 4 28 0,0 9 48 16,0 3 72-16,0 7 24 0,0 3-24 15,0 6-40-15,-4-1-72 0,-4 5-60 16,0 5-136-16,0-3-48 0,-4 5-12 16,0-2-108-16,0-6-124 0,0 1-184 0,0-7-160 15,8-7-16-15,1-5-12 0,3-8-128 16,0-2-52-16,3-7-212 0,5-6-492 0,4 0-776 16,-4 0-1733-16,4-12-1399 0</inkml:trace>
  <inkml:trace contextRef="#ctx0" brushRef="#br0" timeOffset="156391.231">29252 8541 6260 0,'0'0'692'0,"0"0"3945"15,0 0-2973-15,80-23-396 16,-60 20-232-16,-9 0-116 0,-2 3-324 16,-9 0-148-16,0 6-100 0,0 4-28 0,-9 5 188 15,-2 8-264-15,-9 5-96 0,-4 7-148 16,0 0 0-16,-4 0 0 0,0 7 4 16,4-8 0-16,5 4-4 0,3-2-4 15,8-5-8-15,0 1 12 0,8-3 76 16,0-4 32-16,8-3-108 0,3-3 8 0,6 0 44 15,2-2-40-15,1-5 60 16,1-3-16-16,-2-2-56 0,-3-2-8 16,0-1-76-16,-8-4-296 0,0 3-276 0,0-3-232 15,-4 0-416-15,-4 0-864 0,0 4-2765 16,-4-1-2311-16</inkml:trace>
  <inkml:trace contextRef="#ctx0" brushRef="#br0" timeOffset="156559.998">29085 9197 7460 0,'0'0'3973'0,"0"0"-2765"0,0 0-480 16,0 0 388-16,0 0 420 0,4 83-12 15,12-64-260-15,4 0-420 0,8 1-208 16,4-5-280-16,7-5-188 0,5-1-88 16,4 1-80-16,-1-4-368 0,-2-2-436 0,-2-2-400 15,2-2-284-15,-17 0-876 16,15 0-4077-16</inkml:trace>
  <inkml:trace contextRef="#ctx0" brushRef="#br0" timeOffset="157160.906">30452 8832 9732 0,'0'0'2397'16,"0"0"-1081"-16,0 0-580 16,0 0 464-16,0 0 96 0,0 0-68 0,0 0-192 15,0 0-520-15,0 0-332 16,0 0-120-16,0 0-64 0,51-25-64 0,-35 6-252 15,5-3-152-15,-6-3-148 0,1 5 84 0,-4 2 8 16,0 2 188-16,-8 3 88 16,0 7 180-16,-4 0 68 0,0 1 300 15,-4 3-48-15,-8 2-32 0,-4 0-80 16,-8 9-56-16,4 3 104 0,-4 8-116 0,-3 2 68 16,3 7 104-16,0 3 40 0,0 2 76 15,4 4-92-15,4-2-20 0,4 2-116 16,0-7-104-16,4-2-28 0,4-7-124 15,4-5-172-15,8-9-368 0,8-4-140 16,7-4-4-16,5-4-148 0,9-8-352 16,3-11-988-16,-5 8-1909 0,14-17-927 0</inkml:trace>
  <inkml:trace contextRef="#ctx0" brushRef="#br0" timeOffset="157460.084">30858 8769 8188 0,'0'0'2769'0,"0"0"-729"0,0 0-592 0,-32 80-84 0,4-42-224 16,0 6 16-16,0 0-84 15,0-2-44-15,9-8-392 0,3-9-248 16,8-5-388-16,8-13-24 0,0-4-196 0,8-3-144 16,4-3 96-16,7-7 72 0,6-7-12 15,3-4-64-15,-1-5-96 0,1 1-48 16,-4 3 24-16,0 3 8 0,-4 6 12 16,0 4 88-16,0 9 108 0,0 0 116 15,-5 6 60-15,6 7 124 0,-5 9 12 0,-4 3-60 16,3 6 20-16,-3 5 40 15,0 6-124-15,-4 2 96 0,0 3 4 16,-4 3 124-16,-4 5 84 0,0-4 0 0,-4 3 72 16,-4-3 88-16,-8-7-112 15,0-3-40-15,-3-2-36 0,-5-11-48 16,3-2-72-16,2-10-64 0,-5-4-100 0,4-10-8 16,-5-2-36-16,10-2-244 0,-5-15-96 15,0-1-88-15,8-8 48 0,-4-8-100 16,4-5-236-16,0-8-112 0,5-3-676 0,7-5-1252 15,0 11-2957-15,0-20-1758 0</inkml:trace>
  <inkml:trace contextRef="#ctx0" brushRef="#br0" timeOffset="157650.261">31364 8855 7068 0,'0'0'8081'0,"0"0"-5661"0,0 0-1284 0,0 0-168 15,87 48 424-15,-62-48-247 16,3 0-237-16,3-4-508 0,9-8-328 16,0-7-72-16,0-4-412 0,3-2-276 0,2-7-189 15,-6 4-183-15,-3-4-728 0,0 3-1172 16,-12 6-3017-16,0-8-3815 0</inkml:trace>
  <inkml:trace contextRef="#ctx0" brushRef="#br0" timeOffset="157877.151">31754 8474 1552 0,'0'0'8936'0,"0"0"-6879"0,0 0-1037 0,0 0-16 16,-43 98 776-16,34-63-128 0,5 9-248 15,1 1-364-15,3 3-224 0,0 2-244 16,0 1-135-16,-4 0-85 0,0 0-172 16,0 3-108-16,-5-4-60 0,2 2 0 0,-1-2 48 15,-4-2-60-15,0 0-4 0,0-4-4 16,-4-3-188-16,0 0-104 15,0-3-100-15,-3-6-53 0,-2-1-31 0,1-1-28 16,1-8-112-16,-1-3-184 0,-8-6-328 16,0-4-640-16,3-3-1032 15,-22-2-2241-15</inkml:trace>
  <inkml:trace contextRef="#ctx0" brushRef="#br0" timeOffset="164143.034">12992 9874 6492 0,'0'0'2024'0,"0"0"-948"0,0 0-364 16,0 0-624-16,0 0 132 0,0 0 169 15,0 0-41-15,0 0 112 0,0 0 68 16,0 0-360-16,0 0-160 0,72-19-8 16,-68 19-4-16,4 0 4 0,-8 0 152 0,4 0 116 15,-4 0 52-15,4 0 36 0,-4 0 116 16,8 0 8-16,-4 0-36 0,8 0-44 16,0-4-108-16,4 2-56 0,4-1-8 15,0-4 48-15,8-3 24 0,0-2 52 0,0-4-92 16,4 0-36-16,-1 0-164 0,1-3-60 15,0 3 0-15,-4-3-8 0,-1 0-68 16,-3 4-120-16,-4-2-192 16,1 4-172-16,-10 5-260 0,1 1-352 0,-8 7-420 15,-4 0-837-15,0 0-419 0,-16 19-1984 16</inkml:trace>
  <inkml:trace contextRef="#ctx0" brushRef="#br0" timeOffset="164341.893">13156 10232 7884 0,'0'0'5433'0,"0"0"-3897"0,0 0-656 0,0 0 300 16,0 0-236-16,91-82-228 0,-63 47-272 0,0-4-296 16,4-1-140-16,0-2-8 0,0 1-12 15,-4 0-88-15,-4 0-304 16,0 2-288-16,-1 8-240 0,-7-1-536 0,-8 7-888 15,0 9-2121-15,-12-3-2171 0</inkml:trace>
  <inkml:trace contextRef="#ctx0" brushRef="#br0" timeOffset="164527.873">13200 9668 3556 0,'0'0'6248'0,"0"0"-5007"0,-9 69-329 16,9-34 212-16,4 10 60 15,5 9-48-15,-2 0-128 0,1 3-172 16,5 0-352-16,-2 0-396 16,6-6-88-16,-2-6-64 0,-3-13-296 0,4-13-24 0,-4-11-76 0,4-8-324 15,0-12 296-15,0-9-196 0,-1-15-252 16,2-2-840-16,-9 6-2161 0,-5-16-2079 16</inkml:trace>
  <inkml:trace contextRef="#ctx0" brushRef="#br0" timeOffset="164710.003">13311 9449 5548 0,'0'0'5857'0,"0"0"-4473"0,0 0-848 15,0 0-320-15,0 0 368 0,0 0 252 0,44 79 8 16,-28-41-100-16,0 6-136 0,0 3-196 16,0 11-320-16,-1 6-92 0,2 6-60 15,2-4-212-15,-3 4-416 0,0-4-304 16,0-5-4-16,0-7-284 0,0-2-232 15,1-12-937-15,-6-15-1875 0</inkml:trace>
  <inkml:trace contextRef="#ctx0" brushRef="#br0" timeOffset="168927.916">14638 9547 3664 0,'0'0'9069'0,"0"0"-7349"16,0 0-824-16,0 0-332 15,0 0-84-15,-16 85 32 0,16-46 84 0,8 5-236 16,0 10-148-16,4 6-16 16,0 7-12-16,-1 0-120 0,2 2-52 0,-5-5-12 15,-1-10-4-15,2-5-60 0,-5-16 56 0,-4-7-64 16,4-8-188-16,-4-7-620 16,0-5-348-16,0-6-408 0,-4 0-1108 15,0 0-2453-15,-9-17-1131 0</inkml:trace>
  <inkml:trace contextRef="#ctx0" brushRef="#br0" timeOffset="169170.788">14578 9626 5528 0,'0'0'4'0,"0"0"4716"0,0 0-3651 16,0 0-1-16,0 0 68 0,0 0-108 15,88-57-396-15,-72 57-268 0,-1 0-136 16,2 3-40-16,-2 7-28 0,2 2-96 15,-6 7 64-15,2 0-120 0,-6 4 92 16,-7 3-84-16,0-1 132 0,0 0-12 16,-12 1-24-16,0-4 28 0,-3-2-56 15,-1-6-76-15,-5-1 8 0,6-3-16 16,-5-3-112-16,4-1-40 0,0-6-260 0,0 0-192 16,4 0-128-16,0-3-216 0,0-11-312 15,4 6-989-15,-4-17-2319 0</inkml:trace>
  <inkml:trace contextRef="#ctx0" brushRef="#br0" timeOffset="169545.003">14929 9153 4676 0,'0'0'612'16,"0"0"4128"-16,0 0-3039 0,0 0-201 16,0 0-268-16,0 0-364 0,43 79-312 15,-43-49-176-15,0-2-68 0,0 0-112 16,0-6-64-16,0-2-64 16,-3-11-72-16,3-3-4 0,0-2-4 0,0-4 0 0,0 0 8 15,3-7 0-15,1 1 252 16,9-7 20-16,-2-2-196 0,6-5-76 0,-2 1-200 15,2 3 40-15,-2 4-4 0,5 5-36 16,-8 7 28-16,4 0 56 0,0 7 116 16,0 5 236-16,-4 8-64 0,-1 2 40 15,-2 0-88-15,-1 3-12 0,-4 4-112 16,-1-4-24-16,1 4-272 0,-4-1-428 16,5 1-196-16,-5-1-444 0,0-2-1284 0,0 7-2993 15</inkml:trace>
  <inkml:trace contextRef="#ctx0" brushRef="#br0" timeOffset="170312.589">7937 12046 12625 0,'0'0'2792'16,"0"0"-1484"-16,0 0-996 15,0 0-136-15,0 0 480 0,0 0-52 16,82 0 112-16,-41 0-56 0,10 0-208 0,13-3-120 16,4-7-52-16,8 0-96 0,0-2-88 15,-1-4-96-15,-4 4-8 0,-2-2-76 16,-9 2-28-16,-5 2-216 0,-3 0-208 16,-9 5-236-16,-6 1-176 0,-10 4-328 15,-11 4-656-15,-4 1-1248 0,-16 18-2985 16</inkml:trace>
  <inkml:trace contextRef="#ctx0" brushRef="#br0" timeOffset="170528.546">8159 12386 2812 0,'0'0'92'0,"0"0"4952"0,0 0-3632 0,0 0-44 16,-84 5 61-16,84-5-393 0,0-2-296 15,8-1-412-15,12 0 76 0,8-1 428 16,8 1 116-16,9-4-176 0,10-2-228 0,0-1-136 15,9 1-112-15,0 0-108 0,0-1 64 16,0 0-252-16,0 1 0 0,-4-4-96 16,-5 4-348-16,-3-1-412 0,-9 4-140 0,-2-3-172 15,-9 2-388-15,-4-3-1096 16,-13 4-2185-16,-2-4-1462 0</inkml:trace>
  <inkml:trace contextRef="#ctx0" brushRef="#br0" timeOffset="170992.799">8637 11646 484 0,'0'0'1904'0,"0"0"3592"15,0 0-3756-15,0 0-732 0,0 0-3 16,0 0 211-16,0 0-84 0,84 38-268 15,-60-29-96-15,4 4-304 0,0-4 76 16,0 1-264-16,4 2 24 0,0 1-80 16,0 4-96-16,-1 1-12 0,5 5 136 0,-8 2-172 15,4 7-72-15,-8 3 0 16,-5 2-4-16,-2 4 12 0,-6 4 76 16,-7 3-80-16,1 6-4 0,-5-3-4 0,-5 6-188 15,-6 0-20-15,-1 0 32 0,-4-2 176 16,0-1 12-16,0-4 32 0,-4-6-44 0,4-3-176 15,0-9-256-15,4-3 20 16,4-10-220-16,0-6-72 0,4-4-256 16,0-9-668-16,4 4-1517 0,-4-11-3499 0</inkml:trace>
  <inkml:trace contextRef="#ctx0" brushRef="#br0" timeOffset="171759.321">7347 10601 3300 0,'0'0'8209'15,"0"0"-6277"-15,0 0-676 16,0 0-564-16,0 0 48 0,0 0 748 16,0 0-424-16,23 105-400 0,-14-58-248 0,-5 11-244 15,0 2 72-15,-1 0-72 0,1 4 8 0,0 3-48 16,0-7-132-16,0-4-4 0,1-8 4 0,-1-9-12 16,-1-11-48-16,1-12-4 0,0-10-140 15,0-2-152-15,0-4 24 16,1-4 12-16,-1-5 200 0,3-1-16 0,1-5-72 15,5-4 12-15,-2 0-16 0,1 2 64 16,0 2 100-16,0 5-52 0,-1 1-24 16,2 2-100-16,-2 4 140 0,-2 3 20 15,-1 0 64-15,-4 7 184 0,0 1 212 16,-1 2-64-16,-3 3-48 0,0 4-64 16,0-6-48-16,-7 6-24 0,-1-4 0 0,-5-1-28 15,2 1-32-15,-2-4-16 0,-2-2-68 16,3-1-4-16,-4-3-96 0,1 0-224 0,2 0 48 15,-2-3 16-15,2 0-16 16,-2-3-108-16,-2-3-228 0,6-4 48 0,3 1-124 16,-1-7-312-16,9 0-712 0,0 4-1265 15,0-11-2919-15</inkml:trace>
  <inkml:trace contextRef="#ctx0" brushRef="#br0" timeOffset="172157.59">7737 11058 3920 0,'0'0'3176'0,"0"0"801"16,0 0-2629-16,0 0 20 0,16 76 112 16,-16-50 28-16,0-4-244 0,0 0-388 0,0-6-468 15,0-4-408-15,0-1-88 0,4-8-108 16,4-3 12-16,-1 0-24 0,6-7 156 16,-1-2-120-16,4-7 36 0,-1-3-124 15,2-4-24-15,-2 4 0 0,2 7 136 0,-6-1-28 16,6 7-124-16,2 6 52 0,-3 3 36 15,9 13 212-15,-6 3 148 16,1 6 176-16,0 4-112 0,0 3-36 0,-4 0 24 16,-1 2-4-16,-2 4 52 0,-1 1-12 15,-9 2 60-15,1 3 84 0,-4 4-144 16,-4-1 8-16,-7 4-48 0,-9-3 0 16,-5-4 52-16,2-6-68 0,-1-3-128 15,0-6-52-15,-4-10-8 0,8-6 4 16,4-8-104-16,0-5 12 0,4 0-64 0,5-5 100 15,-6-11-52-15,2-10-244 16,3-2 112-16,-5-7-152 0,6-6 164 16,3-1-188-16,4 2 160 0,7-2-164 0,10 3 64 15,2 5-140-15,5 2-432 16,8-2-508-16,4 1-848 0,-8 11-2377 0,12-16-1931 16</inkml:trace>
  <inkml:trace contextRef="#ctx0" brushRef="#br0" timeOffset="172398.184">8833 10922 9896 0,'0'0'4709'16,"0"0"-4205"-16,0 0-228 0,0 0 568 16,0 0 616-16,-88 63 8 0,64-41-392 0,5 3-380 15,2 5-172-15,6-2 73 16,-2 4-29-16,5-1-192 0,5 5-124 15,3-5-132-15,0-3-120 0,0-2-4 0,7-4-104 16,1-6 0-16,1-3-96 16,2-7-344-16,1-3-69 0,8-3-15 0,-3-6-88 15,6-7-284-15,1-6-784 0,4-3-916 16,-4-4-1469-16,-9 4-63 0,6-9-292 0</inkml:trace>
  <inkml:trace contextRef="#ctx0" brushRef="#br0" timeOffset="172657.37">8944 11112 1604 0,'0'0'1668'0,"0"0"5580"15,0 0-5359-15,0 0-573 0,12 80-228 0,-8-54 376 16,-4-5 52-16,4-2-208 0,0-3-340 0,0-7-272 16,0-5-292-16,4-4-112 15,4 0-64-15,1-6-92 0,2-7-75 0,1-7-61 16,4 2-85-16,-4-11-135 16,-1 4-84-16,2-4-24 0,-6 7 60 15,2-3 48-15,-5 8-36 0,-4 2 96 0,-4 5 16 16,0 0 32-16,-4 5 108 0,-9 1-4 15,-2-3 4-15,-2 5 4 0,-2 2 0 16,3 0-40-16,-4 0 40 0,8 7-124 16,-4 4-72-16,8 6-24 0,0-4-16 15,0 2 64-15,4 1-108 0,1 0-552 0,3-4-840 16,0-2-768-16,0 0-2441 0</inkml:trace>
  <inkml:trace contextRef="#ctx0" brushRef="#br0" timeOffset="173026.167">9406 10972 2672 0,'0'0'8789'0,"0"0"-6489"0,0 0-328 16,-12 71-36-16,5-46-480 0,-1-3-228 0,3-6-472 15,1 0-528-15,4-4-228 16,0-5-180-16,0-4-40 0,9-3 0 15,-1 0-60-15,3 0 12 0,6-7 84 0,2-2 12 16,5-7-120-16,-4-3-140 16,5 0-36-16,-6 0 196 0,5 3 76 15,-9 1 72-15,2 5 12 0,-1 3 28 0,-8 1 8 16,0 6 76-16,-1 0 12 0,-3 3 284 16,-4 7 4-16,0 2 144 0,0 5 120 15,0-2-100-15,0 8-180 0,-8-1 44 16,5 0 0-16,-1-3-36 0,0-3-48 15,0-4-84-15,0-6-160 0,4 1-44 16,0-3-68-16,0-4 4 0,0 0-112 0,0 0-268 16,4-7-184-16,0-3-88 0,7-2-116 15,2-4-224-15,-1-3-584 16,-1 3-1220-16,6-6-3029 16</inkml:trace>
  <inkml:trace contextRef="#ctx0" brushRef="#br0" timeOffset="174169.759">9905 10947 7064 0,'0'0'4157'0,"0"0"-2657"16,0 0-444-16,0 0-116 0,0 0-20 0,0 0-28 15,0 0 92-15,0 0-216 0,0 0-300 16,0 0-160-16,-20 60-76 16,16-41-60-16,0-2-24 0,0-2-24 0,-1 1-28 15,1 0-36-15,0-3-60 0,4-1 0 16,0-2-4-16,0-7-40 0,0 0-16 15,0 0 0-15,0-3 48 0,0 0-52 0,0 0 52 16,0 0 0-16,0 0 8 0,0 0-4 16,0 0-4-16,0 0-84 0,0 0 20 0,0 0 16 15,0 0-4-15,0 0 52 16,0 0 4-16,0 0-52 0,0 0 56 16,0 0-68-16,0 0-52 0,0 0-24 0,0 0-12 15,0 0-24-15,0 0-28 16,0 0 16-16,0 0-64 0,0-3 12 15,0 3 24-15,0 0 0 0,0 0 12 0,0 0 0 16,0 0 0-16,0 0-60 16,0 0-72-16,4 0-56 0,-4 0-56 15,4 0 104-15,1-3-68 0,-5 3-100 0,4 0-308 16,0-3-260-16,0 3-393 0,-1 0-551 16,-3 0-908-16,4-3-1792 15,-36 12 4068-15</inkml:trace>
  <inkml:trace contextRef="#ctx0" brushRef="#br0" timeOffset="175437.589">9387 10794 328 0,'0'0'4624'0,"0"0"-120"16,0 0-2979-16,0 0-305 0,0 0-224 0,0 0 136 15,0 0-32-15,0 0 32 0,0 0-236 16,0 0-180-16,0 0-284 0,4 5-160 16,-8 7 48-16,4 7-88 0,-4 6-60 15,0 3 12-15,4 4 0 0,0 3-12 0,0-3-40 16,0 0-32-16,0 0 20 16,0-4-72-16,0-2 16 0,4-4-56 0,0-3 4 15,0-3 0-15,-1-7-12 0,1 1-4 16,4-8-56-16,-3 2-4 15,3-4 52-15,-1 0 4 0,5 0 8 0,0 0 0 16,0-6-36-16,4-4-48 0,0-6-200 16,0-3-92-16,0-6-4 0,0 2-64 15,0-5 88-15,4 3-40 0,-4-4 36 16,-4 6-24 0,3 2 100-16,-2-2 108 0,-6 4 96 0,1 4 80 0,1 5 52 15,-5 1 72-15,0 4-48 0,-4 3 120 0,0 2 68 16,0 0-32-16,0 0 28 0,0 0 0 15,0 2-208-15,0 5 20 0,0 3-48 16,0 3 212-16,0 6-28 0,0 0 12 16,0 3 28-16,0 4-64 0,0 2-24 0,0 0-112 15,0 5-36-15,0-2-12 16,0 1 4-16,0-4-4 0,0 1-12 0,-4-7-148 16,4-6-160-16,0-4-72 0,0-5-124 15,7 0-164-15,1-7-392 0,5 0-688 16,-6-3-860-16,9-11-3317 0</inkml:trace>
  <inkml:trace contextRef="#ctx0" brushRef="#br0" timeOffset="175924.967">9913 10959 1200 0,'0'0'1356'15,"0"0"4444"-15,0 0-4412 0,0 0-408 16,0 0 229-16,0 0 99 0,0 0-152 16,0 0-44-16,0 0-436 0,0 0-308 15,7 10 180-15,-3 10 144 0,0 5-12 0,-4 0-124 16,0 1-116-16,0 2-96 15,-4-2-88-15,0-4-96 0,0 1-112 0,1-9-40 16,3 3-8-16,-4-8-4 0,4-2-68 16,0-4 24-16,0-3-88 0,0 0-72 15,0 0-120-15,4-7 44 0,-1 1-124 16,9-6 288-16,1-8-92 0,-2 1 76 16,2-3-60-16,2 3 12 0,-3 0 84 0,0 3 36 15,-4 7-8-15,0-1 8 0,0 3-36 16,-4 7 64-16,0 0 36 15,0 0 200-15,0 3-28 0,0 4-12 0,-4 6 52 16,0-1 8-16,4 5-44 0,-4 2-4 16,0-4 12-16,0 1-64 15,0 0-120-15,0-4-44 0,0 2-52 0,0-5-508 0,0 1-436 16,0-7-512-16,4-3-612 16,0 0-1777-16,8-19-319 0</inkml:trace>
  <inkml:trace contextRef="#ctx0" brushRef="#br0" timeOffset="176562.676">10410 10547 1460 0,'0'0'9420'0,"0"0"-7955"16,0 0-825-16,0 71-68 0,-3-34 432 0,-1 8 632 16,-4 5-236-16,3 4-348 0,-3 4-392 15,5 5-192-15,-5 1-136 16,4-5-88-16,-1 5-112 0,1-7-72 0,0-6-60 15,4-9-12-15,0-8-60 0,0-11 0 16,0-8-64-16,8-5-96 16,-3-4-256-16,-1-6 56 0,0 0 4 0,0 0-152 15,-1-9-140-15,1-4-128 0,0-3-232 0,-4 0-324 16,0-6-292-16,-8 3-105 16,1 1 585-16,-6-1 596 0,-2-2 88 0,-5 2 532 15,0 1 64-15,4 5 224 0,0 0 592 16,8 4 528-16,0 6-7 0,4 0-173 15,4 3-452-15,0 0-220 0,0 0-52 16,4 0-28-16,4 0-20 0,8-4-80 0,0 1-152 16,8-3-124-16,0-7-100 0,0 3-396 15,4-2-296-15,0 3-228 16,-5-2-156-16,1 6-172 0,0 2-396 0,-3 3-165 16,-6 5 405-16,1 12 1404 15,-4-1 352-15,-4 6 996 0,-1 3-16 0,-2 4-135 16,-1-4 55-16,-4 4-32 0,0-3-120 15,0-1-96-15,0-4-156 0,0-1-264 16,0-8-340-16,4-2-244 0,0-4-160 16,7-3 148-16,6 0 0 0,-2 1-72 15,9-4-140-15,0 0-112 0,1 0 64 0,3 3 96 16,0 3 52-16,-1 4 124 0,-3 2 48 16,4 5-40-16,-4-2 92 0,0 11 164 15,-5-1-4-15,-2 4 48 0,-2 6-120 0,-2-1-76 16,-6 2-64-16,-7 1 28 0,0 2-16 15,-7-4 52-15,-6-3-100 0,-2-4-4 16,-2-3 40-16,-2-6 28 0,-5-7 36 16,4-5-112-16,4-7 0 0,0 0 72 15,4-9-12-15,4-13-60 0,0-3-380 16,8-10-252-16,0-4 36 0,0-5 12 16,12-4-48-16,4 0 180 0,4 1 0 15,4-1 36-15,-1 4-52 0,5-1-256 0,-8 10-1184 16,5-9-2793-16</inkml:trace>
  <inkml:trace contextRef="#ctx0" brushRef="#br0" timeOffset="178359.437">12223 11474 220 0,'0'0'7904'0,"0"0"-5588"16,0 0-691-16,0 0-321 15,0 0-24-15,0 0 156 0,0 0-100 0,0 0-368 16,0 0-316-16,0 0-40 0,0 0-256 16,0 0-220-16,-80 111-40 0,49-50 4 15,3 2 8-15,0 0-12 0,8-2-44 16,-4-4-52-16,4-3-4 0,8-3-48 15,-4 0 48-15,8-7-56 0,4-6 0 0,4-2-12 16,0-9-16-16,4-2-56 0,4-2-64 16,4 0-88-16,0 2 136 0,4 3 52 15,4 1 104-15,-4 3-64 0,0 3 68 16,0 0 52-16,-1 6-40 0,-2 0 36 0,-5 0 0 16,4 1 0-16,-8-1-48 15,4-6 0-15,-4 0 0 0,0-4-220 16,-1-8-100-16,-3-4-24 0,4-10-224 0,-4 1-236 15,0-8-524-15,5-2-488 16,-5 0-1024-16,0-14-3789 0</inkml:trace>
  <inkml:trace contextRef="#ctx0" brushRef="#br0" timeOffset="178692.273">12710 11989 1068 0,'0'0'11121'16,"0"0"-9325"-16,0 0-280 0,0 0 276 16,79 8-72-16,-63-4-448 0,-4 3-404 0,0-1-348 15,-4-4-251-15,0 5-157 16,0 0-108-16,-5 2-4 0,2 4 0 16,-5 3 0-16,0 3 0 0,-5 9-136 0,-2 1-109 15,-9 3-43-15,-4 6 92 0,0-3 112 16,-3 3 8-16,2 0 76 15,1 1-48-15,1-6 48 0,-2 3 0 0,10-7-8 16,-2-4-4-16,6-3-72 0,7-3-52 16,0-6-20-16,4-1-100 15,8 1 132-15,3-3 124 0,10 0 0 0,-1-1 4 16,4-2-4-16,-1-5-4 0,5 2-4 0,-4-1-104 16,3-3 64-16,-3 0-344 15,0 0-244-15,0 0-424 0,0 0-912 16,-11 0-2268-16,2 0-2977 0</inkml:trace>
  <inkml:trace contextRef="#ctx0" brushRef="#br0" timeOffset="179092.935">13112 12303 7644 0,'0'0'4481'0,"0"0"-2633"15,0 0-896-15,0 0-312 0,0 0 256 16,0 0 100-16,0 0 104 0,96 9-300 16,-72-31-384-16,4-6-256 0,4-4-160 15,-1-3-164-15,-4 0-116 0,-2 3-80 16,-1 4 44-16,-4 2-80 0,-5 4 52 15,-7 7 20-15,1 4 52 0,-9 1 60 16,0 5 56-16,0 2 152 0,-9-1 8 16,-6 4-4-16,-2 0 60 0,2 7 16 15,-5 12-16-15,4 7 152 0,-4 5 100 0,8 7 8 16,-4 3 24-16,4 4-32 0,0 0-8 16,4-4-32-16,0 1-64 0,1-12-120 15,3-2-88-15,4-9-220 0,0-8-616 16,0-5-348-16,4-6-220 0,7 0-472 15,-3-6-1389-15,8-19-3627 0</inkml:trace>
  <inkml:trace contextRef="#ctx0" brushRef="#br0" timeOffset="179316.062">13610 12134 3648 0,'0'0'2304'0,"0"0"1892"16,0 0-2599-16,24 68 207 15,-16-49 20-15,0 3-292 0,-1-3-328 16,2 3-416-16,-5 0-368 0,0 0-200 0,0 3-124 16,-1-2-96-16,-3-2-8 0,0-4-52 15,4-4-28-15,-4-7 16 0,0-6-28 16,5 0-192-16,-1-3-212 0,0-6-104 16,7-8 224-16,2-4-300 0,2-9-520 15,2-4-860-15,-6 8-2513 0,5-15-2303 16</inkml:trace>
  <inkml:trace contextRef="#ctx0" brushRef="#br0" timeOffset="179567.325">13956 12315 1188 0,'0'0'3984'16,"0"0"4161"-16,0 87-6697 0,0-66-516 16,0 2 120-16,4-11 116 0,9-2-156 15,2-10-420-15,5 0-240 0,5-12-244 0,3-8-108 16,-1-5-196-16,1-3-148 15,0-8 12-15,-8 1 28 0,4 1 68 0,-12 5 12 16,-1 3 116-16,-6 5 100 0,-5 4-80 16,0 4 84-16,-13 5-144 0,-6 1-124 15,-5 0 60-15,0 7 0 0,-4 0 164 16,-4 3 36-16,4 10-136 0,-4 4-16 0,8 2 28 16,-4 6-52-16,9-3 76 0,-1 0-24 15,-1 0-508-15,6-3-784 16,7-6-1276-16,-8 6-2645 0</inkml:trace>
  <inkml:trace contextRef="#ctx0" brushRef="#br0" timeOffset="180831.079">14566 12011 2736 0,'0'0'848'16,"0"0"4508"-16,0 0-3688 16,0 0-111-16,0 0-189 0,0 0 0 15,0 0-160-15,0 0-568 0,0 0-252 0,0 0-140 16,-52 79-36-16,37-54 36 0,-6 1-12 16,10-3-28-16,2-4-72 0,1 0-48 15,8-5-44-15,0 3-44 0,4-4-12 16,13-1 4-16,-2-2-4 0,9 3 4 15,0-4-4-15,-3 1 0 0,2-4 0 16,-7 0 0-16,4 1-28 0,-12-1 40 0,0 3 8 16,0 1 56-16,-5 3 44 0,-3 2 52 0,0 4-48 15,0 1-64-15,-11 2-48 16,-1 1-160-16,0-1-136 0,-4-7-208 16,4-2-152-16,0-4-80 0,4-5-108 15,5-4-24-15,-2 0-540 0,5-4-1401 0,0-11-2231 16</inkml:trace>
  <inkml:trace contextRef="#ctx0" brushRef="#br0" timeOffset="181109.797">15204 12132 6108 0,'0'0'4768'0,"0"0"-2307"15,19 65-673-15,-19-39 20 0,0 3-36 0,0-7-204 16,0-3-472-16,0-6-559 0,0-7-365 15,0-6-172-15,4 0-124 16,1-3 3-16,7-9-87 0,-1-7 28 0,9-7-160 16,1-5-172-16,-6-7-248 0,5 2-24 15,-4 4-52-15,-4 4 140 0,-4 6 88 0,-4 6 60 16,-4 4 116-16,-4 5 284 16,-8 3-32-16,-4 4 180 0,-4 0 60 15,-3 7-60-15,-2 6-352 0,1 9-112 16,0 0 300-16,5 3-28 0,3 1 28 0,4-7-192 15,8-3-840-15,-1-3-472 16,5-5-1025-16,0-1-2071 0</inkml:trace>
  <inkml:trace contextRef="#ctx0" brushRef="#br0" timeOffset="181218.315">15427 12125 6564 0,'0'0'2960'0,"0"0"-779"0,103-19-353 0,-71 16 236 16,8-3-324-16,-8-1-344 15,0 1-500-15,-4 0-480 0,-5-4-284 16,1-2-132-16,1-5-4 0,-5-2-388 0,-1-4-432 15,1-5-556-15,-4 3-964 0,0 3-2513 16,-4-10-2847-16</inkml:trace>
  <inkml:trace contextRef="#ctx0" brushRef="#br0" timeOffset="181443.736">15749 11801 3696 0,'0'0'2996'0,"0"0"-248"0,0 0-1468 15,-32 89 57-15,28-51 391 0,1 3 16 16,3 6-64-16,0 2-444 15,0 1-360-15,7 4-288 0,2 4-188 0,-5-1-20 16,4 6-100-16,-5-2-84 0,-3-4-100 16,0 0 28-16,0 0-28 0,0-6 0 15,-3-7-92-15,-5 1 0 0,4-11-4 16,-5 2 0-16,2-11-60 0,-5-3-160 16,3-2-252-16,-2-8-176 0,-5-5-220 0,0-4-244 15,-4-3-340-15,0-3-532 0,0-4-1832 16,-12-15-1417-16</inkml:trace>
  <inkml:trace contextRef="#ctx0" brushRef="#br0" timeOffset="181869.643">16327 11785 3708 0,'0'0'6324'0,"0"0"-5047"0,0 0 379 0,0 0 8 16,96 54-64-16,-65-19-180 0,-3 6-296 15,4 4-312-15,-8 3-224 0,4-4-148 16,-7 1-124-16,-6-8-144 0,5-5-172 0,-8-3-52 15,-1-8-104-15,2-4-296 0,-1-7-220 16,-4-10-200-16,4 0-460 0,-1-6-1088 16,-2-4-2969-16,-1-15-3995 15</inkml:trace>
  <inkml:trace contextRef="#ctx0" brushRef="#br0" timeOffset="182045.748">16698 11846 992 0,'0'0'11701'0,"0"0"-9905"0,-53 76-836 0,30-38-272 16,-5 10 228-16,0 6 64 0,-3 3-176 0,3 0-180 16,0-6-244-16,0-4-124 0,3-2-144 15,6-7-112-15,7-6-124 0,0-7-400 16,4-9-312-16,0-3-324 0,8-7-440 16,-4-3-1236-16,4-9-4065 0</inkml:trace>
  <inkml:trace contextRef="#ctx0" brushRef="#br0" timeOffset="182457.318">16889 11268 6064 0,'0'0'5773'0,"0"0"-3629"0,0 0-940 0,0 0-528 16,0 0 392-16,0 0 260 0,31 73 0 15,-22-38-348-15,3 7-360 0,-1 5-220 16,-2-3-47-16,-1 7-97 0,-4-7-192 0,-4 1-64 16,0-4-72-16,0-9-172 15,0-7-217-15,0-5-51 0,0-11-24 16,0-7-136-16,0 3-100 0,0-5-340 0,0-7-456 16,0-2-260-16,0-8-132 0,0-1 147 15,0-5 613-15,3-2 760 0,1-8 168 16,0 2 272-16,5-4 200 0,-5-3 592 15,0-3 200-15,-1-3 13 0,5 2-69 16,-3 4 20-16,3 3-68 0,3 10-156 16,-3 6 48-16,5 6-104 0,-2 10-128 15,2 3 0-15,-2 0 92 0,1 13-12 0,-4 2-64 16,0 7 12-16,-8 5-124 0,0 4-208 16,-4 0-148-16,-3 5-96 15,-6-5-80-15,-2-2-396 0,-2-1-380 0,2-2-100 16,-2-5-432-16,2 0-452 0,2-9-964 15,-2 1-3533-15</inkml:trace>
  <inkml:trace contextRef="#ctx0" brushRef="#br0" timeOffset="182871.652">17356 11226 9792 0,'0'0'2589'16,"0"0"-1021"-16,0 0-592 0,0 0 80 15,0 83-28-15,0-61-60 0,0-3-400 0,0 0-396 16,3-3-172-16,1-6-184 0,0-4-52 16,0 1-232-16,4-7-116 0,-4 0 24 15,8 0 316-15,0-7 236 0,0-5 8 16,4-1-48-16,0-6 48 0,0 3 12 0,-4-3 100 16,4 0-60-16,0 3-8 15,-1 3-44-15,-3 1 0 0,4 1 56 16,-4 6 80-16,1 2 40 0,-6 3-128 0,1 0 28 15,1 5 8-15,-6 2-8 0,1 6-76 16,0 0-160-16,-4 2-328 16,0 1-668-16,0 0-856 0,-4-3-2357 0,0 6-3987 15</inkml:trace>
  <inkml:trace contextRef="#ctx0" brushRef="#br0" timeOffset="183804.531">17936 12062 3636 0,'0'0'7889'16,"0"0"-5753"-16,0 0-468 15,0 0-444-15,0 0 80 0,0 0-180 16,0 0-60-16,0 0 24 0,0 0-43 16,81 19-329-16,-53-10-148 0,0 1-52 0,-1-1-164 0,1-3-172 15,-4-2-168 1,4-1-12-16,-4-3-60 0,4 0-48 0,-4-7-280 16,0-2-216-16,3-7-204 0,-7 0-225 15,4-2-575-15,-8 5-2340 0,4-10-3125 0</inkml:trace>
  <inkml:trace contextRef="#ctx0" brushRef="#br0" timeOffset="184008.208">18587 11814 7160 0,'0'0'2916'0,"0"0"-267"15,15 76-1325-15,-7-41-236 0,4 6 536 0,-4 1 24 16,4-1-176-16,0 0-432 0,0 1-408 15,-1-5-279-15,6 2-269 0,-6-8-84 16,6-5-193-16,-6-7-551 0,6-6-244 16,2-7-248-16,1-6-312 0,-3-3-1252 15,6-16-4165-15</inkml:trace>
  <inkml:trace contextRef="#ctx0" brushRef="#br0" timeOffset="184182.723">18881 11849 1044 0,'0'0'11733'0,"-39"66"-9801"0,18-28-1592 15,-7 6-276-15,0 11 300 0,-4 2 420 16,1 0 336-16,-5 4-464 0,4-7-428 0,0-1-228 16,8-4-184-16,0-9-436 0,9-5-428 15,-2-6-436-15,9-10-1100 0,1-6-3653 16</inkml:trace>
  <inkml:trace contextRef="#ctx0" brushRef="#br0" timeOffset="184739.935">19280 11382 5744 0,'0'0'5765'0,"0"0"-4845"0,0 0-688 0,0 0 484 16,0 0 628-16,0 0 40 0,75-57-404 15,-59 47-524-15,4 1-256 0,0 3-160 16,-8 2-40-16,0 4-172 0,-4 10 172 16,-5 12 236-16,-3 10 108 0,0 9-168 15,-7 9-168-15,-9 5 52 0,0 6-52 0,-3-5-8 16,-2 2 0-16,5-5 0 15,1-4 0-15,2-6 0 0,5-4 100 16,4-8 144-16,4-2-152 0,0-7-92 16,0 3-124-16,8-2 64 0,1-4 12 15,2 4-16-15,1-2 4 0,4 2 52 0,0 2-44 16,0 3 52-16,0 4 8 0,4 4 68 16,-4-1-64-16,0-1 0 0,-5 4-4 15,2 0-4-15,-2 1-4 0,2-2 0 0,-9 5-8 16,0-7-40-16,0 4-28 0,-4-9-8 15,0 3 20-15,0-8-84 0,-8-3-160 16,4-3-176-16,-5-3-312 0,-2-7-288 16,3-2-508-16,-1-1-1120 0,-10-6-3493 0</inkml:trace>
  <inkml:trace contextRef="#ctx0" brushRef="#br0" timeOffset="185302.829">20200 12350 6672 0,'0'0'6881'0,"0"0"-4629"0,0 0-700 16,0 0-440-16,84 0 80 15,-44 0-324-15,3-3-356 0,1 0-352 0,-4-2-100 16,-4-2-60-16,-8 0-64 0,0 1-108 16,-4-1-448-16,-5 1-284 0,-3 0-364 15,-4 6-1000-15,-8 0-2861 0,-4 0-4943 0</inkml:trace>
  <inkml:trace contextRef="#ctx0" brushRef="#br0" timeOffset="185473.324">20363 12569 2600 0,'0'0'7732'0,"0"0"-5607"16,0 0-709-16,0 0-240 0,0 0-172 15,0 0-36-15,88 67-200 0,-52-64-372 0,8-3-184 16,-1 0-212-16,10-6 0 0,2-6-716 15,0-1-568-15,-10 2-772 16,22-3-2853-16</inkml:trace>
  <inkml:trace contextRef="#ctx0" brushRef="#br0" timeOffset="186060.99">22041 11592 3180 0,'0'0'7004'0,"0"0"-4983"16,0 0-733-16,0 0-536 15,0 0 20-15,0 0 220 0,0 0 36 16,0 0-172-16,0 0-496 0,-24 70-300 16,7-20 16-16,6 14-64 0,-5-1-4 15,0 4 64-15,5-4 4 0,-2-6-4 16,5-9-72-16,1-7-8 0,3-6-88 16,-1-13-16-16,5-5 12 0,0-9 16 0,0-3-52 15,0-5-52-15,9 2-132 0,-2-2 108 16,5 4 212-16,4 4 0 0,0-1-8 15,0 7-80-15,3 1 84 0,-2 7-96 16,-1 1 100-16,-4 5 88 0,-1 4 100 16,-2 0-176-16,-1 2 296 0,-4-1-84 0,-1 1-52 15,1 1-36-15,0 0-32 0,-4-4-104 16,0 1-88-16,0-6-268 16,4-4-128-16,-4-3-252 0,5-3-368 0,3-7-868 15,-5-2-2889-15,9-4-2751 0</inkml:trace>
  <inkml:trace contextRef="#ctx0" brushRef="#br0" timeOffset="186442.525">22507 11989 14221 0,'0'0'2840'16,"0"0"-2120"-16,0 0-716 16,0 0 392-16,0 0 284 0,0 0 608 0,88 8-324 15,-49-4-588-15,1-1-232 0,1 1-96 16,-10-1-48-16,1 0-96 0,-9-1 48 16,-6 2-12-16,-2 2-52 0,-6 5-68 0,-5 4-172 15,-4 7-176-15,-4 7-68 16,-13 7 128-16,-7 1 172 0,-4 3 164 15,1 2 132-15,-4 0 0 0,3-1-4 0,3-3 4 16,5-3 40-16,1-3 44 0,6-4 188 16,6-5 84-16,7-1-12 15,0-9-88-15,7-1-60 0,6-3-4 0,6-5 76 16,5-4-168-16,8-7-16 0,0-4-84 16,4-16-280-16,8-4-160 0,-4-4-268 15,-1-7-228-15,-3-2-720 0,-12 12-2252 16,8-15-3681-16</inkml:trace>
  <inkml:trace contextRef="#ctx0" brushRef="#br0" timeOffset="186756.244">23020 12164 10997 0,'0'0'2776'0,"0"0"-1912"0,0 0-372 16,0 0 500-16,0 0 632 0,0 0-388 15,0 0-552-15,0 0-608 0,0 0-76 16,97-14-48-16,-74-17-372 0,1-4-404 15,0-3-240-15,-8 6-160 0,0 1 16 16,-8 8-188-16,-4 4-48 0,-4 6 328 16,0 7 379-16,-8 3 737 0,-7 3 208 15,-2 0 541-15,-3 6-249 0,-3 6-152 16,2 4 264 0,1 9 156-16,5 5 32 0,2 5-144 0,2 0-88 0,3 2-16 15,4 5 164-15,0-2-44 0,-1 0-136 16,1 1-80-16,1-10-88 0,3 1-96 0,0-9-272 15,0-8-76-15,3-5-340 0,1-8-388 16,9-2-192-16,-2-8 120 16,-3-3-752-16,12-20-2889 15</inkml:trace>
  <inkml:trace contextRef="#ctx0" brushRef="#br0" timeOffset="186933.977">23403 12023 10452 0,'0'0'2033'15,"0"0"-1457"-15,0 0 124 0,4 83 796 0,-4-57 532 16,4-5-348-16,0-2-832 16,0-6-504-16,5-3-124 0,2-3-136 15,1-5-84-15,4-2-4 0,1 0-104 0,-2-9-76 16,5-3-196-16,-4-11-24 0,0 2-148 16,3-6-164-16,-2 2-216 15,-2 0-420-15,-2 0-428 0,-2 4-620 0,2 6-1585 0,-5-1-359 16</inkml:trace>
  <inkml:trace contextRef="#ctx0" brushRef="#br0" timeOffset="187168.485">23694 12039 4164 0,'0'0'4840'0,"0"0"-2992"0,0 0-483 15,0 76-73-15,0-52-12 0,0-10 232 0,0-1-364 16,12-7-492-16,-4-2-176 0,4-4-232 16,4-7-164-16,4-2-84 0,0-10-208 15,0-3-88-15,-1-4-148 0,1-2 36 0,1 2 160 16,-6 1 144-16,-6 6 104 15,2 2 72-15,-11 5 52 0,0 3 76 16,0-1 72-16,-7 7-184 0,-10 0 8 0,2 3 28 16,-5 0 36-16,-1 0 16 15,-2 0-52-15,-1 6-64 0,-4 0-48 16,0 1-12-16,4 2-60 0,-4 0-104 0,5-2-292 16,3-1-512-16,-1 0-436 0,6 1-1064 0,-9 0-3933 15</inkml:trace>
  <inkml:trace contextRef="#ctx0" brushRef="#br0" timeOffset="189884.211">23368 11896 4136 0,'0'0'612'0,"0"0"-184"0,0 0 3756 0,0 0-2415 16,0 0-421-16,0 0-388 0,0 0-172 16,0 0-20-16,0 0-88 0,0 0-152 15,-4-18-136-15,4 24 144 0,4 3-128 0,3 4-72 16,5 9 160-16,-3 7-80 0,6 5-168 16,-7 1-64-16,1 4-48 0,-2 2 24 0,-3 0-40 15,-4-3 4-15,0 0-112 16,0-3 36-16,0-3-44 0,-4-3 8 15,0-7 36-15,1-6 4 0,-1-4-44 0,4 2 0 16,-5-11-8-16,5 0 4 0,0-3-4 16,0 0 0-16,0 0 4 0,0 0-4 0,0-3-112 15,0 0-8-15,0-8 20 16,0-1 52 0,0-4-64-16,0-9 16 0,5-4 88 0,-1 1 0 0,3-4-80 15,1-1 4-15,8 5-52 0,0 6 24 0,4 0 4 16,4 0 100-16,-1 6-40 15,1 0 44-15,1 3-140 0,-1 4 36 0,0 3-92 16,-5 0-20-16,-2-1-252 16,2 7-272-16,-3 0-324 0,-4 0-420 15,-3 0-1272-15,2 3-2725 0</inkml:trace>
  <inkml:trace contextRef="#ctx0" brushRef="#br0" timeOffset="191005.988">24252 11783 4864 0,'0'0'4244'15,"0"0"-2087"-15,0 0-605 0,0 0-300 0,0 0 124 16,0 0-44-16,0 0-276 0,0 0-388 0,-91 43-264 15,71-23-144-15,3 5-16 0,2 4-36 0,2-4 0 16,5 0-12-16,5-3-12 0,-1-3-12 0,4-2-40 16,4-2-44-16,3-1-4 15,6-2-36-15,2-3 12 0,-2 1 28 16,2 0 20-16,2-1-60 0,-2 1-36 16,2-1 52-16,-6 0-52 0,-3-2 60 15,1 3-72-15,-2 2 0 0,-7 1 4 0,4-4 4 16,-4 8-4-16,0-5-4 0,-4 1-56 15,-3 0-200-15,-2-4-196 0,5-2-232 16,-4-1-128-16,8-6-136 0,-4 3-380 16,4-3-372-16,-3 0-1072 0,3 0-2889 15</inkml:trace>
  <inkml:trace contextRef="#ctx0" brushRef="#br0" timeOffset="191310.369">24714 11953 9912 0,'0'0'3137'0,"0"0"-1169"16,0 0-408-16,5 86 188 0,-5-54-112 0,0-6-248 15,0-8-475-15,0-1-465 16,0-8-448-16,3-6-12 0,9-3-48 16,4 0-36-16,4-3-28 0,4-6-212 15,0-8-177-15,4-1-95 0,-4-5 12 0,-1-2-40 16,-3-1 144-16,-4 4 24 0,-4-1 124 15,-4 5 164-15,0 2 180 0,-8 0 124 16,0 7 172-16,-8-4 84 0,-3 3 36 16,-6 1-120-16,-2 0-88 0,-5-1-200 15,3 4 100-15,6 2 28 0,-5 4-136 16,8 0-24-16,-4 7-124 0,8-1-48 16,0 4 12-16,4-1 28 0,0-3-44 0,0 4-168 15,4-4-604-15,0 4-1400 0,0-4-2829 16,4 7-3399-16</inkml:trace>
  <inkml:trace contextRef="#ctx0" brushRef="#br0" timeOffset="191440.351">25017 12001 4180 0,'0'0'6396'0,"0"0"-4163"15,0 0-401-15,87 7-28 0,-59-7-560 0,-3-11-368 16,-1-3-212-16,4-3-392 0,-5-5-272 16,5-3-236-16,-4-7-552 15,-4 3-400-15,0-3-528 0,-4 10-1200 0,-5-6-2921 0</inkml:trace>
  <inkml:trace contextRef="#ctx0" brushRef="#br0" timeOffset="191673.369">25196 11608 6412 0,'0'0'2624'0,"0"0"-1304"0,0 0-251 0,0 0 187 16,0 0 120-16,-39 95-48 0,39-61-284 16,0 7 16-16,0 7 4 0,3 4-168 15,-3 2-208-15,0 5-128 0,0 2-72 0,0 2-160 16,-7 5-108-16,3-8-27 15,-1 0-121-15,5-3-64 0,-4-3-8 16,4-6-4-16,0-7-56 0,0-3 12 0,0-3-173 16,0-7-131-16,4-2-60 15,-4-4-64-15,0-6-36 0,0-6-4 16,0-7-72-16,0 0-140 0,0-3-252 0,0-10-248 16,-4-2-516-16,0-1-976 0,-7-20-2193 0</inkml:trace>
  <inkml:trace contextRef="#ctx0" brushRef="#br0" timeOffset="192030.334">25583 11706 3192 0,'0'0'8105'0,"0"0"-6361"15,0 0-600-15,0 0 208 0,83 22 164 0,-55-6-376 16,4 7-68-16,-8 5-212 0,4 7-300 16,-8 3-208-16,0 0-48 0,-4 3-84 0,-4 1-12 15,-9-1-15-15,1-3-9 0,-4-3-88 16,0-6 12-16,0-4 40 15,-4-6-16-15,1-6-36 16,-1-7-84-16,4-4-8 0,0-2-4 0,0 0-112 0,0-8-324 16,0-12-173-16,7-5 1 0,2-7-36 0,3-9-68 15,-1-4-208-15,2-3-316 0,2-5-880 16,-6 12-1716-16,-1-20-2341 0</inkml:trace>
  <inkml:trace contextRef="#ctx0" brushRef="#br0" timeOffset="192691.339">26100 11418 3008 0,'0'0'7989'0,"0"0"-6297"0,0 0-912 16,0 0-144-16,92-71 288 0,-76 61 108 15,-8 7-316-15,1 3-392 0,-2 0-224 16,1 13 60-16,-4 9 212 0,0 10-100 15,-4 10-272-15,0 5-12 0,-4 10-48 0,-8-3 56 16,5 0-8-16,-2-3-48 0,1-7 52 16,1-2-80-16,3-4 80 0,-1-6 0 15,5-7 4-15,0-3 4 0,9-6 44 16,2 3 20-16,6-3 8 0,-2 0-56 16,9 3 80-16,4 2-32 0,0 2 8 0,4 0 52 15,-4 2-12-15,-5 3 36 0,1 4 0 16,0 0-24-16,-3 3-16 15,-2 0 4-15,-3 0 48 0,4 6-12 0,-8-2 36 16,4-1 36-16,-8-1-12 16,4-2 24-16,-8-3-124 0,3 3-20 15,-2-4-88-15,-1-1 0 0,4-2-4 0,-4-2-56 16,-4-1-28-16,4-6-412 0,-4 3-260 16,0-5 32-16,0-3-128 0,0-3-304 15,0-6-732-15,-4 2-2641 0,-8-7-4607 0</inkml:trace>
  <inkml:trace contextRef="#ctx0" brushRef="#br0" timeOffset="194084.352">16419 8728 4924 0,'0'0'7225'0,"0"0"-5325"0,0 0-344 15,0 0-152-15,0 0 56 0,84 69-256 16,-56-59-68-16,7 0-272 0,1-3-195 16,4-5-149-16,-4-2-180 0,0 0-160 0,-4-6-116 15,-4-4-64-15,-5 1-220 16,-3-1-336-16,-3-2-353 0,-6-1-199 15,-3 0-608-15,-4 7-2316 0,-8 0-3117 0</inkml:trace>
  <inkml:trace contextRef="#ctx0" brushRef="#br0" timeOffset="194261.598">16518 8887 6808 0,'0'0'480'0,"0"0"4345"0,-4 76-3165 16,8-45 24-16,5 13 84 0,-1 1-124 15,-1 3-380-15,1 0-556 0,1-1-368 16,-2-2-316-16,-3-7-24 0,4-3-292 0,-4-10-564 16,-4-2-272-16,5-8-428 0,-5-5-1308 15,0 2-3357-15</inkml:trace>
  <inkml:trace contextRef="#ctx0" brushRef="#br0" timeOffset="194402.666">16527 9257 2508 0,'0'0'10313'0,"0"0"-8529"0,0 0-1068 16,79-28 116-16,-47 23 356 0,-4-2-236 16,4-3-52-16,-4 4-620 15,-4-1-280-15,0 1-108 0,-9 3-472 0,-2 3-392 16,-6 0-448-16,-7 9-736 0,0 1-1701 16,-7 18-2995-16</inkml:trace>
  <inkml:trace contextRef="#ctx0" brushRef="#br0" timeOffset="194556.866">16578 9575 7536 0,'0'0'3096'16,"0"0"-1143"-16,0 0-565 0,0 0-160 0,0 0-120 16,0 0-24-16,0 0-168 0,76 57-104 15,-44-60-208-15,4-9-164 0,3-6-256 16,6-6-92-16,-6-4-92 0,1-7-148 16,-5-1-632-16,-3-4-304 0,-4-2-504 15,-11 8-2392-15,3-20-4905 0</inkml:trace>
  <inkml:trace contextRef="#ctx0" brushRef="#br0" timeOffset="194723.708">17021 8643 4940 0,'0'0'9501'0,"0"0"-8349"0,0 0-828 0,15 69 120 16,-2-43 152-16,-9-1 88 0,3 0-684 15,1 0-236-15,0-2-1228 16,-3-4-1140-16,-2 9-4749 0</inkml:trace>
  <inkml:trace contextRef="#ctx0" brushRef="#br0" timeOffset="195769.302">23364 6022 10256 0,'0'0'4585'0,"0"0"-3605"0,0 0-656 16,0 0 184-16,0 0 348 0,0 0 136 15,107 29-368-15,-71-23-252 0,4-2-204 16,0-4-168-16,-1 0 0 0,-3 0-8 0,-4-7-136 16,0-2-336-16,-8-1-248 0,0 1-288 15,-4-1-536-15,-8 1-776 16,-5 2-1993-16,-3 1-1903 0</inkml:trace>
  <inkml:trace contextRef="#ctx0" brushRef="#br0" timeOffset="195956.6">23579 6103 6796 0,'0'0'4549'0,"0"0"-2629"16,-37 75-244-16,30-37-176 15,-1 3 28-15,0 0-248 0,4-3-212 0,0 1-400 16,4-1-364-16,-4-3-304 0,4-3-4 16,0-1-264-16,-4-6-376 15,4-2-116-15,0-7-12 0,0-3-192 0,0-1-504 0,0-5-1336 16,0-4-2165-16,-4 4-1247 0</inkml:trace>
  <inkml:trace contextRef="#ctx0" brushRef="#br0" timeOffset="196094.402">23507 6480 1408 0,'0'0'7852'0,"0"0"-5271"0,0 0-841 16,0 0-32-16,0 0-188 16,91-63-304-16,-63 53-328 15,-7 0-212-15,3 1-344 0,-5 2-284 0,-3 4-48 0,-4 0-208 16,-4 0-380-16,0 3-152 0,-8 0-224 15,0 9-412-15,0 4-580 16,-8 0-1945-16,-12 19-1583 0</inkml:trace>
  <inkml:trace contextRef="#ctx0" brushRef="#br0" timeOffset="196239.968">23507 6699 7068 0,'0'0'2684'0,"0"0"-1019"0,0 0-433 0,0 0 40 0,0 0-68 15,0 0-96-15,0 0-60 16,84-13-80-16,-49-6-376 0,1-3-336 15,5-6-256-15,-6-4-60 0,1 0-420 0,0-4-484 16,-1-1-512-16,-7 11-1520 0,4-18-4745 16</inkml:trace>
  <inkml:trace contextRef="#ctx0" brushRef="#br0" timeOffset="196425.522">24212 5566 11805 0,'0'0'2416'0,"0"0"-1156"0,0 0 208 16,0 0 256-16,0 0-412 0,-24 95-484 15,16-58-436-15,0 5-260 0,1 6-80 16,3-1-52-16,-5 4-100 0,5-1-532 16,0 5-384-16,1-1-212 0,-1-3-732 0,0-13-2408 15,-1 13-4257-15</inkml:trace>
  <inkml:trace contextRef="#ctx0" brushRef="#br0" timeOffset="197036.571">22116 6194 8008 0,'0'0'608'16,"0"0"2261"-16,0 0-1333 0,0 0-276 0,0 0 292 15,0 0 88-15,0 0-292 0,0 0-244 16,52 76-288-16,-40-54-256 0,1 8-72 0,-2-5-15 16,-3 0-133-16,4 0-100 0,-4-5-168 15,-4-8-72-15,4 1-124 0,-5-7-240 16,-3-6-180-16,0 0-209 0,0 0-431 16,0-6-944-16,0-1-3140 0,-7-9-6193 15</inkml:trace>
  <inkml:trace contextRef="#ctx0" brushRef="#br0" timeOffset="197181.883">22296 5922 10092 0,'0'0'2009'0,"0"0"-1549"16,0 0-380-16,0 0-80 0,0 0-140 15,0 0-1328-15,84-5-2457 0</inkml:trace>
  <inkml:trace contextRef="#ctx0" brushRef="#br0" timeOffset="197461.392">22519 6213 4592 0,'0'0'5408'16,"0"0"-3807"-16,0 0 291 16,0 0 384-16,-8 76-40 0,8-69-648 15,0 0-840-15,4-7-492 0,3 0-124 0,6 0 112 16,-1-7-132-16,4-9-112 0,3-3-172 15,5-3-168-15,-3-7-152 0,-2 4-32 16,1 6 44-16,-3 3 88 0,-2 2 108 16,-3 12 84-16,4-1 52 0,-8 3 148 15,4 3 28-15,0 3 204 0,-1 7 188 0,2 3 48 16,-5 3-76-16,3-3-72 16,-6 2-112-16,3-1-52 0,-4-2-20 0,3-2-136 15,1 0-12-15,-3-1-136 0,3-1-488 16,-4-3-272-16,3-2-256 15,1 5-772-15,-3-8-2464 0,-1 2-3261 0</inkml:trace>
  <inkml:trace contextRef="#ctx0" brushRef="#br0" timeOffset="198205.882">29719 5820 7444 0,'0'0'804'0,"0"0"2481"16,0 0-1417-16,0 0-308 0,63 83 224 15,-51-46 64-15,0 1-364 0,-8 6-360 16,0 1-347-16,-4-1-229 0,0-2-184 16,0-7-136-1,0-7-136-15,-4-5-92 0,4-10-168 0,0-8-292 0,0-5-281 16,0 0-111-16,0 0-160 0,0-5-116 0,0-8-1204 15,0 3-3112-15,-11-15-5049 0</inkml:trace>
  <inkml:trace contextRef="#ctx0" brushRef="#br0" timeOffset="198349.993">29750 5722 12357 0,'0'0'2380'0,"0"0"-1548"16,0 0-528-16,0 0 424 0,0 0-188 15,0 0-540-15,0 0-372 0,0 0-1276 16,0 0-600-16,0 0-2765 0</inkml:trace>
  <inkml:trace contextRef="#ctx0" brushRef="#br0" timeOffset="198599.82">30014 5963 11597 0,'0'0'1880'0,"0"0"-1244"0,-24 82 412 15,16-57 1084-15,-1 8-252 0,5-12-584 0,1-2-600 0,3-9-528 16,0-4-168-16,7-2-156 0,6-4-272 16,-2-4 16-16,10-5 128 0,-2-5-56 0,5-5 56 15,-4 5-36-15,0-3 112 0,0 4 36 16,-4 10 12-16,-4 0 124 0,-1 3 36 16,2 10 232-16,-5-1 16 0,3 8 156 15,-7-3-72-15,5 5-148 0,-1-2-88 16,-5 2-24-16,5-3-72 0,5-7-152 15,-6 1-448-15,10-7-288 0,-6-3-276 0,5 0-716 16,-4-6-1036-16,9-13-3361 0</inkml:trace>
  <inkml:trace contextRef="#ctx0" brushRef="#br0" timeOffset="198807.224">30583 5588 15937 0,'0'0'2912'0,"0"0"-1872"16,0 0 132-16,0 0 565 0,0 0-345 0,99 66-452 15,-71-59-388-15,12-7-296 16,-3 0-196-16,2-7-60 0,1-5-328 16,0-7-224-16,0 3-304 0,-8-3-220 15,-8-1-365-15,-5 8-1383 0,-6 3-3208 16,-13 2-5009-16</inkml:trace>
  <inkml:trace contextRef="#ctx0" brushRef="#br0" timeOffset="198963.419">30763 5722 11537 0,'0'0'2860'0,"0"0"-1560"0,-4 78-232 0,4-46 680 16,0 3 176-16,0 1-343 0,4-5-549 15,3-2-572-15,1-7-372 0,-3-3-88 0,2-7-292 16,-7 1-300-16,4 0-305 0,-4-1-371 15,0-5-1076-15,-4 5-4252 0</inkml:trace>
  <inkml:trace contextRef="#ctx0" brushRef="#br0" timeOffset="199241.766">30770 6048 14013 0,'0'0'2296'0,"0"0"-1408"0,0 0 608 16,84 0-24-16,-56-3-472 0,-4-3-283 15,3-4-509-15,-6 3-208 0,-1 1-377 0,-5 0-403 16,-6 3-12-16,-5 3 80 16,-4 0-24-16,0 3-192 0,-13 9-152 15,-2 5 552-15,-9 1 100 0,0 9 276 0,-4-2 152 16,3 0 428-16,10-3 264 0,-1 0 68 16,4-3-4-16,8 0-8 15,4-3-72-15,0-3-40 0,12-4 24 16,4-2 20-16,3-4-119 0,9-3-197 0,4-3-112 15,9-10-152-15,-2-9-100 0,5-4-268 0,-4-8-192 16,4-4-381-16,-5-4-351 0,-11 10-1492 16,13-18-5665-16</inkml:trace>
  <inkml:trace contextRef="#ctx0" brushRef="#br0" timeOffset="199417.962">31584 5254 14645 0,'0'0'2660'16,"0"0"-2212"-16,0 0-288 0,-17 77 864 15,13-40 800-15,-8 2-595 0,4 5-585 16,-3 3-620-16,-2 2-24 0,-2 2-604 0,-6-1-577 16,-2 0-583-16,7-12-3012 0,-16 17-7589 15</inkml:trace>
  <inkml:trace contextRef="#ctx0" brushRef="#br0" timeOffset="200596.885">27411 11433 5700 0,'0'0'172'0,"0"0"4036"16,0 0-2595-16,0 0-553 15,0 0-64-15,-3 79 144 0,3-38 80 0,3 14-80 16,1 2-336-16,9 6-224 0,-2 4-124 16,-3 0-48-16,5-1-32 15,-2-3-32-15,-3-2-88 0,5-7-60 0,-2-7-124 0,1-9 0 16,4-8-60-16,4-8 72 15,4-13 36-15,0-3-72 0,4-2-48 0,0-4-48 16,3-10-92-16,1-5 136 0,0-8 0 16,4-6-84-16,0-3-140 0,-5-9 32 15,6 0 60-15,-5-4-12 0,0-3-108 16,-4 2-184-16,-5-5 48 0,-7 3-28 16,0 0-72-16,-4-3-92 0,-8-2-236 15,0 2-224-15,-4-3-180 0,-4 6-112 0,-7 4 212 16,-2 6 172-16,1 12 255 15,0 7 181-15,0 10-160 0,1 6-112 16,-2 3-1228-16,-2 6-2320 0</inkml:trace>
  <inkml:trace contextRef="#ctx0" brushRef="#br0" timeOffset="201380.275">28878 11189 2812 0,'0'0'2320'0,"0"0"-1264"0,0 0-652 15,0 0-28-15,0 0 2708 16,0 0-1303-16,0 0-593 0,0 0-332 0,0 0 56 16,0 0 108-16,0 0-52 0,-12-4-60 15,0 26-352-15,-4 10-272 16,0 10-88-16,0 5-12 0,0 7 12 0,4 1 0 0,-4-5-72 15,5 0-12-15,-2-2-100 16,2-10-12-16,3-3 0 0,3-9-48 16,5-10-52-16,0-7-144 0,0-6-200 0,0 0 0 15,9-3 124-15,-5 0-176 0,3 0 8 16,-3 4 16-16,9 2 104 0,-2 6 56 16,5 1 112-16,-4 9 196 0,4 3-24 15,0 8 28-15,-4 2 16 0,0 0 396 16,0-3-144-16,-1 0 32 0,-2-5 0 15,-1 2-64-15,0-6-192 0,-5 2-44 16,6-6 0-16,-5-3-112 0,0-4-436 16,-4-5-384-16,4-7-380 0,0 0-536 0,-4-3-2005 15,3-19-1611-15</inkml:trace>
  <inkml:trace contextRef="#ctx0" brushRef="#br0" timeOffset="201692.916">29296 11509 9188 0,'0'0'6197'0,"0"0"-5065"0,0 0-668 0,0 0 380 0,0 0 880 16,95 19-492-16,-70-19-452 16,3 0-487-16,-4 0-209 15,4 0-84-15,-4 0-60 16,-9 3-25-16,2 3-39 0,-10 4-204 0,-7 10-72 0,0 5-16 15,-12 9 64-15,-8 8 8 0,-4 5 76 0,-4 5 156 16,-3-3 112-16,3 0 40 0,3-2-40 16,6-9 96-16,7-3 356 15,4-9 148-15,8-7-188 0,0-3-144 0,11-6-156 16,10-4 20-16,3-3-132 0,12-3-132 16,-1-9-160-16,6-8-160 0,-2-6-72 15,-3 2-64-15,0-8-544 0,-8 0-1144 0,-12 11-3309 16,0-14-3059-16</inkml:trace>
  <inkml:trace contextRef="#ctx0" brushRef="#br0" timeOffset="201990.373">29666 11830 9488 0,'0'0'4749'0,"0"0"-3801"16,0 0-572-16,0 0 216 0,0 0 420 0,0 0-44 15,101 41-316-15,-74-57-344 0,1-6-308 16,0-7-208-16,0 1-320 0,-4-4-168 15,-4 3 0-15,-4 1 136 0,0 3-132 16,-8 0-140 0,-1 6 100-16,-7 2 464 0,0 8 268 15,-11 0 252-15,-6 2 16 0,2 3 60 0,-5 4 100 0,-1 0-24 16,2 13-64-16,7 10 40 0,-4 6 68 16,4 5 88-16,0 7-88 0,0 0 60 0,4 7-4 15,-4 0-36-15,4-1-28 0,1-2-24 16,2-8-84-16,5-4-176 0,0-7-156 15,0-14-316-15,9-5-504 0,2-7 132 0,6-10 8 16,2-10-124-16,5-5-336 16,-9 0-1220-16,18-19-4257 0</inkml:trace>
  <inkml:trace contextRef="#ctx0" brushRef="#br0" timeOffset="202191.894">30169 11578 10092 0,'0'0'4173'0,"0"0"-3349"0,0 0-524 15,8 87 164-15,-8-52 580 0,0-1 456 0,0-1-272 16,0-3-432-16,0-1-344 16,4-6-296-16,0-4-156 0,-1-6-44 15,1-4-88-15,5-6-284 0,-1-3-208 16,-1 0 96-16,6-9-12 0,2-10-100 0,2-3-140 16,-2-7-436-16,5 0-712 0,0 1-1152 15,-8 5-1505-15,0-8-431 0</inkml:trace>
  <inkml:trace contextRef="#ctx0" brushRef="#br0" timeOffset="202427.824">30411 11674 8332 0,'0'0'2833'0,"0"0"-1373"0,0 0-324 16,0 93 208-16,0-65 16 0,5-3-192 15,-1-6-316-15,4 0-396 0,3-9-136 0,2-4 12 16,2-2-220-16,2-4-112 16,2-7-196-16,-3-9 84 0,5 0-84 15,-6-7-184-15,1-1-92 0,0-1-84 0,-4 2 36 16,0 1 208-16,-8 0 64 15,0 3 164-15,-4 0 84 0,-4 3 188 16,-8 3 12-16,-4 3 384 0,-3 1-40 0,-6 3-212 16,1 6 4-16,0 0-92 0,0 6-132 15,1 10-64-15,-1 0 24 16,4 3-68-16,-5 0-4 0,10 0-56 0,-1-7-92 16,4-2-564-16,4-1-604 0,4-6-1032 0,1-3-4049 15</inkml:trace>
  <inkml:trace contextRef="#ctx0" brushRef="#br0" timeOffset="202708.804">30862 11397 11309 0,'0'0'4764'15,"0"0"-3600"-15,0 0-732 0,0 0 152 0,-36 71 364 16,28-49 92-16,0 0-332 15,4 0-476-15,0-3-232 0,4 0-56 0,0 4 56 16,8 0-76-16,4-4 68 0,0-1-44 16,0 1 52-16,4 0 4 0,-5-3 80 15,6-3 88-15,-6 2-76 0,2-5-32 16,-1 3 4-16,-9-4-64 0,1 0 4 0,-4 2 4 16,0-3-12-16,-11 3-364 15,-5 4-248-15,0-1-156 0,-8-2-68 0,-4 1-88 16,0-1-256-16,-4-2-792 0,4-4-2401 15,-12 0-3255-15</inkml:trace>
  <inkml:trace contextRef="#ctx0" brushRef="#br0" timeOffset="205432.33">31504 11597 1696 0,'0'0'2372'0,"0"0"-952"0,0 0-1080 16,0 0-80-16,0 0 312 0,0 0 1880 16,0 0-924-16,0 0-743 0,0 0-309 15,0 0 24 1,0 0 176-16,-32 7 128 0,28-3 8 15,0 2-120-15,0-2-100 0,-5 1-64 0,6 5-4 16,-1 0-28-16,0 5-84 0,0 1-92 0,0 6-48 0,-1 4-4 16,5-1-32-16,-4 0-28 0,4-2-36 15,0-2-84-15,0-7-28 0,4-1-60 0,9-7-64 16,-2-4 60-16,6-2-96 0,2-2 12 16,5-10 88-16,0-5 0 0,4-2-116 15,0-6-108-15,-4-4-156 0,3 4 36 16,-6-4-28-16,3 4-76 0,-9 0 28 15,2 2 84-15,-10 4 112 0,1 3 96 16,-3-2 52-16,-5 4 76 0,0 5 80 16,0-1 132-16,-13 4-48 0,6 3 148 15,-5 0 24-15,0 3-140 0,-4 3-72 16,0 6-124-16,4 1-96 0,-4 6-44 16,4-4-8-16,0 5-36 0,4-5-604 0,0 5-724 15,4-9-1340-15,-3 9-3525 0</inkml:trace>
  <inkml:trace contextRef="#ctx0" brushRef="#br0" timeOffset="205578.643">31743 11662 8020 0,'0'0'3105'15,"0"0"-2001"-15,0 0-452 16,83 9 824-16,-55-9 328 16,4 0-580-16,-1-13-504 0,-3 1-412 0,8-8-148 0,-4 2-160 15,1-5-268-15,-6 2-512 0,-3-2-416 16,-4 1-544-16,-8 6-1436 0,0-9-4301 15</inkml:trace>
  <inkml:trace contextRef="#ctx0" brushRef="#br0" timeOffset="205842.03">31942 11389 5004 0,'0'0'2976'0,"0"0"-1096"15,0 0-383-15,3 76 91 16,10-45-24-16,-1 7-364 0,4 4-160 0,-1 5-228 15,2 1-268-15,-2 6-124 16,-2-3-64-16,-2-1-208 0,1-2-64 16,0 0 28-16,-4-4 12 0,0-2-40 0,0-4-20 15,-4-3-4-15,-4-7 24 0,0-3-76 16,0 1 4-16,0-10-8 0,-8-1-4 16,4-4-144-16,-4-5-140 0,-3-6-96 15,2-4-128-15,-3-5-172 0,1-7-88 16,2-6-236-16,1-3-600 0,1-7-780 15,3 6-1857-15,-1-22-1731 0</inkml:trace>
  <inkml:trace contextRef="#ctx0" brushRef="#br0" timeOffset="206002.032">32293 11557 9320 0,'0'0'2017'15,"0"0"-1313"-15,0 0 192 0,0 0 428 16,0 0-476-16,0 0-396 0,83-16-452 0,-71 6-440 16,0 1-648-16,-4-1-404 0,0 4-1057 15,0-4-3027-15</inkml:trace>
  <inkml:trace contextRef="#ctx0" brushRef="#br0" timeOffset="206457.167">32411 10928 3312 0,'0'0'8733'0,"0"0"-6905"0,0 0-1208 0,0 0-188 15,0 0 864-15,0 0 164 0,0 0-180 16,0 98-444-16,5-56-324 0,-1 5 4 16,4 4 248-16,-4 6-83 0,0 7-149 0,-4-1-144 15,0 5-108-15,0-2-124 0,0 0-72 16,-8-5-80-16,0-7 8 16,8-7-8-16,0-15-4 0,0-7-4 0,0-9-56 15,8-6 60-15,0-4-168 0,8-6 20 16,-4-4-68-16,8-4 36 0,-1-12-16 0,1-2 16 15,5-6-112-15,-6-1 12 0,1-3 51 16,0 4-39-16,-4 2 96 16,-4 5 4-16,0 5 108 0,-4 2-28 15,-5 8-56-15,6 6 132 0,-9 0 12 0,4 3 316 16,0 7 144-16,-4 2-43 16,4 5-141-16,-4 5-116 0,4-3-160 0,-4 2 0 15,3 2-244-15,-3-1-181 0,4 1-315 16,1-5-324-16,-1-2-804 0,-4 0-2064 15,0 4-2553-15</inkml:trace>
  <inkml:trace contextRef="#ctx0" brushRef="#br0" timeOffset="206848.843">30272 12706 10888 0,'0'0'2257'15,"0"0"-1085"-15,0 0-188 0,0 0 88 0,0 0 272 16,64 77-196-16,-44-49-340 0,-4 0-380 16,0 4-232-16,-4-6-84 15,-1-4-64-15,-2 0-48 0,-1-10-84 0,-4-1-40 16,-1-6-268-16,-3-5-220 0,4 0-88 15,-4 0-192-15,0-3-428 16,0-10-1076-16,0 4-2721 0,-4-13-3239 16</inkml:trace>
  <inkml:trace contextRef="#ctx0" brushRef="#br0" timeOffset="207007.214">30495 12436 2980 0,'0'0'9813'0,"0"0"-7601"0,0 0-1360 0,0 0-156 0,0 0 620 15,0 0-120-15,0 0-508 0,0 0-628 16,84 32-60-16,-64-26-504 16,0-2-280-16,4 2-428 0,-4-3-820 0,-4 0-1908 15,0 4-3025-15</inkml:trace>
  <inkml:trace contextRef="#ctx0" brushRef="#br0" timeOffset="207232.246">30742 12779 10484 0,'0'0'2749'16,"0"0"-1785"-16,0 0-496 0,-4 77 656 15,4-62 364-15,0 1-164 0,0-3-436 16,4-7-560-16,0 0-328 0,5-6-4 0,-1 0-180 16,-1 0 52-16,6 0-40 15,-2-3 156-15,1 0 16 0,0-3 68 16,4-1-68-16,-4 4-12 0,8 0-52 0,-4 0 64 16,3 3 112-16,2 0 72 15,-1 3-12-15,-1 0-12 0,-2 4-52 0,3 2-60 16,-5-3-48-16,-3 4-36 0,0-4-36 15,0 0-136-15,1-1-244 0,-2-5-228 16,-3 0-196-16,4-11-380 0,-8 5-1088 0,8-13-3857 16</inkml:trace>
  <inkml:trace contextRef="#ctx0" brushRef="#br0" timeOffset="207410.03">31304 12557 5852 0,'0'0'9181'0,"0"0"-7585"0,0 0-884 16,0 0 1092-16,96 59 248 0,-69-52-571 16,1 0-525-16,0-7-508 0,4 0-448 15,-4-7-148-15,0-8-296 0,0 2-248 16,-8-6-156-16,0 3-1 0,-4-3-595 0,-8 3-1584 16,-1 3-3105-16,-7 1-3151 0</inkml:trace>
  <inkml:trace contextRef="#ctx0" brushRef="#br0" timeOffset="207562.494">31479 12595 3068 0,'0'0'8693'16,"0"0"-6357"-16,-3 83-1136 0,3-49 8 0,0 7 408 15,3 1 32-15,1-1-244 0,5 1-479 16,-5-8-345-16,0-5-312 0,0-4-268 16,-4-2-280-16,0-8-496 0,0-3-197 15,-4 2-151-15,0-1-844 0,0-7-2896 16,-9 0-3745-16</inkml:trace>
  <inkml:trace contextRef="#ctx0" brushRef="#br0" timeOffset="207840.983">31524 12966 11805 0,'0'0'2680'0,"0"0"-1684"16,0 0-52-16,0 0 128 16,95-32-428-16,-72 23-312 0,-2 0-332 0,-1 2-224 0,-8 1-668 15,0 0-372-15,-4 6-388 16,-8 0-424-16,0 3-485 0,-4 6-71 15,-12 7 224-15,0 3 88 0,-4 3 2320 0,-4 3 744 16,0 5 1328-16,4-5-32 16,0 4-248-16,5-1 121 0,6-6-53 0,1 4 148 15,8-8-460-15,0-1-488 0,4-5-144 16,9-2 80-16,6-4-92 0,5-6-280 0,8 0-284 16,0-6-144-16,3-11-60 15,6-8-136-15,-5 0-180 0,-5-10-248 16,1-3-316-16,0 0-516 0,0-3-932 15,-12 10-3168-15,7-11-5085 0</inkml:trace>
  <inkml:trace contextRef="#ctx0" brushRef="#br0" timeOffset="208006.403">32185 12541 14005 0,'0'0'2708'15,"0"0"-2000"-15,0 0-248 0,0 86 612 16,0-55 412-16,0 4-280 0,0 0-583 15,0-3-353-15,0-6-268 0,4-4-24 16,-4-3-476-16,0-7-449 0,0 1-183 16,3-3-428-16,1-4-2828 0,1-6-5613 15</inkml:trace>
  <inkml:trace contextRef="#ctx0" brushRef="#br0" timeOffset="208390.287">33244 11230 6564 0,'0'0'364'0,"0"0"1596"0,0 0-136 15,80-35-279-15,-59 32-65 0,-6 3 0 0,1 5-472 16,-8 9-284-16,0 7 108 0,-8 9-16 16,0 4-360-16,-12 11-100 15,-12 3-36-15,0 9-28 0,-4 0-72 0,-4 4 60 16,9-2-36-16,-1-4 0 0,4-1-72 16,12-10-172-16,4-4-24 0,4-1 12 15,0-4-64-15,4-3-68 0,7-1-16 16,6-1 40-16,-6-2-40 0,6 4 64 15,-6-4 96-15,2 1 0 16,-5 3 48-16,-4 2 24 0,-1-3-60 0,-3 5 52 0,-3-1-64 16,-14 0-252-16,2 1-264 15,-13-6-108-15,0 5-400 0,-8 0-928 16,4-9-2792-16,-28 6-5157 0</inkml:trace>
  <inkml:trace contextRef="#ctx0" brushRef="#br0" timeOffset="209898.195">27176 11248 5956 0,'0'0'888'0,"0"0"44"16,0 0 2345-16,0 0-1009 0,0 0-796 0,0 0-252 16,0 0-80-16,0 0-160 0,0 0-180 15,0 0-148-15,20-11-124 0,-16 13-212 16,9 5-168-16,2 2 324 0,2 4 357 15,6 6-245-15,-3 0-124 0,0 3-16 16,0 3-116-16,-4 0-24 0,-1 1-52 0,-2 3-24 16,-1 0-48-16,0-4 40 0,-4 3-40 15,-4 1-24-15,-1-1-96 0,1 8 12 16,0 2-24-16,-4 3 8 0,4 4-56 16,1 1-4-16,-1 6-80 0,0-1 72 0,-4 0-48 15,3 0 60-15,-3 3 0 0,0-1-8 16,-3 1 4-16,-1-3 4 15,0-3 0-15,-1-7 4 0,5-3 0 0,-4-7-4 16,4-1 0-16,-4-9 0 16,4-2-8-16,0-3 0 0,0-6-4 15,0-1 4-15,0-5-52 0,0-1 0 0,0-3 48 16,0 0-48-16,0 0 56 0,0 0-44 16,0 0 44-16,0 0 0 0,0 0 0 15,0 0 4-15,0 0 8 0,4 0 52 0,-4 0-12 16,0-3 24-16,0-1-72 15,4 2 0-15,-4-2-4 0,9-5-32 0,-2 2 36 16,5-6 96-16,1 1-96 0,-2-2-4 16,2 6 0-16,-2-2-8 0,5 3-48 15,0 1 56-15,0 0 4 0,4 3-72 0,0 3 68 16,-1-4-44-16,6 4 48 16,-1 0 0-16,4 0 4 0,0 0 56 15,3 0-56-15,1-3 80 0,0 0-20 0,4-3-56 16,-4-3 32-16,3-1 20 0,-3-6-12 15,0 0 0-15,-4 4-40 16,-4-8 4-16,-4 5 0 0,-4-1 0 0,0 0-4 16,-4 0 0-16,-4 0 0 0,4 3 0 15,-8 0 40-15,4 4-44 16,-4 4-4-16,-1 0-4 0,-3 3-8 0,0 2 0 16,0-4-48-16,0 4 12 0,4 0 0 0,-4 0 36 15,0 0-52-15,0 0 64 16,0 0 8-16,0-3 0 0,0 3-4 0,0 0 8 15,0 0 60-15,0 0-24 0,0 0-36 0,0 0-4 16,0 0 64-16,0 0-24 16,0 0 0-16,0 0 0 0,0 0-36 15,0 0 0-15,0 0 36 0,0-3-36 0,0 3 36 16,0-7-44-16,5 1 8 0,-5-3 40 16,4-4-40-16,-4 0-4 15,4 1-4-15,-4-4 4 0,0 3 40 0,0-4-48 16,0 2 48-16,0-3-48 0,0-1 0 15,-4-4-4-15,0-6-4 0,-1 1 0 16,1-10-52-16,-3-7-124 0,-1-9-200 16,0-9-180-16,0-7-196 0,-4-3-148 15,0-3 84-15,-8 3-149 0,0 6-659 16,1 7-1172-16,2 21-3136 0,2-2-3981 0</inkml:trace>
  <inkml:trace contextRef="#ctx0" brushRef="#br0" timeOffset="211207.746">27404 11083 1632 0,'0'0'3076'0,"0"0"-1464"0,0 0-1168 15,0 0 24-15,0 0 208 0,0 0 2341 16,0 0-1249-16,0 0-808 0,0 0-176 16,0 0-24-16,-24 64 80 0,20-47-72 0,0-3-272 15,0 5-272-15,0 4-76 0,-1 0-8 16,2 2 56-16,-1 0-72 15,-4 1 36-15,4-1 0 0,-5 7-48 0,6-4-12 16,-1 7 20-16,-4 4-20 0,4-2 60 16,0 5-88-16,4 5 40 0,-4 4-40 15,4 0-68-15,0 7 48 0,0 1-52 0,0-1-12 16,4 2 4-16,0-4 8 0,0 3 0 16,0-9 48-16,4 1 36 0,-8-4 4 15,3-2-4-15,2-7 4 0,-1-3-16 16,0-7 64-16,-4 1-40 0,4-6-8 15,0-4-4-15,0-1 28 0,-1-5 32 16,2 0 28-16,-5-7-52 0,0 1-116 16,4-1 8-16,-4 0-4 0,0-3 0 15,0 1 0-15,4-1 0 16,-4-3 4-16,0 3-12 0,0-3 12 16,0 0-8-16,0 0 4 0,0 0 0 0,0 0 36 0,0 3-44 15,0-3-12-15,0 0 4 0,0 0-4 16,0 0-40-16,4 0 52 0,0 0 40 0,-4 0 204 15,4 0-172-15,3 3-68 16,-2 0-4-16,3-3 96 0,-1 3-36 16,1-3 4-16,1 4-60 0,6-4 8 15,-3 0 84-15,0 0-12 0,9 0-12 0,-6-4 28 16,9-2 33-16,0-3 11 16,8-1 28-16,4-2 32 0,7-1-80 0,2-3 8 15,2 0-36-15,5-3 28 0,0-4 8 16,3 1-128-16,-3 0 44 0,-3-3-48 15,-6 3 72-15,-3 0-24 0,-5 0 48 0,-7 3-48 16,0 5-40-16,-8 2 52 16,-4 3-8-16,-4 2 20 0,-4 3-12 0,-4 2-12 15,0 2 36-15,-4 0 24 0,5 0 36 16,-5 0 328-16,0 0-148 0,0 0-128 16,0 0-88-16,0 0-48 0,0 0-52 15,0 0 40-15,0 0-36 0,0-4 40 16,0 4-48-16,0 0-4 0,4 0 8 15,-4 0 40-15,0-2-36 0,3 2 60 16,-3 0 48-16,0 0-24 0,0 0-12 16,0 0 24-16,0-4 28 0,0 1 20 15,0-7-60-15,0-3-84 0,0-6-12 16,0-3-56-16,0-6-52 0,0-7-36 0,0-3-112 16,0-4-20-16,0-5-108 0,0-7-100 15,-3-6-60-15,-6-4-108 0,1-6-132 16,-3 0-237-16,-6-3-527 0,2-3-1004 0,-2 18-1936 15,-11-24-3105-15</inkml:trace>
  <inkml:trace contextRef="#ctx0" brushRef="#br0" timeOffset="214424.655">22650 13462 4316 0,'0'0'1172'0,"0"0"768"15,0 0 44-15,0 0-652 0,0 0-495 16,0 0-93-16,0 0 72 0,0 0 12 15,0 0-496-15,40-4-196 0,-24 4 256 0,4 4-212 16,-4-1-172-16,4 0-8 0,-4-3 8 16,0 3-4-16,0-3 84 0,-4 0-88 15,-5 0 0-15,2 0 0 0,-5 0 4 16,0 0-4-16,-4 0-8 0,0 0-44 16,0 0-24-16,0 4 76 0,4-4 64 0,-4 0-64 15,0 2 88-15,3 5-84 16,5-1 488-16,-4 4-52 0,5-1 0 0,-2 4-176 15,5-3-40-15,-3 2 0 0,6 2 0 16,-2-6-16-16,2 5 40 0,2-3-48 16,-2 3 20-16,1-1 4 15,0 1-88-15,0-4-64 0,-8 1-72 0,3-1-12 0,-2-2 4 16,-1-4 0-16,-4 3-40 16,3-3-64-16,-3 0-160 0,0-3-136 0,5 0-36 15,-1 0-4-15,7-6 248 0,1-10-88 16,5 1-180-16,2-9-20 15,1-1-4-15,0 0 128 0,4 0 184 16,4 0 172-16,0-1 4 0,3 1 4 0,5-4-8 16,4 4 8-16,0 0 4 15,4-1 124-15,3 7 72 0,1 3 116 0,0 0-12 16,4 4-192-16,-1 2-100 0,-3 4 0 16,4 3 264-16,-7 0 28 0,-2 3-164 0,-4 0 148 15,-6 6-280-15,-5 3 116 0,-4 1 28 16,-9 6-140-16,-2 0 136 15,-6 3-136-15,-3-1-12 0,1 2 0 0,-6-1 76 0,5-4-28 16,-4-2-48-16,0 0-48 16,5-10-88-16,-2 0-40 0,1-3 60 15,4 0 108-15,4-3 8 0,-1-6 0 0,6 2-100 16,-1-2-24-16,-1 3-16 16,1 1 28-16,-3 3 112 0,2 2 4 0,5 0 148 15,-3 0 8-15,-2 2-48 0,5 3 40 16,-4-5 48-16,4 0 108 0,3 0-32 15,1-10-16-15,4-3-76 16,-4 1-36-16,0-5-136 0,4-1 40 0,-4-1-4 16,-4 3-44-16,0-3-4 0,-1 3-4 15,-6 0-4-15,3 3-104 0,-8-3-136 0,4 3-320 16,-8-2-292-16,3 2-260 16,-7-3-652-16,0 3-2565 0,-4 0-4379 0</inkml:trace>
  <inkml:trace contextRef="#ctx0" brushRef="#br0" timeOffset="-214321.941">23587 13887 9648 0,'0'0'2373'0,"0"0"-749"0,0 0-360 0,0 0-68 16,0 0-80-16,0 0-484 15,0 0-272-15,-96 64-164 0,68-36-72 0,4 7 48 16,0 3 24-16,5-3 88 0,2-3 48 16,6-7 20-16,7-3-132 0,4-5-96 15,0-9-124-15,0 3-12 0,8-5-60 16,3 0 72-16,2 1 72 0,6-4-72 16,1 0 8-16,-4-3 4 0,0 3-12 0,1-3-4 15,-6 3 0-15,1 0 4 0,-4 4 0 16,0-1 56-16,-4 0 68 0,-4 7 84 15,0 0-64-15,0 0-32 0,0 0-16 16,-4-2-24-16,0 3-60 0,-4-5 0 16,0-3-12-16,0 0-224 0,0 1-228 15,5-7-88-15,-2 4-24 0,1-4-76 16,0-6-272-16,0-5-824 0,4-8-960 16,0 3-2765-16,0-12-2362 0</inkml:trace>
  <inkml:trace contextRef="#ctx0" brushRef="#br0" timeOffset="-214173.796">23770 14106 288 0,'0'0'952'15,"0"0"6448"-15,0 0-4303 0,0 0-989 0,24 66-388 0,-24-47-216 0,0 4-104 16,0-4-232-16,-5 0-384 0,1-6-396 0,1-1-268 16,-1-5-120-16,0-4-124 0,0-3-508 15,0 0-424-15,0-3-512 0,0-4-3016 16,-4-11-5669-16</inkml:trace>
  <inkml:trace contextRef="#ctx0" brushRef="#br0" timeOffset="-214016.418">23774 13830 5592 0,'0'0'8105'0,"0"0"-6637"0,0 0-512 15,0 0 580-15,0 0-164 0,0 0-500 16,0 0-592-16,84-3-280 0,-69 6-56 15,2-3-472-15,-2 3-480 0,2 0-488 0,-6 1-1424 16,6 2-3689-16</inkml:trace>
  <inkml:trace contextRef="#ctx0" brushRef="#br0" timeOffset="-213721.96">24049 14077 9640 0,'0'0'2001'15,"0"0"-733"-15,0 0 244 0,0 0-48 16,0 0-212-16,0 0-324 0,0 0-456 16,84 4-188-16,-69-1-100 0,-2 0-112 15,-2 4-72-15,-3-1 0 0,-4 6 0 0,-4 4 60 16,0 3-60-16,0 6-68 0,-12 5-16 16,1-2 72-16,-2 4 12 0,2-4 44 15,-2 0 28-15,9-5 64 0,0 0 232 16,4-4 148-16,0-7 312 0,0-5-364 0,12-1-236 15,4-6-32-15,5 0-75 0,2 0-37 16,5-10-84-16,0-5-56 0,4-8-273 16,-4-2-387-16,3-3-76 0,-3-5-288 15,-3 5-512-15,-5 0-2224 0,-5 8-2581 0</inkml:trace>
  <inkml:trace contextRef="#ctx0" brushRef="#br0" timeOffset="-213421.224">24503 14177 6884 0,'0'0'3980'0,"0"0"-1059"0,0 0-1545 0,0 0-228 16,0 0 196-16,0 0-96 0,0 0-388 15,0 0-444-15,83 28-332 16,-59-50-84-16,-3-8-280 0,-2 2-380 0,1 0-228 16,-3-1 72-16,-2 4-68 0,-7 3-208 0,1 3 136 15,-6 6 208-15,-3 3 300 16,0 3 448-16,-12 5 52 0,0-2 328 0,1 2 268 15,-6 2-156-15,6 2 76 0,-6 11-128 0,6 6 12 16,-6 4 48-16,6 5 8 16,3 7-84-16,-1 0 44 0,-2 6 196 15,3-6 24-15,-1 3-112 0,2-3-88 0,-1-6-248 16,4-8-240-16,4-4-36 0,0-8-340 16,0-9-148-16,0 0-284 15,12-5 32-15,0-12-364 0,4-5-876 0,4-7-3169 16,-5 4-4027-16,9-13 8209 0</inkml:trace>
  <inkml:trace contextRef="#ctx0" brushRef="#br0" timeOffset="-213230.449">24893 14074 4196 0,'0'0'8121'0,"0"0"-5957"0,0 0-1244 0,20 70-24 16,-16-44 448-16,0 2 164 0,0-2-140 16,-4 2-464-16,0-6-431 15,4 1-217-15,-4-8-136 0,0-2-116 0,5-6-4 0,-1 0-96 16,-1-7-36-16,1 0 8 15,0 0-169-15,4-11-23 0,1-5 100 16,2 1 68-16,1-8-84 0,0-2-12 0,4 3-148 16,-4-7-144-16,4 3-4 15,-4-2-248-15,4 3-816 0,-4 6-1488 0,7-13-3425 16</inkml:trace>
  <inkml:trace contextRef="#ctx0" brushRef="#br0" timeOffset="-212519.166">25710 14036 1356 0,'0'0'1004'0,"0"0"5132"16,0 0-4116-16,0 0-411 0,0 0-229 0,0 0-164 15,0 0-56-15,0 0-220 0,0 0-220 16,0 0 36-16,-76 23-188 0,61 8-88 15,7 11 20-15,-5 9 88 0,6 2-88 16,3 1-148-16,0-3-24 0,4-9-71 0,0-11-49 16,4-12-84-16,4-6-124 15,3-10-144-15,2-3 80 0,6-6-56 16,-3-10-37-16,5-9-39 0,-2-7-204 0,1-6-100 16,1-4-112-16,-6-2-88 0,1 3-284 15,0-4-140-15,4-3-232 0,-4 1-256 16,0 0-480-16,-1-5-113 0,2 5 341 15,-10-1 356-15,-3 7 1508 16,0 0 768-16,-4 10 360 0,0 1 76 0,0 11 245 16,-4 4 231-16,4 8-240 0,-4 4-432 15,4 3-276-15,-3 3-204 0,-1 9 120 16,0 11-28-16,0 6-148 0,-1 9-116 16,1 9 52-16,1 4 240 0,-1 3-24 0,4 0-356 15,-4-3-204-15,0 0-64 0,4-4-368 16,-4-2-500-16,4-10 44 0,0-7 56 15,0-6-248-15,4-9-960 0,0-6-2125 16,11-7-2931-16</inkml:trace>
  <inkml:trace contextRef="#ctx0" brushRef="#br0" timeOffset="-212240.766">26053 14246 5076 0,'0'0'808'0,"0"0"4020"15,0 0-3131-15,0 0 23 0,0 0 36 16,0 0-328-16,0 0-576 0,0 0-456 15,0 0-124-15,0 0 8 0,95 3-280 0,-78-25-208 16,2-7-296-16,1 1-104 16,-8 2 40-16,4 4 56 0,-8 3 64 15,-4 3 104-15,-4 6 160 0,0 1 184 0,-4 6 240 16,-4-3 64-16,-8 6 96 0,4-4 36 16,-8 4-40-16,1 0-148 0,2 10 12 15,-3 2-24-15,5 14-16 0,-2 3 40 16,2 5 36-16,7 8 12 0,-4-1-52 15,4 0 12-15,0-3-216 0,4-6-52 16,4-6-428-16,4-10-372 0,8-10-104 0,4-6-76 16,7-6-152-16,1-10-608 15,8-10-1168-15,0-9-2373 0,-8 10-462 0</inkml:trace>
  <inkml:trace contextRef="#ctx0" brushRef="#br0" timeOffset="-211938.879">26451 14116 1528 0,'0'0'3296'0,"0"0"2548"16,0 0-3735-16,0 0-697 0,12 86-48 0,-20-58-32 15,1 1-104-15,-6-1-72 16,5-3-188-16,4-5-176 0,4-5-196 0,0-2-291 16,0-9-305-16,4-2-60 15,4 2 60-15,8-2 0 0,0 3 12 0,4-3 36 16,4 2-48-16,0 4-4 0,0 3-68 16,0 5 64-16,-4 6 8 0,-1 6 0 15,-2 1 8-15,-2 9 88 16,-2-1-48-16,-2 5 4 0,-7 3 8 0,1 0 12 15,-5 2 12-15,0 0-72 0,-5 1 0 0,-7-4 84 16,1-2-20-16,-6-4 8 0,-3-6-24 16,1-7-52-16,-1-3-4 0,-1-9-4 15,6-7-64-15,-5-2-360 0,4-8 11 0,-4-9 21 16,8-5 136-16,-4-14-132 16,4-7-200-16,1-11-120 0,2-11-240 15,-2-5-752-15,3-5-880 0,3 18-2605 16,1-23-3323-16</inkml:trace>
  <inkml:trace contextRef="#ctx0" brushRef="#br0" timeOffset="-211670.137">26738 13972 5548 0,'0'0'1212'0,"0"0"3277"0,0 0-2453 16,0 0-460-16,96 26-308 0,-72-19-476 15,-4 6-356-15,-5-1-240 0,-2 1-32 16,-2 6-104-16,-7 3 140 0,-4 6-100 16,0 1-4-16,0 2 76 0,-7 2-36 0,-1-5 188 15,-1-2 520-15,5-8-144 16,0-8-200-16,4-3-296 0,0-7-92 0,0 0-112 16,0-10-124-16,8-9-216 0,5-6 24 15,2-10-332-15,2 0-164 0,-2-3-136 16,1 0-344-16,0-1-648 0,-4 14-1993 15,4-7-1927-15</inkml:trace>
  <inkml:trace contextRef="#ctx0" brushRef="#br0" timeOffset="-211007.232">27157 14443 4680 0,'0'0'6164'0,"0"0"-3687"0,0 0-449 16,0 0-560-16,0 0-52 0,0 0 60 16,0 0-148-16,0 0-195 0,103 57-333 15,-75-39-220-15,8-1-12 0,4-1-64 16,0 3-128-16,3-3-148 0,2 0-132 0,-6 3-12 15,1-4-36-15,0-2 48 0,-8 3-84 16,-5-4 0-16,-3 1-12 0,-4-3 0 16,-4-1 8-16,-7 0 76 0,-2 2-36 15,-3-5-36-15,-4 3 48 0,0 1 0 16,-8 0-48-16,-8 3 40 0,-3 1-52 16,-5 3-4-16,-8-1-180 0,-4 0-56 0,-8-1 12 15,-4 2-60-15,-4 1-52 0,4 1-92 16,-3-3-28-16,7 0 36 15,4-3-72-15,8-4-108 0,8-2-125 0,9-7-271 16,6 0-580-16,5 0-824 0,4-9-2952 16,0-1-3145-16,4-9 6141 0</inkml:trace>
  <inkml:trace contextRef="#ctx0" brushRef="#br0" timeOffset="-209834.9">28272 14611 952 0,'0'0'7824'16,"0"0"-3199"-16,0 0-3041 0,0 0-540 15,0 0 220-15,0 0-112 0,0 0-168 0,0 0-336 16,0 0-256-16,0 0-172 0,-28 93 48 15,20-62 72-15,5 4 12 0,-1 3-35 16,-1 0 23-16,5 0-72 0,0 0-28 16,0-6 16-16,9-7-52 0,2-2-44 15,2-11-28-15,6 1 0 0,1-7-48 16,8-6 24-16,0-3-108 0,4-13-36 0,4-2-72 16,-1-12-120-16,-3-1-124 0,4 0 36 15,-8-5-32-15,0 5-28 0,-4-1 180 16,-5 6 27-16,-2 1 9 0,-9 6 100 15,-5 0 56-15,-3 0 4 0,0 3 132 16,-7 3-32-16,-14-3-100 0,2 0 0 16,-13 4-160-16,-3-4-32 0,-6 6-100 15,-6 3-64-15,-1 7-32 0,-8 0-248 16,-4 14-336-16,-4 5-996 0,0 9-1224 16,13-3-3717-16,-33 20 1025 0</inkml:trace>
  <inkml:trace contextRef="#ctx0" brushRef="#br0" timeOffset="-201046.187">3442 15421 7748 0,'0'0'6837'15,"0"0"-5753"-15,0 0-1020 0,0 0-64 16,0 0 656-16,0 0 140 0,103-10-36 16,-63 10-32-16,4-3-92 0,4 0-228 15,8 0-152-15,0-3-148 0,-4-4-32 0,-1-3-4 16,-3 1-32-16,-5-1-40 16,-2-3-8-16,-1 3-112 0,-9 1-260 15,-3-2-232-15,-4 5-204 0,-8-1-88 0,0 4-276 16,-8 3-676-16,0 0-1144 0,-8 3-2445 15</inkml:trace>
  <inkml:trace contextRef="#ctx0" brushRef="#br0" timeOffset="-200825.947">3514 15649 456 0,'0'0'10829'0,"0"0"-8629"0,0 0-1564 15,0 0-472-15,0 0 560 16,0 0 468-16,111 10-116 0,-59-10-332 16,7-7-236-16,-3 1-252 0,0-3 4 0,-4-1-88 15,-4-2-160-15,-9 2-12 0,2-4-24 16,-9 2-468-16,0-1-248 0,-8-2-216 0,-1 1-248 16,-3 0-752-16,-4 0-2769 0,-8-4-4375 15</inkml:trace>
  <inkml:trace contextRef="#ctx0" brushRef="#br0" timeOffset="-200539.822">3976 14893 3160 0,'0'0'7969'0,"0"0"-6645"0,0 0-456 16,0 0 300-16,103 29 80 0,-70-19-556 0,-1-1-128 15,3 8-268 1,1-3-220-16,4 10 24 0,-5 1-92 0,-3 6 80 16,0 4-32-16,-8 7-52 0,-11 1 80 15,-6 6 40-15,-7 4-12 0,0 2-28 16,-12 2 4-16,-4 0-80 0,-4-3 4 16,-4 3-12-16,-3-3-12 0,-1-6-124 0,-4-4-112 15,4-3-360-15,0-5-280 0,0-8-232 16,4-3-784-16,0-9-2617 0,9-3-3775 15</inkml:trace>
  <inkml:trace contextRef="#ctx0" brushRef="#br0" timeOffset="-199906.508">5793 15198 1708 0,'0'0'7228'0,"0"0"-5159"16,0 0-389-16,0 0-364 0,108 89-304 16,-73-57-144-16,5 3-300 0,-1 2-72 15,2 2-196-15,-5 3-88 0,-4 2-116 16,-4 1-44-16,-9 2 48 0,-3 1-92 16,-8-4 40-16,0-3-44 0,-8-5 0 0,0-8 60 15,0-9 20-15,0-6 4 0,0-4 36 16,0-6 24-16,0-3 24 0,0 0 40 15,-4 0 20-15,4-6 12 0,-4-10-96 16,4-3-144-16,-4-10-4 0,4-12-112 16,-4 1 112-16,4-9 4 0,0 5 4 0,8 0 40 15,4 6 40-15,0-1 28 0,3 7-116 16,10 1 0-16,-1 6 8 0,0-5-4 16,0 8-4-16,-1 1-108 0,5 2-4 15,-4 2-36-15,4 2-12 0,4 2-232 16,0 0-312-16,4 0 8 0,-1 4-52 15,1 3-652-15,-8 2-1448 0,9 4-3697 16</inkml:trace>
  <inkml:trace contextRef="#ctx0" brushRef="#br0" timeOffset="-199124.012">7621 14591 7456 0,'0'0'6389'0,"0"0"-4769"0,0 0-824 15,0 0-136-15,0 0-112 0,0 0 120 16,13 64-64-16,-2-19 148 0,6 13-92 16,2 8-208-16,1 14-172 0,-3 2-72 15,-2 6-72-15,-7 4-136 0,4 1-4 0,-8-4-4 16,4-13-40-16,-4-7-52 16,4-14 52-16,0-14-48 0,-4-12 12 0,0-10-28 15,0-13-144-15,3-6-316 0,-2 0-80 16,3-10 236-16,0-5 32 15,3-7-48-15,2-11 0 0,-6-1 120 0,1-2 100 16,-4-2 88-16,-4 7 120 0,0-2-132 16,0 8 60-16,0 7-96 0,-4 2 108 0,4 10 12 15,0 6-252-15,0 0 304 16,4 9 52-16,9 7 364 0,-2 6-80 0,6 3 24 16,2 7-100-16,-3 3 52 0,5 4 132 15,-2-2-84-15,1 1 56 0,-5-2-36 16,2-5-232-16,3-9-148 0,-4-6-160 15,4-7-84-15,4-9-176 0,3 0 52 16,1-14-140-16,4-6-336 0,5-12-672 16,2-4-1336-16,-11 8-2757 0</inkml:trace>
  <inkml:trace contextRef="#ctx0" brushRef="#br0" timeOffset="-198784.604">8653 15255 1096 0,'0'0'6340'0,"0"0"-3128"0,0 0-1515 15,0 0-281-15,-84 32 80 16,60-10-164-16,1 6-252 0,3 5-264 16,0 2-88-16,8-3-56 0,1-1-96 0,7-6-148 15,-1-6-220-15,5-5-196 0,0-7-12 16,0-7-112-16,9 0-32 0,-2-7 32 16,5-7 108-16,0-7 4 0,4-5-220 15,0-6-120-15,-4 1-4 0,-1-1 160 16,2 3 12-16,-2 7 40 0,-2 3 8 15,-5 6-96-15,4 5-16 0,-4 1 64 0,-1 3-24 16,1 4-124-16,0 4 292 16,5 5 28-16,-1 7 396 0,-1 3-24 15,1 2-4-15,5 5-12 0,-10-3-16 0,5-1 28 16,1 0-112-16,-5-3-168 0,3-3-88 16,1-2-232-16,-4-9-440 0,9-2-28 15,-6-3 256-15,9 0-148 0,0-8-516 16,0-12-1192-16,4-9-2745 0,-9 7-3547 15,13-23 7812-15</inkml:trace>
  <inkml:trace contextRef="#ctx0" brushRef="#br0" timeOffset="-198520.473">9080 15119 836 0,'0'0'10249'0,"0"0"-8681"16,0 0-992-16,0 0 732 0,-28 83 520 0,12-61-76 15,4 3-496-15,0-2-436 0,0-5-236 16,4 1-252-16,4-5-216 15,0-5-116-15,4-4-48 0,0 2 44 0,8 0-8 16,0-4 12-16,4 1 64 0,4 1 8 16,-4-5 0-16,4 3-8 15,-5 1-52-15,2-1 36 0,-5 3-36 0,-5-2-4 16,5 4-8-16,-8-1 4 0,5 3-4 16,-5 3-12-16,0 3-244 0,-9-4-96 15,2 4-52-15,-5-2 40 0,-1 0-16 0,-2 0-76 16,-5-2-244-16,1-2-212 0,-6-2-460 15,-3-1-964-15,0-3-2657 0,4-4-3803 16,-15-4 8780-16</inkml:trace>
  <inkml:trace contextRef="#ctx0" brushRef="#br0" timeOffset="-197904.829">10132 14979 9100 0,'0'0'1528'15,"0"0"-1027"-15,0 0 219 0,0 0 228 16,-80 64 148-16,60-35-8 0,4 8-208 0,4 8-224 16,5 3-156-16,2 2 60 15,1 5 20-15,4-4-124 0,0-7-196 16,4-6-260-16,4-13-48 0,4-6-52 16,-4-10 12-16,4-5 16 0,4-4-28 0,0-10 52 15,8-5 48-15,-5-11-148 0,6-9-148 16,-1-3-236-16,-5-3-168 0,-3-1 276 0,0 1 20 15,-4 6 64-15,-4 10 152 16,0 2 64-16,-4 8 120 0,1 8-60 0,-5 7-152 16,3 3-164-16,1 11 380 0,4 4 192 15,-4 8 436-15,5 2-124 16,2 4 28-16,-3 0-96 0,0 0 12 0,4-3-128 16,-4-1-60-16,3-3-60 0,2-6-140 15,2-3-60-15,2-7-184 0,7-9-336 16,-1 0-464-16,5-3-340 0,9-9-768 0,-14 2-2021 15,21-15-883-15</inkml:trace>
  <inkml:trace contextRef="#ctx0" brushRef="#br0" timeOffset="-197206.273">11737 15100 1160 0,'0'0'7672'0,"0"0"-4419"16,0 0-1961-16,0 0-556 16,0 0 352-16,0 0 184 0,96-16-176 15,-68 11-392-15,0 0-284 0,3 3-164 16,1-5-56-16,-4 1-28 0,-4 2-112 0,-4 1-36 0,-4 3-24 15,-8 0-112-15,-4 0-32 0,-4 10-16 16,0 7 148-16,-4 4 12 16,-8 11-260-16,-4 2-124 0,-3 2 52 0,-2 5 136 15,-3-3 44-15,5-3 28 16,2-3 24-16,2-3 100 0,2-4 40 16,6-6 8-16,-1-3-44 0,8-4 96 0,0-2 36 15,0-1 64-15,8 2 44 0,7-3 28 16,2 2-36-16,7-3-4 0,-1-2-36 0,5 2-60 15,-4-7-36-15,4 0 8 0,0 0 76 16,0 0-36-16,0-7-48 16,-4 2-88-16,-1-6 0 0,-3 2-12 0,1-1-52 15,-2-2-264-15,1-1-200 0,-4-3-248 16,0 4-376-16,1-1-752 0,-10 3-2200 16,9 1-2297-16</inkml:trace>
  <inkml:trace contextRef="#ctx0" brushRef="#br0" timeOffset="-196674.63">12474 15221 10688 0,'0'0'1937'15,"0"0"-1245"-15,0 0-20 0,0 0 204 16,0 0 280-16,0 0-200 0,0 0-536 16,0 0-196-16,0 0 112 0,0 0 20 15,72-3-148-15,-52-29-208 0,4-3-496 0,-5-4-84 16,2 1 56-16,-5 7 136 0,-8 2 88 16,0 11 72-16,-5 1 28 0,-3 4-152 15,0 8 88-15,-11 2-104 0,-2 3-12 0,-6 0 276 16,-1 0 104-16,-4 8 76 0,0 5-24 15,0 4 72-15,4 8 92 16,5 3 124-16,2 7 76 0,5 3 12 0,1 6-48 16,-1 4 68-16,3 0-36 0,1 2 48 15,0-4-64-15,4-8-152 0,0-7-244 16,0-12-24-16,4-6-100 0,5-7-296 0,2-6-12 16,5-6 232-16,4-10-272 0,4-9-372 15,0-10-820-15,-4 6-2181 16,12-18-2763-16</inkml:trace>
  <inkml:trace contextRef="#ctx0" brushRef="#br0" timeOffset="-196422.342">12849 15005 3572 0,'0'0'7332'0,"0"0"-5815"16,0 0-1121 0,0 0 116-16,56 79 276 0,-49-54 676 15,6 1-56-15,-5 2-452 0,-5 0-388 0,5 2-128 0,-8-2-68 16,4-3 80-16,1 5-84 0,-5-8-76 15,0-4-96-15,0-1-76 16,0-1-20-16,0-7-4 0,0-6-12 0,0-1 4 16,4-2-76-16,0 0-12 0,-1-2-4 15,9-10 4-15,4-7 72 0,0-7-12 16,0-2-60-16,5-4-244 0,-2-7-256 0,1 4 0 16,-1-2-100-16,2-5-188 0,-1 4-448 15,-1 0-1032-15,2 3-2729 0,-5 6-2423 16,-1 1 4713-16</inkml:trace>
  <inkml:trace contextRef="#ctx0" brushRef="#br0" timeOffset="-196190.884">13335 15166 4576 0,'0'0'7577'0,"0"0"-5893"0,4 64-1264 16,0-51-128-16,0-1 124 0,4-8 276 0,4-4 104 16,-1-7-136-16,6-5-252 0,7-10-196 15,-5-5-212-15,5-3-124 0,-3-2-148 16,-2-4 60-16,1 5-36 0,-8 2-16 15,0 1-84-15,-8 2 144 0,0 8 204 16,-4-2-8-16,-8 4 8 0,-4 4 0 16,-4 6 0-16,-8-1 40 0,0 7 228 0,1 4-44 15,-5 11-88-15,0 4-36 0,4 6 24 16,-4 8-60-16,4 1-64 0,8 1-88 16,-4 4-160-16,5-6-708 0,2 0-496 15,1-1-1176-15,5-10-4605 0</inkml:trace>
  <inkml:trace contextRef="#ctx0" brushRef="#br0" timeOffset="-195749.241">14331 15030 4212 0,'0'0'7641'0,"0"0"-5965"16,0 0-852-16,0 0-240 0,0 0 420 0,0 0 264 16,0 0-20-16,80 89-312 15,-69-47-164-15,2-1-164 0,-9 3-96 16,4-6-84-16,-5 1-223 0,-3-11-193 0,4-2-12 15,-4-12-293-15,4-3-203 16,-4-5-64-16,0-6 20 0,0 0-168 0,0-10-264 16,0-5-880-16,0 2-3004 0,0-20-3521 0</inkml:trace>
  <inkml:trace contextRef="#ctx0" brushRef="#br0" timeOffset="-195607.411">14482 14879 6432 0,'0'0'5105'0,"0"0"-4141"0,0 0-712 16,0 0-28-16,0 0-224 0,84-14-156 16,-68 11-548-16,0 0-905 15,4 3-1239-15,-4-4-3200 0,-4 4 5516 0</inkml:trace>
  <inkml:trace contextRef="#ctx0" brushRef="#br0" timeOffset="-195364.016">14765 15137 11249 0,'0'0'2024'0,"0"0"-1120"0,0 77-8 0,0-48 224 15,0-4 156-15,0-6-176 0,0-9-496 0,9-3-444 16,-2-7-112-16,5 0 24 0,8-14 28 16,0-4-88-16,4-8-12 0,0-6-272 15,0-3-96-15,0 3 36 0,0 4 172 16,-5 2 48-16,2 12 4 0,-6 3-28 16,1 8-28-16,-4 3 164 0,-3 0 52 15,2 7 256-15,-3 2 76 0,5 3-4 16,-6 4-84-16,1 0-76 0,4 0-72 15,-4 4-40-15,0-9 40 0,4 6-100 0,-4-1-48 16,8 0-92-16,-5-4-424 0,6 4-468 16,-1-6-316-16,3-4-772 15,2-3-2629-15,-10-3-4355 0,17-3 8088 16</inkml:trace>
  <inkml:trace contextRef="#ctx0" brushRef="#br0" timeOffset="-195107.001">15749 14532 11597 0,'0'0'3800'16,"0"0"-3044"-16,88 0-104 0,-48 0 588 15,12 3-140-15,-8 1-36 16,3-4-296-16,5 0-392 16,0 0-168-16,0-11-124 0,0-1-84 0,0-4-104 0,-5-3-384 15,-3 3-268-15,-4 0-160 0,-8 0-388 16,-8 7-1096-16,-9-1-3709 0</inkml:trace>
  <inkml:trace contextRef="#ctx0" brushRef="#br0" timeOffset="-194932.522">15992 14779 7704 0,'0'0'6029'0,"0"0"-4825"0,28 93-24 15,-11-58 232-15,-2 2 108 0,1-2-52 16,-4 0-456-16,-4-9-611 0,0-1-401 0,0-3-36 16,-4 0-549-16,-4-2-463 0,0-5-128 15,0 2-404-15,0-6-2728 16,-8 3-5741-16</inkml:trace>
  <inkml:trace contextRef="#ctx0" brushRef="#br0" timeOffset="-194756.974">16128 15112 10876 0,'0'0'4873'0,"0"0"-4081"0,83-19-228 0,-51 10 4 0,0-1-108 15,1 1 96-15,-6-4-64 0,-7 7-492 16,0-3-148-16,-4 2-480 0,-4 4-312 15,-8 3-348-15,0 0-512 16,-4 6-1060-16,-13 10-2189 0,-2 3-1199 0,-1-3 6080 16</inkml:trace>
  <inkml:trace contextRef="#ctx0" brushRef="#br0" timeOffset="-194623.879">16128 15326 704 0,'0'0'8444'0,"0"0"-4599"0,0 0-2801 16,0 0-576-16,0 0-112 0,-4 70 96 15,24-64 376-15,8-3 164 0,7-3-284 16,6 0-104-16,2-3-88 0,6-3-184 0,-2-7-232 15,5 0-96-15,-9-6-4 16,6-3-48-16,-10-3-396 0,5-7-444 0,-8 0-516 16,-8 6-1232-16,8-18-5693 0</inkml:trace>
  <inkml:trace contextRef="#ctx0" brushRef="#br0" timeOffset="-194414.095">17371 13939 10576 0,'0'0'6169'16,"0"0"-5137"-16,0 0-992 0,-15 66-40 16,2-28 0-16,5 3 468 0,1 10 568 15,-6 3-256-15,9 6-680 0,-3 3-100 16,-1 2-404-16,-5 4-296 0,6 1-160 15,-10-3-280-15,6-17-1260 0,-10 21-3849 0</inkml:trace>
  <inkml:trace contextRef="#ctx0" brushRef="#br0" timeOffset="-191387.538">14048 14325 4316 0,'0'0'2668'0,"0"0"1745"0,0 0-3529 15,0 0-220-15,0 0 472 0,0 0 340 0,0 0-172 16,0 0-384-16,0 0-336 0,0 0-192 16,13 73 40-16,-13-41 96 0,0 6-64 15,-5 6-148-15,-3 8-108 0,-4 2-124 16,-8 5 40-16,0 3-40 0,-3 1-12 0,-5-3 52 15,4 0-64-15,0-5-48 0,-4-5 24 16,4-3-36-16,4-5-8 16,0-4 4-16,1-3-8 0,2-10-72 15,6-2-12-15,2-11-64 16,5-6-72-16,0-6-12 0,4 0-84 16,0-6 68-16,0-10-116 0,0-6-104 0,0-6 48 0,4-8 12 15,0-2 36-15,1 1 76 0,-5-2 48 16,0 8 260-16,0 1 72 0,4 5-8 0,-1 7 48 15,-3 5 148-15,8 4-24 0,-4 2 8 16,4 4 4-16,0-1-12 16,4 4-16-16,4 0-12 0,4 4-12 0,0-1-8 0,0 6-56 15,0 4 4-15,4 3 12 16,-4 4 60-16,-1-1-112 0,1 6-12 16,-4 0 4-16,0 0-76 0,1 4 28 0,-6-3-40 15,1-1-48-15,-3-3-12 0,2-6-76 16,-3-7-268-16,4-2-136 15,0-4-100-15,0-3-124 0,0-10-416 0,4-3-848 16,-8 1-1212-16,0-5-3101 0</inkml:trace>
  <inkml:trace contextRef="#ctx0" brushRef="#br0" timeOffset="-191130.497">14355 14036 2584 0,'0'0'7116'0,"0"0"-5015"0,0 0-665 15,0 0-332-15,0 0-156 0,0 0 112 16,0 0-300-16,-20 76-352 15,16-37-272-15,-4 1-128 0,0 5-8 0,-4 3-48 16,4-4-140-16,0 5-596 0,-3-2-432 16,2-12-928-16,-6 18-3437 0</inkml:trace>
  <inkml:trace contextRef="#ctx0" brushRef="#br0" timeOffset="-187054.163">9303 16398 9444 0,'0'0'2249'0,"0"0"-1125"0,0 0-344 16,0 0 44-16,0 0 336 0,0 0-188 15,0 0-288-15,0 0-336 0,0 0-224 0,0 0-52 16,-24 7 80-16,20 6 56 16,4 9-36-16,-4 6-36 0,4 8-36 15,-4 5-52-15,4 3 28 0,0 7 60 0,0 0-128 16,0 0 4-16,0 0 48 0,0-4-52 15,8-6 80-15,-4-3-40 0,8-9-48 16,0-4 4-16,4-5 4 0,0-8-4 0,0-2-4 16,7-4 0-16,-3-6 0 15,1 0 4-15,2-10-4 0,5-2 100 0,-4-7-28 0,4-3-32 16,-4-7-40-16,4 0-136 16,-4 1 76-16,-5-4-52 0,2 0 16 15,-2-3 8-15,1 0-32 0,-3 1-28 16,-2 2-76-16,-2 0 28 0,-2 3 72 15,-3-2-12-15,-4 5-140 0,5-2-8 16,-9 2 212-16,3 5 12 0,1-2 60 16,-4 7 64-16,0 3-52 0,0 4 112 15,0 2-28-15,0 1 4 0,-4 6 36 16,1-3 64-16,-2 3-4 0,-3 0-8 0,-4 0-180 16,5 0 0-16,-6 6 4 0,-2 1-4 15,2 2 0-15,-2 7-8 16,-2-4 4-16,2 8-8 0,-2 1 4 0,2 5 0 15,-1 3-4-15,0 3 4 0,0 3 8 0,4 2 72 16,-4 4-72-16,0 1-16 16,4-1 16-16,0 1 56 0,1 2 0 0,2-2-4 15,1-1 16-15,1-3-4 0,-2 3-16 16,9-6-52-16,-4 4 40 0,4-6-44 16,0 3 0-16,0-1-12 0,4 0 12 15,1 3 44-15,-5-1-44 0,4-4 4 16,-1-2 4-16,-3-2-4 0,0-4-4 0,4 1-8 15,-4-3-36-15,4-8 44 0,0 1 0 16,-4-3-72-16,4-5-24 16,1-3-28-16,-5-3-36 0,4 2 24 0,-4-4-88 15,0 0-12-15,0 0-60 16,0 0-116-16,0 0 16 0,0-4 32 0,0 2-80 16,0-5-196-16,0-3-536 0,0-3-1008 15,0-9-2673-15,3 6-1339 0,1-15 5428 0</inkml:trace>
  <inkml:trace contextRef="#ctx0" brushRef="#br0" timeOffset="-185345.091">10107 17142 1228 0,'0'0'284'16,"0"0"5856"-16,0 0-4040 0,0 0-719 16,0 0-149-16,0 0-80 0,0 0 28 15,0 0-72-15,0 0-240 0,0 0-272 0,73 75-136 16,-69-55-112-16,0 5-104 0,-1 4-108 15,-3 6-4-15,0 0-132 16,0 3 0-16,-7 3 0 0,-2-2-12 0,-3-1 4 16,5-4 4-16,-6-2 0 0,-2-3 8 15,2-4 4-15,-2-6 52 0,-2-3-44 16,2-4 56-16,3-5-64 0,-4 0-8 16,0-4 0-16,4-3 0 0,-3 0 0 15,2-3-60-15,1-8-152 16,0-4-32-16,4-1 44 0,-3-6 40 0,3 0-12 0,-1-4 8 15,5 4-8-15,4 0 172 16,0 3 44-16,0 2 68 0,0 9-48 16,4-3 72-16,0 8-52 0,1 0-84 0,3 1-12 15,3 2-40-15,2 0 52 0,2 0 0 16,2 2-60-16,6 4 60 0,-3 1 8 16,4-1 68-16,4 6 0 0,0-5-76 15,-1 5-4-15,1 2 0 0,0-1 0 16,-4-1-48-16,4 1-36 0,-4 3 28 15,-4-3-4-15,0-1 16 0,0 1-88 0,-5-1-152 16,-2-2-72-16,-1-1-64 16,-1-2 20-16,-2-1-124 0,-1-3-280 15,-5-3-476-15,5 0-252 0,-4 0-205 16,1 0-175-16,-1-5-504 0,0-9-536 0,-4 8 700 16,3-16 1852-16</inkml:trace>
  <inkml:trace contextRef="#ctx0" brushRef="#br0" timeOffset="-185028.607">10558 16852 3892 0,'0'0'1668'0,"0"0"3112"0,0 0-3295 16,0 0-501-16,0 0-192 0,4 83 72 15,0-57 144-15,-4 2-368 0,0 1-336 0,0 2-204 16,0-1-100-16,0 1-72 0,0-3-284 15,-4 1-524-15,0-4-360 0,0-6-740 16,4-3-2693-16</inkml:trace>
  <inkml:trace contextRef="#ctx0" brushRef="#br0" timeOffset="-181486.452">11172 16719 1604 0,'0'0'5976'16,"0"0"-931"-16,0 0-3285 0,0 0-676 15,0 0-176-15,0 0 188 0,0 0-156 16,0 0-140-16,32-7-212 0,-17 14-296 0,1-3-192 15,-4-1-100-15,1 2-72 0,-2 6-40 16,1-5-96-16,-7 0-320 16,2 3-272-16,1 1-324 0,-8 0-580 0,4 3-828 15,-4 2-2369-15,0-5-2531 0,-8 9 6724 16</inkml:trace>
  <inkml:trace contextRef="#ctx0" brushRef="#br0" timeOffset="-181321.938">11108 17081 3116 0,'0'0'5968'0,"0"0"-3759"0,0 0-1029 0,0 0-540 0,0 0-4 16,0 0 240-16,0 0-8 15,0 0-276-15,0 0-264 0,0 0-252 16,47 64-76-16,-34-58-120 16,2-3-236-16,-2-3-560 0,2 4-516 0,-3-1-1389 0,0-3-4891 15,-4 6 4788-15</inkml:trace>
  <inkml:trace contextRef="#ctx0" brushRef="#br0" timeOffset="-177781.384">12877 16926 3208 0,'0'0'2240'0,"0"0"2112"0,0 0-2407 15,0 0-305-15,0 0-268 0,11 79-228 0,-11-50-216 16,0 5-180-16,0 4-180 0,0 4-48 16,5 2-104-16,-5 1-48 15,0 2-108-15,0 4-52 0,0 0-52 16,-5 0-60-16,5-7-96 0,-4 1-8 0,1-4-4 16,3-9-112-16,0-4 4 0,0-8-116 15,0-8-116-15,0-6-216 0,0-6-108 16,3 0-232-16,-3-9-256 0,4-7-764 15,-4-10-900-15,5-5-1661 0,-5-4-1015 0,0 6 4956 16</inkml:trace>
  <inkml:trace contextRef="#ctx0" brushRef="#br0" timeOffset="-177562.15">12869 17104 2856 0,'0'0'276'0,"0"0"-172"0,0 0 5720 16,0 0-3895-16,0 0-669 15,0 0-304-15,64-67 100 0,-49 60 32 0,5 4-196 16,-3 0-264-16,-2 3-132 15,2 0-88-15,-6 0-136 0,1 0-136 16,-4 6-36-16,0 1-40 0,-4 5-60 0,-4 1 0 16,0 4-72-16,0 2-100 0,-8 0-64 15,-4 2-48-15,0 2-4 16,-3-1 80-16,-2-3-68 0,1-4-112 0,0 2-80 16,0-8-20-16,1 0-92 0,-2 1-344 0,6-7-400 15,-6-3-605-15,6 0-1307 0,-1 0-2876 16,3-9 5928-16</inkml:trace>
  <inkml:trace contextRef="#ctx0" brushRef="#br0" timeOffset="-177299.989">13363 16637 3332 0,'0'0'8433'0,"0"0"-6377"16,0 0-904-1,0 0-144-15,0 0 304 0,75-7-48 0,-43 1-356 0,5-3-404 16,-2-4-272-16,-3 4-108 0,4-4-124 16,-8 3-136-16,4 1-404 15,-8-1-184-15,-1 4-52 0,-7-1-288 0,-8 4-668 0,0 3-1280 16,-8 0-2965-16,0 3 97 0</inkml:trace>
  <inkml:trace contextRef="#ctx0" brushRef="#br0" timeOffset="-177078.659">13466 16691 3392 0,'0'0'728'0,"0"0"4356"0,0 0-2747 15,-39 85-785-15,31-53-360 0,4 0-52 16,4 0-24-16,0 0-92 0,0-1-272 15,8-2-296-15,3 2-60 0,-3-2-140 16,8-4-108-16,-4 1-24 0,1-3-120 16,2-9-4-16,-2 3-8 0,-2-8-8 0,1 1-44 15,0-4-36-15,0-6-444 0,4 0-28 16,-4 0-36-16,4-3-32 0,-4-10-352 16,4-2-976-16,0-4-2257 0,-5-1-3059 15,6-12 5000-15</inkml:trace>
  <inkml:trace contextRef="#ctx0" brushRef="#br0" timeOffset="-176891.661">13869 16684 756 0,'0'0'6780'0,"0"0"-4448"0,0 0-627 16,0 0-69-16,63 79 128 0,-42-49-28 0,-1-2-444 16,-1 3-428-16,1-2-252 0,1 0-168 15,-6-4-164-15,5-2-280 16,-4-5-108-16,0-1-464 0,0-8-352 15,0-3-200-15,-1-6-240 0,2-3-956 16,-2-9-2117-16,-2-1-3275 0,2-13 7032 0</inkml:trace>
  <inkml:trace contextRef="#ctx0" brushRef="#br0" timeOffset="-176727.478">14175 16700 312 0,'0'0'11821'0,"0"0"-10073"0,-59 67-1176 16,31-32-156-16,1 9 404 15,-5 1 520-15,4 2-396 0,0-2-440 0,4-4-184 16,0-6-108-16,8-3-212 0,0-6-224 16,4-5-624-16,3-8-460 0,6-6-516 15,3-7-2157-15,0 0-4083 0,3-16 6344 16</inkml:trace>
  <inkml:trace contextRef="#ctx0" brushRef="#br0" timeOffset="-176337.015">14447 16516 3604 0,'0'0'652'0,"0"0"6881"0,0 0-5653 16,0 0-336-16,0 0-384 0,0 0-300 16,0 0-80-16,0 0-224 0,91 13-260 0,-74-13-160 15,2-3-76-15,5 0-60 0,-4-1-64 16,3 4-12-16,-2 0 4 0,-1 0 20 15,-1 4-20-15,2 2 68 0,-5 3 4 16,-5 4 0-16,1 3 60 0,-3 3 52 0,-2 0 24 16,-3 3-28-16,-4 3-92 15,4 4 44-15,-4 0-60 0,0-1 0 0,0 4-48 16,4-3-40-16,0 2 16 0,5 1-4 16,-6 4 28-16,5-5-40 0,0 4-44 15,1 0 20-15,-6-4 72 16,1-2 40-16,0-4 96 15,0 1-44-15,0-7-48 0,-4 0 44 0,4-3 0 0,-4-4-36 0,0-2 36 16,0-1-44-16,0-2-8 16,-4-1 4-16,0-3-384 0,-4 1-48 15,1-2 12-15,-10-2-304 0,1 4-456 0,-7-4-612 16,-5 3-1036-16,-4-3-2273 16,4 3-395-16,-20-3 5037 0</inkml:trace>
  <inkml:trace contextRef="#ctx0" brushRef="#br0" timeOffset="-173920.498">15447 16852 220 0,'0'0'9836'16,"0"0"-7439"-16,0 0-1033 0,0 0-24 15,0 0 144-15,0 0-240 0,0 0-332 16,0 0-356-16,0 0-240 0,0 0 40 16,0 0 388-16,0 0-292 0,40 23-76 15,-29-17-144-15,6 0 37 0,-2 0-5 16,5-1 52-16,1-5 12 0,-2 0-28 0,1 0-56 15,8 0-52-15,-4-5-12 0,3 3-20 0,5-5-52 16,1 2-12 0,-1-2-48-16,0-3 0 0,3 4-44 0,5-1 0 15,3 1 0-15,2 0 0 0,2-1 44 16,1 1-36-16,4-3-8 0,-1 2 8 16,5-5-4-16,0 2-4 0,0 0 0 15,4-3-4-15,0 4-96 0,0 0-12 0,0 2-12 16,-5 0-48-16,1 7-4 15,-4-2 52-15,0 2 0 0,-9 0-76 0,-3 2 16 16,-5 5 24-16,-3 0 60 0,-4-4 84 16,-4 3-76-16,1-6-8 0,-5 4-36 15,-1-4 0-15,-3 0-40 0,0 0-32 16,0-4-40-16,-4-2-49 0,0-4-23 0,0 1-60 16,-4-1-16-16,-1-3-96 0,-2 0-196 15,-1-1-388-15,-4-3-868 0,0 1-1284 16,0 7-3045-16,-12-10-503 0</inkml:trace>
  <inkml:trace contextRef="#ctx0" brushRef="#br0" timeOffset="-173574.849">16897 16531 3224 0,'0'0'928'0,"0"0"2884"15,0 0-1352-15,0 0-479 0,0 0-477 16,0 0-100-16,0 0-84 0,0 0-100 0,0 0-232 16,0 0-228-16,0 0-148 0,60-50-28 15,-52 50-24-15,3 0-96 0,6 0-111 16,-6 0-49-16,10 3-52 16,-6 4-32-16,5 0-88 0,1 1-124 0,-6 2 4 15,5 0 36-15,0 2-48 0,-4-2-12 16,-1 3-36-16,2-1-12 0,-9 1-36 0,4-1-28 15,-4 1-68-15,-4 0-28 16,-4 3-32-16,4 0-53 0,-4 3 25 16,-4-1 0-16,-4 1 24 0,-5 4-36 0,2-4-24 15,-1 0-4-15,-8 4-56 0,0-4-4 16,-3 3-148-16,-5-3-364 16,0 4-840-16,-4-4-1048 0,-5 0-2285 0,10-7-1751 15,-10 1 6108-15</inkml:trace>
  <inkml:trace contextRef="#ctx0" brushRef="#br0" timeOffset="-172988.345">17698 16230 7172 0,'0'0'4993'15,"0"0"-3217"-15,0 0-196 16,79 29-364-16,-38-20-108 15,2-3-184-15,1-1-76 0,0-5-296 0,-1 0-248 0,-2-11-156 16,-1-5-148-16,-5 1-64 0,1-7-384 16,-4-1-312-16,-8 1-164 0,-4 3-352 15,-4 3-832-15,-13 7-2321 0,-3 2-1707 0</inkml:trace>
  <inkml:trace contextRef="#ctx0" brushRef="#br0" timeOffset="-172807.98">17964 16284 3684 0,'0'0'560'0,"0"0"4704"0,-3 67-3215 0,3-35-345 16,0 9-256-16,0 3-76 16,3 4-24-16,1-1-48 0,1 1-340 15,3 0-340-15,-8-7-240 0,0 1-196 0,4-4-184 16,-4-10 0-16,0-6-124 0,0-3-300 16,0-9-212-16,4-1-312 15,-4-2-212-15,3-3-640 0,-3-2-2596 0,0-2-4389 0,-3 0 7493 16</inkml:trace>
  <inkml:trace contextRef="#ctx0" brushRef="#br0" timeOffset="-172637.864">17957 16805 1016 0,'0'0'11345'0,"0"0"-9193"16,0 0-976-16,0 0 216 0,88-6-132 15,-60-4-300-15,-1 1-564 0,1-4-396 16,-4 0-408-16,4-3-108 0,-8 7-112 0,-9-1-252 15,2 3-448-15,-13 7-908 16,0 0-2157-16,-13 11-1967 0,2-3 4196 16</inkml:trace>
  <inkml:trace contextRef="#ctx0" brushRef="#br0" timeOffset="-172483.475">17905 16980 2844 0,'0'0'128'16,"0"0"812"-16,0 0 4416 0,0 0-3379 0,-52 69-553 15,49-56-148-15,3-3-64 0,3-1-12 16,13-3-20-16,0-2-188 0,12-4-292 0,0 0-112 15,12-7-124-15,-1-9-108 0,6-3-160 16,-2-6-196-16,1-4-64 0,0 1-436 16,-4-4-416-16,4-3-304 0,-4 3-372 15,-5 1-1564-15,-11 9-3457 0</inkml:trace>
  <inkml:trace contextRef="#ctx0" brushRef="#br0" timeOffset="-172240.811">18866 15849 8944 0,'0'0'5157'15,"0"0"-3829"-15,0 0-676 0,0 0 28 16,0 0 448-16,0 0-56 15,-13 80-568-15,5-53-504 0,1 9-24 0,-2-1-284 16,-3 6-208-16,1 0-224 0,-6 4-328 16,6 6-592-16,-9 0-1532 0,8-14-3793 15</inkml:trace>
  <inkml:trace contextRef="#ctx0" brushRef="#br0" timeOffset="-170063.076">13789 17637 3764 0,'0'0'1344'0,"0"0"2564"0,0 0-2692 16,0 0-780-16,0 0 93 15,0 0 267-15,0 0 256 0,0 0-176 0,0 0-252 16,32 75-232-16,-28-51-80 0,0 1 104 16,0 6 48-16,-4 7 104 0,0 4-84 15,0 5-184-15,0 1-52 0,0-1-124 16,0 5-24-16,-8-6-28 0,4 0-60 16,0-5-4-16,4-9-4 0,-3-4-4 15,3-8-48-15,0-5-12 0,0-5-4 0,0-4 52 16,0 1-48-16,3-5 8 15,-3-2-20-15,0 0-4 0,4 0-136 0,-4 0 164 16,0 0 48-16,0 0 48 0,0-2-36 16,0-2 52-16,4 1-4 15,-4-1-8-15,4-4-40 0,0-3-12 0,0-1 0 0,4-4-100 16,0-3-12-16,-4 3 64 0,4 0-52 16,-4 3-12-16,-1 1 104 15,2 2 4-15,-5 4 4 0,4 0 4 0,-4 3 4 16,0-1 4-16,0 4 36 0,0 0 4 0,0 0-52 15,0 0 0-15,0 0-52 16,0 0 40-16,0 0-60 0,0 0-16 16,0 0 0-16,0 0 24 0,0 0 4 15,0 0-4-15,0-3 4 0,4 3-28 16,-4-3 4-16,4 3 84 0,0-3 8 16,0 3-8-16,-1-3 0 0,-3 3-4 0,4-4 4 15,-4 4 60-15,5 0-12 0,-5 0 4 16,0 0-4-16,0 0 40 15,4 0 12-15,-4 0-40 0,0 0-48 0,0 0-4 16,0 0-4-16,0 0 0 0,0 0 0 16,0 0-4-16,0 0 4 0,0 0-4 0,0 0 0 15,0 0 0-15,0 0 0 0,0 0 0 16,0 0 12-16,0 0 36 0,0 0-48 16,0 0 88-16,0 0-24 0,0 0 8 0,0 0 16 15,0 0-28-15,0 0-44 16,0 0-4-16,0 0-12 0,0-2-12 15,0 2-52-15,0 0-12 0,0 0-20 0,0 0-56 16,0 0-8-16,0 0-4 0,0 0-20 16,0 0 8-16,0 0 8 15,0 0 4-15,0 0-24 0,0 0-12 0,0 0 0 16,0 0-16-16,0 0 16 16,-4 0-52-16,4 0-256 0,0 0-356 15,-5 0-580-15,5 0-877 0,-4 0-2911 0,4 0 817 16,13 0 4414-16</inkml:trace>
  <inkml:trace contextRef="#ctx0" brushRef="#br0" timeOffset="-168400.866">13793 17668 692 0,'0'0'520'0,"0"0"236"16,0 0 652-16,0 0 3484 16,0 0-2668-16,0 0-911 0,0 0-401 0,0 0 32 15,0 0-44-15,0 0-204 0,0-3-184 16,0 3-184-16,0 0-60 15,0 0-20-15,0 0-36 0,0 0-36 0,-4 3-52 0,1 1 24 16,-2-1-60-16,-3 6-44 16,0 1-44-16,-8 6-48 0,4 3 48 0,1 6 12 0,-2 4 0 15,2 2 100-15,-1 2 36 16,0-1-140-16,4-1 80 0,0-5-28 16,3-4-44-16,1-3 92 0,4-7-32 0,0-6-76 15,0 1-88-15,0-7-60 0,0 0-24 16,9 0 84-1,-5 0-72-15,4-7-40 0,3-2-36 0,-2 0-52 0,2-7 52 16,1-7-68-16,1 4 40 16,-2-2 76-16,-3-2-12 0,-3 4 72 15,2 0 40-15,1 3-40 0,-4 3-8 0,0 4 72 16,0 5 60-16,-4 1-4 16,0 3 8-16,5 0 148 0,-5 0 140 0,0 3-100 15,0 4-60-15,3 5 72 0,-3 1 232 16,4 3-84-16,0 3-88 0,4 3 104 0,-4 0-56 15,4 1 4-15,-4 2-4 0,4 4 0 16,-4 0-72-16,8-1 32 0,-4 4-8 16,0-3-112-16,0-1-52 0,4 1-8 15,-4-1 32-15,0 0-116 0,-1-2 12 16,-2 2 80-16,-1-2-84 0,-4-1-8 0,4 1-4 16,0-4-4-16,-4 3 4 15,0-5 0-15,0 1 0 0,0-5 0 0,0 4 4 16,0-5 0-16,0 2 8 15,-4-5 36-15,0-2-40 0,4-2 8 0,-9 3-8 16,5-5-4-16,-3 1 0 0,-1-1-4 16,0-3-8-16,-4 3-8 0,-4 1-32 15,0 2 0-15,0-3 0 0,0 1-64 16,-4-4-32-16,0 3-28 0,-4-2-52 16,0-2-20-16,1-2 48 0,-1 0 20 0,0 0 92 15,4 0-104-15,0 0 28 0,4 0 0 16,0 0 152-16,4-6 4 0,4 0-32 15,4-4 36-15,-3 1 72 0,7-7-72 0,-5-3-84 16,5 0-68-16,5-6 44 16,2 0 8-16,1 0 36 0,8-2 56 15,-4 2 8-15,4 6-8 0,0 0 8 0,4 3 124 16,-4-1-120-16,4 5 44 0,-5 3-48 16,2 0-16-16,3-1-56 0,-5 0 20 15,-3 2-56-15,4 1-20 0,-4 0-208 0,0 4-100 16,-4 3-268-16,0 0-636 15,-4 0-812-15,4 0-1073 0,-8 3-2283 0,4 4 2284 16</inkml:trace>
  <inkml:trace contextRef="#ctx0" brushRef="#br0" timeOffset="-167876.731">14104 17736 536 0,'0'0'6900'0,"0"0"-2975"0,0 0-2401 15,0 0-440-15,0 0-72 0,0 0 56 16,0 0-212 0,-28 66-112-16,28-31-236 0,0 3-64 0,0 4 48 0,0 2-36 15,12 0-52-15,-4-6-112 0,0 0-120 16,4-2-124-16,-4-8-44 0,0-3-4 0,4-6-60 15,-4-9-404-15,0-4-160 0,4-6 8 16,0 0-124-16,0-13-368 16,3-2-736-16,-2-11-2297 0,2 1-3147 0,-6 3 5044 15</inkml:trace>
  <inkml:trace contextRef="#ctx0" brushRef="#br0" timeOffset="-167690.256">14299 17830 2760 0,'0'0'156'0,"0"0"5580"15,0 0-2831-15,0 0-933 0,0 0-400 0,84 51 0 16,-60-28-208-16,0 4-156 0,3 0-264 0,-3-2-272 16,0-3-308-16,0-6-268 0,1 0-96 31,-6-6-484-31,1-3-336 0,0-7-260 16,4 0-376-16,-4-14-1052 0,0-5-2085 0,-4 3-3155 0,0-16 5932 15</inkml:trace>
  <inkml:trace contextRef="#ctx0" brushRef="#br0" timeOffset="-167548.365">14654 17808 432 0,'0'0'8612'0,"0"0"-5787"15,0 0-1073-15,-76 90-256 0,53-50-24 16,-9 2-92-16,4-1-332 0,0 4-276 0,0-7-260 16,4-4-192-16,3-8-320 0,6-4-48 0,2-9-652 15,6-4-304-15,3-9-208 16,4 0-824-16,4-16-2681 0,0 4-3543 0,16-23 6876 0</inkml:trace>
  <inkml:trace contextRef="#ctx0" brushRef="#br0" timeOffset="-167336.602">14785 17748 952 0,'0'0'6928'16,"0"0"-2839"-16,0 0-2301 0,0 0-168 15,88 38-164-15,-64-22-164 0,-1 6-184 16,-2 3-372-16,-1 1-236 0,-5 3-72 15,2 3-184-15,-6-1-64 0,2 4-92 0,-9-3-84 16,-1 0-4-16,-3 0-220 16,-3-4-160-16,-6 0-20 0,-3-2-164 15,-3-4-72-15,-5-3-76 0,-4 0-132 0,-8 0-372 16,-4 1-752-16,-4-5-992 16,12-3-3789-16,-20 5 2521 0</inkml:trace>
  <inkml:trace contextRef="#ctx0" brushRef="#br0" timeOffset="-166800.486">15682 17729 416 0,'0'0'9204'0,"0"0"-6911"0,0 0-401 16,0 0-288-16,0 0-208 0,0 0-68 0,0 0-196 15,0 0-300-15,0 0-280 0,24 63 32 16,-13-31-96-16,6 12-135 0,-6 5-101 16,2 1-104-16,-5 1-140 0,-5-7 52 15,1-2-60-15,-4-4-56 0,4-10-248 0,0-3-85 16,-4-6-123-16,0-6-48 16,5-3-184-16,-1-7-164 0,-1-3-488 15,-3 0-1080-15,8-7-2141 0,-8-2-1655 0,4-1 2300 16</inkml:trace>
  <inkml:trace contextRef="#ctx0" brushRef="#br0" timeOffset="-166607.785">15829 18049 3292 0,'0'0'584'0,"0"0"5492"0,0 0-3927 16,0 0-285-16,0 0-260 0,0 0-24 0,100-6-204 16,-72 6-236-16,7 0-172 0,1 4-188 15,12-4-223-15,4 0-253 0,-1-4-172 16,5-2-32-16,8-1-48 0,4-2-44 15,4 0-16-15,-1-8 8 0,1 2-84 16,-4-1-148-16,-4-3-181 0,-13 5-63 16,-3 0-108-16,-8 1-60 15,-8 3-300-15,-8 3-364 0,-13 4-1456 0,-6-2-3081 16,-5 5-3299-16,-8 0 9025 0</inkml:trace>
  <inkml:trace contextRef="#ctx0" brushRef="#br0" timeOffset="-166358.194">16746 17780 3080 0,'0'0'780'16,"0"0"288"-16,0 0 2936 0,0 0-2104 0,0 0 205 16,0 0-465-16,0 0-268 0,0 0-356 15,83 22-256-15,-63-12-192 16,0-1-184-16,-4 4-128 0,0 0-72 0,0-1-84 0,0 1-88 16,-4-1 88-16,0 8-100 15,-4-5-4-15,-4 8-12 0,-4-1-240 16,0 3-52-16,-12 4 36 0,0 0-36 0,-4-1-36 15,-4 3-116-15,-4-1 0 16,1 1-52-16,-5-3-68 0,-4 1-252 16,4-4-460-16,4-6-688 0,-4-3-1901 0,11-2-1739 15,2-14 5360-15</inkml:trace>
  <inkml:trace contextRef="#ctx0" brushRef="#br0" timeOffset="-165473.208">18020 17780 2820 0,'0'0'0'0,"0"0"0"0,0 0 3924 15,0 0-2368-15,0-79-196 0,-3 65-416 0,-1 8-171 16,0 0 103-16,-5 6 312 16,1 0-172-16,1 4-360 0,-1 8-280 0,-5 7-148 15,6 13 48-15,-5 6 40 0,0 9 36 16,4 7 84-16,0 1 48 0,-1-8 72 15,9-6-136-15,0-11-224 0,0-12-88 0,5-6-108 16,7-12-184-16,-1 0-40 16,10 0 76-16,-5-12 12 0,7-6-208 0,-2-9-204 15,-1-1-160-15,-1-4 16 0,-2-4 164 16,-2 9 84-16,-6 2 156 16,-2 5 136-16,-3 8 152 0,0 2 8 0,-4 3 80 0,0 4 52 15,0 3 24-15,0 7 228 16,0 2 20-16,4 10-36 0,5 3-96 15,-6 6 32-15,5 8-100 0,4-1-48 0,0 3-16 16,-4 0-24-16,4 1 100 0,-9 1 60 16,6 2 52-16,-9-1 48 15,0 0-76-15,0-2-28 0,0 2 64 0,-9-3 48 16,2-4 24-16,-5 1-96 16,4-3-164-16,0-3 4 0,-4-3-76 0,4-4-36 15,-4-7-44-15,4-2-4 0,-3-7-60 16,-2 1-148-16,2-4-24 0,-10-3 0 15,6 0 36-15,-5-3 52 0,-5-7-176 16,1 1-24-16,1-7 0 0,-1-6-24 0,4-1-76 16,0-2 12-16,4 0-252 0,4-7-232 15,9 0-696-15,3-3-720 0,3-4-893 16,5 14-2527-16</inkml:trace>
  <inkml:trace contextRef="#ctx0" brushRef="#br0" timeOffset="-165249.088">18559 17602 9976 0,'0'0'2665'0,"0"0"-973"0,0 0-468 16,-13 70-216-16,9-38 208 0,4 6-152 15,-3 0-316-15,3 3-404 0,0 0-148 0,0 1-52 16,7-1-132-16,1 0-8 0,1-6-8 15,2-7-160-15,6-2-304 16,-2-10-280-16,1-6-76 0,4-10-168 0,4-3-452 16,4-16-860-16,0-13-2713 0,-4 6-2223 0,8-25 6272 15</inkml:trace>
  <inkml:trace contextRef="#ctx0" brushRef="#br0" timeOffset="-164869.488">19061 17472 704 0,'0'0'7204'0,"0"0"-4071"16,0 89-1021-16,0-48-196 0,0 11-328 15,0 0-248-15,0 0-192 0,-8 2-268 0,4-4-404 16,-9-2-196 0,6-4-168-16,-1-6-112 0,-1-6-184 0,2-9-36 15,3-8-72-15,-4-5 72 0,4-3-196 0,-1-7-100 16,-2 0 48-16,-5 0-88 0,-1-4-176 15,2-3 24-15,-6 1 192 0,10-7 200 16,-5 1 4-16,0-4-44 0,4-3 180 0,-4 0 168 16,5-3-40-16,2-1 48 15,-3 4 48-15,8 4-44 0,0 2 136 16,0 6 164-16,0 7-68 0,8 0 80 0,1 0 88 16,6 14 184-16,1-2-40 0,4 7-128 15,4 3 0-15,0 0 84 0,-4 0 0 16,3 1-84-16,5-7-188 0,-4-3-228 15,4-1-4-15,-3-5-244 0,2-5-296 16,-3-2-128-16,0-2 128 0,0-8-68 16,0-3-452-16,-5-9-908 0,2-4-2401 15,-10 4-3307-15,6-13 5409 0</inkml:trace>
  <inkml:trace contextRef="#ctx0" brushRef="#br0" timeOffset="-164678.749">19375 17376 1384 0,'0'0'1552'0,"0"0"4444"0,0 0-3811 0,0 0-133 15,8 89-228-15,-3-56-348 0,-5-2-432 16,0 4-300-16,0 0-276 16,-5-7-284-16,1 1-184 0,-4-4-380 0,1-2-424 0,3-4-264 15,-5-6-392-15,9-4-1260 16,0-6-4041-16,0-3 1925 0</inkml:trace>
  <inkml:trace contextRef="#ctx0" brushRef="#br0" timeOffset="-164453.426">19686 17430 1580 0,'0'0'1120'0,"0"0"3880"0,0 0-2656 0,0 0-1143 0,39 76-377 16,-26-56-184-16,-5-1-92 0,-5 0 88 16,6-3-584-16,-1-1-52 0,-4 2-728 0,3-5-216 15,-3 1-392-15,0-1-1069 16,1 1-2015-16,-1-3 1240 16,-4 2 2540-16</inkml:trace>
  <inkml:trace contextRef="#ctx0" brushRef="#br0" timeOffset="-163469.881">19809 17510 992 0,'0'0'468'0,"0"0"224"16,0 0 4736-16,0 0-3768 0,0 0-652 0,0 0-207 15,0 0 71-15,0 0 192 0,0 0-160 16,28 73-244-16,-20-61-204 0,-3 7-16 16,-1 1-28-16,0 0-108 0,-1 1-76 15,1 5-16-15,-4-1 24 0,4 3 0 16,-4 4-60-16,0 0-16 0,0-3-96 16,0 3-4-16,0-1-8 0,0-3-44 15,-4 4 40-15,0-3-40 0,1-4 44 16,-1 0-52-16,-5-2-12 0,1-1 4 0,1 1-8 15,-6-4-80-15,-2 3-16 16,-2-3 112-16,2-4 8 0,-9 1-8 0,-1-3-148 16,-3-1-252-16,-3-2-300 0,-1-4-284 15,-8 1-456-15,5-1-720 0,-5-6-3177 16,12 4-563-16,-13-4 5820 0</inkml:trace>
  <inkml:trace contextRef="#ctx0" brushRef="#br0" timeOffset="-135874.892">12087 16329 7524 0,'0'0'5553'16,"0"0"-4469"-16,0 0-24 0,0 0-344 0,0 0 16 16,0 0 112-16,0 0-176 15,0 0-212-15,0 0-160 16,-11 22 184-16,39-22 376 0,11 0-344 15,10 0-48-15,3-6-160 0,-1-1-96 0,5 0-3 0,0 2-81 16,0-2-40-16,-5 0-84 0,-7 5-72 16,-8-2 72-16,-4 2-4 0,-8 2-156 0,-9 0 27 15,-2 2 33-15,-9 4-152 16,-4 5-64-16,-4 8 96 0,-12 2-84 0,-9 9-52 16,-6 4 16-16,-5 4 132 0,-8 3 48 15,0 1 112-15,1 3-28 0,-6-1-36 16,2 0 112-16,-1 1 12 0,4-1 60 0,0 1 64 15,1-1-128-15,11-5 0 16,4-6 152-16,8 0-40 0,8-8 16 16,4-6 12-16,8-6 44 0,4 0-68 0,8-7-16 15,8 1 40-15,4-5 12 0,8 1 68 16,4-3 52-16,-1 0 0 0,5 0-23 16,4 0-97-16,-4 0-28 0,-4 0-60 15,-1 0 0-15,2-3-60 0,-5 3 0 16,-9-2-12-16,1-2-76 0,0-2 28 15,-4-1-72-15,-4-2-209 0,0-1-159 0,0-2-216 16,-5-4-204-16,2 0-108 16,-2-6-444-16,-2 0-928 0,-1 3-1905 15,-4-13-2151-15</inkml:trace>
  <inkml:trace contextRef="#ctx0" brushRef="#br0" timeOffset="-135644.456">12845 16331 5268 0,'0'0'404'0,"0"0"2208"0,0 0-1564 16,0 0-104-16,0 0 257 0,0 0 143 15,0 0-184-15,0 0-236 0,0 0-104 16,0 0-200-16,-84 49-148 0,65-18-96 16,-6 7-128-16,-6 4-100 0,-1-2 12 0,0 9-72 15,0-2-88-15,-4 1 0 0,-4 3-64 16,0-1-72-16,1-2-112 15,-2 0-248-15,2-3-52 0,3-4-136 0,4-6-220 16,0-4-444-16,12-8-972 0,-12 2-3201 16</inkml:trace>
  <inkml:trace contextRef="#ctx0" brushRef="#br0" timeOffset="-94769.57">21065 17027 4560 0,'0'0'4172'16,"0"0"-1715"-16,0 0-801 15,0 0-624-15,0 0-68 0,0 0 4 0,0 0-64 16,0 0-332-16,80-60-124 0,-57 47-140 16,5-3-72-16,0 4-88 0,0-2-60 15,4 0-4-15,-4 0-84 0,3 2 112 16,-3 2-100-16,-3 4 52 0,-1-1-64 16,-1 4-8-16,-3 3-100 0,0 0 56 15,0 0 52-15,-4 3 8 0,-1 4-8 0,6 2-52 16,-6-2 4-16,2 2 48 15,-2 1 0-15,1 3 56 0,0-5-56 0,0 3 0 16,1-3 48-16,-6 3 84 0,5-8-132 16,0 3-4-16,-1-3 4 0,2-3 136 15,3 0 24-15,-1 0-76 0,2 0-20 16,-6 0-56-16,5 0 52 0,-3 0-52 16,6 0 4-16,1-3 32 0,4-6-44 0,0-2-76 15,4-1 4-15,4-3 60 16,-1-5-212-16,1 4 116 0,1 0-52 15,-5 4 152-15,-1 2-56 16,-3 4 64-16,-8 3 0 0,0 3 40 0,0 3 32 16,-8 3 124-16,-1 1 40 0,2-1 228 0,2 0 112 15,2 1-76-15,2-4-172 0,1-3-36 16,8 0 24-16,0-3-120 0,0-7 25 16,4-2-53-16,-4-1-48 0,4-3-60 15,-4 0-56-15,-5 3 4 0,-3 0-8 16,1 1-48-16,-10 3-168 0,2-4-249 0,-6 7-239 15,-3-5-212-15,-4 5-492 0,0-2-900 16,0-3-2632-16,0-4-3621 0</inkml:trace>
  <inkml:trace contextRef="#ctx0" brushRef="#br0" timeOffset="-94499.103">22558 16551 1512 0,'0'0'352'0,"0"0"7116"15,0 0-5055-15,0 0-621 16,0 0-196-16,0 0-272 0,97 5-392 0,-78 2-248 16,5 3-104-16,0 3-76 0,-4 3 20 15,0 0-264-15,-4 3-164 16,-4 3 16-16,-5 0-52 0,-3 7-60 0,-4-1-72 16,-4 7 8-16,-11 0 4 0,-1 3-48 15,0-3-76-15,-4 1 12 0,0-5 48 16,0 1 40-16,0-7-152 0,0 0-120 15,1-6-148-15,2-3-164 0,2 0-240 16,2-6-352-16,2-3-752 0,-1-5-2009 0,7 2-2807 16,1-4 4820-16</inkml:trace>
  <inkml:trace contextRef="#ctx0" brushRef="#br0" timeOffset="-93759.988">24193 16421 7264 0,'0'0'5945'0,"0"0"-3953"15,0 0-496-15,103-13-416 0,-60 3 68 0,6-2-312 0,-2-4-212 16,1 0-172-16,0 0-212 0,0 1-116 16,-4 4-28-16,-1 3 4 15,-7 2-88-15,-8 1-12 0,-8 5-76 0,-4 5-68 16,-4 3 32-16,-8 5 4 0,-4 6 48 0,-8 6-52 16,-8 5-116-16,-4 1 32 15,-4 4 60-15,1-1 28 0,-9 4-16 0,4 1-24 16,-4-4 88-16,0 3 8 0,0 0 44 15,0 0 16-15,1 1 56 16,6-4-56-16,1-1 52 0,4-2-60 0,8-4 4 16,1 2-4-16,6-5-48 0,5-3 48 0,0-3 112 15,9-3 108-15,2-4-60 0,10-2 56 16,3-4 80-16,8-6-116 16,3 0-32-16,1-3 108 0,7-6-40 0,2-4-7 15,-2 4-65-15,-3-4-32 0,0 3-112 16,0-2 0-16,-5-1-136 15,-3 3-57-15,0-6-307 0,-4 1-156 0,-4-2-164 0,0-2-408 16,1-3-820-16,-6 6-2656 16,5-12-4005-16</inkml:trace>
  <inkml:trace contextRef="#ctx0" brushRef="#br0" timeOffset="-93548.221">25209 16316 10164 0,'0'0'1305'16,"0"0"-973"-16,0 0 504 0,0 0 740 16,0 0-148-16,-84 54-708 15,63-28-508-15,-3 5-88 0,-4 4 12 0,1 7 16 16,-9 2-104-16,4 1-48 0,-4 2-48 16,4-3-16-16,0 1 52 0,1-7-348 15,3 0-296-15,4-3-136 0,4-7-336 16,0-5-440-16,8-4-1137 0,0-6-2647 15,4-5 1005-15</inkml:trace>
  <inkml:trace contextRef="#ctx0" brushRef="#br0" timeOffset="-93051.579">25304 16856 2108 0,'0'0'1996'15,"0"0"3796"-15,0 0-3631 0,0 0-297 16,4 75-284-16,0-45-148 0,4 4-252 0,-4 1-404 15,-1 7-212-15,-3-2-160 0,0 6 64 0,0-2-44 16,0 3-180-16,-7 4-96 16,-5-3-136-16,3-4 64 0,2-6-76 15,-1-6-96-15,4-10-40 0,0-6-48 0,4-4-96 16,0-5 24-16,0-7-24 16,0 0-52-16,0 0-168 0,0-7-264 15,-4-1-500-15,4-12-644 0,0-2-488 0,-4-6-2029 16,4 6-1027-16,-4-23 2624 0</inkml:trace>
  <inkml:trace contextRef="#ctx0" brushRef="#br0" timeOffset="-92855.488">25327 16970 692 0,'0'0'9668'16,"0"0"-8007"-16,0 0-601 0,0 0-28 0,0 0 180 16,101-19-356-16,-82 16-164 0,5 0-120 15,0 3-140-15,-3-3-60 0,-6 3-128 16,-3 0-228-16,-4 0-16 0,-4 0-176 15,-4 9-56-15,-8 4 60 0,-8 6-76 16,-8 3-236-16,-4 3-180 0,0 1 12 16,-4-1 8-16,4-6-228 0,1-7-540 0,3-1-1065 15,8-11-1503-15,4 0-1068 0,4-6 3664 16</inkml:trace>
  <inkml:trace contextRef="#ctx0" brushRef="#br0" timeOffset="-92608.5">25770 16411 392 0,'0'0'9732'16,"0"0"-7815"-16,0 0-765 0,0 0 360 0,0 0-16 15,0 0-380-15,100-22-512 16,-69 16-320-16,5-4-172 0,5 4-48 16,-2-7-64-16,-3 4-100 0,0-1-556 0,-8 1-328 15,-4 2-324-15,-9 0-984 0,-6 7-3945 16</inkml:trace>
  <inkml:trace contextRef="#ctx0" brushRef="#br0" timeOffset="-92389.086">25929 16484 196 0,'0'0'5900'16,"0"0"-1604"-16,0 0-2583 16,-31 77-13-16,27-52-132 0,4 4-188 0,0-1-196 15,0 4-260-15,0-1-164 0,4 1-160 16,3 3-124-16,1-6-220 0,5-1-48 16,2-2-204-16,1-3-4 0,5-4-72 0,-2 0-16 15,1-7 16-15,4-3-76 0,-4-2-192 16,0-1-52-16,-1-6-132 0,5 0-140 15,-3-3-412-15,-1-10-920 0,-5 4-2684 16,6-13-3533-16</inkml:trace>
  <inkml:trace contextRef="#ctx0" brushRef="#br0" timeOffset="-92194.275">26416 16500 5520 0,'0'0'4076'0,"0"0"-1483"16,0 0-1469-16,32 73 636 0,-17-50 472 16,5 2-512-16,1-6-592 0,-2 3-628 15,9-5-304-15,-8-3-196 0,4-1-40 16,-4-2-264-16,0-2-576 0,-5-6-212 0,2-3-284 16,-2 0-1020-16,-2-3-2957 15,-6-4-3383-15</inkml:trace>
  <inkml:trace contextRef="#ctx0" brushRef="#br0" timeOffset="-92035.132">26654 16529 4000 0,'0'0'7825'0,"0"0"-5997"0,-71 79-1244 0,39-38 100 16,0 3 596-16,-4 8 220 0,1-1-452 16,3-7-456-16,0 0-252 0,8-2-216 15,4-10-124-15,0-7-292 0,12-9-608 16,0-7-224-16,8-9-276 0,4-3-1052 15,8-16-2817-15,0 3-2739 0,12-25 7852 0</inkml:trace>
  <inkml:trace contextRef="#ctx0" brushRef="#br0" timeOffset="-91510.7">26794 16386 3196 0,'0'0'288'0,"0"0"4452"0,0 0-2152 15,80 0-1419-15,-48 0-297 0,0 0 84 0,0 0-412 16,-1 7-264-16,1-2-192 0,0 5-88 16,-4 0 8-16,-5 5-4 15,-2 1-4-15,-5 0-88 0,-8 3 88 0,-1 3 228 16,-3-2-216-16,-4 2 64 0,0-3 24 16,0-3-48-16,0-1-48 15,0 2-4-15,-4-5-44 0,4-2 36 0,-4-1-156 16,4 1-112-16,0-4 96 0,0 4 56 15,-3-3 72-15,-1 5 52 0,0-3-48 16,-5 3 32-16,-2 2 16 0,3 2 0 0,-5-4 88 16,6 4-24-16,-1-3-52 15,0 0 104-15,3-4 100 0,2 1-168 16,-1 2-48-16,4-5 16 0,0 2 108 0,0-3 92 16,0 1-64-16,0-1-52 0,0 4 0 15,0-1 112-15,0 1 64 0,0-1 16 16,-4 1 60-16,0-1-16 0,4 1-160 0,-4-4-52 15,4 1-124-15,-4-1-88 16,4-3-48-16,0 0 84 0,0 1 4 16,0-1-4-16,4 0 44 0,0 0 8 0,-4 0-4 15,4 0-56-15,-4-3 8 16,4 3 52-16,-4-3 8 0,0 0 56 0,0 0 60 16,0 0 12-16,0 0 16 0,0 0 8 15,0-3-160-15,-4 0-36 0,-4 0-228 16,0 3-232-16,0-3-148 0,-4 3 68 15,4 0 72-15,-4 6 96 0,0-3-60 0,5 4-384 16,-2-4-724-16,1 0-1073 0,0-3-2923 16,8 0 2808-16,-7-3 2424 0</inkml:trace>
  <inkml:trace contextRef="#ctx0" brushRef="#br0" timeOffset="-90209.691">27993 16427 1280 0,'0'0'300'0,"0"0"180"15,0 0 5552-15,0 0-4100 16,0 0-951-16,0 0-365 0,0 0 272 0,0 0-8 16,0 0-68-16,0 0-292 0,0 0-168 15,-52 79 16-15,41-59-16 0,-6 2-28 16,2 3-120-16,-2-5-92 0,6 2-12 15,-1-3-36-15,4-4-52 0,0 1-12 16,4-2 88-16,0-6 0 0,4 3-40 16,0-3 16-16,0-2 36 0,0 1 36 15,8 3-12-15,0-4 112 0,8 1 172 16,-1-1-148-16,6-3-24 0,3 0-28 0,4-3 52 16,0 0-28-16,-1-6-8 0,6 0 20 15,2-7 72-15,5 3 52 0,-1-5-148 16,6-2-36-16,-2 2-100 15,2-1 4-15,2 0-80 0,1 0 4 0,-1 3 24 16,2 4-36-16,-10 0-48 0,1 2 32 16,-5 1-80-16,-2 2 48 0,-10 1-100 15,2 0-264-15,-5 0-116 0,-5-3-136 16,2 1-236-16,-10 0-504 0,5-4-1448 0,-7-2-3765 16,-1-1-323-16</inkml:trace>
  <inkml:trace contextRef="#ctx0" brushRef="#br0" timeOffset="-89959.279">28615 16418 3152 0,'0'0'1212'0,"0"0"2908"15,0 0-1872-15,0 0-359 0,0 0-245 16,0 0-168-16,84 31-308 0,-56-24-336 16,0-1-300-16,0 4-188 0,3 2-132 15,1 2-104-15,0 0 260 0,0 0-108 16,-9 5-88-16,1-3-164 0,-11 6 36 15,-6 0-44-15,-7 3-72 0,0 4-40 16,-16 3-144-16,-3 3-88 0,-9 0 36 0,0 3-64 16,-4-3 64-16,0-4-40 0,4-3-120 15,4-4-320-15,5-10-460 16,2-3-896-16,10-8-2137 0,3-3-2755 0,4-10 5333 16</inkml:trace>
  <inkml:trace contextRef="#ctx0" brushRef="#br0" timeOffset="-89560.433">29455 16262 196 0,'0'0'11629'0,"0"0"-8685"16,0 0-1084-16,0 0-540 0,80 25-272 15,-36-21-32-15,8-4-308 0,0 0-232 16,4-12-136-16,-1-5-168 16,1-2-100-16,-4 0-72 0,0-3-64 0,-13 0-264 15,-7 3-368-15,-4 3-268 0,-12 2-476 16,-8 9-776-16,-4-2-1840 0,-4 7-985 0,-4 0-1291 16,-16 0 5732-16</inkml:trace>
  <inkml:trace contextRef="#ctx0" brushRef="#br0" timeOffset="-89432.829">29794 16259 3496 0,'0'0'180'0,"0"0"2544"16,0 0 468-16,-12 83-831 0,12-52-509 16,8 4-144-16,-4 3-280 0,4 3-112 15,-4-2-272-15,0 2-148 0,4-6-300 16,-8-3-328-16,4-4-268 0,-4 1-12 16,0-8-316-16,0-4-280 0,0-4-228 15,0-4-136-15,0-2-268 0,0-4-880 0,0-1-2021 16,0-2-2495-16</inkml:trace>
  <inkml:trace contextRef="#ctx0" brushRef="#br0" timeOffset="-89289.971">29854 16611 572 0,'0'0'9804'0,"0"0"-7759"16,0 0-677-16,91-15 24 16,-54 5-120-16,-1 0-364 0,-5 1-400 0,5-2-396 15,-4 3-112-15,-8 2-284 0,-1-1-1024 16,-6 7-228-16,-10 0-1384 15,-7 3-4657-15</inkml:trace>
  <inkml:trace contextRef="#ctx0" brushRef="#br0" timeOffset="-89157.576">29663 16958 1720 0,'0'0'184'0,"0"0"7272"16,0 0-5531-16,0 0-577 0,0 0 320 0,127-39-648 15,-67 4-392-15,7-3-208 16,6-9-232-16,2-1-176 0,-8 1-12 15,6-5-456-15,-13 5-900 0,-17 12-1180 0,9-19-3641 16</inkml:trace>
  <inkml:trace contextRef="#ctx0" brushRef="#br0" timeOffset="-88941.364">30727 15630 1136 0,'0'0'7972'0,"0"0"-5195"0,0 0-825 0,-4 70-444 15,-1-39-412-15,-3 4-252 0,5 4-472 16,-1 2-252-16,-4 6-120 0,-5 4-136 16,-2 3-360-16,-5 4-364 0,-1-2-264 15,2-12-1440-15,-13 24-3789 0</inkml:trace>
  <inkml:trace contextRef="#ctx0" brushRef="#br0" timeOffset="-87248.174">28121 16348 640 0,'0'0'664'0,"0"0"172"15,0 0 5784-15,0 0-4047 0,0 0-629 0,0 0-432 16,0 0-240-16,0 0-296 0,0 0-108 16,0 0-424-16,0 0-244 0,24-67-76 0,-9 48-4 15,5 0-32-15,1-3-28 0,-2-1-60 16,1 8 4-16,1-1 48 15,-2 3 20-15,-3 1 40 0,0 5-40 0,-4 1-8 16,-8 3-16-16,4 3 0 0,-4 0 0 16,3-3 16-16,2 3-4 15,-1 0 0-15,3 0 4 0,2 0 8 0,-1 3 0 16,4 0-8-16,-1 3-4 0,-2 4-52 16,2-4 4-16,2 4 36 15,-6-4 0-15,10 0-48 0,-6 1 4 0,5-4 8 16,4-3 48-16,0 0-60 0,0 0 0 15,-4-6-84-15,-1-4-232 0,-2-1-236 16,-6 3-160-16,2 2 4 0,-9-1-208 0,-4 1-720 16,0 3-1156-16,-4 0-2897 0,-5 3-663 15</inkml:trace>
  <inkml:trace contextRef="#ctx0" brushRef="#br0" timeOffset="-87027.353">28248 16386 2644 0,'0'0'220'0,"0"0"5128"0,0 0-2828 15,0 0-899-15,80-23-381 0,-56 14 92 16,3-3-264-16,-3 1-276 0,4 6-232 16,0-5-212-16,4 4-76 0,0 0-64 15,0 0-120-15,0-1-88 0,3 0-128 16,-3 2-180-16,-4 0-636 0,0-1-364 0,-4 3-588 15,4 0-973-15,-7 0-2763 0</inkml:trace>
  <inkml:trace contextRef="#ctx0" brushRef="#br0" timeOffset="-85827.648">27523 16824 116 0,'0'0'9764'0,"0"0"-7227"16,0 0-1717-16,0 0-428 0,0 0 320 16,0 0 136-16,-91 38-84 0,55-16-356 0,-4 0-220 15,-12 7 24 1,-7 6 84-16,-14 6 28 0,-10 7 36 0,-8 5 136 16,-10 8 56-16,-6 6-96 0,-9 3-88 0,1 6-60 15,-9 3-112-15,1 4-40 0,-5-4-44 16,9 0-64-16,-1-5-36 0,13-7 60 15,11-8-60-15,12-7-12 0,13-8-4 32,7-9-116-32,8-6-64 0,13-8-96 0,6-2-160 15,9-6-116-15,5-3-72 0,3-1-28 0,8-5-64 0,-4 2-144 0,4 0-836 16,4 1-788-16,-4 2-701 0,0 1-3039 16,4-4 4352-16</inkml:trace>
  <inkml:trace contextRef="#ctx0" brushRef="#br0" timeOffset="-85386.518">26531 17818 1708 0,'0'0'10109'0,"0"0"-7685"0,0 0-1604 16,0 0-340-16,0 0 364 0,-87 86 476 15,74-59-332-15,2 6-484 16,-2 2-284-16,5 3-60 0,4 4 60 0,1-2-48 0,3 5-52 16,0-4 28-16,0-3-12 15,3-2-136-15,5-11-64 0,5-3 60 16,-2-3 0-16,10-9-128 0,-6-7-284 0,9-3 48 15,4-10-236-15,0-9-332 16,4-9-544-16,0-5-1084 0,0-4-2677 0,-12 8-3131 16,3-15 8200-16</inkml:trace>
  <inkml:trace contextRef="#ctx0" brushRef="#br0" timeOffset="-84923.769">26678 17862 1708 0,'0'0'144'0,"0"0"5192"15,0 0-2056-15,0 0-1671 16,0 0-549-16,0 0-40 0,32 74-12 0,-16-65-216 16,0 0-284-16,4 1-148 0,-3-4-124 15,-6 1-36-15,5-4-112 0,-8 3-84 16,0 0 4-16,0 4 0 0,-4-4-8 16,-4 7-12-16,3 0-100 0,-3 0-64 0,0-1 40 15,0 1-12-15,0-4 76 16,0 1 72-16,0-7 0 0,0 1-4 15,0-1 4-15,0-3 8 0,0 0 180 0,5 0 12 16,-5 0-40-16,0 0-36 0,0 0 0 16,0 0 12-16,4 0-36 0,-4 0 0 15,0 0 24-15,0 0 0 0,0 0-16 16,0 0-32-16,4 0-64 0,-4 0 36 16,0 0 16-16,4 0 48 0,0 0-16 15,0-3-20-15,-1-4-4 0,6 0 40 16,-5 2-28-16,4-8-56 0,-1-4-28 15,2-2-64-15,-1 1 4 0,-1-5-124 0,-3 1 12 16,4 3-28-16,1 0 28 0,2 0 72 16,-3 3-12-16,5 3-12 0,-6 0-96 15,5 1 20-15,0 3 88 0,-4-1 104 16,4 3-68-16,0 1-48 0,-4 0-60 0,4 6-4 16,-4-4-24-16,4 4-120 0,-1 0-268 15,-2 4-424-15,3-1-500 0,-5 3-877 16,2 1-3051-16,-5 2 1120 0</inkml:trace>
  <inkml:trace contextRef="#ctx0" brushRef="#br0" timeOffset="-84657.835">27359 17599 3056 0,'0'0'104'0,"0"0"4908"16,0 0-2243-16,0 0-1265 0,0 0-496 0,0 0 56 15,77 73-4-15,-62-54-176 0,-2 7-236 16,-6-1-240-16,1 6-72 0,-4 4 36 16,-4 0-128-16,0 1-244 0,-8 2-36 0,-3 3-420 15,-10 0-164-15,1-3-116 16,-3 4-268-16,-1-4-196 0,-4-1-660 15,-4-2-2201-15,12-6-2803 0,-24 9 6328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5-30T08:49:13.87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11371 13512 5564 0,'0'0'8061'0,"0"0"-6389"15,0 0-512-15,0 0-588 0,0 0-188 16,0 0 176-16,0 0 388 0,0 0 144 0,115 35-480 16,-59-29-260-16,8-1-60 0,7 1-60 15,2-4 265-15,6-2 15 16,-8 0-320-16,2 0-112 0,-6 0-80 0,-3 0 0 15,-8 0-4-15,-13 0-4 0,-7 0-88 16,-8 0 84-16,-12 6-108 0,-4 5-64 16,-12 1-56-16,0 7 32 0,-12 10-49 15,-8 5 53-15,-8 8 20 0,-8 3 40 0,-3 5 20 16,-9 1 16-16,0 3-100 0,-8 4 36 16,-4 1-20-16,1 5 152 0,-9-4 40 15,4 1 64-15,1-8-16 16,-1-2 96-16,4-4-20 0,8-8-52 0,4-4 40 15,12-10-52-15,8-6 0 0,13-2-12 16,7-6 64-16,8-4-16 0,0 3-36 16,12-1 76-16,12 5 104 0,8-2 17 0,7-3 11 15,6 1-4-15,2-8-20 0,5 2-12 16,-5-4-28-16,5 0 12 16,0-4-68-16,-4 2-40 0,4-4-48 0,-5 0-56 15,1-1-4-15,1 1-56 0,-6 0 56 16,5-1-72-16,-4 0-172 0,-5 2-192 0,-3-2-144 15,-4 0-41-15,-8 0-23 0,0-2-64 16,-4-7-268-16,-4 0-852 16,-4 4-2076-16,-4-20-2581 0</inkml:trace>
  <inkml:trace contextRef="#ctx0" brushRef="#br0" timeOffset="222.361">12622 13722 6672 0,'0'0'8961'0,"0"0"-7881"0,0 0-932 15,0 0-32-15,-99 64 180 0,62-36 412 0,1 4 316 16,0 6-412-16,-3 3-208 0,3 4-148 16,-8 6-48-16,4 5-160 0,-8 6-44 0,1 1-4 15,-5 0-8-15,4 0-64 16,4-2-148-16,1-7-344 0,7-7-36 0,8-5-112 15,8-10-232-15,4-10-420 0,8-3-1264 16,4-10-2993-16,4 1-2182 0</inkml:trace>
  <inkml:trace contextRef="#ctx0" brushRef="#br0" timeOffset="473.641">12761 14566 11581 0,'0'0'5108'0,"0"93"-4324"0,-4-38-624 16,0 3 200-16,-4 19 480 0,1 3 544 15,-2 2-444-15,5 4-468 0,0 0-300 16,4 3-39-16,0 0-121 0,0-1-12 0,0-2-44 16,0-10-53-16,0-8-147 15,0-12 148-15,0-14 12 0,0-17-52 0,-4-12-252 16,4-10-4-16,-3-6-60 0,-1-21-284 15,0-6-568-15,-5-15-880 16,5-12-1012-16,-3-13-2157 0,3 16-1886 0</inkml:trace>
  <inkml:trace contextRef="#ctx0" brushRef="#br0" timeOffset="693.095">12749 14560 952 0,'0'0'11089'0,"0"0"-9709"0,0 0-884 0,60-79 64 16,-36 60 224-16,-1 6 120 0,2 0-228 15,3 7-200-15,-4 3-44 0,0 3-36 16,-1 0-256-16,-3 3-140 0,-3 7-72 16,-6 5-4-16,-7 1-160 0,-4 6-124 15,0 3 188-15,-8 4 172 0,-3 3 0 0,-10 0-24 16,-7 3-64-16,0 0 28 0,-11 0 48 16,-2 0-84-16,-2 0-328 0,-4 0-196 15,-5-4-260-15,-4-4-852 0,4-9-1505 16,12-6-3939-16,-28-8 4972 0</inkml:trace>
  <inkml:trace contextRef="#ctx0" brushRef="#br0" timeOffset="1359.995">9159 11830 5004 0,'0'0'2808'0,"0"0"0"0,0 0-1107 0,0 0-529 16,0 0-52-16,0 0 176 15,0 0-316-15,0 0-224 0,0 0-236 16,0 0-124-16,0 0 232 0,64 38 364 15,-28-10-320-15,12 10-152 16,4 6 225-16,4 8-201 0,7 5-216 0,5 3-64 16,3 9-56-16,9 2-64 0,4 6 0 0,3 5-60 15,1 0 88-15,0 6-64 0,0 2-108 16,-1-5-60-16,-3-1 12 0,-5-1-52 16,-2-8 12-16,-6-2 80 0,0-3 4 15,-7-6-92-15,-4-7-24 0,-4-7-76 0,-8-8-68 16,-8-8-4-16,-5-5-80 15,-7-10-188-15,-7-9-217 0,-6-10-211 0,-7-4-348 16,-3-15-916-16,-5-9-2132 0,-5 0-2785 16,-22-30 1930-16</inkml:trace>
  <inkml:trace contextRef="#ctx0" brushRef="#br0" timeOffset="1976.246">7076 10226 11665 0,'0'0'2680'0,"0"0"-1052"0,0 0-276 16,0 0-228-16,0 0 56 0,95 6-140 16,-42 1-200-16,5-3-207 15,7 2-137-15,3 0-132 0,3-3-100 0,-4 1-104 16,1-2-88-16,-3-2-24 0,-2-2-40 16,-8-9-8-16,1 6-8 0,-7-9-4 0,-2 6-220 15,-10-5-228-15,-2 3-192 0,-7 1-177 16,-9-1-203-16,-2 4-576 15,-9 2-1328-15,-8 4-3537 0</inkml:trace>
  <inkml:trace contextRef="#ctx0" brushRef="#br0" timeOffset="2192.859">7454 10468 7020 0,'0'0'5833'0,"0"0"-4625"0,4 66-108 15,4-34 248-15,4 13 144 16,0 2-88-16,4 7-316 0,0 6-248 0,0 7-255 0,-1 6-49 16,-2 7-116-16,-5 2-176 0,-4 1-112 0,-4-1-132 15,0-6-4-15,0-6-116 16,-4-12-196-16,0-11-264 0,0-12-113 16,4-16-51-16,0-10 24 0,0-9-52 0,-4-3-656 15,4-13-1600-15,-5-9-3473 16,5 3-1607-16,-7-26 7873 0</inkml:trace>
  <inkml:trace contextRef="#ctx0" brushRef="#br0" timeOffset="2334.813">7581 11058 2660 0,'0'0'8909'15,"0"0"-6649"-15,0 0-604 0,92-28-224 16,-56 22-20-16,1-4-192 0,-2 3-232 0,-3-1-232 16,0-2-328-16,-4-1-247 15,0 2-177-15,-5-3-4 0,1 2-353 0,-4 0-303 16,-8 4-176-16,1 3-148 15,-6 3-760-15,-3 3-2676 0,-8 23-3601 0</inkml:trace>
  <inkml:trace contextRef="#ctx0" brushRef="#br0" timeOffset="2527.466">7557 11418 4712 0,'0'0'1628'0,"0"0"2997"0,0 0-3225 15,0 0-376-15,0 0 384 16,0 0-340-16,0 0 248 0,0 0-64 0,0 0-340 15,112 21-204-15,-68-21-180 0,4 0-104 16,-5-2-72-16,2-9-132 0,-2-1-84 0,-2-1-124 16,-2-3-12-16,-3-3-392 15,-4 0-424-15,-4-3-208 0,0 0-392 16,-8 2-1688-16,-1-12-4377 0</inkml:trace>
  <inkml:trace contextRef="#ctx0" brushRef="#br0" timeOffset="10403.06">5486 9753 5592 0,'0'0'6497'0,"0"0"-4965"16,0 0-480-16,0 0 360 0,0 0 88 16,0 0-252-16,0 0-304 0,0 0-356 0,-40 13-164 15,52-4-56-15,16 8 44 0,7 8 1 16,14 1-133-16,7 5-72 0,7 4-100 15,5 0-60-15,-1 3-48 0,-3-3 48 16,0-1-48-16,-4-2-4 0,-4 0-80 16,-4-7-12-16,-13 1-112 0,1-4-108 0,-8-3-133 15,-8-2-195-15,0-9-16 16,-13 3-148-16,2-3-252 0,-9-4-688 0,0-1-2196 16,-4 1-1893-16</inkml:trace>
  <inkml:trace contextRef="#ctx0" brushRef="#br0" timeOffset="10655.093">5474 10306 4576 0,'0'0'6028'0,"0"0"-3703"0,0 0-645 16,0 0-660-16,0 0-288 15,0 0-236-15,0 0 52 0,0 0 108 16,0 0-12-16,83 63 8 0,-35-47-16 15,5 0-184-15,6 3-184 0,5 4-72 16,7 2-88-16,1 0 4 0,-4 4-112 16,4-1-100-16,-5-2-216 0,-3-1-60 0,0-6-152 15,-5-7-24-15,-3-1-248 16,-3-11-188-16,-2 0-388 0,-16-7-1456 0,6-9-3145 16</inkml:trace>
  <inkml:trace contextRef="#ctx0" brushRef="#br0" timeOffset="11379.133">3291 7988 312 0,'0'0'12077'16,"0"0"-10089"-16,0 0-1320 15,0 0 352-15,103-54 280 0,-59 42-324 16,7-2-360-16,2 9-208 0,-5 1-92 0,-1 4-80 15,-7 0-80-15,0 0-68 0,-8 7-40 16,-4-2-48-16,0 2 8 0,-9 3-8 16,-6-4-12-16,-2 7-48 0,-7 0 60 15,-4 2-36-15,0 7 36 0,-7 7 72 16,-10 6-72-16,-2 5-220 0,-5 6-12 16,-4 1 60-16,-4 8 12 0,-8-3 72 0,0 3-8 15,0 2 36-15,-7 1 56 0,-1-1-12 16,4-3 16-16,-4 0-8 15,0-3 8-15,4 3 12 0,1-7 88 0,6-3 144 16,10-5 52-16,3-1-88 0,8-9-24 16,4-1-12-16,8-9-76 0,4 0-24 15,0-6-68-15,8 2 4 0,12-2 0 0,3-1 152 16,9 2 0-16,9-2-40 0,2 1 124 16,13 0-112-16,0-4 88 0,4-2-88 15,4-1-8-15,-1-3-63 0,-3 1 47 16,0-4-108-16,0-4-12 15,-9-2-96-15,1-4 35 0,-9-2 61 0,-2-1-208 0,-9 0-216 16,0 1-176-16,-4-5-156 16,-9 2-288-16,1-1-780 0,-8 3-2728 15,-4-9-4437-15</inkml:trace>
  <inkml:trace contextRef="#ctx0" brushRef="#br0" timeOffset="11626.2">4107 8194 3284 0,'0'0'7877'0,"0"0"-6069"16,0 0-880-16,0 0 136 0,0 0-220 16,-83 67-152-16,46-35-120 0,-2 9 0 15,-1 10-152-15,1 0-84 0,-6 10-164 16,6-2-160-16,-6 9-12 0,2-5-96 15,3 3-12 1,0-2-204-16,4-7-220 0,8-3-76 0,0-7-144 16,9-5-92-16,2-8-596 0,6-9-1208 0,7 2-2493 0</inkml:trace>
  <inkml:trace contextRef="#ctx0" brushRef="#br0" timeOffset="11869.39">4299 8845 2844 0,'0'0'8020'0,"0"93"-6711"16,-5-39-297-16,5 9 548 0,-8 16 56 16,8 4-200-16,-3-1-476 0,3 4-312 15,0 0-236-15,0 3-124 0,0-6-72 0,0-4-192 16,3-7-4-16,1-15-44 0,5-12-32 15,-1-13-132-15,-1-10-72 16,-3-13-332-16,0-5-276 0,0-4-92 16,-4-13-624-16,0-12-816 0,5-1-2969 0,-5-30-2314 15</inkml:trace>
  <inkml:trace contextRef="#ctx0" brushRef="#br0" timeOffset="12093.789">4271 8899 5168 0,'0'0'5616'0,"0"0"-4291"0,0 0-877 0,0 0 408 16,0 0 400-16,0 0-248 0,92-35-336 16,-73 39-36-16,1 2-128 15,4 3-24-15,-4 4-88 0,0 3-112 0,-4 3-100 16,0 3-88-16,-9 4 4 0,-3 5-52 16,-4 2-44-16,0-2-4 0,-11 4-116 15,-5 0-168-15,-4 0-160 0,0-7-152 16,0-6-184-16,-4 0-212 0,0-9-624 0,9-6-2405 15,-13-7-2435-15</inkml:trace>
  <inkml:trace contextRef="#ctx0" brushRef="#br0" timeOffset="14309.948">4825 7883 4104 0,'0'0'76'0,"0"0"4944"0,0 0-3468 16,0 0-611-16,0 0-97 0,0 0 252 15,0 0-56-15,0 0-192 16,0 0-336-16,0 0-204 0,0 0-112 0,-24 3-20 15,20 0-12-15,0 1-16 0,-1-1 0 0,1 4-24 16,-3-2-12-16,3 5-36 16,-4 0 0-16,4-2 8 0,-1 6 4 0,1-1-28 15,1-1-48-15,-1 4 0 16,-4 0 112-16,4 1-16 16,-5 2-8-16,6-1 0 0,-5 1 24 0,0 2 24 0,-1 3-64 15,6-2 4-15,-5 3-76 0,4 0 36 16,0 2 4-16,4 4 8 0,-4-3-56 15,4 4 44-15,0 3 28 0,0 0-16 0,4 0 24 16,4 0-72-16,-4-3-12 0,3-4 4 16,2-2-8-16,3-7 0 15,-5 3-96-15,2-7 0 0,3 1 88 0,-1 0-84 16,6-2-52-16,-2 0-112 0,5-3-496 16,1-3-64-16,3 3-196 15,-5-5-536-15,5 0-1088 0,-7-6-3257 0</inkml:trace>
  <inkml:trace contextRef="#ctx0" brushRef="#br0" timeOffset="14978.378">5411 7864 1448 0,'0'0'1316'0,"0"0"-936"0,0 0 2200 16,0 0-904-16,0 0-364 16,0 0-136-16,0 0-139 0,0 0-9 0,0 0-108 15,35 72-232-15,-31-58-192 0,4-1-100 16,-4 2 84-16,-1 1-28 0,6 0-24 16,-5 3 16-16,0 1-44 0,0-1-16 15,0 3-36-15,-4 3 0 0,0 1-64 16,0 2-24-16,0 4-64 0,-8 3-20 0,-4 5-104 15,0-1-68-15,-4 2 4 0,-4 0 92 16,0-2-96-16,-3-4 4 0,2 0-4 0,-3-10-4 16,0-3-160-16,5-3-160 15,-5-6-64-15,7-1 48 0,-2-5 88 16,6-4 12-16,-2-3-12 0,7 0 0 0,-4-6-28 16,0-4-28-16,1-2-196 0,2-7 384 15,1 0 116-15,4 0 48 16,4-4-44-16,0 0 156 0,0 4-48 0,0-2 176 15,8 5-72-15,0-3-52 0,4 6-28 16,-4 4 76-16,4-1-36 0,4 4-164 16,-1 3 100-16,2 3 12 0,3 0-12 0,3 0 112 15,1 3-4-15,4 3 28 16,0 7-12-16,-3-1-88 0,3 1 12 16,-5 4 24-16,1-3-12 0,0 3-24 0,-4 2-48 15,3-3-4-15,-6 0-96 16,-2 0-72-16,2-4-28 0,-2-3-120 0,-2-2-212 15,-6-1-308-15,1-2-80 0,1-4-196 16,-2-7-484-16,1-5-936 0,0 2-2501 0</inkml:trace>
  <inkml:trace contextRef="#ctx0" brushRef="#br0" timeOffset="15311.439">5860 7918 6808 0,'0'0'5209'0,"0"0"-4389"0,0 0-300 15,0 0 272-15,0 0 216 16,0 0 36-16,88 25-68 0,-72-15-304 0,4-3-216 16,0-1-148-16,0 3-60 0,3 1-28 15,-2-1-60-15,3 4 0 0,0 4-48 16,-5-5-4-16,1 6 4 0,-4 2-28 15,0 5-72-15,-4 1-8 0,-4 5 4 0,0 4 80 16,0 3-40-16,-8 4 0 16,0 2 40-16,0-3-76 0,-8 4 36 15,-4-3 16-15,0-2-64 0,1-1-4 0,-10-1-92 16,5-7-136-16,-3 2-184 0,-6-6-88 16,1-4-88-16,-4-1-140 0,0-6-272 15,-4-3-784-15,9-4-3245 0,-17-2-4671 16</inkml:trace>
  <inkml:trace contextRef="#ctx0" brushRef="#br0" timeOffset="16407.598">13367 10626 1384 0,'0'0'8876'0,"0"0"-6547"15,0 0-901-15,0 0-456 0,0 0 528 16,75-2-268-16,-34 2-108 0,6 0-216 15,9 0-176-15,-4 0-172 0,4-6-180 0,-5-1-104 16,1-3-55-16,-4-6-125 16,0-3-96-16,-4-3 0 0,-4-4-8 0,-1-2-100 15,-7 0-245-15,-4 2-327 0,-8 3-224 16,-4 4-276-16,-9 7-788 0,-2 2-2388 16,-13 10-3473-16</inkml:trace>
  <inkml:trace contextRef="#ctx0" brushRef="#br0" timeOffset="16601.747">13586 10700 8248 0,'0'0'4425'0,"0"0"-3237"0,0 0 76 0,28 85 60 0,-17-50 228 16,6 3-356-16,-6 0-352 0,-2 3-404 15,-1-2-220-15,0-1-124 0,-8-1-96 16,3 2-12-16,-3-1-144 0,0 0-308 15,-3-3-284-15,-5 3-148 0,0-3-156 0,-1-3-652 16,2-4-1272-16,-1-9-3205 0,-8 4-426 16</inkml:trace>
  <inkml:trace contextRef="#ctx0" brushRef="#br0" timeOffset="16757.341">13646 11176 3372 0,'0'0'8705'0,"0"0"-6753"16,84-35-536-16,-53 25-12 0,-3 1-272 0,0 2-368 15,-4 1-396-15,-4 3-272 16,-4-3-96-16,0 2-112 0,-5 1-404 16,2 3-412-16,-9 0-404 0,0 3-900 0,-4 4-2713 15,-12 12-4035-15</inkml:trace>
  <inkml:trace contextRef="#ctx0" brushRef="#br0" timeOffset="16914.801">13653 11448 5184 0,'0'0'1224'0,"0"0"3373"0,0 0-2981 16,0 0-72-16,105 10 8 0,-70-13-60 16,9-6-292-16,0-4-168 15,0-2-444-15,4-8-308 0,-5-6-232 0,2-3-48 0,-2-9-260 16,-3-4-312-16,0-2-388 16,-4-4-712-16,-8 10-2784 0,4-22-6313 0</inkml:trace>
  <inkml:trace contextRef="#ctx0" brushRef="#br0" timeOffset="17107.522">14534 10172 1800 0,'0'0'11549'0,"0"0"-9661"15,0 0-1120-15,0 0-288 0,4 86-132 16,-8-51 188-16,0-3 244 0,-3 2-620 15,2 6-160-15,-3-7-468 0,4 3-328 16,0 5-332-16,1-3-700 0,-1 7-2561 16,0-13-4859-16</inkml:trace>
  <inkml:trace contextRef="#ctx0" brushRef="#br0" timeOffset="17809.475">13904 11865 940 0,'0'0'5400'16,"0"0"-2700"-16,0 0-1408 0,0 0-103 15,0 0 283-15,0 0-288 0,0 0-348 16,0 0-84-16,-32 76-120 0,21-45-20 16,-1 5 20-16,0 5-88 0,-4 10-248 15,-4 2-48-15,-4 10-52 0,-4 5-36 0,-4 8-60 16,-4 7-88-16,1 6 0 15,-5 2-8-15,1 5 4 0,-2 1-8 0,-2 3 0 16,2-5-44-16,5-3 44 0,5-4 0 16,-1-8-56-16,4-7 44 0,8-9-148 15,0-14 0-15,9-5-48 0,-2-16-40 16,9-8-120-16,0-10-116 0,4-11-164 0,0 0-268 16,0-13-660-16,4-10-656 0,4-2-1653 15,-3-1-1827-15,-5-18 4356 0</inkml:trace>
  <inkml:trace contextRef="#ctx0" brushRef="#br0" timeOffset="18778.419">15200 7960 10496 0,'0'0'2197'0,"0"0"-881"0,0 0-508 16,0 0 656-16,83 9-120 15,-39-6-268-15,8-3-352 0,4 0-272 16,3-6-216-16,1 0-80 0,0-4 28 0,4 1 0 16,-4 2-4-16,-1-2 40 0,-3-1-24 15,-5 1-88-15,-6 2-44 0,-6 1-64 16,-7 6-72-16,-8 0 60 0,-3 0-84 16,-14 6 0-16,-3 6-76 0,-4 8 40 0,-11 9-40 15,-10 8-172-15,-7 9-96 16,-7 4 124-16,-10 4 84 0,2 0 108 0,-4 6-48 15,-6 4-36-15,1-1 36 0,0 4 108 16,-3 0 64-16,3-1 112 0,4-5-112 16,1-4 112-16,7-3-64 0,8-4 76 15,4-9-28-15,8-5 28 0,8-8-16 0,4-5-44 16,8-8-4-16,0-5-48 0,12-1 0 16,4-2 52-16,8-1 32 15,8-3 52-15,-4-3-52 0,7 0-48 0,-3 0-48 16,4-6-8-16,4-1 8 0,-8 4 12 15,4 0-12-15,0-3 0 0,-4 6-8 16,-4-3-8-16,-1-1 4 0,1 1-108 16,-3 0-188-16,-6 0-292 0,1-3-56 15,-1 3-260-15,2-7-384 0,-5 0-696 16,3-2-1193-16,-6-1-3187 0</inkml:trace>
  <inkml:trace contextRef="#ctx0" brushRef="#br0" timeOffset="19121.885">16359 7960 2936 0,'0'0'7640'16,"0"0"-6327"-16,0 0-813 0,0 0-272 0,0 0 372 15,-92 34 368-15,64-15 80 16,-4 4-304-16,1 9-228 0,-5 1-168 16,-4 13-72-16,0 1-116 0,-4 8-12 0,1 2-36 15,-5 6 40-15,0-3 20 0,4 1-24 16,1 2-140-16,-2-3-8 0,6 3-4 15,-1-5 0-15,3-4-56 0,6-4-116 16,7-8-256-16,4-7-240 0,9-6-172 16,-2-10-376-16,13-7-704 0,0-2-2061 0,0-7-3095 15,9-3 5504-15</inkml:trace>
  <inkml:trace contextRef="#ctx0" brushRef="#br0" timeOffset="19469.468">16458 8756 12297 0,'0'0'2748'0,"0"0"-1692"16,0 0-1004-16,9 95 24 0,-1-43 236 16,-1 8 412-16,-3 9 216 15,0 5-372-15,1 2-332 0,-5-1-40 0,4-1-84 16,-4-4-100-16,0-3-4 0,0-4-8 0,0-6-60 16,0-6-112-16,4-9-48 15,-4-8-12-15,0-9-92 0,0-12-32 16,0-6-104-16,0-7-88 0,0-16-292 0,0-10-696 15,-4-9-1448-15,-5-12-2181 16,5 12-723-16</inkml:trace>
  <inkml:trace contextRef="#ctx0" brushRef="#br0" timeOffset="19668.03">16555 8871 8820 0,'0'0'4357'0,"0"0"-3925"0,0 0-268 15,0 0 116-15,95-45 64 0,-75 43 236 16,-8 2 188-16,0 0 0 15,-5 8-56-15,2 9-180 0,-1-2-184 0,-4 4-116 16,-4 7-96-16,-4 3 12 0,-9 2-84 16,2 4-52-16,-10-1-12 0,-2-1-172 15,-1-1-88-15,-4-7-112 0,0-3-24 16,0-6-88-16,0-3-216 0,0-7-372 0,5-3-536 16,-5-3-1157-16,8-6-2959 0,3-4 1388 15</inkml:trace>
  <inkml:trace contextRef="#ctx0" brushRef="#br0" timeOffset="20117.274">17124 8257 7456 0,'0'0'832'0,"0"0"-144"0,0 0 580 15,0 0 661-15,0 0-1 16,-8 93-412-16,8-52-324 0,4 11-248 0,8-2-116 16,4 7-176-16,0-3-224 15,8-3-72-15,-4-3-64 0,-1-7-108 0,5-3-24 0,1-10-160 16,-1-6-8-16,-5-5-64 15,5-9-136-15,0-3-100 0,0-5-352 16,4-17-152-16,-5-4-288 0,5-15-752 0,-3-5-2816 16,-9 6-4153-16,3-26 6678 0</inkml:trace>
  <inkml:trace contextRef="#ctx0" brushRef="#br0" timeOffset="20475.732">17941 7911 6748 0,'0'0'6461'0,"0"0"-5229"16,44 80-408-16,-33-35 496 0,2 5 184 16,-9 7 20-16,0 1-180 0,-4 2-419 15,0-3-329-15,0 4-224 0,-8-4-152 16,-5-6-112-16,6 0-108 16,-9-10-44-16,0-3 44 0,-5-10-144 0,2-2-148 15,-1-7-96-15,-4-6-121 0,4-4-3 16,-4-3 12-16,0-6 88 0,5 0 104 15,-1-6 40-15,3-7-24 0,2-3-80 0,-2-5-132 16,6-5 72-16,-1-3 0 16,7 1 124-16,5 2 196 0,0 4 36 0,9 6-24 15,10 7 100-15,2 2 448 0,7 7 184 16,4 0-104-16,3 4-208 0,5 5 124 0,0 4 56 16,0-4 112-16,-1 4-76 0,-7 0-172 15,4 2-96-15,-4-5-111 16,-4 2-89-16,-4-2-68 0,-4-4-136 0,4 1-229 15,-8-7-303-15,0 0-100 0,0-7-56 16,-4-9-516-16,0-6-1764 0,-5 3-3657 0</inkml:trace>
  <inkml:trace contextRef="#ctx0" brushRef="#br0" timeOffset="20679.035">18419 7624 2920 0,'0'0'7960'0,"0"0"-6495"0,8 65-125 16,-5-26 320-16,-3-1 8 0,5 6-256 15,-5-2-416-15,0-1-480 16,0 0-332-16,-5 0-184 0,2-3-184 0,-5 3-516 16,4-5-432-16,-4-4-560 0,8-11-3228 15,0-8-6085-15,8-13 10518 0</inkml:trace>
  <inkml:trace contextRef="#ctx0" brushRef="#br0" timeOffset="20878.339">19100 7966 4304 0,'0'0'8505'0,"0"0"-6725"0,0 0-632 16,72 79 132-16,-56-48 144 0,-5 4-12 15,2 4-448-15,-1-1-388 16,-9 3-236-16,1 1-123 0,-4-1-93 15,0 3-76-15,-7-3-48 0,-9 0 0 0,-4-5-268 16,-8-4-193-16,-4 0-187 0,-4-10-108 16,-3 3-200-16,-9-3-676 0,-5 0-1572 15,10-6-3721-15,-32 3-346 0</inkml:trace>
  <inkml:trace contextRef="#ctx0" brushRef="#br0" timeOffset="21918.49">6446 8274 6108 0,'0'0'1888'15,"0"0"2165"-15,0 0-2657 0,0 0-596 16,0 0-68-16,0 0 188 0,0 0-16 0,28-70-232 16,-16 51-152-16,8 3-164 0,4-3-72 15,0 3-60-15,0 7-16 16,-1-1 24-16,1 6-20 0,0 1-92 0,1 3-56 0,-6 0-64 16,1 3 60-16,0 4-56 15,0 0 44-15,0-1-44 0,-5 4 4 0,6-4-4 16,-5 3 4-16,-1-2 0 15,2-1-8-15,-6 0 0 0,6 1 0 16,-2-7 0-16,2 3 4 0,-2 0-4 0,2-3-8 16,-2 0-4-16,1-3 0 0,0 0-96 15,-4-4-152-15,0-2-364 0,-1 3-156 16,-2-4-200-16,-1 3-260 0,-4 5-948 0,-4-3-2309 16,0 5-2415-16</inkml:trace>
  <inkml:trace contextRef="#ctx0" brushRef="#br0" timeOffset="22142.048">6614 8525 5032 0,'0'0'12'0,"0"0"5881"16,0 0-4185-16,0 0-624 0,0 0 44 0,0 0-108 15,0 0 44-15,0 0-144 0,0 0-328 16,99 3-184-16,-75-3-152 15,8 0-20-15,-8 0-40 0,3 0-48 16,6 0-64-16,-6 0-76 0,5 0-8 0,0-3-68 16,4 0-152-16,4-4-260 0,-4 0-396 15,-1 2-316-15,6-5-604 0,-14 4-2416 16,10-1-4417-16</inkml:trace>
  <inkml:trace contextRef="#ctx0" brushRef="#br0" timeOffset="29233.527">8004 7042 11237 0,'0'0'2700'0,"0"0"-1148"16,0 0-972-16,0 0-252 0,0 0-4 16,0 0 288-16,0 0 440 0,79 3-316 15,-38-3-156-15,2 0 4 0,13 0-72 0,0-10-120 16,8 1-196-16,-1-4-52 15,-3-3-136-15,0 4 4 0,-8 2 36 0,-8 4-48 16,-9 3-36-16,-11 3 32 0,-8 6-104 16,-7 7-16-16,-6 9 52 0,-6 9-84 15,-14 8-248-15,-7 6-48 0,-4 2 24 16,-12 8 148-16,1-2 32 0,-5 1 116 16,-4 0-28-16,-8 3 24 0,0 0 124 15,0 0 12-15,-2 4 32 0,2-7-28 0,3 3 0 16,1-7 40-16,13-4-40 15,3-6-4-15,12-8 8 0,4-6 140 16,8-12 24-16,8 0-36 0,4-4-88 0,4-1-40 16,13 0 240-16,6 1 32 0,8-4 124 0,10 1-4 15,2-7 76-15,6 0-148 16,2 0-47-16,-3 0-1 0,4 0 36 16,-5 0-100-16,2-4-212 0,-10 4 68 0,1-3-72 15,-8 3-48-15,-1 0-96 16,-3-3-124-16,-3 0-60 0,-1 3-181 0,-5-3-199 15,-6 0-96-15,-2-4-92 0,2 1-348 16,-9-3-720-16,3-1-2008 0,-7-12-2921 16</inkml:trace>
  <inkml:trace contextRef="#ctx0" brushRef="#br0" timeOffset="29458.54">8829 7328 8836 0,'0'0'4493'0,"0"0"-4049"0,0 0 332 16,0 0 256-16,0 0-360 0,-88 85-24 15,53-44 48-15,-6 8-152 0,-2 4-124 16,-1 1-100-16,-4 7-148 0,5-4-100 0,-2 0-20 16,6-4-52-16,7-5-8 0,0-3-92 15,4-4-304-15,8-3-264 0,0-3-40 16,8-4-112-16,4 1-464 0,0-6-1016 15,8-4-1833-15,-3 4-2323 0</inkml:trace>
  <inkml:trace contextRef="#ctx0" brushRef="#br0" timeOffset="29687.38">8837 8026 11717 0,'0'0'2716'16,"-12"64"-1832"-16,7-23-156 0,-2 10 164 0,-5 5-108 16,3 5-140-16,-2 0-228 15,7-4-156-15,0 0-76 0,0-6-148 16,4-7-36-16,0-6-96 0,4-13-76 0,0-6-148 16,0-13-64-16,0-6-220 0,0-2-268 15,-1-15-108-15,2-4-408 0,-1-11-944 16,0 3-2249-16,-4-19-159 0</inkml:trace>
  <inkml:trace contextRef="#ctx0" brushRef="#br0" timeOffset="29887.687">8809 8036 2732 0,'0'0'428'0,"0"0"5220"0,28-86-3916 15,-13 54-407-15,2 10-57 0,3 4-60 16,-1 1-272-16,1 8-232 16,1 6-236-16,-6 3-184 0,-3 3-160 0,0 9 28 15,-4 7 208-15,-4 4 88 0,-4 7-204 16,0 3-92-16,-8 5-104 0,-8-2 0 0,0-3 4 15,0-1-4-15,-3-4-48 16,2-4 0-16,-2-6-64 0,-1-2-340 16,3-6-108-16,2-1-156 0,3-5-12 0,0-4-152 15,0 0-380-15,3-7-920 0,-2-2-2453 16,-5-17-2031-16</inkml:trace>
  <inkml:trace contextRef="#ctx0" brushRef="#br0" timeOffset="30271.826">9009 7010 6656 0,'0'0'5809'0,"0"0"-4853"0,0 0-624 16,0 0 620-16,0 0 480 0,0 0-240 15,82 19-152-15,-57-19-340 0,3 0-48 16,3 0-152-16,-3-3-196 0,0-4-228 16,0-2-76-16,0 3-68 0,-5-4-112 0,-6 4-312 15,-6 3-404-15,2 0-336 0,-5-1-440 16,-8 4-1148-16,0 0-2989 0</inkml:trace>
  <inkml:trace contextRef="#ctx0" brushRef="#br0" timeOffset="30527.8">9136 7159 3008 0,'0'0'6888'0,"0"0"-5703"0,0 0-181 15,-20 86 364-15,12-57-200 0,4 5-148 16,-1-1-188-16,-3-2-236 16,8 4-172-16,-3-4-176 0,3 9-24 0,0-3-88 15,0 4-44-15,0 0-88 0,0 0 4 16,3-1 4-16,5-7-8 0,1-1 0 15,-1 0-4-15,8-10-4 0,-4 0-60 0,-1-5 64 16,6-8-60-16,-2-2 52 16,5-5 0-16,1-2-116 0,-2-5 120 0,5-8-244 15,0-4-388-15,0-1-304 0,-5-5-328 16,-2 8-984-16,-6-7-3221 0</inkml:trace>
  <inkml:trace contextRef="#ctx0" brushRef="#br0" timeOffset="30810.233">9570 7229 6128 0,'0'0'6145'15,"0"0"-5301"-15,0 0-272 16,0 0 584-16,0 0-24 16,71 74-168-16,-50-46-120 0,-2-3-348 0,1 1-76 0,-3-1-136 15,2 0-212-15,-3-3-72 0,0 2 0 16,-4-10-100-16,4 0-440 0,-5-5-488 16,2-9-248-16,-5 0-284 0,4 0-1348 15,-8-19-3977-15</inkml:trace>
  <inkml:trace contextRef="#ctx0" brushRef="#br0" timeOffset="30991.858">9789 7245 5412 0,'0'0'6197'0,"0"0"-4965"16,0 0-264-16,-88 77 184 0,56-46-8 0,1 7-228 16,-1 3-172-16,0 1-136 0,0-5-116 15,8 2-236-15,0-7-168 16,5-7-88-16,6-6-64 0,1-2-124 0,9-8-524 15,-1-4-232-15,4-5-180 0,0 0-348 0,0-8-984 16,4-3-2449-16,-1-14-2391 16</inkml:trace>
  <inkml:trace contextRef="#ctx0" brushRef="#br0" timeOffset="31329.359">9909 7080 1772 0,'0'0'10405'0,"0"0"-8961"16,0 0-592-16,0 0 360 0,0 0-108 0,0 0-284 0,0 0-348 16,88-42-216-16,-69 39-156 15,1-3-48-15,4 3-52 0,-4 3-36 16,4 0 36-16,0 0 76 0,0 0 16 0,-1 3-92 16,-7 6 0-16,5 5 4 0,-6 1 72 15,2 2 84-15,-2 2 24 0,-2 6-176 16,-6 0 64-16,1 0 64 0,0 4-128 15,-4-4 68-15,-4 7-28 0,0-4 124 16,0 2-36-16,0-5 72 0,-4 0-40 16,-4-3 80-16,4-3 152 0,-4 0-132 15,-4 1-72-15,0-1 0 0,0-1-76 0,-4-1-108 16,-4 1 28-16,1 1-36 0,-2-2-8 16,-3-2-40-16,0-2 40 0,-3-4-168 15,-1 4-168-15,4-6-220 0,-4-5-40 16,0-2-84-16,4 0-352 0,5-9-856 15,2 3-2360-15,2-10-3629 0</inkml:trace>
  <inkml:trace contextRef="#ctx0" brushRef="#br0" timeOffset="31730.631">11183 6661 11849 0,'0'0'2880'0,"0"0"-2528"0,0 0-100 0,0 0 0 0,0 0 568 15,-56 80 40-15,25-39-16 16,-1 3-128-16,-4 10-92 15,-4 7-256-15,-4 5-236 0,-7 7-132 0,-9 10 0 16,-12 8-4-16,-4 8-8 0,-11 5-40 16,-9 8 48-16,-11 8-92 0,-5 8-88 15,-8 8 60-15,1 4 112 16,-1 3-72-16,1 3 72 0,-1-6-160 0,9 0 48 0,8-11-196 16,11-5 100-16,8-13-16 0,8-9 224 0,16-17 4 15,13-15 4-15,11-15-120 16,8-18-272-16,12-11 0 0,8-14 8 15,4-8-108-15,4-4-676 0,8-10-1048 0,4-9-49 16,4-3-1739-16,-5 3-1972 0</inkml:trace>
  <inkml:trace contextRef="#ctx0" brushRef="#br0" timeOffset="33425.566">10466 8217 4700 0,'0'0'1548'0,"0"0"2704"16,0 0-2783-16,0 0-73 0,0 0 24 16,0 0-224-16,-84 73-368 0,77-51-268 15,-1 7-112-15,3 2-104 0,5 1 28 16,0 2-4-16,0 2-72 0,5-2-76 15,3 5-108-15,-1-1 20 0,6 1-120 0,2 1 40 16,-3-1-4-16,8-1-48 0,-8-4-100 16,4-2 16-16,1-10-224 15,-2 0-168-15,-3-9-56 0,0-6-88 0,0-4-112 16,0-3-108-16,0 0-432 0,0-10-608 16,-4-3-833-16,0-12-3151 0</inkml:trace>
  <inkml:trace contextRef="#ctx0" brushRef="#br0" timeOffset="33733.899">10685 8283 704 0,'0'0'8280'0,"0"0"-6456"0,0 0-143 16,0 0-125-16,0 0-176 0,100 23-176 15,-76-14-392-15,4 1-292 0,-4-1-52 0,4 4-72 16,-5 0-128-16,1 2-44 0,-3 4-140 15,-2 7 184-15,-7-1-216 16,0 6-52-16,-4 1-112 0,-8 3-232 0,0-6-48 16,0 0 196-16,0-6 132 15,0-9 20-15,0-1 44 0,-4-7 48 0,0-6-44 16,0 0 108-16,4 0 96 0,0-6-48 16,-4-2-156-16,4-3-4 0,0-4 24 0,0-5-24 15,0-2 76-15,4 0 20 16,4 0 16-16,1-1 0 0,2-2-64 0,1 4-48 15,4-5-60-15,-4 0-76 0,4-2-220 16,0-1-520-16,-4 1-428 0,0 9-960 16,-5-13-3213-16</inkml:trace>
  <inkml:trace contextRef="#ctx0" brushRef="#br0" timeOffset="33975.165">11295 8083 4136 0,'0'0'4732'0,"0"0"-2559"0,0 0-901 16,83 10 232-16,-55-4 28 0,0 1-300 15,-4 2-112-15,4 1-304 0,-7 1-188 16,2 3-188-16,-3 5-196 0,-4 0-120 0,-8 3-80 16,0 6-44-16,-4 5-12 0,-4 4-36 15,-4 2-88-15,-8 2-48 0,-4 0-172 16,0 1-72-16,-4-1-40 0,-4-6-64 15,0-3-64-15,-3-4-288 0,-1-3-1036 16,-4-2-2641-16,12-7-3527 0</inkml:trace>
  <inkml:trace contextRef="#ctx0" brushRef="#br0" timeOffset="36125.741">7506 7035 628 0,'0'0'9124'0,"0"0"-7355"0,0 0-1013 0,0 0 192 15,-91 32 360-15,63-25-88 0,-4 3-128 16,0-2-96-16,-9-1-168 16,2 3-152-16,-5-2-100 0,-8 3-124 0,-4 2-124 15,-4-1-96-15,-3-2-36 0,-1 2-104 16,-3 1-92-16,-5-1-72 0,0 5-16 16,-3 1-92-16,-2 5-152 0,-2 2 116 15,8 0 68-15,-2 1 24 0,14-1-84 16,-1-2 76-16,13-1 68 0,2-7-132 15,9 2-148-15,1-4-72 0,7-5-200 0,4 2-140 16,4-3-216-16,8-3-200 16,0-4-296-16,5 0-864 0,3-14-1701 0,-1 4-2551 15,1-12 6300-15</inkml:trace>
  <inkml:trace contextRef="#ctx0" brushRef="#br0" timeOffset="36393.341">6088 7032 588 0,'0'0'8384'0,"0"0"-6628"16,0 0-891-16,0 0-17 0,-84 83 120 15,60-51 0-15,-4 6-324 0,5 1-204 16,-1-5-124-16,-1 4-92 0,5-6-60 0,9-1 16 16,-1-2-44-1,3-7 24-15,2-3 52 16,7-3 16-16,0-4-8 0,7 2 116 0,6-5-64 15,2 0 0-15,13 5-60 0,0-6-4 0,12 3 28 16,4-5-40-16,3 0-48 0,6 1-40 0,3-5-56 16,-5 2-52-16,1-4-88 0,4 0-428 15,-4 0-408-15,-1-6-584 0,-15-1-1184 16,12-12-4189-16</inkml:trace>
  <inkml:trace contextRef="#ctx0" brushRef="#br0" timeOffset="37863.028">6350 5340 3220 0,'0'0'1264'0,"0"0"2908"0,0 0-2336 0,0 0-443 16,0 0-37-16,0 0-48 0,0 0-248 15,0 0-180-15,0 0-96 0,0 0-200 16,-43 32-212-16,35-10-76 0,-1 7 24 0,6 5-52 15,-1 1-32-15,4 7-40 16,0 5-64-16,0-2 40 0,4 6-60 0,3-4-44 16,2 1-64-16,3-7 40 0,-1-6 20 15,6-10-52-15,3-2 108 0,-5-10-20 16,6-5-28-16,3-3 76 0,-1-5 32 0,1-7-20 16,0-3-4-16,0-9-156 15,4-6-64-15,-5-1-116 0,1-2 80 16,-3-4-144-16,-2-3-36 0,1 0 0 0,1-3-76 15,-6 3 160-15,1-3-12 16,-4 3 60-16,-4-3 24 0,0 3 76 16,-8 3 48-16,0 4 60 0,0 3-8 0,0 2 68 15,-5 4 28-15,-2 3-24 16,3 7 0-16,-4 3 44 0,4 2-20 0,-4 1 12 16,0 3-36-16,0 0-124 0,1 3-72 15,-2 7 72-15,-3 3-72 16,1 6 16-16,2 3 56 0,-3 6 76 0,1 1-4 15,2 5-24-15,-2 4 4 0,3 1 8 16,-1 3-56-16,1 5 48 0,1 0-52 0,-5 8-60 16,3-2 0-16,2 4 52 15,-1 1-36-15,-1 2 44 0,2 0 8 0,3-3 0 16,0-2-4-16,4-5-4 0,0-2-12 16,0-7 12-16,0-3-12 0,0-6 4 0,8-7-64 15,-5-2 12-15,6-8-52 16,-1-5-8-16,3-4-28 0,-2 1-232 15,-1-7-136-15,3 0-28 0,-3 0-64 16,5-10-188-16,-2 0-148 0,2-5-516 0,-5 2-1080 16,3-9-2685-16</inkml:trace>
  <inkml:trace contextRef="#ctx0" brushRef="#br0" timeOffset="38460.949">7227 5759 496 0,'0'0'952'0,"0"0"-144"16,0 0-336-16,0 0 3524 0,0 0-2100 0,0 0-460 16,0 0-235-16,0 0-161 0,0 0-92 15,0 0-184-15,0 0-92 0,32 76-108 0,-32-57-48 16,4 4-76-16,-4-2-72 16,0 5-56-16,0 3-52 0,-4 3 0 0,-5-1-48 15,2 4 0-15,-5-2-40 16,0 0 24-16,-4 3-60 0,0-1-60 0,0-1-64 15,-4-2 48-15,1 0-48 0,-5-7 0 0,3-2-8 16,-3-4-4-16,5-3 48 16,-1-4-4-16,4-5-44 0,-4-4-148 15,4-3-12-15,0 0 12 0,4-3-36 0,-4-4-152 16,5-5 28-16,-2-4 32 16,5-3 40-16,1 2-88 0,3-2 136 15,-1 5-16-15,5 0 152 0,0 1-24 0,0 1-48 16,0 6 24-16,9-4 92 15,-5 3-44-15,3 4 52 0,5-3 252 16,4 6-40-16,0-3 80 0,0 3-40 0,4 0-80 16,3 0 4-16,2 3 12 0,3 0 36 15,0 3-4-15,3 1-44 0,-3-1-176 0,4 4 4 16,-4-3 32-16,0 2-36 0,-4 0-8 16,-4 1-68-16,0 2-20 15,-5 5-104-15,6-4-272 0,-10 1-200 0,2 3-72 16,-2-1-204-16,-3 3-752 0,-3-7-1169 15,-1 7-3179-15</inkml:trace>
  <inkml:trace contextRef="#ctx0" brushRef="#br0" timeOffset="40861.078">12052 7417 380 0,'0'0'9668'0,"0"0"-7399"16,0 0-625-16,0 0-492 0,0 0-136 15,0 0-200-15,0 0-144 0,0 0 156 16,56 9 84-16,-28-3-276 0,11-2-112 16,6 2-96-16,2-3-28 0,5 4-20 0,4-2-91 15,4-1-45-15,0 2-64 0,3-2 16 16,1 3-40-16,3-5-148 0,1 4 0 15,0 0-8-15,4-2 48 0,-1-1-40 0,1 1 0 16,-4-1 116-16,8-3-16 0,-5 2-12 16,1 1-92-16,0-3 4 0,-1 4 76 15,1-1-36-15,-4 3-36 0,-4 1 0 16,-5-2-4-16,-3 2 36 0,-4 0-44 16,-4-1-148-16,-5 1-44 0,-6-1 48 15,-5 0 20-15,-4 1-32 0,-9-1-48 16,1-3-172-16,-4-3-185 0,-4 0-95 15,-4 0-4-15,-4-3-160 0,0-3-288 16,0-7-704-16,-4 0-2300 0,0-9-2489 16</inkml:trace>
  <inkml:trace contextRef="#ctx0" brushRef="#br0" timeOffset="41103.543">14016 7372 4500 0,'0'0'6016'15,"0"0"-4703"-15,0 0-905 16,0 0 500-16,0 0 212 0,0 0 180 0,0 0-44 16,80 57-348-16,-60-41-216 0,-4-4-124 15,-1 2-200-15,2 1-88 0,-2-2-120 16,-2-1-12-16,-5 5-64 0,-1-4-76 16,-3-1-8-16,-4 4-8 0,0 3-40 15,0 0-76-15,-11 6-60 0,-10 0-132 16,2 7-164-16,-9-3-172 0,-4 0-20 0,0-4 16 15,-3-3-388-15,-6-3-1204 16,2-8-2905-16,3-6-2963 0,-20-5 8012 16</inkml:trace>
  <inkml:trace contextRef="#ctx0" brushRef="#br0" timeOffset="41893.63">12721 5397 1616 0,'0'0'10021'0,"0"0"-8677"15,0 0-848-15,0 0 128 0,0 0 400 0,0 0 360 16,0 0-476-16,0 0-236 16,0 0-168-16,-87 10-196 0,75 12-124 0,-1 10 0 15,6 3 24-15,-1 5 4 0,4 2-20 16,4 6-68-16,0-4 24 16,0 8-88-16,8-6 0 0,3 6-56 0,2-5 72 15,-1-3-72-15,4-2-4 0,3-10-12 16,5-4 12-16,0-2 0 0,1-8 0 15,3-2-52-15,-5-5 4 0,9-6 48 16,-4-2-72-16,0-3-64 0,3-6-144 16,1-10 108-16,4-3-12 0,1-6-24 0,-2-7-100 15,-3 1-60-15,0-1-52 0,-4-7 72 16,0 4 0-16,-5-2 40 0,-3 2-16 16,-3 0 36-16,-2 2-40 0,-7 2 64 0,-3-1 48 15,-1 4 92-15,-4 2 72 16,0 1 104-16,0 9 60 0,-4 4 152 15,-5 5 128-15,5 3 172 0,0 2-56 0,-3 2-236 16,3 0-108-16,-5 6-28 0,-3 4-64 16,5 6-8-16,-6 3 72 15,-2 3 24-15,2 3-12 0,-2 4 12 0,3 2 12 16,-4 5-88-16,-1-1 28 0,2 6-12 16,3 0-16-16,-4 6-8 0,4 4-16 15,0 0 52-15,0 3-28 0,5 3-12 16,-2-3 52-16,1 0-76 0,4 0-44 15,-3 1 8-15,3-8 0 0,-1-3-12 16,1-3 0-16,4-3-120 0,0-8 8 16,0-9-108-16,0-1-208 0,4-5-252 15,1-5-188-15,2-4-152 0,5 0-592 0,-8-6-1036 16,12 0-3181-16</inkml:trace>
  <inkml:trace contextRef="#ctx0" brushRef="#br0" timeOffset="42832.972">13610 6105 3332 0,'0'0'5872'0,"0"0"-4424"0,0 0-339 15,0 0-113-15,0 0 152 0,0 0-60 16,28 86-180-16,-28-61-204 0,0 7-168 0,0 0-164 16,-4 3-12-16,-5 3-88 0,2-3-24 15,-5 3-28-15,0-3-48 0,-4 0-36 16,0 0 12-16,4-3 0 0,-8-7-24 16,8-3 72-16,-4-3 0 0,0 0 0 15,0-6-52-15,1-1-80 0,2-5-52 16,-2-1 36-16,3-3-48 0,0-3-60 0,4 0-88 15,-4-3-12-15,4 1-36 16,-4-5 0-16,4-3-36 0,0 4 172 0,0-3-112 16,0-4 60-16,4 3-24 15,-4 3 132-15,4-2 0 0,4 3 4 0,0 3 12 16,0-1-12-16,0 4-40 0,0 0-36 16,0 0-20-16,0 0-64 0,12 0 120 15,-4 0 40-15,4 0 0 0,0 7-4 16,7-1 4-16,-2 3 36 0,3-2 88 0,3 6 52 15,-3-3-104-15,5 2 64 0,-1 4 12 16,-5-4 24-16,5 1-64 16,-4 4-56-16,0-5-52 0,0 1 0 0,0-1-12 15,0 1 4-15,-4 0-56 0,-1-1 52 16,2 1-84-16,-2 0-104 0,-2-4-120 16,-6 1 0-16,1-4-64 0,0 0-72 15,-3-1-140-15,-1 0-184 0,-1-5-264 16,-3 0-272-16,0 0-280 0,4 0-389 15,-4 0-1151-15,0-5-2548 0</inkml:trace>
  <inkml:trace contextRef="#ctx0" brushRef="#br0" timeOffset="43180.553">13988 6004 9104 0,'0'0'4321'0,"0"0"-3037"0,0 0-516 16,0 0 188-16,0 0 416 16,0 0 20-16,0 0-376 0,0 0-564 0,0 0-320 0,0 0-44 15,-51 85 32-15,39-57-32 16,0 2-88-16,3 1 0 0,2 4-124 16,-5-3-252-16,4 7-372 0,-4-1-148 0,0-1-264 15,4-5-1024-15,-12 16-3177 0</inkml:trace>
  <inkml:trace contextRef="#ctx0" brushRef="#br0" timeOffset="47276.646">12789 8057 9292 0,'0'0'2773'0,"0"0"-1241"16,0 0-808-16,0 0-220 16,0 0 404-16,0 0 284 0,0 0-76 15,0 0-204-15,0 0-260 0,0 0 60 0,-12-6-472 16,28-2-224-16,8-9 200 0,4-5 40 15,8 0-24-15,-1-7-108 16,6 10-124-16,-6-4 0 0,-7 11-4 0,0 6-84 16,0 6 76-16,-8 0 0 0,4 3 0 0,-4 7 12 15,-4 6 12-15,0-2 48 16,-4 6-48-16,-1 2 52 0,-2-3-52 16,-5 3-8-16,-1-3 4 0,1 0 0 0,0-2 36 15,0-5-44-15,1 3 0 16,3-5 48-16,-1 4 48 0,5-5 40 0,0-2 69 15,4-1-105-15,0-3-52 0,4 0-36 16,0-3 84-16,0 0-48 0,-1-3-48 16,2-4-352-16,-1-2-133 0,-1 0-199 15,-6-1-316-15,2 3-440 0,-6 0-852 16,-5 2-2440-16,-4 2-3905 0</inkml:trace>
  <inkml:trace contextRef="#ctx0" brushRef="#br0" timeOffset="47509.934">12897 8471 5944 0,'0'0'6581'0,"0"0"-4861"0,0 0-888 16,0 0-400-16,0 0 232 0,0 0 548 16,0 0-48-16,0 0-60 0,0 0-28 15,75 54-272-15,-34-51-255 0,-2-3-285 16,5 0-80-16,4-3-120 0,3 0-64 0,1-1-160 15,4 1-116-15,4 0 128 16,0 3-337-16,0 0-439 0,-1 3-188 0,1 0-320 16,-16 1-1352-16,8 8-3553 15</inkml:trace>
  <inkml:trace contextRef="#ctx0" brushRef="#br0" timeOffset="49692.043">15447 9572 1604 0,'0'0'744'0,"0"0"-536"15,0 0 4868-15,0 0-3416 0,0 0-264 16,0 0-163-16,0 0 75 0,0 0-256 16,0 0-104-16,12-25-92 0,-12 25-80 15,0 0-4-15,-8 0 20 0,4 6-52 16,-5 1 32-16,-6 5-308 0,-5 4-220 0,-4 9-156 15,-4 5-88-15,-8 8-12 0,4 3 0 16,-4 0 12-16,1 7-48 16,-1-4 48-16,0 4-48 0,0-1 44 0,-4 4-48 15,4-3-20-15,4-1 0 0,5-6-12 16,2-6-76-16,6-6-184 16,7-6-108-16,8-11-52 0,4-5-88 0,0-4-412 0,4 0-500 15,8-3-108-15,4-6-816 0,0-1-2541 16</inkml:trace>
  <inkml:trace contextRef="#ctx0" brushRef="#br0" timeOffset="49893.262">15618 9757 1828 0,'0'0'9397'0,"0"0"-7885"15,0 0-1116-15,0 0 152 16,-92 69 136-16,60-40 176 0,-3 3-68 0,-5 3-324 15,0 0-256-15,0 7-188 16,0-2-20-16,0 2-8 0,0 2-52 16,1 0-56-16,-1 0-140 0,4-2-280 0,4 3-396 0,5-11-100 15,-1 1-684-15,11-10-1369 16,-7 5-2807-16</inkml:trace>
  <inkml:trace contextRef="#ctx0" brushRef="#br0" timeOffset="59658.485">8972 10890 3160 0,'0'0'744'0,"0"0"5640"0,0 0-5135 15,0 0-709-15,0 0-220 0,0 0 128 0,0 0 0 16,0 0-32-16,4 0-20 15,4 0 8-15,4 0 116 0,4-3 108 0,4 3-200 16,4 0-236-16,4-4 44 0,4 4 0 16,3-2 28-16,1-3-92 15,8 5-8-15,0 0 20 0,4 0-8 0,8 0 20 16,3 0-60-16,6 0 64 0,6-2-152 16,8-1 76-16,1-3-124 0,4 3 0 15,-1-1 0-15,5 1 0 0,4-1 12 0,-1 2 112 16,1 2 36-16,3-3-124 15,1 0-36-15,-4 3 0 0,8-4 0 0,-5 4-4 16,5-3-44-16,-1 3 48 0,1 0 12 16,0 0 120-16,-1 0-132 0,1 0-12 15,-5 3 8-15,1 1-72 0,-5-1 64 16,1 0 12-16,-4-1 4 0,0-2 44 16,-8 0 40-16,-1 0 24 0,-7 0 20 0,-4 4-132 15,-8-4 52-15,-4 3 32 16,-5 4 52-16,-7-4-28 0,-1 0-104 15,-7 2 4-15,0 0-8 0,-4 1-8 0,-8-3-92 16,0 0 52-16,-4-3 44 0,-4 0-192 16,0 0-76-16,-8 0-72 0,0-10-140 15,-5 1-120-15,-3-7-220 0,0-6-544 16,0 4-1516-16,-19-15-4917 0</inkml:trace>
  <inkml:trace contextRef="#ctx0" brushRef="#br0" timeOffset="59891.396">12387 10566 1736 0,'0'0'10209'0,"0"0"-10097"0,0 0-112 16,0 0 0-16,0 0 180 0,0 0 652 0,76 35 112 16,-61-25 116-16,5 3 8 0,-4 2-352 15,4 4-228-15,0-3-216 16,-4 3-136-16,0 0 52 0,-4 0-80 0,-8 3-104 15,-4 1 72-15,0 5-4 0,-12 0-56 16,-8 8-16-16,-4-1-48 0,-8-1-224 16,-8-2-48-16,-3 0-152 0,-9-1-364 0,-4-5-640 15,12-6-1276-15,-36-5-4401 0</inkml:trace>
  <inkml:trace contextRef="#ctx0" brushRef="#br0" timeOffset="61643.086">10339 10357 9704 0,'0'0'1317'0,"0"0"-929"0,0 0-312 15,0 0 284-15,28-86 204 0,-16 66 268 16,4-2-20-16,-1 4-164 0,6-1-196 0,2 3-188 16,5-3-148-16,0 2-4 15,0 5-36-15,0-4-12 0,-4 7 84 0,0-1-36 16,-1 4 80-16,1 2-52 0,-3 4 36 16,-2 0-4-16,1 7 16 0,0-1-64 15,5 7 64-15,-6-4 8 0,1 7-96 16,4-3-24-16,-4 3 32 0,4-3-108 15,-4-4 0-15,3 0-8 0,1-2 8 16,0-4 68-16,0-3-28 0,1 0-40 16,-2 0-140-16,-3-3-204 0,0-4-280 15,-4 1-156-15,0-3-164 0,-4 2-412 16,-1 1-1076-16,-11 3-2921 0</inkml:trace>
  <inkml:trace contextRef="#ctx0" brushRef="#br0" timeOffset="61851.726">10526 10611 2720 0,'0'0'7764'0,"0"0"-6747"15,0 0-745-15,0 0 112 0,0 0 244 16,0 0 212-16,0 0 276 0,0 0 80 16,0 0-180-16,88-26-268 0,-52 7-328 15,7 0-340-15,2 0-80 0,-2 0-72 16,9 0-40-16,-5 0-84 0,2 3-352 0,-2 0-136 15,5 3-136-15,0 7-260 16,-5-1-816-16,-11 5-2121 0,16 2-2999 0</inkml:trace>
  <inkml:trace contextRef="#ctx0" brushRef="#br1" timeOffset="85024.295">12056 11278 8564 0,'0'0'1388'15,"0"0"353"-15,0 0 23 0,0 0-508 16,0 0-200-16,36 66-188 0,-13-38 68 16,2 1-268-16,6 7-64 0,5 1-88 15,8 4-124-15,4 4-136 0,8 6 36 16,7 0-72-16,14 6-48 0,10 2 84 15,5 6-48-15,7-2-200 0,9 3-8 0,0 1-48 16,3-3 40-16,4-1-68 16,1-2 76-16,0-1 36 0,7 0 184 0,1-3-24 0,3 1-64 15,1-5-132 1,-1-2-24-16,0-3 16 0,-3-10-76 0,-1-3-100 0,1-7-20 16,-1-4 92-16,-7-6 4 0,-9-3 60 15,-3-1-40-15,-12-3-44 0,-8 0-28 16,-9 2-60-16,-11-1 100 0,-8 1-16 15,-9-1 52-15,-10 1-88 0,-5 3-88 0,-9-3-84 16,-7-1 0-16,-4 1-84 0,0-4-32 16,-8-2-60-16,-4-1-216 15,0-6-244-15,0-8-472 0,-7-12-396 0,-6 1-1089 16,-19-25-1779-16</inkml:trace>
  <inkml:trace contextRef="#ctx0" brushRef="#br1" timeOffset="85440.479">12231 11160 9308 0,'0'0'2169'16,"0"0"-1053"-16,0 0-580 0,0 0 24 15,-39 86 264-15,26-51 12 0,1 3-196 16,5 7-184-16,-6-1-84 0,2 3-96 0,3 1-152 16,-5-1-68-16,2 0-56 0,-1-7-48 15,0-6-76-15,4-5-64 0,0-10-148 16,0-6-196-16,4-8-56 0,0-1-16 16,0-4-92-16,0 0-56 0,4-4-720 15,-4-5-2777-15,0 0 1281 0</inkml:trace>
  <inkml:trace contextRef="#ctx0" brushRef="#br1" timeOffset="85589.747">12128 11378 3300 0,'0'0'5704'0,"0"0"-3455"0,0 0-441 16,0 0-80-16,92-14-52 0,-57 14-320 0,9 0-408 16,8 0-284-16,4 0-248 15,7 2-144-15,9-2-188 0,4 0-84 16,7 0-36-16,1-9-652 0,8-1-344 0,-5 0-392 15,-19 1-976-15,28 0-3397 0</inkml:trace>
  <inkml:trace contextRef="#ctx0" brushRef="#br1" timeOffset="86126.914">16156 12795 8112 0,'0'0'2885'0,"0"0"-973"16,0 0-576-16,0 0 104 16,0 0 88-16,0 0-192 0,0 0-388 0,0 0-300 15,0 0 96-15,92 48-100 0,-45-48-147 16,5 0-121-16,-1-7-84 0,2-6-184 15,-9-2-40-15,-1-4-68 0,-3-4-96 0,-4 1-108 16,-5-3-316-16,6-1-213 0,-9-2-119 16,4-1-260-16,-9 4-380 15,-6 3-1184-15,-2-7-3453 0</inkml:trace>
  <inkml:trace contextRef="#ctx0" brushRef="#br1" timeOffset="86360.24">16463 12214 2996 0,'0'0'6736'0,"-16"70"-4315"0,12-29-645 0,0 17-124 15,4 15-60-15,4 5-304 0,4 15-180 0,4 2-300 16,0 6-384-16,-1 8-216 16,6-8-204-16,-2-2-4 0,5-20-60 15,-3-12 0-15,2-20-124 0,5-19-12 16,-4-15-316-16,7-13 108 0,6-15-12 15,-1-17-188-15,0-16-200 16,0-12-428-16,3-10-796 0,-15 13-688 0,13-36-2829 0</inkml:trace>
  <inkml:trace contextRef="#ctx0" brushRef="#br1" timeOffset="86710.715">16969 11887 11717 0,'0'0'1740'0,"0"0"-928"15,7 79-64-15,-3-31 356 0,5 9 360 0,-1 13-192 16,-4 3-340-16,3 10-356 0,6 3-176 16,-5 9-156-16,-1 3-168 0,-3 4-16 15,5-1-60-15,-5-9-8 0,0-12-212 16,3-15 48-16,-3-16 64 0,4-17-16 16,4-17-20-16,0-11-76 0,4-4 36 15,0-10-36-15,4-12 48 0,4-7 112 16,-1-10-16-16,5-1-60 0,-4-4 52 0,4 2-28 15,0 14-8-15,0 5 32 0,-4 11 16 16,-4 8 64-16,0 8 8 0,0 12 328 16,-4 9 196-16,-5 7-8 0,-2 2-136 15,-1 8-76-15,-8 3-48 0,4-4 72 0,-4-6-36 16,0-4-147-16,0-8-145 16,0-10 0-16,3-8-181 0,1-5-307 0,5-11-208 15,-1-8 0-15,7-14 24 16,-2-5-304-16,2-7-800 0,-2-6-1412 0,-2 13-3045 15,2-15-535-15</inkml:trace>
  <inkml:trace contextRef="#ctx0" brushRef="#br1" timeOffset="86835.286">17742 12766 11385 0,'0'0'2852'0,"0"0"-1112"16,35 67-564-16,-22-38 0 0,-2 6-92 0,-3 0 16 16,1-1-272-16,-5-2-364 0,0-3-295 15,-4-7-109-15,3-3-60 0,-3-6-229 16,0-7-475-16,0-6-324 0,-7 0-284 15,-2-12-892-15,1-1-2296 0,-7-13-3089 16</inkml:trace>
  <inkml:trace contextRef="#ctx0" brushRef="#br1" timeOffset="86974.157">17658 12522 8796 0,'0'0'6425'0,"0"0"-4929"15,0 0-712-15,0 0 32 0,84 6-52 0,-64-6-224 16,-1-3-480-16,1-3-60 15,1-10-932-15,2 0-688 0,-3 3-1464 16,8-9-5941-16</inkml:trace>
  <inkml:trace contextRef="#ctx0" brushRef="#br1" timeOffset="87243.491">18323 12547 4548 0,'0'0'11057'0,"0"0"-8897"16,-52 83-840-16,29-48 100 0,-1 3-408 0,0 0 177 15,4-7-425-15,4-1-488 16,8-11-216-16,8-4-60 0,0-5-80 16,8 0-76-16,4-4-40 0,8 0 52 0,4 1-12 15,-1-4-64-15,5-3-44 16,0 3 80-16,-4-3 16 0,1 3 84 0,-6 0 24 16,-3 7 12-16,0-4 48 0,-4 7-112 15,-4 3-9-15,-4-1-75 0,-4 7-20 16,-4 0-16-16,-8 1-84 0,-4-1-124 15,-3 0-196-15,-9-2-308 0,0-1-328 16,-8-4-844-16,8-2-1944 0,-20-4-3965 16</inkml:trace>
  <inkml:trace contextRef="#ctx0" brushRef="#br1" timeOffset="87735.246">19781 12478 13521 0,'0'0'1872'15,"0"0"-876"-15,0 0-636 0,0 0 4 16,0 0 688-16,0 0 364 16,41 101-280-16,-33-50-416 0,-1 3-247 0,1 3-121 15,1-7-72-15,-5-2-100 0,3-6-180 16,-3-14 0-16,-4-9-132 0,4-6-136 15,-4-7-229-15,0-6-171 0,0-3-136 0,0-9-240 16,-4-8-556-16,0 5-1220 16,-11-20-3269-16</inkml:trace>
  <inkml:trace contextRef="#ctx0" brushRef="#br1" timeOffset="87861.891">19678 12256 11805 0,'0'0'1944'0,"0"0"-728"0,0 0-296 15,0 0 256-15,92-4-292 0,-64 4-860 16,-4 0-24-16,4-6-1256 0,-1-3-452 16,-3 2-1476-16,12-7-5465 0</inkml:trace>
  <inkml:trace contextRef="#ctx0" brushRef="#br1" timeOffset="88132.759">20355 12522 13625 0,'0'0'1848'15,"0"0"-940"-15,0 0-12 0,-31 82 516 16,27-63-40-16,4-3-432 0,0-3-548 0,4-3-320 16,11-1-24-16,1-2 60 0,5-4 28 15,2 0-15-15,5 0 11 0,0 0-32 16,-4-3-40-16,0 3 36 0,-5 1 60 16,-6-1 4-16,-2 3-4 0,-3 3 40 15,-3 8 56-15,-5-2 124 0,0 7-136 0,0 0-168 16,-9 3-60-16,2 2-12 15,-1-2-72-15,0-6-60 0,-1-3-132 16,6-7-64-16,-5-5-180 0,4-4-12 0,-5-4-65 16,2-11-355-16,-1-7-588 0,0-7-476 15,-1 4-1132-15,6-20-2801 0</inkml:trace>
  <inkml:trace contextRef="#ctx0" brushRef="#br1" timeOffset="88393.265">20853 12595 10828 0,'0'0'2869'0,"0"0"-921"16,24 70-468-16,-16-42-104 0,-8 4-40 0,4-6 20 0,-4-5-519 16,0-7-485-16,4-5-228 15,5-9-124-15,2 0-8 0,1-6 8 16,8-11 0-16,4-4 0 0,0-8-112 16,-1-3-212-16,-2-2 55 0,-1-1-11 15,-1 3 12-15,-10 3 60 0,-1 1-84 16,-8 8 48-16,-4 1 100 0,-13 4 80 0,-7 5 64 15,1 4-48-15,-9 6 96 16,0 0-84-16,1 6 36 0,-1 7 0 16,0 3-8-16,-1-1-164 0,1 5 4 0,5-5-360 15,3 4-136-15,4-2-412 0,4-5-888 0,0 7-3153 16</inkml:trace>
  <inkml:trace contextRef="#ctx0" brushRef="#br1" timeOffset="89091.099">21295 12325 11417 0,'0'0'1844'0,"0"0"-600"0,0 0-232 16,0 0 292-16,88 39 172 16,-64-8-256-16,-4 10-512 0,0 10-292 0,-8 3-232 15,-4 0-100-15,0-3-76 0,0-10-8 16,-4-9-124-16,4-7-180 0,0-12-220 0,4-6-40 16,-4-7 172-16,3 0 156 0,6-13 212 15,-6-10 12-15,10-5 12 16,-6-7-8-16,2-7-40 0,-2 2-4 0,5-4 52 15,-3-2 0-15,-2 5 8 16,2 5 4-16,-2 9 36 0,-4 7-40 16,-2 11 152-16,-1 6 12 0,0 3 136 0,-5 9 192 15,1 8 4-15,1 4-80 0,-5 5-156 16,0 2-60-16,0 1 0 16,-5-1 8-16,1-4-56 0,1-6-87 0,3-9-73 0,0-3-4 15,0-6 4-15,0 0 8 16,0 0-8-16,0-3-64 0,7-2 64 15,2-6 136-15,3 2 12 0,0-1-52 0,-4 1-96 16,3 3-4-16,2 2 4 16,-1 4 36-16,-1 10 72 0,6 4 52 0,-6 7 32 15,6 2 52-15,-2 5-4 0,-2-3 52 16,-2 1-40-16,1-4-156 0,-4-3-96 16,0-7-44-16,0-2-52 0,0-3-132 15,0-5-316-15,-4-2-124 0,4-2-85 16,-1-8-63-16,2-6-260 0,-1-6-648 15,3-4-1152-15,-2 4-1897 0,3-17-531 0</inkml:trace>
  <inkml:trace contextRef="#ctx0" brushRef="#br1" timeOffset="89349.112">22232 12402 1736 0,'0'0'10597'0,"0"0"-8013"0,0 0-1000 0,0 0-292 16,0 0-156-16,56 76 312 0,-52-54-136 15,4-7-495-15,-5-5-429 0,1-3-232 16,5-7-144-16,-5 0-12 0,4 0 4 0,3-10-4 15,2-6-12-15,2-3-292 16,-2-3-48-16,2 0-60 0,-2-5 35 0,-2 6 49 16,-3 2 24-16,-4 3 36 0,-4 3 60 15,0 5 172-15,-4-3 36 0,-11 5 60 0,-2-1 124 16,-7 7-136-16,1 0 76 16,-5 0 120-16,0 4-100 0,4 5-20 15,0 4-52-15,8-1-12 0,-4 1-60 0,8 0-144 16,0-1-164-16,0-1-228 0,5-5-244 15,3 2-548-15,-1-3-1188 16,1 1-3033-16</inkml:trace>
  <inkml:trace contextRef="#ctx0" brushRef="#br1" timeOffset="89575.112">22603 12202 11417 0,'0'0'2124'0,"0"0"-980"0,0 0-440 0,63 69 356 16,-55-37 296-16,1 4 84 0,-5-3-400 15,-4 6-356-15,0-1-220 0,0-3-172 16,0-7-159-16,-4-1-121 0,-1-13-12 0,5-1 8 16,-4-3 64-16,4-7 100 15,0-3-16-15,0-3-72 0,0-7-12 0,4-9 12 16,5-9-84-16,-2-1-60 0,5-9-28 16,0 0-92-16,4-4-124 15,-4 2-169-15,4-2-163 0,0 4-228 0,0-3-316 16,-4 13-1288-16,4-11-3377 0</inkml:trace>
  <inkml:trace contextRef="#ctx0" brushRef="#br1" timeOffset="89832.243">23121 12347 16789 0,'0'0'2192'0,"-17"99"-1788"0,13-42-124 16,4 19 248-16,0 19 364 0,0 10 429 0,0 3-677 16,4 3-536-16,4-3-108 0,1-3-96 15,-2-7-376-15,1-9 96 0,1-12 24 16,-5-11-25-16,3-18 85 0,-3-10 132 16,0-13 28-16,0-9-16 0,0-13-108 15,1-3-196-15,-1-9-208 0,-1-13 20 16,1-13-572-16,-4-10-612 0,4-9-1116 15,-4 6-2301-15,0-38-2119 0</inkml:trace>
  <inkml:trace contextRef="#ctx0" brushRef="#br1" timeOffset="90026.277">23033 12265 13637 0,'0'0'1800'0,"0"0"-844"0,0 0-244 0,0 0 328 15,75-70 132-15,-47 64 88 0,0 6-384 16,0 6-267-16,4 10-113 0,-4 10 0 0,-8 8-208 15,-4 4-128-15,-4 10-152 0,-12 6-8 16,0 0-220-16,-12 3-204 0,-4-3-120 16,-4-3-161-16,-4-4-35 0,0-12-104 15,1-12-396-15,2-14-204 0,6-11-136 16,-2-25-796-16,10 5-1705 0,3-41-2523 16</inkml:trace>
  <inkml:trace contextRef="#ctx0" brushRef="#br1" timeOffset="90492.537">23542 11500 13997 0,'0'0'2272'0,"0"0"-792"15,24 92-480-15,-16-35 252 0,-3 13 224 16,-5 15-7-16,0 7-433 0,0 7-516 16,0-1-228-16,0-2-152 0,0-7-140 0,0-7-232 15,0-12-164-15,0-16-112 0,8-10 0 0,3-12 36 16,2-13 12-16,6-12 84 15,1-7-25-15,5-17-23 0,3-8 108 16,3-10-4-16,-3-6-8 0,4 0 8 0,-9 0 140 16,5 8 124-16,-7 12 56 15,-6 4 160-15,1 14-36 0,-4 3 96 16,-3 10 316-16,-2 9 120 0,-3 6 37 0,0 4-157 16,0 3-160-16,0 3-76 15,-4 0 40-15,0-4-28 0,5 1-68 0,-5-6-100 16,0-8-140-16,0-8-4 0,4-3-108 15,-1-7-72-15,1-5-172 0,4-3-48 16,0-11 40-16,4-6-188 0,0-7-229 16,4-7-87-16,0 2-332 0,0-3-296 0,3 0 24 15,2 3-80-15,3 7 348 16,-5 8 536-16,1 13 664 0,-3 9 768 16,-2 6 408-16,-7 16 236 0,1 4-8 0,-6 6 0 15,1-1-228-15,-4 4-276 0,4-7-267 16,-4 1-181-16,4-4-104 0,-4-5-140 15,4-8-208-15,-4-6-180 0,4-6-412 16,-4 0-197-16,5-6-103 0,-2-10-36 16,-3-3-388-16,4 0-1288 0,-4-13-3677 0</inkml:trace>
  <inkml:trace contextRef="#ctx0" brushRef="#br1" timeOffset="90639.36">24197 11928 9548 0,'0'0'6877'0,"0"0"-4877"15,0 0-944-15,0 0 144 0,0 0-7 16,0 0 151-16,79 38-304 0,-59-38-608 16,-5 0-432-16,2 0-168 0,3-2-484 0,-5-2-204 15,2-6-152-15,-2 4-425 0,-2 3-2599 16,-2-4-4625-16</inkml:trace>
  <inkml:trace contextRef="#ctx0" brushRef="#br1" timeOffset="91211.217">24857 11932 80 0,'0'0'15573'0,"0"0"-12881"16,0 0-1424-16,-91 88 100 15,51-52-371-15,1-2-25 0,-2 4-140 0,5-2-504 0,8-5-232 16,9-3-88-16,7-2-8 16,8-4-60-16,4-3-12 0,0-6-52 15,16 3 4-15,3-7 12 0,6 2 24 0,3-6-72 16,0 1 20-16,3 1 52 15,-3 0 0-15,0 1 72 0,0 6 12 16,-12-3 0-16,0 3 60 0,-8 5-52 0,-4 0 88 16,-4 3-20-16,0-3-16 15,-8 3-12-15,-4-2-48 0,-4-8-96 0,4-3-136 16,0-2-132-16,4-7-228 0,4-10-101 16,4-8 1-16,0-8 80 0,4-2-72 15,8-11-548-15,8-5-692 0,4 2-664 0,-1 1-152 16,9 3 723-16,0 10 709 15,0 9 1308-15,-4 8 416 0,0 9 1420 16,-4 4 405-16,-4 12-73 0,-4 5 0 0,-4 3-380 16,-4 4-268-16,-8-4-248 0,4 0-311 15,-4-3-285-15,4-3-240 0,-1-3-288 16,1-11-148-16,5 2-144 0,-1-4-120 16,7-4 92-16,5-4 28 0,5-9-100 0,3 1-132 15,0-2 123-15,3-2 33 16,1 8-60-16,-4-1 88 0,0 4 20 15,-1 2 148-15,-3 4 24 0,0 3 0 0,-3 3 132 16,-6 4 380-16,2 5 97 16,-2 1-29-16,1 3-120 0,-4 4-84 0,4-6-64 15,-4 5-92-15,0-2-64 0,4-4-96 16,-4-1-60-16,0-3-44 0,3-2-28 16,-2 2-132-16,-1-2-256 0,3 3-132 0,-2-4-124 15,2 3-13-15,-2-2-27 16,-2 5-196-16,2-2-536 0,-6-1-1004 0,1 1-2441 15,0 3-3787-15</inkml:trace>
  <inkml:trace contextRef="#ctx0" brushRef="#br1" timeOffset="91646.593">27144 11925 7188 0,'0'0'7253'15,"0"0"-5865"-15,48 66-744 0,-27-27-308 16,-6 15 572-16,-2 3 412 0,-2 10-216 0,-7-1-396 15,-4-1-272-15,4-7-120 16,-4-3-108-16,0-14-147 0,4-12-61 16,-4-10-257-16,0-10-143 0,0-6-148 0,0-3-64 15,-4-12-220-15,-4-10-388 16,-3-13-1064-16,-2 9-2352 0,-11-30-3441 0</inkml:trace>
  <inkml:trace contextRef="#ctx0" brushRef="#br1" timeOffset="91774.246">27133 11646 13921 0,'0'0'1932'0,"0"0"-1100"0,0 0-336 16,75-13 164-16,-47 10 240 0,-4-1-824 15,0-2-76-15,4 4-1124 16,4-8-272-16,-8 3-660 0,16 1-2765 0</inkml:trace>
  <inkml:trace contextRef="#ctx0" brushRef="#br1" timeOffset="92026.154">27662 11865 15057 0,'0'0'2160'0,"-43"63"-1628"0,23-31-24 0,-4-1 956 16,0 4 256-16,0 1-351 0,8-11-701 15,8-3-380-15,8-9-192 0,4-1-92 16,12 1-4-16,8-3 4 0,7 2 44 16,10-2-48-16,2 0-64 0,6-2-56 0,-2 3-72 15,-3 2 96-15,0-1-64 0,-9 4 100 16,-7 0 52-16,-4 3 4 15,-12-3 4-15,-3 6-12 0,-9-3-144 0,-9 4-136 16,-6-1-120-16,-13 0-97 0,-4 0 9 16,-4-3 64-16,-4 0-28 0,0-3-100 15,-3-3-344-15,-2-4-784 0,2-3-1008 16,11-6-1177-16,-8-6-2139 0</inkml:trace>
  <inkml:trace contextRef="#ctx0" brushRef="#br1" timeOffset="92544.805">28169 11922 9080 0,'0'0'1977'15,"0"0"-321"-15,79-16-28 0,-47 22-252 16,0 10 276-16,-4 6-256 0,-4 11-96 15,-4 4-336-15,-4 8-220 0,-4 2-39 16,-4-2-233-16,-4-5-292 0,0-4-136 16,-1-11-44-16,1-5-96 0,0-11-84 15,5-6-136-15,2-3-60 0,1-6 11 0,4-10 73 16,8-6-24-16,-4-8 72 0,4 3-60 16,-4-9 24-16,-1 8 96 0,2 0-12 15,-5 5 60-15,-4 5 40 0,-1 8-16 16,-2 3 16-16,-1 7 96 0,-1 4 396 15,1 9 216-15,1 2-128 0,-2 7-128 16,-3 4-92-16,-4 2 17 0,4-3-13 0,-4 0 0 16,0-1-76-16,0-8-192 0,0-4 0 15,0-9-96-15,4 1-76 0,-4-4-240 16,5-7-317-16,3-5-195 0,-1-4-56 16,1-10-748-16,1 10-2572 0,2-16-3661 15</inkml:trace>
  <inkml:trace contextRef="#ctx0" brushRef="#br1" timeOffset="92825.246">28950 12049 13817 0,'0'0'3840'0,"0"0"-2824"0,0 0-512 0,16 85 268 15,-12-59 956-15,0-3-295 0,3-9-501 16,-3-3-584-16,9-8-288 0,2-3-60 16,5-7-48-16,8-8-156 0,0-8-28 15,-1-2-104-15,1-7-100 0,0-3-120 0,-3 4-64 16,-5-1 147-16,-9 4-15 0,-3-2 16 15,-4 9 32-15,-4 1 232 16,-8 8 156-16,-7-1 52 0,-5 10 196 0,-5 3 184 16,-3 6 48-16,5 16-52 0,-5 7-72 15,-4 2-23-15,8 8-49 0,0-4-28 16,4 0-48-16,4-7-104 0,5-5-52 16,2-8-232-16,5-5-581 0,4-10-175 15,4-7-200-15,13-11-440 0,2-8-32 16,5-12-692-16,-4 7-1965 0,16-23-3211 0</inkml:trace>
  <inkml:trace contextRef="#ctx0" brushRef="#br1" timeOffset="93027.553">29635 11248 11417 0,'0'0'3980'0,"0"0"-2784"16,0 0-796-16,31 96 8 0,-27-45 608 0,-4 12 384 15,0 10 100-15,0 10-343 0,0-1-301 16,0 7-216-16,5-6-324 0,-5-4-316 15,8-12-48-15,0-13-304 0,3-13-68 16,6-9 140-16,3-13 88 0,-1-7-148 0,1-5-12 16,1-7 12-16,-2-3-73 15,-7-9-47-15,0-5-92 0,-4-8-276 16,-4 0-736-16,-8-4-1132 0,0 7-1796 0,-28-13-1229 16</inkml:trace>
  <inkml:trace contextRef="#ctx0" brushRef="#br1" timeOffset="93173.493">29419 11789 10856 0,'0'0'2833'0,"0"0"-1301"0,0 0-728 16,0 0-60-16,0 0-24 0,0 0 308 16,0 0-156-16,101 8-356 0,-54-13-236 15,9-9-132-15,4 0-148 0,3-9-76 16,1 1-512-16,4-1-404 0,-8-2-580 0,-12 9-2820 16,7-6-5865-16</inkml:trace>
  <inkml:trace contextRef="#ctx0" brushRef="#br1" timeOffset="93757.512">30686 11715 7068 0,'0'0'3060'0,"0"0"-1295"0,0 0-433 16,0 0-176-16,0 0 468 0,0 0-12 15,0 0-120-15,37 77-412 0,-37-23-384 16,0 12-148-16,0 7 109 0,-9 7 7 16,2-1-132-16,7-9-48 0,0-10-264 0,0-19-144 15,11-12-76-15,9-16-148 16,5-13 16-16,2-4 72 0,9-15-48 15,0-9-12-15,3-7-136 0,2-13-132 0,-1 1-120 16,-5-4-37-16,-3 0 9 16,0 0 72-16,-8 4 52 0,-4-1-4 15,-4 4-76-15,-4-1 100 0,-4 3 196 0,-4 9 196 16,-4 3 124-16,0 8 368 0,0 13 92 16,0 6-56-16,0 3-80 0,0 9 52 15,4 7-39-15,-4 12-21 0,4 4-128 16,-1 9-68-16,-3 4-16 0,0-1 52 0,0 1-100 15,0-4-180-15,0-5-72 16,0-8-256-16,0-6-276 0,0-6-148 0,0-10-109 16,0-6 17-16,4 0-160 0,5-6-848 15,-5-10-704-15,4 0-1997 0,-1-16-2939 16</inkml:trace>
  <inkml:trace contextRef="#ctx0" brushRef="#br1" timeOffset="94068.384">31455 11703 13121 0,'0'0'2620'16,"0"0"-1728"-16,13 69-392 0,-13-30 392 0,-4 8 476 16,-9 7-72-16,2 0-300 0,-6-6-387 15,6-4-329-15,-1-5-268 0,7-11-12 16,2-6-132-16,3-9-40 0,0-4-44 16,0-6-113-16,8-3-51 0,8-6 88 15,-5-7 76-15,10-6 8 0,-1-6 24 0,4-3-60 16,-1-4 72-16,-3-1 0 0,4 2 40 15,1-1 120-15,-6 7 12 0,1 3 4 0,-4 9 92 16,0 4 100-16,-4 6 124 0,-5 3 240 16,2 6-60-16,-1 10-148 15,-8 0-87-15,0 6-33 0,0 1-24 0,0 2-52 16,-8-3 24-16,-1 0-68 0,2 1-112 16,3-8-72-16,-4 1-144 0,0-3-368 15,0-1-145-15,0 4-207 0,-4-3-156 16,4-4-796-16,0 1-3120 0,-4-6-5305 15</inkml:trace>
  <inkml:trace contextRef="#ctx0" brushRef="#br1" timeOffset="94258.571">31994 12037 3892 0,'0'0'12309'0,"0"0"-10241"0,4 72-1244 0,-12-47 660 0,-1 7 181 16,-2-3-517-16,-1-8-616 15,-1 0-532-15,6-12-196 0,3-3-276 16,-4 0-168-16,-1-6-185 0,6 4-63 0,-1-4-568 16,-4 0-1576-16,4-6-3469 0,-8-7-2851 15</inkml:trace>
  <inkml:trace contextRef="#ctx0" brushRef="#br1" timeOffset="94390.136">31894 11772 8716 0,'0'0'4821'0,"0"0"-2997"0,0 0-316 15,76-66 176-15,-45 56 8 0,-3 1-740 16,4 0-480-16,0 2-372 0,0 4-100 16,0-3-280-16,0 2-720 0,-1-3-332 0,-3 5-720 15,-3-1-2956-15,6 0-5125 0</inkml:trace>
  <inkml:trace contextRef="#ctx0" brushRef="#br1" timeOffset="94759.429">32460 11816 13489 0,'0'0'3764'0,"-60"71"-2784"0,24-26 224 16,-3 6 532-16,-6 9 97 0,6-3-301 16,3-4-328-16,12-4-696 0,4-14-400 15,12-10-108-15,8-6-204 0,0-10-72 16,8-9 32-16,12 0 4 0,0-3 0 0,3-10-72 16,9-3 8-16,-4-9-92 0,4 0 8 15,0-4-12-15,0-3 88 16,-4 4 56-16,-4-1 64 0,0 4-40 0,-9 3 88 15,-2 2 48-15,-2 5 48 0,-3 11 48 16,-3 4 0-16,-1 4 148 16,-4 14 336-16,0 8-168 0,-4 9-172 0,-1 10-144 15,-3 6 60-15,-3 9 36 0,2 6 76 0,-6 8 44 16,3 8 0-16,-8 3-20 16,0 4-28-16,-4 0 12 0,0-3-48 0,4-7-24 15,5-8-108-15,-2-8-120 0,6-9 0 16,2-10-24-16,5-3-96 15,0-9 8-15,4-9-56 0,0-8-4 0,4-8-204 16,5-7-72-16,6-10-41 0,2-15-411 0,2-7-400 16,1-10-336-16,0-8-812 15,-4 6-2349-15,8-32-3415 0</inkml:trace>
  <inkml:trace contextRef="#ctx0" brushRef="#br1" timeOffset="95130.438">32791 12020 2660 0,'0'0'8337'0,"0"0"-6897"15,0 0-776-15,0 0 240 16,0 0 812-16,4 86-112 0,-12-42-296 0,-1 8-324 16,1-5-140-16,5 1-4 0,-1-13-219 15,4-7-305-15,0-9-304 0,11-9-12 16,6-10-204-16,2-3-101 0,5-11-11 0,4-11-136 15,8-3-156-15,-4-7-128 16,3-3-24-16,-3 3 8 0,0 0 84 0,-8 0-4 16,-4 6 132-16,-4 1 160 0,-8 2 308 15,-4 7 72-15,-4 10 412 0,-12 9 304 16,-7 7 216-16,-6 12-240 0,-3 9 32 16,0 10-112-16,-3 4-36 0,-1 5 108 15,4 4 8-15,0-1-111 0,5-2-145 16,6-11-180-16,10-4-212 0,3-11-44 15,4-9-132-15,7-7-64 0,9-6-192 16,4 0-96-16,4-3 35 0,0-7-75 16,3 1-280-16,1-1-496 0,-4 4-1268 0,-3 3-2957 15,3 3-3619-15</inkml:trace>
  <inkml:trace contextRef="#ctx0" brushRef="#br1" timeOffset="96601.222">32746 11871 3968 0,'0'0'2984'0,"0"0"-752"16,0 0-528-16,0 0-135 0,0 0-293 16,0 0-72-16,0 0-48 0,0 0-292 0,0 0-216 15,-75 73 56-15,55-34 96 0,-4 1-76 16,0 5 60-16,4-1-68 15,4-6-252-15,4-3-147 0,5-12-137 0,3-4-60 16,4-9-60-16,0-10-60 0,4 0-64 16,7 0 64-16,2-7 0 0,6-7-80 15,1 0-184-15,4-5-53 0,-1 0-195 0,-2 2 60 16,-1 2-36-16,-8 2 48 0,4 3 60 16,-4 7 36-16,-1 3 136 15,2 0 100-15,2 3 100 0,-2 13 8 0,-2 0 24 16,-3 9 124-16,5 4-112 0,-6-1-36 15,1 1-236-15,4-3-144 0,0-1-288 16,0 0-828-16,0-9-1412 0,4 6-2565 16</inkml:trace>
  <inkml:trace contextRef="#ctx0" brushRef="#br1" timeOffset="97895.267">20977 14202 836 0,'0'0'2348'16,"0"0"-800"-16,0 0-532 0,0 0 52 0,91 22-120 16,-66-19 92-16,6-3 124 15,5 0 113-15,7 0-301 0,2-3-668 0,11-7-308 16,0 1 0-16,4-5 0 0,3 2 104 15,9-1 112-15,3 0-12 0,5 1 88 0,4-4-100 16,8 3 88 0,3 1 0-16,5 2 24 0,3-3-116 0,5 4-188 15,8 0-52-15,2-4-100 0,2 0-28 0,7 1-8 16,2-4 20-16,2 2 120 16,4 0 44-16,1-3 4 0,7 1-40 15,1 4 40-15,-1-1 52 0,4 3-48 0,5 0 112 0,-5 1-40 16,1 6-12-16,3-3-64 15,-3 2-8-15,-1 1-4 0,4 0 12 16,0 3 0-16,-3-3 8 0,7 3-8 0,-7-3-40 16,4 0-12-16,3-1-36 15,-4 1-16-15,5 0 16 0,-1 0-28 0,4 3 56 16,-3-3 60-16,-5 3 0 0,1-3-88 16,-1 3 88-16,1 0 52 0,-5-3-40 15,9-1 92-15,-6 1-104 0,2 0 68 16,-1 0-68-16,-3-1-92 0,-1 2-32 15,5-3 124-15,-9 3 0 0,8-4 12 16,-3 0-12-16,-1-1-72 0,1 1 60 16,0 0-40-16,-6 0 52 0,-2-1 52 15,-1 1-52-15,1 2 124 0,-5 2-8 16,-4-3-28-16,-2 3-24 0,-6-2 128 0,1 4-192 16,-6-3-76-16,-2 0-28 0,0-3 4 15,-9-1-16-15,-3 1 16 0,0-4-4 16,0 4 24-16,-9-3 80 0,1-1 116 0,-5-3 12 15,-3 4-124-15,-1-1 96 0,1-2-16 16,-8-4-84-16,-1 3-4 16,-3 1-84-16,-4-1 84 0,-9-4-48 0,1 5-8 15,-4-1 60-15,-4 0 0 0,-8-2-104 16,-1 2-48-16,-2 0 124 0,-6 1-20 0,1 2 96 16,0-3-48-16,0 1 112 15,-4-1-112-15,3-6-64 0,-3 3-88 16,1 1 60-16,-2-2 52 0,-3-2 40 15,-4 4 12-15,0 2 180 0,-5-3-76 16,-2 0 8-16,-5 4-32 0,-4-1-92 16,-1 0-172-16,-7 4-288 0,1-1-292 0,-5 3-160 15,-9-2-497-15,1-1-1131 0,-12 1-1868 16</inkml:trace>
  <inkml:trace contextRef="#ctx0" brushRef="#br1" timeOffset="98223.653">33611 12185 10616 0,'0'0'4117'0,"0"0"-3385"15,0 0-304-15,0 0-352 0,0 0 176 16,0 0 248-16,0 0 608 0,0 0-332 16,-12 71-332-16,8-46-172 0,4 6-128 15,-3 1-100-15,3 3-44 0,0 0-284 16,-4 0-244-16,-1 0-276 0,-3 3-112 0,0 0-304 15,-3 4-468-15,-2-1-868 16,2-10-1629-16,-10 20-359 0</inkml:trace>
  <inkml:trace contextRef="#ctx0" brushRef="#br1" timeOffset="98366.427">33300 13389 1772 0,'0'0'8844'16,"0"0"-7811"-16,-11 73-969 0,7-51 180 0,0 6 704 15,0-1 424-15,-5-2-172 0,5-3-380 16,1-3-260-16,-1-3-184 0,0-7-376 16,4-3-724-16,0-2-1052 0,-4-4-2101 0,-1 0-4699 15</inkml:trace>
  <inkml:trace contextRef="#ctx0" brushRef="#br1" timeOffset="107391.807">17291 15055 8292 0,'0'0'3965'0,"0"0"-2589"15,0 0-588-15,0 0-56 0,0 0 248 0,0 0 124 16,0 0-100-16,-36 92-340 0,32-50-284 16,4 12-36-16,0 7-148 15,8 12-36-15,1 9-100 0,-1 10-12 0,-1 3-48 16,10 7-8-16,-6-1-4 0,6-6-72 15,-6-9-40-15,1-12-144 0,-4-17 0 16,0-16 32-16,-4-16-144 0,4-9-324 16,-4-13-200-16,0-3-112 0,0-3-280 15,0-13-788-15,0-9-413 0,0 3-1911 16,-4-23-1328-16</inkml:trace>
  <inkml:trace contextRef="#ctx0" brushRef="#br1" timeOffset="107546.582">17383 15849 6584 0,'0'0'2660'0,"0"0"-863"0,0 0 191 0,0 0-440 15,0 0-248-15,0 0-136 0,84 35-96 0,-53-13-256 16,-3 1-184-16,4 2-64 16,-4-6-112-16,0-3-112 0,0-3-264 15,0-7-76-15,-4-6-144 0,-1 0 8 0,5-10-24 16,-3-8-292-16,-1-6-356 16,-5-1-236-16,1-8-448 0,-8 7-1152 0,0-16-3297 15</inkml:trace>
  <inkml:trace contextRef="#ctx0" brushRef="#br1" timeOffset="107759.674">17753 15341 4956 0,'0'0'7969'0,"0"0"-6469"0,0 0-540 0,0 0 72 16,0 0 460-16,-15 89-72 0,11-47-332 15,4 2-480-15,0 10-240 0,4 3-104 16,0 9-67-16,-1 7-77 0,5 4-52 15,1-1-68-15,-1 1-160 0,-1-11-313 16,10-5-235-16,-6-17-160 0,6-13-64 16,-6-14-104-16,6-14-660 0,2-6-1032 15,-7-10-2489-15,8-22-3006 0</inkml:trace>
  <inkml:trace contextRef="#ctx0" brushRef="#br1" timeOffset="108010.741">18144 15977 5092 0,'0'0'2836'0,"0"0"-1060"0,36 66 261 15,-28-44-17-15,4 0-224 16,-8-5-264-16,3-12-568 0,-3-2-592 16,5-3-212-16,-1-12-148 0,-1-7 64 0,6-6-4 15,-5-10-72-15,-4-6-468 0,-1-1-152 16,1 2 136-16,-4 1-76 0,0 7 224 16,0 7 68-16,-4 6 116 0,-3 9 92 15,-5 3 60-15,0 7 100 0,-9 0-88 16,6 13 224-16,-2 4 96 0,2 5-20 15,3 3 48-15,4 6-88 0,0 4-108 0,4-2-64 16,0-8-76-16,4 0-24 16,0-6-272-16,8-3-640 0,4-6-596 0,-4-1-1240 15,4-6-2533-15,4-6-875 0</inkml:trace>
  <inkml:trace contextRef="#ctx0" brushRef="#br1" timeOffset="108323.122">18383 15818 432 0,'0'0'1980'0,"0"0"-648"0,0 0-732 0,103 44 4148 15,-75-13-2563-15,0 5-585 0,-3 2-248 0,-1-3-240 16,-5 0-80-16,-3-7-48 16,-4-6-316-16,0-5-296 0,-4-12-336 15,0-5-36-15,0-3-4 0,0-12 4 0,0-8 296 16,0-5-296-16,-1-10-136 0,2-3-72 16,-5-1-16-16,0 2 112 0,0-2 4 0,3 7 8 15,-3 6 36-15,1 7-172 16,3 9 40-16,0 10-40 0,-1 3 136 0,6 9 100 15,-2 8 212-15,6 5 24 0,-2 6-112 16,2 1-28-16,-2-4 56 0,2 1 168 16,-6-5 52-16,5-4-64 0,-4-11-88 15,0-6-60-15,0 0-36 0,0-12-16 16,0-7 88-16,0-6-116 0,-4-8-80 16,-1-2-368-16,2-3-136 0,-1-4 8 15,-4 4-20-15,3 4-168 0,-3-1-544 16,1 9-1300-16,-1-2-3597 0</inkml:trace>
  <inkml:trace contextRef="#ctx0" brushRef="#br1" timeOffset="108971.554">20144 15786 7564 0,'0'0'4633'0,"0"0"-3817"0,0 0-64 15,0 0-116-15,0 0 44 16,0 0 392-16,0 0 400 0,0 0-272 0,0 0-368 16,116 57-220-16,-69-48-184 0,-2-2-184 15,-2-4-196-15,-3-3-48 0,0 0 0 16,-8-13-72-16,0-9-184 0,-4-3-476 15,-9-11-104-15,1-4-224 0,-3-2-616 16,-10 10-2424-16,-7-15-4949 0</inkml:trace>
  <inkml:trace contextRef="#ctx0" brushRef="#br1" timeOffset="109158.634">20355 15468 8584 0,'0'0'3113'0,"0"67"-905"15,8-36-1284-15,0 11-240 16,1 2 484-16,-2 4 184 0,5-4-280 16,0 1-532-16,0-7-540 0,-4-6-96 0,8-4-496 15,-4-3-380-15,0-11-84 0,0-5-124 16,4-9-232-16,-4-12-612 0,4-7-401 16,-4-1-1771-16,-1-12-900 0</inkml:trace>
  <inkml:trace contextRef="#ctx0" brushRef="#br1" timeOffset="109373.86">20714 15735 4288 0,'0'0'2356'0,"0"0"2145"0,0 0-3025 16,87 73-224-16,-63-54 216 16,-3-6-136-16,-6-7-200 0,1-3-344 0,0-3-380 0,0-6-140 15,-4-10 4-15,0-9-64 0,0-4-208 16,-4 0-324-16,0-3-20 16,-8 1 76-16,0 6 44 0,0 6 64 0,-5 6 0 15,-2 7 84-15,-9 3 64 0,0 3-48 0,-3 3 60 16,-5 6 0-1,-1 4-172-15,-6-1 8 0,-1 1-8 0,4 3 96 16,0 1-296-16,0-3-112 0,8 3-160 16,8-2-372-16,4 2-584 15,4-5-2813-15,4 6-4091 0</inkml:trace>
  <inkml:trace contextRef="#ctx0" brushRef="#br1" timeOffset="109775.877">22096 15579 2584 0,'0'0'9641'0,"0"0"-8361"0,0 0-900 16,0 0 52-16,-83-46 376 0,63 42 464 0,4 4-176 16,-4 8-316-16,4 6-188 0,8 5-40 15,0 9-48-15,4 11-16 0,4 5-136 16,0 6-72-16,4 8-72 0,4-4-48 0,5-4-44 15,-2-1-116-15,5-8-12 0,4-9-60 16,0-10-64-16,-1-10-144 0,5-12-180 16,1-3 80-16,3-16-124 0,0-12-144 15,0-9-128-15,0-10-216 0,-5-4-636 16,1-2-932-16,-8 11-2297 0,3-22-1755 16</inkml:trace>
  <inkml:trace contextRef="#ctx0" brushRef="#br1" timeOffset="110007.234">22359 14900 2980 0,'0'0'8617'0,"0"0"-6241"0,0 0-1564 0,0 0-408 16,0 0 448-16,-20 66 648 0,16-27-164 16,4 2-428-16,0 3-420 0,4 3-132 0,5 5-40 15,6 2-96-15,-2 7-64 0,6 1-92 16,-2 9-64-16,6-1 0 15,1 2-96-15,0-2-72 0,0-7-248 0,0-2-232 16,-1-10-160-16,5-13-152 0,0-7-292 16,0-12-844-16,0-12-796 0,-4-7-1509 15,12-7-675-15</inkml:trace>
  <inkml:trace contextRef="#ctx0" brushRef="#br1" timeOffset="110299.358">23009 15519 9168 0,'0'0'4905'0,"0"0"-4109"0,0 0-292 16,0 0 480-16,-79 29 596 0,55-7-104 0,3 4-340 16,1 5-624-16,5 7-244 0,3 3 0 0,3 1-84 15,2-4-39-15,7 0-37 16,0-10-92-16,0-6-16 0,0-5-112 16,7-10-45-16,2-7-27 0,3-5-48 0,-1-7 40 15,6-7-164-15,-2-6-92 0,1-7-68 16,0 0 4-16,-4-3 104 0,0 9 164 15,1 1 8-15,2 10-36 0,-7 5 40 16,4 7 80-16,0 3 152 0,-1 6 88 16,2 10 248-16,-5 3 168 0,4 4-72 15,-4-2-88-15,3 1-40 0,-3 1-96 0,5-7-136 16,-2-3-72-16,2-7-404 0,-2-6-392 16,1-3-240-16,4-10-736 0,-4-4-1048 15,1-13-3705-15</inkml:trace>
  <inkml:trace contextRef="#ctx0" brushRef="#br1" timeOffset="110592.021">23295 15440 9292 0,'0'0'5237'16,"0"0"-4405"-16,0 0-344 0,-39 89 644 0,27-57 376 16,0-2 164-16,0 0-660 0,8-8-600 15,-3-9-316-15,7-4-96 0,0-6-120 16,7 1-48-16,5-4 8 0,4 0 76 15,0-7 8-15,4-2 4 0,0-1-36 16,-4 4 20-16,4-1 16 0,-5 4 0 0,2 3 60 16,-6 0 12-16,-3 13 8 0,1 0 100 15,-5 10 100-15,3-2 24 0,-7 8 0 16,0 3-4-16,0 3-56 0,-7-1-75 16,-1-2-89-16,-5-1-8 0,2-5 0 15,2-3-193-15,-3-11-211 0,5-10-180 0,-1-2-60 16,3-8-400-16,1-14-524 0,0 2-1000 15,4-27-3129-15</inkml:trace>
  <inkml:trace contextRef="#ctx0" brushRef="#br1" timeOffset="110874.542">23615 15487 11369 0,'0'0'4556'0,"0"0"-3712"16,-32 64 36-16,15-36 664 0,2 1-28 15,-1-7-347-15,4-3-573 0,4-6-444 16,4-7-152-16,4-6 0 0,0 0-132 0,4 0-172 16,8-3 24-16,3-6 111 0,6 2-39 15,-1 1-36-15,4 3-12 0,3 0 24 16,-7 3 148-16,4 3 44 0,-4 6 40 16,0 4 12-16,-4 4 96 0,-4 2 52 15,-4 6-12-15,4 0 20 0,-8 4-56 16,0-1 8-16,-4 0 0 0,0-2-72 0,-4 2-48 15,-4-6-84-15,0-2-196 0,4-5-280 16,-4-5-136-16,4-3-64 16,0-7-284-16,1-5-856 0,3 0-2024 0,0-20-1805 15</inkml:trace>
  <inkml:trace contextRef="#ctx0" brushRef="#br1" timeOffset="111024.19">23997 15579 13105 0,'0'0'2116'0,"0"0"-1624"0,0 0 488 16,20 89 684-16,-16-53 248 0,-4-2-243 0,0-2-773 16,0-4-580-16,0-5-292 0,-4-4-24 0,-4-7-364 15,4-2-312-15,-4-10-285 0,0 0-359 16,0 0-1440-16,-4-16-3629 0</inkml:trace>
  <inkml:trace contextRef="#ctx0" brushRef="#br1" timeOffset="111160.682">23953 15358 14041 0,'0'0'2448'0,"0"0"-2100"15,0 0 100-15,0 0-48 0,0 0 228 0,0 0 504 16,0 0-1132-16,0 0 0 0,0 0-812 0,0 0-400 16,0 0-1220-16,56 19-4289 0</inkml:trace>
  <inkml:trace contextRef="#ctx0" brushRef="#br1" timeOffset="111323.245">24356 15751 13165 0,'0'0'3900'0,"0"0"-3512"0,0 0 108 0,0 0 256 16,0 0-112-16,75 12 340 0,-59-24-264 16,0-8-592-16,0-5-124 0,-4-2-488 15,4-9-416-15,-4-2-472 0,0-1-724 16,-4 8-2224-16,0-13-3253 0</inkml:trace>
  <inkml:trace contextRef="#ctx0" brushRef="#br1" timeOffset="111548.036">24304 15304 5700 0,'0'0'6033'0,"0"0"-4573"0,7 94-964 0,2-49 444 0,3 9 736 15,-1 7 188-15,6 2-264 16,-6 3-636-16,6 8-512 0,-6-2-160 15,-2 4-100-15,-1 1-56 0,-1-1-87 0,-3-7-49 16,0-2-93-16,-4-6 45 16,4-8-64-16,-4-4-80 0,0-8-188 15,0-10 88-15,0-8 48 0,0-7-72 0,-4-9-124 16,4-7-16-16,-8-5-380 0,4-10-600 16,-3-7-752-16,-2 3-996 0,-3-23-3033 15</inkml:trace>
  <inkml:trace contextRef="#ctx0" brushRef="#br1" timeOffset="112313.042">24818 15579 4912 0,'0'0'7093'0,"0"0"-4749"0,0 80-1560 15,4-33-520-15,3 8 504 0,-3-1 716 16,-4 3-100-16,0-3-552 0,0-13-524 15,4-12-308-15,-4-10-84 0,5-13-136 16,-1-3-144-16,4-6-80 0,3-10 172 0,6-12 272 16,-2-4-120-16,1-9-4 0,5 1-148 15,-6-2 12-15,5 7 148 16,-4 10 28-16,4 9-8 0,4 3 92 0,-1 10 88 16,1 3 120-16,1 14 52 0,-1 5 84 15,0 6-84-15,3 11 108 0,-3 1-24 16,0 4-76-16,-7 8-36 0,-2-1 88 15,-3 6 8-15,-4 7-12 0,-8-1-84 16,0 4 84-16,-8-1-11 0,-4-5 119 0,-8-7-84 16,0-10-172-16,0-6-168 0,0-13-12 15,1-8-36-15,2-8-48 0,2-9-96 16,2-3-220-16,2-16-209 0,-1-10 49 16,-1-13-260-16,2-10-320 15,3-12-964-15,0 12-2612 0,-4-37-3397 0</inkml:trace>
  <inkml:trace contextRef="#ctx0" brushRef="#br1" timeOffset="112484.435">25754 15500 12705 0,'0'0'4436'0,"0"0"-3792"0,48 102-432 0,-32-58 380 15,-8 8 916-15,0-2 104 0,-4-2-523 16,0-7-725-16,0-10-364 0,-4-8 0 15,0-8-240-15,0-9-308 0,0-6-193 0,-8-3-243 16,0-15-1100-16,-1 6-3412 16,-10-27-5285-16</inkml:trace>
  <inkml:trace contextRef="#ctx0" brushRef="#br1" timeOffset="112625.054">25698 15252 7020 0,'0'0'8977'0,"0"0"-7873"0,0 0-732 0,0 0 308 16,0 0 84-16,0 0 60 0,0 0-520 16,0 0-304-16,84-9-832 0,-72-4-204 0,0-3-840 15,3-9-3348-15</inkml:trace>
  <inkml:trace contextRef="#ctx0" brushRef="#br1" timeOffset="112885.389">26336 14925 14897 0,'0'0'2312'0,"4"96"-1744"15,-1-45-12-15,2 12 432 0,-1 10 344 16,0 0-248-16,8-3-599 0,-5 0-365 0,6-4-120 16,-2-5-4-16,2-7-116 15,-2-7-124-15,6-9 27 0,2-6 57 0,1-10 64 16,5-2 84-16,-6-8-136 0,5-2-20 15,0-4-188-15,0-4-140 16,-1-2-44-16,1-2-36 0,1-4-16 0,-5-7-248 16,-1-1-316-16,-2-4-580 0,-6-1-680 15,-7 0-2465-15,0-7-2475 0</inkml:trace>
  <inkml:trace contextRef="#ctx0" brushRef="#br1" timeOffset="113237.504">26208 15468 9036 0,'0'0'6877'0,"0"0"-5973"16,0 0-892-16,0 0 224 0,0 0 300 15,21-72 280-15,-14 65 8 0,1-3-552 0,12 1-176 16,0 0 76-16,4-1-120 15,8 3-52-15,-1 0-144 0,5 2-140 0,1 2-196 16,-2 0-308-16,-3-4-392 0,0-3-716 16,-8 8-2421-16,4-8-3475 0</inkml:trace>
  <inkml:trace contextRef="#ctx0" brushRef="#br1" timeOffset="114417.338">27881 15411 5472 0,'0'0'4452'0,"0"0"-2775"16,0 0-653-16,0 0 280 0,88-34 288 16,-68 34-52-16,5 12-324 0,-2 7-168 0,-7 6-328 15,4 7-168-15,-4 7-164 0,-8 1-72 16,0 2-156-16,-4-1-40 0,0-3-108 0,-4-3 0 15,0-4-12-15,0-6-40 0,0-8-80 16,-4-4-76-16,4-10-48 0,0-3-36 16,0 0-120-16,0-12-28 0,0-4 48 15,0-7 268-15,8-9-36 0,-4 0-72 16,3-2 48-16,2-4 48 0,3 6 112 16,-5 3-48-16,6 4 52 0,2 6 8 0,-2 9 132 15,2 4 80-15,-3 4 120 0,0 2 24 16,4 2 96-16,-4 10 36 15,0 4-184-15,-4 1-108 0,0 5-16 16,0 0 28-16,-4 4-40 0,4-1-80 16,0-3-28-16,-4-3-60 0,0-2-48 0,-4-5-64 15,4-5-336-15,-4-7-296 0,0 0-196 16,4 0-144-16,0-11-612 0,-4-2-940 16,4 1-2473-16,-1-20-2455 0</inkml:trace>
  <inkml:trace contextRef="#ctx0" brushRef="#br1" timeOffset="114725.553">28495 15462 11069 0,'0'0'3096'0,"0"0"-2100"0,0 0-704 16,52 86 348-16,-40-61 1084 0,0 0 120 0,0-5-536 15,-4-8-712-15,0-9-468 0,0-3-124 16,4-3 44-16,0-9 4 16,4-8-52-16,0-12-232 0,-1-1-280 15,2-3-180-15,-6-2 32 0,-3 3 56 0,1 7 136 16,-9-2 172-16,0 12 64 0,0-1 20 0,-9 6 136 15,-3 4 76-15,-8 2 196 16,5 4 136-16,-5 3 88 0,-5 12-160 16,10 8-52-16,-1 5-72 0,4 10 24 15,4 3 12-15,4 7 96 0,4-1 124 16,0 1-40-16,4-4-36 0,0 0-12 16,4-5-108-16,0-11-196 0,0-10-68 0,0-5-104 15,4-8-132-15,0-2-244 0,4-5 72 16,0-15 36-16,-1-2-360 15,6-10-472-15,-6-2-972 0,1-5-1000 0,-4 8-1373 16,4-8 193-16</inkml:trace>
  <inkml:trace contextRef="#ctx0" brushRef="#br1" timeOffset="114860.395">28814 15366 1044 0,'0'0'6308'0,"0"0"-3520"0,0 0-611 0,0 0-37 16,0 0-188-16,0 0-572 0,87 52-280 16,-63-27-168-16,1 4-112 15,-1 3-28-15,0-3-87 0,3-4-209 0,-7-4-192 16,0 2-292-16,0-10-12 0,0-4-160 15,0-3-216-15,-4-6-192 0,4 0-333 16,-5-9-39-16,6-10-336 0,-1-4-1156 16,-9 5-2492-16,6-17-2585 0</inkml:trace>
  <inkml:trace contextRef="#ctx0" brushRef="#br1" timeOffset="115024.346">29240 15262 7868 0,'0'0'6365'0,"0"0"-4965"0,0 0-580 0,0 0 324 0,0 0 140 16,-55 73-32-16,39-35-228 15,4 10-440-15,-4 5-183 0,0 2-61 16,0-1-64-16,0 0-104 0,0-7-84 0,0 0-88 16,8-8-232-16,-4-4-360 0,4-10-357 15,5-6-147-15,-2-9-144 0,5-10-528 16,0-7-1224-16,5-24-2981 0</inkml:trace>
  <inkml:trace contextRef="#ctx0" brushRef="#br1" timeOffset="115256.475">29468 14996 13965 0,'0'0'3884'0,"0"66"-3416"16,3-24-196-16,1 5 504 0,4 13 800 0,1-3-31 16,2 4-433-16,1-4-556 0,-3-3-340 15,6-7-96-15,-2-1-48 0,6-9-72 16,-7-5 0-16,8-10-132 0,-4-3-328 0,-4-10-156 15,4-2-12-15,0-4 24 16,-4 0 43-16,4-3-47 0,-9 0-272 16,2-3-580-16,-9-7-724 0,0 1-796 0,0 3-2765 15,-20-7-1958-15</inkml:trace>
  <inkml:trace contextRef="#ctx0" brushRef="#br1" timeOffset="115401.412">29228 15391 7220 0,'0'0'6613'15,"0"0"-5309"-15,0 0-736 0,0 0 100 16,0 0 488-16,0 0 228 16,88 23-440-16,-56-26-516 0,0-10-292 0,4-2-136 15,3-5-148-15,-2-6-204 0,-5 5-384 16,3-5-336-16,-7 4-668 0,-5 6-2076 16,10-3-3781-16</inkml:trace>
  <inkml:trace contextRef="#ctx0" brushRef="#br1" timeOffset="115991.965">30731 15312 5004 0,'0'0'7281'16,"0"0"-5545"-16,0 0-208 16,0 0-84-16,84 67 68 0,-61-28-140 0,5 5-284 15,-8 6-372-15,0-1-323 0,-4-2-177 16,0-9-208-16,-4-12-8 16,-1-7-72-16,2-12-84 0,-2-7-137 0,6 0 1 15,-2-14 132-15,9-8 88 0,0-7 68 16,0-6-104-16,0-2 108 0,0-5-244 0,-4 2-124 15,-4-2 28-15,0 7 8 0,-4 6 64 16,-5 7 108-16,2 6-12 16,-1 10-24-16,-4 3-88 0,3 3 260 0,2 9 24 15,-5 7 380-15,4 3-84 0,-1 7 36 16,1-1-40-16,1-3 40 16,-2-3 56-16,-3-7-20 0,4-2-64 0,-4-10-76 0,1 0-55 15,2 0 23-15,1-5 20 16,0-12-216-16,4-2-24 0,-4-6-196 15,4-7-109-15,-4-3-71 0,0 0-160 0,0-2-148 16,-1 1-360-16,6 1-700 0,-5 4-856 16,-4 8-2037-16,3 1-1223 0</inkml:trace>
  <inkml:trace contextRef="#ctx0" brushRef="#br1" timeOffset="116279.303">31476 15262 4424 0,'0'0'6529'0,"0"0"-4909"0,16 75-688 0,-4-51 524 0,-5-2 568 16,1-7-256-16,1-5-516 0,2-4-616 15,-3-6-308-15,4 0-24 16,0-9-132-16,4-5-96 0,0-7-76 16,-4-5-244-16,4-2-120 0,0-4-124 15,0-3-12-15,-5 4-16 0,-2 4 112 0,-1 2 20 16,-8 6 52-16,0 7 36 0,0 2 296 16,-8 7 24-16,-5 0 52 0,-2 3 44 15,-5 3-116-15,0 7 152 0,0 2 28 0,4 10 0 16,4 1-36-16,1 9 72 0,6-1 40 15,-3 4-4-15,4 1-36 0,0-1 0 16,4-7-24-16,0-3-156 0,0-6-40 16,0-6-48-16,8-7-148 0,0-3 12 15,4-3 16-15,0-6 20 0,4-7-272 0,4-6-452 16,4-4-568-16,-8 5-1648 0,7-11-4105 16</inkml:trace>
  <inkml:trace contextRef="#ctx0" brushRef="#br1" timeOffset="117189.395">31958 15237 6188 0,'0'0'4897'0,"0"0"-3241"0,0 0-548 0,0 0 60 15,0 0 256-15,0 0-84 16,0 0-352-16,43 72-312 0,-26-65-220 16,-2 0-140-16,6-7-72 0,3 0-24 0,-5-11-220 15,5-1 0-15,-4-4-12 0,0-6-196 16,-4 0 36-16,-4-4-72 0,0-2-60 16,-4 0-112-16,0 2 120 0,-5 1-12 0,1 2-212 15,-4 4 16-15,0 6 180 16,-4 4 136-16,-3 3 188 0,-5 2 0 0,-8 4 264 15,-4 4 80-15,0 11-280 16,-4 7-64-16,4 11 248 0,4 1-4 0,0 11 68 16,5 2-56-16,2 1 28 0,1-3 108 15,9-1 0-15,-1-9-136 0,0-7-244 16,4-12-12-16,0-6-196 0,8-10-328 16,3-4 44-16,6-11 332 0,3-14-172 0,3-9-444 15,1-9-604-15,-8 5-1464 16,8-21-3561-16</inkml:trace>
  <inkml:trace contextRef="#ctx0" brushRef="#br1" timeOffset="117363.306">32261 14624 8112 0,'0'0'2692'0,"0"0"-1727"0,4 83 47 0,-4-43 680 16,4 11 348-16,3 6-300 15,1 1-300-15,1-1-368 0,-1-3-412 0,-1 1-260 16,1-5-327-16,1-9-73 0,-2-3-161 15,1-13-351-15,0-6-376 0,4-9-144 16,4-10-36-16,4-13-324 0,4-6-1176 16,-8 0-2885-16,12-20-3370 0</inkml:trace>
  <inkml:trace contextRef="#ctx0" brushRef="#br1" timeOffset="117539.659">32655 14979 7612 0,'0'0'8593'0,"0"0"-7305"0,0 0-1004 16,-52 67 124-16,24-34 700 0,4 4 396 15,-4 5-395-15,8-2-537 0,1 2-380 16,6-3-108-16,6-6-84 0,3-4-88 0,4 0-8 16,7-8-148-16,6-4-132 15,2-4-1-15,10-7-71 0,-1-3 32 0,-1-3-60 16,1 0-172-16,-4 0-360 0,0-6-912 16,-4 0-1200-16,-5-1-2893 0</inkml:trace>
  <inkml:trace contextRef="#ctx0" brushRef="#br1" timeOffset="118309.646">28160 16634 1212 0,'0'0'2804'0,"0"0"4149"0,0 0-5421 15,0 0-488-15,0 0-28 0,0 0 132 16,-91-64-20-16,71 64-244 0,-8 0-156 16,0 10-284-16,-4 6-64 0,-7 12 0 0,2 7 76 15,-2 12 8-15,-1 17-124 16,4 9 36-16,8 13 12 0,8 9 137 0,9 7-41 15,11 2-156-15,0 4-172 0,7-3-60 0,14-6-36 16,-2-14-12-16,5-14 4 16,4-21-52-16,0-12 8 0,4-16 72 0,0-16-80 15,-1-6-60-15,1-9-196 0,0-10-132 16,-8-3-60-16,0-4-169 16,-12 0 33-16,-4 1-76 0,-4 3-160 0,-4 4-504 15,-8 1-832-15,-8 5-980 0,4 6-2085 16,-12-1-327-16</inkml:trace>
  <inkml:trace contextRef="#ctx0" brushRef="#br1" timeOffset="118473.696">27782 17561 2584 0,'0'0'1640'0,"0"0"2868"0,0 0-1947 15,0 0-857-15,0 0-28 0,0 0 264 16,0 0-176-16,96-3-364 0,-65 3-252 0,5 0-272 16,-4 0-271-16,0-4-349 0,-8-8-256 15,0-1-116-15,-4-4-320 0,0-4-173 16,-4-2-159-16,3 2-368 0,-10-5-996 0,3 7-2596 15,-9-3-3021-15</inkml:trace>
  <inkml:trace contextRef="#ctx0" brushRef="#br1" timeOffset="118609.272">28085 17395 5640 0,'0'0'2404'0,"0"0"1653"16,0 0-2449-16,12 80 128 0,0-51 132 15,4 3-116-15,-4 2-476 0,4-2-400 16,-4-4-328-16,3-2-355 0,-3-3-193 0,4-11-108 15,-4 1-489-15,4-7-379 16,5-4-40-16,-6-2-352 0,9-6-1320 16,-4-2-2641-16,4-15-2943 0</inkml:trace>
  <inkml:trace contextRef="#ctx0" brushRef="#br1" timeOffset="118920.699">28695 17447 3980 0,'0'0'9793'0,"0"0"-7921"0,0 0-1116 15,0 0 168-15,-80 84 412 16,56-57 0-16,4-2-384 0,0 0-368 0,5-3-183 16,2-3-73-16,1 0 24 0,9-8-60 15,-1-3-172-15,4-8-120 0,0 0-40 16,0 0-108-16,4-8-140 0,3-6 8 16,9-8 172-16,-4-7-269 0,4-5-51 0,-4-1-92 15,0 2-32-15,-1 12 100 16,-2 2 0-16,3 12 32 0,0 4 88 15,4 3 248-15,0 13 84 0,3 3 184 0,2 5 296 16,-1 5 144-16,-1 3-72 16,1-4-76-16,0 1-136 0,-4-1-48 0,0-6-24 15,0-2-87-15,-1-5-157 0,-2-2-24 16,-1-10-181-16,-4 0-111 0,4-7-340 16,-1-8 56-16,2-10-244 0,-5-8-596 0,-1 4-1560 15,-3-25-3653-15</inkml:trace>
  <inkml:trace contextRef="#ctx0" brushRef="#br1" timeOffset="122089.144">31081 17037 9380 0,'0'0'4705'16,"0"0"-3633"-16,0 0-604 0,0 0 312 16,116-13 380-16,-68-3-124 0,3-6-456 15,5-6-340-15,-4-7-240 0,4-4-284 16,-1-2-204-16,1 0-204 0,-8 0-776 0,-12 11-1108 15,0-17-4205-15</inkml:trace>
  <inkml:trace contextRef="#ctx0" brushRef="#br1" timeOffset="122273.23">31384 16567 7564 0,'0'0'4301'0,"-12"82"-2193"15,12-33-1548-15,0 4-220 0,0 14 1036 0,0-1 600 16,0-2-428-16,8-1-828 0,0-12-540 16,4-7-180-16,0-12-452 15,3-12-416-15,6-11-180 0,3-9 60 0,4-16-452 0,0-12-568 16,-5-2-2125-16,10-26-3443 16</inkml:trace>
  <inkml:trace contextRef="#ctx0" brushRef="#br1" timeOffset="123323.398">31754 16196 4880 0,'0'0'7721'0,"0"0"-6381"0,12 88-708 16,-12-41 804-16,5 11 448 0,-1 2-100 0,0 3-596 16,-4 5-592-16,3-5-268 0,-3 0-183 15,4-2-45-15,-4-7-100 0,4-10-120 0,0-5-377 16,1-12-259-16,2-10 84 15,5-4 120-15,1-10 100 0,2-3-44 16,1-10-168-16,0-2 140 0,4-7 176 0,-4-4 288 16,4 4-16-16,-5 0 28 0,2 3 48 15,-6 4 100-15,2 5-28 0,-2 4 92 16,1 3 144-16,1 6 116 0,-2 10 108 0,-2 3-64 16,-1 3-148-16,3 3-64 15,-3 5-132-15,0-5 20 0,0-3 128 16,4 0-168-16,-4-9-104 0,0 0-132 0,0-10-152 15,0 0-48-15,0-3-120 0,4 0-228 16,-1-9 24-16,6-4 96 0,-6-6-204 16,2 3-516-16,-1-3-204 0,4 0-156 15,-4 2 251-15,-1 5 601 0,2 3 416 16,-2-1 372-16,-3 3 852 0,1 5 645 16,-2-2 3-16,-3 4-92 0,4 0-72 0,-4 0-192 15,1 0-252-15,2 0-300 16,1-3-260-16,4-2-144 0,-4-9-56 0,8 1-132 15,-4-5-132-15,4-5-312 0,-4 1-100 16,-4 0 84-16,0 3 116 16,-4 6 204-16,-1 1 140 0,-3 8 12 0,-3 2 164 0,-5 2 60 15,-9 0 124-15,2 2-88 0,-5 8-24 16,0-1 32-16,4 7-56 0,1 3 8 16,-2 4 28-16,6-1-152 0,-2 6 16 15,5 5-64-15,1-6 52 0,3 5-28 16,0-6 28-16,-1-1-64 0,5-6-48 15,0-3-244-15,0-6-236 0,5-7 40 16,-1-3-4-16,7 0 0 0,1-10-80 16,4-9 28-16,5-9-192 0,2-4-420 15,5-4-604-15,-4-1-981 0,8-1 93 16,-4 3 780-16,0 6 924 0,0 1 712 0,0 2 184 16,-5 7 1276-16,1 6 700 0,-4 5 312 15,-4 4-311-15,0 4-321 0,-1 0-244 0,-2 9-260 16,-1 7-156-16,0 3-320 15,-4 7-156-15,0-1-140 0,-1 7-52 16,-2 0 76-16,-1-4-84 0,0 3-104 0,0-1-144 16,-4-8-72-16,4 0-12 0,-1-6-52 15,1-4 4-15,5-5 0 0,-1-7-232 16,7-3-4-16,2-13 52 0,7-6 72 0,-1-8-232 16,9-3-88-16,-1-6-72 15,1 1 16-15,5 6 140 0,-5 1-28 16,-4 4 136-16,0 8-12 0,-1 7 120 0,-7 3 68 15,0 5 60-15,-4 4 64 0,-4 4 492 16,0 9-180-16,-4 2-200 16,-5 8 16-16,-3 5-116 0,0 10 76 0,0 6 108 15,0 10-96-15,-7 7 136 16,-1 9 124-16,0 3 96 0,-4 6-96 0,0 4-4 16,-4-1-72-16,4-6-100 0,1-2 36 15,-2-11-216-15,5-12 68 0,1-7 52 16,3-8-28-16,-5-11-96 0,-2-6-68 15,3-10 20-15,-1-6-16 0,-6-3-304 16,-2-6-160-16,-2-6 224 0,-1-7 252 16,-8-4 40-16,4-9-136 0,0-6-88 15,0-6 4-15,4-7 84 16,5-6-116-16,6-7-80 0,1 1-344 0,8 2-368 0,0 4-92 16,17 0-112-16,6 6 492 0,5 0-104 0,7 4-741 15,6 2-579-15,2 4-344 16,-11 10-448-16</inkml:trace>
  <inkml:trace contextRef="#ctx0" brushRef="#br1" timeOffset="130618.747">29105 16487 6976 0,'0'0'4229'0,"0"0"-1757"0,0 0-1016 0,0 0-436 15,0 0 168-15,0 0 124 0,36 86-380 16,-24-54-248-16,4 6-352 0,-4 6-140 0,4 4-20 16,-5 6 84-16,2 6-48 0,-6 1 84 15,5 5-39-15,-3 5-69 16,-6-1-72-16,5 2-112 0,-4-2-8 0,0-3-136 15,5-7-16-15,-6-6-277 0,5-13-183 16,4-12-172-16,-4-10-192 0,8-17-272 0,0-2-540 16,0-8-1396-16,0-24-3397 15</inkml:trace>
  <inkml:trace contextRef="#ctx0" brushRef="#br1" timeOffset="130924.898">29539 17221 6868 0,'0'0'3216'0,"0"0"-1039"0,0 0-1449 16,13 77 292-16,-6-49 948 0,-3-3-120 0,4 0-420 16,0-6-668-16,4-2-416 15,0-12-284-15,4-1-60 0,0-4 72 0,8-13 16 16,4-6-76-16,0-9-12 0,0-7-324 16,-4 0-116-16,-1-4 36 15,-3 4 48-15,-4 4 112 0,-4 9 96 0,-8 9 136 16,-4 4-40-16,0 5 52 0,-8 1-108 15,-8 3 108-15,0 0 160 0,-4 0 0 16,-4 0 12-16,5 3 12 0,-1 4-100 16,3-1-84-16,6 7-12 0,-1-1-100 0,3 4 40 15,5 0-12-15,1 0-16 16,3 0-48-16,0-4-160 0,0-2-372 16,3 0-388-16,6-7-984 0,3-3-2297 0,-8 0-2427 15,12-10 3724-15</inkml:trace>
  <inkml:trace contextRef="#ctx0" brushRef="#br1" timeOffset="131090.231">30065 17037 4396 0,'0'0'2824'15,"0"0"1749"-15,0 0-3393 0,0 0-24 0,24 80 448 16,-24-52 160-16,0 3-344 0,0 1-388 16,0-3-276-16,0-4-232 0,0-3-428 15,0-8-96-15,0-8-448 0,0-6-308 16,0 0-92-16,0-6-76 0,0-8-612 15,0 2-2492-15,0-20-4693 0</inkml:trace>
  <inkml:trace contextRef="#ctx0" brushRef="#br1" timeOffset="131212.435">29945 16843 5792 0,'0'0'1432'0,"0"0"2813"0,0 0-3489 0,0 0-168 16,0 0 320-16,101 0-908 15,-73-6-344-15,7-4-1744 0,-12 1-3417 0</inkml:trace>
  <inkml:trace contextRef="#ctx0" brushRef="#br1" timeOffset="131442.275">30456 16846 1108 0,'0'0'11465'15,"0"0"-9621"-15,0 0-1012 0,-24 71 1028 0,16-46 20 16,-5 0-424-16,9 1-640 15,1-4-428-15,-1-3-167 0,4-4-37 16,0 1-116-16,4-2-68 0,8-2-88 0,0-3 28 16,-1 1 12-16,2-1-61 15,-2-2-15-15,-3-2-80 0,-3 2-112 16,-1 3-88-16,-4 3 28 0,0 2-16 0,-9 4-148 16,-6 3-160-16,-2 4-200 0,-11 3-420 15,1-1-1212-15,-13-2-2961 0,8-7-2623 0,-32 9 7717 16</inkml:trace>
  <inkml:trace contextRef="#ctx0" brushRef="#br1" timeOffset="132325.068">28559 17672 1708 0,'0'0'272'0,"0"0"-268"0,0 0 6096 0,0 0-3848 16,0 0-871-16,0 0-61 15,0 0-76-15,0 0-232 0,0 0-244 16,0 0-264-16,0 0-220 0,-8-51 16 0,8 44 36 16,-4 5 84-16,4-2 12 0,-4 4-96 15,0-3-104-15,1 0-72 16,-10 3-160-16,9-3-4 0,-4-1 0 0,1 4-40 16,2 0-44-16,1 0 16 0,0 0-76 15,0 4-124-15,0 2-84 0,1 7 20 0,3 3 0 16,-4 6 128-16,4 1 156 0,0 4 4 15,0 3 96-15,0-2-12 0,0-3 64 16,0 4-96-16,0-7 0 16,0 0 0-16,4-3 44 0,-1-2-48 0,5-9-100 15,0 3 52-15,1-2-4 16,-2-4 52-16,5-5 0 0,0 0 60 0,0 0 0 0,4-5 76 16,0-11-136-16,0-3-188 15,0-4-164-15,0-5-184 0,0 0-32 16,-4-4-112-16,4-3-52 0,-9 7-44 15,2-2 280-15,-5 8 280 0,0 0 164 16,-1 6 44-16,-3 7 8 0,0 3 64 0,0 2 268 16,0 4-140-16,0 0-192 0,0 0-12 15,0 6-40-15,4 1 88 0,0 6-36 16,5 2 204-16,2-2-24 0,1 4 24 16,1-5-64-16,2 1-140 0,1-5-256 15,-4 3-928-15,4-5-1249 0,-4 3-2247 16,-4-2-44-16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5-30T08:52:12.926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8861 4121 7524 0,'0'0'3921'0,"0"0"-2981"16,0 0-276-16,0 0 124 0,0 0 556 0,83 13-124 15,-55-5-360-15,0 6-252 16,4 5-128-16,-4 2-108 0,0 6 32 16,0-2-72-16,3 4-24 0,1-1-100 0,0-2-36 15,-4-1-160-15,4-3 72 16,4-4-76-16,-5-1 40 0,10-7-44 0,-1-4 4 15,7-6-8-15,-3 0 8 0,4-6-8 16,0-1 0-16,-1-6 24 16,1 4-24-16,1-3 0 0,2-2 96 0,5-1-96 15,0-2 0-15,0-2-12 0,-1 0 12 16,1 0-108-16,-4 4-64 0,0-1 12 16,-5 6-24-16,1 1 48 0,-8 3 4 15,3-1 44-15,-2 1 80 0,2 3-48 0,-2-3 56 16,-2 1 0-16,1 5 0 15,-1 0 52-15,6 0 36 0,-2 0 228 0,5 7-44 16,4 0-272-16,-4 2-48 0,4 1 40 16,-1-1 8-16,1 1 0 0,8 2 8 15,-4-2 4-15,4-1-4 0,0 1-16 16,3-7 16-16,1 0-20 0,0 0-96 0,-1-3 20 16,5 0-32-16,-1-6-52 0,2 0 36 15,-5-1 124-15,3-2-24 0,1-1 36 16,-1 1 12-16,-3 3 124 0,3-4-40 15,2 4 40-15,-2-4-64 0,1 4 16 16,3 0 132-16,-2 0-208 0,2-1-12 16,-3 4 4-16,3 0-4 0,-2 3-124 15,-6 0 76-15,5 0-12 0,-4 0 60 16,-1 3 12-16,1 0-12 0,0 4 0 16,-1-1-24-16,-3 0 24 0,4-3 8 0,-4-3-8 15,3 3-100-15,6-3 52 0,-5 0-12 16,3-3-100-16,-3 3-24 0,3 0 176 15,1 0-68-15,-4 0-8 0,-1 0 84 16,1 7-80-16,1-1 80 0,-2 3 0 0,5-2 76 16,-1 2-16-16,5 1 16 0,0-4-76 15,3-3 4-15,2 3-16 16,-2-6 24-16,5 0-12 0,-1 0 0 0,5-2-100 0,-4-5-72 16,-1 1 172-16,5 2 32 15,-9 1-32-15,5 3-4 0,-4 0 4 16,0 3 116-16,-1 4 32 0,1 3 24 0,-4-1-76 15,-1 0-32-15,5 5-16 16,-4-6 0-16,-1 6 0 0,6-5 4 16,-2-3-40-16,-3 1-12 0,3-1-12 0,2-4-112 15,-2-2 116-15,1 5-40 16,-1-5-76-16,1 0 28 0,-4 2 96 16,-1 5 8-16,1 0 88 0,-8-1-92 0,8 2-4 15,-8 6 0-15,3-5 12 0,1 1-12 16,0-1 0-16,0-2 4 0,-1-1 32 15,-3-3-36-15,3-3-8 0,1 3 8 16,0-3-96-16,-4 0 48 0,4 0-4 0,-5 0 52 16,1 0-24-16,0 0 12 0,-4 3 20 15,-4 1-8-15,3 2 0 0,-3 3 88 16,-1-2-76-16,1-1-12 0,0 0-4 16,4 1 4-16,0-1 48 0,0-6-48 15,3 0 0-15,1 0 0 0,0-2-48 16,3-9-76-16,1 5-96 0,0-2 12 15,0-3 96-15,-1 5-12 0,5-4 124 0,-4 4 48 16,0 0 4-16,-1-1-52 0,1 4 96 16,-1-3 76-16,-3 0-24 0,5 2-136 15,-2-2 148-15,-3 0-48 0,3-5-64 16,1 6-48-16,-4-4-8 0,-1 2 8 16,2-2 0-16,-6 4 0 0,1 0-44 15,-4 2-32-15,0-1-8 0,-4 1-16 16,4-1 96-16,-5 4-44 0,1 0 48 15,0 0 56-15,-5 0-48 0,5 4-4 0,-1-4-4 16,-2 0-8-16,3 0 0 0,-1 0-200 16,-3 0 196-16,-1 0-136 15,2-4 100-15,-6 2 48 0,2-2 4 0,-2 2 4 0,-2-4 64 16,-2 2 52-16,1-6 36 0,4 5-44 16,-1-9-116-16,6 3-104 15,-6-6 96-15,5 1-44 0,-4 3 40 0,4-2-76 16,-5 2 88-16,1-1-64 0,0 2 64 15,-4 3 12-15,-1 0 136 0,6 2-52 16,-6-3-20-16,-3 3-68 0,5 2-4 16,-6-2-4-16,-3 1 4 0,0 3-8 0,4-1-44 15,-5 1 48-15,5 1 48 16,0-1 88-16,1-1-136 0,-2 1 4 16,5-1-4-16,-1 1-16 0,2-3 16 0,-5 3 0 15,3 1 56-15,1-3 116 0,0 5-40 16,-4-2-8-16,3-2-52 15,1 1 68-15,-3 0-140 0,-5-4 0 0,-1 4-4 16,1 3-56-16,-9-3 56 16,1 0 4-16,-3 0-52 15,-2 3-32-15,-6-3 84 0,-2 3 72 0,-3 0-72 0,1 0-56 16,-6 3-16-16,1-3 64 0,0 3-44 0,-4-3 44 16,0 3 8-16,0-3 4 0,0 0 8 15,0 0 76-15,0 0-40 0,4 0 24 16,-4 0 28-16,0 0 8 0,0 0 16 15,0 0 36-15,0 0-52 0,0 0-60 0,0 0-8 16,0 0-40-16,0 0-8 16,0 0-100-16,0 0-4 0,-4 0 28 15,4 0 0-15,0 3-4 0,0-3 76 0,0 0 8 16,0 0-4-16,0 0 4 16,0 0 4-16,0 0 12 0,0 0 0 0,0 0 0 15,0 0-12-15,0 0 0 0,0 0 0 16,0 0-8-16,0 0 8 0,0 0 4 15,0 0 8-15,0 0 0 0,0 0 88 16,0 0-88-16,0 0 44 0,0 0-56 16,0 0-8-16,0 0 4 0,0 0-8 15,0 0-36-15,0 0-52 0,0 0-120 0,0 0-196 16,0 0-220-16,-4 0-204 0,4 3-200 16,-7 7-628-16,3-1-892 0,-5 7-2889 15,5-6-1587-15,32-58 6600 0</inkml:trace>
  <inkml:trace contextRef="#ctx0" brushRef="#br0" timeOffset="899.505">24092 4260 1488 0,'0'0'640'16,"0"0"5268"-16,0 0-4028 0,0 0-331 15,0 0-525-15,0 0-156 0,0 0 24 16,0 0-148-16,0 0-264 0,0 0-176 0,4 10-4 16,1-3 128-16,7 0-16 0,-1-2-152 15,6 1 52-15,7-3-100 0,-1 1-40 16,9-1 28-16,8-3 56 0,4 0-44 16,4 0-16-16,3 0 0 0,5-3-96 15,4-1-88-15,-4 1 72 0,7 0-84 16,1 0 64-16,0 0-64 0,-1-4 4 0,1 5 36 15,0-5-32-15,-4 4-4 16,-1 0-4-16,-6-4-80 0,-6 4 76 16,-3 0-48-16,-4 3 52 0,-8-3-12 0,-4 3-60 15,-8 0-28-15,-1 0-8 16,-6-3 20-16,-6 3-72 0,-3 0-36 16,-4 0-52-16,0 0 12 0,0 0 52 0,0 0-28 15,-4 0-148-15,1 0-200 0,-5 0-196 0,-5 0-328 16,2 0-744-16,-6 0-2413 15,6 0-3767-15,-17 0 7720 0</inkml:trace>
  <inkml:trace contextRef="#ctx0" brushRef="#br0" timeOffset="14183.509">12785 1079 3360 0,'0'0'2292'0,"0"0"20"0,0 0-1172 16,0 0 24-16,0 0 253 0,0 0-213 16,0 0-4-16,0 0-40 0,0 0-48 15,-4-47-252-15,4 47-204 0,0 3-188 0,0-3-132 16,0 3-80-16,0 7-60 15,4-1 40-15,0 10 56 0,-4 7 76 16,4 9 72-16,4 5-112 0,-8 9-96 0,4 4-24 16,-4 7-100-16,0 3-20 0,0 8-76 15,0 2 72-15,0 7-36 16,0 2-40-16,-4 4 4 0,1-7 0 0,-6-3-12 16,9-9 0-16,-4-10 0 0,0-6-168 15,4-12-4-15,0-8-84 0,0-9 24 16,0-6-24-16,4-7-60 0,0-5-112 15,0-1-52-15,-4-3-72 0,8 0-152 16,-8-7-248-16,8-6-480 0,-4-6-540 0,0 1-1013 16,-4-24-2603-16</inkml:trace>
  <inkml:trace contextRef="#ctx0" brushRef="#br0" timeOffset="14535.019">13056 1086 9500 0,'0'0'1525'0,"0"0"-701"0,0 0 164 0,0 0 132 16,0 0-56-16,0 0-148 15,0 0-196-15,0 0-236 0,0 0-184 16,0 0 20-16,4 66 124 0,0-28 176 0,0 7-180 15,0 6-84-15,-4 2-100 0,4 8 4 16,0 2-128-16,-4 4-56 16,4 5-4-16,-4 5-8 0,4 2-56 0,-4-2-16 0,4-4 16 15,-4-7 24-15,4-5-32 16,-4-7-48-16,4-10-108 0,-1-6 68 16,2-13-132-16,-1-2 0 0,0-10-12 0,0-4-136 15,0-5-124-15,0-1-200 0,-1-3-188 16,-3-3-236-16,5-10-320 15,-1-3-396-15,-4 0-957 0,4-21-2199 0</inkml:trace>
  <inkml:trace contextRef="#ctx0" brushRef="#br0" timeOffset="14919.188">13084 1057 1420 0,'0'0'8892'16,"0"0"-7731"-16,0 0-505 0,0 0 236 0,75-86 308 15,-43 61-76-15,0 3-232 16,9 3-116-16,-2 0-216 0,-3 6-188 0,3 7-16 16,-7 2-84-16,-4 4-76 0,0 4-108 15,-8 8-4-15,1 1-20 0,-6 6-64 16,-3 3 48-16,-4 10-44 0,0 3-4 0,-8 6 196 15,0 7-120-15,-8 0-16 16,-4-1 0-16,-4 1 28 0,-8-7-16 16,4 0 0-16,-8-6 28 0,-4 0-40 15,0-3-48-15,-3-4 88 0,-1 1-96 16,0-4-4-16,-3 1-128 0,2-6-44 0,5-6 16 16,5-3-68-16,3-6 16 0,8-2-184 15,0-3-40-15,4 0-88 16,4-6-76-16,4 0-188 15,4-1-212-15,0-5-396 0,0-1-560 16,4 0-821-16,8-5-1735 0</inkml:trace>
  <inkml:trace contextRef="#ctx0" brushRef="#br0" timeOffset="15318.368">13964 530 3208 0,'0'0'9185'0,"0"0"-7809"16,0 0-1096-16,0 0-24 16,0 0 200-16,0 0 400 0,0 0 248 15,0 0-368-15,9 95-252 0,-5-60-64 0,-4 3-260 16,0 3-112-16,0 1 12 0,0-2 28 15,0 6-52-15,-4-8-36 0,0-1-232 16,4 2-312-16,-5-4-236 0,1-3-364 16,4-1-224-16,0-2-540 0,0-10-2381 0,-7 9-3327 15</inkml:trace>
  <inkml:trace contextRef="#ctx0" brushRef="#br0" timeOffset="25470.323">14029 1432 3800 0,'0'0'6996'0,"0"0"-5719"15,0 0-881-15,0 0-152 0,0 0 328 16,0 0 344-16,0 0-56 0,79-19-280 15,-51 19-192-15,-4 0-96 0,8 0-52 16,-4 0-156-16,4 6-8 0,-4 1-72 16,0-5-4-16,-5 2-44 0,-3-1-68 0,0 0-356 15,0 0-160-15,-4 0-180 0,-1 1-192 16,-6-1-416-16,-1 0-1177 0,-8 0-2515 16</inkml:trace>
  <inkml:trace contextRef="#ctx0" brushRef="#br0" timeOffset="25669.155">14152 1644 1264 0,'0'0'5384'0,"0"0"-3892"0,0 0-352 0,0 0-104 16,0 0-95-16,0 0-257 16,0 0-56-16,0 0 252 0,0 0-68 0,0 0-380 15,68 29-220-15,-49-29-136 0,5 0 4 16,0 0-80-16,0-3-328 0,0-4-344 15,-4 1-308-15,4-3-492 0,-4 2-1109 0,3 1-3083 16</inkml:trace>
  <inkml:trace contextRef="#ctx0" brushRef="#br0" timeOffset="26200.759">15184 901 6612 0,'0'0'2260'0,"0"0"-720"0,0 0-947 0,0 0-169 16,0 0 308-16,0 0 432 0,0 0-32 16,0 0-224-16,0 0-304 0,0 0-240 15,-12-25-200-15,3 32-104 0,2 8-56 16,-5 1 52-16,0 12 56 0,-8 4-48 0,4 7-64 16,-3 2 4-16,2 3-4 0,-3 4-44 15,1-4-68-15,2-2-48 0,6-7 84 16,-2-4 0-16,5-5-36 0,5-6-16 15,3-6 4-15,0-3 20 16,0-6-8-16,0 2-140 0,0-4-48 0,7-3 84 16,-3 4 40-16,5-4 64 0,-2 0 100 15,1 0 4-15,0 0 4 0,1 0 4 16,2 2 0-16,-3 4 0 0,4 0 168 16,0 8 68-16,-4 5 32 0,4 3-56 0,-4 4-24 15,0 8 64 1,-4 4-104-16,0 1 172 0,0 5-224 0,-4-3-96 0,0-3-100 15,0-3-192-15,0-3-124 0,0-3-72 0,0-4-80 16,0-6-192-16,0-3-620 0,0-4-1065 16,0 1-2051-16,0-6-344 15,0 2 4580-15</inkml:trace>
  <inkml:trace contextRef="#ctx0" brushRef="#br0" timeOffset="27016.743">15873 1095 64 0,'0'0'8148'16,"0"0"-5704"-16,0 0-835 0,0 0-525 16,0 0-40-16,0 0 128 0,0 0-128 0,0 0-100 15,0 0-152-15,0 0-248 16,0 0-300-16,-68-57-32 0,56 60-40 0,5 7 60 15,-6 5-84-15,2 5-148 0,-2 8 4 16,2 7 0-16,-1 4-4 0,3 1-112 0,5 5 52 16,1 2 52-16,-1-5-44 15,4-2 44-15,0-1 0 0,0-4-176 16,4-6 40-16,3-4-140 0,2-6 0 0,3 1-24 16,-5-8-112-16,10-2-36 15,-6-1-104-15,9-7-356 0,0 3-368 0,8-5-864 16,0-7-2125-16,-8-2-1635 0,8-11 3421 0</inkml:trace>
  <inkml:trace contextRef="#ctx0" brushRef="#br0" timeOffset="27242.794">16232 1076 4728 0,'0'0'4960'0,"0"0"-3719"15,0 0-829-15,0 0 356 0,0 0 576 16,0 0 24-16,0 0-160 0,59 86-380 16,-42-60-316-16,-6-1-216 0,10 3-60 15,-10 1-148-15,5-1-80 0,-4 1-8 0,0-4-336 16,-5-6-244-16,2 0-120 0,-1-7-208 16,3 2-292-16,-2-11-532 0,-1-1-1293 15,0-2-2163-15,-1 0 1432 0</inkml:trace>
  <inkml:trace contextRef="#ctx0" brushRef="#br0" timeOffset="27449.902">16566 1076 536 0,'0'0'9156'0,"0"0"-7235"16,0 0-1213-16,0 0-20 0,0 0 344 15,0 0 232-15,-87 76-204 0,62-54-352 16,6 0-372-16,-1 3-172 0,0 2-164 15,0 1-12-15,0 1-112 0,-4-1-312 0,5 1-288 16,-6-1-284-16,5 3-296 0,5-1-956 16,-2-2-2133-16,10-9-1219 15,-1 3 5000-15</inkml:trace>
  <inkml:trace contextRef="#ctx0" brushRef="#br0" timeOffset="27644.204">16785 1467 872 0,'0'0'10209'0,"0"0"-8821"0,0 0-1068 0,0 0 140 16,-3 63 136-16,-1-44 140 16,-9 3-244-16,5-2-492 15,1-2-12-15,-6 1-504 0,5 1-692 0,1-1-648 0,-1-3-2221 16,4-4-3007-16,-8 4 6836 0</inkml:trace>
  <inkml:trace contextRef="#ctx0" brushRef="#br0" timeOffset="28667.008">17064 1019 4012 0,'0'0'6969'0,"0"0"-5661"0,0 0-452 16,0 0-52-16,0 0 360 0,0 92 132 15,0-57-236-15,0 3-196 0,0-6-344 16,0 0-140-16,4-7-268 0,4-9-112 15,0-3-52-15,4-4 4 0,1-6-36 0,-2-3-16 16,5 0 40-16,0-3-152 0,4-10-144 16,0 1-28-16,-4-7 28 0,-1 0 156 15,2-1 88-15,-2 1 0 0,-2 4 12 16,-2-2 96-16,1 5-44 0,1 2-52 16,-2 4-64-16,2 6 164 0,-2 0 28 0,1 6 244 15,4 8 100-15,-4 1-124 0,4 8-36 16,0 2-64-16,0 4 24 0,-1 2 0 15,-6 7 164-15,3 1-116 0,-5 1-48 16,-7 5-100-16,0 3 16 0,0-1-4 16,-7 0 28-16,-1-2-16 15,-5 3-8-15,2-7-80 0,-6-2 88 0,6-6-44 16,-1-3 32-16,0-8-24 0,0 0 28 16,1-9-16-16,-2 0-72 0,1-7-76 15,0-6-108-15,0 0-60 0,-4 0-188 0,4-6-168 16,-8-11-104-16,5-1-252 15,-2-8-248-15,6-6-652 0,-1-3-1297 0,3-2-2463 16</inkml:trace>
  <inkml:trace contextRef="#ctx0" brushRef="#br0" timeOffset="28930.255">17749 879 444 0,'0'0'9488'0,"0"0"-7979"0,0 0-481 0,84 10 44 15,-60-4-172-15,4 4-104 16,-5 2-128-16,5 1-112 0,-3 3-120 16,-5 7-164-16,-5-2-120 0,2 5-152 0,-6-1 8 15,-7 7 104-15,-4 0-40 0,0 2-72 16,-4 1-260-16,-3 0-76 15,-10 0-124-15,2-6 4 0,-2 0-212 0,-6-4-136 0,3 0-380 16,-8-6-852-16,0 0-1905 16,9-7-1943-16,-22 5 5700 0</inkml:trace>
  <inkml:trace contextRef="#ctx0" brushRef="#br0" timeOffset="33483.254">18782 514 2600 0,'0'0'6920'15,"0"0"-4123"-15,0 0-1673 0,0 0-644 0,0 0 80 16,0 0 248-16,0 0 136 16,0 0-44-16,4 86-216 0,-1-51-156 0,1 6-192 15,4 10-116-15,-3 10 28 0,6 5 20 16,1 7-48-16,-3 2-144 15,-2 12-68-15,1-2 52 0,0 4-52 0,1-3 40 0,-6 0-48 16,1-7-160-16,0 1-96 16,0-11-64-16,0-5 12 0,0-7-60 15,0-9-52-15,-4-7-212 0,8-9-176 0,-4-7-352 16,4-6-724-16,-4-3-2741 0,-1-7-2131 16,2-6 5828-16</inkml:trace>
  <inkml:trace contextRef="#ctx0" brushRef="#br0" timeOffset="36121.651">22176 571 3920 0,'0'0'4372'16,"0"0"-3792"-16,0 0-576 0,0 0 288 0,0 0 1016 0,0 0 429 15,0 0-509-15,0 0-504 16,80-60-280-16,-72 60-68 0,3 0-124 15,2 0-48-15,-5 6-52 0,-1 7-16 0,1 6 64 16,-3 3 52-16,-5 7-48 0,0 6 8 16,-5 3-24-16,-6 0-16 15,-5 0-8-15,4 1-16 0,0-6-12 0,-4 3-72 16,8-4 108-16,0-7-172 0,4-6-36 16,1-3-124-16,3-3-16 0,0-4 4 15,7 1 96-15,-3-1 64 0,4 3 0 0,4 2-28 16,0-2 40-16,-1 8 4 0,10 2 96 0,-6 3 88 15,5 4 96-15,-3-1-24 16,-2 1-160-16,-2 3-96 0,-2-4 96 16,-3 1-52-16,-4-4-40 0,0 4 56 0,-4-4-4 15,0 0-48-15,0 3-12 16,-8 2 0-16,0-5-72 0,-3 1-128 16,-2-1-172-16,-2-3-260 0,-5-3-384 0,-1-3-420 15,6-4-960-15,-13-5-3997 0</inkml:trace>
  <inkml:trace contextRef="#ctx0" brushRef="#br0" timeOffset="36966.821">23630 388 4288 0,'0'0'6208'0,"0"0"-3739"16,0 0-729-16,0 0-468 0,0 0-84 0,0 0-148 15,0 0-88-15,-23 68-168 0,7-32-260 16,-1 11-208 0,-2 10 4-16,-5 10-104 0,0 6 28 0,-8 12-48 0,0 5-63 15,-11 8-61-15,-2 7-64 0,-6 2 4 0,-5 2-12 16,0-1-80-16,0 0-89 15,0-6-27-15,9-6-24 0,-1-14-24 0,12-13-60 16,8-12 0-16,4-15 12 0,12-17-76 16,5-6-220-16,3-13-272 0,4-6-668 15,4-9-1664-15,11-10-2837 0,-2-1-1279 0,6-24 7060 16</inkml:trace>
  <inkml:trace contextRef="#ctx0" brushRef="#br0" timeOffset="44369.624">19311 692 3736 0,'0'0'612'0,"0"0"4100"15,0 0-3172-15,0 0-587 0,0 0-273 16,0 0 152-16,0 0 60 0,0 0-132 0,0 0-156 16,-7 0-200-16,7 0-92 15,0 0-68-15,0 3-20 0,0-3 12 0,0 0 4 16,0 3 32-16,0-3 0 0,0 0-24 16,0 0-24-16,0 0-52 0,0 0-48 15,0 0-12-15,0 3-52 0,0 1-52 0,0 2 44 16,4 3-40-16,3 7 112 15,6 3-40-15,-2 9-20 0,1 2-16 0,4 5 184 16,0 0-144-16,0 2 120 0,0-2-24 16,-4 4 24-16,0-5-100 15,-5-1-32-15,2-5-76 0,3-6-4 0,-5-3-4 16,2-5-92-16,-1-6-72 0,0-5-232 16,-1 0-296-16,6-3-252 15,-2-6-524-15,2 0-792 0,-1-16-3305 0</inkml:trace>
  <inkml:trace contextRef="#ctx0" brushRef="#br0" timeOffset="44650.687">19639 724 4028 0,'0'0'5328'15,"0"0"-3147"-15,0 0-1105 16,0 0-272-16,0 0 580 0,0 0-12 0,0 0-360 15,0 0-428-15,0 0-248 16,-96 64-116-16,72-39-44 0,0 0-56 0,0 4-64 16,-4 2-56-16,0 4-64 0,1 1 64 15,-1-5-4-15,0 4-4 0,4-4-4 0,-1-2-136 16,1-4-148-16,9 1-36 16,-2-7-56-16,6-3-168 0,3-7-136 15,4 1-252-15,4-8-384 0,0 3-832 16,0-5-1777-16,8 0-2507 0</inkml:trace>
  <inkml:trace contextRef="#ctx0" brushRef="#br0" timeOffset="46693.62">20024 1048 4252 0,'0'0'324'16,"0"0"3256"-16,0 0-2844 0,0 0-372 16,0 0 168-16,0 0 536 0,0 0 245 0,0 0-237 15,0 0-464-15,0 0-272 0,13 72-176 16,-13-55 28-16,0-2-92 15,-5 2-36-15,1-9-64 0,4 5-4 0,0-3-148 16,0-3 12-16,0-1-228 0,0 0-268 16,0-4-128-16,0-2-264 0,0 0-453 15,4 0-1083-15,13-8-1628 0</inkml:trace>
  <inkml:trace contextRef="#ctx0" brushRef="#br0" timeOffset="47150.992">20503 705 1044 0,'0'0'7412'0,"0"0"-2811"0,0 0-3761 0,0 0-356 16,-24 83 372-16,12-50 256 0,0 3 180 0,0-4-388 16,4-4-512-16,4-3-368 0,4-5-24 15,0-8-84-15,4 2-76 0,8-8-124 16,-4-4-12-16,8-2-64 0,3 0-48 0,2-6-64 15,-1-7-76-15,3-2-36 0,-3-5 20 16,1 2 84-16,-6-1 64 16,2 0 188-16,-2 0 88 0,-2 3 76 0,-2 3-24 15,1 0 8-15,-4 7 68 0,0 3 12 16,0 3 268-16,-1 0 24 0,6 5-40 16,-5 6 52-16,3 1 124 0,2 7-24 0,-2 4-40 15,2 5 28-15,-5 4-4 16,-1-1 24-16,-3 8-128 0,0-1 64 15,1 3-64-15,-5 1-76 0,0-5 40 0,0 2-64 16,-5-4-72-16,-3-4 60 0,-3-2-112 16,-2-4 52-16,2 0 36 15,-6-2-76-15,6-8-68 0,-5 2 84 0,0-9-76 16,0 3-12-16,-4-5-52 16,-4-3-180-16,-8 0 12 0,-3-3-112 15,-5 0-136-15,-1-3-92 0,-2-6 4 0,-5-4-104 16,4 1-236-16,5-5-276 0,-2 1-1188 0,13 4-3045 15</inkml:trace>
  <inkml:trace contextRef="#ctx0" brushRef="#br0" timeOffset="49520.727">19375 1673 2772 0,'0'0'132'0,"0"0"-16"0,0 0-112 16,0 0 2616-16,0 0-668 0,0 0-540 16,0 0-464-16,0 0-72 0,0 0 89 15,0 0-81-15,0 0-40 0,13-16-84 16,-13 16-140-16,0 0-76 0,0 0-4 0,0 0 64 16,0 0 80-16,-5 0-148 0,1 3-252 15,-8 4-188-15,5-1-96 16,-10 4-56-16,2 9-44 0,-2-1 28 0,6 8 72 15,-2 5-64-15,2 1 24 0,7 0 40 16,-5 3 4-16,5-3 0 16,4-3 8-16,0-3 36 0,0-12-48 0,4-3-52 0,5-8 4 15,-5-3-4-15,7 0 40 16,2-3 12-16,-2-11 4 0,6-2 120 0,2-3-124 16,-2-6-272-16,-2 0 0 15,1-4 12-15,0 4 60 0,-8-1 76 0,4 5-16 16,-4 2 28-16,-4 6 108 0,-1 1 4 15,-3 7 76-15,5 3 60 0,-5 2 40 16,0 0 36-16,0 2 36 0,0 5-188 0,0 3 28 16,0 3 48-16,0 6 88 15,0 2 72-15,0-2 36 0,0 4-108 16,0-4-100-16,0 0-124 0,0-6-8 0,0-4-204 16,0-3-244-16,0-2-164 0,0-4-224 15,4 0-348-15,0-4-480 0,-4-2-1180 16,4-10-2917-16</inkml:trace>
  <inkml:trace contextRef="#ctx0" brushRef="#br0" timeOffset="49758.716">19618 1660 1892 0,'0'0'1276'0,"0"0"5792"0,0 0-5679 0,0 0-593 16,0 0 508-16,0 0 164 0,0 0-124 15,40 73-296-15,-40-54-368 16,0-2-248-16,0 5-100 0,0-4-76 0,0 5-72 15,-4-4-72-15,0 3-40 0,-4-3-72 16,5-3 8-16,-1-3 44 0,4-7 20 16,0-6 64-16,0 0 60 0,0 0 12 0,0-10-76 15,7 1-36-15,1-7 28 0,4-3-16 16,0-3-108-16,4-1-76 0,0 2-252 16,-1-5-308-16,6 1-124 0,-1 2-228 15,-1-2-440-15,5 0-840 0,-3 9-1665 16,3-10-2723-16</inkml:trace>
  <inkml:trace contextRef="#ctx0" brushRef="#br0" timeOffset="50050.867">19917 1762 5004 0,'0'0'7221'0,"0"0"-5853"0,0 0-960 16,-4 70 136-16,4-61 476 16,0-2-24-16,8-7-472 0,4 0-288 0,8-10-4 15,-5-7-104-15,10 3-128 0,-1-12-524 16,-4 3-212-16,-5-2 80 0,2 6 156 0,-9 0 132 15,-5 7-24-15,-3 2 76 0,0 4 176 16,-3-1 76-16,-9 7 28 0,-4 0 36 16,-1 0 264-16,-2 3 40 0,-1 10-36 15,0 3 160-15,4 3 52 0,-1 7-4 16,2 2-48-16,-1 3-128 0,4 1 24 16,1 3-52-16,2-3-12 0,1 0-148 0,8-3-64 15,0-8-48-15,0-2-124 0,13-2-72 16,2-9-28-16,9-1 64 15,4-3-416-15,4-4-416 0,8-11-764 0,-12 3-2801 16,15-14-4311-16</inkml:trace>
  <inkml:trace contextRef="#ctx0" brushRef="#br0" timeOffset="51135.262">20591 1828 5640 0,'0'0'1328'0,"0"0"2801"0,0 0-3013 15,0 0-452-15,0 0 332 16,0 0 356-16,0 0-156 0,0 0-336 0,0 0-324 15,0 0-140-15,0 0-52 0,39 55-12 16,-39-33-60-16,0 3-64 0,0-3-100 0,0-3-108 16,0-6 0-16,0-3-84 0,0-4-28 15,0-6-72-15,0 0 36 16,4-4-84-16,4-1-40 0,1-5 148 0,-2-2 0 0,9-8 16 16,-4 4 8-16,4-3-12 15,-9 7 108-15,6-1-96 0,-1 7 100 0,-5 6 12 16,6 0 152-16,-5 0 68 0,-1 6-84 15,2 7 76-15,-1-1 36 0,-4 4 8 16,3 0 40-16,-3 1 0 0,-4-3-88 16,5-3 0-16,-5-3-112 0,4-2-108 15,-4-1-60-15,4-5-76 16,-4 0-48-16,0 0-328 0,4 0-352 0,-4-5-224 0,7-1-148 16,-3 1-248-16,5-9-488 15,-1 6-549-15,3-9-371 0,-2 4 56 0,-1 1 476 16,3 2 1120-16,-3 1 1240 0,1 3 772 15,2 2 584-15,-3 1 180 16,1 3 156-16,2 0 220 0,-3 7-60 0,4-1-111 16,-4 3-309-16,4 1-236 0,0 0-212 15,-4-1-328-15,3-3-216 0,-2-2-164 0,3-4-100 16,-5 0-104-16,6-7-8 16,2-3 112-16,2-5-176 0,-2-7-228 15,2 0-256-15,-2-4-8 0,2 0-36 0,-2 5 60 16,-2-2 40-16,-6 4 136 15,1 3 116-15,-8 4 176 0,0 2 64 0,0 7 276 16,-4-1 40-16,-4 4 88 0,5 4-40 16,-10 5 24-16,1 4-64 0,5 6 60 15,-10 0 24-15,6 4-48 0,-6 2-56 16,6-3-84-16,-2-3-172 0,5 3-112 16,1-6-124-16,-1 0-296 0,8 1-484 15,-5-9-236-15,5-2-228 0,5-6-644 16,-1 0-1245-16,11-12-2155 0</inkml:trace>
  <inkml:trace contextRef="#ctx0" brushRef="#br0" timeOffset="51371.566">21455 1289 5716 0,'0'0'6121'0,"0"0"-4293"15,0 0-1144-15,0 0 176 0,-12 73 648 16,8-33 156-16,-4 9-240 0,4 2-384 15,4 5-276-15,0 2-131 0,0-1-41 0,0-3-264 16,8-7-328-16,0-5-36 0,4-7-144 16,4-6-160-16,0-11-12 0,0-2 48 15,4-9-25-15,-1-4-23 16,-2-3-184-16,-1-3-244 0,-4-7-240 0,-1 1-572 16,-7-4-592-16,-4 4-776 0,0-4-1501 15,-8 0-523-15</inkml:trace>
  <inkml:trace contextRef="#ctx0" brushRef="#br0" timeOffset="51497.857">21315 1774 3068 0,'0'0'2256'0,"0"0"2560"16,0 0-3139-16,0 0-489 0,0 0-40 0,0 0-176 15,0 0-156-15,0 0-124 0,0 0-204 16,116 14-164-16,-72-28-324 0,4 2-600 16,-9-4-728-16,-7 7-1540 0,0-4-5429 0</inkml:trace>
  <inkml:trace contextRef="#ctx0" brushRef="#br0" timeOffset="52644.949">19718 2381 288 0,'0'0'10272'15,"0"0"-8011"-15,0 0-797 0,0 0-264 16,0 0-44-16,0 0-136 0,12 82-264 0,-17-53-264 16,1-4-296-16,1 2-72 0,-1-8-124 15,4-1 0-15,0-5-84 0,0-7-28 16,0 1-24-16,0-7-24 0,0 0-12 16,0-4-24-16,7-5-100 0,6-4 120 15,-1-5 40-15,4-1-88 0,-1-8-60 16,-2 5-28-16,2 3 100 0,2 0 152 15,-6 7 48-15,1 2-4 0,-3 7-8 16,-2-1 24-16,-3 4 164 0,0 4-16 0,0 2-24 16,0 7 112-16,-4 3 24 0,0 3-36 15,0 3-24-15,-4 0-40 0,4-3 64 16,-4-3-104-16,4-6-20 0,0-4-100 16,0-3-4-16,0-3-68 0,0 0-16 15,0 0-48-15,8-7 124 0,1-1 12 16,-2-5 184-16,5 3 16 0,-4-6-128 0,4 7-12 15,-4-4-60-15,-1 7-48 16,2-1-36-16,-1 1 32 0,-4 3 44 0,0 3 4 16,-4 0-96-16,3 0 16 0,-3 0 12 15,5 3 68-15,-5 0 0 0,0 0-4 16,0 4 4-16,0-5 0 0,0 8-116 16,0-3-152-16,0-1-100 0,0 4-136 15,-5-3-128-15,2 1-272 0,-5-2-292 16,4 1-364-16,0-3-609 0,-5-2-635 0,9 2-1352 15,-7-4 577-15</inkml:trace>
  <inkml:trace contextRef="#ctx0" brushRef="#br0" timeOffset="53218.279">19766 2226 8368 0,'0'0'2404'16,"0"0"-643"-16,0 0-233 0,0 0-100 16,0 0-232-16,0 0-512 0,0 0-188 0,0 0 184 15,15 88 252-15,-15-46-308 16,0 2-244-16,0 4-100 0,0-4 12 0,0 1-108 16,-4-7-112-16,1 0-72 0,-1-6 0 15,4-4-84-15,0-9 36 0,0-3-52 16,0-7 4-16,0-5-36 0,0-4-88 15,0 0-48-15,7-7-16 0,1-3 64 16,5-5 76-16,-2-1 32 0,2-6 16 16,-2 3-28-16,6 0 48 0,-6 2 16 15,5 2-64-15,-4 5 32 0,4 2 92 0,-4 1 48 16,0 3 64-16,-1 4-28 0,-2 0 28 16,-5 0 0-16,0 4-16 0,0 3 28 15,-4-1 20-15,0 6 40 0,0 1 36 16,0 3-12-16,-8 2-36 0,0 2-4 15,-4 2-44-15,-4 0-52 0,4 0 4 16,-4-3-76-16,4 0 0 0,-4-6-52 0,9-3-20 16,-2-8-280-16,1 2-248 0,8-4-136 15,-4 0-112-15,4-4-168 0,0-4-872 16,0-5-2332-16,4-13-1225 0</inkml:trace>
  <inkml:trace contextRef="#ctx0" brushRef="#br0" timeOffset="53503.14">20037 2556 1500 0,'0'0'1068'0,"0"0"2076"16,0 0 2269-16,0 0-3273 0,28 65-428 15,-24-41-64-15,0-6-96 0,0-2-344 0,3-6-400 0,1-1-332 16,1-5-280-16,2-4-184 0,1 0 132 16,4-7-56-16,0-2 32 15,4-7-120-15,0-3-184 0,-4 0-204 0,0-3-4 16,-1 3 40-16,-6-1 32 0,-1 5-12 15,0 3 12-15,-5 1 40 0,-3 5 120 16,0 0 160-16,-3-1 96 0,-9 1-20 0,-1 2 8 16,2 2-32-16,-1-2 44 15,0 4-84-15,0 0 0 0,0 6-12 0,0 4 12 0,4 3 52 16,-4 4-64-16,4-5-40 16,4 1-56-16,0-1-100 0,1 1-412 15,3-4-408-15,0-2-1016 0,0-1-2593 0,0-1-3471 16</inkml:trace>
  <inkml:trace contextRef="#ctx0" brushRef="#br0" timeOffset="53666.362">20487 2511 6520 0,'0'0'3964'0,"0"0"-1779"16,0 0-1433-16,0 0 532 0,0 0 440 15,0 0-540-15,0 0-592 0,76 16-332 16,-61-22-148-16,2-7-112 0,2-3-272 15,1-3-792-15,-3 0-604 0,-2 3-1108 0,1-9-3557 0</inkml:trace>
  <inkml:trace contextRef="#ctx0" brushRef="#br0" timeOffset="53864.132">20595 2257 5976 0,'0'0'636'0,"0"0"4677"0,-21 76-3801 0,18-40-104 15,-1 5 328-15,0 3-60 0,4 0-300 16,0 2-444-16,0 1-336 0,0-6-256 16,0 0-244-16,0-10-96 0,0-2-144 15,4-10-296-15,3-6-132 0,5-9-76 16,1-8-296-16,6-9-328 0,5-12-444 16,0-7-928-16,-8 7-2213 0,11-29-2115 15</inkml:trace>
  <inkml:trace contextRef="#ctx0" brushRef="#br0" timeOffset="54116.947">20857 2226 1880 0,'0'0'8600'0,"0"0"-6135"16,0 0-989-16,0 0 60 0,0 85 16 0,-4-47 64 15,0 1-476-15,1-6-348 0,-1 6-208 16,0-4-107-16,4-6-177 0,0-4-248 16,4-5-52-16,0-8-100 0,3-2-44 15,1-7 12-15,5-3 44 0,-6 0-56 0,5-6-65 16,0-1 41-16,4-3-4 15,-4 2 52-15,0 1-28 0,-1 3 16 16,6 4-40-16,-6 0 76 0,2 4 96 0,-1 5 104 16,0 3 20-16,0 2-28 0,-1 2 28 15,2-2-76-15,-5 3-48 16,3-1-48-16,2-3-248 0,2-1-348 0,-2-2-276 16,2-1-536-16,-7-3-1160 0,12-2-3133 15</inkml:trace>
  <inkml:trace contextRef="#ctx0" brushRef="#br0" timeOffset="54512.58">21399 2344 2460 0,'0'0'6696'0,"0"0"-4023"15,0 0-1137-15,0 0-140 0,0 0 116 16,0 0-356-16,96 2-312 16,-68 1-264-16,4 0-52 0,-4 1-124 0,-4 3-60 15,-1-1-136-15,-3 2-196 0,-3 3 32 16,-6-3-44-16,-3 6-60 0,-4-3 60 15,-4 6 84-15,0-1 36 0,0 3-32 0,-8 3 20 16,-3 0-8-16,2 5-52 0,-3-2-36 16,1 0 84-16,2-3-48 0,5-6 28 0,4-3-64 15,0-4 48-15,4-3 48 16,5-3-8-16,2 4-4 0,10-7 48 16,-2 0 40-16,9-7-115 0,0-5-69 0,4-7-305 15,-1-6-411-15,1-5-456 0,-4 2-616 16,-4 6-2212-16,1-13-3673 0</inkml:trace>
  <inkml:trace contextRef="#ctx0" brushRef="#br0" timeOffset="54834.402">21961 2476 8400 0,'0'0'6425'0,"0"0"-4725"0,0 0-1264 15,0 0 136-15,0 0 420 0,0 0 176 0,0 0-316 0,0 0-412 16,0 0-244-16,88 3-196 0,-68-28-316 15,3-3-356-15,-3-2-88 16,1 3 60-16,-6 2-64 0,-2 2-292 0,-9 4 76 16,-1 3 288-16,-3 3 320 0,0 3 372 0,-12 1 140 15,-4 3 8-15,-4 3 80 0,5 3 112 16,-6 0 124-16,6 9-36 16,-1 10-4-16,0 3 0 0,4 10 20 0,-4-1-60 15,4 7 48-15,0 4-28 0,0-4-8 16,0 0-56-16,4 0-56 0,1-2-112 15,-2-5 8-15,9-9-144 0,-4-3-36 16,4-9-168-16,4-7-104 0,0-3-192 16,8-10-136-16,4-5-140 0,8-7-348 15,0-8-908-15,-4 5-3877 0,7-16-3131 0</inkml:trace>
  <inkml:trace contextRef="#ctx0" brushRef="#br0" timeOffset="55028.88">22260 2346 6748 0,'0'0'4653'0,"0"0"-1893"0,0 0-1940 0,-8 73-392 0,0-44 656 16,0-4 396-16,4 4-324 16,0-7-432-16,0 0-392 15,4-3-184-15,0-7-16 0,0 2-60 16,4-5-60-16,4-2 112 0,-4-4-52 0,3-3 16 0,2 0-4 16,-1-10 36-16,3-2-120 0,6-7-48 15,-6-6-328-15,6-2-272 0,-2-1-224 0,6-4-188 16,-1 3-392-16,-1 1-752 15,-6 5-1909-15,10 2-1127 0</inkml:trace>
  <inkml:trace contextRef="#ctx0" brushRef="#br0" timeOffset="55234.488">22494 2381 1084 0,'0'0'2072'0,"0"0"3180"0,0 0-931 0,-7 73-2933 16,3-51-324-16,4-6 180 0,0-6 64 16,0-1-444-16,8-6-520 15,4-3-232-15,4 0 24 0,0-6 0 0,3-7-136 16,2-3-408-16,-1-3-344 0,-1-3-152 15,5-3 96-15,-7 3 164 0,-2 0 128 16,-2 2 200-16,-9 4 188 0,-1 4 128 0,-3 2 264 16,0 3 176-16,-12 1-40 0,0 6-44 15,-8 0-116-15,-3 4-68 0,-5 5-164 16,-4 7-8-16,4-4-172 0,-8 7-184 16,5-3-496-16,6-2-936 0,-15 1-3909 15</inkml:trace>
  <inkml:trace contextRef="#ctx0" brushRef="#br0" timeOffset="56763.525">23845 1207 3704 0,'0'0'520'0,"0"0"3908"0,0 0-2151 16,0 0-685-16,0 0-520 0,0 0-56 15,0 0-84-15,0 0-212 0,0 0-260 0,24 14-60 16,-12 3-4-16,4-1-24 0,0 6 0 16,0 4 12-16,-4 2-28 15,4 0-76-15,-4 2-96 0,0-5-36 0,-4 0-140 16,0-2-8-16,0-8-48 0,0 1 0 16,-4-6-100-16,4-4-256 0,-4 0-300 15,3-6-212-15,2 0-284 0,3-6-376 0,0-4-1128 16,-8-2-3081-16,8-7-302 0</inkml:trace>
  <inkml:trace contextRef="#ctx0" brushRef="#br0" timeOffset="56971.703">24113 1127 3696 0,'0'0'2020'0,"0"0"2640"15,0 0-3523-15,0 0-357 0,0 0 460 16,0 0 104-16,-77 86-376 0,66-61-372 15,-5 0-336-15,4 1-160 0,0 2-96 16,-4-1 60-16,4 0-64 0,-4-2-84 0,4 5-352 16,-4-5-296-16,4 3-216 0,1-2-104 15,2-1-120-15,1 0-709 0,4-6-951 16,1-2-1756-16,3-8 1445 0,0 0 3143 16</inkml:trace>
  <inkml:trace contextRef="#ctx0" brushRef="#br0" timeOffset="58939.498">24352 1428 1044 0,'0'0'1056'0,"0"0"-612"0,0 0-52 16,0 0 2188-16,0 0 604 16,0 0-1180-16,0 0-807 0,0 0-21 0,0 0-16 15,0 0-212-15,15-19-108 0,-15 19-96 16,0 0-184-16,0 0-216 0,0 4-68 16,0 2-92-16,0 1-124 0,0 5 64 15,4 7 76-15,-4 0-16 0,0 0-24 16,0 0-112-16,4 0-48 0,-4-6-36 0,0-4-64 15,5-2-72-15,-5-4-184 16,4-3-200-16,0 0-304 0,-1 0-396 0,5-10-436 16,1-6-1084-16,2 1-2217 0</inkml:trace>
  <inkml:trace contextRef="#ctx0" brushRef="#br0" timeOffset="59348.424">24610 1098 3484 0,'0'0'12'16,"0"0"6148"-16,0 0-4415 0,0 0-501 16,-11 73 156-16,7-48 156 0,-5 5-192 15,5-5-420-15,4 0-496 0,0-9-448 16,0 0-64-16,0-10-208 0,13 0-24 16,-5-2 48-16,7-4-224 15,2-4-104-15,-2-2-4 0,5-3-84 0,-3-4 32 16,-2 0 60-16,2 1 128 0,-2-4 112 0,-2 6-12 15,-2-3 280-15,-3 6 56 0,4 2 16 16,-4 5 72-16,0 0 140 0,0 0 312 16,0 10 4-16,0-1-80 0,3 7-92 0,-3 3 92 15,5 6-56-15,-2 0 92 0,-2 7-128 16,-1 4-40-16,-1 2 0 16,-3 3 72-16,0 0-60 0,-4 3-92 0,0 0-8 15,0-2 24-15,0-4 20 0,-4-3 76 16,0-7 24-16,1 2-48 0,-1-8-124 15,0-4-64-15,-5 1-68 0,5-6 8 16,-3 0 24-16,-5-4-108 0,-1-2-180 16,-2-1-152-16,-5-6-44 0,-4 0 80 0,1 0-132 15,-5-6-288-15,-4-4-124 0,-5-6-356 16,1 0-832-16,4 1-3393 16,-11-7-2843-16</inkml:trace>
  <inkml:trace contextRef="#ctx0" brushRef="#br0" timeOffset="59753.367">23731 1092 2660 0,'0'0'704'0,"0"0"4308"0,0 0-3124 16,0 0-407-16,0 70-249 0,-5-42 16 0,5 3-24 16,-4 5-256-16,4 2-292 0,-4 0-256 15,4 6-160-15,0 5-160 16,0-5-56-16,0 3-44 0,0-6-124 0,8 1-108 16,0-7-368-16,8-7-252 0,0-2-192 15,0-7-208-15,8-7-868 0,4-5-2409 0,-8-7-1539 16,20-10 4973-16</inkml:trace>
  <inkml:trace contextRef="#ctx0" brushRef="#br0" timeOffset="60025.767">25185 990 1968 0,'0'0'8072'0,"0"0"-5767"0,0 0-941 16,31 73-156-16,-19-47-28 16,1-1-264-16,-6 0-368 0,5 1-276 0,-4-1-172 15,0 1-16-15,-8 2 52 0,0 1-124 0,0 3-8 16,-4-4-4-16,-4 4-196 16,-8 3-200-16,4-3-240 0,-4-1-240 0,0-2-44 15,0-4-180-15,4-5-724 0,4-8-2817 16,4-3-2779-16,0-9 7261 15</inkml:trace>
  <inkml:trace contextRef="#ctx0" brushRef="#br0" timeOffset="60339.251">25587 1295 5440 0,'0'0'8881'0,"0"0"-7017"0,0 0-1100 16,0 0-16-16,0 0 104 0,51-79-408 16,-31 53-324-16,8-2-120 0,-4 3-132 15,4 2-16-15,0 4 24 0,-4 7-36 16,-4 5 48-16,0 4 52 0,-4 3-128 0,-4 3 152 16,0 7 36-16,-5 2 360 0,2 4-52 15,-5 3-64-15,0 3-24 0,3 0 28 16,-7-3-28-16,4 1 0 0,4-4 36 0,-3-4 12 15,6 1 48-15,-3-3-144 16,5-4-88-16,2-6-84 0,2 0-84 0,2-3-184 16,5-6-268-16,4-4-272 0,0 0-276 15,0-6-456-15,4 3-1052 0,-8 4-2973 16,12-11-2579-16</inkml:trace>
  <inkml:trace contextRef="#ctx0" brushRef="#br0" timeOffset="61109.109">26595 942 2956 0,'0'0'236'0,"0"0"5660"0,0 0-4047 0,0 0-565 16,0 0-96-16,0 0-8 0,0 0 32 16,-40 67-208-16,32-44-232 0,4 2-68 15,0 4-28-15,0 9-60 0,4 0-76 16,-4 7-52-16,4-4-88 0,0 3-36 15,0-3-36-15,0-5-95 0,8-5-49 0,4-5-76 16,-1-8-52-16,2-5-56 16,2-3-60-16,2-7-48 0,3 0 32 15,3-3-32-15,1-6-257 0,0-4-219 0,-3-3-244 16,-2 1-216-16,1-7-288 0,-4 2-768 16,-4 2-1800-16,0-11-2329 0</inkml:trace>
  <inkml:trace contextRef="#ctx0" brushRef="#br0" timeOffset="61399.078">27033 642 1460 0,'0'0'8304'0,"0"0"-6343"0,0 0-885 0,0 0 464 16,0 0 212-16,8 85-376 15,0-47-364-15,-4 6-420 0,4 1-100 16,0 6 216-16,4-4 12 0,-4 3-304 0,0-1-164 16,0-2-188-16,-1-6-56 0,2-3-8 15,-1-6 0-15,0-3 0 0,4-10 12 16,0 0-12-16,-1-9 0 0,2-4-76 16,2-3-44-16,-2-3-148 15,-2 0-84-15,1-3-160 0,0-6-208 0,-8-1-216 16,0-2-436-16,-4-1-1188 0,0 3-2909 15,-8-9-2839-15</inkml:trace>
  <inkml:trace contextRef="#ctx0" brushRef="#br0" timeOffset="61569.294">26929 1083 1084 0,'0'0'1380'16,"0"0"7109"-16,0 0-5937 0,0 0-1096 15,0 0-388-15,0 0 100 0,0 0-376 16,0 0-300-16,0 0-208 0,0 0-48 0,100-29-56 15,-68 16-180-15,0 4-12 16,0-2-224-16,-4 3-192 0,0 2-264 0,-5-1-368 16,1 3-584-16,-4 2-1384 0,0 2-4369 15</inkml:trace>
  <inkml:trace contextRef="#ctx0" brushRef="#br0" timeOffset="61767.217">27603 1019 652 0,'0'0'12797'0,"0"0"-10509"0,0 0-1272 0,0 0 328 15,40 86-16-15,-28-67-360 16,3 1-468-16,1-6-356 0,5 2-144 16,-6-6-92-16,9-4-324 0,-3 0-268 0,-2-6-236 15,1 0-264-15,0-6-716 0,-8 0-1996 16,3-9-2693-16</inkml:trace>
  <inkml:trace contextRef="#ctx0" brushRef="#br0" timeOffset="61934.674">27898 901 5552 0,'0'0'576'0,"0"0"4973"0,0 0-4025 0,0 0-416 16,0 0 340-16,-88 45 156 0,64-20-392 15,0 4-548-15,-3 3-356 16,-1 2-176-16,0 2-116 0,0-1-16 0,0-3-132 15,4 1-248-15,3 0-324 0,-2-1-272 16,3-4-424-16,5-3-1188 0,-2-6-3609 16,2 4-467-16</inkml:trace>
  <inkml:trace contextRef="#ctx0" brushRef="#br0" timeOffset="62688.738">28117 1076 9356 0,'0'0'1769'0,"0"0"-961"0,0 0 156 16,0 0 548-16,0 0-124 0,0 0-396 0,0 0-284 15,0 0-212-15,0 0-212 16,15 76-76-16,-19-59-44 0,1-2-164 15,-1-3-132-15,-4-1-252 0,8-9-284 0,-4 2-192 16,4-1-260-16,0-3-244 0,0-7-832 16,0 0-2709-16,0-1-1315 0,12-15 6156 15</inkml:trace>
  <inkml:trace contextRef="#ctx0" brushRef="#br0" timeOffset="62917.892">28463 520 744 0,'0'0'4136'0,"0"0"912"0,0 0-3343 0,0 0 111 16,0 0-92-16,8 96-104 15,-3-58-492 1,-5 6-188-16,4 4-204 0,-4-4-220 0,0 4-52 16,3-7-100-16,1 0-132 0,0-3-188 0,4-8-44 15,1-5-108-15,-2-10-16 0,5-2-96 16,0-6-156-16,0-4-76 0,0 0-124 0,0-3-76 15,0-6-348-15,-5-4-548 0,2-3-1156 16,-9 4-2965-16,0-11-2118 0</inkml:trace>
  <inkml:trace contextRef="#ctx0" brushRef="#br0" timeOffset="63070.293">28347 835 444 0,'0'0'1344'15,"0"0"5536"-15,0 0-3871 0,0 0-961 0,0 0-608 16,0 0-68-16,0 0-388 0,0 0-264 15,0 0-180-15,0 0-184 16,0 0-228-16,105 16-128 0,-77-16-84 0,3-7-592 16,1-2-488-16,4-5-692 0,-12 6-2288 15,12-11-5269-15</inkml:trace>
  <inkml:trace contextRef="#ctx0" brushRef="#br0" timeOffset="63437.844">28862 939 7444 0,'0'0'4137'0,"0"0"-1889"0,0 0-1196 16,-32 86 396-16,28-67 580 0,0-2-468 0,4-8-928 15,0-3-632-15,12-6-84 0,0 0 80 16,4 0 4-16,4-3 0 0,-1-7-164 16,5-2-164-16,1-4-40 0,-5 2 72 15,-1 6 100-15,-3 2 24 0,0 6-48 0,-4 0-16 16,0 2 52-16,1 8 184 0,-2 3 48 15,-3 6 236-15,4 3 112 0,-4 3-28 16,4 4-36-16,-5-1-52 16,2 1-12-16,-1 0-24 0,0 2 24 0,-8 1 12 15,3 0 0-15,-3-3 60 0,-3 3 101 16,-5-1-77-16,0-3-112 0,-4-2-120 16,4-4-32-16,0-3-16 0,0-6-36 15,0-1-36-15,0-5-12 0,4-4-100 16,-4-3-192-16,0 0 16 0,-4 0-76 15,1-10-125-15,-2-5-19 0,1-7-52 0,-4-7-112 16,4-6-112-16,1-10-340 0,2-2-768 0,5-4-1080 16,1 13-2517-16,3-16-2031 0</inkml:trace>
  <inkml:trace contextRef="#ctx0" brushRef="#br0" timeOffset="63688.176">29419 667 1852 0,'0'0'7848'0,"0"0"-4695"16,0 0-1121-16,0 0-332 0,0 0-308 15,0 0-516-15,84 57-312 0,-72-42-196 0,0 1-184 16,0 0-76-16,-8 3 16 16,0 0-124-16,-4 7-4 0,0-1-4 15,-12 7-104-15,-3 0 28 0,-9 2-88 0,-1 4-120 16,-2 1 108-16,-1-4-12 0,-4 0-148 15,0-3-152-15,-4 0-272 16,-3-5-500-16,-2-2-944 0,-6-2-2569 0,11-6-4027 16,-24 1 8808-16</inkml:trace>
  <inkml:trace contextRef="#ctx0" brushRef="#br0" timeOffset="64338.245">24953 2257 1056 0,'0'0'8624'0,"0"0"-6483"0,0 0-685 16,0 0-336-16,0 0 140 0,0 0-80 16,0 0-248-16,0 0-92 0,36 80-100 15,-24-43-264-15,-4 2-96 0,0 5 12 16,4-6-28-16,-4-3-96 0,4-2-84 15,0-8-124-15,3-3-60 0,2-6-4 16,-6-7-108-16,6 1-32 0,-2-7-148 0,2-3-24 0,-2 0-40 16,-2-3-12-16,-6-7-256 15,1 1-300-15,-4-1-476 0,-4-3-684 0,0 4-1957 16,-4-4-2839-16</inkml:trace>
  <inkml:trace contextRef="#ctx0" brushRef="#br0" timeOffset="64515.127">24782 2524 1748 0,'0'0'4'0,"0"0"7724"0,0 0-5123 16,0 0-921-16,0 0-644 15,0 0-120-15,0 0-152 0,0 0 16 0,0 0-136 16,88 0-8-16,-56 0-308 16,0-7-296-16,-4 1-36 0,4-3-332 0,-1-4-272 15,-4 3-328-15,1-2-484 0,-7-1-952 16,7 0-3669-16</inkml:trace>
  <inkml:trace contextRef="#ctx0" brushRef="#br0" timeOffset="64843.542">25523 2146 5384 0,'0'0'1120'16,"0"0"1064"-16,0 0-984 0,0 0-280 15,0 0 453-15,0 0 71 0,0 0-504 16,-76 31-496-16,68-20-220 0,4 1-32 0,-3 4 44 16,3 3 40-16,-1 3 4 15,-3 0-40-15,1 1-40 0,3-1-88 16,-5 0 24-16,5-3-24 0,0 0-12 0,4-3 72 16,0-3 40-16,0 0-12 0,0-1 8 15,0 1-20-15,8-1 20 0,-3-2 4 16,6 3-64-16,-3-1-64 0,5-2 4 0,-2-1-16 15,1-2-60-15,0-1-12 16,4-3 0-16,-4 1-4 0,0-2-64 16,1-2-32-16,-6 0-172 0,1 0-148 0,0-6-72 15,0 0-108-15,-4 0-340 0,0-4-368 16,-4 3-956-16,0-8-3001 0</inkml:trace>
  <inkml:trace contextRef="#ctx0" brushRef="#br0" timeOffset="65052.821">25284 2441 1172 0,'0'0'564'0,"0"0"1992"16,0 0 3160-16,0 0-3915 0,0 0-889 16,0 0-148-16,0 0 36 0,0 0-240 15,0 0-144-15,0 0 160 0,0 0-20 16,88-25-132-16,-64 12-200 0,4 4-136 15,-5-4-88-15,1-3-4 0,-4 3-372 0,5-2-416 16,-10 2-200-16,5 0-236 0,-8 4-856 0,-1-4-2993 16</inkml:trace>
  <inkml:trace contextRef="#ctx0" brushRef="#br0" timeOffset="65714.679">25690 2177 11433 0,'0'0'2304'0,"0"0"-1392"16,0 0 20-16,0 0 476 0,100 0-220 15,-69-6-348-15,6-2-336 0,-5-3-296 0,0-2-112 16,0-2-56-16,-1-1-40 0,-3 0-268 16,-4-3-468-16,-4 0-240 0,-4 3-268 15,-4-1-440-15,-4 9-1052 0,-8-3-3061 16</inkml:trace>
  <inkml:trace contextRef="#ctx0" brushRef="#br0" timeOffset="65900.144">25926 2121 1304 0,'0'0'7232'0,"0"0"-4815"0,-8 75-1005 16,8-39-44-16,0 2 252 0,8 3-52 15,-5 0-252-15,5 1-380 0,-4-1-324 16,0-3-148-16,-4-3-160 0,5-4-228 0,-5-1-76 16,4-8-48-16,-1-6-76 15,-3-7-192-15,4-4-88 0,0 0-236 0,0-5-184 16,0 0-128-16,1 0-276 0,-1-10-676 15,-1 4-2041-15,-3-10-2511 0</inkml:trace>
  <inkml:trace contextRef="#ctx0" brushRef="#br0" timeOffset="66114.38">26065 2203 4316 0,'0'0'7581'0,"0"0"-5781"0,0 0-1076 16,0 0-228-16,0 0 372 0,0 83 496 0,0-55-200 15,0 7-424-15,0-3-372 16,3 0-208-16,-3 0-76 0,5-4 64 0,-5-3-148 16,0-2 0-16,4 0-136 0,-4-4-560 15,0-1-340-15,0-5-120 0,0-4-428 16,0-2-624-16,0-7-2361 0,0 3-1539 16,0-3 4116-16</inkml:trace>
  <inkml:trace contextRef="#ctx0" brushRef="#br0" timeOffset="66248.004">26057 2521 572 0,'0'0'2492'0,"0"0"4200"0,0 0-4807 16,0 0-773-16,0 0 264 0,0 0 140 0,0 0-324 15,0 0-320-15,80-35-392 0,-61 28-368 0,5-2-112 16,-3-4-260-16,-2 1-496 16,1-1-484-16,0-3-736 0,-4 7-2533 0,4-7-3371 15</inkml:trace>
  <inkml:trace contextRef="#ctx0" brushRef="#br0" timeOffset="66447.812">26412 2521 1332 0,'0'0'8544'0,"0"0"-6839"16,-13 67-1217-16,13-36 240 0,0 4 788 0,0 3 60 16,4 3-524-16,0-3-444 0,5 1-344 15,-5-1-128-15,3 0 12 16,1-3-136-16,1 0-12 0,-2-9-248 0,1-5 24 15,0-1-124-15,1-11 12 0,-2-3-172 16,1-6-224-16,-4-3-88 0,5-13-484 16,-2 0-1104-16,-3-10-2629 0,0 7-1003 0</inkml:trace>
  <inkml:trace contextRef="#ctx0" brushRef="#br0" timeOffset="66666.087">26455 2511 3828 0,'0'0'5300'0,"0"0"-2899"15,0 0-1425-15,0 0-544 16,0 0 268-16,0 0 216 16,0 0-272-16,0 0-292 15,0 0-240-15,0 0-112 0,0 0-8 0,49-48-80 16,-46 45 12-16,1 3-12 0,-4 0-48 0,0 0-4 0,0 0 76 16,0 0 56-16,0 0-156 0,-4 0-100 15,1 3-4-15,-2 1-200 0,-3-1-296 16,4 0-208-16,0 0-301 0,-3 0-639 15,-2 4-672-15,5-1-1356 0,0-3 1812 16,0 0 1813-16,0 1 315 0</inkml:trace>
  <inkml:trace contextRef="#ctx0" brushRef="#br0" timeOffset="66855.71">26455 2511 1004 0</inkml:trace>
  <inkml:trace contextRef="#ctx0" brushRef="#br0" timeOffset="67499.38">26455 2511 1004 0,'-67'6'1332'0,"67"-9"-720"0,0 0 3508 0,0 0-2084 15,0-1-960-15,0 2-315 0,0-2 99 0,-4 1-24 0,0 0-48 16,-1 0-100-16,-2 0-156 0,3-1-216 0,-4 1 36 0,4 3-24 16,0 0 0-16,-4 0-24 15,4 0 20-15,0 0-160 0,4 0-164 0,-4 3 0 0,4 4-76 16,-4-4 12-16,4 3 16 16,0-2-16-16,0-2 16 0,0-2 48 15,0 0 0-15,0 0-12 0,0 0-40 0,0 0 48 16,0 0 0-16,0 0 4 0,0 0-4 0,4 0-8 15,-4 0-40 1,0 0-20-16,4 0 16 0,-4 0-4 0,4 0 60 16,0-2 80-16,-4 2-16 0,0-4 36 0,3 4-24 15,-3-3-4-15,0 3-20 16,0 0-4-16,0 0 16 0,0 0 12 16,0 0-28-16,0 0 40 0,0-3 24 0,0 3 24 15,0 0-36-15,0 0 0 16,0 0-12-16,0 0-28 0,0 0-12 15,-3 0 4-15,3 0-52 0,0 0 4 0,-4 0-4 0,4 0 4 16,-4 0 0-16,4 3-4 16,-4 0-84-16,0 1-40 0,0-2 52 15,-1 2 68-15,2 2 4 0,-1-3 84 0,0 4 52 16,0-1-60-16,0 1 12 16,0 2 12-16,4 1 36 0,-4 5 24 0,0 2-36 15,4 2-4-15,0 2 16 0,0-1-36 16,0 2 60-16,0 0-60 0,4-6 36 15,0 0-52-15,4-7 40 0,-4-3-76 16,4 1 12-16,-5-7-52 0,6 0 44 0,-1 0 8 16,3-7-60-16,-2-2-60 15,7-7-176-15,-4-3-68 0,0-3-192 16,-1 0-132-16,6-1 44 0,-10 5 84 16,1-4-80-16,5 5-8 0,-6 2 32 15,-3 3 304-15,0 1 252 0,-4 5 116 0,0 0 100 16,0-1 12-16,0 7 136 0,0 0 100 15,0 0-60-15,0 0-104 0,0 0-12 16,0 0-116-16,0 7-96 0,0-1 12 16,0 4 72-16,4 2 64 0,-4 4 60 0,5 3 12 15,-1 4 12-15,-1 2-60 16,5 3-4-16,-4 1-120 0,0 3-124 0,5-1-124 16,-6 1-428-16,1 3-228 0,0-3-212 15,0-1-440-15,0-9-1220 0,4 14-4277 16</inkml:trace>
  <inkml:trace contextRef="#ctx0" brushRef="#br0" timeOffset="69064.867">13546 1498 1344 0,'0'0'860'16,"0"0"6064"-16,0 0-5544 0,0 0-619 15,0 0 203-15,0 0 188 0,0 0-72 16,-52-9-32-16,41 12-144 0,3 10-356 16,-1 2-224-16,-2 4 0 0,-2 7 48 0,5 3-64 15,-3 3 12-15,-2 5-84 0,6 5 8 16,-1-1-48-16,0 7 52 0,8 2-64 16,-4 4-40-16,4 6-56 0,0-2-4 15,8 2-72-15,0 1-12 0,3-7 0 0,2-7-4 16,2-3-56-16,2-5-12 15,-2-8-40-15,5-9-132 0,-3-5-176 0,-2-8-244 16,-3-2-200-16,4-7-280 0,1 0-304 16,-10-4-1160-16,5-11-3669 0</inkml:trace>
  <inkml:trace contextRef="#ctx0" brushRef="#br0" timeOffset="69280.387">13518 1952 6520 0,'0'0'2392'16,"0"0"421"-16,0 0-1457 15,0 0-564-15,0 0 560 0,0 0 96 0,80 0-232 16,-48 0-488-16,0-3-332 0,-4-2-260 16,4-2-52-16,-5-3-84 0,-3 0-4 15,0-2-56-15,-4-1-420 0,-4-3-460 0,0 3-304 16,-4-2-468-16,-4 5-1064 0,-5-7-3285 15</inkml:trace>
  <inkml:trace contextRef="#ctx0" brushRef="#br0" timeOffset="69526.914">13758 1863 444 0,'0'0'8432'0,"0"0"-6584"0,0 0-907 16,0 0 175-16,0 0 172 0,0 0-292 15,0 0-252-15,3 81-112 0,1-62-72 0,0 2-52 16,4 4-136-16,-8 7-100 0,4 3-148 16,-4 6-112-16,0 5 24 0,-8 0-36 15,4 5-8-15,-4 0 0 0,5-4 0 16,-1-2-104-16,-1-10-24 0,5-6-232 0,0-4-92 16,0-13-76-16,0-2-156 0,0-3-240 15,0-7-256-15,5 0-344 16,-1-7-489-16,-1-12-983 0,1 6-2196 0</inkml:trace>
  <inkml:trace contextRef="#ctx0" brushRef="#br0" timeOffset="69725.02">13845 1937 5216 0,'0'0'284'0,"0"0"4216"15,0 0-3335-15,0 0-421 0,0 0 384 0,0 0 28 16,8 82-56-16,-8-50-260 0,4-1-308 15,0 4-96-15,0 4-88 0,0-1-16 16,-4 0-84-16,3 3-76 0,-3 0-112 0,0 1-60 16,0-4 0-16,0-6-8 0,0-4-116 15,0-3-320-15,0-9-140 0,0-3-216 16,5-7-296-16,-1 1-348 0,0-7-1000 16,-4 0-3045-16</inkml:trace>
  <inkml:trace contextRef="#ctx0" brushRef="#br0" timeOffset="69926.868">13829 2314 4168 0,'0'0'836'0,"0"0"3668"0,0 0-2503 0,0 0-621 16,0 0 188-16,0 0-172 0,0 0-340 15,0 0-272-15,0 0-92 16,88-16-200-16,-73 13-284 15,6-3-144-15,-5-4-64 0,-1 1-184 0,6-1-256 0,-6 1-416 16,5-4-276-16,1 7-528 0,-10-5-1064 16,9 6-2969-16</inkml:trace>
  <inkml:trace contextRef="#ctx0" brushRef="#br0" timeOffset="70332.222">14227 2308 10668 0,'0'0'1981'0,"0"0"-1101"0,0 0 20 0,0 0 172 15,0 0-164-15,0 0-308 0,0 0-228 16,0 0-88-16,-75 88-48 0,67-58-60 16,0 1 32-16,4-6 16 0,4 1-52 15,0-7-84-15,0-2-88 0,0-9-72 16,8-4-64-16,-4-4-24 0,4 0-12 15,0 0-176-15,4-10-48 0,-5-6 12 0,6 0-180 16,-2-3-100-16,2 0-92 0,-5 0-16 16,-1 3 240-16,1 1 240 0,1 5 12 15,-5 1 24-15,-1 5 116 0,1 4 76 16,0 0 64-16,0 10 460 0,5 3 72 16,-5 6 16-16,3 6 60 0,1 3 44 0,5 7-8 15,-6 1-144-15,1 5-76 0,4 0 36 16,-4 3 36-16,0 0-52 15,-4 1-184-15,4-1-164 0,-5-2-48 0,-3-8-48 16,5-1-160-16,-1-7-48 0,0-5-248 16,0-5-200-16,-4-6-364 0,0-4-404 15,4-6-660-15,-4 0-1181 0,0-9-1575 16</inkml:trace>
  <inkml:trace contextRef="#ctx0" brushRef="#br0" timeOffset="70644.143">14510 1965 7008 0,'0'0'4577'0,"0"0"-3461"15,0 0-580-15,0 0 380 0,0 0 448 16,88 42-220-16,-64-28-236 0,-5 3-352 16,2-1-308-16,-1 6-152 0,-1 0-32 15,-2 1-60-15,-6 5 56 0,-2 4-56 0,-9 3-4 16,0 0 4-16,0 6-4 16,-13 0 0-16,-2 3-148 0,-1 0-196 0,-9-2-200 15,2 3-116-15,-1-4-44 0,-4-2-88 16,-4-6-444-16,8-6-1384 0,-15 7-4293 15</inkml:trace>
  <inkml:trace contextRef="#ctx0" brushRef="#br0" timeOffset="79231.743">9713 6322 4164 0,'0'0'7297'0,"0"0"-6133"0,0 0-984 15,0 0-128-15,0 0 164 0,0 0 448 0,0 0 160 16,0 0-80-16,0 0-152 0,20-11-136 16,-8 11-84-16,4 0-60 0,8 0-24 15,-1 0-28-15,1 0-52 0,1 4-44 16,-1-2 32-16,0 3-108 0,4-3 96 15,-5 2-48-15,5-4-64 0,0 0-60 0,0 0-4 16,4 0-8-16,3 0-8 0,10 0 8 16,-2-4 0-16,6 4 4 15,2 0-4-15,5 0 4 0,-4 0-4 0,4 7-4 16,-1-2 0-16,-3 2-24 0,4 3 28 16,0 0 4-16,4-4 0 15,-5 3 4-15,4 1 44 0,1-1-52 0,-4 1-40 16,-4-4 40-16,-1 0 8 0,-2 4-8 15,3-4-16-15,-9 1-104 0,-3-1-140 0,0-2-36 16,-4 3-88-16,-8-5 0 0,4 1-104 16,-8-3 0-16,-1 0 8 15,-3 0-12-15,1 0-36 0,-6-3-180 0,1 3-236 0,-4-2-196 16,1-3-689-16,-6 5-1295 16,-3-2-1832-16</inkml:trace>
  <inkml:trace contextRef="#ctx0" brushRef="#br0" timeOffset="90648.024">7063 9245 4224 0,'0'0'5928'0,"0"0"-3495"0,0 0-1197 15,0 0-600-15,0 0 248 16,0 0-20-16,-19 93 100 0,10-43-232 15,2 17-212-15,-1 12-100 0,-4 13-52 0,0 13-72 16,-4 10-248-16,4-2-48 0,-4 2-48 16,8-10-64-16,0-13-12 0,0-16-36 0,4-19 100 15,4-15-12-15,0-17-248 16,0-9-188-16,0-10-72 0,0-6-80 16,0-6-92-16,4-13-180 15,4-10-448-15,0-16-764 0,0-8-1089 0,0 5-1975 0</inkml:trace>
  <inkml:trace contextRef="#ctx0" brushRef="#br0" timeOffset="90965.728">6956 9360 4744 0,'0'0'2612'15,"0"0"356"-15,0 0-1499 16,0 0-329-16,0 0 84 0,0 0-100 16,0 0-192-16,0 0-232 0,0 0-204 0,0 0-48 0,92-39-76 15,-68 58-40-15,4 10-12 16,4 12-148-16,4 6 36 0,-5 14-160 15,9 9-48-15,-1 6 8 0,2 10-16 0,-5 0 4 16,-1 3-128-16,-3-3 44 16,-4-10 24-16,-4-6 64 0,-4-9 12 15,-8-17 84-15,0-13 140 0,-8-6-4 0,-1-12-48 16,1-3-36-16,1-10-16 0,-1-4 16 16,0-8 156-16,4-13 64 15,-1-11-76-15,6-8-112 0,-2-7-32 0,-3-6-88 16,5 2-48-16,-6-1 84 0,5 2-84 15,1 6-4-15,-2 4-8 0,6 2-72 16,-2 8 0-16,1-1-12 0,0 6-16 16,-4 7-44-16,4 3-272 0,-4 2-204 15,0 9-164-15,-1 2-200 0,2-1-380 0,-5 7-1240 16,-1 0-2225-16,-3 7-2931 0</inkml:trace>
  <inkml:trace contextRef="#ctx0" brushRef="#br0" timeOffset="91301.16">8008 10179 4592 0,'0'0'7605'16,"0"0"-6725"-16,0 0-600 15,43 76-216 1,-30-44 420-16,-2 3 264 0,2 6 160 0,-5 0-228 15,-1 4-228-15,1 2-252 0,-3 4-88 0,-1-4-64 0,0 2-44 16,3-9 0-16,-7-1-4 0,4-14 4 0,0-8 124 16,-4-9-68-16,4-4 28 0,-4-4 72 15,0-7 112-15,0-5 136 0,5-8-220 16,-1-11-4-16,3-7 0 0,1-6-24 0,5-8-72 16,-2-2-88-16,1 4-12 15,8 0-52-15,0-2 16 0,4 8 36 16,0 3-64-16,0 3 16 0,4 2 0 0,-4 8-164 15,-1 2-408-15,-3 4-124 0,4 3-384 16,-3 0-740-16,-6 7-2101 0,9-5-2799 16</inkml:trace>
  <inkml:trace contextRef="#ctx0" brushRef="#br0" timeOffset="91507.072">9044 9925 10876 0,'0'0'6045'0,"0"0"-5361"0,0 0-360 15,100 6-80-15,-72-6 176 0,0-3 196 16,-5-3 20-16,1-1-364 0,0-2-208 0,4-1-64 16,-4 1-296-16,-1-2-584 15,-3 6-368-15,1 2-464 0,-10-3-2180 0,-3 6-4353 0</inkml:trace>
  <inkml:trace contextRef="#ctx0" brushRef="#br0" timeOffset="91684.402">9067 10239 10104 0,'0'0'4541'0,"0"0"-3809"0,0 0-444 15,0 0 432-15,0 0 748 0,101 7-112 16,-69-17-256-16,-1-6-524 0,9 0-356 0,-1-3-172 15,6 0-48-15,-6 0-292 0,5 3-416 16,-4 3-224-16,-4 4-436 0,-8 3-1108 16,8-1-4177-16</inkml:trace>
  <inkml:trace contextRef="#ctx0" brushRef="#br0" timeOffset="93833.653">11311 8810 7200 0,'0'0'2492'16,"0"0"-943"-16,0 0-725 0,0 0-248 16,0 0 380-16,0 0 260 0,0 0 68 15,0 0-156-15,0 0-324 0,0 0-332 0,0 0-240 16,8 19 64-16,-4 7 36 0,4 6-64 16,-4 9 16-16,4 6-4 15,0 7 36-15,-4 4-36 0,4 8-48 0,-4 10-60 16,-4 10-4-16,0 6-80 0,0 7-84 15,0 2 4-15,-4 4-8 0,0 3-48 0,0-3-28 16,0-1-8-16,-1 4 12 0,2-2-52 16,-1 1 40-16,4 1 72 0,0-3-96 15,0 0 20-15,0-7-44 0,0-2 8 16,4-11 28-16,-4-6-16 0,3-5 16 16,2-10-100-16,-5-5 88 0,4-8-40 15,-4-3-12-15,4-6 64 0,-4-9-92 16,4 0 56-16,-4-8-64 0,0-2 8 15,4-11 28-15,-4 1-36 0,0-7-88 0,4-3-100 16,-4-3-60-16,0 0-132 16,0 0-316-16,0-6-468 0,0-4-716 15,0-5-561-15,0-8-1939 0,-4 4-268 0</inkml:trace>
  <inkml:trace contextRef="#ctx0" brushRef="#br0" timeOffset="102632.816">12431 9264 4880 0,'0'0'7869'0,"0"0"-6809"15,0 0-148-15,0 0-232 0,0 0 124 16,0 0 100-16,0 0 24 0,0 0-4 16,0 0-88-16,0 0 20 0,60 45-152 0,-21-10-47 15,5 9-233-15,4 11-156 0,4 5-12 16,3 3-40-16,1 10-120 0,0 3-96 15,4 3 48-15,-4 3-48 0,4 5-4 16,-5-4-56-16,1 2 56 0,-4-3 0 0,0-5-44 16,-5-4-36-16,1-12-132 0,-8-11-28 15,-1-9 40-15,-7-15-100 0,-4-10-61 16,-8-10-147-16,-4-6-120 16,0-6 44-16,-8-14-96 0,-4-8-524 0,-4-10-1172 15,0 6-2933-15,-12-31-3851 0</inkml:trace>
  <inkml:trace contextRef="#ctx0" brushRef="#br0" timeOffset="102962.675">13442 9249 5956 0,'0'0'7177'0,"0"0"-6133"0,0 0-828 15,0 0 112-15,0 0 240 0,-75 69 260 0,55-40 100 16,-8 6-320-16,4 7-184 0,-4 2 20 16,0 3-64-16,-7 10-24 0,3 3-148 15,-4 7-60-15,-4 6-88 0,0 4-52 16,-3 2-8-16,-6 4 16 0,1-1 44 16,1 1-60-16,3-1 4 15,-4-6 0-15,9-6 56 0,-2-6-60 0,9-10-68 16,1-10 64-16,6-9 0 0,2-4-192 15,3-5-112-15,5-8-48 0,2-4 12 16,5-4 12-16,1-7-76 0,2 0-76 0,5-3-116 16,0 0-204-16,0 0-456 15,0-6-696-15,0-1-1265 0,5-3-1751 0,2-5 684 16</inkml:trace>
  <inkml:trace contextRef="#ctx0" brushRef="#br0" timeOffset="103932.795">14196 9439 628 0,'0'0'964'0,"0"0"4464"0,0 0-3884 15,0 0-492-15,0 0-20 0,0 0 25 16,0 0-149-16,0 0 24 0,0 0-44 16,-80-40-128-16,64 40-108 0,0 2-20 15,0 4-208-15,-4 4 12 0,1 2-16 16,-5 4-48-16,3 7-28 0,-3-1-72 0,1 6-100 15,-1 7-24-15,0 0-24 0,4 6-28 16,0 6-20-16,4 2-16 0,4-2-60 16,5 7 8-16,2 1-8 0,1 1-12 15,4 6 12-15,4-4 0 0,4 10 0 16,4-5 4-16,4 0 0 0,0 1 4 16,0-3-8-16,4-8 0 0,0-1-4 15,0-5-4-15,-1-9-40 0,-2-3-28 16,2-7-8-16,5-6-76 0,-4-5-196 15,0-4-276-15,4-4-72 0,4-6-56 16,0 0-132-16,0-3-736 0,0-3-1352 0,-9 0-3425 16</inkml:trace>
  <inkml:trace contextRef="#ctx0" brushRef="#br0" timeOffset="104507.271">14697 9375 40 0,'0'0'10396'0,"0"0"-8579"0,0 0-693 15,0 0-32-15,0 0 32 0,0 0 92 16,0 0-24-16,0 0-168 0,116 7-324 0,-64-1-200 16,3 0-172-16,1 1-72 15,0-4-84-15,0 0-12 0,-4-3-40 0,-4 0-120 16,-4-6-12-16,-1-7-48 0,-3 0-112 16,-4-2-60-16,-5-1-328 0,-6 0-160 15,-5 0-180-15,-9 3-236 0,-2 1-352 0,-9 5-1332 16,-5 1-3009-16</inkml:trace>
  <inkml:trace contextRef="#ctx0" brushRef="#br0" timeOffset="104757.721">14948 9385 3392 0,'0'0'6840'0,"0"0"-5527"0,0 0-453 16,0 0-40-16,0 0 272 0,13 96 320 0,-5-59-72 15,-1 5-284-15,2 8-416 16,-1 4-184-16,-5 7-100 0,5 6-76 0,-8 3-8 16,4 2-116-16,-4 1-104 0,0-4-52 15,0-1 0-15,0-11-48 16,0-7 36-16,-4-5-120 0,4-10-40 0,0-9-208 0,0-11 0 16,0-8-184-16,0-7-68 15,4-3-284-15,5-16-312 0,-2-7-756 16,1 1-2149-16,5-30-2103 0</inkml:trace>
  <inkml:trace contextRef="#ctx0" brushRef="#br0" timeOffset="104997.356">15172 9534 6612 0,'0'0'2284'0,"0"0"29"15,0 0-977-15,0 0-656 0,0 0 156 16,4 79 152-16,-4-41 156 0,4 7-180 0,0 6-356 15,-4 3-76-15,4 2-160 16,-4 5-152-16,3 3-48 0,-3-3-60 16,4 2 4-16,-4-10-116 0,0 1-8 0,5-5-64 15,-5-8 24-15,4-10-188 0,-4-2-232 16,4-7-12-16,-4-8-128 0,4-9-140 16,-4-2-384-16,0-3-868 0,0-6-2257 15,0-13-1995-15</inkml:trace>
  <inkml:trace contextRef="#ctx0" brushRef="#br0" timeOffset="105173.203">15172 10039 8372 0,'0'0'5181'16,"0"0"-3989"-16,0 0-1064 0,0 0 0 16,0 0 624-16,0 0 140 0,0 0 392 15,0 0-496-15,87-3-332 0,-63-4-284 16,4 2-172-16,0-8 0 0,4 1-212 15,0-2-328-15,3 1-276 0,-3 0-240 0,0-2-756 16,-8 5-2901-16,8-6-4451 0</inkml:trace>
  <inkml:trace contextRef="#ctx0" brushRef="#br0" timeOffset="106113.761">15849 10399 4552 0,'0'0'116'0,"0"0"4016"0,0 0-3164 16,0 0-332-16,0 0 137 15,0 0 139-15,0 0 136 0,0 0-56 16,0 0-92-16,0 0-132 0,0 0-112 0,-24-46-108 15,12 52-64-15,0 7-64 0,-3 7-36 16,-2 6-88-16,2 2-48 0,-1 7-4 16,4 2 28-16,-1 2-88 0,-2-2-24 15,6-5-40-15,2-3-116 0,3-10-4 0,0-3-84 16,0-6 72-16,4-7-100 16,0-3-8-16,0 0-80 0,8-3-20 15,3-7 48-15,6-4-112 0,-2-7-108 0,5-2-104 16,1-5 100-16,-2 2 20 0,1 5-8 15,0 1 108-15,-4 8 96 16,0 2 92-16,0 4 84 0,-8 3 8 0,4 3 4 16,-4 3 236-16,-1 6 80 0,2 4 100 15,-5 6-76-15,4 0-76 0,-4 6-136 16,-4 1-24-16,3 3-24 0,-3 3 108 0,0 5 28 16,0 4-76-16,0 11 84 0,0 2-60 15,0 3-60-15,0 6 60 16,-3 0-60-16,3 8-64 0,0-1 12 0,0-4-16 15,0 1-44-15,3-7-76 0,1-3 68 0,5-12-4 16,-1-7-36-16,-1-7 48 16,2-8-12-16,-1-7-52 0,0-4-144 15,-5-5-12-15,5-4-200 0,-3-3-172 16,3 0-92-16,-4-6-24 0,-1-7 64 0,1 1-224 16,0-11-644-16,-4-3-1281 15,0 4-2779-15</inkml:trace>
  <inkml:trace contextRef="#ctx0" brushRef="#br0" timeOffset="106930.949">17272 9157 364 0,'0'0'9352'0,"0"0"-7199"16,0 0-81-16,84 53-256 0,-61-27-176 15,1 2-352-15,4 1-172 0,0 3-200 16,0 3-260-16,0-1-228 0,0 1-211 0,0 4-105 16,-5-1-64-16,1 6 24 15,-4 0-72-15,0 1-8 0,-8 3-100 16,0 5 60-16,-5 1-4 0,-7 7-56 0,0 6-73 16,-7 3-75-16,-9 2 0 15,4 1 36-15,-8 1-48 0,0-2 12 16,-8 2-60-16,4-5 8 0,-4 1-96 0,0-7-24 15,-4-2 132-15,4-5 12 0,-4-4-84 16,1-4-128-16,-1-4-524 0,-4-6-404 16,8-13-1140-16,-15 10-3093 0</inkml:trace>
  <inkml:trace contextRef="#ctx0" brushRef="#br0" timeOffset="113777.566">16151 10004 3332 0,'0'0'7000'15,"0"0"-5479"1,0 0-625-16,0 0 48 0,0 0 300 0,0 0-128 0,0 0-348 16,0 0-196-16,13 42-200 0,-1-24-24 15,-5 5-4-15,10 2 4 0,-6 3-92 16,-2 4 4-16,3 3-88 0,-9 4-52 16,1 2-72-16,-4 0-36 0,0-3-8 0,0-3 72 15,0-10-4-15,-4-5-60 16,4-8 36-16,-3-5-36 0,3-1-4 0,0-6 0 15,0 0 64-15,-4 0 0 0,4 0-72 16,0-6-4-16,0-8-92 0,0-1-112 16,0-8 72-16,0-2 88 0,0 0-12 15,0-4-28-15,4 4 16 0,3 3 20 16,-3 3-56-16,9 2-76 0,-2 5 72 0,2-1 0 16,2 0 100-16,2 4-136 15,-2-1-108-15,5 4-176 0,0 3-204 0,0 3 4 16,4 0-212-16,-4 0-480 0,3 7-496 15,-10 2-1269-15,2 8-3251 0</inkml:trace>
  <inkml:trace contextRef="#ctx0" brushRef="#br0" timeOffset="117615.831">18280 8807 2964 0,'0'0'380'0,"0"0"7693"15,0 0-6305-15,-9 96-104 0,9-58-216 16,-4 9-40-16,4 3-224 0,0 8-240 0,0 6-308 16,0 5-160-16,4 8-232 15,0 5-12-15,5 6-16 0,-5 2-92 0,0 6 9 16,-1 2-129-16,-3-1-8 0,0 5-4 16,4 1 4-16,0-2 0 0,0 4-69 15,1-4 69-15,3 1 0 0,-1-4-40 0,1-5 36 16,1-2-68-16,2-5-68 15,-3-3 0-15,1-6-40 0,-2-5-24 16,-3-6-48-16,4-6-24 0,-4-6-100 0,0-2-24 16,0-11-84-16,-4-3-56 0,0-9-132 15,4-7-244-15,-4-4-308 16,0-4-476-16,0-8-556 0,-4 1-749 0,0-7-1723 16,-4 0 1420-16,-4-10 3052 0</inkml:trace>
  <inkml:trace contextRef="#ctx0" brushRef="#br0" timeOffset="121446.802">20571 9712 11021 0,'0'0'1336'0,"0"0"-760"0,0 0-280 16,0 0 492-16,0 0 512 0,0 0-80 16,0 0-272-16,0 0-168 0,28-41-200 15,-28 41-100-15,-4 3 20 0,0 4 40 16,-13 2-152-16,-7 4-192 0,-8 6-196 0,-7 9 0 16,-13 4-8-16,-8 6-4 0,-4 4 0 15,-7 8 4-15,-5 1-4 0,-7 3-36 0,-1 0-52 16,0-3-168-16,9-4 96 15,7-9 4-15,8-6-92 0,8-9-104 16,13-11-192-16,7-10-84 0,8-7-484 16,7-15-1440-16,9-11-3321 0,5 3-1799 0,3-27 6621 15</inkml:trace>
  <inkml:trace contextRef="#ctx0" brushRef="#br0" timeOffset="121715.291">19802 9750 3192 0,'0'0'9573'0,"0"0"-8313"16,0 0-1108-16,0 0-24 0,-92 25 628 0,64-8 404 0,0 2-324 16,0-1-412-16,0 10-224 0,0-2-116 15,5 6 4-15,-1 3 48 0,0 0-48 16,-1 4-40-16,2 1-48 0,-1 5-12 0,4-1-40 16,1 7 4-16,-2-4 0 15,9 5 36-15,8-5-64 0,4-3-12 16,4-2 84-16,20-4-68 0,4-3 72 0,8-3 0 15,12 3 0-15,-1-7-40 16,9-3 36-16,4 1-180 0,0-10-400 16,7-4-232-16,2-2-164 0,-2-10-452 0,1-3-756 15,-1-6-2253-15,-18-1-2602 0,26-10 7043 16</inkml:trace>
  <inkml:trace contextRef="#ctx0" brushRef="#br0" timeOffset="122386.676">21547 9649 7020 0,'0'0'2076'0,"0"0"-71"0,0 0-353 0,0 0-236 16,0 0-52-16,0 0-48 15,0 0-308-15,0 0-216 0,60 91-204 16,-49-52-172-16,-7 6-156 0,0 2-104 0,-4 7-20 16,0-4-52-16,0-1 16 0,0-5-88 15,0-13 52-15,0-12-64 0,0-6-12 16,0-10-48-16,4-3 0 0,5-3 60 0,2-10 96 15,6-6 12-15,2-4-108 16,5-10-56-16,0-6-128 0,-1 1-24 16,1-3 52-16,-3-1 32 0,-1 2 52 0,-1 1 60 15,2 7 4-15,-6 4-44 0,1 6-32 16,-4 3 24-16,-3 9-28 16,-2 7-36-16,-3 3-156 0,0 3 156 0,0 10 124 15,0 6 160-15,0 9-36 0,1 1-40 16,-5 6-8-16,0-1-72 0,3-2 44 15,1-3-36-15,0-10 112 16,-4-6-40-16,4-7-72 0,0-6 36 0,4 0 4 16,0 0 44-16,0-10 88 0,3-5 12 0,2-7-72 15,2-5-124-15,2-3-12 0,-6-5-284 16,6-1-132-16,-2 1-100 16,2 1-136-16,-2 2-176 0,5 4-280 0,1-1-900 15,-2 6-1120-15,1 1-2049 0,-4 7 497 16,4-2 3648-16</inkml:trace>
  <inkml:trace contextRef="#ctx0" brushRef="#br0" timeOffset="122732.055">22435 9769 7632 0,'0'0'4761'16,"0"0"-3853"-16,0 0-272 0,8 70 236 16,-4-60 616-16,0-4-256 0,0-6-400 15,0 0-464-15,0-4-160 0,8-8 100 16,4-3-88-16,4-15-220 0,-5-1-196 0,6-4-416 15,-1 3 168-15,-5 0-40 16,-2 4 260-16,-5 5 12 0,-5 9 16 0,1 0-56 16,-4 4 52-16,-11 4 200 0,-2 0 16 15,-6 3 84-15,-1 0 72 0,-1 3 16 16,-2 3-112-16,3 9 72 0,0 8-76 16,4 8 80-16,0 9 68 0,8 9 16 15,-3 4 24-15,7 4 36 0,-1 1 36 16,5 1-96-16,0-2-64 0,0-6-40 15,0-6-44-15,5-14-88 0,6-6-76 0,1-12 4 16,4-10 12-16,5-4-4 0,2-11-156 16,8-12-52-16,-3-3-244 0,4-12-412 15,-4-3-200-15,4-5-444 0,0 3-744 0,-4 2-845 16,0-3-2727-16,-8 13 2621 0</inkml:trace>
  <inkml:trace contextRef="#ctx0" brushRef="#br0" timeOffset="122922.759">22969 9175 5976 0,'0'0'3000'0,"0"0"-675"0,0 99-1617 15,0-48-80-15,-4 6 796 0,-4 6 456 16,0 1-228-16,-4-1-576 0,0 1-280 0,0-4-232 16,1-3-172-16,2-6-320 0,1-9-72 15,1-12-72-15,7-13-124 16,0-11-132-16,0-6-224 0,7-12-408 0,10-11 256 15,-2-9-416-15,5-12-1136 0,0-7-3137 16,-8 7-3075-16,4-25 8168 0</inkml:trace>
  <inkml:trace contextRef="#ctx0" brushRef="#br0" timeOffset="123096.442">23164 9083 2480 0,'0'0'8364'15,"0"0"-5723"-15,0 0-1801 0,8 77-384 0,-12-36 388 0,-4 7 672 16,1 9 8-16,-6 3-508 15,1 3-452-15,5 4-148 0,-6 3-100 16,5 7-192-16,1-2-64 0,-1 1-60 0,-1 1-12 16,2-8-136-16,3-5-328 15,0-13-292-15,4-7-288 0,0-12-144 16,4-10-552-16,0-9-1224 0,7-13-4877 0</inkml:trace>
  <inkml:trace contextRef="#ctx0" brushRef="#br0" timeOffset="123798.931">24399 9826 4016 0,'0'0'848'15,"0"0"3128"-15,0 0-2708 0,0 0-311 16,0 0 111-16,-19-69 68 0,6 56 108 16,-2 3-132-16,-2-2-344 0,2 5-96 0,-1 1-12 15,-5 3 20-15,6 3-28 16,-5 0-160-16,0 9-76 0,0 7-112 0,5 6 4 15,-2 7-68-15,2 13-32 0,2 2-12 16,2 3 60-16,2 1-12 0,5-4-51 16,4-8 15-16,0-11-64 0,0-10-72 15,9-8-64-15,2-7 40 0,6 0-12 16,2-14-36-16,9-5-156 0,0-9-232 16,4-13-161-16,-4-3-59 0,4-7 72 0,0 1-4 15,-4-1 148-15,-4 3 0 16,4-3-152-16,-9 1 100 0,5-8 84 15,-7-2 88-15,-2-1-140 0,-7-2 364 0,-4 2 48 16,-4 11 148-16,0 11 312 0,0 8 208 16,0 12-112-16,0 10-24 0,0 9-8 15,-4 0-68-15,4 5-176 0,-4 8-72 16,4 13 24-16,-4 9 60 0,-4 6-12 0,4 13 72 16,-4 4 133-16,0 5-13 15,0-3-228-15,1 0-244 0,-2 1-36 0,1-7-292 16,4-7-144-16,0-3-173 0,1-8-267 15,3-9-300-15,7-7-712 0,1-10-1880 16,8-7-1213-16,-8-3-1771 0</inkml:trace>
  <inkml:trace contextRef="#ctx0" brushRef="#br0" timeOffset="124063.464">24642 9957 1684 0,'0'0'9277'0,"0"0"-7365"0,0 0-1084 0,0 0 376 15,0 0 432-15,0 0-56 16,84 56-436-16,-72-58-296 0,8-10-192 15,0-12-352-15,0-4-304 0,4-7-36 0,0-3-256 16,0-4-96-16,-5 4 92 0,-2 7 16 16,-6 2-28-16,-3 4 76 0,-4 6-24 15,-4 5 252-15,-8 2-4 0,-3 5 8 16,-6 5 152-16,-2 2-88 0,-1 9-56 0,-1 10-8 16,-2 10 72-16,3 9 88 15,4 6 12-15,0 8 36 0,0-2-36 0,4 1 72 16,1 1-48-16,2-12-88 0,1-5-108 15,8-10-80-15,0-9-4 0,0-9-76 0,12-7-220 16,0-4-332-16,9-8-172 0,-2-11-556 16,1 4-2380-16,4-16-3197 0</inkml:trace>
  <inkml:trace contextRef="#ctx0" brushRef="#br0" timeOffset="124229.275">25153 9903 11925 0,'0'0'2196'15,"0"0"-628"-15,0 0 692 0,0 0-232 0,91 56-504 16,-71-52-539-16,4-4-393 0,4-6-268 16,0-11-260-16,7-8-64 15,1-3-400-15,0-8-328 0,1-2-305 0,-6-3-235 0,1 0-996 16,-9 9-2940-16,1-12-3565 16</inkml:trace>
  <inkml:trace contextRef="#ctx0" brushRef="#br0" timeOffset="124464.845">25383 9353 1436 0,'0'0'7408'0,"0"0"-3287"0,-11 73-2481 15,11-42-168-15,0 15 112 0,4-2-76 16,3 10-272-16,-3 2-288 0,5 5-460 16,-9 9-135-16,0 4-125 0,0 1-80 15,0 5-104-15,-5 2-40 0,1 1 0 16,-4-7-4-16,5 0 72 0,-1-6-72 15,0-9-8-15,4-11-160 0,0-6-172 16,4-9 36-16,0-5-37 0,3-11-107 0,1-11-176 16,1-4-160-16,-2-4-84 0,5-16-184 15,-3-12-480-15,2-11-600 0,-3 4-4025 16,5-40-1727-16</inkml:trace>
  <inkml:trace contextRef="#ctx0" brushRef="#br0" timeOffset="124607.006">25722 9944 5288 0,'0'0'8501'0,"0"0"-6493"0,0 0-1464 16,0 0 4-16,36 69 444 0,-31-46 720 16,-5 3-160-16,0-5-667 0,0-1-569 15,0-5-232-15,-5-2-84 0,5-4-204 16,-4-2-621-16,0-4-495 0,0-3-436 0,4 0-2244 16,-8-13-3713-16</inkml:trace>
  <inkml:trace contextRef="#ctx0" brushRef="#br0" timeOffset="124762.832">25790 9626 716 0,'0'0'10152'0,"0"0"-8471"15,0 0-697-15,0 0 296 0,0 0-272 16,0 0-528-16,80-47-480 16,-69 40-192-16,2 4-800 0,-2 0-568 0,-3 3-744 15,1 0-1985-15,-2 6-987 0,-3 1 4192 0,0 15 481 16</inkml:trace>
  <inkml:trace contextRef="#ctx0" brushRef="#br0" timeOffset="125248.481">25945 9794 2764 0,'0'0'5468'0,"0"70"-1235"0,0-35-3097 0,0 0-160 16,0 6 360-16,0-3 300 0,0-5 68 15,5-5-332-15,-1-6-496 16,-1-9-367-16,5-4-253 0,0-5-196 0,4-4-52 16,4 0-8-16,4-10-40 0,0-3-80 15,0-10-208-15,4-2-133 16,-4 0-151-16,-1 0 100 0,-2-1 36 0,-2 4 72 15,2 6 72-15,-10 7 48 0,5-1 112 16,-3 10 24-16,-2 0 148 0,-3 4 160 0,0 8 344 16,5 1 0-16,-9 6 84 0,4 0-248 15,-4 0 28-15,3 1-40 0,1-8-72 16,0-2-124-16,0-5-128 0,4-1-4 0,0-4-4 16,4 0-56-16,0-4-184 15,4-4-48-15,4-3-232 0,-4-4-160 16,4 2 36-16,-1-3-104 0,1 0-188 0,-3 3-56 15,-2 4 76-15,-2-1 152 0,-2 7 236 16,-3 0 532-16,-4 3 268 0,0 0 388 16,-4 0 96-16,0 0 16 0,0 0-96 15,0 0-16-15,0 0-124 0,-4 0-236 16,0 0-296-16,0 0-12 0,-3-3-124 16,-1 3-172-16,-1-3-12 0,-2 3 8 15,-2 0-36-15,-2 3 52 0,-2 6 108 16,2 8 188-16,-2 1 188 0,2 6 184 15,2-3 52-15,2 2-8 0,-1-2-32 16,8-2-112-16,-4-6-152 0,8-3-120 16,0-4 0-16,4-6-184 0,4 0-160 0,4 0 0 15,4 0 48-15,4-6-52 0,4-4-88 16,0-3-112-16,4 1-256 0,-4-8-368 16,-1 1-544-16,5-2-517 0,-8-8-527 15,4 0-1640-15,-8 7 1256 0</inkml:trace>
  <inkml:trace contextRef="#ctx0" brushRef="#br0" timeOffset="125481.893">26702 9331 3344 0,'0'0'508'0,"0"0"5344"15,0 0-4083-15,0 0-553 16,0 0 252-16,0 0 144 0,0 0-196 16,0 0-336-16,0 0-404 0,0 0-256 15,0 0-88-15,-7-32-152 0,3 45 56 0,0 6 32 16,-1 10 168-16,5 10 332 0,0 5-99 15,0 9-137-15,-4 4-24 0,4 7-156 16,-4 6-136-16,0 3-144 0,1-4-72 16,-5 1-60-16,-1-6-180 0,5-7-112 0,4-6-120 15,0-13-144-15,4-7-249 0,5-5-351 16,2-7-640-16,-3-5-2564 0,9-9-3561 16</inkml:trace>
  <inkml:trace contextRef="#ctx0" brushRef="#br0" timeOffset="126696.187">27615 9896 2824 0,'0'0'1176'0,"0"0"5596"0,0 0-5227 15,0 0-637-15,0 0 208 0,0 0 512 16,0 0-192-16,0 0-284 0,0 0-192 15,0 0-264-15,79 83-208 16,-70-45-24-16,-5 2-52 0,0 6-83 0,-4-5-61 0,0-6-76 16,0-7-84-16,3-6-108 15,1-5-52-15,0-5 40 0,0-8-48 0,5-2 52 16,-5-2-64-16,3 0-108 0,1-6-4 16,0-3-85-16,4-4 29 0,-4-5-16 15,4-6 60-15,-4 2-60 0,0 0 120 16,4 0-8-16,-8 0-4 0,4-1 144 15,0-3 4-15,0 8 40 0,-5-1-28 16,2 3 40-16,3 4-44 0,-4 2 40 16,4 7 24-16,-5 3-24 0,1 0 100 0,5 0 12 15,-1 6 8-15,-4 1-20 16,3 5 20-16,-3 1-44 0,1-1 20 16,3 5 16-16,-5-1-39 0,1-2-49 0,-4 3 0 15,4-1-64-15,-4 3 32 16,0 0-40-16,0 0-88 0,0 0-277 0,0-3-107 15,-4 1-164-15,4-6-108 0,0-1-104 16,4-3-212-16,0-7-788 0,5 0-932 16,2-7-1305-16,-3 0-1071 0</inkml:trace>
  <inkml:trace contextRef="#ctx0" brushRef="#br0" timeOffset="127039.31">28220 9957 848 0,'0'0'8320'0,"0"0"-6407"0,0 0-961 16,0 0-16-16,0 0 360 16,0 0 56-16,0 0-160 0,-19 86-396 0,15-55-164 15,-1 4-40-15,5-7 192 0,0 1-220 16,0-7-260-16,5-3-156 0,3-6-96 16,-1-7-48-16,1-3-4 0,8 0 0 0,0-3-64 15,0-6-180-15,5-7-40 16,-2-1-8-16,1-9 0 0,4-3-80 15,-4 1-20-15,-4-1-16 0,-1 3 52 0,-2-2 32 16,-5 3 28-16,-1-3 160 0,-7 6 48 16,0 0 12-16,0 0 76 15,0 6 212-15,-3 4-24 0,-5 2 108 0,4 7-36 16,0 0-260-16,-1 13-12 0,-2 0 12 0,-1 9 12 16,-5 0 136-16,6 3 64 15,-1-2-76-15,0-2-136 0,4-2-84 16,-4-2-644-16,4-4-344 0,4-7-588 0,0 0-1048 15,0-2-1997-15,0-4-631 16,12-4 4372-16,-4-2-12 0</inkml:trace>
  <inkml:trace contextRef="#ctx0" brushRef="#br0" timeOffset="127430.905">28583 9906 1384 0,'0'0'1120'0,"0"0"980"0,0 0 3112 15,0 0-3407-15,0 0-89 16,0 0 48-16,60 66-204 0,-60-39-160 15,0 0-104-15,0 2-268 0,0-1-176 0,0-5-219 16,0-1-329-16,0-6-200 0,4-7-104 16,-1 1-72-16,1-7-24 0,5-3-112 15,3 0-265-15,-1-9 45 0,9-4-72 0,1-3 0 16,-2-3 96-16,-3 0-24 0,5 0-52 16,-6-3-28-16,-3 5 28 15,0 2-116-15,-4 2 32 0,-4 3 304 0,0 4 260 16,-4 6 48-16,0 0 52 0,0 0 188 15,0 6 48-15,0 7-48 0,0 0 84 0,-4 6 84 16,-4-3-96-16,4 3 96 0,0-3 8 16,0-3-60-16,4-4-72 15,-4-3-88-15,4-2-124 0,0-4-120 0,0 3-8 16,0-3-40-16,0 0 40 0,0 0-4 16,0 0-60-16,0 0-12 0,4 0-52 15,-4 0-160-15,0 0-92 0,4 0-156 16,0 0-132-16,0 0 20 0,0 0-116 15,0 0-292-15,-4-3-500 0,7-4-516 16,-2 1-497-16,-1-4-1319 0,-4 4-984 0,0-6 4264 16,-36 56 444-16</inkml:trace>
  <inkml:trace contextRef="#ctx0" brushRef="#br0" timeOffset="128363.344">28160 9846 132 0,'0'0'1040'15,"0"0"4648"-15,0 0-2976 0,0 0-1239 16,0 0-217-16,0 0-52 0,0 0 0 16,0 0 4-16,9 72-240 0,-5-40-300 0,-4 3-160 15,4 6-60-15,-1 4-20 16,1-1 28-16,0-2-16 0,0-5-72 16,5-5-148-16,-5-3-88 0,3-8-68 0,-3-4-52 15,4-7-12-15,1-4-4 0,-2-6-72 16,1 0-140-16,5-3 104 0,2-7 16 15,-2-10-52-15,2 2-208 0,5-11-84 16,-4-1-300-16,-4 0 136 0,4-2-80 0,0 1 24 16,-4-4-220-16,-1 3-92 15,-2 0-172-15,-1 0 356 0,-1 1 108 16,-3 5 384-16,0 4 296 0,-4 9 200 0,0 6 428 16,5 5-40-16,-5 2-76 15,0 0-16-15,0 7-40 0,-5 2-92 0,5 7 292 16,-4 0 52-16,0 6-136 0,1 3-136 15,-1 0 84-15,4 5 124 0,-4-3-44 16,4-2-96-16,-4 5-148 0,0-2-136 16,-1 1-24-16,5-4-152 0,-4-2-44 0,1-5-84 15,3 2-260-15,0-5-340 0,0-5-316 0,0-1-276 16,3-2-844 0,6-4-2717-16,-1-3-4195 0,3-10 8692 0</inkml:trace>
  <inkml:trace contextRef="#ctx0" brushRef="#br0" timeOffset="128789.794">28723 10011 716 0,'0'0'1396'0,"0"0"392"0,0 0 3688 16,0 0-3255-16,0 0-673 0,0 0-492 15,0 0-168-15,0 0-8 0,0 0-64 16,0 0-196-16,0 0-184 0,4 18-176 16,-4-18-100-16,0 0 24 0,0 0-48 15,3 0 48-15,1 0 40 0,4-3-92 16,1-3 20-16,6-3-152 0,2-3-160 15,2-2-84-15,5-5 8 0,-4 0 4 0,3 3-16 16,-2 0 88-16,-1 4-52 0,-5 5 76 16,2 7 12-16,-6 0 124 0,2 7 152 15,-5 8 172-15,-1 7 48 0,1 4-52 16,-4 7-24-16,1-3-112 0,-5 3-64 16,0 1 152-16,0-5-64 15,0 3-24-15,0-7-64 0,0-3-120 0,-5-2 0 16,5-5-60-16,0-5-244 0,0-4-420 15,5-6-276-15,2 0-192 0,1 0-592 0,0-9-1172 0,1 2-3449 16</inkml:trace>
  <inkml:trace contextRef="#ctx0" brushRef="#br0" timeOffset="129482.064">29328 9483 3192 0,'0'0'496'0,"0"0"6280"0,12 70-4415 15,-8-31-669-15,0 5-304 0,0 7-96 0,-4 6-116 16,0 0-44-16,0-1-376 16,0 5-292-16,-4-4-208 0,-4-3-108 15,0-7-144-15,0 2-4 0,0-11-4 16,4-7-8-16,0-5-172 0,4-7 0 0,0-9-180 15,0-4-112-15,8-6-88 0,0 0-28 16,4-6 272-16,4-7 112 0,0-3 32 16,4-5-44-16,4-2-128 0,0 0-148 15,-5 7 132-15,5 4 128 0,0 5 184 16,-3 1 52-16,-2 6 216 0,-3 3 56 0,0 4 64 16,-4 5 24-16,-4 1 124 15,0 6-76-15,-4 0-12 0,-1 0-16 0,-3 3 36 16,0-2 48-16,0 2-12 0,0-3-60 15,-3 0-208-15,3-3-176 0,0-4-8 16,-4-2-80-16,4-4-272 16,0-3-184-16,7-3-100 0,6-6-228 0,7-4 40 15,0-2-508-15,4-4-1016 0,4-3-1597 0,-4 0-263 16,-1-1 236-16,1-2 2328 0,0 6 1516 16,-4-3 128-16,4 4 0 0,0 2 1340 15,0 4-216-15,-4-1-420 0,-1 3 6256 16,2 4-4339-16,-6 0-933 0,1 0-188 15,-4-3-288-15,1 6-432 0,-6-7-348 16,5 4-160-16,-3-3-148 0,-2 0-64 0,1-4-60 16,0 0-304-16,-3 1-276 15,-2-1-88-15,-3-3 20 0,0 8 176 16,0-2-48-16,-3 0 8 0,-6 4 148 0,-3 3 364 16,-4 0 8-16,0 0 272 0,-4 14 8 15,5 5 188-15,-5 2 180 0,-1 8 116 16,2 3-152-16,-1 3-80 0,4-3 40 15,4 0 156-15,0-4 8 0,3-6-172 0,6-6-316 16,3-7-248-16,0-2-8 0,3-4-72 16,6-3-16-16,7 0-8 0,0-10-268 15,3-2-416-15,2-1-188 0,7-9-228 16,-4 2-728-16,0-5-1176 0,3 0-2457 0,-3 0-1255 16,-4 6 6552-16</inkml:trace>
  <inkml:trace contextRef="#ctx0" brushRef="#br0" timeOffset="129680.993">30300 10051 1356 0,'0'0'2648'15,"0"0"3896"-15,0 0-4271 16,0 0-681-16,60 74 196 0,-52-46-140 0,-4 7-120 16,-4-3-328-16,0 3-276 0,0-7-303 15,0 1-173-15,0-7-196 0,4-6-188 0,-1-3-16 16,2-7-48-16,7-3-8 16,-1-3-176-16,6-6-80 0,7-7-148 15,-1-9-125-15,9-3 49 0,5-10-24 16,-2 0 136-16,5-2 168 0,-4-5-12 15,4 0-88-15,-4 1-160 0,-4 3-136 16,-1 3-360-16,-6 6-888 0,-10 7-2656 0,-3 6-5621 16</inkml:trace>
  <inkml:trace contextRef="#ctx0" brushRef="#br0" timeOffset="130745.685">2235 12652 6536 0,'0'0'5973'16,"0"0"-3873"-16,0 0-816 0,0 0-268 15,0 0-48-15,0 0-252 0,87-80-76 0,-35 65-112 16,8-1-28-16,7 0-108 0,1 0-260 15,4 4-80-15,-8-4-48 0,4 0 0 16,-12 3-4-16,-1-6-4 0,-11 2-168 16,-1-2-316-16,-10 1-236 0,-6-1-232 15,-10 3-396-15,-6 4-792 0,-7 2-2029 0,-8 0-2871 16</inkml:trace>
  <inkml:trace contextRef="#ctx0" brushRef="#br0" timeOffset="130912.728">2669 12493 572 0,'0'0'9640'0,"0"0"-8503"0,0 0-509 16,-4 76 728-16,16-43 484 0,-4 1-172 15,4 8-288-15,0-1-472 0,-4 6-268 0,-1 8-284 16,2 2-188-16,-1-1-168 16,-4 1-84-16,-1-12-88 0,1-3-108 15,-4-17-28-15,5-3-60 0,-5-3-308 0,0-3-428 16,0 0-560-16,0-1-1036 0,0-2-2721 15,0-6-2094-15</inkml:trace>
  <inkml:trace contextRef="#ctx0" brushRef="#br0" timeOffset="131044.574">2808 13116 3180 0,'0'0'7604'16,"0"0"-5611"-16,0 0-861 0,0 0 48 0,88-48 264 16,-64 35-284-16,-5 4-284 0,-2-1-164 0,-2-3-344 15,2 4-236-15,-1 3-132 16,-4 0-84-16,-5-1-396 0,1 7-504 15,-3 0-184-15,-1 7-384 0,-4 7-856 16,0 0-2433-16,-13 21-3063 0</inkml:trace>
  <inkml:trace contextRef="#ctx0" brushRef="#br0" timeOffset="131217.981">2836 13436 3164 0,'0'0'576'0,"0"0"4284"0,0 0-3112 15,0 0-783-15,0 0 87 16,0 0 520-16,0 0 156 0,80 16-212 0,-44-22-176 15,0-4-308-15,7-3-276 0,-2-2-156 16,2 2-344-16,-3-3-160 0,-4 1-56 16,0-5-40-16,4-5-280 0,-5 3-440 0,1-10-380 15,1 3-444-15,-6 1-1160 0,1-14-4157 16</inkml:trace>
  <inkml:trace contextRef="#ctx0" brushRef="#br0" timeOffset="131397.628">3514 12947 2692 0,'0'0'9713'16,"0"0"-8973"-16,0 0-648 16,0 0 328-16,0 0 760 0,44 86 404 0,-25-64-240 15,9 1-440-15,-4-1-376 0,4 0-232 16,0-3-160-16,0 0-136 0,-1-7-132 16,1-1-608-16,0-8-36 0,0-3 32 15,0-14-204 1,0-7-1020-16,-8 2-2641 0,4-20-4071 0</inkml:trace>
  <inkml:trace contextRef="#ctx0" brushRef="#br0" timeOffset="131546.733">3884 12909 9864 0,'0'0'3253'0,"0"0"-2617"0,-88 80-356 16,56-39 468-16,1 4 448 0,-1-1-32 15,4 1-604-15,5-5-324 0,-2-4-212 16,9-5-24-16,5-2-324 0,-2-4-560 0,5-3-208 15,8-3-296-15,0-2-816 0,0-9-2169 16,0-1-2711-16</inkml:trace>
  <inkml:trace contextRef="#ctx0" brushRef="#br0" timeOffset="136545.85">4765 13287 13313 0,'0'0'3968'0,"0"0"-3520"0,0 0-448 15,0 0-436-15,0 0 436 0,0 0 196 16,0 0 16-16,0 0-176 0,0 0-36 15,68 3-236-15,-53-3-336 0,-2 0-368 16,-2 0-788-16,2 3-2989 0,-9 4-4411 0</inkml:trace>
  <inkml:trace contextRef="#ctx0" brushRef="#br0" timeOffset="136721.749">4900 13583 496 0,'0'0'13837'0,"0"0"-12673"0,0 0-1152 15,0 0 516-15,48 72 428 16,-32-56-52-16,8-3-200 16,0-3-508-16,4-7-196 0,8-1-12 0,-1-2-72 0,1-2-584 0,4-8-312 15,4-6-224-15,-4-9-484 0,-9 6-664 16,14-22-3841-16</inkml:trace>
  <inkml:trace contextRef="#ctx0" brushRef="#br0" timeOffset="136966.477">6096 12281 2824 0,'0'0'12557'0,"0"0"-11001"16,0 0-1332-16,0 0 360 0,99 31 772 15,-60-4-80-15,6 3-36 0,7 12-463 16,8 5-85-16,7 10 44 0,1 7-336 15,3 3-160-15,2 2-156 0,-6 5-76 0,-3-5-8 16,0-2-80-16,-5-3-232 16,-3-7-232-16,-5-10-72 0,-6-12-124 0,-6-16 47 15,-3-15 1-15,-8-11-236 0,0-18-868 16,-11 3-1164-16,-2-32-2973 0</inkml:trace>
  <inkml:trace contextRef="#ctx0" brushRef="#br0" timeOffset="137182.17">7143 12214 13965 0,'0'0'2312'0,"0"0"-1664"0,0 0-236 15,-67 70 220-15,39-32 392 16,-8 16-80-16,1 6-384 0,-2 10-292 0,-7 10-132 16,5 5-88-16,-13 10-44 15,0 10 44-15,-8 0-48 0,-8 9-40 16,1-2 40-16,-5-2 0 0,9-8-4 0,3-7-116 15,8-15-200-15,12-17-300 0,12-18-144 16,12-17-308-16,4-12-556 0,8-10-996 16,4-6-2385-16,0-15-3275 0</inkml:trace>
  <inkml:trace contextRef="#ctx0" brushRef="#br0" timeOffset="137591.482">8175 12665 8248 0,'0'0'6913'0,"0"0"-5665"0,0 0-1148 15,0 0 124-15,96 25 536 0,-52-15 376 16,-1-4-384-16,-2 0-212 0,-6 1-296 0,1-7-244 16,-8 0-48-16,0 0-112 15,-4-7-504-15,-5 1-208 0,2 0-428 0,-10-1-1152 16,-2 1-2917-16,-9 3-3623 0</inkml:trace>
  <inkml:trace contextRef="#ctx0" brushRef="#br0" timeOffset="137763.159">8319 12906 11777 0,'0'0'2844'0,"0"0"-2240"16,0 0-24-16,0 0 660 15,0 0 568-15,103 58-288 0,-63-53-316 0,4-5-631 16,4 0-245-16,-1-5-172 0,2-8-156 16,-2-4-48-16,5-5-136 0,-4-3-288 15,3 0-513-15,5-7-151 0,0-3-796 0,-16 9-2308 16,20-18-4701-16</inkml:trace>
  <inkml:trace contextRef="#ctx0" brushRef="#br0" timeOffset="138008.272">9518 12081 11369 0,'0'0'5828'0,"0"0"-4556"16,0 0-888-16,0 72-76 0,0-30 268 15,4 9 740-15,0 6-219 0,0 6-357 0,8 4-296 16,0 6-116-16,4 4-88 0,-1 5-68 16,6 6-64-16,-10 11-16 0,2 2-92 15,-5 1-144-15,-5 1 60 0,1-9-28 16,0-5-152-16,0-9-76 0,-4-14-156 16,5-14-24-16,-1-19-25 0,-4-10-75 15,0-20-224-15,0-6-504 0,0-16-516 0,0 1-1172 16,-9-31-2985-16</inkml:trace>
  <inkml:trace contextRef="#ctx0" brushRef="#br0" timeOffset="138513.806">9666 12216 5684 0,'0'0'1276'16,"0"0"4409"-16,0 0-4473 0,0 0-580 0,0 0 112 16,0 0 380-16,0 0 304 0,0 0 152 15,0 0-444-15,47 87-356 16,-35-46-268-16,-4 6-159 0,0 8-25 0,1 8 8 15,2 7 52-15,1 3-96 0,0 9-76 16,0 5-36-16,-4 4-180 0,0 5-48 16,0 2 36-16,-4-2-96 0,-4-1 96 0,4-9-132 15,-4-7-112-15,3-16 52 16,1-12 0-16,1-19 44 0,-1-10-68 0,0-12-260 16,0-10-241-16,0-7-75 0,-1-12 244 15,5-12-584-15,-3-18-1124 0,-1 15-2200 16,-4-39-3789-16</inkml:trace>
  <inkml:trace contextRef="#ctx0" brushRef="#br0" timeOffset="138773.798">9694 12328 1316 0,'0'0'11561'0,"0"0"-9437"0,0 0-1520 15,0 0-216-15,0 0 392 0,0 0 264 16,79-57-244-16,-51 51-332 0,3 3-208 15,5-1-64-15,-4 4-72 0,5 0-124 16,-5 7 0-16,-1 2 8 0,-7 1-8 0,0 6-12 16,-4-1 12-16,-8 9 12 0,-4 1 432 15,-4 6-128-15,-4 4-108 0,0 3-124 16,-16 0 40-16,0 3-64 0,-4-2 36 16,-4-2-88-16,0-8-8 0,1-7-476 15,-2-6-72-15,5-6-140 0,1-7-196 0,-1-3-368 16,-1-10-780-16,10-2-2365 15,-10-23-3043-15</inkml:trace>
  <inkml:trace contextRef="#ctx0" brushRef="#br0" timeOffset="138979.38">10295 11801 5580 0,'0'0'7797'0,"0"0"-6353"15,0 0-184-15,0 0 40 0,0 0-88 0,56 67 284 16,-49-42-396-16,6 10-604 0,-5 3-251 16,-1 7-121-16,-3 2-120 0,1 4-4 0,-1 4-80 15,-4 2-345-15,4 3-559 0,0 0-364 16,-4-15-1016-16,0 15-4437 0</inkml:trace>
  <inkml:trace contextRef="#ctx0" brushRef="#br0" timeOffset="140215.429">7462 14344 8536 0,'0'0'4121'0,"0"0"-2833"0,0 0 40 15,0 0-132-15,0 0 96 0,0 0 28 16,0 0-328-16,0 0-332 0,0 0-160 16,0 0-112-16,-68 58-35 0,61-17-25 15,3 9-60-15,-5 17-52 0,-3 13-44 16,1 12-76-16,-6 6 12 0,-2 7-104 15,-5 6 76-15,0-3-80 0,4-3-120 0,0-13 108 16,4-10-96-16,4-11-148 16,5-14-300-16,2-13-89 0,1-12 13 0,0-7-88 15,4-13-76-15,-4-5-560 0,4-7-1140 16,0-2-2473-16,0-21-2491 0</inkml:trace>
  <inkml:trace contextRef="#ctx0" brushRef="#br0" timeOffset="140548.376">7291 14630 10408 0,'0'0'2301'0,"0"0"-1117"16,0 0-20-16,0 0 436 0,0 0-296 16,0 0-452-16,79-19-56 0,-59 32 48 0,8 9-112 15,4 9-160-15,0 8-63 16,0 9-121-16,4 9-208 0,-5 9-56 15,5 8-120-15,-4 2 8 0,0 6-12 0,-4 1-36 16,-4-4 24-16,-4-9 4 16,-4-16 8-16,0-13 12 0,-8-15-4 0,-1-11 100 15,-3-9 24-15,1-6-72 0,-1 0-48 16,-4-6 44-16,0-13-52 0,4-12 76 16,-4-15-8-16,0-13-72 0,0-11-100 15,0-6-188-15,0-10-76 0,0 0-12 16,4 1 48-16,0 2-25 0,7 7-155 0,6 13-128 15,-2 8-96-15,1 14-396 16,5 13-672-16,-10 9-1148 0,10 6-2573 0</inkml:trace>
  <inkml:trace contextRef="#ctx0" brushRef="#br0" timeOffset="140912.641">8235 15312 7036 0,'0'0'10917'0,"0"0"-9541"0,0 0-1376 16,0 0 0-16,0 0 60 0,0 0 664 16,80 54 396-16,-65-24-427 0,2-2-461 15,3 3-100-15,-5 5-24 0,2 2-44 0,-2-4-52 16,-2 5 72-16,-2-1-12 0,-3-4-64 15,-4-2 52-15,1-3 36 0,-5-10 64 0,4-7-16 16,-4-8 48-16,0-4 64 0,0-4 56 16,0-8-104-16,0-7-208 15,3-12 0-15,1-11-4 0,0-9-4 0,4-6-104 16,8 0 40-16,-4-3-36 0,8 6 12 16,-5 3-108-16,10 3-148 0,-5 7-132 15,4 6-84-15,-5 4-65 0,2 8-111 16,-1 6-296-16,-5 5-620 0,6 9-1016 15,-10 0-2409-15,6 3-2831 0</inkml:trace>
  <inkml:trace contextRef="#ctx0" brushRef="#br0" timeOffset="141134.474">9398 15065 20057 0,'0'0'2581'0,"0"0"-2449"15,0 0-132-15,88-25-192 0,-60 18 192 16,-8 4 108-16,0 3-108 0,-4 0-48 0,3 0 0 16,-2 0-280-16,-2 0-485 15,2 0-223-15,-14 7-1088 0,5-1-3052 0,-12 16-4797 16</inkml:trace>
  <inkml:trace contextRef="#ctx0" brushRef="#br0" timeOffset="141295.476">9411 15411 5276 0,'0'0'12617'0,"0"0"-11137"0,0 0-1480 16,0 0 304-16,0 0-68 0,83-3 276 15,-59-3 436-15,4-7-275 0,0 1-373 16,0-4-276-16,-4-1-24 0,3 2-412 0,-3 2-501 15,-4 4-271-15,1 2-1068 16,-2 0-4537-16</inkml:trace>
  <inkml:trace contextRef="#ctx0" brushRef="#br0" timeOffset="141812.682">11260 14240 6776 0,'0'0'3048'0,"0"0"-51"15,0 0-1189-15,0 0-260 0,0 0-260 16,35 82-64-16,-27-38-180 16,4 17 16-16,-4 9-268 0,4 16-75 0,-4 8-133 0,4 12-200 15,0 4-56-15,-1 5-16 16,-2 2-68-16,-1 1-236 0,-1 0-4 0,-3-5-4 16,1-4 0-16,3-5-8 0,-4-5-40 15,3-11-12-15,1-11-208 0,1-13-44 16,2-14-172-16,6-11-208 0,-2-12-49 0,2-10-63 15,2-4-284-15,1-13-660 16,0-5-1052-16,-8-3-2361 0,8-17-2883 16</inkml:trace>
  <inkml:trace contextRef="#ctx0" brushRef="#br0" timeOffset="142283.845">12486 14287 2632 0,'0'0'9373'15,"0"0"-7585"-15,0 0-752 0,37 73-88 0,-26-35 368 16,1 10 156-16,4 13-96 16,-4 4-412-16,0 15-308 0,0 7-155 15,4 7 43-15,-4 5-84 0,-4 2-124 0,-5 1-140 16,1-4-148-16,1 1-44 0,-5-7-4 16,0-9-8-16,0-7-100 0,4-16-268 15,-4-16 84-15,4-15-92 0,0-16-176 0,0-13-157 16,3-17-15-16,6-14-380 0,-6-13-888 15,-3 3-2132-15,-4-39-2377 16</inkml:trace>
  <inkml:trace contextRef="#ctx0" brushRef="#br0" timeOffset="142566.362">12785 14408 6340 0,'0'0'6293'0,"0"0"-4869"0,0 0-676 0,0 0-28 32,0 0 112-32,0 0 236 0,0 0-236 15,0 0-328-15,0 0-184 0,76 89-36 0,-60-47 60 0,0 5 156 0,0 10 24 16,-4 14-232-16,-4 1-156 0,-1 10-16 0,1 4-20 16,-4 3-16-16,1 3-84 15,-5 0-44-15,0-3 40 0,0-7-4 0,0-6-116 16,0-13-84-16,0-9-8 0,0-15 80 15,-5-10 40-15,5-16-52 0,-4-6-376 16,4-7-260-16,0-11-116 0,-4-11-588 16,4-9-664-16,-7-14-1685 0,3 10-2003 15</inkml:trace>
  <inkml:trace contextRef="#ctx0" brushRef="#br0" timeOffset="142839.45">12888 14339 10552 0,'0'0'1749'0,"0"0"-1045"0,0 0 188 15,0 0 488-15,88-36-108 0,-60 30-268 16,0 6-212-16,4 0-148 16,-4 0-156-16,0 0-192 0,-4 6-88 0,0 3-12 15,-5 7-48-15,-6 3 20 0,-2 6 124 16,-7 5-24-16,-4 4-72 0,0 7-48 0,-7 0-40 15,-10 7-48-15,-2 0-60 16,-9 3-12-16,4-7-256 0,-4-2-72 0,-4-7-24 16,4-10-116-16,-4-3-168 0,4-6-212 15,4-3-452-15,1-10-540 16,3-3-636-16,3 0-2265 0,-2-19-2875 0</inkml:trace>
  <inkml:trace contextRef="#ctx0" brushRef="#br0" timeOffset="143118.675">13530 13802 1720 0,'0'0'9869'0,"0"0"-7657"16,0 0-908-16,24 66-156 0,-20-35 8 16,0 9 132-16,-4 7-392 0,0 3-396 15,0 4-276-15,0 3-116 0,-4 1-108 16,0-1-4-16,0-1-180 0,4-2-576 16,-4-2-296-16,4-5-520 0,0-9-1576 15,-4 11-5105-15</inkml:trace>
  <inkml:trace contextRef="#ctx0" brushRef="#br0" timeOffset="143578.54">14443 14414 8412 0,'0'0'3221'0,"0"0"-2045"0,0 0-676 0,0 0-272 15,-92-25 520-15,76 38 352 0,-4 9-192 16,0 13-208-16,5 15-92 16,6 13 172-16,5 14-68 0,4 13-108 15,13 1-104-15,2 4 12 16,5-6 36-16,4-3-160 0,0-9-228 15,0-8-124-15,0-8-36 0,0-14-148 0,-1-12-204 0,5-10-108 16,-4-12 44-16,0-13 24 0,4-9-132 16,0-13-412-16,0-13-748 0,-8 3-2224 0,8-25-3817 15</inkml:trace>
  <inkml:trace contextRef="#ctx0" brushRef="#br0" timeOffset="143749.104">15100 14446 9792 0,'0'0'5857'16,"0"0"-4525"-16,76 28-292 0,-40-21 168 15,-1-1-20-15,1-6-312 0,5 0-400 0,-10-3-319 16,5-10-157-16,0-6-44 16,0 0-261-16,-5-6-339 0,5 3-124 15,-8-4-264-15,-4 5-596 0,-4 0-2440 0,-12 6-3789 16</inkml:trace>
  <inkml:trace contextRef="#ctx0" brushRef="#br0" timeOffset="143964.96">15223 14570 5916 0,'0'0'1676'16,"0"0"1380"-16,-4 82-1347 0,8-41-201 15,0 10 172-15,5 3-176 0,-1 3-104 16,-5 1-280-16,5 1-324 0,-4 2-296 15,1-4-296-15,-1 0-188 0,-4-2-16 16,0-11-356-16,0-9-292 0,0-9-96 16,0-10 104-16,0-10-188 0,3-6-488 15,1-13-740 1,0-3-2545-16,0-25-2823 0</inkml:trace>
  <inkml:trace contextRef="#ctx0" brushRef="#br0" timeOffset="144144.977">15423 14591 3676 0,'0'0'7621'16,"0"0"-4961"-16,0 0-1444 0,0 0-512 0,8 93 12 16,-8-48 168-16,0 5 452 0,4 11-232 15,-1-4-444-15,-3 4-200 0,9-1-104 16,-5 3-280-16,0-7-76 0,4 3-100 16,-5-6-176-16,1-9-468 0,0-8-100 15,1-14 32-15,-1-10-92 0,0-9-600 16,0-3-1264-16,-1-18-2689 0</inkml:trace>
  <inkml:trace contextRef="#ctx0" brushRef="#br0" timeOffset="144322.081">15423 14951 3756 0,'0'0'4692'0,"0"0"29"0,0 0-3617 15,0 0-168-15,0 0 560 0,0 0-56 0,0 0-172 0,68 67-484 16,-48-64-416-16,3 0-200 15,1-3-168-15,4 0-4 0,0-10-140 16,0 1-308-16,4-7-492 0,0-1-488 16,-8 6-1424-1,8-6-4217-15</inkml:trace>
  <inkml:trace contextRef="#ctx0" brushRef="#br0" timeOffset="144697.505">16120 15202 10424 0,'0'0'5473'0,"0"0"-4381"0,0 0-348 0,0 0 368 16,-96 66-96-16,73-37 84 0,3 6-139 15,-1 3-329-15,6 6-244 0,6-3-76 16,2 1-80-16,7-6-76 0,0-8-108 0,0-10-48 16,7-1-108-16,2-11-48 0,3-6-52 15,4-4-168-15,-1-8-24 0,10-11-36 16,-10-5-49-16,5 0-135 0,0-7-160 15,0 3-80-15,-4 3-52 0,0 4-152 16,0 2 92-16,-4 8 152 0,4 4 380 16,-4 9 440-16,0 4 416 0,0 12 340 0,-5 8 20 15,2 7-80-15,-1 9-228 16,-4 3-84-16,3 7-76 0,-3 2-40 16,5 8-8-16,-5-2 20 0,4 7-132 0,-5 2-36 15,1-2-4-15,0 1-100 16,-4-4-8-16,4-6-56 0,1-4-176 0,-5-8-212 15,4-7-84-15,-4-9-172 0,3-11-120 16,1-12-296-16,0-6-1128 0,-4-16-2461 16,4 4-3055-16,-4-25 6844 0</inkml:trace>
  <inkml:trace contextRef="#ctx0" brushRef="#br0" timeOffset="144977.996">16359 14855 11641 0,'0'0'1700'0,"0"0"-1064"0,0 0 0 16,0 0 208-16,88 70 212 0,-77-41-132 15,-2 3-428-15,-1 0-240 0,-8 5-120 16,0-2-48-16,0 0 0 0,0 1 32 15,-4-11 152-15,0-6 36 0,4-10 144 0,0-5-180 16,0-4-152-16,0-10-108 16,8-9-4-16,3-9-8 0,6-4-68 15,-2-7-212-15,2 1-260 0,3 0-124 0,-1 1-16 16,1-2-276-16,0 5-968 0,-8 9-2477 0,7-14-3407 16</inkml:trace>
  <inkml:trace contextRef="#ctx0" brushRef="#br0" timeOffset="145279.996">17356 14160 6824 0,'0'0'4341'0,"0"0"-2037"15,67 76-1200-15,-44-41-80 0,1 6 128 16,4 7 16-16,-7 3 212 0,-2 6-264 16,1 3-360-16,-3 1-332 0,-6 2-252 15,1 1-100-15,-7-1-63 0,-5 4 3 16,0-4-12-16,-9 0-109 0,-6 2-231 0,-6-2-76 16,-7-2-60-16,0-1-172 0,-7-2-72 15,-1-5-168-15,-8 1-528 16,4-7-1024-16,0-8-2257 0,12-11-2147 0,-3-2 4900 15</inkml:trace>
  <inkml:trace contextRef="#ctx0" brushRef="#br0" timeOffset="145847.441">18435 13791 5308 0,'0'0'3224'0,"12"80"69"16,-8-29-1173-16,3 13-504 0,6 15-308 16,2 9-192-16,2 14-156 0,2 7-320 15,1 4-212-15,5 12-48 0,-1 2-100 16,-1 3 12-16,1 2-120 0,-4 2-172 0,-4-4 0 15,0-6-112-15,-1 1-364 0,-2-11-96 16,-1-6-104-16,0-13-48 0,0-16-56 16,-1-16 36-16,6-18-220 0,-2-13-432 15,2-20-936-15,3-12-2761 0,-12 0-2174 16</inkml:trace>
  <inkml:trace contextRef="#ctx0" brushRef="#br0" timeOffset="146290.476">19762 14522 17241 0,'0'0'2736'16,"0"0"-1896"-16,0 0-740 0,79-10-16 0,-38 5 112 16,-2-2 412-16,5 0 581 0,4 4-429 15,-5-6-432-15,6-4-172 0,-2 0-156 16,1-6-324-16,-5 1-328 0,-7-2-280 0,1 1 11 15,-9 4-371-15,-9 4-1108 16,-2 5-2600-16,-14 6-4193 0</inkml:trace>
  <inkml:trace contextRef="#ctx0" brushRef="#br0" timeOffset="146481.622">19865 15018 9820 0,'0'0'8505'0,"0"0"-6429"0,0 0-1736 16,0 0-340-16,0 0-120 0,100 28 120 16,-60-41 316-16,4-2 36 0,-1-7-352 0,1-4-36 15,-4-6-560-15,-1 3-468 0,-7-1-636 16,-4 10-2064-16,-4-6-3041 0</inkml:trace>
  <inkml:trace contextRef="#ctx0" brushRef="#br0" timeOffset="161714.704">21570 14274 5792 0,'0'0'1860'16,"0"0"-600"-16,0 0-420 0,0 0 1953 16,9-79-985-16,-9 63-368 0,0 3-388 15,-9 0-244-15,1 4-128 0,1 4 72 16,-1-6-100-16,-8 2-92 0,4 2-192 0,-4-2-124 16,0 0-12-16,-4-1-100 15,0 3-60-15,4 1-8 0,0 0-64 16,-3 3 48-16,6 3-36 0,-6 3-8 0,2 9 8 15,2 11 0-15,-5 9 36 0,3 6 12 16,2 10 12-16,3 5 16 0,0 1-16 0,4 4-11 16,0-1-1-16,-1-7 0 0,6-5-52 15,3-10 0-15,0-10-8 0,8-9-60 16,4-9-48-16,-1-7-37 0,10-4 9 16,-1-8 28-16,-1-11 60 0,5-3-64 15,-3-5-168-15,2-1 124 16,-3 1-28-16,-3-1 24 0,2 7 4 0,-3 2 8 15,-4 8 76-15,0 2 72 0,0 3 0 16,-4 8 0-16,-5-2 8 0,1 4 52 16,1 0 64-16,-5 0 44 0,4 0 16 15,0 0 12-15,0 4-12 0,-4 4-16 0,4 3 4 16,-1 3 44-16,-3 5-44 0,0 8-15 16,0 1-21-16,0 3 20 0,0 8-48 15,-7 5 40-15,3 4-28 0,-4 6 12 16,-1 2-28-16,2 5-96 0,-1 3 0 0,0 2 4 15,3 2-4-15,2-2-8 16,-1 3-88-16,0 2 28 0,4 1 52 16,0 5-52-16,4-1-12 0,3 0-48 0,2-2 20 15,3-2 28-15,4 2 12 0,-4-5-60 16,3 1-28-16,-2-7 52 16,2 1 23-16,-2-7-87 0,2-5 76 0,-6-5-12 15,2-6 48-15,-3-6-12 0,5 0-136 16,-6-7 100-16,5-2-4 0,-3-7-20 15,-5-3-40-15,3-7-108 0,-3-2-24 16,4-4-16-16,-8-3-84 0,4-7-60 0,1-5-104 16,-2-10-124-16,1-3-364 0,0-8-464 15,-4 5-1044-15,0-23-2569 0</inkml:trace>
  <inkml:trace contextRef="#ctx0" brushRef="#br0" timeOffset="162533.676">21865 13783 1488 0,'0'0'4804'0,"0"0"-3504"15,0 0-16-15,0 0-16 0,0 0-107 0,0 0 607 16,0 0-420-16,0 0-336 0,0 0-284 16,0 0 0-16,0 0 152 0,8-25-212 15,1 33-164-15,2 3-96 0,5 3-140 16,4 6-36-16,-3 2-84 0,2 7 12 15,-3-1-76-15,0 7 4 0,-4 4-88 0,-4 2 4 16,-4 0 4-16,0 0-8 0,-4-3-4 16,0 1-8-16,0-8-4 15,0-5 4-15,0-11-36 0,0-2 40 0,0-7-64 16,0-2-16-16,0-4 28 0,0 0-24 16,0-4-4-16,0-2 28 0,7-10-56 15,2-3 116-15,-1-9 4 0,3-5 60 16,2-4-56-16,-5-2-8 0,3-2-4 15,-2 0 0-15,2-1 4 16,1 5 4-16,1 2 4 0,-2 3 4 0,2 4-12 0,2-2-12 16,-3 9-36-16,4 4 36 15,-4 5-64-15,4-1 28 0,-1 10 48 16,2 0 48-16,3 3-36 0,-4 0 0 0,0 6-12 16,-1 5-44-16,2-3-64 0,-2 5-212 0,-2 4-88 15,-2-3-208-15,1 6-252 16,1-1-444-16,-2 3-1028 0,-3-6-2553 15,8 6-739-15</inkml:trace>
  <inkml:trace contextRef="#ctx0" brushRef="#br0" timeOffset="163172.19">22957 14732 9532 0,'0'0'2397'0,"0"0"-709"16,0 0-712-16,0 0-292 0,0 0 336 15,0 0-36-15,0 0-276 16,0 0-80-16,108-16 184 0,-52 9-164 0,7 2-220 16,5-2-124-16,-8 0-72 0,-4 4-24 15,-5-3-112-15,1-1-56 16,-8-2-40-16,0-4-88 0,-5 1-240 0,-3-4-172 0,-8 0-112 15,-4-1-196-15,-4 3-240 16,-8-3-592-16,-4 4-1192 0,-8-6-2533 16</inkml:trace>
  <inkml:trace contextRef="#ctx0" brushRef="#br0" timeOffset="163403.267">23372 14191 10136 0,'0'0'2265'0,"0"0"-533"0,0 0-440 0,0 0-160 16,11 80 84-16,-2-44-68 0,2 4-264 15,1 8-308-15,-3 3-176 0,2 10 28 16,1 2-112-16,-8 3-184 0,4 5-56 16,-4-1-76-16,-4-4-8 0,0-2-140 0,4-10-264 15,-4-10-200-15,8-6-192 16,1-13-80-16,6-9-164 0,5-10-612 15,3-6-1084-15,-6 0-2805 0,15-25-1975 0</inkml:trace>
  <inkml:trace contextRef="#ctx0" brushRef="#br0" timeOffset="163682.387">24399 13944 6232 0,'0'0'5349'0,"0"0"-3917"0,0 0-208 16,0 0 388-16,0 0 152 0,0 0-368 15,0 0-332-15,4 79-440 0,-4-37-148 0,9 9-28 16,-9 5 17-16,4 12-225 0,-4 1-136 16,0 8-104-16,0 2-4 15,0 3-80-15,-8 4-36 0,3-3-184 0,-3-1-97 16,1-1-39-16,-1-6-44 0,-1-5-8 15,1-7-304-15,1-6-188 16,-1-3-440-16,3-6-1120 0,-3-13-2229 0,1 3-3227 16</inkml:trace>
  <inkml:trace contextRef="#ctx0" brushRef="#br0" timeOffset="190773.726">26412 1771 6624 0,'0'0'7253'0,"0"0"-6037"0,0 0-964 0,0 0 24 16,0 0 628-16,0 0 516 15,0 0-424-15,-5 3-552 0,5 0-308 16,5-3-16-16,-1 4 40 0,0 6 36 0,-1-1-24 16,1 10 84-16,0 3 0 15,5 7 184-15,-1 6 68 0,-5-1-191 0,1 1 11 0,0 0-84 16,0 0-76-16,0-6-168 16,5-4-96-16,-6-2 12 0,1-7-52 15,4-1-116-15,0-4-201 0,4-5-167 16,-4-4-232-16,8-2-412 0,0-2-1064 0,4-9-1988 15,-8-1-2845-15</inkml:trace>
  <inkml:trace contextRef="#ctx0" brushRef="#br0" timeOffset="190963.002">26714 1905 6200 0,'0'0'5097'0,"0"0"-2577"0,0 0-1720 0,0 0-536 0,-83 39 340 16,55-25 568-16,0 2-4 15,-4 4-576-15,0 2-432 0,-3 0-156 16,-6 3-4-16,-2 7-172 0,-6 0-260 0,2-1-312 16,-1 5-332-16,4-2-652 0,5 1-2773 15,11-12-4647-15,-9 12 9068 0</inkml:trace>
  <inkml:trace contextRef="#ctx0" brushRef="#br0" timeOffset="191962.336">26539 2635 2996 0,'0'0'0'0,"0"0"260"0,0 0 2452 16,0 0-492-16,0 0-1168 16,0 0-340-16,0 0-4 0,-76-7 129 0,64 7 39 15,-4 4-240-15,4 2-152 0,1 1-152 16,-2-1-52-16,6 3 48 0,-5 1-60 16,3 2-40-16,-2 1-40 0,3 6 24 0,4-3-84 15,-1 3-40-15,5-5 12 0,0 0 12 16,0 0-48-16,0-5-12 15,5-2-40-15,-1-1 36 0,0-3-36 0,8 0 40 16,-5-3 36-16,2 0 40 0,6-3-128 16,-7-3 0-16,8-4-192 0,-4-2 116 0,1-1-12 15,-2 1 0-15,2-2-248 0,-2 2 8 16,-3-4-52-16,0 6 176 0,0-3 128 16,-4 4 16-16,0-1 60 15,0 4 12-15,-4 3 216 0,0 0 88 0,0-1 72 16,0 4 4-16,0 0-92 0,0 0-56 15,0 4-132-15,0 2-112 0,0 0-56 0,0 4 56 16,-4 3 4-16,4 6 208 16,-4 4 28-16,0-2-40 0,1 2-128 0,3 2 4 15,-5 0 12-15,1 0-16 0,0 4-20 16,4 0 72-16,-4-4-76 16,0 4 4-16,4-4-44 0,0 1 28 0,0-4-36 15,0 0-88-15,0 0 0 0,0-6-20 16,0 3 44-16,0-6-96 15,4 3-92-15,-4-3-8 0,4 0-64 0,0 1-120 16,-4 0-32-16,9-1-244 0,-9-1-40 16,3 1-236-16,1-1-412 0,0 1-609 15,0 0-1083-15,0-4-1660 0,0-2 4668 0,0 0-1032 16</inkml:trace>
  <inkml:trace contextRef="#ctx0" brushRef="#br0" timeOffset="194731.271">11343 1054 3572 0,'0'0'8373'0,"0"0"-7157"15,0 0-1216-15,0 0-232 16,0 0 232-16,0 0 232 0,0 0 592 16,0 0 252-16,91 60-284 0,-59-44-296 0,4-2-136 15,8 4-124-15,3-3 448 0,5 2-28 16,1-2-284-16,-1-3-252 0,-5-1-32 15,1-2 24-15,-4-2-52 0,-1-1-12 16,1 1-48-16,-4-1-60 0,-4-3 12 16,-4 3-52-16,-1 1-196 0,-6-1-136 0,-1 0-188 15,-9 1-112-15,1-1-184 0,-4-3-168 16,-7 0-184-16,-1-3-252 0,-4 0-413 16,-9 0-659-16,1 0-2604 0</inkml:trace>
  <inkml:trace contextRef="#ctx0" brushRef="#br0" timeOffset="195757.623">11307 1273 8096 0,'0'0'4549'16,"0"0"-3897"-16,0 0-652 0,0 0 0 15,0 0 24-15,0 0 588 0,0 0 136 0,91 10-32 16,-63-4-112-16,4 3-112 0,4-2-216 15,5 5-80-15,-2-2 240 16,5 2-164-16,0 1-108 0,-5-3-80 0,1 2-20 16,-4-2-52-16,0 0 12 0,0-2-24 15,-4-1-12-15,0 3-60 0,-4-3-16 16,0-1-236-16,-5-3-48 0,1 0-252 16,-4-3-180-16,-8 3-164 0,4-3-292 15,-8 3-708-15,-4-3-2065 0,-4 0-3143 16,0 0 6876-16</inkml:trace>
  <inkml:trace contextRef="#ctx0" brushRef="#br0" timeOffset="197146.128">5271 651 10364 0,'0'0'2889'0,"0"0"-2073"0,0 0-812 15,0 0 260-15,0 0 332 0,0 0 32 16,-80 16-152-16,60-4-184 15,4 4-16-15,-3 3-164 0,-2 3-36 16,6 7-76-16,-2 0-52 0,6 2 44 0,-2-2-64 16,6-4-28-16,7-9-12 0,0-3 24 15,0-4-144-15,3-2 44 16,10-4 128-16,-1 0 60 0,3-3 0 0,5 0-28 0,4 0-84 16,-3 0 36-16,2 0 64 0,1 0 4 15,0 0-56-15,-5 7 4 16,2 2 52-16,-5 3-68 0,-1 4 76 0,2 4 176 15,-6 2 48-15,-3 3 28 0,1 0-72 0,-5 1-80 16,0 2 48-16,-4 1-48 16,0-4-48-16,0 3 32 0,0-4 44 15,0-6-56-15,-4 1 28 0,0-6-36 0,4-3-60 16,-5-4-4-16,1 0-200 16,4-6-236-16,0 0-168 0,0 0 24 15,-4-3-24-15,4-6-360 0,-4-7-596 0,1-6-1069 16,3 6-2055-16</inkml:trace>
  <inkml:trace contextRef="#ctx0" brushRef="#br0" timeOffset="197629.408">5602 1083 7764 0,'0'0'5237'0,"0"0"-4649"16,0 0-540-16,0 0-48 0,0 0 512 0,0 0 244 15,0 0-112-15,0 0-244 0,0 0-132 16,0 0 220-16,63 37 24 16,-39-55-180-16,-1-5-192 0,5-5-68 0,0-7-64 15,0 0-8-15,-3-4-112 0,-5 5-360 16,-1-7 64-16,-2 6-144 0,-2-3 12 15,-2 2 112-15,-10-2-216 0,1 7 160 16,-4-4-276-16,0 0-108 0,-7 4 84 16,-2-2 52-16,-7 8 343 0,0 3 389 15,1 3 208-15,-2 6 205 0,9 4 11 0,-3 2 76 16,2 3 64-16,1 4-120 0,1 0-124 16,-1 7 88-16,4 0-52 0,-5 2-92 15,6 4 16-15,-5 3-4 0,4 6-48 16,-4 3 124-16,3 3-52 0,5 8-136 15,-3 2-48-15,3 6-16 0,0 4-24 16,0 3-72-16,3 0 0 0,2-1 0 16,3-2 4-16,0-1 52 0,-1-2-60 0,6-3-8 15,-1-8-4-15,-5 1 12 0,6-6-4 16,-5-8 4-16,-1-4-216 0,2-4-112 16,-1-7-212-16,3-3-168 0,2-3-168 15,-2-3-284-15,1-3-997 0,4-17-2219 16</inkml:trace>
  <inkml:trace contextRef="#ctx0" brushRef="#br0" timeOffset="197808.312">6124 933 652 0,'0'0'9336'16,"0"0"-7891"-16,0 0-789 0,0 0 356 0,0 0 396 15,-17 76-232-15,9-57-224 16,5-6-416-16,-1 3-364 0,0-3-172 15,0 0-124-15,-1-4-164 0,5 1-336 0,0-4-156 16,0-6-156-16,0 0-280 16,-4 0-680-16,0-6-2441 0</inkml:trace>
  <inkml:trace contextRef="#ctx0" brushRef="#br0" timeOffset="197977.817">6084 714 8836 0,'0'0'4673'0,"0"0"-3837"0,0 0-696 16,0 0 276-16,0 0-24 0,0 0-368 15,0 0-24-15,0 0-300 0,0 0-560 16,0 0-544-16,0 0-1077 0,51-35-3275 16</inkml:trace>
  <inkml:trace contextRef="#ctx0" brushRef="#br0" timeOffset="198522.636">6266 946 5348 0,'0'0'2512'0,"0"0"208"0,0 0-1435 16,0 0-233-16,5 75 396 0,-5-58-160 0,-5-7-368 16,5-1-472-16,0-3-336 0,0-3-112 15,0-3-4-15,0 0-8 0,0 0-164 16,9-3-32-16,-1-6 208 0,-1-1 0 15,6-2-36-15,-5 1-252 0,-1 3-16 16,1-3 28-16,1 9 40 0,-1-2 32 16,-1 2 64-16,-3 2-20 0,5 0-4 15,-1 0 24-15,-1 6 44 0,1 1 96 0,1 2 48 16,-5 3 80-16,3-2 60 0,-3 3 76 16,4-1 40-16,-3-2-128 0,-1 0-28 15,-1-4-32-15,1 0-116 0,4-3-16 0,-4 1-72 16,5-4 88-16,-2 0 16 15,1-4-16-15,0-5-52 0,4-4-412 0,0 0-180 16,-1-6-152-16,6 0-44 0,-6 1-248 16,2-1-585-16,-5 0-335 15,-1-1-148-15,-3 1 112 0,1 0 556 0,-5 3 1488 16,0 0 92-16,-5 4 952 0,1 2 636 16,0 4 192-16,1 6-224 0,-1 0-432 15,4 0-171-15,-4 0-69 0,0 9-120 0,0 1-232 16,-1 3-140-16,1 2 84 15,1 4 40-15,-1 1 32 0,0 1-76 16,4-2-88-16,0 0-152 0,0 1-92 0,0-4-108 16,0-4 16-16,0 5-32 15,4-5 28-15,0 1-36 0,3-1-52 0,-2-2-36 16,3 2-8-16,0-2-4 0,-1-1-8 16,2 1-88-16,3-4-92 0,-5 1-168 15,1-4-68-15,5 1-136 0,-6-4-220 16,6 0-136-16,-5 0-212 0,-1-4-672 15,1 1-897-15,5-10-2139 0</inkml:trace>
  <inkml:trace contextRef="#ctx0" brushRef="#br0" timeOffset="198936.458">6928 765 1864 0,'0'0'7864'0,"0"0"-6395"0,0 0-929 16,0 0 52-16,0 0 416 0,0 0-4 15,0 0-244-15,0 0-220 0,0 0-252 16,0 0-112-16,-75 44-112 0,62-28-64 16,6 3-52-16,3 4 40 0,-5-4-64 0,5-4 76 15,0 1-12-15,4-3-52 16,0-4-60-16,0-2 36 0,4-1-12 0,0-3 24 15,9 4 76-15,-6-4 0 0,10 3-44 16,-6-3 40-16,1 4 8 0,1-5-8 16,-6 5 8-16,5 3-4 0,0-3 8 0,-4-1 4 15,4 2 52-15,-7-1-56 0,2 3 92 16,-3-4-36-16,0 4 96 16,0-1 28-16,-4 1-84 0,0 3-4 15,0-1-36-15,-4 4 20 0,-4 0-80 16,1 0 4-16,-6-4-8 0,1 4-60 15,0-2-192-15,-7 0-212 0,2-3-204 0,-2 2-104 16,-1-4-256-16,-5-3-624 0,1-3-2637 16,5 1-2703-16</inkml:trace>
  <inkml:trace contextRef="#ctx0" brushRef="#br0" timeOffset="200472.892">7594 765 5896 0,'0'0'7089'0,"0"0"-5781"0,0 0-1104 16,0 0-52-16,0 0 440 0,4 86 312 15,-4-58 288-15,4 4-412 16,-4-4-396-16,0 2-212 0,0-3-100 16,0-4-36-16,0-1-36 0,0-6-48 0,0 0-52 15,0-6-220-15,4-4-296 16,-4-3-368-16,0-3-372 0,0 0-812 0,0 0-2053 16,0-6-2691-16</inkml:trace>
  <inkml:trace contextRef="#ctx0" brushRef="#br0" timeOffset="200612.53">7557 739 11001 0,'0'0'1196'15,"0"0"-1188"-15,0 0-8 0,0 0 396 16,0 0-116-16,0 0-280 0,0 0-312 16,0 0-1284-16,0 0-2725 0,0 0-1443 15</inkml:trace>
  <inkml:trace contextRef="#ctx0" brushRef="#br0" timeOffset="200868.915">7845 857 4060 0,'0'0'6624'0,"0"0"-4991"0,0 0-1301 15,0 0-180-15,4 76 652 0,-4-60 728 16,-4 0 16-16,4-7-504 0,0-6-600 0,0 1-332 16,0-4-112-16,0 0-124 0,8 0-24 15,-1-7 88-15,6-2 48 0,-2-4-52 16,6 0-184-16,-2 1-112 0,2 5 100 15,-2 1 48-15,-3 3 24 0,0 3 28 0,-4 3 152 16,5 3 8-16,-6 4 116 16,1 2 132-16,-4 1 28 0,0 1-68 0,-1 0-8 15,-3 3-100-15,0-1-28 0,0 3-68 16,0-3-4-16,0 3-520 16,5-3-484-16,-5 0-440 0,0-4-1308 0,0 4-3717 15</inkml:trace>
  <inkml:trace contextRef="#ctx0" brushRef="#br0" timeOffset="201749.006">8459 600 2632 0,'0'0'8845'15,"0"0"-7245"-15,0 0-1064 16,0 0-104-16,0 0 784 0,0 0 92 0,99-17-500 0,-67 15-248 16,-4-2-156-16,7 4-44 15,-3-3-152-15,0-2-96 0,0 1-64 16,-4-3-48-16,-8 1-44 0,-1 0-312 0,2-4-264 16,-10 1-220-16,6-1-340 15,-10 1-888-15,1 6-2669 0,-8-7-4119 0</inkml:trace>
  <inkml:trace contextRef="#ctx0" brushRef="#br0" timeOffset="201944.284">8646 686 1408 0,'0'0'8156'0,"0"0"-6968"16,0 0-519-16,4 85-65 0,-1-47 536 15,5 1 268-15,1-1-372 0,-5 0-368 16,0 3-244-16,-1-4-164 0,-3 5-148 15,0-3-36-15,0-5-76 0,0-2-92 16,4-10-108-16,-4-9-360 0,4-3-172 16,-4-8-376-16,8-2-484 0,-3-6-1405 15,-1-3-2519-15</inkml:trace>
  <inkml:trace contextRef="#ctx0" brushRef="#br0" timeOffset="202160.812">8709 720 1408 0,'0'0'8892'16,"0"0"-7307"-16,0 0-1165 16,0 0-164-16,-3 74 412 0,-1-43 448 0,4 7 136 15,0 0-372-15,0 0-420 0,0 4-136 16,4-2-224-16,-4 5-24 0,0-6-76 16,3-5-64-16,-3-2-124 0,4-7-420 15,0-2-60-15,0-10 16 0,0-1-284 16,0-5-388-16,1-1-973 0,-5 0-2635 15,3-6-40-15</inkml:trace>
  <inkml:trace contextRef="#ctx0" brushRef="#br0" timeOffset="202318.764">8674 1137 4560 0,'0'0'6689'0,"0"0"-6201"0,0 0-232 16,0 0 4-16,0 0 852 0,0 0 168 15,0 0-348-15,95-20-440 0,-72 17-276 0,5 0-192 16,0 0-24-16,0-3-416 0,4-1-440 16,-4 1-208-16,4-4-492 15,-8 4-761-15,8-6-4159 0</inkml:trace>
  <inkml:trace contextRef="#ctx0" brushRef="#br0" timeOffset="202645.625">9175 1009 6504 0,'0'0'5793'0,"0"0"-4401"16,-48 70-1008-16,29-38 132 0,-5 6 684 0,3-3 240 16,6-3-192-16,-1-4-372 0,8-9-424 15,4-3-352-15,0-6-100 0,4-4-136 16,0-6-48-16,4 0-24 0,4 0-136 16,4-3-308-16,4-3 220 0,0-7 108 15,3-3-172-15,-2 0-92 0,-2-4-16 0,2 1 104 16,-10 7 72-16,5 3 136 0,1 2 12 15,-6 7 4-15,1 0 276 0,1 10 100 16,-2 6 104-16,1 3 188 0,0 6 148 16,-4 7-100-16,4 6-48 0,0 0-128 15,-4 6-16-15,4 4 64 0,-3 0 76 0,-2 6-16 16,-3-4-128-16,0 5-108 16,0-8-92-16,0-1-44 0,0-6-176 15,0-8-428-15,0-7-444 0,4-6-424 0,0-9-1228 16,-4-7-2577-16,4-3-719 0</inkml:trace>
  <inkml:trace contextRef="#ctx0" brushRef="#br0" timeOffset="203729.222">9231 394 104 0,'0'0'1212'0,"0"0"7440"15,0 0-7491-15,0 0-969 16,0 0 184-16,0 0 496 0,0 0 136 0,0 0-132 0,0 0-260 15,0 0-260-15,0 0-208 16,56-20-72-16,-44 23-76 0,-4 3 12 16,-5 5-12-16,6-3-24 0,-5 9 24 0,0-1 160 15,0 0 76-15,-4 3-124 0,0-3 8 16,0-1 28-16,0 1-72 0,-4 0 0 0,0 0 12 16,0-3-28-16,-5 2-48 15,2-2 100-15,3-1-36 0,-4 2-68 16,4-9 116-16,0 2 0 0,0-4-12 0,4 4-36 15,0-7-28-15,0 4-36 16,0-2 36-16,0-2-48 0,0 0-124 16,4 4-52-16,0-1 76 0,8 3 16 0,-1 0 84 15,6 1 4-15,2-4-4 16,5 0-400-16,0-3-244 0,4 0-184 0,8 0-236 16,-8-3-1788-16,12-3-4293 0</inkml:trace>
  <inkml:trace contextRef="#ctx0" brushRef="#br0" timeOffset="204208.918">10188 402 9640 0,'0'0'3717'0,"0"0"-3601"0,0 0-116 0,0 0 356 16,0 0 356-16,95 51 244 0,-79-34-136 16,4-1-308-16,0 6-224 0,-1-3-140 0,-2 6-48 15,-2 0 36-15,-2 7-48 0,-2 1 96 16,-3-2 248-16,-3 7-12 15,-5-3-184-15,0 2-52 0,0 1-172 0,-9 1 100 16,-2 2-104-16,3-3 0 0,-1 0-8 16,1-2-52-16,5-11-8 0,-1-2 12 15,4-8 0-15,0-5-28 0,0-4-48 0,0-6-24 16,0 0 40-16,0 0-116 16,0 0-196-16,0 0 136 0,0-3 172 15,0 3 112-15,0 0 0 0,0 0-4 0,0 0-60 16,0 0-20-16,0 0-16 0,0 3-36 15,0-3-28-15,0 3 28 16,0-3-52-16,0 3 28 0,-4 1 8 0,0-4 12 16,4 3-188-16,-5-3-464 0,5 0-884 0,-4 3-825 15,4-3-1595-15,-4 0-828 16,4 0 3816-16,21-16 380 0</inkml:trace>
  <inkml:trace contextRef="#ctx0" brushRef="#br0" timeOffset="205251.525">10163 448 912 0,'0'0'1160'0,"0"0"-572"15,0 0 352-15,0 0 1172 0,0 0-1072 16,0 0-404-16,0 0 156 0,0 0 52 15,0 0-172-15,0 0-52 0,81-39 13 16,-74 39-53-16,-3-3-104 0,0 3-104 16,0 0-168-16,0-4-40 0,1 4-112 0,-2 0 100 15,1 0 116-15,0 0 12 16,4-2-100-16,-4 2-40 0,0 0-12 0,4 0-28 16,-4 0 52-16,-4 0-48 0,4 2 172 15,0 5 128-15,0-3-152 16,-4 2-88-16,4 0-12 0,-1 0-64 0,2 1-80 0,-5-3 80 15,4-2-24-15,0 5-52 16,0-5 64-16,0 5-4 0,-1 0 32 0,1 5 48 16,0 1 60-16,1 6 88 0,-1 0 124 15,0 9-100-15,0 2-28 0,-1 1-96 16,-3 1-52-16,0 3-64 0,4-1-80 16,-4-5 48-16,4-1-40 0,-4-3-8 15,5 1-4-15,-5-3 12 0,4 2-4 16,-4 0 80-16,0 1-88 0,0 2 4 0,0-2 36 15,0 2-40-15,0-2 0 16,0-4-48-16,4-3 40 0,-4-6-92 16,7-4-24-16,-3-2 0 0,4-4-24 0,5-3-136 15,-2 0 24-15,2-10 172 0,-2 1-136 16,6-4-64-16,-6-6-84 0,1 3-196 16,0-4-48-16,0 1 96 0,-4 0 180 15,4 7 148-15,-8-1 184 0,4 4 8 16,-4 2 8-16,-4 2 184 0,4 1 160 15,-4 1 92-15,3 3 8 0,-3 0-76 0,0 0-72 16,0 0 36-16,0 7-92 0,0 2-136 16,0 0-12-16,-3 10 200 0,-1 3-52 15,0 3-12-15,4 5 60 0,-4-2-112 0,0 4-36 16,4-4-60-16,0 4-88 16,0-7 48-16,0 5 100 0,0-2 0 0,0 1-24 15,0 2-40-15,0-1 28 0,0 0-52 16,0-2-8-16,0 8-52 15,0-4 0-15,0 0 0 0,0-1-8 0,0-2 8 16,0-3 0-16,0-5 16 0,0 2-12 16,0-4-4-16,-4 3 0 0,-4-3-76 15,0 0-156-15,-4 0-164 0,0-3-184 16,-4 0-64-16,-4-4-28 0,-8 2-180 0,0-2-512 16,-12-3-708-16,-3-2-1841 0,-13-2-1251 15,17-5 2740-15</inkml:trace>
  <inkml:trace contextRef="#ctx0" brushRef="#br0" timeOffset="205871.222">7570 648 468 0,'0'0'10889'0,"0"0"-7773"16,0 0-1248-16,0 0-736 0,0 0-228 0,0 0-276 15,0 0-284-15,0 0-344 0,0 0-172 16,0 0-88-16,0 0 4 0,60-6-216 16,-36 6-356-16,3-4-488 0,1-3-916 15,-4 4-2313-15,-4-4-3551 0</inkml:trace>
  <inkml:trace contextRef="#ctx0" brushRef="#br0" timeOffset="-139237.767">16614 6210 8796 0,'0'0'2197'15,"0"0"-2197"-15,0 0-337 16,0 0 337-16,0 0 373 0,0 0 335 0,0 0 76 16,0 0-224-16,0 0 64 0,0 0 52 15,59-13-172-15,-34 20-36 0,6-4 96 16,10 6 80-16,-2-3-108 0,14 4 32 15,2 3-48-15,8 3-196 0,10 3-16 16,-2 6-40-16,0 4-132 0,6 6 60 16,-6 0-184-16,-3 0 76 0,-5-1-36 15,-7-2-52-15,-11-6 0 0,-14-7-8 0,-7-6-128 16,-12-7-120-16,-4-3-128 16,-4 0-96-16,-4-3-100 0,0 0-4 0,-12 0 0 15,-4 0-436-15,-4-3-916 0,-11-6-909 16,3 2-1663-16,-28-8-1044 0</inkml:trace>
  <inkml:trace contextRef="#ctx0" brushRef="#br0" timeOffset="-139078.591">16742 6222 7096 0,'0'0'3072'0,"0"0"-2191"0,0 0-73 0,0 0 180 16,0 0 184-16,12 76 16 0,-1-38-104 15,6 7-336-15,3 0-212 0,-5-4-252 16,5 1-192-16,0-4-92 0,-4-7-288 15,-4-5-344-15,4-4-348 0,-8-13-276 0,-4-5-612 16,-4-4-1233-16,-12-17-1215 0</inkml:trace>
  <inkml:trace contextRef="#ctx0" brushRef="#br0" timeOffset="-138916.121">16531 6131 4348 0,'0'0'7129'0,"0"0"-6553"0,0 0-188 16,0 0 580-16,87-45 0 15,-51 36-84-15,8 2 72 0,0-6-292 0,7 4-352 16,5-4-304-16,0-2-8 0,8-1-488 16,-1-3-896-16,-14 6-820 15,14-6-2605-15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5-30T08:56:06.399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27176 9594 4152 0,'-23'-72'0'16</inkml:trace>
  <inkml:trace contextRef="#ctx0" brushRef="#br0" timeOffset="29007.787">18897 2044 5792 0,'0'0'2496'0,"0"0"-464"15,0 0-1335-15,0 0-413 16,0 0 524-16,0 0 192 0,0 0 68 0,0 0-284 0,0 0-128 16,36 45-104-16,-17-36-12 0,6 1-28 15,6-4-128-15,1 1 0 0,9-4 96 16,2 0-72-16,5-3-52 0,0 0-160 15,0 0-60-15,-1 0-40 0,5 0 4 16,4 0-40-16,-1-3-12 0,5 3 16 0,5-3 44 16,2 3-8-16,5 0-40 15,3 0 24-15,5 0 4 0,0 3 68 0,3-3-32 16,5 3-28-16,0-3 76 0,3 0-76 16,5-3-8-16,-1-4-80 15,5 1 4-15,0-3 72 0,0-1-80 0,3 0 8 16,1 1-12-16,-5-1 0 0,5 7 0 15,-4 0 0-15,-4 0-4 16,-5 3-4-16,-4 0-4 0,-7 0-48 0,-9 3-16 16,-2 3 68-16,-9 1-76 0,-9-4 12 15,-7 4-40-15,-8-5-156 0,-4-2-96 0,-4 3-164 16,-9-3-268-16,-2 0-204 0,-6-3-532 16,-2 1-1300-16,-9-15-4549 0</inkml:trace>
  <inkml:trace contextRef="#ctx0" brushRef="#br0" timeOffset="33265">20148 1127 612 0,'0'0'9340'15,"0"0"-7267"-15,0 0-885 0,0 0-232 0,0 0 104 16,0 0 0-16,0 0-300 16,0 0-288-16,0 0-160 0,-24 63-80 15,20-27 16-15,-4 8 60 0,4 3-72 0,1 5-76 16,-5 0 0-16,3 3-76 0,1 2 16 15,0 1-4-15,-3-1 16 0,-1-3-100 16,-1-4-4-16,1-8 0 0,5-8-4 16,-5-2-4-16,4-7 0 0,-5-5-160 15,9-4-24-15,-4-7-60 0,4-2-112 16,-3-7-240-16,3 0-84 0,0-7-316 0,0-6-376 16,3-9-532-16,-3-3-885 0,4-7-2803 15</inkml:trace>
  <inkml:trace contextRef="#ctx0" brushRef="#br0" timeOffset="33550.57">20105 1244 9400 0,'0'0'1869'0,"0"0"-969"0,0 0-144 16,0 0 428-16,0 0 80 15,0 0-232-15,79-44-308 0,-55 40-252 0,4 2-124 16,-4-2-76-16,4 4-64 0,-4 0-12 15,-1 0 28-15,-3 6-52 0,1 0-124 0,-10 8 0 16,1-4 40-16,-7 5-84 0,-1 5-4 16,-4 2 136-16,-4 6-40 15,-9 0 88-15,-2 2-108 0,-2-3-4 0,-3 3-12 16,-3-5-60-16,-1-3 0 0,0-3-244 16,-4 0-160-16,3-3-176 15,2-4-136-15,-5 1-128 0,0-7-208 0,4 1-372 0,0-1-700 16,1-3-1809-16,7 0-2443 15,-5 1 4992-15</inkml:trace>
  <inkml:trace contextRef="#ctx0" brushRef="#br0" timeOffset="34439.787">20232 2235 8560 0,'0'0'2328'0,"0"0"-823"0,0 0-217 0,0 0-248 16,0 0-144-16,0 0-28 0,-71 67-120 15,50-45-140-15,1 3-88 0,1 0-164 16,2 1-36-16,2 2-52 0,-2 4-20 0,6 3-64 15,-2 0-40-15,6 6-56 16,3 4 8-16,0-1-8 0,4 0-80 16,0-2 64-16,4-4-68 0,3-6 68 15,6-7-64-15,-1-6-8 0,4-6 0 0,-1-4 0 16,6-2 44-16,-6-7 28 16,5 0-12-16,0-3 0 0,0-10 100 0,4-3-108 15,0-9-52-15,-1 0-48 0,-2-7-84 16,3-4-40-16,-4 1-36 0,3 1-24 15,-6-8 60-15,-2 5-72 0,1-5 108 16,-4 1-36-16,-3 0 24 0,-5 2 76 0,-4 2 20 16,0 4 52-16,0 8 48 0,0 6 24 15,-4 7 28-15,-5 2 36 0,1 7-136 16,1 3 0-16,-6 0-148 0,-2 0 36 16,2 9 64-16,-6 1 44 0,2 3-4 15,2 3-92-15,-5-1-8 0,4 4-80 16,0 1-328-16,-5 2-428 0,6 0-772 15,-5 3-2176-15,8-6-2201 0</inkml:trace>
  <inkml:trace contextRef="#ctx0" brushRef="#br0" timeOffset="34612.783">20264 2577 1488 0,'0'0'6440'0,"0"0"-3940"15,0 0-1019-15,0 0-161 0,0 0 200 16,80 71-148-16,-69-52-308 0,10 3-232 15,-6-3-128-15,5 6-300 0,0-2-144 0,4-2-148 16,0 5-52-16,-4-8-60 0,-1-1-308 16,6-4-480-16,-1-4-276 15,0 1-300-15,3-4-920 0,1-3-2805 0,-8 0-2835 0,4-3 7676 16</inkml:trace>
  <inkml:trace contextRef="#ctx0" brushRef="#br0" timeOffset="36361.656">25327 969 1172 0,'0'0'548'0,"0"0"6488"15,0 0-5264-15,0 0-407 0,0 0 91 16,0 0 220-16,0 0-152 0,0 0-380 16,0 0-180-16,-3 66-68 0,3-25-188 15,0 10-220-15,3 12-172 0,-3 4-12 16,0 9-132-16,0 0-28 0,0 4-140 0,-3-4-4 15,-5 3 0-15,4-9-48 0,0-7-12 16,4-12-72-16,0-12-196 0,8-11-100 16,0-9-60-16,0-9-136 0,0-4-100 15,-4-6-300-15,7-3-788 0,-7-3-2096 16,5-23-2209-16</inkml:trace>
  <inkml:trace contextRef="#ctx0" brushRef="#br0" timeOffset="36619.774">25383 1016 4348 0,'0'0'4732'0,"0"0"-2936"0,0 0-987 15,0 0 179-15,0 0 656 0,0 0-108 16,0 0-368-16,84 45-336 0,-63-30-340 16,-2 4-220-16,-3 0-48 0,0 4-64 15,-4-2-84-15,-4 5-72 0,-8-1-4 0,0 4 44 16,-12 3-44-16,-8 0-36 0,-4-1 36 15,-4-2 0-15,0-1-72 16,0-5-224-16,0-4-12 0,1-7-12 0,7-5-116 16,0-4-160-16,0 0-252 0,4-3-376 15,4-3-832-15,4-7-2169 0,0 4-2595 16,4-11 5868-16</inkml:trace>
  <inkml:trace contextRef="#ctx0" brushRef="#br0" timeOffset="37344.779">26081 1683 8184 0,'0'0'2048'0,"0"0"-1055"0,0 0-225 15,0 0 144-15,0 0 56 0,-36 86-296 16,20-59-144-16,-3 5-412 15,2 0-116-15,2 0-128 0,2-7 52 0,5-3-468 16,1-3-292-16,2-3-300 16,5-9-817-16,0 0-819 0,5-7-1968 0,2 0 1884 0,18-19 2724 15</inkml:trace>
  <inkml:trace contextRef="#ctx0" brushRef="#br0" timeOffset="37755.714">26929 1054 7096 0,'0'0'4109'0,"0"0"-1841"0,0 0-1152 15,0 0-472-15,-83-19 416 16,55 19 248-16,0 9-184 0,4 8-424 16,0 5-296-16,5 3-172 0,-2 13-96 15,1 4-40-15,5 8-32 0,-2 7 56 16,6 0-60-16,-1 7-52 0,3-1 0 0,6-3-8 15,3-5-8-15,0-11-64 0,3-9-36 16,10-6-16-16,2-11 112 0,6-5-36 16,-1-7 0-16,3-6 0 0,5-2 44 15,4-11-172-15,4-9-156 0,-5-7-208 0,6-6-4 16,-1-3-96-16,-4-4-4 0,-1-2 108 16,-3 0 4-16,0-5 32 15,-8 2 312-15,-8 0-16 0,-4-4 204 16,-4 3 52-16,-4 4 164 0,-4 6 96 15,-8 6-24-15,4 10 56 0,-8 6 164 0,0 10-108 16,0 6-104-16,-4 0-72 0,-4 13-12 16,1 2 8-16,3 11 40 0,-8-1-100 15,4 3-48-15,-1 4-88 0,-2 3-24 16,3 4-408-16,0-5-828 0,4-5-1352 0,1 9-4841 16</inkml:trace>
  <inkml:trace contextRef="#ctx0" brushRef="#br0" timeOffset="37933.589">26830 1514 3952 0,'0'0'8305'15,"0"0"-5813"-15,0 0-888 0,0 0-76 0,39 82-36 16,-22-62-332-16,3 2-416 0,-1-3-392 16,9 0-352-16,0-3-24 0,0-3-120 0,4-4-404 15,-4 1-208-15,0-7-224 16,0 0-564-16,0 0-1592 0,-9-3-2797 15,-6 0-2115-15,-6-3 7533 0</inkml:trace>
  <inkml:trace contextRef="#ctx0" brushRef="#br0" timeOffset="38889.101">27973 1139 2428 0,'0'0'508'16,"0"0"1600"-16,0 0 1028 15,0 0-1476-15,0 0-692 0,0 0-183 0,0 0-1 16,0 0-44-16,0 0 0 0,0 0-220 0,0 0-180 16,-15-9-64-16,11 9 4 0,4 0-16 15,0 0 12-15,0 0 36 16,0 0 20 0,0 0-48-16,0 0-20 0,0 0-16 0,0 0 0 0,0 0-36 15,0 0-52-15,0 0-24 0,0 0 0 0,0 0-36 16,0 0-16-16,0 0-8 0,0 0 8 0,0 0-20 15,0 0-52-15,0 0-4 16,-4 3 40-16,4-3-36 0,-5 0 40 16,1 4 44-16,-4-4 188 0,1 7-184 0,-6-2-100 15,2 1-8-15,-10 8-44 16,2 1-44-16,-5 1 96 0,4 5 0 16,-4 2-8-16,0 3-152 0,0 2 60 0,4 4 16 15,1 0 12-15,-2 2 68 0,5 5 0 16,5-1 4-16,3-3 48 0,4-4-36 0,0-1 64 15,4-5-28-15,4-6-48 16,4 0 64-16,7-7 44 0,-2-2-56 16,7-7 20-16,3 0 28 0,1-3-4 0,4-6 16 15,0-4-112-15,0-6-276 0,0 1-376 16,-5-4-276-16,-2-4-168 0,-1 4-476 16,-9 6-1296-16,-3-6-3173 0</inkml:trace>
  <inkml:trace contextRef="#ctx0" brushRef="#br0" timeOffset="39077.258">27627 1489 10160 0,'0'0'1893'16,"0"0"-1097"-16,0 0 616 0,0 0-48 15,84-16-332-15,-60 10-388 0,3 0-296 16,1-1-184-16,0-3-156 0,4 4-8 15,-4 0-156-15,0 0-688 0,-1-4-372 0,-2 3-504 16,-6 0-2281-16,5 1-4131 0</inkml:trace>
  <inkml:trace contextRef="#ctx0" brushRef="#br0" timeOffset="43719.811">28862 1061 1500 0,'0'0'288'15,"0"0"-288"-15,0 0 4560 0,0 0-2340 16,0 0-704-16,0 0-483 0,0 0-121 0,0 0 48 15,0 0-68-15,0 0-220 16,0 0-232-16,4-29-84 0,-4 25-44 16,0 4 28-16,0-3 16 0,0 3-8 0,0 0 0 15,0 0-48-15,-4-4-4 16,4 4-8-16,-4 0 228 0,-4 0-208 0,4 0-124 16,-4 0-112-16,0 0-68 0,0 0 36 15,-4 0-40-15,0 4-100 0,0-1 4 16,-4 4 48-16,4-1-28 0,-4 4-8 0,4 0 32 15,-4-1-44-15,1 0 32 16,-2 4 52-16,2 3 12 0,-2 0 4 16,-2-1 0-16,-1 8 0 0,0-4-4 0,4 2 0 15,0 3 4-15,0-6 8 0,0 5-8 16,4-1 8-16,1-3 0 0,2 0 100 16,1 3-60-16,1-2-48 0,3 1 44 15,-1 5-36-15,1-4 60 0,4 1-56 16,0-1-4-16,0-3-8 0,0 3 44 15,0-2-44-15,4-2-4 0,1-3-4 0,2-1 0 16,-3 2-4-16,8-4 4 16,-3 1 4-16,2-1 12 0,6-2 0 15,-6-1-4-15,5 1 0 0,0-4 0 16,-1-2 80-16,6 2-28 0,-5-6 40 0,7 3 20 16,-2-3 4-16,3-3-40 0,4-3 16 15,-4-4-16-15,3-3-32 0,1-3 8 16,0 0-52-16,0-3-8 0,0-2-72 15,0-2-100-15,0-3-24 0,0 4 72 0,0-3-60 16,-5 0-76-16,-3-1-36 0,0-2-84 16,-4-1 132-16,0 0-12 0,-4-2 12 15,0-1 12-15,-8 1 96 0,4-2-108 0,-8 5 12 16,0-1 60-16,0 7 8 16,-4-3 28-16,-4 6 140 0,3 0 8 0,-2 6 68 15,-1-3 76-15,-4 7-64 0,4 2-76 16,-4 1 76-16,1 3-88 15,-6-1-144-15,-3 4-188 0,1 0-356 0,-6 0-96 16,1 7-500-16,0 2-444 0,-8 1-1157 16,4 2-2047-16,5-5 1892 15,-13 6 2437-15</inkml:trace>
  <inkml:trace contextRef="#ctx0" brushRef="#br0" timeOffset="43979.455">28742 1057 312 0,'0'0'1344'0,"0"0"3368"0,0 0-2672 15,0 0-200-15,0 0-359 16,0 0-109-16,-15 73-356 0,11-48-204 16,0 1-132-16,-5 2-64 0,5 7-104 0,-3-3-36 15,-1 0-144-15,-5-1-156 16,6 1-88-16,-5-3-16 0,3-3-72 0,2-8 0 15,-1 1-124-15,4-6-212 0,4-3-108 16,0-7-256-16,0 0-172 0,0 0-312 16,0 0-476-16,0-3-781 0,0 0-687 15,4 0-1612-15,0-6 3408 0,0 0 413 0,3-7 919 16</inkml:trace>
  <inkml:trace contextRef="#ctx0" brushRef="#br0" timeOffset="44189.77">28714 1407 1332 0,'0'0'796'0,"0"0"-552"0,0 0 4548 15,0 0-2680-15,0 0-936 16,0 0-91-16,0 0 223 0,0 0-112 0,0 0-160 16,0 0-80-16,72 66-200 0,-60-53-172 0,-4 6-136 15,4 0-92-15,4 1 40 16,-4-2 60-16,4 1-124 0,-4-4-184 0,4 2-140 16,0-4-8-16,0-4-8 0,0 4-92 15,-1-4 16-15,2 1-164 0,2-4-244 16,-3 0-272-1,0-2-280-15,0-2-240 0,0 2-816 0,-4-4-1969 16,0 3-2927-16,0-3 6040 0</inkml:trace>
  <inkml:trace contextRef="#ctx0" brushRef="#br0" timeOffset="44852.875">29440 1149 6036 0,'0'0'2288'0,"0"0"761"16,0 0-1409-16,0 0-608 0,80 0-120 15,-57-3 320-15,-3 3-268 16,4-2-368-16,-4-3-372 0,4 3-224 15,-8-5-76-15,3 1-408 0,-2-1-324 0,-2 4-284 16,-2-3-476-16,-2 0-860 0,-3 2-1861 16,-4 1-1779-16,-4 0 5652 0</inkml:trace>
  <inkml:trace contextRef="#ctx0" brushRef="#br0" timeOffset="45089.166">29603 1137 28 0,'0'0'912'0,"0"0"-288"0,0 0 2572 16,0 0 976-16,0 0-2644 0,0 0-255 0,-48 82-261 15,45-63-56-15,3 6 100 0,0 1-112 16,0 2-116-16,0 1-164 16,0-1-44-16,-5 5-104 0,5-5-108 0,0 0-88 15,0 1-60-15,-4-1-52 16,4-2-24-16,0-1-64 0,0-2 4 16,0-8-40-16,0 2-24 0,4-8-44 0,4 0 68 15,0-2-84-15,0-4-12 0,4-3-60 16,0 0-16-16,3-6-168 0,2-4-64 0,-1-2-208 15,4-5-260-15,4-1-292 0,-9-4-728 16,5-1-1204-16,-8 4-3937 16</inkml:trace>
  <inkml:trace contextRef="#ctx0" brushRef="#br0" timeOffset="45254.151">29969 1388 8200 0,'0'0'6033'15,"0"0"-5225"-15,0 0-380 0,0 0 356 0,88 6 584 16,-68-6-428-16,4-6-288 0,0-5-396 16,4-1-256-16,0-7-280 15,4 0-656-15,-4 0-528 0,-1-6-864 0,-7 9-2189 16,4-10-2687-16</inkml:trace>
  <inkml:trace contextRef="#ctx0" brushRef="#br0" timeOffset="45468.942">30157 1025 1044 0,'0'0'6944'0,"0"0"-1979"0,0 0-4633 0,0 0-252 16,0 0 212-16,-8 83 784 0,12-47 412 16,3-3-476-16,-3 6-516 0,5 2-260 0,-5-3-4 15,0 4-68-15,-4-5-16 0,0 2-148 16,0-1 0-16,-4-6-4 15,4-1-8-15,0-8-184 0,0-5-88 16,4-4-36-16,3-6-328 0,10-4-316 0,-6-4-432 16,10 0-960-16,3-12-2213 15,-9-2-1883-15,13-14 5684 0</inkml:trace>
  <inkml:trace contextRef="#ctx0" brushRef="#br0" timeOffset="45905.76">30579 1102 2660 0,'0'0'288'0,"0"0"5056"16,0 0-3608-16,0 0-35 0,0 0 63 16,0 0-152-16,0 0-416 0,0 0-424 15,96-61-188-15,-80 55-148 0,0-1-92 16,0 4-72-16,-1-1-16 0,2 4-56 0,-6 0-28 16,1 0-88-16,0 4 28 15,0 3 48-15,1 2 132 0,-6 4-36 0,5-1-84 16,-4 8-28-16,-4-1 88 0,4 3 24 15,-4 3 60-15,0 4 52 0,0-1-103 16,0 4-45-16,-4 0-4 0,3 0-68 16,-3 0 8-16,0 2-36 0,5-5-32 15,-5 3-28-15,0-3 12 0,0 2-60 0,0-3 48 16,0 4-48-16,0-3 60 0,0-1-60 16,0 1-4-16,-5 0 0 15,2-7 0-15,-1 3 4 0,4-2-8 0,-4-4 0 16,0-1-4-16,4-1 0 0,-4-6-8 15,4 0 0-15,0-3 8 0,-4 3-4 16,4-8-4-16,-4 3 4 0,4-6 0 0,-4 3-56 16,0-3-72-16,0 0-88 15,-8 0-44-15,0 0 92 0,-8 0 4 0,-4 0-64 16,-4 0-109-16,-7 0-95 0,-5-6-4 16,-8 0-72-16,-8 0-160 0,0-1-472 15,-8 4-840-15,-7 0-2264 0,19 3-2233 16,-40 0 738-16</inkml:trace>
  <inkml:trace contextRef="#ctx0" brushRef="#br0" timeOffset="48188.603">20814 1155 3404 0,'0'0'80'0,"0"0"4488"15,0 0-3028-15,0 0-171 0,0 0-225 16,0 0-56-16,0 0 56 0,0 0-120 0,0 0-128 15,0 0-136-15,0 0-128 0,4-50-112 16,-4 53-200-16,0 3-192 0,0 4-128 16,0 10 0-16,0 1 52 0,0 10 4 0,0 5-52 15,0 2 0-15,7 6-4 0,1-3-4 16,-3 0-4-16,3 1 4 0,-1-1 0 16,-3-6 4-16,5-5-76 0,-1-5-132 15,-5-3-88-15,5-11-164 0,0 0-72 16,1-5-128-16,-2 1-84 15,5-7-288-15,0 0-684 0,4-5-1021 0,-4 0-2095 16,8-23 248-16</inkml:trace>
  <inkml:trace contextRef="#ctx0" brushRef="#br0" timeOffset="48435.518">21236 1028 508 0,'0'0'8296'0,"0"0"-5635"0,0 0-1369 0,0 0-412 15,0 0 100-15,0 0-60 0,0 0-268 16,0 0 64-16,8 67-208 16,-8-35-172-16,0 6-112 0,0-1-88 0,0 5-100 15,0 3-36-15,-4-7-4 0,4 0-44 16,-4-9-4-16,4-4-96 16,0-6-184-16,0-6-80 0,0-3-136 0,0-4-96 0,4 0-84 15,-4-3-244-15,4 0-644 16,-4-3-1025-16,0 0-1963 0,0 0-136 15,-4-6 4232-15</inkml:trace>
  <inkml:trace contextRef="#ctx0" brushRef="#br0" timeOffset="48583.535">21093 1371 2568 0,'0'0'16'0,"0"0"6028"16,0 0-3868-16,0 0-595 0,0 0-369 0,0 0-136 15,0 0-304-15,0 0-20 0,0 0-48 16,0 0-144-16,84 3-52 0,-61-3-212 15,1 0-160-15,4-3-136 0,-4-3-112 0,4-4-616 16,0 1-508-16,4-7-704 16,-13 6-2485-16,13-8-3695 0</inkml:trace>
  <inkml:trace contextRef="#ctx0" brushRef="#br0" timeOffset="48752.465">21690 1177 872 0,'0'0'6264'0,"0"0"-3024"0,0 0-1091 16,9 71-605-16,-2-46-432 0,-3 0-420 0,4 4-392 16,-4-1-172-16,-1 1-128 15,-3 3 0-15,0 6-404 0,0 3-300 0,-11 3-296 16,-9 11-464-16,4-11-1029 0,-28 29-3435 16</inkml:trace>
  <inkml:trace contextRef="#ctx0" brushRef="#br0" timeOffset="49239.488">20949 2317 484 0,'0'0'832'15,"0"0"3732"-15,0 0-2288 0,0 0-632 0,0 0-443 16,0 0-185-16,0 0 72 16,0 0-364-16,0 0 24 0,0 0-80 15,0 0-152-15,-8 10-188 0,8 0-60 0,-4 2-84 16,0 8-32-16,1-1 8 0,-6 3-32 16,5 3-44-16,0 3-76 0,0 4 120 15,0 0-32-15,4 4 4 0,0-3-92 16,4 3 56-16,4-5-16 0,0-5 16 15,0-1-64-15,4-6-64 0,-1-6 52 16,2-3-112-16,-1-8 36 0,4 3 16 0,-1-5-28 16,10-7-236-16,-5-10-432 15,3 2-412-15,-3-7-920 0,1-1-2717 16,-10 1-2775-16,-3-7 7265 0</inkml:trace>
  <inkml:trace contextRef="#ctx0" brushRef="#br0" timeOffset="49520.823">21248 2216 1096 0,'0'0'8168'0,"0"0"-6580"0,0 0-595 0,0 0 211 16,0 0 208-16,0 0-276 0,0 0-232 16,0 0-292-16,0 0-328 0,0 0-12 15,15 44 152-15,-6-15 68 0,-5 6-72 16,0 4-164-16,0 1-48 0,-1 5-24 15,5-4-108-15,-3 0-68 0,3-2 0 16,-1-8-8-16,1-3-4 0,5-5-60 16,-6-11 52-16,5 1-48 0,-3-7-24 0,-2-2-28 15,5-1-36-15,-8-3-232 16,5 0-224-16,-6-7-224 0,1 1-256 0,0-3-608 16,-4-4-1048-16,0 4-2389 0</inkml:trace>
  <inkml:trace contextRef="#ctx0" brushRef="#br0" timeOffset="49663.572">21196 2502 444 0,'0'0'2568'16,"0"0"3592"-16,0 0-3963 0,0 0-481 0,0 0-356 15,0 0-208-15,0 0-136 0,0 0-84 16,0 0-152-16,88 61-200 0,-64-61-296 16,4 0-148-16,-4-11-136 0,-1-2-132 15,5-5-668-15,-4-1-416 0,0-4-716 16,-5 4-2561-16,6-9-3163 0</inkml:trace>
  <inkml:trace contextRef="#ctx0" brushRef="#br0" timeOffset="49818.99">21678 2384 912 0,'0'0'9680'0,"0"0"-7791"0,0 0-357 16,28 76 248-16,-24-50-56 0,0-4-464 15,0-3-448-15,-4 0-456 0,0 0-356 16,0-3-36-16,0-3-492 0,0-4-360 0,-4 1-188 15,-4-7-560-15,4 0-1112 0,-8-6-3145 0</inkml:trace>
  <inkml:trace contextRef="#ctx0" brushRef="#br0" timeOffset="50586.147">21212 1428 964 0,'0'0'156'0,"0"0"640"16,0 0-624-16,0 0 76 0,0 0 2580 16,0 0-604-16,0 0-784 15,0 0-404-15,0 0 49 0,0 0-69 0,0 0-208 16,4-15-132-16,0 15-68 0,-4 0-24 16,4 0-80-16,0 0-64 0,-4 0-48 15,3 0-12-15,-3 0-56 0,0 3-188 0,0 0-60 16,5-3 124-16,-5 7-128 15,4-1-8-15,-4 0 48 0,0 4-52 16,0 3 16-16,4 2 24 0,-4 1-88 0,0-3-4 16,4 2 40-16,-4-2-48 15,0 0-12-15,4-4 8 0,-4 1-8 0,4-6-52 16,-4-2-8-16,3 1-4 0,-3 0 64 16,4-3-48-16,-4 0 52 0,5 0 0 0,-5 0-4 15,4 0-48 1,0 0 48-16,4 0-40 0,3 0-196 0,-2 0-236 15,6-3-372-15,-2 0-296 0,2-3-488 0,2-1-905 16,-10 1-2543-16,9-7 480 0</inkml:trace>
  <inkml:trace contextRef="#ctx0" brushRef="#br0" timeOffset="136667.191">13745 10322 3860 0,'0'0'1420'0,"0"0"-936"16,0 0-484-16,0 0 0 0,0 0 272 0,0 0 28 15,0 0 104-15,0 0-28 0,0 0-40 16,4 0-180-16,1 0 144 0,2 0 36 16,5-4 340-16,1 4 112 0,-2-3-320 15,1 3-264-15,0 0-36 0,0 0 76 16,4 0 377-16,-4 0-325 0,8 3-104 16,-1 1-104-16,2-1 156 0,-1 0-64 15,3 3-76-15,1-3-40 0,-4 1 112 0,5-1-8 16,-6 0-92-16,5-3 116 15,-4 3-140-15,0-3-40 0,-4 0 40 0,4 0-104 16,0 0 104-16,-4 0-40 0,7 3-12 0,-3-3 12 16,1 0 32-16,3 4-44 15,-1-2 0-15,5 5 64 0,-4-1-64 16,4 1-4-16,0 2 4 0,-4-3-4 0,-1 1 4 16,5 3-8-16,-4-8 8 15,-3 5 0-15,-2-3-72 0,1-4 72 16,0 2 60-16,-4-2-60 0,0 0 0 0,-4 0-48 0,4 0 48 15,-4 0 60 1,-1 0-44-16,6 0 60 0,-6 0-76 0,2 0-48 16,2 3 48-16,-2-3 76 0,2 0-64 0,-3 0-12 15,4 0-48-15,-4 3 48 16,-3-3 4-16,2 0-4 16,-3 0 4-16,4 0 0 15,0 0-4-15,-4 0 76 0,0 0-24 0,0 0-52 16,0 0-4-16,-4-3 4 0,0 3-16 0,-1 0 16 0,2 0-48 15,-5 0-16-15,4-3 12 0,-4 3 0 32,0 0 44-32,0 0 0 0,4 0-4 0,-4 0-40 15,0 0 44-15,0 0-56 0,0 0 12 0,0 0-12 16,0 0-12-16,0 0 0 0,0 0 0 0,0 0 12 0,0 0 56 16,0 0 0-16,0 0-8 15,0 0-112-15,0 0-228 0,0 0-208 0,-4 0-365 16,0 3-775-16,-12 4-2664 0,40-17-404 15</inkml:trace>
  <inkml:trace contextRef="#ctx0" brushRef="#br0" timeOffset="146705.895">8294 16506 2172 0,'0'0'472'0,"0"0"-472"0,0 0 2800 0,0 0-732 15,0 0-704-15,0 0-588 0,0 0-140 16,0 0 73-16,0 0-53 15,0 0-52-15,0 0-80 0,0 0-64 0,0 0-40 0,0 0-40 16,0 0-100-16,0 0-16 16,0 0-36-16,0 0-76 0,9 0 112 0,-1-2 28 15,7 2-4-15,2 0-200 0,-2 0-12 16,2 0 60-16,3 2-128 0,-1 4 236 16,1-6-108-16,1 7-128 0,2-3-8 15,5-1 4-15,4 0 100 0,3-1 96 16,2-2-196-16,3 4 60 0,-1 3-60 15,1-4 4-15,4 0-4 0,-4 3 0 16,-1-4 4-16,2 3-8 0,-2-3 0 0,1 2-88 16,0-4 80-16,0 3-4 15,-4-3 8-15,3 0 4 0,-2-3-100 16,2-3 100-16,-3-4 0 0,0 4-12 16,-4-1 12-16,3-2-8 0,-3 3-44 15,-4-1 52-15,4 3-4 0,-4-2-64 0,-4 4 68 16,4-4 0-16,-4 1 12 0,-1 3 52 15,1-2-64-15,-3 1-60 0,-1 0 48 16,-5 3 8-16,2-2 4 0,-2 2-4 0,2 0-4 16,-2 0 4-16,-2 0 0 0,-2 0-4 15,1 2-4-15,4 1 0 16,-4 0 8-16,0 1-40 0,0 3 44 0,-4-5 0 16,-1 2-4-16,2-2-48 0,-5 2 44 15,0-4-68-15,0 2 16 0,-1-2-20 0,-3 0 4 16,4 0-64-16,-4 0-120 0,0 4-156 15,0-4-164-15,0 0-92 16,0 3-192-16,-4-3-740 0,-3 7-3033 0</inkml:trace>
  <inkml:trace contextRef="#ctx0" brushRef="#br0" timeOffset="152542.607">14738 10588 1772 0,'0'0'0'0,"0"0"-1016"15</inkml:trace>
  <inkml:trace contextRef="#ctx0" brushRef="#br0" timeOffset="157258.6">16626 10883 1068 0,'0'0'3224'0,"0"0"-2184"16,0 0-596-16,0 0-368 0,0 0 148 15,0 0 124-15,0 0 20 0,0 0-56 16,0 0 12-16,0 0 1024 0,0 0-844 16,19-2-164-16,-6 2-136 0,2 0 196 0,6 0 208 15,-5 2-171-15,7 2-113 0,-2 2-108 16,3-3-8-16,4 4-4 15,-5-1-24-15,10 3 36 0,-6-2-60 0,4-1-44 16,-3 0-32-16,0 1-80 0,-3-4-48 16,-5 3 44-16,-5-2-4 15,2-2-108-15,-6 5 112 0,-7-4-124 0,4 0-232 0,-3 1-280 16,-2-2-429-16,1-2-547 16,-4 4-1124-16,0-1-2024 0</inkml:trace>
  <inkml:trace contextRef="#ctx0" brushRef="#br0" timeOffset="158111.203">19495 10957 3208 0,'0'0'3112'0,"0"0"-2172"15,0 0-720-15,0 0-144 16,0 0 28-16,0 0 340 0,0 0 20 0,0 0-112 16,0 0 48-16,0 0 300 0,0 0 60 15,56 9-307-15,-28 1-41 0,7-4 76 16,5 4-196-16,-1-1-136 0,6 1-68 0,-2-1-40 15,-2-3-48-15,-2 5-4 0,-3-5-4 16,-8-1-60-16,0-2 40 0,0 1-36 16,-9-4 64-16,5 3-76 0,-3-3-436 15,-1 4-416-15,-5-1-517 0,-3 0-955 0,1 0-2068 16</inkml:trace>
  <inkml:trace contextRef="#ctx0" brushRef="#br0" timeOffset="166686.044">19474 14243 3876 0,'0'0'2020'0,"0"0"-1772"15,0 0-248-15,0 0 0 16,0 0 296-16,0 0-12 0,0 0 1756 16,0 0-784-16,0 0-432 0,0 0-383 0,-3 0-93 15,3 0 36-15,0-3-12 16,0 3-68-16,0 0-124 0,0 0-128 0,0 0-52 16,0 0-88-16,3 0 88 0,10-4 60 0,-1 4 80 15,4-3-64-15,-1 3 16 16,6-3-92-16,7 0-36 0,-4 0 36 0,8 0 12 15,-5-4-12-15,9 4-44 0,-4-3 36 16,4 3 4-16,-4-1-44 16,0 1 48-16,-1-3 0 0,1 0 0 15,-4 2-48-15,0-3 40 0,0 5 8 0,-5-2 0 16,1 2 0-16,1-2-12 0,-9 4-116 16,-1-2-76-16,2 2 64 0,-9 0-104 0,-1 0-76 15,1 0-104-15,-4 0-192 16,-4 2-237-16,5 4-143 0,-5 0-472 15,0 1-636-15,0 3-700 0</inkml:trace>
  <inkml:trace contextRef="#ctx0" brushRef="#br0" timeOffset="173337.622">21770 13449 9168 0,'0'0'3289'0,"0"0"-1861"0,0 0-832 16,0 0-28-16,-64-77 716 0,44 63 312 16,-4-3-180-16,1 8-524 0,-5-1-368 0,0 4-168 15,4 6-52-15,-4 0 96 16,-4 0 13-16,4 9-209 0,-4 5 64 0,4-2-12 15,0 3-100-15,0 8 0 0,9 2-48 16,-2 4-32-16,10 5-16 0,-2 5-60 16,6 5-60-16,7 10 52 0,0 0-56 15,11 6-20-15,6 1 36 0,3-4-12 16,-1-6 48-16,5-9-36 0,0-9-60 0,4-7 48 16,-8-10-100-16,4-3 152 0,-4-4-136 15,-1-5 36-15,-2-4 48 16,-2 0-172-16,-2-10-36 0,-2 1-49 15,2-7-35-15,-9 0-160 0,3-7-120 0,-7 4-336 16,0 0-812-16,-7 3-1360 16,-6-2-2585-16,5 5-2283 0</inkml:trace>
  <inkml:trace contextRef="#ctx0" brushRef="#br0" timeOffset="173521.289">21287 13722 1004 0,'0'0'9164'0,"0"0"-7139"0,0 0-801 15,0 0-196-15,0 0 48 0,0 0-60 0,0 0-20 16,0 0-340-16,0 0-236 0,0 0-48 0,96 25 20 16,-68-21-172-1,4-4-172-15,3 0-48 0,2-4-8 0,3-2-124 16,-1-3-224-16,1-1-632 0,8 0-300 16,0 1-676-16,-8 0-2149 0,20-1 889 15</inkml:trace>
  <inkml:trace contextRef="#ctx0" brushRef="#br0" timeOffset="173900.877">22985 13141 6444 0,'0'0'5317'0,"0"0"-3961"0,0 0-744 0,0 0-56 16,0 0 204-16,-83-9 244 0,59 18-172 15,-4 3-360-15,0 4-288 0,-4 4-48 16,4 5 28-16,0 7-52 0,0 9 24 16,5 6-128-16,-1 10-8 0,3 7 0 15,6 6 104-15,2 7 32 0,6-2-24 16,7-5 60-16,0-3 52 0,7-10 144 15,10-12 232-15,2-10-232 0,1-7-172 16,4-5-76-16,8-4-8 0,0-7-64 16,4-2-44-16,-1-4-4 0,5-6 12 0,-3 0-12 15,-2-9-68-15,-3-1-44 0,0-9 4 16,-4 3-52-16,-4-7-512 0,-8-2-264 16,0 3-140-16,-8-6-536 0,-4 8-2176 15,-4-11-3345-15</inkml:trace>
  <inkml:trace contextRef="#ctx0" brushRef="#br0" timeOffset="174087.43">22773 13553 664 0,'0'0'9400'0,"0"0"-7715"16,0 0-837-16,0 0 184 0,0 0 236 15,0 83-24-15,5-61-264 16,3 4-548-16,0 2-344 0,4 4-24 0,-4 3 16 15,3 2-80-15,2 2-12 0,-1 3-396 16,-1-7-376-16,2-3-284 0,-2-7-360 0,1-6-768 16,0-6-917-16,0-11-2551 0</inkml:trace>
  <inkml:trace contextRef="#ctx0" brushRef="#br0" timeOffset="174401.397">23515 13303 5592 0,'0'0'7749'0,"0"0"-6225"15,0 0-1132-15,0 0-40 0,0 0 352 16,100 48 668-16,-68-46-64 0,-1 3-452 16,9-5-316-16,-4 0-260 0,-1-5-268 15,-3-4-12-15,-4-1-96 0,-4-2-248 16,0-1-364-16,-8-3-252 0,-4 1-264 16,-4 2-1060-16,-4 0-3017 0,-4-3-3611 0</inkml:trace>
  <inkml:trace contextRef="#ctx0" brushRef="#br0" timeOffset="174574.573">23666 13360 820 0,'0'0'6828'0,"0"0"-2127"0,-19 86-4037 15,15-48-228-15,4 6 428 0,0 4 560 16,0 3 104-16,0-7-424 0,0 4-488 0,7-7-248 16,1 4-136-16,0-7-60 15,1 0-88-15,-2-7-84 0,-3-4-52 0,4-8-8 16,-4-7-76-16,1-10-48 0,-2 3-48 15,5-5-188-15,0-5-320 0,4-3-440 16,-4-12-692-16,4-5-2797 0,-4 5-4407 0</inkml:trace>
  <inkml:trace contextRef="#ctx0" brushRef="#br0" timeOffset="174782.852">24049 13621 7504 0,'0'0'6017'0,"0"0"-4609"0,0 0-932 15,0 0 52-15,0 0 288 16,71 66 636-16,-50-56-208 0,-1-4-656 0,7-3-356 16,1-3-96-16,4-7-28 15,-4-5-96-15,3-4-12 0,-3-3 0 16,0-3-232-16,0 0-304 16,-3-3-200-16,-1 2-188 0,-5 2-380 0,-3-2-860 15,-4 7-2165-15,-4-7-2327 0</inkml:trace>
  <inkml:trace contextRef="#ctx0" brushRef="#br0" timeOffset="175033.706">24272 13268 912 0,'0'0'9484'0,"0"0"-8079"15,0 0-993-15,-4 73 368 0,4-42 532 16,0 2 248-16,4 5-256 0,0 3-508 0,3 3-328 15,-2 4-84-15,3 6 32 0,-4 0-132 16,3 3-64-16,2-3-100 0,-1-6-32 16,-4-7-88-16,7-9-40 0,-2-9-60 15,-1-9 40-15,-1-7-88 0,5-3-84 16,1-4-112-16,-2-11-308 16,2-3 156-16,-2-13-260 0,1-1-424 0,0-7-1004 15,0-6-1861-15,-4 5-2219 0</inkml:trace>
  <inkml:trace contextRef="#ctx0" brushRef="#br0" timeOffset="175350.304">24798 13208 3180 0,'0'0'6328'0,"0"0"-4419"16,0 0-985-16,0 0 112 0,0 0 56 16,0 0-32-16,80 22-28 0,-65-16-188 0,5 1-432 15,1-1-216-15,2 0-24 0,1-3-36 16,0 4 24-16,4-1-84 15,0 4-68-15,-4 2-4 0,3 7 72 0,-7 1-68 16,5 6 64-16,-6 2 0 0,-3 2 4 16,1 9-16-16,-6 3 16 0,1 2-72 15,-3 1 0-15,-2-1 8 0,-7 0 0 0,4-2 48 16,-4-5-48-16,0-4 100 16,0-3 0-16,0-3-16 15,0-2-8-15,-4-3-4 0,-3 0-12 0,-2-6 16 16,-3-3-4-16,-4-1-20 0,-3-1-4 0,-6-5-60 15,-3-4-160-15,-7-2-256 16,-5 0-236-16,-8-2-212 0,-4-8-464 0,-3-3-1096 16,-1 5-2565-16,12 1-3455 0</inkml:trace>
  <inkml:trace contextRef="#ctx0" brushRef="#br0" timeOffset="176073.499">23774 13986 1916 0,'0'0'668'0,"0"0"5396"16,0 0-3944-16,0 0-807 15,0 0-289-15,0 0 96 0,0 0 40 16,0 0-88-16,0 0-288 0,0 0-288 0,0 0-148 16,4 5-40-16,-4-5-64 0,4 0-44 15,-4 0-40-15,7 0-64 0,-2 0 40 16,3 0 24-16,0 4-60 0,-1-4-52 0,6 0-44 16,-5 0 4-16,3 0 4 15,-2 0 0-15,2 0 44 0,1-4-56 16,1 2-12-16,-2-1-72 0,-3 0-236 0,4-1-284 15,-4 2-236-15,5-3-216 0,-6 5-580 16,1 0-1572-16,0 0-4017 16</inkml:trace>
  <inkml:trace contextRef="#ctx0" brushRef="#br0" timeOffset="193119.061">17921 16500 4956 0,'0'0'6473'0,"0"0"-5665"16,0 0-280-16,0 0 212 0,0 0 424 16,0 0 60-16,-76 26-132 0,60-17-272 15,0 4-264-15,4 0-40 0,1-1-36 16,-2 8-28-16,2-2-12 0,-2 5-108 16,2 2-128-16,3 7-44 0,-5 6-52 15,6 0 4-15,-1 6-100 0,-4 7 96 0,7 6-108 16,2 4 0-16,3 8 4 0,0 5-4 15,3 5-4-15,10 6-92 16,2 1 48-16,10 3 36 0,3-3 4 0,11 0 8 16,5-8-8-16,11-1 4 0,5-10 0 15,0-6 0-15,4-14-48 16,0-6-32-16,0-9 80 0,0-10-76 0,0-9 76 0,-1-6-4 16,5-7 0-16,-8-4-112 15,3-12 116-15,-7-6 8 0,0-3 8 16,-5-7-12-16,-2-10-12 0,-10-2 8 0,-3-10 4 15,-4-6 56-15,-8-8-52 0,-8-7 0 16,0-1-8-16,-13-6 4 0,-3-2-48 16,0 1-208-16,-3 1 112 0,-9 0 44 15,-8 2 40-15,-4 1 12 0,-4 0-196 0,-8-1 96 16,-7 4-24 0,-10 6-136-16,-3 1 52 0,-7 5 48 0,-9 6 196 15,1 8 12-15,-1 12 64 0,-4 13-64 0,5 8 160 16,2 15-148-16,6 4 132 15,3 18-144-15,9 12-52 0,-1 9 40 16,8 13-136-16,4 9-36 0,0 7 12 0,8 6 24 16,1 1-160-16,6-5 24 0,1 2-164 15,9-8-384-15,2-2-552 0,9-5-772 16,1-17-893-16,3 19-2707 0</inkml:trace>
  <inkml:trace contextRef="#ctx0" brushRef="#br0" timeOffset="195832.894">20176 15973 716 0,'0'0'5312'0,"0"0"-4376"0,0 0-404 16,0 0 1712-16,0 0-1072 0,-84-31-103 15,65 20 111-15,-2 3-140 0,-3-3-4 16,5 3-144-16,-5-3-248 0,0 2-248 16,0-1-84-16,0-2 36 15,4 6-28-15,0-1 24 0,5 4-72 0,-2 3-60 0,6 0 32 16,-2 3 40-16,5 10-16 0,1 6-120 15,-1 6-64-15,8 7 12 0,0 7 40 16,8 2 48-16,7 3 12 0,5 0 60 16,4-2-124-16,-3-4-60 15,2-6-64-15,-3-13-8 0,0-7-52 0,-4-9-68 16,0-3 20-16,0-15 60 0,4-7 32 16,-9-10-176-16,6-6-208 0,-6-9-124 0,6-8-84 15,-9-5 48-15,7-4-40 0,-6-3-4 16,2 1 120-16,1-4 168 0,-3 0-48 15,-2 7 104-15,1 3 248 0,-4 9-96 16,-4 6 100-16,4 14 80 16,-4 5 8-16,0 10 168 0,-4 10 228 0,0 2 200 15,0 4-52-15,0 10-260 0,0 9-76 0,-3 4 0 16,2 11 196-16,5 8-16 0,0 5-12 16,0 4-84-16,5 0-100 15,-1 0-148-15,-1 0-24 0,5-4-108 16,0-2-72-16,1-1-148 0,-2-10-216 0,1-1-140 15,0-8-184-15,0-6-100 0,0-6-228 16,0-10-552-16,-1-3-1096 0,2 0-1837 16,3-13-1063-16</inkml:trace>
  <inkml:trace contextRef="#ctx0" brushRef="#br0" timeOffset="196116.318">20439 15852 732 0,'0'0'11749'15,"0"0"-9877"-15,51 67-1088 0,-34-42-580 16,-2 1 284-16,-2-4 780 0,-5-9-180 0,-5-3-484 15,1-10-604-15,5 0-84 16,-5-13-16 0,0-9 100-16,0-4 0 0,-1-9-200 0,1-3-196 0,0-3-148 15,0-1-4-15,-4 5 148 0,0 2 84 0,0 2 80 16,0 12 60-16,0-2 168 0,-8 11 8 16,1 5 172-16,-1 4 160 0,-5 3 104 15,2 6 88-15,3 10-164 0,-5 7 12 16,6 5-28-16,3 10 52 0,4 7-52 15,-4 2 24-15,4-3-84 0,0 1-64 16,4-8-168-16,4-4-52 0,-5-7-148 0,6-11-144 16,-1-2-248-16,3-10-128 0,2-3-84 15,-1-6-132-15,8-13-308 0,-5-10-808 16,-3 4-2625-16,8-23-3911 0</inkml:trace>
  <inkml:trace contextRef="#ctx0" brushRef="#br0" timeOffset="196484.797">20921 15811 4744 0,'0'0'8021'0,"9"70"-7001"16,-9-39-716-16,0 5 216 0,-5-1 876 16,1-10 304-16,-4-6-468 0,4-9-716 15,0-7-244-15,1-3-272 0,3-10-36 16,0-5-396-16,0-11 64 0,0-7 184 16,3 3-112-16,13-3-100 0,0 8-112 15,3 6 0-15,6 7 156 0,3 5 140 0,0 7 168 16,0 3 44-16,3 13 76 15,-3 9-28-15,0 7 204 0,-3 6-104 0,-2 4-36 16,1 5 64-16,-4 7-64 16,-8 1 60-16,0 5 88 0,-8 0 136 15,-4 4 84-15,0-4 112 0,-16-3-64 0,0-2-88 16,-4-8-64-16,-4-9-144 0,0-6-132 0,-3-10 56 16,-1-10-92-16,0-9 92 15,0-6-156-15,0-9-84 0,-4-14-52 0,4-5-364 16,4-11-120-16,8-3 32 15,8 1 156-15,8-3-96 0,0 1-104 0,16 0-24 16,-4 1 44-16,8 1 8 0,0 3-176 16,-1-1-284-16,6 4-340 0,-5 3-509 15,-5 7-2019-15,9-11-2788 0</inkml:trace>
  <inkml:trace contextRef="#ctx0" brushRef="#br0" timeOffset="196867.521">21475 15024 8308 0,'0'0'1440'16,"0"0"-1324"-16,0 0-112 0,0 0 680 0,0 0 565 15,0 0 339-15,0 0-104 0,67 83-440 16,-58-36-128-16,-1 7-8 16,3 10-92-16,-2-1-80 0,-1 4 36 0,-1 3-12 15,1 2-164-15,1-1-184 0,-2 1-119 16,1 2-101-16,-4-5-72 15,-4-6 4-15,4-8-52 0,-4-11-68 0,0-12-4 16,0-10-12-16,0-12-72 0,0-10-208 16,-4 0-205-16,-8-13-147 0,5-9-344 15,-10-10-252-15,6-9-20 0,-6-14-904 0,6 11-1848 16,-10-35-2569-16</inkml:trace>
  <inkml:trace contextRef="#ctx0" brushRef="#br0" timeOffset="197107.147">21607 15122 8928 0,'0'0'4741'0,"0"0"-4169"16,0 0-320-16,0 0-240 16,0 0 468-16,92-25 252 0,-77 21 312 15,5 4-276-15,-1 0-136 0,6 0-176 0,-1 0-220 16,-4 11-188-16,-5-3 52 0,-3 9 156 16,1 1 4-16,-6 7-16 0,-3 5-72 15,-4 1-4-15,0 10-8 0,-15 1 60 16,-2 5-96-16,-7-2-76 0,-3 2-40 15,-1-5-8-15,-4-2-180 0,4-4-248 16,0-4-220-16,8-4-152 0,0-5 48 16,8-5-56-16,5-1-132 0,7-4-736 0,0-1-1116 15,0-5-2165-15,11 8-623 0</inkml:trace>
  <inkml:trace contextRef="#ctx0" brushRef="#br0" timeOffset="197358.579">22137 15802 4924 0,'0'0'2708'0,"0"0"-1256"0,0 0-352 16,0 0-31-16,0 0 331 16,0 0 52-16,0 0-264 0,0 0-396 15,0 0-224-15,67 79-48 0,-63-62 4 0,4 1-20 16,-8 1-156-16,5 0-164 15,-5-3-36-15,0 0-48 0,0 0-28 16,0-7-72-16,-9 1-80 0,5-7-292 0,-8 0-120 16,0-3-192-16,0-3-124 0,-8-10-284 15,1-6-452-15,2 0-960 0,-11-16-3897 16</inkml:trace>
  <inkml:trace contextRef="#ctx0" brushRef="#br0" timeOffset="197501.505">22053 15446 13565 0,'0'0'2000'0,"0"0"-2000"0,0 0 228 16,0 0 200-16,0 0 248 15,0 0 120-15,0 0-660 0,0 0-136 0,0 0-844 16,76-44-588-16,-68 38-1128 16,3 1-3057-16</inkml:trace>
  <inkml:trace contextRef="#ctx0" brushRef="#br0" timeOffset="197990.493">22897 15726 6916 0,'0'0'7525'0,"0"0"-5705"0,0 0-1360 16,0 0-124-16,0 0 436 15,0 0 508-15,100-39-396 0,-64 33-284 0,3 4-152 0,1-3-204 16,1 3-108-16,-10 2-136 16,1 0-72-16,-4 0-256 0,-8 0-376 0,0 0-264 15,0 0-192-15,-8 0-264 0,-1 0-804 16,-6 0-2045-16,-5 0-2231 0</inkml:trace>
  <inkml:trace contextRef="#ctx0" brushRef="#br0" timeOffset="198137.331">23145 15898 9048 0,'0'0'2121'0,"0"0"-1301"0,0 0-332 0,0 0 560 16,0 0 396-16,47 63-172 15,-23-61-212-15,0-2-352 0,8-9-164 0,4-7-260 16,0-3-224-16,3-7-60 0,-3-2-652 0,4 0-664 16,-12 6-680-16,16-7-3249 0</inkml:trace>
  <inkml:trace contextRef="#ctx0" brushRef="#br0" timeOffset="204515.632">23754 15290 340 0,'0'0'10917'0,"0"0"-9913"15,0 0-632-15,0 0 584 0,0 0 880 16,80 36-8-16,-56-18-564 0,-5 4-528 16,1 3-220-16,-4 5 8 0,4 4 88 0,-7 2-124 15,-6 6-200-15,1 2-115 16,-4 0-65-16,0 0 4 0,-4-3-104 0,0 4-8 16,0-5 0-16,0-4-64 0,0-4 64 15,0-7 4-15,-4-11-4 0,-4-6-108 16,4-8 108-16,1 0-12 0,-6-6-97 15,5-10-15-15,4-3-20 0,0-6 48 0,0-7 20 16,9-3 68-16,-2-3 0 0,5 1-4 16,4-5 8-16,-4 4 4 0,4-1 0 15,-4 4-72-15,3 0 12 16,2 7-196-16,-1 2-600 0,3 8-284 0,9-1-528 16,0 6-692-16,-3 4-1677 0,14 2-1703 15</inkml:trace>
  <inkml:trace contextRef="#ctx0" brushRef="#br0" timeOffset="205149.098">24551 15504 2764 0,'0'0'11309'0,"0"0"-9897"15,0 0-1072-15,0 0 376 0,-76 47 728 0,52-32-4 16,0 8-276-16,0-1-348 16,5 7-271-16,6-1-169 0,2 4-108 0,-1 3-52 15,7-4 28-15,1 1 32 16,0-6 112-16,4-7-184 0,0-10-104 0,0-5-100 15,4-4-60-15,0 0-108 0,9-10-24 16,-2-6-124-16,2-6-56 0,6-7-104 16,1 1-8-16,1-4 71 0,-2 4 73 15,5 2 72-15,0 4 24 0,-4 6 148 16,4 0 84-16,-4 10-76 0,-5-1 44 16,2 7 44-16,-6 0 124 0,-2 7 228 15,-1 3 60-15,-1-1-48 0,-3 0-47 16,0 1-49-16,0-1-112 0,-4-2-156 15,0-1-12-15,0-6-156 0,0 0-257 0,0 0-279 16,0-3-100-16,0-7-312 16,0-2-440-16,0-10-4 0,5 0-548 0,-1-8-460 15,0 1-625-15,3 4 957 0,1 4 1728 16,1 2 508-16,-2 2 936 0,1 8 364 0,0 6 204 16,1 0 88-16,-2 3-139 0,1 3-189 15,0 9-212-15,-3 7-144 16,-2 4-112-16,1 6-72 0,0 3-28 0,0 1-16 0,-4 0 144 15,4-1-52-15,-4-9-272 16,4-4-232-16,-4-11-216 0,0-2-52 0,0-6-60 16,4 0 52-16,-4-8-368 0,4-12-104 15,0-2-32-15,0-10-140 16,4 0-112-16,3-3-316 0,2 5-292 0,-2 1-40 16,6 4 392-16,-6 8 420 0,2 7 368 15,-1 4 232-15,-5 6 348 16,1 0 416-16,-3 9 316 0,3 8 68 0,-5 2-4 15,1 2-60-15,0 8-60 0,0 0-44 16,-4-1-148-16,4 1-88 0,1-4-27 16,-5-3-137-16,4-3-216 0,-4-3-200 15,3-6-164-15,-3 0-144 0,4-8-112 16,-4-2-92-16,4 0-212 0,-4-5-217 16,8-9-163-16,-3-5-248 0,2-9-644 0,-3 3-1108 15,4-24-4141-15</inkml:trace>
  <inkml:trace contextRef="#ctx0" brushRef="#br0" timeOffset="205502.54">25200 15065 4440 0,'0'0'8217'0,"0"0"-7057"0,0 0-816 16,0 0 592-16,-4 79 796 0,0-34 116 16,0 3-500-16,-3 2-568 0,7 0-316 15,0-1-136-15,0-5-96 0,4-6-207 16,3 1-25-16,5-11-97 0,0-5-319 15,0-8-180-15,1-5-100 0,-2-10-112 16,1-4-128-16,4-9-316 0,-4-9-440 16,0 1-640-16,4-5-561 0,-4 3-363 0,0 4 784 15,3 4 2472-15,-6 2 456 0,-1 7 1016 16,-5 6 280-16,1 0 204 0,-4 6 209 16,0 7-165-16,-4 2-420 0,1 11-516 15,-5 0-268-15,-1 0-76 0,5 2 68 0,0-3-56 16,4-3-240-16,0 0-296 0,0-6-192 15,4 0-4-15,9-6 0 0,-2-1 52 16,6 1 80-16,2-3-32 0,1-1-88 16,1-1-12-16,6-2-60 15,-3 4-60-15,4-3-416 0,-4-1-188 0,4 2-532 16,-4 2-960-16,-5-4-2760 0,2 7-5233 16</inkml:trace>
  <inkml:trace contextRef="#ctx0" brushRef="#br0" timeOffset="206329.281">26483 14732 5216 0,'0'0'5208'0,"0"0"-3791"0,0 0-701 16,0 0 104-16,0 0 564 0,0 0 104 15,0 0-84-15,40 82-412 16,-36-37-452-16,0 9-100 0,-4 3-132 0,0 10-76 16,0 3-72-16,-8 0-76 0,0 2-72 15,0 2-4-15,0-6-8 0,-4 0-36 16,4-4 32-16,5-10-164 0,-6-7-112 0,5-9-284 15,4-13-160-15,0-8-204 16,0-15-92-16,0-2-540 0,0-19-1096 16,4 4-2453-16,-4-24-1991 0</inkml:trace>
  <inkml:trace contextRef="#ctx0" brushRef="#br0" timeOffset="206496.657">26607 15377 6168 0,'0'0'6505'0,"0"0"-5177"0,0 0-872 0,75 31-228 16,-43-21 476-16,-4 2 792 15,0-2-72-15,4-4-280 0,0-3-544 0,-4-3-292 16,-1-6-140-16,5-4-8 0,-4-9-156 16,-4 1-4-16,4-8-256 0,-8-7-268 15,4 5-188-15,-4-7-112 0,-1 1-452 16,-2 2-532-16,-6 7-2597 0,2-11-3615 0</inkml:trace>
  <inkml:trace contextRef="#ctx0" brushRef="#br0" timeOffset="206700.57">27101 14954 2492 0,'0'0'9297'0,"0"0"-7953"0,0 0-708 15,0 0 164-15,0 0 324 0,0 0 56 16,0 0-224-16,-36 89-216 0,36-51-200 16,0 6-96-16,0 3-76 0,0 8-100 15,0-1-96-15,0 0-160 0,0 0-12 0,0 0-24 16,0-4-248-16,4 1-252 15,0-4-176-15,0 2-152 0,3-8-416 0,2-13-896 16,-1 7-3433-16</inkml:trace>
  <inkml:trace contextRef="#ctx0" brushRef="#br0" timeOffset="209052.854">27853 14760 3100 0,'0'0'1096'0,"0"0"5264"0,0 0-4647 16,0 0-845-16,-31 86-64 0,23-53 144 0,0 1 8 16,0 11-136-16,4-1-312 0,0 9-148 15,4 4-136-15,0 8 48 0,4 4 88 16,4 1-28-16,0 0-88 0,4-4-20 16,-4-9-104-16,4-8-120 0,-1-11-60 15,-2-10 12-15,-1-12-124 0,3-10-196 16,-2-6-472-16,3-6-144 0,-1-16-96 15,2-7-712-15,-6 3-2597 0,5-25-3747 0</inkml:trace>
  <inkml:trace contextRef="#ctx0" brushRef="#br0" timeOffset="209264.744">28188 15005 9232 0,'0'0'2065'15,"0"0"-1309"-15,0 0 268 0,52 82 832 16,-31-44 140-16,-2 0-176 0,1 1-716 0,0 5-380 15,4-3-164-15,0 1-304 0,0-5-148 16,0 2-108-16,-1-4-12 16,-3-7-136-16,4-5-192 0,-3-7-244 0,-2-11-200 15,-3-5-24-15,4-5 164 0,0-11-184 16,-5-13-588-16,6-6-780 0,-9-6-1685 0,-4-4 573 16,0 8 92-16,-4-15 188 0</inkml:trace>
  <inkml:trace contextRef="#ctx0" brushRef="#br0" timeOffset="209420.064">28594 14991 4044 0,'0'0'3280'0,"0"0"-532"0,0 0-559 0,0 0-569 16,0 0-216-16,-79-5-308 16,59 24-284-16,5 6-232 0,-6 10-24 0,1 7-12 15,5 9-88-15,-9-1-116 0,3 7-44 16,2-3-136-16,3-3-52 0,0-3-48 0,0-7-60 16,8-7-280-16,0-8-356 15,1-8-200-15,7-7-156 0,0-8-76 0,0-6-644 16,0-8-3597-16,7-19-2635 15</inkml:trace>
  <inkml:trace contextRef="#ctx0" brushRef="#br0" timeOffset="209615.042">28841 14932 11913 0,'0'0'1408'0,"0"0"-1092"15,0 0 80-15,0 0 768 16,60 73 392-16,-47-51-236 0,-2 3-816 0,-3 4-244 15,1 2-16-15,-5 4-72 0,0 7-172 16,-4 2 76-16,-8-3-76 0,-5 4-8 16,-2-3-264-16,-5 2-320 0,-5-3-348 0,-6 4-168 15,-1-1-556-15,4-9-1472 16,-23 13-4369-16</inkml:trace>
  <inkml:trace contextRef="#ctx0" brushRef="#br0" timeOffset="211865.921">27129 14693 4424 0,'0'0'808'0,"0"0"-156"16,0 0-312-16,0 0 1076 0,0 0 476 16,0 0-1040-16,0 0-540 0,0 0 217 15,0 0-117-15,0 0-144 0,0 0-36 16,71-21-80-16,-63 26-24 0,1 2 76 15,-2-1 0-15,-3 8-12 0,0-2 156 16,0 4-132-16,-4 3-64 0,0 0 0 0,0 2 0 16,0 2-76-16,-4 3-24 0,0-4 60 15,0 0 4-15,0-6-108 0,4 0 144 16,-3-7-76-16,-1-2 52 0,4-1 8 16,0-3 52-16,-5-3 16 0,5 3 48 15,0-3 0-15,0 0-76 0,0 0-76 16,5 0-40-16,-1 0 72 0,3 0 68 15,1 0-40-15,1 0 16 0,-2 0-168 16,5 0 4-16,-4-3 56 0,4 0-68 0,0 0-64 16,0 0 60-16,0-7-184 0,0 1-340 15,0 0-376-15,4-2-540 16,-8-1-936-16,4 3-2169 0,-1-8-1671 0</inkml:trace>
  <inkml:trace contextRef="#ctx0" brushRef="#br0" timeOffset="212238.669">27404 14677 8928 0,'0'0'1992'0,"0"0"-1399"0,0 0-29 0,0 0 408 16,0 0 96-16,0 0-220 15,0 0-556-15,0 0-292 16,0 0-8-16,0 0-92 0,-8-3-48 0,8 3-92 16,0 0-16-16,4-2 132 0,4 2 124 15,-5-4 12-15,5 1 0 0,-4 0 88 0,5-4-48 16,-5 7 12-16,-1-3-52 0,1 0-4 16,0 3 0-16,-4-3-8 15,4 3-4-15,-4 0-84 0,4 3 88 0,1 0 52 0,-1 7 60 16,-1 2 40-16,-3 4-40 15,0 3 28-15,4 1-52 0,-4 2-76 16,0-1 88-16,0-2 16 0,0 1-116 0,0-7-48 16,0-4 40-16,0-2-268 15,0-4-320-15,0-3-140 0,0 0-332 16,0 0-885-16,0-13-2847 0</inkml:trace>
  <inkml:trace contextRef="#ctx0" brushRef="#br0" timeOffset="212398.435">27464 14446 8308 0,'0'0'2797'15,"0"0"-1669"-15,0 0-208 0,0 0 428 0,0 0-212 16,0 0-796-16,0 0-340 0,0 0-1160 16,0 0-756-16,11-67-2205 0,-7 58-3867 15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5-30T09:01:17.194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16271 1102 7384 0,'0'0'972'0,"0"0"-204"0,0 0 1825 16,0 0-1121-16,0 0-176 0,0 0-364 16,0 0-96-16,0 0-176 0,-4-39-152 15,4 39-84-15,0 0-16 0,0 7-52 0,4 6-48 16,0 6 84-16,5 12 224 0,-2 10-44 15,1 6-180-15,1 15-148 16,-9 7-64-16,0 5-80 0,0 8-92 0,-9 6 60 16,-3-1-64-16,5-5-8 0,-6-3 0 15,2-12-68-15,3-13-4 16,-1-6-104-16,2-13-148 0,3-7-16 0,0-12-144 16,4-10-76-16,0-6-148 0,0-3-340 15,4-12-508-15,3-17-1028 0,1 5-1809 16,12-36-2131-16</inkml:trace>
  <inkml:trace contextRef="#ctx0" brushRef="#br0" timeOffset="238.657">16531 1213 7808 0,'0'0'2824'16,"0"0"-1371"-16,0 0-441 0,0 0 332 15,0 0 96-15,0 0-140 0,0 0-184 16,0 0-364-16,15 73-188 0,-11-39-172 0,1 11-12 15,-1 3-88-15,-4 12-144 16,0 6-52-16,-4 11-96 0,-5 5 0 0,-2 1-8 16,-2-4-40-16,1-6-64 0,5-6-44 15,-6-10-4-15,5-9 0 0,1-9-8 16,3-12-188-16,0-4-124 0,4-10-36 16,-4-11-24-16,4-2-228 0,0-13-484 15,0-9-676-15,0-8-496 0,0 3-557 0,0-33-2299 16</inkml:trace>
  <inkml:trace contextRef="#ctx0" brushRef="#br0" timeOffset="552.063">16479 1216 3436 0,'0'0'5932'0,"0"0"-4380"16,0 0-499-16,0 0 203 0,67-83 152 15,-43 67-260-15,0 4-320 0,4-1-192 0,4 0-76 16,0 7-80-16,4-1-60 15,-4 4-212-15,3 3-24 0,-3 3-84 0,-4 10-28 16,0 3-60-16,-4 6-4 0,-8 5 4 16,0 6-12-16,-8 6 4 0,-8 2 4 0,0 0 4 15,0 5-12-15,-12-6 8 0,-4 2-4 16,0-1 80-16,-4-3-36 16,0-4-40-16,-3-2 68 0,-2-7-76 15,-2 0-184-15,-5-2-124 0,4-7-36 16,-4-3 12-16,4-7 48 0,0-2 60 0,-4-4-112 15,4-7-120-15,0-6-132 0,4-2-228 16,5-7-244-16,-2 3-312 0,10-4-188 16,3 8-1281-16,3-15-2595 0</inkml:trace>
  <inkml:trace contextRef="#ctx0" brushRef="#br0" timeOffset="762.725">17064 769 10164 0,'0'0'2713'0,"0"0"-1097"0,0 0-192 16,0 0-48-16,0 0-236 0,0 0-292 16,0 66-392-16,0-34-272 0,0 9-124 0,0 0-16 15,-4 6-44-15,1 5-208 16,3-2-392-16,0 4-460 0,0 1-316 15,0-5-676-15,0-15-2153 0,0 6-3527 16</inkml:trace>
  <inkml:trace contextRef="#ctx0" brushRef="#br0" timeOffset="1734.784">17738 1070 6312 0,'0'0'2352'0,"0"0"-864"0,0 0-379 16,0 0 75-16,0 0 104 0,0 0-60 16,0 0-208-16,0 0-256 15,0 0 44-15,-77-29-100 0,62 32-264 16,-1 7-100-16,-4-1-72 0,0 7-64 0,1 3-76 16,-5 7 40-16,3 2-60 0,1 8-64 15,5 2-40-15,-2 9 40 0,6 4-48 0,-1 2-12 16,3 8 4-16,6-1 4 15,-1 4-8-15,0 2 8 0,4-2 4 16,0 0 4-16,0-4 44 0,0-6 0 16,4-10-48-16,3-9-64 0,6-10-8 0,2-8-88 15,2-6-48-15,-2-4-172 0,2 0-12 16,2-7-52-16,5 0-248 16,0-7-292-16,4-6-536 0,-4 1-984 0,-4-1-2253 0,0-12-3174 15</inkml:trace>
  <inkml:trace contextRef="#ctx0" brushRef="#br0" timeOffset="2008.716">18024 1241 13149 0,'0'0'2296'0,"0"0"-1732"16,0 0-184-16,0 0 828 0,0 0 160 0,92-9-140 0,-60 9-252 15,0-4-380-15,8 2-219 16,-4-3-137-16,3 3-92 0,-3-4-92 16,0 2-56-16,-4-3 0 0,-1 1-108 15,-3 0-124-15,-3 0-241 0,-5-1-271 16,-5 4-280-16,-2 0-264 0,-9 1-856 15,0 2-2204-15,-8 0-1961 0</inkml:trace>
  <inkml:trace contextRef="#ctx0" brushRef="#br0" timeOffset="2217.803">18152 1190 10376 0,'0'0'1701'0,"0"0"-1061"0,0 0-244 15,0 0 596-15,0 0 824 0,-27 89-116 16,27-57-392-16,0 6-364 0,3 7-284 0,1 5-84 15,0 8-32-15,0 5-19 0,-4 4-197 16,0 3-160-16,0-7-168 0,0-7 0 16,-4-7-84-16,4-14-244 0,0-13 0 15,0-5-205-15,8-12-91 0,0-5-228 16,4-5-108-16,0-9-196 0,4-11-756 16,3-7-1128-16,-2 3-2309 0,-2-21-1843 0</inkml:trace>
  <inkml:trace contextRef="#ctx0" brushRef="#br0" timeOffset="2419.364">18367 1244 3332 0,'0'0'10325'0,"0"0"-8253"0,0 0-1428 0,0 0-272 15,0 0 412-15,0 0 528 0,-16 67-172 16,13-34-360-16,-6 0-292 0,5 9-148 16,-4 0-83-16,1 2-137 0,3 3-44 15,-5 1-76-15,-3 0-80 0,5-1-201 0,-1-3-327 16,-1-6-208-16,2 1-112 0,-1-11 40 15,4-5-112-15,0-7-136 0,-1-7-60 16,5-3-336-16,-4-6-608 0,1 0-417 0,-1-6-1507 16,0-3 1692-16,-4-4 456 0</inkml:trace>
  <inkml:trace contextRef="#ctx0" brushRef="#br0" timeOffset="2543.152">18204 1816 916 0,'0'0'2988'16,"0"0"32"-16,0 0-284 0,0 0-723 16,-4-67-261-16,12 62-204 0,4-2-188 15,4 3-76-15,4 4 24 0,-1 0-228 16,5 0-188-16,0 0-296 0,4 0-256 15,-4 0-119-15,0-3-209 0,4 0-12 0,-4 0-136 16,4-1-313-16,4 1-379 16,-1 0-40-16,1 3-756 0,-8 0-2204 0,8 3-4217 15</inkml:trace>
  <inkml:trace contextRef="#ctx0" brushRef="#br0" timeOffset="2902.488">18952 1835 12585 0,'0'0'2756'0,"0"0"-1240"16,0 0-284-16,-79 32 60 0,51-14-8 16,0 8-164-16,4 2-467 0,0 4-265 15,9-7-108-15,3 0-172 0,3-2-104 16,9-10-4-16,0-3-72 0,4-4-60 16,9-6-88-16,2 0-104 0,9-3-164 15,1-10 123-15,3 0-47 0,-4-10-16 0,-1 2 4 16,1-5 20-16,-4 1 84 15,-1 3 16-15,-2 6 68 0,-2 3 76 0,-2 10 88 16,-5 3 72-16,-1 7 452 0,6 8 164 16,-9 7-44-16,0 13-96 15,-4 7-100-15,0 5 16 0,0 11-103 16,0 2 3-16,0 7 0 0,0 2 36 0,0 5-76 16,-4-5-120-16,0-8-88 0,0-11-44 15,4-8-108-15,0-10-72 0,8-10-256 16,-1-10-96-16,6-5-101 0,-5-7-295 15,-1-7-232-15,1-15-604 0,1 3-1408 16,2-31-3401-16</inkml:trace>
  <inkml:trace contextRef="#ctx0" brushRef="#br0" timeOffset="3120.169">19443 962 12865 0,'0'0'1868'16,"0"0"-1864"-16,0 0 336 0,0 0 556 0,0 0 468 16,44 63-128-16,-29-18-572 15,6 9-344-15,-1 6-40 0,-5 13 16 16,2 3-52-16,-9 10-136 0,-5 0-16 16,-3 5-92-16,0 5-148 0,-7 0-524 0,-6-8-288 15,2-6-112-15,-6-5-476 0,9-27-1476 16,-11 9-2833-16</inkml:trace>
  <inkml:trace contextRef="#ctx0" brushRef="#br0" timeOffset="14219.518">3267 7074 8596 0,'0'0'2777'0,"0"0"-1505"16,0 0-712-16,0 0 12 0,0 0 392 16,0 0 44-16,0 0-200 0,0 0-112 15,0 0-300-15,0 0-148 0,-8-25-160 16,19 21-76-16,10 1 196 0,7-1 28 15,4 1-100-15,7 0-24 0,4 3-28 0,6-3-8 16,-1 3-4-16,-1 0-60 0,1 0 28 16,-4 3-40-16,-5 3-52 0,-2-2-8 0,-5-1-16 15,-4 4 64-15,-5 0 0 0,-3 1-96 16,-4-1-16-16,-7 5-76 16,-6 5-8-16,-3 2-76 0,0 6-88 15,-7 3 60-15,-10 4 140 0,-3-1-16 0,-3 5 52 16,-5-2 136-16,-4-1 72 0,0 1-20 0,-8 1 48 15,-4 0-16 1,1 2 4-16,-5-1-36 0,-1 2 8 0,2-6 64 16,3 4 40-16,0-8-40 0,5 3 24 15,7-6-36-15,4 1 72 16,4-7-60-16,8-3 24 0,8-3 12 0,0-7-48 16,8 0-24-16,0 1-40 0,8-4-48 0,4 3 0 15,7 1 24-15,9 0 88 16,4-5 36-16,4 1 60 0,8 0 0 15,0-3 124-15,0 0-112 0,0-3-136 0,0 0 28 0,-8 1-100 16,-1-3-8-16,-7 3 0 16,0-2-4-16,-8 1-112 0,0 3-44 15,-5-3-164-15,2 0-160 0,-6 3-120 0,6-3-180 16,-6-1-388-16,-2 4-940 0,-1 0-1709 16,-1-3-2047-16</inkml:trace>
  <inkml:trace contextRef="#ctx0" brushRef="#br0" timeOffset="14634.067">4466 7194 9760 0,'0'0'1461'0,"0"0"-729"0,0 0-220 15,0 0 320-15,0 0 248 0,0 0-424 0,0 0-88 16,0 0 88-16,-88 38-60 15,77-12-108-15,-6 5-116 0,2 8-100 16,-2 2-12-16,6 3-28 0,-2 7-84 0,2 0-140 16,-1 6 8-16,-1 0-8 15,10 0-4-15,-5-2-4 0,8-5-4 16,0-5-48-16,0-10 52 0,4-7-60 0,3-5-40 16,6-9-60-16,2-3-24 0,2-5-52 15,2-6-296-15,5-3-156 16,4-13-428-16,4-7-732 0,-8-2-2409 0,8-18-3699 0</inkml:trace>
  <inkml:trace contextRef="#ctx0" brushRef="#br0" timeOffset="14826.262">4777 7315 6900 0,'0'0'6621'0,"0"0"-5745"15,0 0-496-15,0 0 48 0,59 79 340 16,-38-44 608-16,-6 7-4 0,5-2-488 0,1 5-396 15,-2-4-156-15,1 0-184 0,-4-1-148 16,4-7-8-16,-5-3-152 16,6-5-208-16,-5-9-268 0,-1-4-40 0,2-5-76 15,2-7-128-15,1 0-436 16,1-10-824-16,-6-3-1921 0,5-12-2127 0</inkml:trace>
  <inkml:trace contextRef="#ctx0" brushRef="#br0" timeOffset="15018.065">5132 7438 10965 0,'0'0'1888'16,"0"0"-1112"-16,0 0-228 0,-64 90 312 15,40-55 552-15,-4 6-144 0,0 4-292 16,0-1-412-16,0-3-220 0,4 0-196 16,-4-3-148-16,5 1-96 0,-1-5-420 0,3-2-148 15,10-3-152-15,-6-7-140 0,13-6-416 16,4-7-500-16,0-6-925 15,4-3-1923-15,13-9 188 0</inkml:trace>
  <inkml:trace contextRef="#ctx0" brushRef="#br0" timeOffset="15182.832">5255 7794 9472 0,'0'0'2641'0,"0"0"-1121"0,0 0-756 0,0 0 44 15,19 67 428-15,-19-42 80 0,-7 0-240 16,-5 0-364-16,0 2-308 0,4-2-208 15,-4-3-196-15,4-6-76 0,4 1-132 16,4-11-488-16,0-4-280 0,4-2-40 16,8-13-236-16,11-8-424 0,-6 1-944 0,18-27-2469 15</inkml:trace>
  <inkml:trace contextRef="#ctx0" brushRef="#br0" timeOffset="15392.776">5821 7245 11581 0,'0'0'2376'0,"0"0"-1324"0,0 0-436 16,0 89 328-16,-4-41 408 16,-4 2 116-16,-1 7-232 0,5 1-508 0,1 2-179 15,-1-3-101-15,4-3-180 0,0-3-196 16,0-3-72-16,0-11-8 16,0-5-52-16,7-10-12 0,1-5-112 0,1-6 4 15,-1 0-136-15,-1-8-133 0,2 0-187 16,-5-3-108-16,0 0-64 0,-4-6-364 15,0-7-696-15,-4 1-836 0,-5-2-2161 0,-10-8-1527 16</inkml:trace>
  <inkml:trace contextRef="#ctx0" brushRef="#br0" timeOffset="15567.418">5462 7610 6140 0,'0'0'7705'0,"0"0"-6373"0,0 0-792 0,0 0 576 16,104-3 572-16,-68 0-192 0,-1 0-300 15,5-7-419-15,-5 4-229 0,-2-4-272 16,3 1-276-16,-4-4-4 0,-4 1-272 16,0-1-332-16,-5-4-317 0,5 2-247 0,0-1-920 15,-12 7-2568-15,16-10-3245 0</inkml:trace>
  <inkml:trace contextRef="#ctx0" brushRef="#br0" timeOffset="15766.138">6339 7303 10272 0,'0'0'4477'0,"0"0"-3757"0,0 0-492 0,0 0-40 16,47 69 640-16,-38-44 824 0,-2 2-240 16,5 1-544-16,-3 2-332 0,2 6-100 15,1 2-59-15,0 3-109 0,0 5-88 16,-4 0-104-16,-5 1-72 0,2 5 8 16,-5-2-12-16,-5 1-12 0,-2-4-100 15,-9 2-56-15,4-5-136 0,-7-5-157 0,-2-1-87 16,-3-3-124-16,0-4-184 0,-3 1-460 15,7-12-1396-15,-20 11-3397 0</inkml:trace>
  <inkml:trace contextRef="#ctx0" brushRef="#br0" timeOffset="16627.226">7287 7693 9188 0,'0'0'4573'0,"0"0"-3825"15,0 0-748-15,0 0 152 0,0 0 696 16,79 13 356-16,-43-11-508 16,5 5-172-16,-2-4-340 0,1 1-184 0,-9-4 0 0,-3 3-12 15,0-3-40-15,-7 0-192 0,-2 0-416 16,-6 0-292-16,-6 0-556 15,1 0-1004-15,-4 0-2857 0</inkml:trace>
  <inkml:trace contextRef="#ctx0" brushRef="#br0" timeOffset="16802.005">7411 7972 8128 0,'0'0'1864'0,"0"0"-663"15,0 0 47-15,0 0 292 0,-5 82-72 0,21-60-336 16,5-5-396-16,2-2-240 0,8-5-188 15,1-3-308-15,9-7-36 16,2-3-188-16,2-13-496 0,2-4-192 16,1-9-448-16,-1-2-788 0,-6 2-2157 0,10-12-2423 0</inkml:trace>
  <inkml:trace contextRef="#ctx0" brushRef="#br0" timeOffset="17236.096">8212 7725 10016 0,'0'0'1677'0,"0"0"-997"16,0 0-4-16,0 0 644 0,39 72 8 15,-23-56-148-15,4-5-448 0,0-3-348 0,-1-4-124 16,9-4-28-16,-4 0-8 0,4-7-100 16,0-5-28-16,0-4-84 0,0-3 40 15,0-3 4-15,-1-4-56 0,-3 0-48 16,-3 1-188-16,-1-1-60 0,-8 5-36 15,3-5 48-15,-6 7 24 0,-5 0 136 16,-4 3 36-16,0 3 84 0,0 1 0 16,-13 3-4-16,-6-2 8 0,-2 6 56 15,-3 2 68-15,1 3-24 0,-5 0 36 0,4 12-124 16,-4 4 164-16,0 3-4 0,4 9 88 16,-4 1-28-16,5 9 16 0,-1 0-16 15,0 4 4-15,-1 2-28 0,10 0 36 16,-5 4 48-16,8 2-8 0,0-1-16 15,4-2-48-15,4 0-52 0,4-2-20 0,0-8-40 16,8-1-64-16,4-7-44 0,4-4-12 16,8-6-36-16,0-7 0 15,4-5 36-15,8 0-96 0,-4-7 108 0,3 0-8 16,1-7-104-16,4-6-72 0,0-2-316 16,0-8-268-16,-1-2-292 0,2 3-724 15,-9 3-2412-15,-1-10-3873 0</inkml:trace>
  <inkml:trace contextRef="#ctx0" brushRef="#br0" timeOffset="17816.022">8956 7617 8248 0,'0'0'1672'0,"0"0"-367"0,0 0 3 16,0 0-72-16,76 72 320 0,-48-36-320 15,-8 2-280-15,4 6-176 0,-5-2-212 16,2-2-164-16,-1-1-132 0,-1-7-268 15,-2-4-4-15,2-6-64 0,-3-6-80 16,5-6-92-16,-2-10-84 0,1-4-308 16,4-11-240-16,-5-8-244 0,6-5-676 0,-9 5-1472 15,3-17-3145-15</inkml:trace>
  <inkml:trace contextRef="#ctx0" brushRef="#br0" timeOffset="17966.547">9355 7626 2704 0,'0'0'8321'0,"0"0"-6985"0,-60 67-812 15,36-29-64-15,-8 9 520 16,0 7 280-16,0 7-104 0,1-4-260 0,-1-3-140 16,8-4-164-16,3-3-336 0,6-12-256 15,3-2-208-15,8-14-556 16,4-3-412-16,0-13-468 0,12-6-956 0,0-7-1641 0,12-24-1911 16</inkml:trace>
  <inkml:trace contextRef="#ctx0" brushRef="#br0" timeOffset="18184.296">9750 7711 11581 0,'0'0'1536'15,"3"77"-1016"-15,-3-33-24 16,-3 17 328-16,-2 6 688 0,-3 11-120 16,0 9-320-16,1 5-432 0,7 3-236 0,-4 6-160 15,-1 1-132-15,5-4-112 0,0-8-44 16,0-14-88-16,0-12 44 0,0-20-44 15,0-13-16-15,0-18-60 0,9-10-456 16,-2-3-64-16,1-13-64 0,-4-9-164 0,5-13-584 16,-6 7-1476-16,-3-36-3969 15</inkml:trace>
  <inkml:trace contextRef="#ctx0" brushRef="#br0" timeOffset="18400.186">9709 7725 28 0,'0'0'11717'0,"0"0"-10205"16,0 0-1448-16,0 0 392 0,0 0 432 16,84-36 20-16,-60 36-88 0,4 0-160 0,0 10-100 15,4 2-88-15,-4 5-264 0,-5-2-204 16,-3 8-4-16,-4-1 0 0,-8 3-344 16,-4 5-40-16,-4 1 136 0,-16 3-88 0,-3 5 36 15,-9-1 36-15,-8 1 76 0,-1-6 176 16,-2 3-52-16,-5-11 60 15,0 0-260-15,-3-5-468 0,-2-5-456 0,-2-2-484 16,11-7-1433-16,-24 1-3167 0</inkml:trace>
  <inkml:trace contextRef="#ctx0" brushRef="#br0" timeOffset="19870.204">10873 7017 6368 0,'0'0'2572'16,"0"0"-295"-16,0 0-993 0,0 0-392 16,0 0 36-16,0 0-68 0,0 0-320 15,0 0 4-15,-96 47 16 0,76-19-24 16,-3 8-52-16,-1 8-4 0,3 1-72 0,-7 9-16 15,9 6-84-15,-5 3-36 0,4 7 32 16,4 7-24-16,4-1-36 16,0 6-144-1,4-3-16-15,4 0-36 0,4-2-48 16,0-7 0-16,4-6-4 0,8-10-56 0,3-10-100 0,6-9 4 0,7-10-112 16,7-8-260-16,1-5-196 0,12-10-164 15,0-2-104-15,4-8-452 0,0-9-796 16,-13 2-2373-16,17-17-2727 0</inkml:trace>
  <inkml:trace contextRef="#ctx0" brushRef="#br0" timeOffset="20203.785">11638 7188 12357 0,'0'0'1888'0,"0"0"-1180"0,0 0-708 16,0 0 0-16,0 0 536 0,84-19 408 0,-41 16 80 15,5 3-296-15,7 0-172 16,1 0-136-16,0 0-128 0,4 0-56 0,-4 0-236 16,-5 0-52-16,1-7-108 0,-3 1-24 15,-6-6-84-15,-3 2-372 0,-4-4-476 16,-9 3-676-16,-10 4-2564 0,-10-6-4393 16</inkml:trace>
  <inkml:trace contextRef="#ctx0" brushRef="#br0" timeOffset="20552.84">11649 7271 11641 0,'0'0'2184'0,"0"0"-1640"16,0 0-60-16,0 0 584 0,0 0 360 16,0 0 4-16,77 60-448 0,-49-50-360 0,-5-1-380 15,1-3-244-15,-4 4 0 0,-4-1-60 16,0 4 44-16,-8 3-92 0,-4 4-100 15,-4 8-24-15,0 0 60 0,-12 7-60 16,-4 3 72-16,-4 0-24 0,-4 3 88 0,0-2 44 16,-4-2-32-16,0-2 76 15,5 0-4-15,-1-3 12 0,7 1 0 0,6-8 4 16,7 0 68-16,4-3 28 16,4-3-52-16,11-3-40 0,9-3 212 15,8-1 112-15,9-5 48 0,6-4-40 0,9-3-60 16,0-3-72-16,4-7-136 0,0-2-12 15,-5-1-60-15,1-3-136 0,-4 3-460 16,-5 1-188-16,-3 2-172 0,-4 0-332 0,-4 4-828 16,-8 0-2941-16,-1 0-4411 0</inkml:trace>
  <inkml:trace contextRef="#ctx0" brushRef="#br0" timeOffset="21786.846">11709 8385 2936 0,'0'0'0'0,"0"0"-368"0,0 0 344 15,0 0 24-15,0 0 1056 0,0 0 144 16,0 0-120-16,0 0-376 0,0 0-356 16,0 0-112-16,0 0 100 0,0 0 236 0,0 0 244 15,0 0 132-15,0 0-84 0,0 0-115 16,0 0-121-16,0 0-28 0,0 0-64 16,0 0-52-16,0 0-64 0,0 0-52 15,0 0-64-15,0 0-76 0,0 0-52 16,0 0-40-16,0 3-32 0,0-3-4 15,0 0-12-15,0 0 12 0,0 3-24 0,0-3-16 16,0 0-8-16,0 3-44 16,4 0 80-16,0 7 168 0,1 3-68 15,-1 3 12-15,3 3 8 0,1 0 4 16,1 0-100-16,-2 3-12 0,1-3 0 0,0 3-24 16,-4-3 24-16,1 0-28 0,-2 4 16 15,1-8-80-15,-4 4 68 0,0-6-28 16,0-1-44-16,0-1 40 0,0-8-44 15,0 0-8-15,0 0 8 0,0-3-8 0,4 0-144 16,-4-6-172-16,0-1 76 0,0-5 36 16,4-8 164-16,0-2-28 15,0-6-24-15,0-1 88 0,0-2-176 0,4 2-36 16,0 4 56-16,3 6 20 0,2 0 72 16,-5 6-24-16,8 1-40 0,-4 5-8 15,-1 0 84-15,-2 7-88 0,2 0 12 16,-3 0 4-16,5 0-220 0,-2 0-428 15,-3 3-428-15,1 1-817 0,-2-1-2147 16,-3 1-1540-16</inkml:trace>
  <inkml:trace contextRef="#ctx0" brushRef="#br0" timeOffset="21948.748">12143 8476 9732 0,'0'0'3021'0,"0"0"-1821"16,0 0-860-16,0 0-112 0,0 0 316 0,0 0-40 0,0 0-12 0,84 21-276 15,-72-21-216-15,0 0-520 0,4-7-384 16,-4 4-492-16,-4-1-820 0,0 1-3153 0</inkml:trace>
  <inkml:trace contextRef="#ctx0" brushRef="#br0" timeOffset="22116.842">12207 8699 11009 0,'0'0'1796'0,"0"0"-1208"0,0 0-180 16,0 0 212-16,0 0 88 0,0 0-104 16,92 4-364-16,-72-17-240 0,8-3-556 15,-4-3-428-15,-5 2-784 0,9-8-2977 0</inkml:trace>
  <inkml:trace contextRef="#ctx0" brushRef="#br0" timeOffset="22426.047">12570 8563 4316 0,'0'0'4448'16,"0"0"-3644"-16,0 0-532 0,0 0 372 15,0 0 65-15,12 69 411 0,-4-63-164 16,4 1-344-16,0-1-92 0,0-2-52 15,3-2-40-15,2-2-100 0,-1 0-52 16,-1 0-100-16,2 0-52 0,-2-2-20 16,2-4-104-16,-2-5-48 0,2-1-220 15,-2-1 40-15,1-6 40 0,-4 4 64 16,4-4 124-16,-8 2 8 0,0 2 92 0,-4-1 12 16,0 3-12-16,-1 4 88 0,-3-1 16 15,-3 1 36-15,-5 6-16 0,0-1 52 16,-8 2 36-16,4 2-228 0,-8 0-84 0,-3 0-96 15,2 6-4-15,-7 0-24 16,4 3-52-16,0 1-236 0,-4-4-208 0,5 3-260 16,-1-5-452-16,4-1-792 0,-3-3-2909 15</inkml:trace>
  <inkml:trace contextRef="#ctx0" brushRef="#br0" timeOffset="24169.92">12100 6594 1280 0,'0'0'4000'0,"0"0"-2244"0,0 0-104 15,0 0-164-15,0 0-163 0,-24 73-193 0,12-54-204 16,-4 0-152-16,-3 4-92 16,2-4-132-16,-7 0-112 0,0-3-60 15,1-1-156-15,-5-2-48 0,-4 0-168 0,0-7 68 16,4 0-64-16,-4-3 76 0,4-3-76 15,4 0 52-15,0-6-64 0,5-3-136 16,2-4 72-16,2-6-36 0,2 0-96 16,6-3-44-16,3 3 36 15,4-7-84-15,0 7-24 0,11-3 32 0,6 6 28 16,2-3 152-16,9 7 36 0,0-1-24 0,4 3 0 16,0 10 36-16,0 0 52 0,4 0 76 15,-4 10 164-15,0 3 0 0,0 5 112 16,0 1-48-16,-1-3-128 0,-3 3-104 15,-1-3-20-15,1-4 16 16,0-1-60-16,0-8-8 0,0 0 0 0,0-3 8 16,-4-3 108-16,4-4-104 0,-3-2 40 15,-2-3-52-15,-3-2-132 0,0-2-84 16,-4-3 28-16,0 0-24 0,-8 3 112 16,-1-3 12-16,-3 4-52 0,-4-1 64 0,-7 0-64 15,-5-1 16-15,-4 9-80 0,-5-5 192 16,-2 7 8-16,-5 2 4 0,0 4 0 15,0 0-152-15,-7 6-64 0,3 5 64 16,-4 3-176-16,-1 6-272 0,2-1-432 16,15-3-1209-16,-8 10-2699 0</inkml:trace>
  <inkml:trace contextRef="#ctx0" brushRef="#br0" timeOffset="24760.226">13232 7122 8432 0,'0'0'2533'15,"0"0"-1133"-15,0 0-684 0,0 0 12 0,0 0 640 16,0 0 116-16,0 0-516 0,0 0-372 16,0 0-152-16,-24 82-112 0,16-32-12 15,-1 11-64-15,-6 9-24 0,2-3-48 16,-6 3-120-16,3-7-64 0,0-3-12 0,0-6-108 16,4-10-112-16,4-9-124 15,4-12 12 1,4-11-52-16,0-8-232 0,0-4-268 0,8-7-508 0,0-12-84 15,7-3-580-15,-6-4-1117 0,10-21-2355 0</inkml:trace>
  <inkml:trace contextRef="#ctx0" brushRef="#br0" timeOffset="25069.362">13275 7134 1760 0,'0'0'6228'16,"0"0"-4372"-16,0 0-759 0,0 0 7 0,0 0 60 15,0 0 8-15,0 0 52 0,48 70-380 16,-36-36-272-16,0 5-52 0,0 6-48 15,0-1-52-15,0 0-112 0,-4 0-124 16,-4 1-136-16,4-3-48 0,-5-5-52 0,1-5 4 16,1-4 40-16,-1-9-92 15,0-5 16-15,0-5 32 0,0-6-68 0,-1-3 8 16,1 0 12-16,5-12 16 0,-1-5 72 16,3-8 12-16,2-7-96 0,2-2 44 15,-2-11 52-15,-2 5-8 0,-3-9 72 16,0 5-40-16,0 0 64 15,0 2-20-15,0 1-68 0,4 7-60 16,4 4 8-16,-4 8-32 0,4 6-128 0,0 3-24 16,0 4 12-16,0 3-48 0,-4 6-188 15,4 3-648-15,-4 7-292 0,3 2-616 0,-6 1-977 16,2 15-1755-16</inkml:trace>
  <inkml:trace contextRef="#ctx0" brushRef="#br0" timeOffset="25350.331">13749 7613 10196 0,'0'0'2637'0,"0"0"-1453"0,0 0-880 16,0 0-140-16,0 0 280 0,28 70 384 16,-19-54 104-16,-6 3-548 0,1-3-340 15,0-3-44-15,0 3-12 0,0-4 8 16,5 1 0-16,-6-7 4 0,-3 4 0 15,4-7 12-15,-4 0-8 0,4-3 44 16,-4 0 88-16,4 0 152 16,-4-3-4-16,4-7-112 0,4 1-36 0,0-7-12 15,4-3-124-15,4-3-4 0,0-1-120 16,4 4-320-16,-1-2-116 0,2 2-124 0,-1-1-284 16,3 1-512-16,-7 6-1308 0,12 1-2717 15</inkml:trace>
  <inkml:trace contextRef="#ctx0" brushRef="#br0" timeOffset="39317.748">14415 7454 6916 0,'0'0'2748'0,"0"0"-1351"0,0 0-253 0,0 0-276 0,0 0 352 16,0 0 132-16,0 0-20 0,0 0-120 16,0 0-164-16,-64 10-240 0,64-10-220 0,0 0-188 15,4 0-192-15,4 0-36 16,0 7 44-16,4-4 89 0,8 3 255 0,8 0-200 16,4 0-140-16,4 1-88 15,-1 2-84-15,5-2-40 0,8 0 52 0,-1-5-48 16,2 2 76-16,-2-1-88 0,5-3 0 15,-4 0-4-15,-4-3 4 0,0-3-64 16,-4-1-176-16,-5-2-124 0,-3 2-168 16,-8-3-197-16,0 3-259 0,-12 3-456 0,-4 0-844 15,-4 1-2220-15,-12 3-3069 0</inkml:trace>
  <inkml:trace contextRef="#ctx0" brushRef="#br0" timeOffset="39734.821">14630 8010 9140 0,'0'0'4529'0,"0"0"-3565"0,0 0-836 15,0 0 300-15,0 0 224 0,0 0 168 0,0 0 348 16,84 47-404-16,-69-33-308 16,2 5-200-16,2-1 64 0,-3 5 72 0,0-1-100 15,0 3-132-15,-8-2-88 16,1 0-68-16,-6 2-4 0,-3-3 8 0,0 0 36 16,0-3-32-16,-3 0 48 0,-6-7 0 15,1 1-12-15,4-6-40 0,-3-4-8 16,2-3 0-16,1 0-12 0,-4-10-108 15,4 1-88-15,0-7 72 0,1-7 52 0,-1-2 0 16,4-7-4-16,0-2 80 0,0 2-52 16,11-3-64-16,1 3 64 15,0 4-24-15,8 2-64 0,0 5 60 0,0-3-20 16,0 9-28-16,0 2-84 0,0 4-124 16,-1 2-112-16,2 1-252 0,-6 3-360 15,1 0-952-15,0 0-1997 0,-4 3-2459 0</inkml:trace>
  <inkml:trace contextRef="#ctx0" brushRef="#br0" timeOffset="40668.823">14857 6394 628 0,'0'0'7308'0,"0"0"-5132"16,0 0-423-16,0 0-101 0,0 0-132 15,0 0-364-15,0 0-92 0,0 0-96 16,0 0-376-16,0 90-76 0,-4-50-248 16,0 8 12-16,0 2-84 0,4 5-12 0,0-4 36 15,0 3-60-15,0-4-112 0,4-2-48 0,4-4-48 16,0-5 44-16,8-8 0 16,-4-6-92-16,4-9 32 0,0 1 56 15,3-8 8-15,-2-3-48 0,-2-2-88 0,-2-4-84 16,2 0 12-16,-2-7-144 15,-2-3-116-15,-3 1-136 0,1-4-100 16,-5-2-128-16,-4 2-224 0,0-3-328 0,-4-3-820 16,-9 3-853-16,-7-3-1767 0</inkml:trace>
  <inkml:trace contextRef="#ctx0" brushRef="#br0" timeOffset="40843.058">14669 6861 2644 0,'0'0'444'15,"0"0"4384"-15,0 0-3596 0,0 0-28 16,0 0-123-16,0 0 87 0,0 0-32 0,0 0-276 15,0 0 52-15,0 0 268 16,13-19-136-16,23 9-316 0,3 4-308 16,6-3-188-16,-6 2-132 0,-3 1-92 0,3-1-8 15,-7 1-60-15,0 0-140 0,0-1-328 16,-4-2-336-16,0 6-272 0,0-4-272 16,0 1-176-16,-8 3-1589 0,-1-4-4427 15</inkml:trace>
  <inkml:trace contextRef="#ctx0" brushRef="#br0" timeOffset="42183.066">16207 6692 7536 0,'0'0'4809'16,"0"0"-3785"-16,0 0-248 0,0 0 68 0,0 0 212 16,80 83 84-16,-59-67-84 15,-2 3-144-15,1-3-264 0,4 3-108 0,0 3-4 16,0 3-124-16,0 5-132 0,-4 4-72 16,-1 4-15-16,2 6-81 0,-10 4-4 15,-7 7-60-15,-4-2 36 0,0 7-44 16,-11 3-40-16,-10 2-60 0,-2-2-48 15,-5 0-148-15,0-5-85 0,-4-5-95 0,4-8-52 16,0-3-124-16,0-7-60 0,4-4-548 16,-8-6-984-16,13-5-2216 0,-18-1-2285 15</inkml:trace>
  <inkml:trace contextRef="#ctx0" brushRef="#br0" timeOffset="54684.866">15296 6324 1396 0,'0'0'7712'16,"0"0"-6484"-16,0 0-375 0,0 0-273 0,0 0 200 15,0 0 240 1,0 0-16-16,0 0-56 0,0 0-296 0,0 0-200 16,3-2-100-16,1 8-44 0,4 2 164 0,0 9 108 15,4 2-148-15,-4 9-160 16,0 7-136-16,0 3 36 0,-4 0-164 0,-4 4 64 15,0-4-68-15,0 0-4 0,0 0-8 16,0-6 8-16,-4-7 4 0,4-2-4 16,0-11-40-16,0-2 32 0,0-7-40 15,0 0 36-15,0-3-64 0,0 0 76 0,0-6 0 16,0-4-40-16,4-8-104 16,-4-12 140-16,8-4-36 0,0-8 36 15,-4 1-44-15,8 0-72 0,-4 3-40 0,3 7 60 16,6 1 0-16,-2 5 40 0,6 6-52 15,-1 0-12-15,-1 3-148 0,5 4-236 16,0-1-12-16,0 3-92 0,0 4-156 16,-4 0-484-16,-4 2-980 0,4-3-2281 15</inkml:trace>
  <inkml:trace contextRef="#ctx0" brushRef="#br0" timeOffset="57919.429">7351 4191 7336 0,'0'0'1712'0,"0"0"-1024"0,0 0-276 15,0 0 132-15,0 0 177 0,0 0 47 16,0 0 16-16,0 0-252 0,0 0 4 0,0 0 72 15,23 95 200-15,-7-47-120 0,-4 2-84 16,-3 4-68-16,-5-3-140 16,-1-4 16-16,-3-1-116 0,4-12 0 0,-4-2-16 15,0-10-56-15,0-3-76 0,0-10-64 0,0-2-84 16,0-3 4-16,0-4-4 16,0 0-72-16,0-4-188 0,0-9-8 15,0 0-16-15,0-12 60 0,0-3 4 0,0-4 212 16,0-6-116-16,-4-4-112 0,4-2-48 15,-3 6 32-15,-1 0-72 16,-1 5 88-16,1 12 224 0,4 9 12 0,0 1 124 0,-4 11 52 16,4 4 48-16,0 11-12 15,-4 10 96-15,4 8-72 0,-4 8-12 16,-3 3-40-16,-2 1-12 0,1-3 88 0,1-7-124 16,3-7-40-16,-4-12-80 15,8-4 28-15,-5-9-40 0,5-3 52 16,0 0-56-16,0-3 0 0,0-12-344 0,5-4 12 15,-1-10 60-15,0-6 64 0,3-7-128 16,5 2-60-16,-3-2 20 0,6 3 40 16,-2 11 148-16,2 6 48 0,2 10 136 15,-2 6 4-15,1 6 108 0,-4 6 180 16,-1 9-4-16,-2 7 4 0,-9 3 36 0,0 2-64 16,0 1 112-16,-4 5-128 15,-8-6-120-15,0 2-24 0,0-3 48 16,0-8-36-16,1-5 8 0,2-7-44 0,1-2-76 15,4-4-52-15,0-10-132 0,1-5-236 16,-1-8-48-16,4-5 72 0,0-11-28 16,4 4-48-16,3-3 4 0,1 3-44 0,5 7 56 15,-2 3 68-15,1 8 208 0,-4 12 168 16,0 5 12-16,-4 2 404 16,0 15 100-16,-4 1 0 0,0 4-88 0,-4 4-204 15,-4 3 52-15,1-1-4 16,-2-2-24-16,-3-1 36 0,1-3-72 0,2-6-4 15,1 0-120-15,4-6 24 0,1-8-40 16,-1 2-60-16,4-4-172 0,0 0-276 16,0 0-208-16,0-4-260 0,4-3-92 15,3 2 72-15,5-4-132 0,4 2-224 16,0 1-461-16,0 0-463 0,-1-5-296 16,2 8 376-16,-6-2 756 0,2 1 1380 0,-9 1 548 15,0 3 1080-15,-4 0 236 0,0 0 20 16,0 0 88-16,0 0-179 0,0 3-397 0,-4 6-312 15,0 1-60-15,-5 2-92 0,2 8-140 16,3-1-44-16,-4-3-20 16,0 3-60-16,3-3-128 0,-2-4-148 0,3-5-172 15,4-1-96-15,-4-3-64 0,4-3 0 16,0 0-60-16,0-3-224 0,0-3-156 16,0-4-48-16,0-9-4 0,4-3 88 0,0-6 72 15,3-4-100-15,2 0-136 16,-1 3 36-16,0 7 136 0,-1 3 148 15,-2 6 124-15,-1 7 20 0,0 3 44 0,-4 3 216 16,0 0 120-16,0 0-24 0,0 0 0 16,0 3 24-16,-4 3-128 15,0 4-48-15,-1 3-24 0,-2 2 76 0,-1 7 8 16,0 1 28-16,-1 3 36 0,6 2-40 16,-5-2-24-16,0-1-84 0,4-3-52 15,1-6-80-15,3-4 8 0,0-5-12 16,0-4-8-16,0-3-52 0,0 0-36 0,0-3-88 15,3-4-40-15,5-5 224 0,0-7 0 16,4-4-12-16,0-5-108 16,-1 0-80-16,2-2 4 15,-5 5 24-15,3 0 24 0,2 6 76 0,-5 3-104 16,-1 7 164-16,6 2-60 0,-9 7 20 0,3 0 52 16,1 0 248-16,1 10-12 0,-1 2-88 0,-1 4 24 15,-3 0-12-15,0 3-40 16,1-3-56-16,-5-4 32 0,0-1-32 15,0-8 8-15,0 0-72 0,0-3-4 0,4 0-8 16,-4 0-60-16,4-6-52 16,-4-5-96-16,7-8-4 0,1-9-8 15,1 0-64-15,2-4-100 0,1-3-112 0,-3 2 8 16,2 8 200-16,1 3 128 0,0 6 44 16,-4 4 24-16,3 9 92 0,-2-1 12 15,-5 4 180-15,4 4 56 0,-1 2 16 16,-3 3 8-16,1 1 16 15,-1 3-80-15,0-1-8 0,-4 2-28 16,0-2 76-16,0-3-4 0,0 3 40 0,0-2-60 0,0 1-80 0,0-9-56 16,0 2-64-16,0-4 60 15,0 0-72-15,0 0-188 0,0-4-192 0,4-5-40 16,0-5 112-16,3-1 132 0,6-3-20 16,-2-5-104-16,1 4 12 0,1 3 40 15,-2 0 124-15,2 7 48 0,-2-1 76 16,6 1 28-16,-6 2-28 0,1 1 72 15,-3 3 104-15,-6 3 60 0,5-3 24 0,-8 3-36 16,0 0 36-16,0 0 64 16,0 3-16-16,-8 3 0 0,0 4-160 15,-4 2-60-15,1 4-16 0,-2 0 88 0,1 0-36 16,1-4 12-16,6 1-80 0,-3-10-56 16,8 0-88-16,0-3 16 15,0 0-40-15,0 0-168 0,4-3-92 0,5-6 192 16,2-4 180-16,5 0 0 0,-4-6-44 15,4 4-80-15,-4-1-100 16,4 3 88-16,-4 0 36 0,-4 4 40 0,0 3 60 0,-1-4 0 16,-2 7 56-16,-1-1 44 15,-4 1-24-15,0 3 8 0,0 0 52 0,0 0 100 16,0 3 36-16,-4 4 48 0,-1 3-76 16,-2 3-156-16,-1 2-28 0,-8 1 64 15,8 0 0-15,-4-4 120 0,4-2-72 16,0-3-40-16,4-7-44 0,4 0-76 15,0 0-12-15,0 0-152 0,0-10-204 16,0-3-84-16,0-3 96 0,0-3 112 0,4 1 80 16,0-5-56-16,0 7-40 15,-4 0 128-15,0 4 120 0,0 6 176 16,-4 2 156-16,-4 4-36 0,0 0-76 0,-4 0 40 16,-7 4-260-16,-2 5 48 0,-3 3 28 15,-4 5-4-15,5-1-72 0,-5 3 48 16,4-4-36-16,4 4-12 0,0 0-80 15,4 4-80-15,1-5-48 0,2-2-40 16,1 1-268-16,9-5-276 0,-1-3-560 0,0 1-1276 16,-1-1-3373-16</inkml:trace>
  <inkml:trace contextRef="#ctx0" brushRef="#br0" timeOffset="59734.755">10566 4314 3864 0,'0'0'756'0,"0"0"2768"0,0 0-2796 16,0 0-92-16,0 0 112 15,0 0 257-15,63-76 75 0,-46 54-196 0,2 0-264 16,5-1-176-16,-3 1-152 0,7-3-112 16,0-1-56-16,3 1-116 0,-4 3-8 0,-2 0 40 15,-1 9-44-15,-4 4 4 0,-9 3 0 16,-3 6 8-16,-8 2 4 15,0 14 140-15,-4 7 300 0,-11 12-36 0,-5 9-216 16,-12 3-80-16,-4 11-112 0,-3 0 48 16,-2 0-48-16,-2 3 52 15,-6 0-8-15,2-4-40 0,-1 0 124 16,1-6 52-16,2-7 88 16,2-3 156-16,11-13 348 0,8-4-272 0,4-12-252 15,12-2-184-15,4-10-72 0,4 0-12 0,0-13-428 16,12-9 8-16,8-7 232 0,8-9 92 15,7-6 8-15,5-7-60 0,4 0-64 16,0 0-176-16,4 0-12 0,-5 1 116 0,-3 2 140 16,-3 6 80-16,-5 1-12 0,-4 10-24 15,-9 1 0-15,-7 9 112 0,-4 5 48 16,-8 6 216-16,0 7 92 0,-12 3-132 16,-4 0-224-16,-8 7 112 0,-4 8-36 0,-8 11 108 15,-3 3-8-15,-2 8 60 16,-2 8 112-16,3-1-88 0,-4 3-52 15,0 2 4-15,1-5-16 0,6-2 88 0,2-7-16 16,7-7-48-16,5-6-24 0,10-9-72 16,5-10-24-16,4 0-100 15,4-3-40-15,4-12-340 0,12-4-96 0,4-16 316 16,8-7 24-16,8-8 36 0,3-4-72 16,2 1-124-16,-2 2-88 0,1 3 124 15,-8 7 136-15,-4 7 124 0,-4 6 4 0,-9 2-4 16,-2 7 76-16,-6 3-16 15,1 6 76-15,-8 5 28 0,0 2 92 16,-11 6-92-16,-6 7-164 0,-6 10 0 0,-5 5-60 16,-4 7 60-16,-3 9 100 0,-2-2 72 15,5 2 52-15,5-6 20 0,-1-6-60 0,8-10 24 16,8-5-20-16,0-9-92 16,12-4-60-16,0-4-36 0,0-4-280 0,4-9-200 15,12-9 208-15,-1-6-60 0,6-7 72 16,3-3-188-16,4-4 4 0,0 5-32 15,0 2 76-15,-5 3 96 0,1 6 104 16,0 4 124-16,-8 2 68 0,-4 8 8 16,0 3 60-16,-9 2-56 0,1 7 52 15,-4 3 148-15,0 10 188 0,-11 6 104 16,-6 7-244-16,-2 9-92 0,-5 0-84 16,-4 6 24-16,-4 1 220 0,0-4-60 0,8-8 36 15,1 0 0-15,3-11-96 0,12-7-68 16,3-5-32-16,5-7-100 0,0 0-124 15,5-7-244-15,3-8 196 0,7-4 100 16,2-10 68-16,7-4-52 0,-1 0-80 16,5 0-48-16,-4 2 20 0,0 2 28 15,0 1 48-15,-8 5 88 0,4 5 44 16,-9 1-36-16,-3 8 64 0,1 3-68 0,-5 2 8 16,-4 4-12-16,0 0 232 0,0 4 28 15,-8 8-100-15,-5 8-96 0,-2 5-4 16,-9 7 16-16,0 5 8 0,0 1 52 15,-3 4 60-15,-1-4 4 0,4-3-68 16,-1-6-20-16,10-7 24 0,2-2-4 0,10-12 4 16,-1-4-84-16,4-4-52 0,0 0-232 15,4-10-160-15,7-6 160 16,6-6 232-16,3-7 0 0,-1-6-136 0,5 4-160 16,-3-1-36-16,-2 0 72 0,1 7 60 15,-4 6 76-15,0 3 76 0,-1 0 44 16,-2 6-48-16,-5 3-44 0,-5 5 20 0,-3 2 4 15,0 0 72-15,-3 13 52 16,-9 6 20-16,-4 9-72 0,-8 7-60 16,0 4-64-16,-4 1 124 0,-3 5 100 0,3-4-16 15,-4 1-80-15,4-2 0 0,0-1 12 16,4-7 56-16,4-4-72 0,4-6-72 16,8-6-116-16,4-5-272 0,4-9-384 15,0 1-668-15,4 0-1320 0,4-3-3445 0</inkml:trace>
  <inkml:trace contextRef="#ctx0" brushRef="#br0" timeOffset="60885.776">10789 4270 1344 0,'0'0'912'0,"0"0"4392"0,-88 3-3968 15,65-6-92-15,2-3-187 0,6-4-273 16,2-2 100-16,6-1 224 0,7 0-232 15,0 0-348-15,15-2-164 0,9-5 36 16,12 1-32-16,12 4 32 0,8 2-76 16,4 6-224-16,4 7-100 0,-1 0 12 0,-3 7-64 15,0 2 52-15,-13 3 0 0,-2 5-4 16,-10-1 4-16,-10 3-4 16,-6 0 0-16,-10 3-4 0,-9 0 8 0,-5 7 176 15,-15-1 72-15,-4 4 12 0,-11 0-188 16,-6 0 40-16,-2-7 48 0,-6 0-160 15,-2-1 224-15,-1-10-92 0,-4 2-128 16,-7-2 88-16,3-8-40 0,-4-4 32 16,-4 2 16-16,-3-4-92 0,4-4-8 15,-2-4-80-15,5-9 56 0,13-2 24 0,11 0 12 16,17-3-12-16,10 3-124 16,13 3-184-16,20 1-196 0,8 2 344 15,19 0 108-15,13 6-120 0,17-2 160 0,6 3-52 16,12-1-120-16,2 3-16 0,-2 2-212 15,-7-2-24-15,-5 4 92 0,-7 0 340 16,-16 0-4-16,-13 0-92 0,-15 6 100 16,-8 1-8-16,-16 0 16 0,-4 3 68 15,-8-1 416-15,-12 4 56 0,-12 6-236 0,-7 0-248 16,-17 3-4-16,-8-3 88 0,-4-2 0 16,-11-3 28-16,-1 2-40 15,-8-2 12-15,1-6-148 0,-5 3-116 0,0-5 116 16,8-6 4-16,5 0 0 0,15 0 152 15,12-11 16-15,20 5-172 0,12-2-132 16,12-6-92-16,4 2-208 0,20-4-216 0,13 0 248 16,6-3 388-16,17-3 0 15,4 3-112-15,11-3 60 0,1 2-76 16,4 8-24-16,-1-4 40 0,5 7 60 0,-8 6 56 16,-1-1-16-16,-7 4 12 0,-8 0 12 15,-12 4 0-15,-4 4 4 0,-12-2 72 16,-13 8-64-16,-6-4 64 0,-9 2 228 0,-13 4 372 15,-15 3-228-15,-11 6-140 16,-10-3-168-16,-9 4-32 0,-6-7-20 0,-1 0 48 16,-6-7-88-16,7-6-44 0,4-1-4 15,4-5 0-15,13-11 0 16,11-4 0-16,4-8-204 0,17-8-44 0,11-1-160 16,7-2 144-16,13-1-24 0,20 5 288 15,3 5 88-15,17 9-88 16,4 5-116-16,4 4-44 0,4 7 36 15,-1 0 48-15,-3 7 76 0,-4 1 8 16,-5 5-4-16,-10-1-8 0,-10 5-36 0,-7-2 28 16,-12 4-4-16,-12 1 16 0,-8-1 264 0,-4 0 84 15,-16 6 64-15,-12 1-88 0,-4-5-116 16,-12 5-96-16,-7-3 36 0,-5-2-28 16,-7-5-120-16,-2-3-64 0,-2-3-328 15,-1-1-244-15,4-2 28 0,4-7-200 0,9 0-160 16,7-10-48-16,16-2-436 0,8-1-2997 15</inkml:trace>
  <inkml:trace contextRef="#ctx0" brushRef="#br0" timeOffset="71921.728">2394 11560 10064 0,'0'0'3829'15,"0"0"-3337"-15,0 0-488 0,0 0 332 16,0 0 308-16,0 0 200 16,0 0-96-16,0 0-212 0,0 0-28 0,79 18-28 15,-51-27-24-15,0-10-48 0,4 0-4 0,4-6-48 16,-4-3-64-16,4-7-60 15,-4 0-100-15,-5-1-68 0,6-2-16 0,-10-3 16 16,5-1-64-16,-7-2-72 0,3-3-16 16,-1-1-56-16,-3-6-212 0,0 3-132 15,-4 1 48-15,0-1 72 0,-4 3 188 16,-5 4 172-16,2 2-160 0,-5 1 96 0,-4 0-4 16,0 2 76-16,-4 1 44 0,-5 1-44 15,-2-5-32-15,-1 8 32 16,0-4 64-16,0 5-64 0,0 5 60 0,0 3 4 15,4 6-60-15,4 6 68 0,1 10 152 16,3-1 32-16,-5 4-144 0,5 4-112 16,-4 2-56-16,0 10-12 0,0 6 68 15,-4 11 136-15,0 7-124 0,-4 11 84 16,5 6 64-16,-6 3-24 0,5 7-124 0,1-1 36 16,-1 7-48-16,4 4-12 0,-1-4 0 15,5 0-48-15,0-3-28 16,5-6 80-16,7-7-124 0,-5-7-276 0,10-5-180 15,-2-10 68-15,1-10-64 0,4-3-312 16,-4-8-552-16,8-8-568 0,-4-6-761 16,0-6-1779-16,-5-5-1163 0</inkml:trace>
  <inkml:trace contextRef="#ctx0" brushRef="#br0" timeOffset="72193.685">3267 11220 7072 0,'0'0'1520'0,"0"0"-900"15,0 0 620-15,0 0 421 0,0 0-89 16,0 0-696-16,0 0-460 0,0 0-300 16,0 0 84-16,0 0 116 0,39 35 160 15,-22-47-60-15,-6-1-168 0,2-6-248 16,-2 0-136-16,-3-4-64 0,1 4 64 16,-6 3 136-16,1 1-4 0,0 2 8 0,-4 7 32 15,0 2 40-15,0 1 24 0,-4 3 4 16,-3 0-104-16,-6 0 0 0,2 0-188 15,-2 7 24-15,1-1 76 0,5 3 24 0,-6 1-36 16,5-1 0-16,5 4-40 0,-1 0-24 16,4 3-100-16,0-3 40 0,0 2-372 15,4 4-444-15,3-3-788 0,1-4-1117 16,12 5-3251-16</inkml:trace>
  <inkml:trace contextRef="#ctx0" brushRef="#br0" timeOffset="72725.192">3809 11071 4224 0,'0'0'3072'0,"0"0"-1088"0,-37 73-1076 0,22-39 549 15,-6 8 587-15,2-4-84 0,-1-3-628 16,8-6-452-16,4-10-448 0,4-7-320 16,4-5-112-16,0-7-148 15,0 0-12-15,4-10-76 0,4-3 12 0,8-5 52 0,0-5-140 16,3-5 100-16,6-1-136 0,-9 1 36 15,3 9 32-15,5 3 80 16,-3 6-28-16,-6 8-48 0,9 2-28 0,-4 2 180 16,-4 8 124-16,4 6 0 0,-4 6 264 15,0 7 12-15,-1 2-112 0,-2 10-12 16,-1 4 36-16,-5 6-12 0,-2 3 140 16,-5 6 120-16,0 4-212 0,-9 5 100 0,-6 5 24 15,-5-2 72-15,-8 2-36 16,0-5 120-16,0-5 160 0,-4-7-80 15,4-6-132-15,1-10-60 0,7-10-52 0,-4-8-172 16,8-10-56-16,0-7-3 16,-5-6-109-16,6-3-157 0,-5-13-51 0,0-9-72 15,0-7-208-15,4-6 332 0,4-3-260 16,8 2 196-16,4 1 12 0,0 3 84 16,4 1 28-16,4 2-16 0,4 3 8 15,-4-3 104-15,9 1 4 0,-2-1-4 0,5 0-48 16,3 0-24-16,5-2 20 0,0 2-8 15,4-3 48-15,0 2 12 0,0 5 88 16,0 0 68-16,0 2-44 0,-4 1-100 16,3 2 52-16,-6 5-64 0,3 6-136 15,-8-5-24-15,-1 8 12 0,1-1 0 16,-8 4-284-16,4 2-220 0,-8 4-308 16,5 0-320-16,-6 0-680 0,1 0-1209 0,0 0-2767 15</inkml:trace>
  <inkml:trace contextRef="#ctx0" brushRef="#br0" timeOffset="73271.058">4752 10718 8140 0,'0'0'2124'16,"0"0"-987"-16,0 0 439 0,0 0-228 15,0 0-300-15,0 0-192 16,0 0-120-16,0 0-76 0,-75 93-52 16,63-58-128-16,0 2-112 0,1 8-36 0,2 3 0 15,5 2-52-15,0 2-12 0,4-2-108 16,0 0-64-16,8 2-44 0,-3-8-4 0,2 1-36 16,1-11 0-16,4 2-12 15,-4-11-4-15,4-2-68 0,-1-5-28 16,2-2-108-16,2-3-268 0,2-7-236 15,7 0-360-15,4-6-556 0,4 0-1100 16,4-6-2001-16,-8 0-2423 0,15-7 5361 0</inkml:trace>
  <inkml:trace contextRef="#ctx0" brushRef="#br0" timeOffset="73752.747">5267 10690 6168 0,'0'0'7797'15,"0"0"-6141"-15,0 0-1180 0,0 0 240 16,99-19 340-16,-58 13-276 0,-2 6-216 15,8 0-208-15,-2 0-100 0,6 0-48 16,-3 6 48-16,4 4-12 16,-8-1-132-16,0 1-68 0,-8 2-44 0,-4 1-60 15,-13 6-40-15,-3 3 40 0,-12 6 48 16,-4 8-96-16,-7 5-140 0,-14 6-180 16,-7 4 12-16,-7 6 96 0,-5 0 88 0,-1-3 60 15,2 1 60-15,-1-4 100 0,5-4 0 16,3-3 12-16,4-6 4 0,4-6 80 15,8-3-32-15,4-7 32 0,0-3 40 16,12-6 36-16,0-4-36 0,0-2-52 16,8-1 76-16,3 0 72 0,10 1 40 0,7-4 32 15,0-3-12-15,4 0-36 0,-1 0-48 16,1-6-60-16,8-4-124 16,-8 1 0-16,3-1-24 0,-3 1-76 0,-4-4-228 15,0 3-244-15,0 0-264 0,-4 1-308 16,-3 3-716-16,-6 3-2896 0,-3-1-4377 15</inkml:trace>
  <inkml:trace contextRef="#ctx0" brushRef="#br0" timeOffset="74856.179">6646 10734 3024 0,'0'0'1748'0,"0"0"2384"16,0 0-2272-16,0 0-483 0,0 0-73 15,0 0-440-15,0 0-44 0,0 0 148 16,-73 90-264-16,65-52-220 0,1 6-36 15,-5 7-52-15,7 3-40 0,1 3-48 0,4 0-12 16,0 0 12-16,0 4-52 16,9-4-60-16,-5-4-132 0,4-9-64 0,-1-2-76 15,1-10 68-15,5-10-112 0,-2-6-16 16,2-6-196-16,2-7-296 16,6-3-272-16,-2-10-320 0,5-9-1036 0,0-6-2645 15,-9 0-3367-15,6-17 8216 0</inkml:trace>
  <inkml:trace contextRef="#ctx0" brushRef="#br0" timeOffset="75067.087">6924 10999 9268 0,'0'0'1576'0,"0"0"-659"0,0 0 351 0,0 0 256 0,44 72-52 15,-32-50-280-15,4 4-300 16,0 2-364-16,3 1-120 0,2-1-164 15,-1 0-72-15,-1 2-172 0,2-9 0 0,-6 2-60 16,1-4-332-16,0-3-472 0,4-7-188 0,-3-2-392 16,2-7-768-1,-3-7-1857-15,0-2-2503 0,4-17 4004 0</inkml:trace>
  <inkml:trace contextRef="#ctx0" brushRef="#br0" timeOffset="75267.717">7306 10928 5824 0,'0'0'7193'0,"0"0"-5969"16,0 0-556-16,-67 67 88 0,43-36 276 0,-4 1 236 15,5 3-208-15,-9 0-424 16,4 3-268-16,0 0-172 0,-4 1-96 0,4-1-100 16,0 0-52-16,4 0-80 0,0-6-248 0,5-3-284 15,6-8-220-15,5-2-272 0,4-6-712 16,1-3-928-16,3-4-1741 15,0-3-2667-15,0-3 6812 0</inkml:trace>
  <inkml:trace contextRef="#ctx0" brushRef="#br0" timeOffset="75588.758">7658 11178 548 0,'0'0'10465'0,"0"0"-8157"16,0 0-1368-16,0 0-420 0,-9 87-4 15,1-56 276-15,4 1 48 0,-3 4-168 0,-2-5-288 16,1 0-188-16,1-2-140 16,-1-6-56-16,4-1-8 0,-5-7-128 15,5-5-348-15,1-4-300 0,3-6-132 0,0-6-268 16,0-10-1104-16,7-12-2777 0,6 5-1811 16,2-31 6680-16</inkml:trace>
  <inkml:trace contextRef="#ctx0" brushRef="#br0" timeOffset="75817.625">8044 10601 6308 0,'0'0'5289'15,"0"0"-3689"-15,0 0-876 0,7 75 116 16,-7-33 328-16,0 9 432 0,-7 4-140 0,-1 4-480 16,-4 5-356-16,7 0-152 0,2-1-80 15,3-3-88-15,0-2-135 16,0-4-121-16,0-7-36 0,8-6-12 0,0-11-56 15,4-9-89-15,4-5 45 0,-4-9-32 16,-1-4-196-16,6-3-256 0,-10 0-112 0,6-10-52 16,-5-2-264-16,-5-5-724 0,-3-2-1376 15,0 0-3469-15,-15-6-47 16</inkml:trace>
  <inkml:trace contextRef="#ctx0" brushRef="#br0" timeOffset="75981.741">7757 11125 8352 0,'0'0'6045'0,"0"0"-4633"0,0 0-1124 16,0 0 16-16,0 0 444 0,0 0 652 16,103 28-64-16,-62-28-516 0,-2-6-456 15,5-7-228-15,-4-2-136 0,4-4-60 16,-1-3-272-16,-2-5-348 0,-6 6-168 16,5-5-296-16,-8 4-900 0,-8 6-2972 0,4-9-3853 15</inkml:trace>
  <inkml:trace contextRef="#ctx0" brushRef="#br0" timeOffset="76218.132">8530 10799 2964 0,'0'0'928'0,"0"0"4324"0,0 0-3908 0,0 0-375 15,0 0 287-15,67 66-32 0,-50-44-200 0,-2-3-80 16,2 3-188-16,-2 0-172 0,2 4 48 15,-6-1-28-15,-3 0-244 0,1 0-128 16,-2 5-84-16,1-5-88 0,-4 3-60 16,-4-2 4-16,0 3 0 0,0 0-4 0,-4 1-120 15,-4-4-300-15,1 3-356 16,-2-4-292-16,1-6-400 0,-3-2-1032 16,7-5-1817-16,0-10-2091 0,4-4 4728 0</inkml:trace>
  <inkml:trace contextRef="#ctx0" brushRef="#br0" timeOffset="76553.567">9271 10557 7160 0,'0'0'2668'0,"0"0"-1103"16,0 0-1129-16,0 0 280 0,0 0 624 16,88 86 264-16,-73-58-96 0,-2 7-244 0,-2 3-340 15,2 0-200-15,-2 6-128 16,1 1-144-16,-3-1-76 0,2 5-132 16,-3-6-24-16,-4 5-159 0,-4-3 23 0,0 2-48 15,0 1-36-15,-8-4-8 0,-3 4-100 16,-10-1-53-16,-3 4-115 0,-4-3-52 15,-4 3-64-15,-3-4-108 0,-5 5-136 16,-4-9-236-16,4 2-404 0,-3-7-904 16,-6 0-2273-16,18-13-3323 0,-25 4 5532 15</inkml:trace>
  <inkml:trace contextRef="#ctx0" brushRef="#br0" timeOffset="82333.605">20124 5889 1488 0,'0'0'952'16,"0"0"-876"-16,0 0 160 0,0 0 1160 15,0 0 1908-15,0 0-1228 0,0 0-667 16,0 0-253-16,0 0-96 0,-8-5-128 15,4 5-200-15,0-4 76 0,1 1-40 16,-1-1-168-16,4 1-92 0,-4 0 24 0,4 3-48 16,0 0-28-16,0 0-88 0,0 0-100 15,0 0-60-15,8 0 0 0,3 0 36 16,6 0 52-16,2 0 8 0,13 0-36 16,4 0-52-16,8 0-44 0,-1 0-40 15,9 0-44-15,8 0 165 0,0 0-9 0,7-6 252 16,1-1-204-16,8-2-184 15,-1-1-48-15,2-3-16 0,-2-2-44 0,-3-1-12 16,-4 3 0-16,-8 1-48 0,-9 2-144 16,-7 1-220-16,-16 2-76 15,-5 3-45-15,-10 4-223 0,-9 0-308 0,-4 0-772 16,-17 7-1132-16,2 3-1013 0,-30 12-1807 16</inkml:trace>
  <inkml:trace contextRef="#ctx0" brushRef="#br0" timeOffset="82698.34">20307 6073 132 0,'0'0'1524'0,"0"0"1436"0,0 0 1892 15,0 0-3007-15,0 0-381 0,0 0-380 16,0 0-36-16,0 0 112 0,0 0 92 16,0 0-200-16,97 13-276 0,-66-7-152 0,-4 5-256 15,5-3-52-15,-8 3-232 16,1 1-84-16,-9 1-36 0,-1 6-48 0,-7 0 36 15,-8 3 0-15,0 6-4 0,-11 10-68 16,-10 0-284-16,-11 10-124 0,1 3-24 16,-9 0 144-16,-3-1 88 0,2 2 144 15,2-5 64-15,3-3 64 0,8-2 36 16,0-4 12-16,4-3 72 0,8-7 52 16,8-6 64-16,8-6-16 0,0 1-36 0,12-5 24 15,7-3 136-15,9 2 112 0,13-3 8 16,2 3 24-16,10-5-84 0,2 0 80 15,4 1 40-15,10-5-52 0,-5-2-95 16,-1 0-145-16,1 0-136 0,-4-2-48 16,-4-3-4-16,-5-1-188 0,-3 1-261 0,-8-2-251 15,-5-3-164-15,-3 5-212 0,-4-6-624 16,-11 5-1276-16,7-7-3501 0</inkml:trace>
  <inkml:trace contextRef="#ctx0" brushRef="#br0" timeOffset="83466.126">20977 5175 680 0,'0'0'8308'0,"0"0"-6808"16,0 0-519-16,0 0-33 0,0 0-28 15,0 0-68-15,0 0 148 16,56 73-172-16,-64-48-336 0,-12 0-156 0,-4 5-136 16,-8 1-100-16,0-5-88 0,-8 2 0 0,1-3 140 15,-9-6-152-15,-5 1-4 16,2-5-208-16,-5-2-140 0,0-7-8 15,0 0-20-15,13-2 68 0,-1-4 96 16,8 0 80-16,8-10 132 0,5 2 4 0,3-9 124 16,8-2-116-16,-1-3-8 0,10-3 0 15,3-1-8-15,0-2 8 0,3 2-140 16,10 3 140-16,2-2 12 0,6 6 0 0,2 0 440 16,5 0-100-16,4 7-76 15,4 2 24-15,4 4 24 0,-1 2-48 16,1 4 120-16,4 7-48 0,0 6-92 0,0 2-20 15,-4 4-40-15,3 1-196 0,-2 1-64 0,-6-2-24 16,1 0 88-16,0-2 0 16,4-4 12-16,0-4 52 0,-4-3 32 15,-1-2-84-15,1-1 4 0,0-3-8 16,-8-3 4-16,0-7-12 0,0-4-76 16,-4 0 64-16,0-2-124 0,-5-6-60 15,-2-3-76-15,-2-2 36 0,-6-1 52 0,-9 0-16 16,0-5-220-16,-13 5 156 0,-2-1 204 15,-9 7-128-15,-4 3 188 16,0 10-4-16,-8 5-140 0,0 4 56 0,-8 13 28 16,-3 13 56-16,-2 6-68 0,-6 6 20 15,-1 6-200-15,0 0-364 0,8 5-420 16,-3-2-656-16,7 4-573 0,12-14-1975 0,-8 23-1720 16</inkml:trace>
  <inkml:trace contextRef="#ctx0" brushRef="#br0" timeOffset="84052.84">20296 7303 5700 0,'0'0'7749'0,"0"0"-6381"0,0 0-988 16,0 0-52-16,0 0 300 0,0 0 312 15,0 0-208-15,0 0-336 0,0 0 72 16,0 0 144-16,0 0-232 0,84 56-144 16,-73-30-80-16,-3 6 164 0,1 0-40 0,-2-1-196 15,-3 4 16-15,-4-3-16 0,0-1-72 16,0 1-12-16,0-6-4 0,0-5 4 16,-4 0-4-16,4-10-56 0,0-4 52 0,0-4 8 15,0-3 0-15,0 0 108 16,0 0 40-16,0-10-144 0,4-5 44 0,0-5 0 15,-4-10-48-15,8-6-8 0,-4-2-4 16,4-4-60-16,0 5 60 16,0 2-52-16,4 6 56 0,-4 4-52 15,3-1-36-15,2 6-40 0,2 1 40 0,-2 5 36 16,2 0 20-16,-2 5 40 16,-1 0 8-16,3 5 40 0,-2 1-4 0,-2 3-44 15,2 0-4-15,-2 3 4 0,1 7 0 0,0 2-44 16,-4 2 40-16,0-2-4 15,0 1 4-15,-4 0-216 0,4-4-184 0,-8 0-100 16,4 1-108-16,0-7-176 0,-4 0-444 16,0 0-1156-16,4-3-2069 15,-4 0-3063-15</inkml:trace>
  <inkml:trace contextRef="#ctx0" brushRef="#br0" timeOffset="84864.941">20702 7541 3496 0,'0'0'8309'0,"0"0"-6377"0,0 0-728 16,0 0-448-16,0 0 124 0,0 0 64 15,0 0 108-15,0 0 68 0,0 0-280 16,91 0-276-16,-66 0-248 0,3 0-148 0,0-5-112 16,-4 3-56-16,-5-1-96 0,5 0-88 15,-9-1-264-15,2 2-272 0,-6-2-248 16,2 4-300-16,-9 0-904 0,-4 6-1880 16,0 1-1293-16</inkml:trace>
  <inkml:trace contextRef="#ctx0" brushRef="#br0" timeOffset="84994.217">20818 7747 5916 0,'0'0'3996'0,"0"0"-1779"0,0 0-1325 0,0 0-392 15,0 0 260-15,0 0 328 0,0 0-4 0,0 0-324 0,91 16-476 16,-63-29-284-16,4-6-348 0,4-1-424 16,-1-5-664-16,-7 7-1264 0,8-12-4097 15</inkml:trace>
  <inkml:trace contextRef="#ctx0" brushRef="#br0" timeOffset="87298.099">22371 6013 132 0,'0'0'9264'0,"0"0"-7355"15,0 0-701-15,0 0-264 0,0 0 224 16,0 0 180-16,0 0-24 0,0 0-296 0,0 0-288 16,0 0-224-16,0 0-100 0,5-3 0 15,-5 3-64-15,4 0-8 16,-4 0-92-16,0 3-80 0,0-3-40 0,0 0-68 0,0 0 20 16,0 0 13-16,0 3-25 15,0-3 16-15,0 0-4 0,0 0 12 0,0 0-12 16,0 0-24-16,0 0 40 0,0 0-40 15,0 0 12-15,0 0 36 16,0 0-36-16,0 4-24 0,0-4 4 0,0 0-44 16,0 0 52-16,0 0-60 0,0 0 12 15,0 0-8-15,0 0 4 0,0 0 52 0,0 0-60 16,0 0 4-16,0 0 0 0,0 0 8 16,0 0 48-16,0 0-56 15,0 0 56-15,0 0-52 0,0 0 4 0,0 0 48 16,0 0-56-16,0 0 40 15,-4 0-44-15,4-4-8 0,-5 4-100 0,1-3 96 16,4 0 4-16,-4 3-40 0,0-6 40 16,4 6-64-16,-3-7-36 0,-1 4 20 15,0-3-56-15,0-1 132 0,-1 1-84 16,1 3 36-16,0-1 0 0,1 2 12 16,-1-1-4-16,4 3 40 0,-4-4-60 15,0 1 64-15,-1 3-64 0,-3-3-12 16,5 0 72-16,-5 3-84 0,4-3 32 0,0 3-44 15,-1 0 23-15,1 0 25 0,1 0-100 16,-5 3-8-16,0 6 8 0,-8 7 28 16,4 6 80-16,-4 3 40 0,4 10-48 15,-4 6 60-15,4 4 4 0,-4 3 44 16,4 0-48-16,5-1 12 0,-1-5-12 16,8-11-96-16,0-5 12 0,0-7-52 0,8-6 128 15,3-4 0-15,6-6 0 0,2 0-112 16,1-3-100-16,4-6-52 0,0-7 28 15,-1 0-48-15,5-6-76 0,-3-3-124 16,-1 3-28-16,0-4 64 0,-5 4-16 16,1 1 100-16,-8 2 108 0,-4 4 132 15,0-1 132 1,-4 3 148-16,0 7 152 0,-4-4 12 0,0 4-28 0,0 3 52 16,0 0 96-16,0 0-88 0,0 0-144 0,-4 3-64 15,4 7-136-15,0 3 48 0,-4 6 272 16,4 6 36-16,0 4-4 0,0 3-44 15,0 6-76-15,0-1-124 0,0 11 52 16,0-1-52-16,4 5-24 0,-4 1-8 16,0 2-64-16,0 2 36 0,0-3-40 0,0 3-8 15,0-3-8-15,0 3 0 0,0 0-52 16,0-6 52-16,4 0-44 16,0-3 40-16,0-7-168 0,0-7-16 0,1-1 12 0,-2-5-60 15,1-3 12-15,-4-6 60 16,4-3 0-16,-4-6-36 0,4-4-160 15,-4 1-100-15,0-7-60 0,0 0-20 0,0 0-108 16,4 0-388-16,-4-7-556 16,4-5-608-16,-1 2-1893 0,-3-15-2115 15</inkml:trace>
  <inkml:trace contextRef="#ctx0" brushRef="#br0" timeOffset="88431.675">22459 5673 2748 0,'0'0'1540'0,"0"0"2388"16,0 0-2400-16,0 0 97 15,0 0-277-15,0 0 52 0,0 0-248 0,0 0-260 0,80-34-216 0,-72 30-200 16,3 1-80-16,-2 3-76 0,-1-3-120 15,-1 3-104-15,2 0-44 0,-5 0 20 16,0 6 4-16,3 1 32 0,1-1 104 0,1 3-52 16,-5 4-52-16,3 1 4 15,1 0 0-15,-4 3-64 0,5-1-40 16,-5 0 92-16,-1 0-88 0,-3 2 36 0,4 1-48 16,-4-3 4-16,4 3-4 15,-4-3 4-15,0 0-4 0,0 1 0 0,0-3 0 16,0-1 0-16,0 0-12 0,0-3 8 15,0-4 4-15,0 4-4 0,0-7-4 16,0 3-68-16,0-2 68 0,0-4-52 16,0 3-112-16,0-3-24 0,0 0 60 15,0 0 0-15,0 0 52 0,0 0 84 0,0 0 52 16,0 0 60-16,0-3-4 16,0 3 4-16,0-7-64 0,0 1-48 0,4-4-60 15,0-6-236-15,5-3 124 0,-2 0 168 16,1-3 0-16,0 3-40 0,4-4-20 0,-4 8 64 15,0-4 52-15,0 6-48 16,0-3 92-16,0 4-20 0,-1-1 32 16,2 3-20-16,-1-3 12 0,0 5-28 0,4-3-72 15,-4 5 0-15,3 0 4 0,2 3 28 16,-1-1-28-16,-1 4-4 0,2 0 124 16,2 0-112-16,-7 4-12 0,4-1 12 15,0 3-8-15,-3 0 0 0,2-2-4 16,-3 3-4-16,-4-5-44 0,5 4-88 0,-6-2-84 15,5-2-40-15,-4-2-136 0,0 5-48 16,0-5-100-16,0 2-244 16,0-2-460-16,0 4-880 0,0-1-1061 0,-4-3-3655 0</inkml:trace>
  <inkml:trace contextRef="#ctx0" brushRef="#br0" timeOffset="89085.739">23093 6140 1332 0,'0'0'8708'0,"0"0"-6711"15,0 0-705-15,0 0-176 0,0 0 272 16,0 0-48-16,0 0-52 0,0 0-180 15,103-4-348-15,-71-1-324 0,8-2-144 0,-4-2-36 16,0 3-84-16,-4-5-88 0,-1 5-84 16,-3-2-12-16,0 1-96 15,-3-3-296-15,-2 0-288 0,-3 1-228 0,0 3-188 16,-8-1-516-16,-1 1-1112 0,-2-1-2061 16,-5-2-1787-16</inkml:trace>
  <inkml:trace contextRef="#ctx0" brushRef="#br0" timeOffset="89317.023">23451 5884 1108 0,'0'0'312'0,"0"0"6968"15,0 0-5352-15,0 0-683 0,0 0-361 0,0 0 200 16,0 0 20-16,0 0-160 0,0 0-264 16,0 0 116-16,0 0-52 0,16 72-228 0,-12-40-60 15,0 6-64-15,0 0-24 0,-4 7 0 16,0-1-172-16,0 3-20 15,-4-2-176-15,0-4 0 0,4 1-64 16,-4-7-20-16,4-7-148 0,0 0-392 0,0-5-76 16,4-6-88-16,9-9-144 15,-2-2-484-15,5-2-872 0,4-8-985 0,-4-2-2595 16</inkml:trace>
  <inkml:trace contextRef="#ctx0" brushRef="#br0" timeOffset="89521.281">24077 5909 8188 0,'0'0'4949'15,"0"0"-3273"-15,0 0-996 0,-20 76-288 16,12-41 212-16,-5 6 664 0,2 3-216 16,3 1-404-16,0-1-316 0,4 1-172 0,4-4-124 15,-4-4-36-15,4-1-148 0,0-4-524 16,0-7-304-16,0-6-100 0,0-3-340 15,4-7-1308-15,-4-2-3881 0</inkml:trace>
  <inkml:trace contextRef="#ctx0" brushRef="#br0" timeOffset="90022.134">21682 5832 2612 0,'0'0'4092'16,"0"0"-928"-16,0 0-1563 0,-84 71-421 0,61-43 32 15,-1 4-148-15,4 5-172 0,4 8-160 0,4-1-236 16,0 7-124-16,8 3 88 16,0 0-52-16,4 1-100 0,0 1-36 15,8-2-64-15,0-3-208 0,8 0-48 16,0-7-16-16,4 1-108 0,4-4-256 15,3-6-364-15,5-4-204 0,8-1-428 16,11-8-1104-16,-10-10-2397 0,30-9-2663 0</inkml:trace>
  <inkml:trace contextRef="#ctx0" brushRef="#br0" timeOffset="90375.28">24663 5810 11685 0,'0'0'4092'0,"0"0"-4092"0,0 0 0 0,0 0 112 15,79 0 904-15,-55 3 100 0,-4 6-364 16,4 4-308-16,-1 6-40 15,1 7 48-15,1-1-144 0,-5 6-140 0,-5 5-168 16,2 2 52-16,-10 3 8 0,-3 0-16 16,-4 7-44-16,-4 0-8 15,-8 3 0-15,-4-4-64 0,-8 3-52 0,0-5-60 16,-4 3-228-16,5-7-240 0,-5-2-24 16,0-7-28-16,0-1-28 0,4-9-384 15,0 1-748-15,1-8-964 0,2-2-2813 0,6-10 57 16,-5-3 5485-16</inkml:trace>
  <inkml:trace contextRef="#ctx0" brushRef="#br0" timeOffset="91098.249">25439 6239 1752 0,'0'0'1044'15,"0"0"6196"-15,0 0-5219 0,0 0-573 16,0 0-104-16,0 0 28 0,0 0-360 16,0 0-196-16,0 0-100 15,96 6 12-15,-40-9-8 0,4 0-124 0,7-1-96 0,5 1-96 16,0 0-27-16,3 0 83 0,1-4 60 15,4 1-244-15,0 0-44 16,-1-7-100-16,-3 0-84 0,-5-2-48 0,-11 2-60 16,-8 3-84-16,-8-2-52 0,-9 5-80 15,-7-2-100-15,-7 3-108 16,-6 2-245-16,-10 2-183 0,-5-3-216 0,-5 5-248 16,-10 7-836-16,-2-3-2164 0,-18 11-2949 15</inkml:trace>
  <inkml:trace contextRef="#ctx0" brushRef="#br0" timeOffset="91586.271">25909 6717 5044 0,'0'0'8121'0,"0"0"-7233"0,0 0-696 16,0 0-192-16,0 0 872 0,0 0 464 0,0 0-120 16,92 58-460-16,-72-36-216 15,8 4 88-15,-4 3-128 0,-1-1-192 16,1 3-64-16,-7 1 84 0,2 0-84 0,-6 0-60 15,-6-4-40-15,1 4-36 0,-8-3-8 16,0-1-28-16,0-2-64 16,-4-4 53-16,0-3-53 0,-3-6 4 0,3-4 48 15,-1-3-60-15,5-1 48 0,-4-5 112 16,4 0 20-16,-4-11 28 0,0-2-208 16,1-5-216-16,-5-11-36 0,8-7-65 0,0 3 181 15,0-6-32-15,4 1 44 0,7 0 40 16,2 3-24-16,2 0 36 0,2 6-16 15,2 1 40-15,-3 5 36 0,0 4-48 16,0 4-28-16,4-1-20 0,-4 0-28 16,4 6-8-16,-4 1-148 0,0-1-124 0,3 3-136 15,-2 1-264-15,2 4-248 16,-3-2-464-16,5 2-772 0,-10-2-1901 16,6 4-2619-16</inkml:trace>
  <inkml:trace contextRef="#ctx0" brushRef="#br0" timeOffset="92297.516">26236 4905 664 0,'0'0'7872'0,"0"0"-5351"16,0 0-597-16,0 0-640 0,0 0-272 15,0 0-172-15,0 0-100 0,0 0-292 16,0 0-212-16,0 0 284 0,12 70 24 0,-12-32-76 16,-4 10-64-16,-4 0-48 0,1 2-12 15,-6 1 20-15,1 0-108 0,-4 2-12 0,4-1-156 16,1-2 44-16,2-2-48 16,5-7 16-16,4-6-96 0,0-9 8 0,13-4 72 15,2-7-12-15,6-5-60 0,3 0 112 16,-1-10-124-16,5 0-24 0,0-7-160 15,0-6-144-15,0-2-36 0,-4-5-356 0,-5-1-88 16,-6 2-316-16,-6-4-576 16,-3 7-1496-16,-8-9-3265 0</inkml:trace>
  <inkml:trace contextRef="#ctx0" brushRef="#br0" timeOffset="92486.22">25798 5359 6384 0,'0'0'4352'0,"0"0"-3435"0,0 0-765 0,0 0 120 16,0 0 1004-16,0 0 412 0,88-9-288 16,-48 2-504-16,3 0-424 15,5-1-176-15,0 1-24 0,-4-3-88 0,-1 4-184 16,-3-1-8-16,0 1-388 0,0 3-348 16,0-2-224-16,-4 0-532 0,-9 3-968 15,5-2-3493-15</inkml:trace>
  <inkml:trace contextRef="#ctx0" brushRef="#br0" timeOffset="92981.459">26706 4489 3132 0,'0'0'3008'16,"0"0"1228"-16,0 0-3075 0,0 0-213 15,0 0 112-15,88 42 144 0,-64-17-356 0,-5 3-104 16,2 7-84-16,-5 3-88 0,-1-3-264 16,-2 7-60-16,-9-8-52 0,0 5 40 15,-4-4-4-15,0-7-44 0,0 0-80 16,0-9-108-16,0-5 12 0,0-5 52 0,0-6-64 15,0-3 0-15,0 0 56 0,0 0 80 16,0-7-52-16,0-1-84 16,0-9-256-16,4-5-52 0,3-6-60 0,10-7 244 15,-2-3-64-15,5-1-96 0,0 1-124 16,4 4 24-16,-4 2 8 0,4 3 116 16,-1 10 8-16,-2 4-116 0,-1 5-120 0,4 4-372 15,-5 6-420-15,-6 0-964 0,6 6-3221 16</inkml:trace>
  <inkml:trace contextRef="#ctx0" brushRef="#br0" timeOffset="98181.279">19164 9255 8584 0,'0'0'400'16,"0"0"2209"-16,0 0-1737 0,0 0 48 15,0 0 412-15,0 0-12 0,0 0-264 16,0 0-324-16,0 0-140 0,0 0 72 0,4-17 380 16,24 28-400-16,12-3-108 0,0 6-256 15,-1-5-84-15,6 1-63 16,-6-4-125-16,1-3 0 0,-5-3 40 0,2 0-48 15,-5 0-88-15,-5 0-93 0,1 0-199 16,-8-3-252-16,1 3-212 0,-10 0-124 16,-3 0-380-16,-4 7-1232 0,-4-1-2949 15,-12 3-3491-15</inkml:trace>
  <inkml:trace contextRef="#ctx0" brushRef="#br0" timeOffset="98365.347">19204 9575 10092 0,'0'0'1777'0,"0"0"-1353"0,0 0 64 16,0 0 1164-16,0 0-364 0,0 0-432 0,0 0-296 15,87 51-28-15,-50-51-72 16,-1 0-104-16,-1 0-264 0,5-6-92 16,4-1-396-16,-4-5-320 0,3 3-232 0,2-1-576 15,-10 0-1428-15,17 4-5305 0</inkml:trace>
  <inkml:trace contextRef="#ctx0" brushRef="#br0" timeOffset="100844.455">21040 9357 5684 0,'0'0'5132'0,"0"0"-4323"0,0 0 103 16,0 0 148-16,0 0 156 0,0 0 184 15,0 0-204-15,0 0-340 0,0 0-376 16,0 0-100-16,-15-10 172 0,55 16 208 15,8 7-112-15,11-4-224 0,5 1-120 16,4-7-147-16,-1 1 87 0,5-4-40 0,0-4-44 16,0-5-112-16,-9-4-48 0,1 0-12 15,-8 0-84-15,-9 4-64 0,-2-4-204 16,-10 7-133-16,-11 0-295 0,-4 6-160 0,-12 0-228 16,-8 0-980-16,0 6-2028 15,-24 13-1929-15</inkml:trace>
  <inkml:trace contextRef="#ctx0" brushRef="#br0" timeOffset="101184.695">21200 9509 8188 0,'0'0'4069'0,"0"0"-3161"0,0 0 220 16,0 0 364-16,0 0-16 0,95 31-460 15,-67-24-180-15,4 3-208 0,-4-1-152 16,0 0-172-16,-4 4-148 0,-7 0-156 15,-2 3-96-15,-11 6-76 0,-4 3-12 16,-4 10-12-16,-8 3-316 16,-8 7 56-16,-8 5-112 0,-4 1 76 0,-3 0 84 15,-1-3 172-15,0-4 156 0,-4-2 80 16,8-7 52-16,4-4 84 0,0-6 48 0,9-2 76 16,2-6 64-16,9-9 20 0,5 3-48 15,3-9-124-15,11 2 72 16,9-2 136-16,12-2 88 0,4 0-80 0,8 0-108 15,0-6-72-15,8-3-108 0,-5-1-100 16,-2 1 0-16,-2-1-100 0,0 4-276 16,-2 2-456-16,-9 1-160 0,-4 3-256 0,-5 7-668 15,-7-1-2628-15,-8 11-4661 0</inkml:trace>
  <inkml:trace contextRef="#ctx0" brushRef="#br0" timeOffset="101567.558">20973 10769 4272 0,'0'0'11201'0,"0"0"-9905"16,0 0-1100-16,0 0 4 0,99 16 360 15,-75 0-64-15,-7 9-64 0,-2 4-4 0,-7-1-120 16,1 4-64-16,-2 3 28 0,1-3-176 16,-4 4-12-16,0-6 112 0,-4 3-72 15,0-2-60-15,0-6-56 0,0-5 56 16,0-1-12-16,-4-10 8 0,4 1 24 16,-4-10-12-16,4 0 148 0,0 0 12 15,0-6-84-15,-4-11-148 0,0-5-244 16,4-9-84-16,0-10 192 0,4-7-72 15,8 0 52-15,0 0-52 0,4 4 156 0,0 5-44 16,0 8-28-16,4 5-144 0,-5 4-200 16,2 7-108-16,-2-1-340 0,2 6-720 15,-1 4-1008-15,-4-1-2149 0,-1 4-2651 16</inkml:trace>
  <inkml:trace contextRef="#ctx0" brushRef="#br0" timeOffset="101759.288">21510 10814 8836 0,'0'0'6005'0,"0"0"-4837"0,0 0-688 0,0 0 752 0,0 0-172 16,77-20-200-16,-53 15-224 16,-5-6-380-16,9 2-248 0,-4-1-8 0,-4 1-164 15,0 3-436-15,0 3-148 0,-5-1-312 16,2 4-568-16,-10 0-1524 0,-3 4-4297 15</inkml:trace>
  <inkml:trace contextRef="#ctx0" brushRef="#br0" timeOffset="101910.495">21678 10964 3332 0,'0'0'9789'0,"0"0"-8493"0,0 0-776 15,0 0 748-15,0 0 168 0,0 0-260 16,84 2-256-16,-61-11-580 15,1-4-340-15,4-3 0 0,0-3-536 0,4-3-300 0,0 0-388 16,0-4-504-16,0 1-1108 16,-4 5-2997-16</inkml:trace>
  <inkml:trace contextRef="#ctx0" brushRef="#br0" timeOffset="102749.986">22037 8810 6960 0,'0'0'1116'0,"0"0"-184"15,0 0 556-15,0 0 265 0,0 0-197 0,-52 77-620 16,24-58-344-16,0-4-288 16,-8 5-228-16,1-5 60 0,-6 1-20 0,-2-3-32 15,-1-4 44-15,4-2-24 0,-4-4-100 0,5 0 8 16,2-3 72-16,5-6-80 16,0-7 104-16,9-3-108 0,-1-3-12 15,0-6-52-15,9 0 40 0,-2-4-24 0,10 4-16 16,7-4 64-16,0 3-192 15,7 1 80-15,10 3 112 0,2 0 124 0,5 3 80 16,8 6-16-16,-4 3 12 0,8 3-64 16,-1 7 64-16,1 4 0 0,5 6 72 15,-2 3-48-15,1 5 148 0,0 2-152 16,-4-1-96-16,0-4-116 0,3 1-4 0,-3-3 48 16,-4-7-44-16,8-3 40 15,-4-3 0-15,0 0 16 0,-1-3-56 16,-3-6 64-16,0-4-20 0,-4-3-4 0,0-3 0 15,-4 0-44-15,-9 0-4 0,2 0-24 16,-13-1 24-16,-4 6 0 0,0 1 48 16,-17-4-48-16,-2 5-68 0,-13 2 4 15,-3-3-32-15,-6 7 32 0,-2 0 60 16,-2 6-68-16,-2 0-16 0,3 9 40 0,0 7-148 16,-3 0 32-16,6 7-44 0,2-1-288 15,3 3-264-15,4 4-232 0,4-1-588 16,4 1-808-16,9-4-2249 0,2 6-2347 0</inkml:trace>
  <inkml:trace contextRef="#ctx0" brushRef="#br0" timeOffset="103507.77">23264 10049 6248 0,'0'0'1508'0,"0"0"1624"0,0 0-1195 16,0 0-205-16,0 0-220 0,0 0-224 15,0 0-260-15,0 0-144 16,0 0-64-16,0 0-100 0,0 0-96 0,76 8-151 16,-41-3-85-16,5-5 168 0,8 0-48 15,4 0-96-15,-4-7-132 0,4 1-172 0,-1-4 36 16,1 3-96-16,0-1 12 0,-5-5-60 16,2 1-12-16,-6-2-156 0,-2 4-148 15,-10 1-152-15,-3 0-200 0,-8 5-240 16,-8 1-225-16,-8 3-483 0,-4 0-2320 15,-9 7-2177-15</inkml:trace>
  <inkml:trace contextRef="#ctx0" brushRef="#br0" timeOffset="103882.546">23535 10341 5520 0,'0'0'8153'0,"0"0"-7013"16,0 0-1012-16,0 0 24 0,0 0 1056 0,0 0-184 16,0 0-184-16,0 0-356 15,99 31-128-15,-75-18-12 0,0 3 12 0,0 3-88 16,-4 4-132-16,-4 2 56 0,0 0 16 16,-4 4-12-16,0-1-112 15,-5 0-32-15,-2 1 4 0,-1 0-52 0,0-3-4 0,-4-5 0 16,0 2-84-16,0-7 84 15,0-1 12-15,0-8-8 0,0-1 0 16,0-3 80-16,-4-3 88 0,4 0 92 0,-4-6 4 16,-1-4-268-16,5-9-24 0,-7 1-280 0,7-11 196 15,0 1-28 1,0-8 88-16,12 5-72 0,0-4 8 0,3 0-8 16,2 0-112-16,-1 3-172 15,-1 4-60-15,2-1-152 0,-6 6-160 0,5 5-204 16,-4 5-596-16,-4 0-884 0,5 4-2713 0</inkml:trace>
  <inkml:trace contextRef="#ctx0" brushRef="#br0" timeOffset="104714.741">23675 8941 7080 0,'0'0'2788'16,"0"0"-1083"-16,0 0-785 0,0 0 116 0,0 0 80 16,-45-73-144-16,37 69-80 0,1 2-244 0,3 2-176 15,0 0-160-15,-5 9-204 16,2 7-100-16,-5 9 8 0,-1 4 156 16,2 2-12-16,-2 4-76 0,6-6-84 0,3-3-132 15,0-12 44-15,4 0-12 0,0-8-24 16,0-3 28-16,0-3-56 0,4 0-80 15,0 0-104-15,3-6 72 0,6-4 92 16,-2-2-40-16,6-4-88 0,-6-3-16 16,2 0 112-16,-5 3-84 0,-1 3 284 0,-3 7 4 15,0-1 0-15,-4 7-124 0,4 0 124 16,-4 0 12-16,5 4 152 0,-1 5 360 16,0 7 120-16,3 4-308 0,1 1-64 15,-4 8 140-15,5 3-92 16,-2 0 100-16,1 5-160 0,-4 5-40 0,-4 3 40 15,0 5-212-15,0-2 136 0,0 2-124 16,-8-3-60-16,4-8-96 0,0-4-52 0,1-13-256 16,3 0 8-16,0-9-208 0,0-2-68 15,0-6-164-15,0-2-260 0,0-3-408 16,3 0-748-16,1-3-2325 0,4-13-519 16</inkml:trace>
  <inkml:trace contextRef="#ctx0" brushRef="#br0" timeOffset="105606.019">24156 8738 7504 0,'0'0'1404'15,"0"0"1177"-15,0 0-1337 0,0 0-400 16,0 0 80-16,0 0 288 0,0 0-132 0,0 0-432 16,0 0-180-16,-23 66-20 15,14-27-80-15,1 1 12 0,-3 8-24 16,-2-4-96-16,6 5 20 0,-5-2-168 0,8 3-100 15,-5-2-4-15,6-7-4 0,3 0-4 16,3-9-76-16,6-9 64 0,7-8-72 0,0-5 84 16,3-3 44-16,5-7 28 15,-3 0 40-15,-2-7-4 0,1-6-28 16,1-2-80-16,-2-5-88 0,-3 1-276 0,-4-2-276 16,-4 2-232-16,0-1-392 0,-8 4-744 15,0 3-2717-15,-20-5-4123 0</inkml:trace>
  <inkml:trace contextRef="#ctx0" brushRef="#br0" timeOffset="105749.617">24013 9093 11941 0,'0'0'1356'0,"0"0"-684"0,0 0-140 16,107-48 464-16,-75 32-276 0,-4 0-280 15,0 0-392-15,-4 4-48 0,0-1-348 16,-8 1-864-16,0 5-892 0,-8 1-2029 0,-8 0-2975 15</inkml:trace>
  <inkml:trace contextRef="#ctx0" brushRef="#br0" timeOffset="106065.134">23272 8843 6900 0,'0'0'2736'0,"0"0"-1263"0,0 0-189 16,0 0 120-16,-80 56-76 0,60-24-232 0,1 3-296 15,2 6-192-15,6 1-24 0,7 5-44 16,4 4-84-16,0 3-200 15,7 0-32-15,5 0-152 0,1 3-72 0,2-6-8 16,1-4-128-16,0-2-84 0,0-7-332 16,4-6-140-16,0-7-148 15,4-9-8-15,4-7-588 0,-9-2-1016 0,22-11-3661 16</inkml:trace>
  <inkml:trace contextRef="#ctx0" brushRef="#br0" timeOffset="106302.482">24682 8760 10316 0,'0'0'3121'0,"0"0"-1865"16,0 0-376-16,0 0 88 16,0 0 412-16,72 66 40 0,-64-41-600 0,4 0-380 15,-8 11-248-15,4-4-68 0,-8 6-60 16,0 0-64-16,0-1-72 0,-4 5 12 15,-8 0-260-15,0-4-216 0,-4 0-124 0,4-4-44 16,-4-5-60-16,4-6 96 16,1-8-80-16,2-8-716 0,1-7-1128 0,0-7-3657 15</inkml:trace>
  <inkml:trace contextRef="#ctx0" brushRef="#br0" timeOffset="106618.085">24837 8499 7552 0,'0'0'4393'0,"0"0"-3717"0,0 0-280 16,0 0 496-16,0 0 552 0,84-28-436 16,-64 28-436-16,-4 0-248 0,4 0-100 15,-3 9-12-15,-2 1-112 0,-3 3-100 16,0 2-4-16,-8 5-92 15,-4-2-192-15,0 1 92 16,0 0 72-16,0-3 124 0,0-6 116 0,0-4-116 0,0-3-64 16,0-3 64-16,8-3 136 0,4-6 0 15,0-4 88-15,8-6 0 0,-1-3-140 16,5-3-84-16,1-1-64 0,-6 4 60 16,5 0-4-16,-4 5-152 0,1 4-164 15,-2 7 0-15,1 3-88 0,-1 3-216 0,2 3-644 16,-9 8-1272-16,4 8-4557 0</inkml:trace>
  <inkml:trace contextRef="#ctx0" brushRef="#br0" timeOffset="108208.242">25945 9792 184 0,'0'0'1288'0,"0"0"-688"0,0 0-388 0,0 0-212 16,0 0-412-16,0 0-1020 0</inkml:trace>
  <inkml:trace contextRef="#ctx0" brushRef="#br0" timeOffset="108449.582">25551 9747 9564 0,'0'0'980'15,"0"0"1537"-15,0 0-1345 0,0 0-376 16,0 0 308-16,0 0-312 0,0 0 64 0,0 0 120 15,103-22-80-15,-54 15-296 0,2 1-268 16,1-3-200-16,4-1-36 0,-9-2-8 0,1 2-84 16,-4-4-4-16,-4 0-112 15,0 0-376-15,-8-2-416 0,-4 2-340 0,-9 0-1100 16,1-5-3341-16</inkml:trace>
  <inkml:trace contextRef="#ctx0" brushRef="#br0" timeOffset="108667.266">25937 9436 5044 0,'0'0'8673'0,"0"0"-7597"16,0 0-760-16,-4 63 36 0,12-31 444 16,1 0 484-16,-2 4-328 15,1 4-336-15,0 2-332 0,-3 2-136 16,-1 3-148-16,-4 1-8 0,0 0-104 0,0-4-220 0,0-3-172 15,0-2-88-15,3-7-176 0,1-10-44 16,8-4-296-16,8-6-564 16,0-5-696-16,0-7-865 0,15-9-3511 0</inkml:trace>
  <inkml:trace contextRef="#ctx0" brushRef="#br0" timeOffset="108880.875">27185 9340 15865 0,'0'0'2136'0,"0"0"-1308"0,0 0-508 15,99-2 8-15,-52-5 408 16,9 1 372-16,0-1-375 0,0-5-361 16,4 2-212-16,8-3-100 0,-5 4-60 15,5-3-72-15,-4-1-244 0,-1-4-329 16,-7 5-279-16,-8 2-200 0,-4-3-540 0,-16 8-1364 15,-8 1-3429-15</inkml:trace>
  <inkml:trace contextRef="#ctx0" brushRef="#br0" timeOffset="109216.14">27368 9451 14053 0,'0'0'2144'0,"0"0"-1044"0,0 0-712 0,0 0-128 0,0 0 736 15,0 0 256-15,0 0-324 16,0 0-420-16,83 20-324 16,-51-17-75-16,5-1-101 0,-6 3 4 0,1 1-12 0,-4 3-84 15,-8 7-61-15,-4 0-39 16,-8 9-12-16,-8 4 16 0,0 6-52 16,-12 5 0-16,-12 6 48 0,-4 4 124 0,0 4 48 15,-4 1 4-15,0-8 8 0,0 1 12 16,8-11 72-16,4-2 40 0,8-7-52 15,9-9 0-15,3-2 52 0,15-1-28 16,9-7 40-16,8-2-4 0,9-4 64 16,10-3-76-16,5-6-36 0,3-7-28 0,1-3-56 15,0-1-244-15,0-2-364 0,-4 5-356 16,-5-3-352-16,-3 4-1184 0,-16 4-2773 16,12-1-4251-16</inkml:trace>
  <inkml:trace contextRef="#ctx0" brushRef="#br0" timeOffset="110010.897">27252 10896 7068 0,'0'0'1300'0,"0"0"-536"0,0 0 12 16,0 0 269-16,0 0 303 0,84 13-44 16,-64-7-300-16,0 1-236 0,0 5-116 15,-1 1-84-15,-2-1-32 0,-2 7-16 16,-2 2-112-16,-6 0 12 0,1 2-48 16,-4-1-28-16,-4 3-100 0,0-3-72 0,0 0-60 15,-4-3-64-15,0 0-4 0,0-2-40 16,1-2 52-16,-1-1-56 0,-1-9 8 15,5-2 4-15,0 1-12 0,0-4 0 16,0 0-8-16,0-4-36 0,0-4 40 0,5-6-4 16,-1-5-76-16,-1-2 84 15,9-6-60-15,-3-1-52 0,2 0 0 16,5 2 108-16,-4 1-56 0,4 2-40 0,0 1-132 16,0 6 0-16,0 0-28 0,-1 0-36 15,6 4 36-15,-5-1-88 0,0 4-132 0,0 2-256 16,-1 1-448-16,-2 3-792 15,-2-1-1289-15,-3 4-2479 0</inkml:trace>
  <inkml:trace contextRef="#ctx0" brushRef="#br0" timeOffset="110271.172">27997 10985 11881 0,'0'0'1788'0,"0"0"-800"0,0 0-344 0,0 0 136 16,0 0 336-16,76-13-372 15,-56 7-288-15,-4-1-308 0,3 5-140 0,2-5-8 16,-5 4-196-16,-1 0-612 0,-7 0-396 15,5 3-688-15,-9-4-2581 16,-4 4-3827-16</inkml:trace>
  <inkml:trace contextRef="#ctx0" brushRef="#br0" timeOffset="110443.019">28081 11164 12677 0,'0'0'2212'0,"0"0"-1556"15,0 0 352-15,0 0 136 0,0 0-232 16,0 0-260-16,92-11-456 0,-73 2-184 0,9-4-12 0,0-3-280 16,-4 4-484-16,4-1-348 15,-4 1-504-15,-1 2-816 0,-10 4-2257 16,6-1-2507-16</inkml:trace>
  <inkml:trace contextRef="#ctx0" brushRef="#br0" timeOffset="123501.668">21407 7315 5472 0,'0'0'2340'0,"0"0"-860"16,0 0-576-1,0 0-220-15,0 0-167 0,-11 70 1735 0,11-51-1212 16,0 1-536-16,0 1-204 0,-4-2 16 0,4 6-52 16,0 4 16-16,0 0-80 0,-5 2-188 15,5 4-12-15,0-3-176 16,0 1-340-16,0-3-480 0,5 3-424 0,-1-11-1493 0,-4 6-3803 15</inkml:trace>
  <inkml:trace contextRef="#ctx0" brushRef="#br0" timeOffset="124247.076">22380 10515 10664 0,'0'0'1597'16,"0"0"-589"-16,0 0-408 0,0 0 60 0,0 0 424 0,0 0 96 15,0 0-36-15,0 0-528 0,15 70-332 16,-11-37-124-16,5-2-148 0,-5 3 80 0,-1 8-92 16,1-3-120-16,0-2-104 0,-4 1-380 0,4-1-448 15,-4 5-592-15,4-13-1020 0,-4 16-3761 16</inkml:trace>
  <inkml:trace contextRef="#ctx0" brushRef="#br0" timeOffset="126130.933">28599 10865 4424 0,'0'0'2344'0,"0"0"1768"15,0 0-2671-15,0 0-521 0,0 0 20 0,-20 82 20 16,16-53 96-16,0 2-228 16,0 5-308-16,0 2-232 0,0 0-92 15,0 3-60-15,4 0-124 0,-4-3-8 0,4 1-4 16,0-5-108-16,0-2-292 0,0-4-392 16,4-5-276-16,4-4-320 15,0-7-996-15,0-1-2277 0,4-9-2363 0</inkml:trace>
  <inkml:trace contextRef="#ctx0" brushRef="#br0" timeOffset="126947.543">28049 8099 5260 0,'0'0'1600'0,"0"0"-848"16,0 0 1596-16,0 0-1047 15,-12 70-93-15,4-51-124 0,-4 0-104 0,0 3-36 16,0-6 0-16,-4 3 52 0,-3 0-164 16,-6-1-252-16,1 6-152 0,-7-6-60 15,-1 5-84-15,-8-4-16 0,4 0-48 16,-4-3-48-16,0-4-100 0,1-1 0 0,-1-3-24 15,4-2 40-15,-4-1-76 0,8-3-4 16,-4-2-8-16,8 0-4 16,0 0-60-16,8-7 60 0,9-1-8 0,-1-5-180 15,8 1-64-15,-1-5-76 0,2-2 88 16,3 0 96-16,3 0-84 0,6 0-28 16,7 0 16-16,4 4 96 0,4-2-24 0,3 5 36 15,10-1 60-15,6 1-8 0,0 1 20 16,6 3-56-16,-1 1-28 0,3 3-4 15,-7 1-8-15,4 3 48 0,-13 0 36 16,6 0-20-16,-13 3-16 0,-5 3-24 0,-3 4-4 16,-3-3 104-16,-2 6 24 15,-7-7 12-15,4 3-176 0,-4-2-36 16,0-4-128-16,1-3-76 0,-2 0 128 16,5-3 36-16,-4-4-88 0,0-6 152 15,-4-2 60-15,0-4 8 0,0-4 120 16,-4 4 168-16,-4 0-80 0,-8 4 124 0,-4-1-96 15,-8 2 184-15,-4 2-136 0,-8 3-36 16,-3 2-124-16,-13 4-8 0,0 3-180 16,-4 0-32-16,-3 0 140 0,-1 3 28 15,0 0-116-15,4-3-304 0,4 0-360 16,16 0-1052-16,-7-6-2725 0</inkml:trace>
  <inkml:trace contextRef="#ctx0" brushRef="#br0" timeOffset="132615.356">28862 9476 5228 0,'0'0'7057'0,"0"0"-5829"16,0 0-620-16,0 0-240 15,0 0 352-15,0 0 640 0,0 0-256 16,0 0-348-16,0 0-200 0,0 0-40 15,71-19 80-15,-43 19-68 0,4 5-52 0,5-5-76 16,2 0-96-16,5 0-99 0,0 0-93 16,3-5-108-16,-2-1 60 0,-6-2-64 0,5 1-48 15,-8-3 36-15,4 1-72 16,-8-4-88 0,-1 3-313-16,-3 4-235 0,-3-3-256 0,-10 5-416 0,-2 1-952 15,-6 3-2492-15,-7 0-2829 0</inkml:trace>
  <inkml:trace contextRef="#ctx0" brushRef="#br0" timeOffset="132980.69">29189 9782 12117 0,'0'0'1320'16,"0"0"-1092"-16,0 0-12 0,0 0 188 15,0 0 596-15,75 54 172 0,-59-35-128 16,0 2-560-16,4 2-236 0,0 6 256 16,-4 0-36-16,0-1-100 0,-4 0-124 15,-4 2-36-15,-1-5-60 0,-2 0-76 16,-5 0 4-16,0-3 32 0,0 1-96 0,-9-4 72 16,6-2 4-16,-5-5-80 15,0 1 52-15,-1-8 0 0,2-2 40 0,3 1 8 16,-4-4-24-16,4 0 16 0,0-4-16 15,-4-4 8-15,4-9-92 0,0-5-132 16,0-6-64-16,4-4 112 0,0 0-100 0,0-4-24 16,8 5-12-16,4 4-60 0,-4 3 96 15,8 2-108-15,-4 3 20 0,4 3-24 16,0 4-48-16,-1-1-136 0,2 3-324 16,2 1-588-16,1 3-1148 0,-8 2-2477 0,8-3-2659 15</inkml:trace>
  <inkml:trace contextRef="#ctx0" brushRef="#br0" timeOffset="133658.807">28957 8238 8352 0,'0'0'3089'0,"0"0"-1321"15,0 0-764-15,0 0 8 0,0 0 296 16,0 0-212-16,0 0-328 0,0 0 312 15,0 0-392-15,48 87-224 0,-44-49-112 16,-4 9-12-16,0 0-36 0,0 4-23 0,0 1-145 16,0-5-136-16,0 3 4 0,4-1-4 15,0-2-72-15,0 1 68 16,5-6-64-16,2-11 68 0,1-2 0 0,4-11-121 16,-4-1 21-16,4-8 92 15,0-3-40-15,-4-3 0 0,4-3 36 0,0 0-72 0,-1-6-160 16,2-3-12-16,-6-7-24 15,2-3-124-15,-5 0-180 0,-5-4-140 16,-3-3-436-16,0 1-500 0,-7-3-1132 0,-6 6-2365 16,-10-7-2579-16</inkml:trace>
  <inkml:trace contextRef="#ctx0" brushRef="#br0" timeOffset="133832.285">28841 8662 9520 0,'0'0'1729'16,"0"0"-945"-16,0 0-4 0,0 0 292 0,0 0 384 15,0 0 200-15,0 0-516 16,109 9-488-16,-78-9-292 0,5-3-80 16,0-8-60-16,0 5-96 0,0-7-124 0,-4 1 0 15,0-1-244-15,-4-3-616 0,0 1-392 16,-5-4-500-16,-7 6-1484 0,5-9-5153 16</inkml:trace>
  <inkml:trace contextRef="#ctx0" brushRef="#br0" timeOffset="134146.948">29524 8029 11177 0,'0'0'1372'0,"0"0"-988"15,0 0 76-15,0 0 532 0,86 22 308 0,-69-12-160 16,-1 3-420-16,-4 6-432 15,-1 3-4-15,2-1-136 0,-5 9-48 0,-8-2-4 16,0 7 16-16,0-7-104 0,-4 2 40 16,-4-9-32-16,3-4-12 0,5-8 52 15,0-5-56-15,0-1 0 16,0-3 60-16,0-3 100 0,5-4 48 0,7-9-36 0,-1-6-60 16,10-7-112-16,-1-6-404 15,3-3-200-15,1-3-16 0,4 2-12 16,0 4-92-16,0 8-68 0,0 4-560 15,-9 7-1188-15,9 3-2685 0</inkml:trace>
  <inkml:trace contextRef="#ctx0" brushRef="#br0" timeOffset="138255.693">19502 13164 4396 0,'0'0'5864'15,"0"0"-4023"-15,0 0-385 0,0 0-212 16,0 0 180-16,0 0-28 0,0 0-272 0,0 0-276 16,0 0-224-16,0 0-184 0,9-30-172 15,14 24 244-15,9 0 181 16,5 0-269-16,2-1-232 0,-3 4-192 0,-8 3 0 16,0 0-60-16,-4 0-48 0,-8 3-124 15,4 0-289-15,-5 4-135 0,-2-4-136 16,-2 0-200-16,-7 4-584 0,4 0-1444 0,-8 5-3257 15</inkml:trace>
  <inkml:trace contextRef="#ctx0" brushRef="#br0" timeOffset="138451.068">19586 13408 5884 0,'0'0'6449'0,"0"0"-5213"0,0 0-828 0,0 0 176 15,0 0 524-15,0 0 124 0,80 35-240 16,-53-35-400-16,10 0-368 0,-1 0-144 16,3-3-80-16,-3-7-172 0,5 3-456 0,-2-2-416 15,1 0-448-15,-8-1-840 0,12 1-2737 16</inkml:trace>
  <inkml:trace contextRef="#ctx0" brushRef="#br0" timeOffset="142100.208">20435 13741 4440 0,'0'0'3212'0,"0"0"-248"15,0 0-907-15,0 0-921 0,0 0-48 16,0 0 108-16,0 0 44 0,0 0-92 15,48 64-248-15,-41-61-264 0,6 0-124 0,2-3-60 16,2 0 72-16,2-9 73 16,1-4-125-16,5-6-156 0,3-7-100 0,-4-6-120 15,3-6-32-15,-3-6-64 0,4-3-12 16,-4-2-48-16,0-4-36 0,-1 2-172 16,1-7-120-16,-3-2 112 0,-6 0-101 15,-2-3 49-15,2-4-136 0,-6 3 76 16,-5 8 108-16,-1 1-16 0,1 8 136 15,-4 3 148-15,0 9-48 0,0 3-12 16,0 7 64-16,-4 5 8 0,1 4 108 0,-1 7 4 16,-5 2 20-16,5 1 4 0,0 6-88 15,-3 0 28-15,-1 0-68 0,-1 0 0 16,-2 6-8-16,-6 7-112 0,6 6 28 16,-6 3 40-16,2 7 44 0,-2 6 72 0,2 6-24 15,2 4 64-15,2 8 8 0,3 5 40 16,0 5-28-16,3 5 16 15,5-3 36-15,-3 2-28 0,3 1-8 0,0-5-40 16,0-7-36-16,0-8-64 0,8-7 0 16,0-12-8-16,0-3-144 15,-1-11-28-15,10-2 76 0,-6-10-220 0,10-3-260 16,-6-3-120-16,9-10-288 0,-3-2-888 16,3-8-848-16,-9 4-2017 0,9-9-1939 15</inkml:trace>
  <inkml:trace contextRef="#ctx0" brushRef="#br0" timeOffset="142392.61">21124 13383 6732 0,'0'0'4565'0,"0"0"-3089"0,0 0-764 0,0 0 40 15,0 0 636-15,0 0 204 16,0 0-380-16,0 69-596 0,0-56-344 16,0-3-188-16,0-4-84 0,4-6 4 0,0 0-8 15,4 0-32-15,1-6-76 0,-2-4 28 16,5-3 8-16,-3-3-96 0,2 1 0 15,-3-4-48-15,-4 6 60 0,-1 0 108 16,2 3 52-16,-5 4 100 0,0-1 108 16,0 7 28-16,-5-2-124 0,-2-2-28 15,-5 4 100-15,0 0-96 0,0 0-32 0,1 11-56 16,-2 0 0-16,1 9 0 0,1 2 184 16,2 3-12-16,1 1-52 15,5-1-120-15,-1-3 0 0,4-3-120 0,0-3-296 16,4-7-424-16,3-4-136 15,6-5-20-15,6-7-352 0,1-10-936 0,-4 5-2153 0,16-23-2123 16</inkml:trace>
  <inkml:trace contextRef="#ctx0" brushRef="#br0" timeOffset="142817.484">21531 13252 5064 0,'0'0'5620'0,"0"0"-3835"0,0 0-737 0,-16 76-8 15,0-44 472-15,-5 3 224 0,2 0-260 16,3-7-520-16,4-2-296 0,5-7-212 15,3-10-236-15,4-5-212 0,0-4-144 16,0 0-64-16,4-7-132 0,3-5 216 16,5-4 64-16,4-7-64 0,0 1-68 15,0 0-4-15,-1 3 24 0,-2 3 36 16,2 6-192-16,-2 7 92 0,2 3 104 16,2 6 128-16,-6 5 4 0,10 4 8 15,-6 8-8-15,2-1 4 0,-2 6 32 0,5 4 60 16,-4 4-8-16,0 1 24 0,-4 8 20 15,0 2 100-15,-8 4 52 0,0 2-40 16,-4 5 36-16,0-1 12 0,-12-3 60 0,0 0 0 16,-7-3-35-16,2 0 83 0,-7-7-36 15,0-6-144-15,1-3-124 16,-1-9-24-16,-1-7-12 0,1-10-12 0,5-6-48 16,-1-3-100-16,-1-6-140 0,6-13-40 15,-1-3 48-15,0-7 64 0,5-6 12 0,2 3-101 16,9 1 1-16,0 2 12 0,0 4 148 15,9 0-12-15,2-4-28 16,5 0-8-16,0 1-176 0,4-7-228 0,0-4-372 16,4-3-612-16,0 3-584 0,-5 3-944 15,9-18-3573-15</inkml:trace>
  <inkml:trace contextRef="#ctx0" brushRef="#br0" timeOffset="143071.376">22137 12823 12645 0,'0'0'2652'0,"0"0"-1668"15,0 0-472-15,0 0 480 0,-45 86 612 0,34-51-28 16,3 4-663-16,-5 1-453 0,6 2-156 16,-1 5 24-16,4 1-52 15,0 6 76-15,-5 0-64 0,6 0-128 0,3-4-88 16,0 1-68-16,0-6-4 15,3-7-4-15,6-5 0 0,3-8-68 0,3-3 8 16,5-3-104-16,1-8-156 0,-2 3-196 16,5-8-112-16,4-2-157 0,0-4-99 15,0 0-128-15,0-4-832 0,-4-2-1272 16,-8-1-2625-16,4-8-2839 0</inkml:trace>
  <inkml:trace contextRef="#ctx0" brushRef="#br0" timeOffset="143339.126">22487 12958 16253 0,'0'0'1924'0,"0"0"-1664"15,0 0-260-15,0 0 0 0,0 0 516 16,0 0 1040-16,7 69-348 0,6-34-735 15,-5 6-281-15,-1 7 40 0,6 3 8 0,-5 2 16 16,3-2-16-16,-7 3-128 16,1-3-112-16,-5-4 0 0,0 1-232 0,0-7-252 15,-5-5-84-15,5-8-77 0,-4-9 25 16,4-9-100-16,0-7-372 0,0-3-1084 16,0-7-2488-16,0-15-2425 0</inkml:trace>
  <inkml:trace contextRef="#ctx0" brushRef="#br0" timeOffset="143539.607">22738 13344 12257 0,'0'0'2356'16,"0"0"-1460"-16,0 0 84 0,0 0 252 0,0 0 76 0,84 0 16 15,-60-5-544-15,0-2-368 16,8 0-144-16,-4-2-51 0,4-1-217 15,-5-3 0-15,0-2-96 0,5 2-293 0,-4-3-439 16,0 0-320-16,-4 4-676 16,-3 2-1984-16,2 1-3277 0</inkml:trace>
  <inkml:trace contextRef="#ctx0" brushRef="#br0" timeOffset="147897.932">23774 13068 3636 0,'0'0'1328'0,"0"0"-952"0,0 0 1328 16,0 0 904-16,0 0-891 15,0 0-701-15,0 0-392 0,0 0-48 0,-12-70 196 16,12 61 100-16,-8 3-192 0,4-1-264 16,0 0-40-16,0 2-64 0,-4-1 72 15,5 1 12-15,-6 3 0 0,5-2 36 16,0 4-100-16,0 0-48 0,-3 0-112 0,-2 0-72 16,1 11-100-16,0 0-64 0,-4 9 56 15,0 5-44-15,1 7 52 16,2 3 4-16,1 3-4 0,1-4 0 0,3 2-8 15,0-11 8-15,0-3-60 0,4-9-4 16,0-4-84-16,0-5-36 0,0-4 12 16,8 0-48-16,-1 0 108 0,1-4 24 15,9-8 4-15,-2-1-200 0,1-6-64 16,0 0-72-16,-4-4 68 0,4 2 56 16,-4 2 68-16,-4 6 24 0,0 0 40 0,0 7 76 15,-4 6 16-15,0 0 8 0,0 0 64 16,-4 6 388-16,4 4 204 0,0 2-104 15,0 7-228-15,-1 0-112 0,-3 4 12 16,0-1 64-16,4 7-16 0,-4-1 52 16,0 4-208-16,0 7 32 0,0 5 84 0,0 3-164 15,0 4 80-15,-4 0-36 16,1 6 12-16,3-3-44 0,-4-7-32 16,4 2-8-16,0-16 12 0,0 0-36 0,7-11-52 15,6-6-72-15,-5-7 12 0,3-6 36 16,6-3-232-16,-6-6-216 0,6-13-100 15,-2-3-420-15,2-14-868 0,-6 11-2285 16,6-25-2767-16</inkml:trace>
  <inkml:trace contextRef="#ctx0" brushRef="#br0" timeOffset="148187.014">24197 12703 6644 0,'0'0'6237'0,"0"0"-4885"0,0 0-960 0,0 0-100 16,0 0 448-16,0 0 440 16,0 0-160-16,0 0-120 0,28 69-360 15,-25-33-108-15,1 8-104 0,0 7-8 0,-4-1-88 16,0 8-12-16,0-4-148 16,0 3-12-16,0-3-60 0,-4-7 0 0,4-5-4 15,0-7-4-15,0-10 4 0,4-9-8 16,4-4 0-16,-4-5-72 0,8-3-16 15,-8-2 52-15,4-2 44 0,3-2-44 0,-2-4-196 16,3-8-88-16,0-2-96 16,-4-3-296-16,0-3-412 0,-5 0-512 0,-3-3-1040 15,0 8-2349-15,-7-8-1723 0</inkml:trace>
  <inkml:trace contextRef="#ctx0" brushRef="#br0" timeOffset="148341.391">24081 13112 7312 0,'0'0'2876'15,"0"0"-1227"-15,0 0-753 0,0 0 88 16,0 0 396-16,0 0 40 0,0 0-460 0,0 0-204 16,0 0-140-16,0 0-76 0,99 4-148 15,-71-4-196-15,-4-7-196 0,4-2-92 16,-5-1-212-16,5 1-296 0,0-4-300 16,-4 0-416-16,-3 1-964 0,7-1-3277 0</inkml:trace>
  <inkml:trace contextRef="#ctx0" brushRef="#br0" timeOffset="148650.527">24794 12772 8716 0,'0'0'4433'0,"0"0"-3733"0,0 0-496 16,0 0 112-16,80-8 392 0,-61 8 412 15,1 0-192-15,1 0-332 0,-2 5-212 0,1 5-112 16,1 2-16-16,-2 5 4 16,1 2 108-16,-1 3 100 0,-6 7-200 15,2 2-132-15,-6 1-52 0,-1 6 0 16,-4-3-76-16,-4 6 4 0,0 1-4 16,0-5 40-16,-8 5-48 0,0-4-4 15,-4 3-108-15,0-3-20 0,-4 1-140 0,0-5-68 16,0 5-116-16,-3-4-284 0,-2 0-460 15,-3-4-672-15,4-9-1320 0,-7 10-3881 16</inkml:trace>
  <inkml:trace contextRef="#ctx0" brushRef="#br0" timeOffset="151026.485">26479 12947 3360 0,'0'0'4436'0,"0"0"-3336"0,0 0-320 16,0 0-148-16,0 0 1697 15,0 0-561-15,0 0-444 0,0 0-444 0,0 0-308 16,-20-6-72-16,28 6-92 0,8 0-88 16,8 6 356-16,4 0 72 0,8 1-272 0,-4-3-280 15,4-2-136-15,-8 1-60 0,0-3-100 16,-4 0-20-16,-1 0-52 15,-3-3-160-15,4-5-268 0,-4-3-260 0,-4-2-540 16,-1 4-1128-16,-2-10-3033 0</inkml:trace>
  <inkml:trace contextRef="#ctx0" brushRef="#br0" timeOffset="151233.557">26695 12668 9168 0,'0'0'1929'0,"0"0"-1005"0,0 0-104 16,0 0 300-16,0 0 108 0,0 0-236 16,-13 66-328-16,18-31-188 0,-1 4-156 15,0 5-60-15,-1 7-24 16,-3 4-184-16,0-2-52 0,0 4-48 0,-3-3-124 16,-1 0-348-16,0-7-180 0,4-8-140 0,0-8-204 15,0-5-364-15,4-11-1104 0,3-2-2953 16</inkml:trace>
  <inkml:trace contextRef="#ctx0" brushRef="#br0" timeOffset="151664.846">27168 13328 9820 0,'0'0'2065'15,"0"0"-1133"-15,0 0-240 0,0 0 156 16,0 0 416-16,84 32-232 0,-63-41-236 15,-2-10-288-15,9-7-276 0,0-12-128 0,0-3-104 16,4-7-272-16,-4-3-48 16,3-2-4-16,-6-1-36 0,3-1-100 15,-5-2-8-15,-7 4 4 0,0-1-16 0,-8-1 128 16,-4 1 72-16,-4 4 180 0,0 2 100 16,-9 6 176-16,6 11-24 0,-5 6 128 15,0 9 60-15,4 3 124 0,0 10 16 16,0 0-32-16,0 3 28 0,0 3-104 15,-4 6-100-15,0 7-224 0,0 6 52 16,-4 5 12-16,1 6 124 0,-6 9-16 0,6 0-24 16,-2 8 4-16,-2 4-4 15,2 2-36-15,-2 9-52 0,3 1-32 16,-4 1-64-16,4-3 72 0,0-1-8 16,0-2-68-16,4-11 0 0,3-2-8 15,2-7-4-15,3-6-60 0,0-6-20 0,3-4-100 16,6-6-24-16,3-6-16 0,0-4-156 15,8-5-188-15,4-4-40 0,4 0-188 16,0-13-436-16,0-3-492 0,-5 0-1237 0,13-12-2883 16</inkml:trace>
  <inkml:trace contextRef="#ctx0" brushRef="#br0" timeOffset="151965.304">27902 13204 9156 0,'0'0'4337'16,"0"0"-3369"-16,0 0-488 0,0 0 264 15,0 0 856-15,-32 67-236 16,28-63-504-16,4-1-532 0,0-3-264 0,0 0-64 16,0-3-92-16,0-7-116 0,8-3-12 15,-1-3-100-15,2-4 24 0,-1-1-12 16,0 2-88-16,-1 1 88 0,-3 1 96 16,-4 4 200-16,0 4 12 0,0-1 0 15,0 4 112-15,-8 0-24 16,-3 6-40-16,-2 0 4 0,2 0 32 0,-5 6-20 0,4 7-60 15,0 5 108-15,0 8-4 0,4 3 28 16,0-2-12-16,0 6 48 16,4-1-172-16,0-4-60 0,4-3-76 0,0-6-456 15,0-3-476-15,12-6-504 0,0-6-444 0,4-8-228 16,0-6-329-16,12-15-2395 16</inkml:trace>
  <inkml:trace contextRef="#ctx0" brushRef="#br0" timeOffset="152381.82">28229 13202 7856 0,'0'0'4009'0,"0"0"-3033"0,-17 69-340 0,6-43 648 16,-6 5 628-16,2-1-212 15,2-9-496-15,6-9-628 0,3-1-344 16,4-11-172-16,0 0-60 0,4-4-196 0,3-5 100 16,6-8 96-16,2-4 0 15,2-5-80-15,2 1-76 0,1 3-64 16,1-1-4-16,-6 8 52 0,5 2-48 0,-4 7-24 15,0 1 32-15,0 5 64 0,-4 7 0 16,4 6 100-16,-4 6-48 0,0 4 92 16,-1 5-40-16,-2 0 44 0,3 7 88 15,-5 1 4-15,2 5-88 0,-1 3 152 16,-8 7 104-16,0-1 12 0,0 8 20 0,-4 2 64 16,-9 1 48-16,-2-1 48 0,-5-6-132 15,-5 3 32-15,2-9 0 0,-1-4 13 16,0-6-61-16,0-6-24 0,5-10-100 15,-2-3-96-15,1-10-36 0,5-4 12 16,-2-5 28-16,6-7-88 0,-6-9-24 16,6-7-112-16,-1-5-20 0,0-4 48 0,8-2 20 15,-4-5-32-15,8 4 0 0,0-3 24 16,8 3 20-16,-1 0-56 16,6 1-257-16,2-2 13 0,2 2 56 0,-2-1 80 15,2 3-128-15,2-3-72 0,1 3-308 16,0-2-176-16,5 2-268 0,-6 0-620 15,-3 7-2144-15,12-17-3161 0</inkml:trace>
  <inkml:trace contextRef="#ctx0" brushRef="#br0" timeOffset="152662.587">29002 12856 13329 0,'0'0'2544'0,"0"0"-1916"0,0 0 20 0,0 0 628 16,0 0-36-16,0 0-212 16,0 0-468-16,0 0-268 0,-77 76-12 0,62-48 25 15,2 1-29-15,2 5-20 0,-1 5 0 16,4 2-16-16,0 3-24 0,0-2 4 16,4-1-4-16,4-3 4 0,0-6-88 15,4-7-68-15,4-3-64 0,3-3-60 16,6 1-60-16,-2-4-256 0,2-4-108 15,3-3-120-15,-1-2-137 0,5-4-231 0,0 0-300 16,-12-3-1420-16,12 0-3401 0</inkml:trace>
  <inkml:trace contextRef="#ctx0" brushRef="#br0" timeOffset="153387.429">29659 12843 6624 0,'0'0'1092'15,"0"0"3717"-15,0 0-3205 0,0 0-616 16,0 0 108-16,0 0 164 0,0 69-136 0,4-34-240 16,-4 7-232-16,3 5-176 15,-3-2-148-15,4-1-48 0,-4-3-48 0,0 1-52 0,5-4-92 16,-5-3-80-16,0-7-8 16,0-3-48-16,0-6-60 0,4-3-148 15,0-6-180-15,0-3-224 0,0-4-160 16,3-3-16-16,2 0-276 0,-1 0-640 15,-1-3-1256-15,5-11-3113 0</inkml:trace>
  <inkml:trace contextRef="#ctx0" brushRef="#br0" timeOffset="153729.776">30081 13153 10288 0,'0'0'3081'0,"0"0"-1385"0,0 0-928 0,0 0 112 15,0 0 636-15,0 0-248 0,0 0-328 16,0 0-440-16,0 0-64 16,0 0-32-16,100-9-111 0,-76-1-125 0,4 1-108 15,-5 0-60-15,-3-4-76 0,4 0-144 16,-3 1-265-16,-6 2-147 16,1 0-212-16,0 1-236 0,-8 3-624 0,0 3-1200 0,4-7-3625 15</inkml:trace>
  <inkml:trace contextRef="#ctx0" brushRef="#br0" timeOffset="154045.928">31017 12512 12237 0,'0'0'2308'0,"0"0"-1956"15,0 0-224-15,0 0 364 16,0 0 1048-16,0 0 132 0,-7 85-664 16,-1-36-420-16,-1 5-164 0,-2 3 16 0,-1 7 120 15,-1-1-147-15,2 4-245 16,7-4-44-16,-5-6-76 0,9-3-48 16,0-10 0-16,9-9 84 0,6-6-84 0,2-10 0 15,2-3 0-15,1-3-72 0,4-7-52 16,1-3-104-16,-6-3-101 0,5-3-71 0,-4-6-40 15,0-7-84-15,-4-3-184 16,-1-1-396-16,-6-1-780 0,-1 2-1068 16,-8-6-2845-16</inkml:trace>
  <inkml:trace contextRef="#ctx0" brushRef="#br0" timeOffset="154212.844">30727 12969 11205 0,'0'0'2092'0,"0"0"-1040"0,0 0-292 15,0 0 500-15,0 0 196 16,0 0-248-16,0 0-336 0,0 0-188 0,0 0-148 16,103 3-136-16,-67-9-184 0,4-2-216 15,4-6-160-15,-9-2-424 0,10 0-196 16,-10 1-284-16,5-1-652 0,-12 3-2268 16,4-6-4053-16</inkml:trace>
  <inkml:trace contextRef="#ctx0" brushRef="#br0" timeOffset="154465.062">31670 12671 13565 0,'0'0'2564'0,"0"0"-1636"0,0 0-168 16,0 0 324-16,84 48 228 0,-59-33-80 15,-1 2-575-15,-1 1-381 0,-3 2-164 16,4-1-64-16,-5 6-44 0,2 4-4 15,-5 2-8-15,-4 8 0 0,-5 1-40 0,-7 9-148 16,0-2-60-16,-15 1-121 0,-5 2-143 16,-12 5-80-16,-4 2-32 15,-7-3-92-15,-5 0-164 0,-5 3-352 0,-3-3-592 16,-7 2-860-16,12-14-2613 0,-37 25-1910 16</inkml:trace>
  <inkml:trace contextRef="#ctx0" brushRef="#br0" timeOffset="158630.704">17029 15961 8988 0,'0'0'2185'0,"0"0"-993"0,0 0-732 15,0 0 104-15,0 0 160 0,0 0 124 16,0 0-144-16,-25 6-188 16,25-10-124-16,0 2-56 0,0 2-64 0,0-5-36 15,0 3-84-15,0-1 8 0,0 3-36 16,0-3 24-16,0 3 24 16,0 0 0-16,0 0-8 0,0 0-28 0,0 0-28 0,0 0-8 15,0 0-40-15,0 0 4 0,0 0-64 16,0 0 0-16,0 0-12 15,0 0 0-15,0 0-60 0,0 0 0 0,0 0-16 16,0 0 40-16,0 0 36 0,0 0-40 0,0 0 48 16,0 0 4-16,0 0 0 15,0 0-4-15,0 0-44 0,0 0 36 16,0 0-64-16,0 0 4 0,0 0 60 16,0 0-52-16,0 0-8 0,0 0 8 15,0 0-32-15,0 0 32 0,0 0 64 16,0 0 8-16,0 0 68 0,0 0-4 0,0 0 4 15,0 0-4-15,0 0 4 16,0 0 8-16,0 0 4 0,0 0 24 0,0 0-52 16,0 0-60-16,0 0-4 0,0 0-56 15,0 0-4-15,0 0 56 0,0 0-52 16,0 0 12-16,0 0-16 0,0 0 16 0,0 0 36 16,0 0-52-16,0 0 64 0,0 0 4 15,0 0 4-15,0 0-8 0,0 0 8 16,0 0 0-16,0 0 0 0,0 0-8 15,0 0-8-15,0 0-4 0,0 0-72 16,0 0 72-16,0 0-76 0,0 0 88 16,0 0-8-16,0 0-40 0,0 0-4 15,0 0 4-15,0 0-64 0,0 0-72 16,0 0-104-16,0 0-96 0,0 0 8 16,0 0-8-16,0 0-36 0,0 0 20 0,0 0-80 15,0 0-152-15,0 0-460 16,0 0-896-16,0-6-1877 0,0-7-2171 15,0 32 4688-15</inkml:trace>
  <inkml:trace contextRef="#ctx0" brushRef="#br0" timeOffset="159764.951">16802 16249 11609 0,'0'0'1996'0,"0"0"-1068"15,0 0-348-15,0 0 512 16,0 0 320-16,0 0-264 0,0 0-484 0,0 0-184 0,55-72-40 15,-19 37-64-15,0-3-96 16,4-1-180-16,-1 1 32 0,2-3-124 0,2-3 4 16,-3 0-12-16,-5-5-72 0,2-2-64 15,-1 1-156-15,-4-5-84 16,-4 5-140-16,-9 3 52 0,1-1-124 0,-8 7 20 16,-4 6 96-16,-4 0-48 0,-4 9 72 15,-4 1 100-15,-4 5 172 16,-8 2 176-16,-4 5 76 0,-4 4-16 0,1 2 180 0,-1 4 20 15,0 3-112-15,3 0-20 16,6 13-4-16,-2 6 24 0,6 6 124 16,-1 13 100-16,4 10 60 0,-4 9 84 0,8 6-84 15,-4 10-4-15,5 6-136 0,-2 5-84 16,5-1-124-16,0-8-12 16,0-2-72-16,5-13-88 0,6-15-228 0,1-13-272 15,0-10 24-15,8-12-4 0,-4-7-124 16,3-3-288-16,5-7-1108 0,-3-6-2349 15,3-12-2127-15</inkml:trace>
  <inkml:trace contextRef="#ctx0" brushRef="#br0" timeOffset="160103.244">17455 15938 600 0,'0'0'7628'0,"0"0"-5636"15,8 70-263-15,-4-41-5 0,-1-4 96 16,1-3-436-16,9-8-716 0,-2-6-604 0,6-5-60 15,-2-3 0-15,6-5 156 0,3-12-160 16,-5-2-172-16,1-3-264 0,0-3 40 16,-4 0 96-16,-5-4 76 0,2 4 28 15,-1 2 36-15,-9 8 96 0,2-2-28 16,-5 4 92-16,0 7 112 0,0 0 140 16,-8 0-48-16,0 2-80 0,-4 1 64 15,0 3 0-15,0 0 124 0,4 7-128 16,-4 9-84-16,0-1-24 0,0 10 84 15,0 1 100-15,5 3 124 0,-1 0-112 0,-1-7-272 16,5 0-48-16,4-10-152 0,-4-2-196 16,4-4-148-16,0-2 120 0,0-4 40 15,4 0-108-15,0 0 40 0,0-4-4 16,5-2-60-16,-5-4-372 0,3 1-540 16,-3-1-685-16,0 4-827 0,0-6-1252 15</inkml:trace>
  <inkml:trace contextRef="#ctx0" brushRef="#br0" timeOffset="160731.968">17845 15856 6584 0,'0'0'4052'0,"0"0"-2447"16,0 0-505-16,0 0-44 0,0 0 304 0,0 0-56 15,0 0-644-15,-64 75-264 0,53-33-52 0,-6 3 100 16,6 2-88-16,3 0-36 0,0-3-64 16,8-8-192-16,0-7-64 0,4-10-40 15,4-10-192-15,-1-2-124 0,6-7 196 16,2 0 12-16,2-13-108 15,-2 0-16-15,2-6 88 0,-2 0-88 0,1 0 136 16,0 2 12-16,0 6 12 0,4 4-12 16,0 7-100-16,4 4 224 0,0 10 12 15,3 10 164-15,1 11 184 0,-4-1-188 16,0 10-60-16,0 5-4 0,-4 2-8 0,-4-1-12 16,0 7 292-16,-8 4-24 0,-8 5 0 15,0-2-72-15,-12 3 132 0,-8-4 180 16,-4-3-36-16,-4-6-232 0,0-9-156 15,0-10-111-15,0-7-57 0,4-9-4 16,-3-6 0-16,7-9-4 0,-4-4-69 0,4-7-147 16,0-9-12-16,4-10-132 0,-3-9-172 15,-2-9 132-15,1-9-184 16,9-5-112-16,3 4-64 0,4-1-68 0,4 8-52 16,12 3-312-16,4 6-136 0,7 3-620 15,-6 10-1085-15,14-13-2759 0</inkml:trace>
  <inkml:trace contextRef="#ctx0" brushRef="#br0" timeOffset="162041.2">21001 16008 13153 0,'0'0'2156'0,"0"0"-1184"0,0 0 64 0,0 0 100 16,0 0 228-16,92 29-424 0,-72-29-720 15,-1 0-220-15,-2 0-80 0,-2 0-408 0,1 0-528 16,-4 0-412-16,-8 0-1060 16,0 0-2633-16,-4 3-2327 0</inkml:trace>
  <inkml:trace contextRef="#ctx0" brushRef="#br0" timeOffset="162179.952">21009 16233 3980 0,'0'0'10281'0,"0"0"-8477"0,0 0-1328 16,0 0-36-16,0 0 116 0,0 0 312 15,31 65-92-15,-10-65-336 16,3 0-280-16,4-7-160 0,-5-3-100 0,1 1-536 0,0-4-612 16,-5 3-772-16,-2 1-2752 15,-1 2-5437-15</inkml:trace>
  <inkml:trace contextRef="#ctx0" brushRef="#br0" timeOffset="163473.939">22037 15833 3208 0,'0'0'1892'0,"0"0"-1008"0,0 0 3684 0,0 0-2931 16,0 0-349-16,0 0 20 15,0 0 112-15,0 0-268 0,72 83-260 16,-48-51-92-16,4 6 32 0,-9 3-160 0,1-3-148 16,1 1-216-16,-6-5-164 0,-4-2-144 0,2-6-12 15,-1-1-172-15,0-9-288 16,0-4-176-16,-5-2-160 0,6-7-76 16,-1-3-356-16,4-6-600 0,-8-1-964 15,7-15-2685-15</inkml:trace>
  <inkml:trace contextRef="#ctx0" brushRef="#br0" timeOffset="163649.173">22431 15884 5804 0,'0'0'2236'0,"0"0"2061"0,0 0-3301 0,0 0-156 16,0 0 160-16,0 0 120 0,-92 72-48 16,64-39-232-16,5 2-380 0,-5 0-216 0,4-1-180 15,4 2-56-15,0-4-8 0,4-4-88 16,4 1-144-16,5-10-388 15,2 0-196-15,1-3-348 0,4-9-400 0,0-2-1192 16,9-5-2909-16</inkml:trace>
  <inkml:trace contextRef="#ctx0" brushRef="#br0" timeOffset="163799.97">22769 16011 11745 0,'0'0'2264'0,"0"0"-1404"0,81-3-216 0,-57 3 436 15,8-3 40-15,-4 0-304 0,-5-3-520 16,1-4-284-16,4-3-12 0,0 1-468 16,-4-7-684-16,0 0-716 0,-12 5-2132 15,3-8-3985-15</inkml:trace>
  <inkml:trace contextRef="#ctx0" brushRef="#br0" timeOffset="163999.296">22934 15698 3332 0,'0'0'4964'0,"0"0"-571"0,0 0-3601 0,-4 85-220 15,4-50 316-15,0 3 624 0,4 4-208 16,3-5-464-16,-3 5-472 0,0-4-268 16,0-1-100-16,5-2-144 15,-2-3-620-15,1-3-452 0,0-10-540 0,4-6-888 0,0-10-2841 16</inkml:trace>
  <inkml:trace contextRef="#ctx0" brushRef="#br0" timeOffset="164242.115">23806 15396 7840 0,'0'0'5145'16,"0"0"-3013"-16,0 0-1340 16,11 66-300-16,-7-35 208 0,1 2 700 0,3 4-100 15,-1 2-556-15,1 2-488 0,1 0-144 16,-5 4-112-16,3-8 0 0,1 2-232 16,-4-7-392-16,5-7-368 0,-2-3-116 15,1-6-496-15,0-7-960 0,1-2-2117 0,-6-4-2347 16</inkml:trace>
  <inkml:trace contextRef="#ctx0" brushRef="#br0" timeOffset="164776.385">23519 16142 3420 0,'0'0'9957'16,"0"0"-8397"-16,0 0-1336 0,0 0 104 0,0 0 200 16,0 0 552-16,0 0 72 0,0 0-292 0,92-26-296 15,-56 19-220-15,3 4-64 16,1 3-48-16,4 0 76 0,-1 0-28 16,2 6 60-16,-2-6-148 0,-3 4-192 0,4-4 0 15,-8 0-68-15,0 0-52 0,-1-4-64 16,-3-2-36-16,-4-2-280 0,0-3-144 15,-8-2-216-15,-4 4-260 0,0 0-512 16,-8-1-792-16,-4 4-1877 0,-4-4-2071 16</inkml:trace>
  <inkml:trace contextRef="#ctx0" brushRef="#br0" timeOffset="165631.898">23981 15487 3284 0,'0'0'6280'0,"0"0"-4835"0,0 0-801 0,0 0 88 16,-72 90 620-16,53-65-48 15,2 3-272-15,-2 1-452 0,-1-1-172 16,3 1-72-16,-2 3-124 0,-1-3 0 0,4-1-204 16,0 0-8-16,4-2-76 15,0-6-356-15,4-6-156 0,8-7-92 0,-4-7-224 16,4 0-208-16,0-9-560 0,4 2-981 15,4-18-1999-15</inkml:trace>
  <inkml:trace contextRef="#ctx0" brushRef="#br0" timeOffset="165947.337">24184 15259 10064 0,'0'0'2557'0,"0"0"-1625"0,0 0-232 16,0 0 676-16,0 0-60 0,84-7-212 16,-64 7-460-16,-8 0-348 0,4 0-240 0,-8 3-56 15,3 7-100-15,-7-1 92 0,0 7 8 16,-4 3 64-16,-4 7-40 16,-3 2-24-16,-5 5-64 0,-4-2 52 0,0-3-72 15,4 1-28-15,4-1 64 0,0-7 44 16,4-3-4-16,4-3-68 0,0-4-32 15,4 1-56-15,8-5 152 0,4-1 4 16,0 0 8-16,4-6-8 0,4 0-276 16,-1 0-348-16,5 0-240 0,-4 0-560 0,0 0-1060 15,-8 0-2417-15,0 3-2786 0</inkml:trace>
  <inkml:trace contextRef="#ctx0" brushRef="#br0" timeOffset="166305.521">23933 16459 7596 0,'0'0'3893'0,"0"0"-1769"0,0 0-1476 15,0 0-268-15,0 0 476 0,0 0 288 0,0 0-344 16,0 0-356-16,80-41-124 16,-72 41-72-16,0 0-148 0,-4 3-88 0,-1 6-4 15,2 1 152-15,-5 6 36 0,0 7-24 16,-5-2-60-16,-2 5-56 0,3 2-56 16,-4-2 0-16,4-4-4 0,0-3-4 15,4-3 4-15,0-4 4 0,0-2-4 0,8-4 4 16,4-3-84-16,0-3 84 0,7 0 8 15,-2-3-4-15,7-3-4 16,-1-7-112-16,-3 4-268 0,5-7-164 0,-1 3-112 16,-1 1-252-16,-3-1-428 0,-4 3-920 15,0 0-2573-15</inkml:trace>
  <inkml:trace contextRef="#ctx0" brushRef="#br0" timeOffset="166748.834">24766 15951 1240 0,'0'0'9993'0,"0"0"-7473"0,0 0-952 16,0 0-688-16,80 54-252 0,-52-44-116 16,-5-7-228-16,5 0-144 0,0-3-140 15,4-10-60-15,0-5-560 0,0-4-308 0,-1-4-672 16,-7 4-1360-16,4-10-3633 0</inkml:trace>
  <inkml:trace contextRef="#ctx0" brushRef="#br0" timeOffset="166932.677">25052 15729 6732 0,'0'0'1352'0,"0"0"1432"0,0 0-1667 15,-7 73-81-15,7-38 516 16,-4 9 128-16,4 4-400 0,0 0-352 0,0 2-324 15,0-5-100-15,4-1-188 0,0-6-316 16,4-3-56-16,0-3-348 0,3-7-396 16,-2-3-164-16,7-3-116 0,0-8-684 0,-1-5-1472 15,10-10-3665-15</inkml:trace>
  <inkml:trace contextRef="#ctx0" brushRef="#br0" timeOffset="167129.438">25714 16018 9260 0,'0'0'5121'0,"0"0"-3797"0,0 0-680 0,80 6 216 15,-48-6 292-15,8 0-48 0,3 0-196 16,2-3-384-16,2-7-392 0,5 1-124 0,4-7-8 16,-9 0-200-16,1 0-252 15,0-3-468-15,-8 3-160 0,-4-3-596 16,-12 6-1440-16,-1 0-3929 0</inkml:trace>
  <inkml:trace contextRef="#ctx0" brushRef="#br0" timeOffset="167467.525">25901 16331 9140 0,'0'0'7841'0,"0"0"-6873"0,0 0-908 15,0 0 236-15,0 0 260 0,88-8 316 0,-64-3-152 16,4 3-476-16,-8-5-184 0,0 3-60 0,-5 1 0 16,-6 5-84-1,-5 4-148-15,-4 0 72 0,0 11 148 0,-9 3 12 16,2 9 148-16,-9 6-100 0,0-4 12 0,0-2 4 16,8-5-4-16,4-2-60 15,4-3-96-15,0-1-96 0,8-2 44 16,8 2 64-16,4-2 72 0,-1 4-112 0,5-6-24 15,1-2-108-15,-5 5 108 0,-5-3 52 16,2 3 96-16,-10-2 0 0,-3 1 60 16,-4-1 52-16,0 1-4 0,-7-1-108 0,-10-2-72 15,-2-1-28-15,-9-3-120 16,0-3-172-16,-8 0-212 0,-4-3-364 16,0-10-824-16,1 0-1076 0,3 4-2333 0,-16-10-2003 15</inkml:trace>
  <inkml:trace contextRef="#ctx0" brushRef="#br0" timeOffset="168812.702">25654 15281 3404 0,'0'0'456'0,"0"0"92"16,0 0 1976-16,0 0 60 0,0 0-855 0,0 0-469 15,0 0-268-15,0 0 24 16,0 0 20-16,0 0-180 0,0 0-320 16,4 3-300-16,0 0-48 0,0 3 72 0,9 1-36 15,-2 5-28-15,6 5 76 16,2 2 24-16,-3-1-84 0,5 5-28 0,-6 2-24 16,5-2-12-16,-4-1-28 0,0 0-20 15,3-3-96-15,-6-3-4 0,-2 1-48 16,2-9-52-16,-1 2-12 0,-5 0-120 15,-3-5-324-15,5-1-184 0,-9-1-116 16,4 1-136-16,0-2-228 0,-4-2-228 16,3 0-244-16,-3 0-257 0,0 0-243 0,0 0-788 15,0-9-1443-15</inkml:trace>
  <inkml:trace contextRef="#ctx0" brushRef="#br0" timeOffset="169212.287">26010 15093 1344 0,'0'0'1524'0,"0"0"824"15,0 0 488-15,0 0-1348 0,0 0-103 16,0 0 207 0,0 0 64-16,0 0-344 0,0 0-620 15,0 0-252-15,0 0-76 0,-60 58 20 0,36-32-24 0,-1 5-40 16,-3 7-84-16,-3 3-64 0,-1 1-24 0,-4 2-12 15,4 1-24-15,0 2-64 0,-3-5-44 16,7-1-4-16,4-3-60 0,3-6-76 16,6-4-124-16,2-9-208 0,6-10 60 0,3-2-40 15,4-4-300-15,0-3-312 0,4 0-660 16,3-10-973-16,2 1-1479 16,10-13-2212-16</inkml:trace>
  <inkml:trace contextRef="#ctx0" brushRef="#br0" timeOffset="169762.572">26216 14665 4820 0,'0'0'184'0,"0"0"1336"15,0 0 432-15,0 0-260 0,0 0-27 16,0 0-169-16,0 0-36 0,0 0-552 0,76-16-352 16,-56 16-184-16,-4 0-48 15,-1 0-24-15,-2 0-100 0,-1 6-16 16,0-2-96-16,-8 2-88 0,4 3 0 16,-8 4 88-16,0 4 108 0,0 1 176 0,-8 4-100 15,-5 0-128-15,2 1 4 0,-1-1 36 16,0-3-36-16,0-3-24 0,3-3-52 15,6-4-72-15,-1 2 0 0,4-6-144 16,0 1-92-16,4 1 88 0,4 3 140 0,0-4-128 16,4 0 124-16,0 4 4 0,0-4-52 15,-1 0 48-15,2 4 8 0,-2-3-60 16,-3 1 64-16,1-2 8 0,-5 5-4 16,-4-3 8-16,0 6 60 0,-8 2-72 15,-5 0-200-15,-2 2-196 0,-1 6-212 0,-9-6-212 16,2 4-448-16,-1 0-708 0,4-5-2061 15,-12 4-2019-15</inkml:trace>
  <inkml:trace contextRef="#ctx0" brushRef="#br0" timeOffset="170504.492">27057 15859 2492 0,'0'0'6828'16,"0"0"-4747"-16,0 0-673 0,0 0-96 0,0 0-36 15,0 0-4-15,0 0-328 0,0 0-400 16,0 0-184-16,0 0-16 16,92 6 0-16,-56-6-60 0,3 0-152 0,1 0-44 0,-4-6-88 15,0-4-88-15,0 1-280 16,0-7-640-16,-5-3-332 0,-3 0-532 15,-7 6-1092-15,-6-12-2957 0</inkml:trace>
  <inkml:trace contextRef="#ctx0" brushRef="#br0" timeOffset="170695.189">27344 15596 4700 0,'0'0'520'0,"0"0"1016"0,0 0 2893 0,0 0-2953 15,-8 69-112-15,8-41-188 0,0 2-144 0,0 1-120 16,0 1-144-16,0-3-432 16,0-1-336-16,4 1-100 0,0-3-408 0,4-5-360 15,-1-2-416-15,2-3-904 0,10-3-2821 0</inkml:trace>
  <inkml:trace contextRef="#ctx0" brushRef="#br0" timeOffset="170867.091">28169 15811 2568 0,'0'0'1904'0,"0"0"816"0,0 0-1628 16,0 0-676-16,0 0-16 0,95-6 68 15,-70-1-328-15,-2-2-140 0,5-3-372 16,-8 1-1688-16,8-4-3776 0</inkml:trace>
  <inkml:trace contextRef="#ctx0" brushRef="#br0" timeOffset="171032.583">28838 15779 5944 0,'0'0'820'15,"0"0"2372"-15,0 0-1067 0,0 0-657 16,0 0-160-16,80-6-404 0,-65-1-436 15,2 2-304-15,3-2-164 0,-1-3-656 0,1 4-616 16,4-1-356-16,-8 2-905 16,16-9-2391-16</inkml:trace>
  <inkml:trace contextRef="#ctx0" brushRef="#br0" timeOffset="171194.991">29444 15681 1828 0,'0'0'2320'0,"0"0"-968"0,0 0 1628 0,0 0-1184 16,91 3-375-16,-71-3 203 0,4 0-52 15,0-3-364-15,0 1-192 0,0-5-320 16,4 0-388-16,0 1-208 0,-1-4-52 0,1 4-48 16,-4-4-88-16,0 1-404 15,0 0-752-15,-1 2-496 0,-10-3-1064 0,7 1-3289 16</inkml:trace>
  <inkml:trace contextRef="#ctx0" brushRef="#br0" timeOffset="-136792.457">18559 15849 9472 0,'0'0'5645'0,"0"0"-4601"0,0 0-628 16,0 0-56-16,0 0 248 0,0 0 456 15,0 0-92-15,0 0-532 0,0 0-72 16,0 0-224-16,-80 30 200 0,76-22-64 0,0 11-64 16,0 1 4-16,4 5 12 0,0 7-99 15,0 3-33-15,0 3 20 0,0 4-120 16,8 5 0-16,0 0-48 0,-1 1 48 15,6-1-84-15,-2-5 32 0,2-4-92 16,-1-7-65-16,3-5-167 0,1-10 12 16,1-7-196-16,2-6-104 0,5-6 64 0,0-9-88 15,-1-7-204-15,-2-3-708 16,3-7-636-16,-13 7-713 0,10-19-1955 16</inkml:trace>
  <inkml:trace contextRef="#ctx0" brushRef="#br0" timeOffset="-136576.154">18989 15783 10588 0,'0'0'2273'0,"0"0"-1369"15,0 0-472-15,0 0 264 0,0 0 680 16,0 0 80-16,8 82-568 16,-8-47-320-16,0 3-128 0,0 7 0 0,0-4 48 15,0 3-180-15,0 0-188 16,0-2-120-16,0-4-84 0,0-3-52 0,0-6-228 15,4-4-88-15,0-8-52 16,-4-5-36-16,7-3-136 0,-3-5-256 0,5-4-744 16,-1 0-668-16,-1-4-765 0,2-11-3439 0</inkml:trace>
  <inkml:trace contextRef="#ctx0" brushRef="#br0" timeOffset="-136402.436">19231 16112 8748 0,'0'0'4105'0,"0"0"-3393"0,0 0-88 0,0 0 928 16,80-8-60-16,-55 8-428 16,-1-4-200-16,-1-3-460 0,1 5-208 0,4-5-196 15,0 2-24-15,0-6-64 0,0 2-304 16,-4-1-344-16,-1-2-232 0,1 2-504 16,-7 1-1232-16,2-7-3709 0</inkml:trace>
  <inkml:trace contextRef="#ctx0" brushRef="#br0" timeOffset="-136194.214">19813 15815 13241 0,'0'0'2316'0,"0"0"-1752"0,0 0-208 0,0 0 156 15,45 69 540-15,-30-47 108 0,5 1-512 16,0 2-280-16,0-2-112 0,0-2-144 15,0 2-112-15,0-4-92 0,-4 0-324 16,-1-6-392-16,2-4-212 0,-6-3-132 0,6-6-368 16,-6 0-860-16,1-3-2337 0,1-16-3263 0</inkml:trace>
  <inkml:trace contextRef="#ctx0" brushRef="#br0" timeOffset="-136003.705">20140 15802 664 0,'0'0'11713'0,"0"0"-9929"15,0 0-964-15,-43 70 136 16,26-42 260-16,2 1 120 0,-5 3-168 0,-1 3-384 16,6-1-224-16,-9-2-48 0,4 4-184 15,0-3-183-15,-4-1-89 16,4 1-56-16,-4-5-124 0,5 0-229 0,-2-1-195 16,6-8-220-16,-2-7-52 0,10-6-140 0,3-6-300 15,0-6-888-15,4-4-3105 0,0-18-3307 16</inkml:trace>
  <inkml:trace contextRef="#ctx0" brushRef="#br0" timeOffset="-135775.594">20228 15712 6564 0,'0'0'5873'16,"0"0"-4853"-16,0 0-272 15,0 0 188-15,60 79 312 0,-49-49 120 0,-3-2-316 16,1 2-576-16,-1-3-216 0,-5 5-76 15,1 0-124-15,-4 3-56 16,0 3 4-16,-4 0-8 0,-7 0-68 0,-2-1-20 16,-2 3-84-16,-2-6-12 0,-2 1-36 15,-1-9 36-15,0-1-100 0,4-6-136 0,-4-6-60 16,5-7-268-16,-2-4-40 0,2-2-456 16,2-11-1108-16,5-3-2377 15,1-19-2415-15</inkml:trace>
  <inkml:trace contextRef="#ctx0" brushRef="#br0" timeOffset="-135491.882">20335 15408 11777 0,'0'0'2324'0,"0"0"-1188"16,0 0-680-16,0 0 224 0,0 0 476 15,0 0 388-15,0 0-464 0,0 0-448 16,0 0-216-16,92 29-28 0,-72-23-119 0,0 3-61 16,0 1-144-16,0-7-64 0,-9 4-72 15,6-7-124-15,-6 0-305 0,2 0-399 16,-1 0-224-16,-1-7-432 0,2-6-1348 0,-9 4-2793 15,3-7-3071-15</inkml:trace>
  <inkml:trace contextRef="#ctx0" brushRef="#br0" timeOffset="-135303.448">20651 15246 8008 0,'0'0'5053'0,"0"0"-3781"15,0 0-424-15,0 0 248 0,0 0 436 16,0 0 8-16,0 0-488 0,0 0-516 15,0 0-184-15,4 86-24 0,-4-55-95 16,0 2-161-16,0 1-72 0,0 4-68 16,0 1-141-16,0 5-287 0,0 1-420 0,-4-4-456 15,-1 3-796-15,5-13-2356 0,-4 20-3701 16</inkml:trace>
  <inkml:trace contextRef="#ctx0" brushRef="#br0" timeOffset="-132326.678">15825 16218 9792 0,'0'0'824'0,"0"0"1797"16,0 0-1325-16,0 0 52 15,0 0-244-15,0 0-188 0,-80 12-40 16,76-12 132-16,4 0-312 0,4-6-184 0,9 0-220 16,6-7-48-16,5-3-12 0,8 0 9 15,0 4-105-15,0-1-40 0,0 0-96 16,-4 7-4-16,0-4 4 0,-8 3-60 15,-5 4-184-15,5-2-217 16,-8 1-295-16,4 4-208 0,-8 0-264 0,-4 6-560 16,0 7-1200-16,-4-3-2809 0,-4 15-2146 0</inkml:trace>
  <inkml:trace contextRef="#ctx0" brushRef="#br0" timeOffset="-132171.351">15801 16493 1760 0,'0'0'6836'0,"0"0"-5324"0,0 0-567 15,0 0 171-15,0 0 228 0,0 0-228 16,0 0-172-16,0 0-124 0,0 0 16 16,103 7-364-16,-62-16-236 0,-1-3-236 0,-1-2-56 15,5 5-376-15,-4-1-328 0,0 4-876 16,-9-1-2653-16,1 4-5315 0</inkml:trace>
  <inkml:trace contextRef="#ctx0" brushRef="#br0" timeOffset="-131603.542">12244 16598 8656 0,'0'0'2393'0,"0"0"-1045"15,0 0-236-15,0 0-24 16,0 0-40-16,0 0-240 0,0 0-224 0,0 0-236 16,0 0 76-16,0 0 252 0,0 0-108 15,95-18-236-15,-63 11-100 0,4 4-120 16,-4 0-108-16,-4-3 4 0,0 1-8 16,0 3-44-16,-9-1-152 0,5 0-212 15,-4 0-168-15,0 0-168 0,0-1-188 0,0 1-236 16,-4-1-788-16,0 4-2301 0,-1 0-2483 15</inkml:trace>
  <inkml:trace contextRef="#ctx0" brushRef="#br0" timeOffset="-131148.262">13327 16802 9068 0,'0'0'2181'0,"0"0"-1525"0,0 0-360 16,0 0 36-16,0 0 296 15,0 0 172-15,0 0 48 0,0 0-28 0,92-19-344 16,-77-10-172-16,6-6-152 16,-1-3-80-16,-1 0-60 0,-2-7-12 0,2 1-48 15,1-4-228-15,4-6-16 0,-4 0 92 16,0 1-228-16,0-1 76 15,-4 0-140-15,-9 3 368 0,2 3 124 0,-5 3 0 16,-4-2-76-16,0 3-12 0,-8-4 84 0,-1 6-72 16,-2 2 0-16,-1 1 152 15,0 11 12-15,0 9 116 0,0 6-116 0,4 6 252 16,-4 7-12-16,0 4-48 0,0 5 96 16,1 3-112-16,-2 12-48 15,1 1 20-15,-4 3-24 0,8 8 24 0,-3 2-60 0,-2 3 60 16,5 6-64-16,1 7 4 15,-2 7-4-15,1 9-112 0,1 6 40 16,3 6-96-16,0 4 8 0,0-3 0 0,4-7 28 16,0-7-40-16,0-11-76 15,4-14 64-15,4-9-76 0,3-13-84 0,2-6-76 16,2-13-284-16,2-3-104 0,2-9-296 16,5-13-232-16,-4 3-900 0,12-20-3809 15</inkml:trace>
  <inkml:trace contextRef="#ctx0" brushRef="#br0" timeOffset="-130829.093">13917 16573 11085 0,'0'0'1592'0,"0"0"-1068"16,0 0 140-16,0 0 460 0,-8 83 452 0,3-58-272 16,5-6-428-16,0 0-420 0,0-9-260 15,0-4-196-15,9-6-40 0,3 0-60 16,-5-6-36-16,10-6 76 0,-6-7 48 15,6-4-160-15,-6-3-236 0,2-2-24 0,-6 5 136 16,1 1 148-16,-4 2 124 0,-4 6 24 16,4 1 12-16,-4 7 60 0,0-1 116 15,-4 3 48-15,-8 2-140 0,0-2 28 16,0 4-120-16,-3 0 220 0,2 6 8 0,-2 1-24 16,2 5 52-16,2 8-52 15,3 2 24-15,-1 7 16 0,2-4-68 16,-1 0-32-16,8-5-148 0,0-1-24 0,0-4-84 15,0-4-200-15,4-5-392 0,4-6-200 16,4 0-64-16,4-11-452 16,0-3-680-16,-4-3-1161 0,8-12-2243 0</inkml:trace>
  <inkml:trace contextRef="#ctx0" brushRef="#br0" timeOffset="-130335.823">14124 16593 3664 0,'0'0'4160'0,"0"0"-2836"0,0 0-304 0,0 0 65 16,4 79 59-16,-4-60 108 15,0-6-112-15,-4 0-296 0,4-11-304 0,0 2-324 16,0-4-92-16,0-4-116 0,0-5 132 0,0-3 132 16,4-5-136-16,0-2-136 0,0 0-36 15,4-3 32-15,-5 6 4 16,2 4-100-16,3 5 40 0,0 1 60 0,-1 6 88 16,2 0 100-16,-1 0-40 0,3 9 28 15,-3 0-4-15,5 1-8 16,-2 0 8-16,2 2-60 0,-2 1 72 0,1 3-60 15,4 0-52-15,-8 7 76 0,8-2-48 16,-8 11-40-16,4 3-52 16,-4 6 56-16,0 4-56 0,-4 6 4 0,0 2 60 15,0 8-60-15,0-5 52 0,-4 5-4 16,0-4-52-16,0 4-4 0,0-7 0 16,-4 0 4-16,0 0 68 0,-4-9-64 0,4-1 96 15,-4-9-20-15,-4-4 24 0,0-6-108 16,0-5 56-16,-4-7-52 0,-4-4-8 0,0-6 64 15,1-3-64-15,-5-5-12 16,-1-12-184-16,2-6 60 0,-1-5-72 16,4-4-12-16,4-3 48 0,0-3 60 0,12 4 52 15,4-1-4-15,0-1-84 16,4 2-12-16,4-2 152 0,4 5 4 16,0-4-4-16,4 3-32 0,-4-3-36 0,4 0 68 15,0 3-152-15,0-2-28 0,0 5 52 16,0 1-124-16,-1 6-224 0,-3-1-184 15,4 7-312-15,-8 4-464 0,5-1-1156 16,-6 7-2269-16,5 0-1323 0</inkml:trace>
  <inkml:trace contextRef="#ctx0" brushRef="#br0" timeOffset="-130060.558">14781 16408 11009 0,'0'0'1760'0,"0"0"-1048"15,0 0-64-15,0 0 376 0,0 0 476 0,0 0-396 16,-91 0-484-16,74 16-348 0,-2 6 84 16,3 4-64-16,0 8-56 0,0 8-116 0,0 3 40 15,4 2-48-15,4 0 84 16,4 4-16-16,0 0-32 0,4-3-56 15,4-1-92-15,4-5-60 0,4-7-36 0,0-10-28 16,4-3-216-16,0-9-176 0,0-7-136 16,0-6-52-16,0-3-76 0,3-13-396 15,2-3-752-15,-10 3-2489 0,9-15-2487 16</inkml:trace>
  <inkml:trace contextRef="#ctx0" brushRef="#br0" timeOffset="-129861.456">14881 16519 52 0,'0'0'11361'16,"0"0"-9313"-16,0 0-1312 0,0 0 88 0,0 0 384 15,0 0 52-15,12 92-260 16,-12-63-396-16,4-1-196 0,0 2-104 16,-4-2-108-16,4 0-188 0,4 1-8 0,-8-4-48 15,3 4-196-15,-3-1-284 0,0-2-212 16,0-5-300-16,0-7-412 0,0-9-756 15,0-1-2501-15,0-4-2323 0</inkml:trace>
  <inkml:trace contextRef="#ctx0" brushRef="#br0" timeOffset="-129686.785">15036 16681 11297 0,'0'0'2036'0,"0"0"-1096"0,0 0 324 0,0 0 180 16,0 0 64-16,0 0-204 0,0 0-572 15,80 31-412-15,-68-31-320 0,0 0-56 16,4 0-124-16,-5-8-76 0,6-5-468 16,-6-3-568-16,6-3-924 0,-6 3-2556 15,2-9-3409-15</inkml:trace>
  <inkml:trace contextRef="#ctx0" brushRef="#br0" timeOffset="-129506.282">15299 16405 168 0,'0'0'11101'0,"0"0"-9189"0,0 0-844 16,0 0 396-16,56 74 28 0,-40-53 128 15,0-2-456-15,4 4-480 0,-4-4-256 16,3-4-236-16,2 2-192 0,-1-2-100 0,-1 4-36 16,5-6-252-16,-4-1-212 0,5-2-184 15,-6-4-136-15,1-2-608 0,-1-4-1028 0,-6 0-2249 16,-1-7-2223-16</inkml:trace>
  <inkml:trace contextRef="#ctx0" brushRef="#br0" timeOffset="-129319.658">15657 16472 11265 0,'0'0'1772'16,"0"0"-1084"-16,0 0 20 0,-15 66 264 0,7-37 260 15,0 2 196-15,-4 5-464 0,0-5-288 16,0 2-248-16,0-5-308 0,0-3-120 15,0-6-4-15,1 0-80 0,-2-3-296 16,5-6-272-16,-3-4-268 0,2-6-336 16,1 0-640-16,8-3-2273 0,-3-16-2783 0</inkml:trace>
  <inkml:trace contextRef="#ctx0" brushRef="#br0" timeOffset="-129103.576">15829 16481 11145 0,'0'0'1912'0,"0"0"-1108"0,0 0-20 16,0 0-52-16,60 67 352 0,-48-45 232 0,0 4-524 15,0 5-288-15,-5 1-60 16,2 2-104-16,-9 2-192 0,0 2-104 0,-5-3-44 0,-2 3-244 16,-9 3-60-16,0 1-52 15,-8-4 24-15,-3 3-100 0,-10-3-76 16,1 1-348-16,-11-1-360 0,-1-1-300 15,4-11-1252-15,-28 15-2813 0</inkml:trace>
  <inkml:trace contextRef="#ctx0" brushRef="#br0" timeOffset="-127084.526">25021 12376 11297 0,'0'0'3140'0,"0"0"-2180"0,0 0-956 16,0 0 4-16,0 0 572 0,0 0 572 15,0 0 88-15,0 0-504 0,0 0 36 16,0 0-244-16,108 13-260 0,-77-13-148 16,5 0-48-16,-4-3-72 0,0-7-112 15,0-2-80-15,0-2-420 0,-5-4-260 0,5-5-484 16,-8 1-1020-16,-3 3-3141 15,-2-12-4311-15</inkml:trace>
  <inkml:trace contextRef="#ctx0" brushRef="#br0" timeOffset="-126951.157">25516 12074 12657 0,'0'0'1416'0,"0"0"-1204"15,0 0-208-15,0 0 416 0,-13 70 588 0,13-42 396 16,-4 2-400-16,4 5-572 0,0-1-184 15,4 4-188-15,4 0-60 0,-3 4-504 16,2-1-600-16,-3 0-476 0,4-12-1168 0,0 12-4753 16</inkml:trace>
  <inkml:trace contextRef="#ctx0" brushRef="#br0" timeOffset="-126296.103">31998 12197 12165 0,'0'0'3896'16,"0"0"-2932"-16,0 0-728 0,0 0-136 15,0 0 792-15,0 0 152 0,0 0 12 0,43 71-544 16,-23-65-320-16,8-2-92 16,4-4-100-16,0 0-48 0,7-13-100 0,2-3-364 15,-1-3-208-15,-1-3-360 0,1-3-580 0,-12 6-1200 16,8-11-3581-16</inkml:trace>
  <inkml:trace contextRef="#ctx0" brushRef="#br0" timeOffset="-126135.354">32420 12001 12117 0,'0'0'3144'0,"0"0"-2744"16,0 0-284-16,0 0-116 0,0 0 792 0,-9 77 288 15,6-49 144-15,3 7-512 16,-4 0-284-16,4 0-208 0,0 3-220 0,0 3-92 16,0 3-424-16,-4 1-344 0,0-1-252 15,-4 4-876-15,4-10-2873 16,-8 17-4651-16</inkml:trace>
  <inkml:trace contextRef="#ctx0" brushRef="#br0" timeOffset="-122245.807">1745 13665 13541 0,'0'0'2088'16,"0"0"-1688"-16,0 0-392 15,83 22 132-15,-46-12 112 0,-2-4 72 0,1-3-124 16,-8-3-48-16,4 0-40 0,0 0-52 16,0-9-56-16,-1-1-4 15,-3-6-336-15,0 0-592 0,-5 1-556 0,-6-2-732 16,-1 5-1901-16,-16 3-923 0</inkml:trace>
  <inkml:trace contextRef="#ctx0" brushRef="#br0" timeOffset="-122101.057">1860 13925 11249 0,'0'0'1732'0,"0"0"-1732"0,0 0 256 0,0 0-256 15,0 0 660-15,0 0 52 0,0 0-220 0,104 70 60 16,-68-70 92-16,7 0-416 15,5-6-228-15,4-6-716 0,0-7-456 16,-17 2-776-16,21-12-2945 0</inkml:trace>
  <inkml:trace contextRef="#ctx0" brushRef="#br0" timeOffset="-118816.116">2912 14014 8372 0,'0'0'1308'0,"0"0"1345"15,-8 83-1261-15,8-52 48 0,4 1-228 16,4-9-204-16,-4-8-328 0,4-5-220 16,0-7-204-16,4-3-32 0,0-3 44 15,8-7 28-15,-1-5 36 0,9-8-40 0,0-12-84 16,0-6-24-16,0-10-64 16,0-5-120-16,-4-5-108 0,4 0-224 0,-8-5-228 15,4-1-20-15,-8 0 140 0,0 1 44 16,-9 2-24-16,2 7-64 0,-9 5 172 15,0 8 152-15,0 11 84 0,-5 6 76 0,1 5 172 16,0 10 76-16,-3 5 0 0,3 4-24 16,-4 3-24-16,-1 0 68 15,-2 10-260-15,3 2 0 0,-4 10-8 0,-4 7 0 16,4 9 0-16,-4 10 128 0,4 9 60 16,-4 6 68-16,5 4-108 0,-2 9-60 15,1-2-40-15,5-2 12 0,-2-2-8 16,1-6-52-16,5-11-44 0,3-5-4 15,-4-10-36-15,4-8-4 0,0-9-60 16,4-9-220-16,-1 2-200 0,9-9-152 16,0-1-396-16,8-1-840 0,8-3-508 15,-8-7-2433-15,20-7-1782 0</inkml:trace>
  <inkml:trace contextRef="#ctx0" brushRef="#br0" timeOffset="-118362.743">3685 13953 9580 0,'0'0'2037'0,"0"0"-1433"0,0 0 140 16,0 0 768-16,0 0-128 0,0 0-404 0,0 0-396 15,0 0-112-15,0 0-200 0,0 0-272 16,-52 5-24-16,52-5-48 0,-4 0 8 16,4 0 64-16,0 0 64 0,0 0-4 15,0 0-12-15,-4 0 40 0,4 0-44 16,0 0-44-16,0 2-12 0,-3 4 4 0,-2 5-52 15,1 3-64-15,0 6 124 16,0 9 72-16,4-1 40 0,-4 4 24 0,4-4-60 16,0-5-76-16,0-4-52 0,4-6-132 15,0-5-28-15,0-4 16 0,5-4 60 16,-2 0-76-16,1-4-108 0,5-4 44 16,-6-9 52-16,5 2-88 0,0-11-68 15,-4 4 28-15,0 0 88 0,0 3 36 16,-5 3 64-16,6 3-12 0,-5 3-100 0,-4 8-28 15,4-1 88-15,0-1 52 0,-4 1 36 16,4 0 76-16,-1 3 44 16,-3-3 0-16,0 0 4 0,4 3-48 0,-4-4 52 0,0 1 8 15,0 3 80-15,0 0-88 16,0 0-68-16,0 0-20 0,0 0 12 16,0 0-40-16,0 0-124 0,0 0-248 0,0 0-268 15,0 0-221-15,-4 0-55 0,4 0-420 16,-3-4 296-16,-1 4-624 15,4-2-592-15,-4-1-692 0,19 12 3028 0</inkml:trace>
  <inkml:trace contextRef="#ctx0" brushRef="#br0" timeOffset="-117583.705">3952 13953 3268 0,'0'0'4164'15,"0"0"-3024"-15,0 0-412 0,0 0 420 0,0 0 641 16,0 0-165-16,0 0-512 0,0 0-304 16,0 0-168-16,0 0-128 15,0 0-312-15,-76 11-100 0,69 11 48 0,-6 6-12 16,5 4-24-16,1-1 88 16,-2-2-76-16,9-10-124 0,0-5-44 0,0-12 32 15,0 1-36-15,0-3-40 0,5-3-24 16,6-6 40-16,-3-4 20 0,9-6 40 0,2-4-160 15,-3 1-76-15,4 3-28 16,-4 1-12-16,4 5 52 0,-1 6-8 0,6 7 20 16,-1 0 176-16,0 10 48 0,4 5 400 15,0 11 116-15,-1-1-192 0,1 7-88 16,-4 3-12-16,0 3-64 0,-5 4-60 16,2 2 48-16,-5 3-96 0,-4 1 108 0,-5 6 12 15,-3 6-60-15,-4-2 72 0,-4 1 36 16,-3-4 64-16,-5-4 108 15,-4-4 36-15,0-8-24 0,0-4-60 16,0-10-40-16,0-6 48 0,0-2-60 16,0-12-72-16,1-2-39 0,-6-3-133 15,1-6-48-15,-4-7-301 0,1-9 9 0,-1 0-12 0,0-11-40 16,-1 6 64-16,6-2 112 16,7 1-40-16,4 2-112 0,4 4 64 15,4-1-64-15,0 5 76 0,8-5 32 0,-1 5-44 16,6-6-16-16,2 3-76 15,-2-2-72-15,6 1-164 0,2 3-208 16,-1-3-164-16,-1-3-524 0,9-1-900 0,-8 8-2061 16,8-15-2414-16</inkml:trace>
  <inkml:trace contextRef="#ctx0" brushRef="#br0" timeOffset="-116804.703">5083 13364 5044 0,'0'0'2252'0,"0"0"-540"16,0 0-160-16,0 0 173 0,0 0-193 0,0 0-228 15,0 0-108-15,0 0-372 16,0 0-292-16,0 0-132 16,0 0-104-16,-63 22-28 15,51-10-8-15,0 4-76 0,0 3 0 0,-1 3-72 16,2 4-28-16,-1 2-32 0,4 2-8 0,-4 1-40 0,4 4-8 16,1-4 0-16,2 4-4 0,1 0-4 15,4 0 0-15,0-4 0 0,0 2-52 16,0-5-8-16,9 1 8 0,-2-4-32 0,5 0-4 15,4-2 16-15,0 0-152 16,0-4 164-16,3-5-236 0,6 0-188 0,-1-1-208 16,0-8-108-16,4 2-132 0,-1-4-496 15,-3-3-1336-15,8 0-2989 0</inkml:trace>
  <inkml:trace contextRef="#ctx0" brushRef="#br0" timeOffset="-115780.665">5566 13395 768 0,'0'0'9336'0,"0"0"-6775"15,0 0-1197-15,0 0-568 0,0 0-24 16,0 0 232-16,0 0-144 0,0 0-168 15,4 70-272-15,3-35-100 0,5 6-100 16,4 7 16-16,1-1-116 0,-6 1-20 0,5 0-92 16,-7-8-8-16,2 2-40 0,1-7-84 15,-4-3-144-15,0-7-252 0,0-9-96 16,-1-3-164-16,6-7-312 0,-5-6-328 0,4-2-832 16,-4-5-2025-16,4-13-2211 0</inkml:trace>
  <inkml:trace contextRef="#ctx0" brushRef="#br0" timeOffset="-115564.18">5888 13687 10496 0,'0'0'1817'16,"0"0"-1665"-16,0 0 332 0,0 0 588 16,0 0 228-16,0 0-152 15,0 0-364-15,80 29-264 0,-61-29-184 0,2 0-28 16,7 0-100-16,-4-10-208 0,4 1-12 15,0-7-60-15,4 0-288 16,-4 0-308-16,-1 0-400 0,1-3-280 16,0 7-736-16,-4-1-2593 15,4 3-2451-15</inkml:trace>
  <inkml:trace contextRef="#ctx0" brushRef="#br0" timeOffset="-115102.728">6702 13564 13241 0,'0'0'1624'0,"0"0"-1384"0,0 0-116 16,0 0 140-16,0 0 288 0,0 0 728 0,-81-11-32 16,70 16-460-16,-2 7-384 0,6 1-232 15,-1 6-76-15,-1 2-36 0,1 2 40 16,5-1-92-16,-1-3-8 0,4-3-100 15,0-3-56-15,0-7-16 0,0 0-48 16,7-6 48-16,-3 0-88 0,5 0 76 16,-1-3-36-16,3-10-28 0,6 0 40 15,-6-5-4 1,6-1-48-16,-6 0-24 0,1-1-12 0,0 5 120 16,0 2 52-16,-4 4 48 0,0 2 4 0,0 7 72 0,0 0 48 15,-1 4 212-15,2 4 152 0,-1 6-88 16,0 4-40-16,0 5-40 0,0 2-44 0,0 3 32 15,-1 5-36-15,2-1-48 16,-5 2 0-16,4 4 36 0,-4 3-36 16,3 7-36-16,2 4-104 0,-5 1-8 0,4 7-8 15,-8 1 4-15,3-4-4 0,-3-3 0 16,0-7 8-16,0-3-8 0,0-8-4 16,4-7-72-16,-4-11 0 0,4-5-88 15,1-3-284-15,-5-10-224 0,4 0-272 16,0-7-240-16,3-5-140 0,-3-10-676 0,0 6-953 15,0-22-2619-15</inkml:trace>
  <inkml:trace contextRef="#ctx0" brushRef="#br0" timeOffset="-114746.327">7115 13122 13013 0,'0'0'2032'15,"0"0"-2032"-15,0 0 64 0,0 0-64 0,0 0 840 16,21 94 500-16,-21-45-436 0,0 2-224 15,0 2-152-15,4 8 0 0,-4-4-112 16,3 3-124-16,1 1-60 16,0-4-100-16,0-6-84 0,5-3-48 0,-2-10-44 15,5-10 32-15,-3-3-84 0,6-9-16 16,2-6 52-16,-2-7-72 0,1-3-100 16,0 0-88-16,0-10 16 0,-4-2-176 0,-1-7-208 15,-2-1-300-15,-5-1-360 0,-4-4-848 16,0 8-1801-16,-13-11-1779 0</inkml:trace>
  <inkml:trace contextRef="#ctx0" brushRef="#br0" timeOffset="-114587.031">6921 13630 7536 0,'0'0'7729'0,"0"0"-6233"0,0 0-1160 16,0 0-16-16,0 0 436 0,0 0 84 15,0 0 224-15,0 0-316 0,79 38-252 0,-44-51-264 16,6-2-232-16,-2-4-48 0,1-7-452 15,-3 1-196-15,-2-1-220 0,1 1-304 16,-4 3-848-16,-8 2-2048 0,4-2-2653 16</inkml:trace>
  <inkml:trace contextRef="#ctx0" brushRef="#br0" timeOffset="-114415.969">7506 13449 10152 0,'0'0'3889'0,"0"0"-3269"0,0 0-292 0,0 0 12 16,75 90 476-16,-62-69 648 15,2 5-304-15,-3-4-460 0,1 3-220 0,-2 0-212 0,-2 4-60 16,-1 0-76-16,-8 2-80 0,0 5-52 16,0-3-96-16,-8 0-196 15,-5-5-112-15,2-2-112 0,-2-4-148 0,5-8-212 16,1-9-428-16,-1-5-512 0,-1 0-2077 16,5-22-2255-16</inkml:trace>
  <inkml:trace contextRef="#ctx0" brushRef="#br0" timeOffset="-114233.092">7705 13300 4224 0,'0'0'11273'0,"0"0"-9865"0,0 0-888 0,0 0 200 16,84-10 92-16,-60 4-88 15,-9 3-124-15,6 0-392 0,3-4-164 16,-1 4-44-16,-3-7-180 0,4 4-520 0,-4-6-304 15,0 2-584-15,-4-4-1356 0,-4 0-4713 16</inkml:trace>
  <inkml:trace contextRef="#ctx0" brushRef="#br0" timeOffset="-114053.945">8092 12966 12017 0,'0'0'2232'0,"0"0"-1400"0,0 0-176 0,0 0 312 15,8 89 620-15,-5-57-212 16,-3 3-456-16,4 1-472 0,0 1-288 16,-4 1-160-16,5 0-52 0,-5 3-280 0,4-9-460 15,0 3-212-15,0-9-344 0,-1-4-1128 0,5 0-3137 16</inkml:trace>
  <inkml:trace contextRef="#ctx0" brushRef="#br0" timeOffset="-113169.962">8706 13236 6976 0,'0'0'2596'16,"0"0"-711"-16,0 0-413 0,0 0 144 16,0 0-132-16,0 0-144 0,0 0-448 0,-32 16-412 0,19-3-100 15,2 9-8-15,3 3 4 0,-5 4 52 0,2 6 12 16,3 3-84-16,-1 3-92 0,2 1-68 16,3 0-36-16,-4 2-88 15,8-4 25-15,-4 5-97 0,4-7-4 0,0-3-57 0,4 1 49 16,4-11-100-16,-1-4-32 15,6-1-24-15,-5-8-64 0,3 4-84 0,2-6 8 16,-5-1-44-16,3-2-112 0,-2-5-128 16,6 2-120-16,-3-4-452 0,4 0-744 15,5 0-768-15,-10 0-2477 0,5-9-2203 0</inkml:trace>
  <inkml:trace contextRef="#ctx0" brushRef="#br0" timeOffset="-112761.07">9147 13376 6704 0,'0'0'5461'0,"0"0"-4057"16,0 0-604-16,0 0-64 0,0 0 256 15,0 0 224-15,0 0 104 16,0 0-384-16,0 0-372 0,8 95-140 0,-4-50-32 16,-4 5-76-16,5-2-108 0,-1 0 8 15,-4-4-152-15,4-6-64 0,-1 1-96 0,-3-11-24 16,0 1-232-16,4-7-172 16,0-7-184-16,0-2-176 0,0-9-360 0,5-4-1156 15,-6-4-2032-15,5-12-2597 0</inkml:trace>
  <inkml:trace contextRef="#ctx0" brushRef="#br0" timeOffset="-112587.447">9438 13591 13253 0,'0'0'1864'0,"0"0"-1236"0,0 0 328 16,0 0 288-16,92 7-208 15,-72-3-32-15,0-4-272 0,-1 0-256 16,5 0-240-16,1-11-236 0,3-1-64 0,0-1-140 15,0-6-296-15,0 4-320 0,-1-5-616 16,-7 5-1508-16,12-5-4537 0</inkml:trace>
  <inkml:trace contextRef="#ctx0" brushRef="#br0" timeOffset="-112330.019">10203 13058 13745 0,'0'0'2764'0,"0"0"-1952"0,0 0-404 0,0 0 172 16,0 83 244-16,-8-45 452 0,1 6-400 15,3 8-315-15,-5 1-173 0,9 2-60 16,0-2-136-16,0 4-108 0,0-3-84 16,0-6-48-16,9-7-36 0,2-9-36 15,1-6-64-15,4-4 16 16,0-10-24-16,4-1-65 0,-4-9-83 0,0-2-100 15,0 0-156-15,-4-9-40 0,-1-4-212 16,-2-7-508-16,-1-2-836 0,-4 3-1776 16,-4-9-1737-16</inkml:trace>
  <inkml:trace contextRef="#ctx0" brushRef="#br0" timeOffset="-112160.428">9969 13402 13865 0,'0'0'2120'16,"0"0"-1440"-16,0 0-432 15,0 0 176-15,0 0 392 0,87 0 552 16,-51 0-112-16,0-11-392 0,7-1-303 0,-2-7-281 16,2-2-232-16,-3-2-48 0,-5-3-184 15,-3 1-385-15,1 0-259 0,-10 1-136 16,1 3-336-16,-3 2-860 0,-6 7-1784 16,-2-5-2361-16</inkml:trace>
  <inkml:trace contextRef="#ctx0" brushRef="#br0" timeOffset="-111987.817">10577 13169 10937 0,'0'0'2472'0,"0"0"-1304"0,0 0-560 0,0 0-280 16,73 89 312-16,-54-60 672 0,-3 0-288 0,0 2-320 15,-7 1-20-15,2 3-36 16,-3 3-136-16,-3-3-256 0,-5 0-128 16,0 1-128-16,-5-5-88 0,-7-4-264 0,1 0-220 15,2-8-112-15,-3-10-28 0,5-3-224 16,-2-6-644-16,1-6-1300 0,1-19-3769 15</inkml:trace>
  <inkml:trace contextRef="#ctx0" brushRef="#br0" timeOffset="-111821.442">10857 13023 14645 0,'0'0'2016'16,"0"0"-1072"-16,0 0-16 0,0 0-472 15,0 0-212-15,92 7 160 0,-81-7-60 16,5-3-208-16,4-3-100 0,4-7-36 16,-8 0-636-16,8-3-436 0,-4-3-464 0,-8 6-1132 15,4-6-4333-15</inkml:trace>
  <inkml:trace contextRef="#ctx0" brushRef="#br0" timeOffset="-111637.663">11251 12715 12645 0,'0'0'2136'0,"0"0"-1068"16,0 0-64-16,9 68 80 0,-9-40 280 0,0 7-100 15,3 0-584-15,-3 0-412 0,0 2-228 16,4 1-40-16,-4 4-184 0,0 3-300 16,4-1-372-16,-4 0-196 15,0 4-816-15,0-13-2644 0,0 9-3769 0</inkml:trace>
  <inkml:trace contextRef="#ctx0" brushRef="#br0" timeOffset="-110344.051">1809 16211 8836 0,'0'0'1720'0,"0"0"453"15,0 0-1661-15,0 0-156 0,0 0 356 16,0 0 260-16,83 13 148 0,-47-10-360 0,4-3-52 16,3 0-264-16,-2 0-232 15,-2-3-116-15,1-3-88 0,-4-4-4 0,-8 0 12 16,3-2-16-16,-6-1-316 0,-5 3-436 15,-5-2-380-15,-2 3-356 0,-2 2-748 16,-7 3-2157-16,-4 4-1791 0</inkml:trace>
  <inkml:trace contextRef="#ctx0" brushRef="#br0" timeOffset="-110187.794">2028 16405 10452 0,'0'0'1741'0,"0"0"-1629"16,0 0 144-16,0 0-12 0,0 0 724 0,0 0 72 15,91 44-168-15,-63-44-216 0,0 0-148 16,-5 0-244-16,5-6-176 0,0-7-88 16,-7 1-100-16,3-8-676 0,-9 2-420 15,2-8-604-15,-10 7-2149 0,-3-12-2911 0</inkml:trace>
  <inkml:trace contextRef="#ctx0" brushRef="#br0" timeOffset="-109948.836">2067 15980 1188 0,'0'0'10605'0,"0"0"-9093"16,0 0-1464-16,0 0-48 0,0 0 728 15,0 0 196-15,0 0-32 0,112 3-188 16,-72 3-56-16,3 3-200 0,2 1-164 0,-2 3-284 16,1 3-4-16,-4 3-72 0,-4-1-132 15,-5 1 32-15,-6 7-320 0,-5 0 108 16,-5 6-140-16,-2 2-60 0,-5 4 184 15,-8 0 100-15,0 1 180 0,0-2 112 0,-13-2-36 16,5-3-156-16,-3-3-304 0,-6-4-432 16,6-3-1309-16,-2-9-2243 0</inkml:trace>
  <inkml:trace contextRef="#ctx0" brushRef="#br0" timeOffset="-109287.959">3214 16180 14425 0,'0'0'1452'0,"0"0"-1240"15,0 0 44-15,0 0 216 0,101-3 560 0,-58 6-32 16,1 3-312-16,4 4-336 0,4-1-128 16,-5 1-104-16,2 2 64 0,-6 1-184 15,-3-1-44-15,-4 1-32 0,-4 1 4 16,-9-6 24-16,-3 3-52 0,-3 1-56 0,-6 1-104 15,-7-1 40-15,-4 7 24 0,0 0-12 16,-4 10-76-16,-11-1-48 16,-5 7-52-16,-8 4 40 0,0-5 108 0,-8 4 148 15,0 1 24-15,1-5 64 0,-2-2 112 16,-3-3-60-16,9-1-48 0,-5-5 4 0,8-1 92 16,0-6 60-16,8-4 0 0,8-2-60 15,4-4-100-15,4-3 0 0,4-3-48 16,0 0-116-16,12 4-144 15,12-1 308-15,4 3 556 0,12-3 24 0,3 0-172 16,9 0-16-16,-4-3-160 0,4 0-48 16,-4-3-184-16,-1 0-88 0,-2-3 0 15,-6 3-44-15,-3 0-372 0,0 3-260 16,-4 0-80-16,-5 0-456 0,-3 0-1048 0,-3 3-2421 16,-1 0-2215-16</inkml:trace>
  <inkml:trace contextRef="#ctx0" brushRef="#br0" timeOffset="-108983.637">4326 16249 13241 0,'0'0'1676'16,"0"0"-1036"-16,0 0-552 0,0 0 328 0,0 0 360 15,0 0-128-15,0 0-264 16,-79 55-160-16,62-30-40 0,6 2-72 16,-1 6-16-16,4 5 16 0,0 0 36 0,4 1-60 15,4 5 8-15,0-3-44 16,0 7 32-16,8-4-36 0,4 1-48 16,-4-8-4-16,4-1-92 0,4-8-52 0,-4-3 12 15,0-9-112-15,0-3 4 0,3-7-176 16,2-6-288-16,-2-3-396 0,5-9-560 15,-3-4-1480-15,-2-16-3881 0</inkml:trace>
  <inkml:trace contextRef="#ctx0" brushRef="#br0" timeOffset="-108808.462">4642 16433 11761 0,'0'0'1596'0,"0"0"-996"16,0 0 212-16,0 0 584 0,95 77 4 15,-76-56-312-15,2-4-452 0,-1 2-352 16,-5-6-284-16,6-4-68 0,-10 0-68 16,2-2-356-16,-2-1-200 0,1-6-148 0,-3 0-284 15,2 0-656-15,-7-3-1192 0,5-12-2349 16</inkml:trace>
  <inkml:trace contextRef="#ctx0" brushRef="#br0" timeOffset="-108643.861">4812 16430 11625 0,'0'0'1728'0,"0"0"-1664"16,0 0 12-16,-47 63 204 0,31-30 228 16,0-3 140-16,0 7 232 15,0-3-52-15,4-2-104 0,0-4-264 0,4-5-460 16,0-4-28-16,8-3-192 0,-4-3-440 16,4-8-320-16,0-1-280 0,0-4-1120 15,8-6-3521-15</inkml:trace>
  <inkml:trace contextRef="#ctx0" brushRef="#br0" timeOffset="-108430.056">5267 16542 14221 0,'0'0'2180'0,"0"0"-2180"16,0 0 8-16,-40 69 592 0,24-40 84 15,0 3-228-15,-4 0-296 0,9-1-152 0,-6-3-8 16,9-2-48-16,1-10-384 16,2-3-424-16,1-10-200 0,4-3-204 15,4-6-1208-15,1-1-1693 0,6-25-1791 0</inkml:trace>
  <inkml:trace contextRef="#ctx0" brushRef="#br0" timeOffset="-108202.136">5506 16043 3148 0,'0'0'12501'0,"0"0"-10697"15,0 0-1756-15,0 0 112 0,12 66 572 0,-5-33 264 16,-2 2 44-16,3 6-320 16,3 0-200-16,-3 0-67 0,9 1-249 0,3 2-204 15,-5 3-60-15,9-1-12 0,1 1 12 16,-6-3-12-16,1-9-185 0,-5-3-231 15,6-7-24-15,-5-8 0 0,-4-5 24 16,-5-3-64-16,2-5-212 0,-9-4-672 0,0 0-1076 16,0-6-1309-16,-9-11-807 0</inkml:trace>
  <inkml:trace contextRef="#ctx0" brushRef="#br0" timeOffset="-108027.31">5274 16356 13417 0,'0'0'1928'15,"0"0"-1564"-15,0 0-116 0,0 0 320 16,0 0 404-16,0 0 140 0,0 0-92 16,84 40-284-16,-48-38-188 0,4-2-196 15,0-2-172-15,4-11-180 0,0-3-48 16,-4-3-308-16,-1 0-376 0,-3 0-36 0,-1-4-68 16,-2 4-488-16,-13 3-1248 0,8-6-3097 15</inkml:trace>
  <inkml:trace contextRef="#ctx0" brushRef="#br0" timeOffset="-107814.01">5976 16106 10828 0,'0'0'1477'0,"0"0"-1169"0,0 0-76 0,0 0 404 16,80 55 872-16,-65-36 168 0,6 3-484 0,-2 0-400 16,1 3-204-16,1 7-96 15,-6 3 120-15,1 5-140 0,-4 0-264 16,-8 1-204-16,0 1-4 0,-4-2-192 0,-4-3-224 15,0 3-12-15,-8-2-88 16,0-4-60-16,-4-2-116 0,0-6-284 16,4-10-428-16,-4-7-424 0,4-6-1028 0,-3-9-3377 15</inkml:trace>
  <inkml:trace contextRef="#ctx0" brushRef="#br0" timeOffset="-107646.933">6474 16237 5836 0,'0'0'9073'0,"0"0"-7825"0,0 0-620 16,84 0 352-16,-64 0-76 0,-5-4-168 15,6-2-344-15,-6-3-392 0,9-1-184 16,-3-6-652-16,-2 1-436 0,1 1-416 16,-5 5-192-16,-2 3-616 0,-13 6-4857 15</inkml:trace>
  <inkml:trace contextRef="#ctx0" brushRef="#br0" timeOffset="-107504.936">6573 16452 13833 0,'0'0'2048'0,"0"0"-2048"0,0 0 4 15,0 0 184-15,88 10-24 16,-64-16 112-16,4-7 24 0,4-3-300 16,-4-3-36-16,0 4-452 0,4-5-444 0,-4 3-472 15,-9 6-1284-15,9-5-4029 0</inkml:trace>
  <inkml:trace contextRef="#ctx0" brushRef="#br0" timeOffset="-107049.242">8339 15037 12149 0,'0'0'1976'0,"0"0"-1204"0,0 0-508 0,0 0 568 15,0 0 644-15,0 0-276 0,75 95-352 16,-55-50-188-16,5 2-284 0,-2 3-168 15,1-1-208-15,0-2-92 0,0-3-92 0,-9-3-388 16,6 1-228-16,-10-6-112 16,2-6-240-16,-9-4-100 0,0 0-236 15,-4-4-476-15,0-7-2149 0,-25 5-2511 0</inkml:trace>
  <inkml:trace contextRef="#ctx0" brushRef="#br0" timeOffset="-106750.08">7557 15973 11657 0,'0'0'976'16,"0"0"-836"-16,0 0-128 0,0 0 268 15,0 0 432-15,0 0 176 0,0 0-128 16,0 0-108-16,0 0 212 0,97-25 92 0,-42 12-348 16,8 1-300-16,10-2 84 15,6-4-160-15,5-1-108 0,4-7-68 0,11-2-52 16,4-4-4-16,9 0 24 0,8-3-16 15,3 0-16-15,5 3 8 16,3 1-4-16,1-1-112 0,3 6 4 16,5 7 112-16,-5 4 112 15,-4 2 84-15,2 4-196 0,-10 2 12 16,-12 4 84-16,-11 3-96 0,-9 0-36 0,-11 0-160 0,-12 0 88 16,-12 0 44-16,-8 0-72 0,-12 3-304 15,-13 1-216-15,-11-4-148 0,-4 0-256 16,-8 3-412-16,-4-1-548 0,-20 1-2693 0</inkml:trace>
  <inkml:trace contextRef="#ctx0" brushRef="#br0" timeOffset="-106172.943">7832 16443 1396 0,'0'0'1356'0,"0"0"-1044"0,0 0-312 16,0 0-60-16,0 0-96 0,0 0-104 15,0 0-28-15,0 0-92 0,0 0-100 16,0 0-200-16,0 0-79 0</inkml:trace>
  <inkml:trace contextRef="#ctx0" brushRef="#br0" timeOffset="-105921.684">7832 16443 1152 0,'52'-73'1528'0,"-48"70"-32"0,-4-3 96 16,4-1 72-16,-4 1-340 0,0 0-184 0,4-1-31 15,-4 3-41-15,0 2-108 16,0-1-56-16,0 3 8 0,0 0-32 16,0 0 0-16,0 0 16 0,0 0-104 0,0 0-76 15,0 3-92-15,0-1-172 0,-4 2-108 16,0 3-76-16,0 2-96 0,-3 3-164 16,3 8 76-16,-1 8-80 0,1 4 92 0,0 4 16 15,4 1 32-15,0 1 4 16,0 4 8-16,0-4-108 15,0 0-48-15,0-6 0 0,4-5-48 0,5-4-36 0,-5-7-36 16,3-3-64-16,5-3-96 0,-3-4-208 0,2-3-244 16,1-3-200-16,-3 0-292 0,2 0-240 15,-3-6-464-15,1-1-1204 16,-6-6-2453-16</inkml:trace>
  <inkml:trace contextRef="#ctx0" brushRef="#br0" timeOffset="-105695.804">8148 16398 9864 0,'0'0'2613'16,"0"0"-1337"-16,0 0-972 0,0 0 268 16,0 0 560-16,0 0 472 0,0 0-700 0,4 67-400 15,-4-39-172-15,4 5 0 0,-1-3-136 16,5 7-60-16,-4-6-128 0,5 1-8 15,-2-4-60-15,1 0-28 0,-4-5-180 16,5 3-272-16,-2-7-288 0,-3-3-104 16,4-7-220-16,-4 1-488 0,0-7-1144 15,-4-3-3037-15</inkml:trace>
  <inkml:trace contextRef="#ctx0" brushRef="#br0" timeOffset="-105521.681">8315 16672 9744 0,'0'0'2613'0,"0"0"-1589"16,0 0-376-16,0 0 768 0,0 0 16 15,0 0-376-15,0 0-428 0,84 0-332 16,-61-4-160-16,1-5-112 0,8-1-24 0,0-5-236 16,-1-1-368-16,6 0-524 0,-1 0-628 15,-13 3-1244-15,10 1-4025 0</inkml:trace>
  <inkml:trace contextRef="#ctx0" brushRef="#br0" timeOffset="-105121.777">8972 16370 11805 0,'0'0'2476'15,"0"0"-1868"-15,0 0-256 0,0 0 204 16,-96 10 608-16,72 6-108 0,5 6-476 15,-1 6-224-15,4 0 28 16,8 4-56-16,4-3-192 0,4-1-136 0,0-8-44 0,4-1-68 16,4-10-60-16,4 1 16 0,-1-7-56 15,6-3-108-15,-2-3-84 0,5-10-164 16,1-6-68-16,3-3-160 0,-5 0-276 16,-2-4-216-16,-2 5 168 0,-2 4 260 15,-6 4 348-15,1 7 332 0,-4 3 180 0,5 3 396 16,-6 9 476-16,1 7 148 15,0 4-320-15,4 2-132 0,-4 6 100 0,4 1-140 0,0-1-136 16,-4 7-104-16,4 0-4 16,-1 3-96-16,2 1-40 15,-5 2 40-15,0 3 20 0,0 0-120 0,-4 0-36 16,0-2-48-16,0-4-4 0,0-2-84 16,0-11-228-16,0-4-108 0,0-10-228 0,0-5-296 15,0-6-168-15,0-12-604 0,0-5-1169 16,3-24-2619-16</inkml:trace>
  <inkml:trace contextRef="#ctx0" brushRef="#br0" timeOffset="-104910.587">9331 16129 11669 0,'0'0'1752'16,"0"0"-1472"-16,0 0 40 0,-4 82 376 0,4-47 892 15,0 0-132-15,0 3-604 0,0-3-336 16,0 0-132-16,4-3-176 0,3-1-208 16,-3-2 0-16,5 0-112 0,-5-8-500 15,0-4-216-15,0-4-100 0,-1-7 116 16,1-3 84-16,-4-3-384 0,0 0-896 0,0-3-1241 16,0-8-2147-16</inkml:trace>
  <inkml:trace contextRef="#ctx0" brushRef="#br0" timeOffset="-104737.743">9144 16408 11685 0,'0'0'2404'0,"0"0"-1368"0,0 0-332 15,0 0-84-15,0 0 176 0,0 0 320 16,0 0-144-16,0 0-348 0,0 0-76 0,95 35 0 16,-63-38-296-16,0-10-252 0,0-3-232 15,-1-6-276-15,1 0-44 0,-4-7-208 16,0 1-300-16,-7-1-652 0,-2 4-1512 0,-3-4-4285 15</inkml:trace>
  <inkml:trace contextRef="#ctx0" brushRef="#br0" timeOffset="-104552.443">9666 16202 9036 0,'0'0'2889'0,"0"0"-1993"0,0 0-320 0,0 0 464 16,0 0 384-16,59 72-180 0,-47-55-576 0,-4-2-344 15,0 5-200-15,4 2-76 16,-4 3-48-16,0 4 0 0,0-1-184 16,-8 4-352-16,0 4-172 0,-4-5-220 0,-8 1-332 15,0 0-352-15,1-14-1345 16,-14 14-2863-16</inkml:trace>
  <inkml:trace contextRef="#ctx0" brushRef="#br0" timeOffset="-100330.179">10171 16098 7476 0,'0'0'596'16,"0"0"284"-16,0 0 688 0,0 0 1 15,0 0-265-15,0 0-84 0,0 0-148 16,0 0-80-16,0 0-108 0,0 0-168 16,0 0-224-16,0 0-208 0,0 0-136 15,-47 11-100-15,43 6 52 0,-1 2-4 16,5 6-8-16,0 7 8 0,0 3-20 0,9 0 32 16,2 3-60-16,1-3-44 15,1 0-8-15,2-4 4 0,1-2-84 0,-4-7-40 16,4-5 76-16,0-5-184 0,0-3-28 15,0-5-120-15,-4-4-348 0,4 0-164 16,-4-4-236-16,0-5-372 0,-4 2-1256 16,0-12-3093-16</inkml:trace>
  <inkml:trace contextRef="#ctx0" brushRef="#br0" timeOffset="-100097.571">10418 16037 11477 0,'0'0'2084'0,"0"0"-1700"0,0 0-372 15,0 0 608-15,0 0 792 16,0 0-84-16,17 67-636 0,-10-42-224 0,1 7-184 16,1-4-88-16,-2 4-72 15,-3-1-60-15,4 1-64 0,-4-6-60 16,1 2-36-16,-1-5-288 0,-1-4-244 0,1-6-328 0,4-4-224 15,-4-3-256-15,0-6-756 16,1 0-2257-16,-2-6-1887 0</inkml:trace>
  <inkml:trace contextRef="#ctx0" brushRef="#br0" timeOffset="-99905.512">10598 16211 10604 0,'0'0'1697'15,"0"0"-1297"-15,0 0 20 0,0 0 612 16,0 0 420-16,0 0-184 0,0 0-388 0,95 10-360 16,-71-20-260-16,4 1-256 0,0-7-4 15,4 0-360-15,-4-6-408 0,0 3-316 16,-5-1-340-16,-3 2-1068 0,5-1-3361 16</inkml:trace>
  <inkml:trace contextRef="#ctx0" brushRef="#br0" timeOffset="-99612.117">11179 15679 1592 0,'0'0'10837'15,"0"0"-8861"-15,0 0-1532 0,0 0-396 0,0 0 608 16,0 0 860-16,0 0-348 15,0 69-588-15,0-34-324 0,0 6-60 0,4 0 0 16,0 6-48-16,0 2 12 0,1 1-52 16,-1-2-32-16,3-1-72 0,1-8-4 15,0-7 4-15,4-7 104 0,0-6-44 0,4-10-56 16,0-2 28-16,0-7-36 16,4 0-208-16,0-7-48 0,0-8-76 15,-4-4 0-15,0-7-356 0,-5 1-452 0,2-4-416 16,-9 0-1040-16,0 7-2657 0,-4 0-2255 15</inkml:trace>
  <inkml:trace contextRef="#ctx0" brushRef="#br0" timeOffset="-99460.121">11056 16062 12237 0,'0'0'1952'0,"0"0"-1508"0,0 0-240 15,0 0 412-15,0 0 228 0,0 0 400 16,0 0-412-16,0 0-132 0,84-13-356 15,-56-3-344-15,0-6-540 0,-1-3-300 0,1-5-376 16,-4 3-784-16,-8 4-2793 16,4-9-4555-16</inkml:trace>
  <inkml:trace contextRef="#ctx0" brushRef="#br0" timeOffset="-99269.077">11610 15777 10708 0,'0'0'2197'0,"0"0"-965"0,0 0-80 0,0 0 192 0,60 66 308 16,-53-50-360-16,-3 4-608 16,0-6-476-16,1-1-196 0,-5 4-12 15,0-2-48-15,-9 1-356 0,-2 0-220 0,-1 0-200 16,-1-4-216-16,-7-2-280 16,-3-3-472-16,7-1-2177 0,-24 3-2579 0</inkml:trace>
  <inkml:trace contextRef="#ctx0" brushRef="#br0" timeOffset="-98596.711">10339 15621 3980 0,'0'0'4344'15,"0"0"-2416"-15,0 0-471 16,0 0-165-16,0 0 20 0,0 0-188 15,0 0-232-15,0 0-180 0,0 0-116 0,0 0-52 16,0 0-148-16,23-19-76 16,-14 15-24-16,-1 4 292 0,8-2-24 0,-4 2-248 15,3-5-96-15,5 3-28 0,4-4-32 0,4 0 12 16,4-5-64-16,0 3-12 16,8-2 4-16,4-5 8 0,-1-2 13 15,10 1-109-15,2-3 48 0,1 3-8 0,3 0-44 16,1 0 0-16,0 4 88 0,0-4-36 15,3 2-12-15,1 2 24 0,-4 3-72 16,0-3-12-16,0 2 8 0,-4-3-44 0,-5 4-24 16,-3 2 72-16,-5-3 0 15,-6 1 0-15,-1 2 0 0,-8 1 0 16,0 3-12-16,-9 0 0 0,-6 1-36 0,-2-3-24 16,-3 5-4-16,-4 0-44 0,-4 0-65 15,0 0-7-15,0 0-28 0,0 0-72 16,0 0-196-16,0 0-96 0,0 0-188 15,-4 0-376-15,0 0-812 0,0 5-3072 16,-11-3-5025-16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154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398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986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225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5/30/2023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508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5/30/2023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313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5/30/2023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482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3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781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53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270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19C07-69CE-4BA8-BF3E-980FED58165D}" type="datetimeFigureOut">
              <a:rPr lang="en-US" smtClean="0"/>
              <a:t>5/30/2023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053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customXml" Target="../ink/ink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customXml" Target="../ink/ink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customXml" Target="../ink/ink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customXml" Target="../ink/ink14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customXml" Target="../ink/ink18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5.xm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customXml" Target="../ink/ink26.xml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customXml" Target="../ink/ink27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customXml" Target="../ink/ink2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0.xm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1.xml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2A5213-88C6-492C-A17D-36234411C8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MAT205: Abstract Algebra </a:t>
            </a:r>
            <a:r>
              <a:rPr lang="en-US" altLang="zh-CN" dirty="0"/>
              <a:t>II 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31D2F05-A869-4566-BF9E-990387902C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4000" dirty="0"/>
              <a:t>10. Finite Fields</a:t>
            </a:r>
          </a:p>
          <a:p>
            <a:endParaRPr lang="en-US" sz="4000" dirty="0"/>
          </a:p>
          <a:p>
            <a:r>
              <a:rPr lang="en-US" dirty="0"/>
              <a:t>Ma, Jia-Jun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2C0AAE31-3E2E-485E-BAD5-47026B452797}"/>
                  </a:ext>
                </a:extLst>
              </p14:cNvPr>
              <p14:cNvContentPartPr/>
              <p14:nvPr/>
            </p14:nvContentPartPr>
            <p14:xfrm>
              <a:off x="6098760" y="1396800"/>
              <a:ext cx="1800" cy="144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2C0AAE31-3E2E-485E-BAD5-47026B4527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89400" y="1387440"/>
                <a:ext cx="4551480" cy="199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4731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Evariste Galois &#10;A portrait of Évariste Galois aged about 15 &#10;Born &#10;Died &#10;Evariste Galois &#10;25 October 1811 &#10;Bourg-la-Reine, French &#10;Empire &#10;31 May 1832 (aged 20) &#10;Paris, Kingdom of France ">
            <a:extLst>
              <a:ext uri="{FF2B5EF4-FFF2-40B4-BE49-F238E27FC236}">
                <a16:creationId xmlns:a16="http://schemas.microsoft.com/office/drawing/2014/main" id="{C72DFB00-5AF6-4708-81C0-71750C9C9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6133" y="497832"/>
            <a:ext cx="3391009" cy="5862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0657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1" descr="33.1 Theorem Let E be a finite extension of degree n over a finite field F. If F has q elements, then E &#10;has qn elements. ">
            <a:extLst>
              <a:ext uri="{FF2B5EF4-FFF2-40B4-BE49-F238E27FC236}">
                <a16:creationId xmlns:a16="http://schemas.microsoft.com/office/drawing/2014/main" id="{4E459535-FC93-4950-BAD6-B305047A94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232" y="418739"/>
            <a:ext cx="9890379" cy="815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33.2 Corollary If E is a finite field of characteristic p, then E contains exactly pn elements for some &#10;positive integer n. ">
            <a:extLst>
              <a:ext uri="{FF2B5EF4-FFF2-40B4-BE49-F238E27FC236}">
                <a16:creationId xmlns:a16="http://schemas.microsoft.com/office/drawing/2014/main" id="{5759D2A6-B4DD-483E-820C-A85AC91473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231" y="3106290"/>
            <a:ext cx="9257875" cy="706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2A91516-FBE7-42D0-A87A-6B3E9D99F111}"/>
                  </a:ext>
                </a:extLst>
              </p14:cNvPr>
              <p14:cNvContentPartPr/>
              <p14:nvPr/>
            </p14:nvContentPartPr>
            <p14:xfrm>
              <a:off x="939240" y="165600"/>
              <a:ext cx="10215720" cy="5300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2A91516-FBE7-42D0-A87A-6B3E9D99F1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29880" y="156240"/>
                <a:ext cx="10234440" cy="531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85134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 descr="33.3 Theorem Let E be a field of pn elements contained in an algebraic closure ZP ofZp. The elements &#10;of E are precisely the zeros in ZP of the polynomial &#10;-x in Zp[x]. ">
            <a:extLst>
              <a:ext uri="{FF2B5EF4-FFF2-40B4-BE49-F238E27FC236}">
                <a16:creationId xmlns:a16="http://schemas.microsoft.com/office/drawing/2014/main" id="{20AE5768-1E65-4C16-9FB3-7415A2F3B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168" y="293290"/>
            <a:ext cx="10576941" cy="915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65C3889-B840-4761-977B-7F85D70A88D8}"/>
                  </a:ext>
                </a:extLst>
              </p14:cNvPr>
              <p14:cNvContentPartPr/>
              <p14:nvPr/>
            </p14:nvContentPartPr>
            <p14:xfrm>
              <a:off x="614880" y="278640"/>
              <a:ext cx="11577600" cy="6496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65C3889-B840-4761-977B-7F85D70A88D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5520" y="269280"/>
                <a:ext cx="11596320" cy="651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07758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BD5503C-68C5-4186-B8C5-05D8142AFB07}"/>
                  </a:ext>
                </a:extLst>
              </p14:cNvPr>
              <p14:cNvContentPartPr/>
              <p14:nvPr/>
            </p14:nvContentPartPr>
            <p14:xfrm>
              <a:off x="656640" y="353880"/>
              <a:ext cx="11229840" cy="6234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BD5503C-68C5-4186-B8C5-05D8142AFB0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7280" y="344520"/>
                <a:ext cx="11248560" cy="625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67DF6D9-BA1C-4415-B5A2-72339B9790CE}"/>
                  </a:ext>
                </a:extLst>
              </p14:cNvPr>
              <p14:cNvContentPartPr/>
              <p14:nvPr/>
            </p14:nvContentPartPr>
            <p14:xfrm>
              <a:off x="540720" y="277560"/>
              <a:ext cx="10455120" cy="790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67DF6D9-BA1C-4415-B5A2-72339B9790C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1360" y="268200"/>
                <a:ext cx="10473840" cy="808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27808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0AF234C-F505-4CB0-87DB-18D4EABBD456}"/>
                  </a:ext>
                </a:extLst>
              </p14:cNvPr>
              <p14:cNvContentPartPr/>
              <p14:nvPr/>
            </p14:nvContentPartPr>
            <p14:xfrm>
              <a:off x="684000" y="84600"/>
              <a:ext cx="11508480" cy="6095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0AF234C-F505-4CB0-87DB-18D4EABBD45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4640" y="75240"/>
                <a:ext cx="11527200" cy="611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71479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1" name="Picture 1" descr="23.6 Corollary If G is a finite subgroup of the multiplicative group (F* , of a field F, then G is cyclic. &#10;In particular, the multiplicative group of all nonzero elements of a finite field is cyclic. ">
            <a:extLst>
              <a:ext uri="{FF2B5EF4-FFF2-40B4-BE49-F238E27FC236}">
                <a16:creationId xmlns:a16="http://schemas.microsoft.com/office/drawing/2014/main" id="{6AC70DE8-9A0D-4921-87D6-7B95C3B1C0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292" y="238125"/>
            <a:ext cx="10613061" cy="765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33.5 Theorem The multiplicative group (F* , of nonzero elements of a finite field F is cyclic. ">
            <a:extLst>
              <a:ext uri="{FF2B5EF4-FFF2-40B4-BE49-F238E27FC236}">
                <a16:creationId xmlns:a16="http://schemas.microsoft.com/office/drawing/2014/main" id="{B38CEAC2-ED8E-45EB-A8E1-4D363610B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809" y="1552016"/>
            <a:ext cx="11414381" cy="658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FAAB540-9632-4BB9-A526-7171892BA3B1}"/>
                  </a:ext>
                </a:extLst>
              </p14:cNvPr>
              <p14:cNvContentPartPr/>
              <p14:nvPr/>
            </p14:nvContentPartPr>
            <p14:xfrm>
              <a:off x="2878560" y="6470280"/>
              <a:ext cx="3240" cy="37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FAAB540-9632-4BB9-A526-7171892BA3B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69200" y="6460920"/>
                <a:ext cx="21960" cy="55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06109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5" name="Picture 1" descr="33.6 Corollary A finite extension E of a finite field F is a simple extension of F. ">
            <a:extLst>
              <a:ext uri="{FF2B5EF4-FFF2-40B4-BE49-F238E27FC236}">
                <a16:creationId xmlns:a16="http://schemas.microsoft.com/office/drawing/2014/main" id="{7F617978-BBDB-4C70-8B43-1120FBEA3C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618" y="195998"/>
            <a:ext cx="9863092" cy="676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0630BCF-FC90-4F94-AA25-E25572748C54}"/>
                  </a:ext>
                </a:extLst>
              </p14:cNvPr>
              <p14:cNvContentPartPr/>
              <p14:nvPr/>
            </p14:nvContentPartPr>
            <p14:xfrm>
              <a:off x="514440" y="924840"/>
              <a:ext cx="11568960" cy="5704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0630BCF-FC90-4F94-AA25-E25572748C5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5080" y="915480"/>
                <a:ext cx="11587680" cy="5723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9207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3.9 Lemma If F is a field of prime characteristic p, then (a + F)/'&quot; &#10;and all positive integers n. &#10;= for all a,ßeF ">
            <a:extLst>
              <a:ext uri="{FF2B5EF4-FFF2-40B4-BE49-F238E27FC236}">
                <a16:creationId xmlns:a16="http://schemas.microsoft.com/office/drawing/2014/main" id="{8B2B7F83-5EB2-4B14-B746-B94BB88F4C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656" y="496600"/>
            <a:ext cx="10563976" cy="82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E77D938-C257-4279-9DAD-5D0A1DAB7F9D}"/>
                  </a:ext>
                </a:extLst>
              </p14:cNvPr>
              <p14:cNvContentPartPr/>
              <p14:nvPr/>
            </p14:nvContentPartPr>
            <p14:xfrm>
              <a:off x="451800" y="34200"/>
              <a:ext cx="11447640" cy="6452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E77D938-C257-4279-9DAD-5D0A1DAB7F9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2440" y="24840"/>
                <a:ext cx="11466360" cy="647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95932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B52438E-0CAC-470E-9707-13822BA57A48}"/>
                  </a:ext>
                </a:extLst>
              </p14:cNvPr>
              <p14:cNvContentPartPr/>
              <p14:nvPr/>
            </p14:nvContentPartPr>
            <p14:xfrm>
              <a:off x="464760" y="209160"/>
              <a:ext cx="9446760" cy="6001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B52438E-0CAC-470E-9707-13822BA57A4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5400" y="199800"/>
                <a:ext cx="9465480" cy="602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50073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7120D19-EFD2-44E8-A5E2-336F6D47B8D5}"/>
                  </a:ext>
                </a:extLst>
              </p14:cNvPr>
              <p14:cNvContentPartPr/>
              <p14:nvPr/>
            </p14:nvContentPartPr>
            <p14:xfrm>
              <a:off x="190440" y="214560"/>
              <a:ext cx="11334600" cy="3232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7120D19-EFD2-44E8-A5E2-336F6D47B8D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1080" y="205200"/>
                <a:ext cx="11353320" cy="325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55511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33.10 Theorem A finite field GF(pn) of pn elements exists for every prime power pn. ">
            <a:extLst>
              <a:ext uri="{FF2B5EF4-FFF2-40B4-BE49-F238E27FC236}">
                <a16:creationId xmlns:a16="http://schemas.microsoft.com/office/drawing/2014/main" id="{8E0D52B8-38BE-4E15-A041-17C432F189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106" y="108511"/>
            <a:ext cx="10412814" cy="771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F4EB3A3-037A-4CAF-9048-55EE3CC0D43D}"/>
                  </a:ext>
                </a:extLst>
              </p:cNvPr>
              <p:cNvSpPr txBox="1"/>
              <p:nvPr/>
            </p:nvSpPr>
            <p:spPr>
              <a:xfrm>
                <a:off x="886968" y="1152144"/>
                <a:ext cx="5614416" cy="5398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Claim: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≔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bar>
                          <m:barPr>
                            <m:pos m:val="top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ℤ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ba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MY" sz="2400" dirty="0"/>
                  <a:t> is a field.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F4EB3A3-037A-4CAF-9048-55EE3CC0D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968" y="1152144"/>
                <a:ext cx="5614416" cy="539828"/>
              </a:xfrm>
              <a:prstGeom prst="rect">
                <a:avLst/>
              </a:prstGeom>
              <a:blipFill>
                <a:blip r:embed="rId3"/>
                <a:stretch>
                  <a:fillRect l="-1737" b="-2022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EF35040-653E-4FD6-A6F6-2164E3B35AFE}"/>
                  </a:ext>
                </a:extLst>
              </p14:cNvPr>
              <p14:cNvContentPartPr/>
              <p14:nvPr/>
            </p14:nvContentPartPr>
            <p14:xfrm>
              <a:off x="692280" y="720"/>
              <a:ext cx="10405440" cy="6495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EF35040-653E-4FD6-A6F6-2164E3B35AF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2920" y="-8640"/>
                <a:ext cx="10424160" cy="651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42650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Picture 1" descr="33.8 Lemma If F is a field of prime characteristic p with algebraic closure F, then XP n &#10;distinct zeros in F. &#10;— X has pn ">
            <a:extLst>
              <a:ext uri="{FF2B5EF4-FFF2-40B4-BE49-F238E27FC236}">
                <a16:creationId xmlns:a16="http://schemas.microsoft.com/office/drawing/2014/main" id="{FE205D28-6EE5-48BD-B5D6-596042A9D7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104" y="446919"/>
            <a:ext cx="9902952" cy="755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4D62000-EE5F-4084-B2A1-4734DC575AB1}"/>
                  </a:ext>
                </a:extLst>
              </p14:cNvPr>
              <p14:cNvContentPartPr/>
              <p14:nvPr/>
            </p14:nvContentPartPr>
            <p14:xfrm>
              <a:off x="806040" y="905040"/>
              <a:ext cx="9339120" cy="2863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4D62000-EE5F-4084-B2A1-4734DC575AB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6680" y="895680"/>
                <a:ext cx="9357840" cy="28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4630F57-B2C3-43A5-BF4D-59175B4810EA}"/>
                  </a:ext>
                </a:extLst>
              </p14:cNvPr>
              <p14:cNvContentPartPr/>
              <p14:nvPr/>
            </p14:nvContentPartPr>
            <p14:xfrm>
              <a:off x="1693800" y="332640"/>
              <a:ext cx="9984600" cy="6525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4630F57-B2C3-43A5-BF4D-59175B4810E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84440" y="323280"/>
                <a:ext cx="10003320" cy="654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0737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63E6B1-55ED-4EA3-AC05-137D19FEC644}"/>
              </a:ext>
            </a:extLst>
          </p:cNvPr>
          <p:cNvSpPr/>
          <p:nvPr/>
        </p:nvSpPr>
        <p:spPr>
          <a:xfrm>
            <a:off x="560379" y="401260"/>
            <a:ext cx="33210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libri" panose="020F0502020204030204" pitchFamily="34" charset="0"/>
              </a:rPr>
              <a:t> Derivation in the polynomial ring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CF2FA7-0E31-46FD-A07F-087E300D3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617" y="937566"/>
            <a:ext cx="10964805" cy="329611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ACBEC19-AD4B-4D02-9B15-6857CD95A5EE}"/>
                  </a:ext>
                </a:extLst>
              </p14:cNvPr>
              <p14:cNvContentPartPr/>
              <p14:nvPr/>
            </p14:nvContentPartPr>
            <p14:xfrm>
              <a:off x="921960" y="203400"/>
              <a:ext cx="11036520" cy="6605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ACBEC19-AD4B-4D02-9B15-6857CD95A5E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12600" y="194040"/>
                <a:ext cx="11055240" cy="662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455638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85266B6-2F5E-4058-90E8-1FAEE6E7A6A0}"/>
                  </a:ext>
                </a:extLst>
              </p14:cNvPr>
              <p14:cNvContentPartPr/>
              <p14:nvPr/>
            </p14:nvContentPartPr>
            <p14:xfrm>
              <a:off x="154800" y="171360"/>
              <a:ext cx="11803680" cy="6579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85266B6-2F5E-4058-90E8-1FAEE6E7A6A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5440" y="162000"/>
                <a:ext cx="11822400" cy="659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355073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eorem 6.10. Let D be an integral domain which is a subring of an integral domain &#10;E. Let f: D[x] and c E. &#10;(i) c is a multiple root off ifand only iff(c) = O and f'(c) = O. &#10;(ii) If D is afield and f is relatively prime to f', then f has no multiple roots in E. &#10;(iii) If D is afield, f is irreducible in D[x] and E contains a root Off, then f has no &#10;multiple roots in E if and only iff' 0. ">
            <a:extLst>
              <a:ext uri="{FF2B5EF4-FFF2-40B4-BE49-F238E27FC236}">
                <a16:creationId xmlns:a16="http://schemas.microsoft.com/office/drawing/2014/main" id="{D9114779-5B43-4317-BD88-C064582E0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191" y="266331"/>
            <a:ext cx="9429750" cy="226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0B15788-3E3B-4384-98D6-19F325FFA3A9}"/>
                  </a:ext>
                </a:extLst>
              </p14:cNvPr>
              <p14:cNvContentPartPr/>
              <p14:nvPr/>
            </p14:nvContentPartPr>
            <p14:xfrm>
              <a:off x="311040" y="190800"/>
              <a:ext cx="11509560" cy="6451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0B15788-3E3B-4384-98D6-19F325FFA3A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1680" y="181440"/>
                <a:ext cx="11528280" cy="64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2938680-748E-478F-82F5-0D641A403EF0}"/>
                  </a:ext>
                </a:extLst>
              </p14:cNvPr>
              <p14:cNvContentPartPr/>
              <p14:nvPr/>
            </p14:nvContentPartPr>
            <p14:xfrm>
              <a:off x="1451520" y="1754280"/>
              <a:ext cx="4813920" cy="83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2938680-748E-478F-82F5-0D641A403EF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42160" y="1744920"/>
                <a:ext cx="4832640" cy="101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491886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4B766DD-9DFA-48D2-9ECF-7763265AF863}"/>
                  </a:ext>
                </a:extLst>
              </p14:cNvPr>
              <p14:cNvContentPartPr/>
              <p14:nvPr/>
            </p14:nvContentPartPr>
            <p14:xfrm>
              <a:off x="688320" y="241200"/>
              <a:ext cx="10412280" cy="6109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4B766DD-9DFA-48D2-9ECF-7763265AF8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8960" y="231840"/>
                <a:ext cx="10431000" cy="612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019737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B41C00B-0252-40C3-B62B-7A9654DF2D4E}"/>
                  </a:ext>
                </a:extLst>
              </p14:cNvPr>
              <p14:cNvContentPartPr/>
              <p14:nvPr/>
            </p14:nvContentPartPr>
            <p14:xfrm>
              <a:off x="3960" y="375840"/>
              <a:ext cx="12188520" cy="5659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B41C00B-0252-40C3-B62B-7A9654DF2D4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5400" y="366480"/>
                <a:ext cx="12207240" cy="567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57533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DA2B190-E8E9-47A2-A6E1-165025A47757}"/>
                  </a:ext>
                </a:extLst>
              </p14:cNvPr>
              <p14:cNvContentPartPr/>
              <p14:nvPr/>
            </p14:nvContentPartPr>
            <p14:xfrm>
              <a:off x="300960" y="269640"/>
              <a:ext cx="10667520" cy="6271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DA2B190-E8E9-47A2-A6E1-165025A4775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1600" y="260280"/>
                <a:ext cx="10686240" cy="629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772078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89F8009-809C-40A9-9B2A-D5C1B594E04E}"/>
                  </a:ext>
                </a:extLst>
              </p14:cNvPr>
              <p14:cNvContentPartPr/>
              <p14:nvPr/>
            </p14:nvContentPartPr>
            <p14:xfrm>
              <a:off x="156240" y="250200"/>
              <a:ext cx="11759040" cy="6213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89F8009-809C-40A9-9B2A-D5C1B594E04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6880" y="240840"/>
                <a:ext cx="11777760" cy="623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285379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8D74396-AC8B-48F4-BDF4-CCA4036D79B2}"/>
                  </a:ext>
                </a:extLst>
              </p14:cNvPr>
              <p14:cNvContentPartPr/>
              <p14:nvPr/>
            </p14:nvContentPartPr>
            <p14:xfrm>
              <a:off x="312480" y="340560"/>
              <a:ext cx="11364840" cy="6188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8D74396-AC8B-48F4-BDF4-CCA4036D79B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3120" y="331200"/>
                <a:ext cx="11383560" cy="620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160528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9" name="Picture 1" descr="33.11 Corollary If F is any finite field, then for every positive integer n, there is an irreducible polynomial &#10;in F [x] of degree n. ">
            <a:extLst>
              <a:ext uri="{FF2B5EF4-FFF2-40B4-BE49-F238E27FC236}">
                <a16:creationId xmlns:a16="http://schemas.microsoft.com/office/drawing/2014/main" id="{4CA2CC26-5FB3-443E-83D0-BF54ECAB38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017" y="298712"/>
            <a:ext cx="10389420" cy="837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A7ED161-E963-46C4-A7ED-E495E927E359}"/>
                  </a:ext>
                </a:extLst>
              </p14:cNvPr>
              <p14:cNvContentPartPr/>
              <p14:nvPr/>
            </p14:nvContentPartPr>
            <p14:xfrm>
              <a:off x="723960" y="107280"/>
              <a:ext cx="11360520" cy="6506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A7ED161-E963-46C4-A7ED-E495E927E35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4600" y="97920"/>
                <a:ext cx="11379240" cy="652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627673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1" name="Picture 1" descr="33.12 Theorem Let p be a prime and let n e Z +. If E and E' are fields of order pn, then E E'. ">
            <a:extLst>
              <a:ext uri="{FF2B5EF4-FFF2-40B4-BE49-F238E27FC236}">
                <a16:creationId xmlns:a16="http://schemas.microsoft.com/office/drawing/2014/main" id="{75912F07-A9FD-4C4F-994D-31D38F82EC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1" y="292735"/>
            <a:ext cx="10439400" cy="695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FD979A4-AC73-4A37-9B3E-AA520A4D6754}"/>
                  </a:ext>
                </a:extLst>
              </p14:cNvPr>
              <p14:cNvContentPartPr/>
              <p14:nvPr/>
            </p14:nvContentPartPr>
            <p14:xfrm>
              <a:off x="249120" y="358560"/>
              <a:ext cx="11881440" cy="6026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FD979A4-AC73-4A37-9B3E-AA520A4D675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9760" y="349200"/>
                <a:ext cx="11900160" cy="604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3FA56FD-D304-4BC2-B097-8511E2EB7ED5}"/>
                  </a:ext>
                </a:extLst>
              </p14:cNvPr>
              <p14:cNvContentPartPr/>
              <p14:nvPr/>
            </p14:nvContentPartPr>
            <p14:xfrm>
              <a:off x="9806760" y="942840"/>
              <a:ext cx="2385720" cy="887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3FA56FD-D304-4BC2-B097-8511E2EB7ED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797400" y="933480"/>
                <a:ext cx="2404440" cy="90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74791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4B958FE-3D17-4919-9029-AEF9EBFED457}"/>
                  </a:ext>
                </a:extLst>
              </p14:cNvPr>
              <p14:cNvContentPartPr/>
              <p14:nvPr/>
            </p14:nvContentPartPr>
            <p14:xfrm>
              <a:off x="957960" y="249120"/>
              <a:ext cx="11063520" cy="6452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4B958FE-3D17-4919-9029-AEF9EBFED45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8600" y="239760"/>
                <a:ext cx="11082240" cy="647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165676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3DFCC44-DB14-48E2-966D-5DCFAE70AD14}"/>
                  </a:ext>
                </a:extLst>
              </p14:cNvPr>
              <p14:cNvContentPartPr/>
              <p14:nvPr/>
            </p14:nvContentPartPr>
            <p14:xfrm>
              <a:off x="1138680" y="1915560"/>
              <a:ext cx="10961640" cy="4539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3DFCC44-DB14-48E2-966D-5DCFAE70AD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29320" y="1906200"/>
                <a:ext cx="10980360" cy="455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00285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C9BB81-6E46-4881-842A-869DF1D0FED4}"/>
              </a:ext>
            </a:extLst>
          </p:cNvPr>
          <p:cNvSpPr txBox="1"/>
          <p:nvPr/>
        </p:nvSpPr>
        <p:spPr>
          <a:xfrm>
            <a:off x="1038687" y="408373"/>
            <a:ext cx="47584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Weil Conjecture</a:t>
            </a:r>
            <a:endParaRPr lang="en-MY" sz="3200" dirty="0"/>
          </a:p>
        </p:txBody>
      </p:sp>
      <p:pic>
        <p:nvPicPr>
          <p:cNvPr id="1026" name="Picture 2" descr="Andre Weil">
            <a:extLst>
              <a:ext uri="{FF2B5EF4-FFF2-40B4-BE49-F238E27FC236}">
                <a16:creationId xmlns:a16="http://schemas.microsoft.com/office/drawing/2014/main" id="{EBC6FC54-BE51-47FE-83FF-85A5C9FF53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6846" y="993148"/>
            <a:ext cx="28575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AE70D81-B744-4379-AE2C-DD78AF5A0340}"/>
              </a:ext>
            </a:extLst>
          </p:cNvPr>
          <p:cNvSpPr/>
          <p:nvPr/>
        </p:nvSpPr>
        <p:spPr>
          <a:xfrm>
            <a:off x="10053216" y="623816"/>
            <a:ext cx="12247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MY" dirty="0">
                <a:solidFill>
                  <a:srgbClr val="2B2B2B"/>
                </a:solidFill>
                <a:latin typeface="Guardian Egyptian Web"/>
              </a:rPr>
              <a:t>Andre Weil</a:t>
            </a:r>
            <a:endParaRPr lang="en-MY" b="0" i="0" dirty="0">
              <a:solidFill>
                <a:srgbClr val="2B2B2B"/>
              </a:solidFill>
              <a:effectLst/>
              <a:latin typeface="Guardian Egyptian Web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C42E65-9574-41BE-A751-53BA3E23D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4" y="1118586"/>
            <a:ext cx="9511113" cy="173114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EBD15BA-7E17-4DDC-9C18-5276B2EB33DA}"/>
                  </a:ext>
                </a:extLst>
              </p14:cNvPr>
              <p14:cNvContentPartPr/>
              <p14:nvPr/>
            </p14:nvContentPartPr>
            <p14:xfrm>
              <a:off x="804600" y="134640"/>
              <a:ext cx="10298880" cy="5749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EBD15BA-7E17-4DDC-9C18-5276B2EB33D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5240" y="125280"/>
                <a:ext cx="10317600" cy="576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440637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166048-6825-4D04-9580-3C210C193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571" y="0"/>
            <a:ext cx="11258857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8041EAD-A8E1-4A6F-92B9-CAFD5DFF9014}"/>
                  </a:ext>
                </a:extLst>
              </p14:cNvPr>
              <p14:cNvContentPartPr/>
              <p14:nvPr/>
            </p14:nvContentPartPr>
            <p14:xfrm>
              <a:off x="2985840" y="348840"/>
              <a:ext cx="8130600" cy="6159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8041EAD-A8E1-4A6F-92B9-CAFD5DFF901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76480" y="339480"/>
                <a:ext cx="8149320" cy="617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120010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4DF6FF1-7D3E-4E9B-AFCF-034DED5758B5}"/>
              </a:ext>
            </a:extLst>
          </p:cNvPr>
          <p:cNvSpPr/>
          <p:nvPr/>
        </p:nvSpPr>
        <p:spPr>
          <a:xfrm>
            <a:off x="1007016" y="403479"/>
            <a:ext cx="55991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MY" dirty="0" err="1">
                <a:solidFill>
                  <a:srgbClr val="000000"/>
                </a:solidFill>
                <a:latin typeface="Linux Libertine"/>
              </a:rPr>
              <a:t>Grothendieck</a:t>
            </a:r>
            <a:r>
              <a:rPr lang="en-MY" dirty="0">
                <a:solidFill>
                  <a:srgbClr val="000000"/>
                </a:solidFill>
                <a:latin typeface="Linux Libertine"/>
              </a:rPr>
              <a:t> give the framework to prove the theorem</a:t>
            </a:r>
            <a:endParaRPr lang="en-MY" b="0" i="0" dirty="0">
              <a:solidFill>
                <a:srgbClr val="000000"/>
              </a:solidFill>
              <a:effectLst/>
              <a:latin typeface="Linux Libertin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F13A11-8F1B-4519-885F-8AE75B1DD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1228" y="588145"/>
            <a:ext cx="3286584" cy="46964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79EEAAF-1752-454F-8D1F-7031C8D92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6596" y="1903973"/>
            <a:ext cx="3162741" cy="41153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7FBD2C-E884-4078-9AD1-0FE439A68B7E}"/>
              </a:ext>
            </a:extLst>
          </p:cNvPr>
          <p:cNvSpPr txBox="1"/>
          <p:nvPr/>
        </p:nvSpPr>
        <p:spPr>
          <a:xfrm flipH="1">
            <a:off x="1155427" y="1278384"/>
            <a:ext cx="4552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Riemann hypothesis conjecture is proved by </a:t>
            </a:r>
          </a:p>
        </p:txBody>
      </p:sp>
    </p:spTree>
    <p:extLst>
      <p:ext uri="{BB962C8B-B14F-4D97-AF65-F5344CB8AC3E}">
        <p14:creationId xmlns:p14="http://schemas.microsoft.com/office/powerpoint/2010/main" val="40353738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012457-02C6-4B22-95D0-3BA8C456397B}"/>
              </a:ext>
            </a:extLst>
          </p:cNvPr>
          <p:cNvSpPr/>
          <p:nvPr/>
        </p:nvSpPr>
        <p:spPr>
          <a:xfrm>
            <a:off x="596122" y="376847"/>
            <a:ext cx="33009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MY" b="1" dirty="0">
                <a:solidFill>
                  <a:srgbClr val="000000"/>
                </a:solidFill>
                <a:latin typeface="Arial" panose="020B0604020202020204" pitchFamily="34" charset="0"/>
              </a:rPr>
              <a:t>Example: The projective line</a:t>
            </a:r>
            <a:endParaRPr lang="en-MY" b="1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D2682AD-1699-437B-92F0-91999C4E53EF}"/>
                  </a:ext>
                </a:extLst>
              </p:cNvPr>
              <p:cNvSpPr txBox="1"/>
              <p:nvPr/>
            </p:nvSpPr>
            <p:spPr>
              <a:xfrm>
                <a:off x="878889" y="1020932"/>
                <a:ext cx="3506281" cy="7251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𝑍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)(1−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MY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D2682AD-1699-437B-92F0-91999C4E53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889" y="1020932"/>
                <a:ext cx="3506281" cy="7251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0053795-8835-4B6A-8971-894A510775DB}"/>
                  </a:ext>
                </a:extLst>
              </p14:cNvPr>
              <p14:cNvContentPartPr/>
              <p14:nvPr/>
            </p14:nvContentPartPr>
            <p14:xfrm>
              <a:off x="628200" y="276840"/>
              <a:ext cx="11043360" cy="6080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0053795-8835-4B6A-8971-894A510775D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8840" y="267480"/>
                <a:ext cx="11062080" cy="6099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47873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1594938C8331CC42A4FCEDC9F70D2D1C" ma:contentTypeVersion="2" ma:contentTypeDescription="新建文档。" ma:contentTypeScope="" ma:versionID="e04eca8eebcf54bd5d5f972163244f82">
  <xsd:schema xmlns:xsd="http://www.w3.org/2001/XMLSchema" xmlns:xs="http://www.w3.org/2001/XMLSchema" xmlns:p="http://schemas.microsoft.com/office/2006/metadata/properties" xmlns:ns3="6af921c6-6f3c-4d56-a22a-8f189f1aa588" targetNamespace="http://schemas.microsoft.com/office/2006/metadata/properties" ma:root="true" ma:fieldsID="9a6e61eae7039aed613ea92bc091f735" ns3:_="">
    <xsd:import namespace="6af921c6-6f3c-4d56-a22a-8f189f1aa58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f921c6-6f3c-4d56-a22a-8f189f1aa5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D3CD5EA-B1B5-4A67-8E15-8363C8FC80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af921c6-6f3c-4d56-a22a-8f189f1aa58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058BB74-C7DF-4BF9-BDE4-2BC7DD643D0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02A8F1E-2A26-43B2-B3CF-F15D3482FB5D}">
  <ds:schemaRefs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purl.org/dc/dcmitype/"/>
    <ds:schemaRef ds:uri="6af921c6-6f3c-4d56-a22a-8f189f1aa588"/>
    <ds:schemaRef ds:uri="http://www.w3.org/XML/1998/namespace"/>
    <ds:schemaRef ds:uri="http://schemas.microsoft.com/office/2006/metadata/properties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3787</TotalTime>
  <Words>54</Words>
  <Application>Microsoft Office PowerPoint</Application>
  <PresentationFormat>Widescreen</PresentationFormat>
  <Paragraphs>12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等线</vt:lpstr>
      <vt:lpstr>等线 Light</vt:lpstr>
      <vt:lpstr>Guardian Egyptian Web</vt:lpstr>
      <vt:lpstr>Linux Libertine</vt:lpstr>
      <vt:lpstr>Arial</vt:lpstr>
      <vt:lpstr>Calibri</vt:lpstr>
      <vt:lpstr>Calibri Light</vt:lpstr>
      <vt:lpstr>Cambria Math</vt:lpstr>
      <vt:lpstr>Office Theme</vt:lpstr>
      <vt:lpstr>MAT205: Abstract Algebra II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MAT211: Abstract Algebra</dc:title>
  <dc:creator>Ma Jiajun</dc:creator>
  <cp:lastModifiedBy>Ma Jiajun</cp:lastModifiedBy>
  <cp:revision>556</cp:revision>
  <dcterms:created xsi:type="dcterms:W3CDTF">2021-09-19T05:52:48Z</dcterms:created>
  <dcterms:modified xsi:type="dcterms:W3CDTF">2023-05-30T09:09:43Z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0x0101001594938C8331CC42A4FCEDC9F70D2D1C</vt:lpwstr>
  </property>
</Properties>
</file>