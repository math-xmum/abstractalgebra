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302" r:id="rId6"/>
    <p:sldId id="313" r:id="rId7"/>
    <p:sldId id="315" r:id="rId8"/>
    <p:sldId id="339" r:id="rId9"/>
    <p:sldId id="314" r:id="rId10"/>
    <p:sldId id="316" r:id="rId11"/>
    <p:sldId id="319" r:id="rId12"/>
    <p:sldId id="320" r:id="rId13"/>
    <p:sldId id="318" r:id="rId14"/>
    <p:sldId id="317" r:id="rId15"/>
    <p:sldId id="321" r:id="rId16"/>
    <p:sldId id="322" r:id="rId17"/>
    <p:sldId id="340" r:id="rId18"/>
    <p:sldId id="325" r:id="rId19"/>
    <p:sldId id="323" r:id="rId20"/>
    <p:sldId id="341" r:id="rId21"/>
    <p:sldId id="324" r:id="rId22"/>
    <p:sldId id="327" r:id="rId23"/>
    <p:sldId id="342" r:id="rId24"/>
    <p:sldId id="343" r:id="rId25"/>
    <p:sldId id="326" r:id="rId26"/>
    <p:sldId id="328" r:id="rId27"/>
    <p:sldId id="329" r:id="rId28"/>
    <p:sldId id="330" r:id="rId29"/>
    <p:sldId id="331" r:id="rId30"/>
    <p:sldId id="344" r:id="rId31"/>
    <p:sldId id="345" r:id="rId32"/>
    <p:sldId id="332" r:id="rId33"/>
    <p:sldId id="350" r:id="rId34"/>
    <p:sldId id="351" r:id="rId35"/>
    <p:sldId id="333" r:id="rId36"/>
    <p:sldId id="334" r:id="rId37"/>
    <p:sldId id="335" r:id="rId38"/>
    <p:sldId id="352" r:id="rId39"/>
    <p:sldId id="336" r:id="rId40"/>
    <p:sldId id="337" r:id="rId41"/>
    <p:sldId id="338" r:id="rId42"/>
    <p:sldId id="353" r:id="rId43"/>
    <p:sldId id="354" r:id="rId44"/>
    <p:sldId id="347" r:id="rId45"/>
    <p:sldId id="348" r:id="rId46"/>
    <p:sldId id="355" r:id="rId47"/>
    <p:sldId id="346" r:id="rId48"/>
    <p:sldId id="349"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2" autoAdjust="0"/>
    <p:restoredTop sz="94660"/>
  </p:normalViewPr>
  <p:slideViewPr>
    <p:cSldViewPr snapToGrid="0">
      <p:cViewPr varScale="1">
        <p:scale>
          <a:sx n="86" d="100"/>
          <a:sy n="86" d="100"/>
        </p:scale>
        <p:origin x="514"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1-09-21T04:59:56.590"/>
    </inkml:context>
    <inkml:brush xml:id="br0">
      <inkml:brushProperty name="width" value="0.05292" units="cm"/>
      <inkml:brushProperty name="height" value="0.05292" units="cm"/>
      <inkml:brushProperty name="color" value="#FF0000"/>
    </inkml:brush>
  </inkml:definitions>
  <inkml:trace contextRef="#ctx0" brushRef="#br0">16945 3883 4060 0,'0'0'588'0,"0"0"-408"15,0 0-180-15,0 0 0 0,0 0 124 16,0 0 252-16,0 0-52 0,0 0-204 16,0 0-120-16,-4-3-172 0,4 3-36 0,0 0 56 15,0 0 152-15,0 0 132 16,0 0-4-16,0 0-36 0,0 0 0 0,0 0 52 16,0 0 128-16,0 0 144 0,0 0 0 15,0 0-24-15,0 0-16 0,0 0-52 16,0 0-168-16,0 0-64 0,0 0-16 15,0 0 4-15,0 0-16 0,0 0 28 16,0 0-4-16,0 0-8 0,0 0-68 16,0 0 40-16,0 0 12 0,0 0 0 0,0 0-12 15,0 0-44-15,0 0 4 16,0 0 52-16,0 0-52 0,0 0 104 0,0 0 52 16,0 0 64-16,0 0-60 0,0 0-32 15,0 0-24-15,0 0 12 0,0 0-36 16,0 0-16-16,0 0 28 0,0 0 76 15,0 0-24-15,0 0-52 0,0 0-96 0,0 0-8 16,0 0-8-16,0 0 0 0,0 0 8 16,0 0 61-16,0 0-9 15,0 0 12-15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1462.8125" units="1/cm"/>
          <inkml:channelProperty channel="Y" name="resolution" value="2213.98657" units="1/cm"/>
          <inkml:channelProperty channel="F" name="resolution" value="22.75278" units="1/deg"/>
          <inkml:channelProperty channel="T" name="resolution" value="1" units="1/dev"/>
        </inkml:channelProperties>
      </inkml:inkSource>
      <inkml:timestamp xml:id="ts0" timeString="2023-04-11T08:51:27.172"/>
    </inkml:context>
    <inkml:brush xml:id="br0">
      <inkml:brushProperty name="width" value="0.05292" units="cm"/>
      <inkml:brushProperty name="height" value="0.05292" units="cm"/>
      <inkml:brushProperty name="color" value="#FF0000"/>
    </inkml:brush>
  </inkml:definitions>
  <inkml:trace contextRef="#ctx0" brushRef="#br0">3796 12001 969 0,'0'0'225'0,"0"0"1086"0,0 0-860 16,0 0-176-16,0 0-46 0,4-73 85 0,-5 59 10 15,-4 1-53-15,1-1-70 0,-2-1-59 16,-3 4-87-16,-2-3 34 0,-1 6-25 0,-2-3 34 16,1 4-9-16,-3 1-13 0,0 0-3 15,-2 1-12-15,0 1-30 16,-2 4-1-16,0 0-27 0,0 0 3 15,-3 0-6-15,-3 4-1 0,0 3-14 16,-3 2 12-16,0 5-18 0,0 1-19 16,-1 6 19-16,1 3-7 0,-1 3 10 15,1 7-9-15,-1 4 5 0,-2 8 4 0,3 2 15 16,0 5 0-16,5 1 1 0,4 2-16 16,4-1-7-16,7-1 25 0,1 1 1 0,3-4 30 15,4-2-29-15,1-5-2 16,3 1 3-16,10-1 15 0,1 0-7 15,5-2-10-15,4-3 10 0,3 0-11 0,6-4-4 16,-2-3 2-16,2-2 4 0,-2-6 14 0,2-3-4 16,-2-2-11-16,-1-5 0 0,-1-3 28 15,1-1 5-15,-1-5-22 0,-1-2-11 16,-4-3 0-16,-3 0-1 16,-1 0-15-16,-4-1 12 0,-1-7-43 15,-4-3-27-15,1-1-9 0,-3-6-25 16,-1-2-28-16,-4-3-31 0,-3-5-28 0,0 2-142 15,-8-3-139-15,-3 1-172 16,-8-2-81-16,-2 5-338 0,-8 0 333 0,0 3 364 16,-4 3 366-16,1 4-111 0,2 1 114 15,6 6 424-15,3 3-131 0,5 3 261 16,5-1 542-16,5 1-738 0,1 2-30 16,4-1-50-16,1 0 10 0,0 1-10 15,6 0-76-15,4 1-37 0,9 4 89 0,3 2-29 16,6-1-63-16,4 1-36 0,0-1-56 15,0-2-3-15,-2-2-27 0,0-2-10 16,-3 0-30-16,1 0 0 0,-2-5-24 16,-2-3-43-16,2-3-83 0,-4 1-15 0,1 0-26 15,-3-1-133-15,-6 0-187 0,1 3-268 16,-8 3-351-16,-3-2-108 0</inkml:trace>
  <inkml:trace contextRef="#ctx0" brushRef="#br0" timeOffset="183.772">3820 12612 680 0,'0'0'176'15,"0"0"1130"-15,0 0-989 0,0 0-104 16,-6 71-1-16,6-51 86 0,0 3 18 16,0 0-38-16,0 0-65 0,3 1-71 0,0-1-23 15,3 1 23-15,-2 1-27 0,2 0-41 16,-3 1-40-16,0-2-34 0,1 1-1 16,0-3-1-16,-1-3-29 0,2-2 3 15,-1-6-18-15,3-1-115 0,0-2-20 0,-1-2-39 16,4-3-82-16,1-3-210 15,-2 0-260-15,1 0-643 0</inkml:trace>
  <inkml:trace contextRef="#ctx0" brushRef="#br0" timeOffset="785.122">5521 12395 752 0,'0'0'2259'0,"0"0"-1770"0,0 0-318 16,0 0-39-16,0 0 136 0,0 0 68 0,0 0-70 16,27 75-70-16,-24-42-76 0,0 4-41 15,-3 2-30-15,0 0-18 0,0-4-19 0,0-2-12 16,0-5-1-16,-3-6-14 0,3-8-22 16,-2-3-3-16,1-6-30 0,1-3-89 15,-1-2-44-15,-4 0-72 16,-2 0-211-16,-1-4-794 0,-13-15-1160 0</inkml:trace>
  <inkml:trace contextRef="#ctx0" brushRef="#br0" timeOffset="969.814">5276 12178 153 0,'0'0'2549'0,"0"0"-1870"15,0 0-368-15,0 0-63 0,0 0 172 0,0 0-90 16,82-35-145-16,-58 29-127 0,6-1-58 15,5-1-28-15,1 0-24 0,3 1-129 16,4 0-172-16,-2 4-262 0,1 3-737 16,-11 0-835-16,17 3 2109 0</inkml:trace>
  <inkml:trace contextRef="#ctx0" brushRef="#br0" timeOffset="1224.946">5960 12312 691 0,'0'0'2215'0,"0"0"-1869"0,0 0-107 16,0 0 115-16,-43 77 69 0,36-60-73 15,-2-1-147-15,2-1-129 0,3 0-71 16,4-1-2-16,0-2-1 0,1 0-30 0,9-1 18 16,4-3 12-16,5 3 36 0,2-3-26 15,1 1-10-15,3-2 0 0,-2 1-2 16,-3 0-19-16,3 1 8 0,-3 3 13 0,-1-2 2 16,-3 5-1-16,-1 1 26 0,-4 2 37 15,-5 0 98 1,-3 1-107-16,-2 0-35 0,-1 3-19 15,-1-1-2-15,-8-2-1 0,-2 1-28 0,-1-5-19 16,-4 0-43-16,2-4-57 0,-5-2-73 16,1 2-115-16,-3-6-221 0,5 1-477 0,-11-6-513 0</inkml:trace>
  <inkml:trace contextRef="#ctx0" brushRef="#br0" timeOffset="1758.668">7976 12340 1011 0,'0'0'971'16,"0"0"2"-16,0 0-641 0,0 0 8 15,0 0-12-15,0 0 20 0,0 0-45 16,0 0-85-16,0 0-89 0,-85-25-37 0,68 49-22 15,-2 8 9-15,1 6 4 0,3 6 20 16,2 0-3-16,5 3-15 0,2-5-49 0,4-9-36 16,2-6-1-16,0-9-32 0,5-6 6 15,3-5-40-15,7-6-9 0,3-1 15 16,3-1 16-16,3-10-25 0,0-8-3 16,2 0-16-16,-2-4 4 15,-1 1 29-15,-5 1-5 0,-2 5 18 16,-2 4 6-16,-2 6-15 0,-3 5 52 15,2 1 31-15,-3 1 49 0,0 6-16 0,1 4 31 16,-4 3 12-16,4 1-13 0,-3 1-24 16,0-1-3-16,2 2-18 0,-3-5-10 0,1 2-39 15,2-3-24-15,1-1-21 0,2-3-71 16,1-1-49-16,7-1-76 0,2-4-194 16,-3 0-530-16,13-3-765 0</inkml:trace>
  <inkml:trace contextRef="#ctx0" brushRef="#br0" timeOffset="2026.655">8750 12437 59 0,'0'0'3870'0,"0"0"-3330"0,0 0-537 0,-17 85 19 16,11-41 64-16,-1 8 151 0,3 8 97 15,1 7-155-15,1 4-85 0,2 7-39 16,0 4-15-16,0 1 17 16,3 2-57-16,3-1-35 0,4-4 20 15,0-5-7-15,3-7-60 0,4-7 10 16,-2-5-44-16,5-8 64 0,0-5-58 0,3-9-12 16,-1-11-53-16,-5-8-62 0,-4-10-135 15,-3-5-186-15,-7-17-137 0,-1 0-426 16,-7-27-384-16</inkml:trace>
  <inkml:trace contextRef="#ctx0" brushRef="#br0" timeOffset="2276.249">8727 12497 1770 0,'0'0'1162'0,"0"0"-909"0,0 0-141 15,0 0-51-15,90-69 85 16,-60 55 75-16,2 3-73 0,1 3-32 15,0 6-17-15,0 2-6 0,-4 2 19 16,0 9-12-16,-5 2-85 0,-5 7-15 0,-6 3-2 16,-7 6 2-16,-6 7 12 0,-2 3-12 15,-11 4-3-15,-8 3 3 0,-7 1 25 16,-2-2-25-16,-2-2-1 0,1-5-42 16,0-4-47-16,1-7-66 0,5-6-45 15,2-7-73-15,0-4-123 0,9-4-203 16,-8-6-615-16</inkml:trace>
  <inkml:trace contextRef="#ctx0" brushRef="#br0" timeOffset="4009.661">10327 12437 661 0,'0'0'55'0,"0"0"1418"0,0 0-1130 16,0 0 8-16,0 0-127 0,0 0 38 15,-62-66 14-15,50 59-115 0,-3 2-4 16,0 5-30-16,-2 0 1 0,2 0-32 16,-2 10-62-16,0 5 53 0,0 8-28 0,-1 6-4 15,5 5 10-15,0 4 0 0,2 2-7 16,5-1-20-16,3-4-38 0,2-7-27 0,1-6 14 16,0-5-27-16,3-7-15 0,4-3 12 15,4-6-41-15,2-1 50 0,3-1-49 16,3-10-4-16,2-3-7 0,1-3 10 15,-3-1 22-15,1-1 11 0,-1 1 1 16,-2 2-4 0,0 4 13-16,-1 3-25 0,1 7 28 0,2 2 5 15,-2 4 33-15,2 8 116 0,-1 7-75 0,-1 4-12 16,-3 6-1-16,-2 3-28 0,-2 4 12 16,-1 1 7-16,-4 2 19 15,4 0 22-15,-6 4 59 0,-2 2-4 0,-1 1-31 0,-6 2 21 16,-6-1-22-16,-3 0-15 0,-1-4 31 15,0-4-38-15,1-7-9 0,0-6-9 16,4-5-12-16,-1-7-4 16,2-3 10-16,0-6 3 0,-2-5-25 0,1 0-15 15,-4-10-79-15,2-7-47 0,-4-7 9 16,1-5-49-16,-1-9-29 0,2-4-38 0,1-1-129 16,2 0-171-16,7 10-267 15,-2-12-523-15</inkml:trace>
  <inkml:trace contextRef="#ctx0" brushRef="#br0" timeOffset="4593.121">10654 12390 927 0,'0'0'1825'16,"0"0"-1590"-16,0 0-53 16,80-12 115-16,-59 12 98 0,-1 0-150 15,-5 3-95-15,-1 3-82 0,-1 6-2 16,-2 5-29-16,-4 3-6 0,-1 6-13 15,-6 5-5-15,0 4-11 0,-6 3 10 16,-2 1 0-16,-5-3-11 0,1 0 18 16,3-10 0-16,1-7 27 0,5-6 37 0,2-8 49 15,1-2-61-15,0-3-34 0,0 0-13 16,1-4-13-16,7-8-10 0,4-6-2 0,3-5-25 16,3-5-2-16,1-3-64 0,3-2-22 15,-1 0-15-15,2 0-23 16,1 2-37-16,-1 2-81 0,-2 2-137 0,-2 4-112 15,0 4-32-15,-2 3 78 0,-4 6-60 16,-1 6 64-16,-1 4 319 0,-4 0 150 16,-1 11 395-16,-3 3 132 0,-1 6-15 0,-2 6 2 15,0 4-50 1,0 4-54-16,0 2-58 0,0 1-64 0,0-3-25 0,-2-4-56 16,2-7-54-16,0-6-74 15,2-5-48-15,6-8-3 0,2-1 14 0,3-3-2 16,7-5-40-16,0-7-42 0,4-7-53 15,0-6-21-15,2-5-22 0,-2-1-13 16,-1 0 19-16,-4 0 29 0,0 1 17 16,-6 5 8-16,-6 0 0 0,-1 3 22 15,-6 3 56-15,-2 2 0 0,-6 4 49 0,-1 7 54 16,-1 4 12-16,0 2 6 16,0 2-62-16,-2 10-10 0,-2 4 35 0,1 5-7 15,-1 5 33-15,2-1-3 0,0 0-21 16,3-1-47-16,1-5-39 0,1-3-25 15,4-4-64-15,2-3-91 0,1-4-48 16,0-5-76-16,7 0-239 0,6-9-186 0,1 0-478 16,15-17-409-16</inkml:trace>
  <inkml:trace contextRef="#ctx0" brushRef="#br0" timeOffset="4909.808">11576 12407 836 0,'0'0'345'0,"0"0"1049"16,0 0-979-16,0 0-28 0,-14 87 138 15,5-63-28-15,1-2-59 0,0-1-172 16,4-7-150-16,1-2-98 0,3-8-18 16,0-1-37-16,7-3-17 0,2 0-13 15,4 0-13-15,4-5-27 0,3-9-22 16,1-3-37-16,2-2-32 0,-2-4-60 16,-2 1-47-16,1 1 55 0,0 2 50 0,1 2 38 0,-1 3 162 15,-3 5 162 1,-4 2-70-16,-3 2-73 0,-2 5 35 0,-2 0 164 15,-3 0-1-15,-3 6-62 0,0 4-15 16,0 6 21-16,0 3 89 0,0 5-7 0,0 1 4 16,-3 1 39-16,-2 1-113 0,2-1-104 0,0-2-69 15,2-2-9 1,1-2-24-16,0-2-40 0,0 0-78 16,0-5-38-16,0 2-12 0,6-4-75 0,2-3-91 15,1-5-212-15,2-3-420 0,-2-2-43 16,10-15 27-16</inkml:trace>
  <inkml:trace contextRef="#ctx0" brushRef="#br0" timeOffset="5145.717">12027 12514 626 0,'0'0'42'16,"0"0"1631"-16,0 0-1289 15,0 0-139-15,0 0-18 0,0 0 12 0,0 0 8 16,39 75 55-16,-36-40 8 0,2 7-43 16,-3 10 1-16,3 5-17 0,-2 7-56 15,0 0-25-15,-1 5 24 0,-2 0-125 16,0 2-66-16,0-3-1 0,0-2 17 15,-2-5-19-15,0-7-16 16,-1-8-44-16,0-6-22 0,3-7 12 0,0-5 1 16,0-2-16-16,0-4-46 0,0-6 15 15,3-6 58-15,-3-8 21 0,0-2-33 16,0-12-87-16,-8-8-86 0,-1-10-42 0,-4-9-202 16,1-11-190-16,4 7-540 0</inkml:trace>
  <inkml:trace contextRef="#ctx0" brushRef="#br0" timeOffset="5374.916">12075 12532 1048 0,'0'0'309'15,"0"0"837"-15,0 0-882 0,78-59-52 0,-50 47 44 16,3 0 72-16,-2 4-41 0,4 2-44 16,-2 5-81-16,0 1-41 15,-4 0-28-15,-1 7-28 0,-1 5-28 16,-7 1-37-16,-5 6-14 0,-4 0-27 15,-5 5 23-15,-4 4-7 0,-7 2 4 0,-7 3 8 16,-8 1-24-16,-4 4-6 0,-5-1-16 16,-3 0 27-16,-2-3 4 0,-3 0-53 15,-2-3-98-15,0-6-28 0,-4-2-135 0,-1-4-170 16,0-7-311-16,9-2-612 16,-20-10 985-16</inkml:trace>
  <inkml:trace contextRef="#ctx0" brushRef="#br0" timeOffset="5935.722">9606 12577 1421 0,'0'0'478'16,"0"0"735"-16,0 0-726 0,0 0-175 0,0 0-42 16,0 0 32-16,0 0-40 0,0 0-66 0,0 0-68 15,0 0-51-15,0 0-23 0,56 4 41 16,-31 2-10-16,4 0-30 0,4-1-26 16,1 2-29-16,1-3 0 0,3-1-15 15,-1 0-3-15,-1-2-22 16,-4 2-60-16,0 0-92 0,-5-1-102 15,-4 2-219-15,-6-1-659 0,-4 6-796 0</inkml:trace>
  <inkml:trace contextRef="#ctx0" brushRef="#br0" timeOffset="7469.22">13506 12624 1072 0,'0'0'553'0,"0"0"219"16,0 0-314-16,0 0-169 0,0 0 4 0,0 0 5 15,0 0-65-15,0 0-51 0,93 10-45 16,-61-4-65-16,6-1 2 0,4-2-12 16,4 2 0-16,4-1-25 0,2-4-14 0,4 0-23 15,2 0-3 1,2-2-25-16,2-5 13 0,2 0 12 0,-2-3-40 15,-2-3-53-15,-2 1-34 0,-9-1-51 16,-3 1-18-16,-8 0-30 16,-5 1-120-16,-9-1-280 0,-8 5-562 0,-6 0-216 15</inkml:trace>
  <inkml:trace contextRef="#ctx0" brushRef="#br0" timeOffset="7688.928">13598 12879 947 0,'0'0'547'16,"0"0"242"-16,0 0-382 0,0 0-57 0,0 0-104 0,0 0-39 15,0 0-20-15,0 0-4 0,0 0-45 0,0 0-34 16,98 30-38-16,-44-30-10 0,2-1-34 16,-1-4-22-16,-2-1-25 0,-1-2-16 15,-2 2-37-15,1 0-67 0,-7-2 32 16,-1 1-105-16,-9 0-160 15,-14 2-306-15,0-5-965 0</inkml:trace>
  <inkml:trace contextRef="#ctx0" brushRef="#br0" timeOffset="8067.96">13670 12296 1158 0,'0'0'134'15,"0"0"1073"-15,0 0-781 16,0 0-125-16,0 0-107 0,0 0 3 16,0 0-20-16,-77 80-108 0,42-48-47 0,-4 4-22 15,-2 2 2-15,0 1-1 0,-1 1 1 16,3 0 11-16,0 0-13 0,6-3 34 15,3 1-9-15,5-4 10 0,5 0-32 0,3-7 0 16,10-1 16-16,4-4-19 16,3 2 0-16,7-2 22 0,10 2-6 15,8 2 6-15,6 2 22 0,7 3 31 0,4-4 3 16,4 1 68-16,3 0-29 0,4-3-49 16,3-3-34-16,-1-4-22 15,2-3-11-15,-1-5 15 0,1-4-16 0,-1-3-3 16,-2-3-50-16,-1 0-79 0,-1-9-64 15,-3-6-73-15,-4-3-103 0,-14 4-329 16,7-18-822-16</inkml:trace>
  <inkml:trace contextRef="#ctx0" brushRef="#br0" timeOffset="8342.482">14506 12318 222 0,'0'0'2016'16,"0"0"-1699"-16,0 0-94 0,87 23 95 16,-54-11 61-16,-2 3-100 0,4 0-122 0,-2 5-82 0,-1 2-28 15,1 2 1-15,-4 4-48 16,-2 3-14-16,-5 1-6 0,-8 5-5 16,-4 1-13-16,-8 0 16 0,-2 4-47 0,-12 0 16 15,-7 2 53 1,-9 3-22-16,-7 0 22 0,-4 2 0 0,-5-1 0 15,-4-2-3-15,0 0-32 0,1-7 13 0,2-2 9 16,2-6-9-16,7-6-38 16,7-6-130-16,7-7-122 0,7-10-170 0,6-2-282 15,2-10-996-15</inkml:trace>
  <inkml:trace contextRef="#ctx0" brushRef="#br0" timeOffset="8860.728">15730 11987 176 0,'0'0'1945'0,"0"0"-1528"16,0 0-91-16,81-54-83 0,-57 46 26 15,0 5 26-15,2 3-56 0,0 10-53 16,-1 13-27-16,2 9 6 0,-1 14-11 15,-1 8-24-15,-4 10-32 0,-5 6-21 0,-2 9 2 16,-5 1-36-16,-2 2-6 0,-1-1-34 16,0-6-1-16,1-7-2 0,3-10-3 15,7-13-13-15,5-12-2 0,3-11-34 0,2-8 34 16,3-10 18-16,-1-4 11 0,0-6 7 16,-2-11 9-16,2-8-27 0,-2-9-37 15,0-9-36-15,0-7-1 16,0-8 13-16,-4-7-1 0,0-3-27 0,-5-6 18 15,-1 0-38-15,-5 4 32 0,-1 4 15 16,-4 6 12-16,-4 8-28 0,-2 11-45 16,-1 10-119-16,-1 10-160 0,-8 7-14 0,-6 8-118 15,-4 6-206-15,-7 3-427 16,6 3 733-16,-16 12 366 0</inkml:trace>
  <inkml:trace contextRef="#ctx0" brushRef="#br0" timeOffset="9055.856">15963 12400 382 0,'0'0'1504'16,"0"0"-930"-16,0 0-152 0,0 0-70 15,0 0 17-15,0 0-28 0,0 0-44 0,0 0-58 16,93-1-78-16,-62-4-53 0,1-2-19 16,5 1-31-16,-1-2-15 15,2 0-43-15,-1 1-21 0,2 1-28 16,0 1-15-16,0 3 15 0,-1 2-87 0,2 0-145 15,-4 2-186-15,-9 4-333 0,9 0-686 16</inkml:trace>
  <inkml:trace contextRef="#ctx0" brushRef="#br0" timeOffset="9634.302">17835 12490 2126 0,'0'0'1065'0,"0"0"-852"0,0 0-187 0,0 0 63 0,-76-10 82 15,57 27 71-15,-1 8-59 0,0 11-96 16,-3 4 0-16,1 3 31 0,5-1 40 16,1-6-69-16,10-6-82 0,6-11-7 15,2-6-25-15,9-8-21 0,6-5-7 16,6 0 28-16,3-8 7 0,2-6-25 0,6-6-38 16,-1-3-3-16,1 1 6 0,-3 0 13 15,-3 4 5-15,-5 5 3 16,-3 6-6-16,-3 7-21 0,-4 0-11 0,-2 9 29 15,-2 9 66-15,0 7 44 16,0 5 16-16,-1 6 53 0,-2 4-41 16,-2 2-11-16,1 2-17 0,-4 2-10 0,-1 2 47 15,0 1 31-15,0 1 18 0,-8-1-22 0,-4 0-12 16,1-3-7-16,-3-2-12 0,0-6-16 16,3-3-18-16,-1-6-6 0,1-6-4 15,0-4-11-15,-3-5-7 0,0-3 0 16,-6-4 13-16,-3-4-13 15,-5-3 0-15,-3 0-12 0,-1-9 15 0,-3-7-18 16,1-5-34-16,-3-3-3 0,3-5-51 16,-1-1-59-16,5-4-1 0,3 4-3 15,7 0 15-15,6 3-16 0,10 2-108 16,4-2-74-16,4 2-210 0,10-1-242 0,0 5-629 16,13-11 813-16</inkml:trace>
  <inkml:trace contextRef="#ctx0" brushRef="#br0" timeOffset="9929.278">19069 12418 1812 0,'0'0'986'0,"0"0"-467"0,0 0-312 16,0 0-87-16,0 0 38 0,-94 3 87 0,63 13-16 15,-1 6-71-15,0 8-44 0,2 6-6 16,1 7 58-16,3 4 24 0,3 4-71 16,1 1-6-16,4-4-3 0,6 0-10 15,6-10-66-15,6-4-34 0,0-8-21 16,10-5-3-16,5-6 2 0,5-4-5 0,4-5-15 0,-1-5 2 16,2-1-30-16,-3-6-46 0,-1-8-30 15,-5-3-66-15,-1-2-65 0,-7-2-182 16,-5 0-280-1,-3-1-395-15,-6-1-141 0,-7 2 463 0,-1 4 789 0</inkml:trace>
  <inkml:trace contextRef="#ctx0" brushRef="#br0" timeOffset="10076.05">18722 12676 408 0,'0'0'378'15,"0"0"-264"-15,0 0 1354 0,0 0-955 0,-78 7-65 16,68 4-115-16,4 2-31 0,4 1-51 16,2 1-2-16,6-1-21 0,13 0-40 15,7-3-51-15,13-2-30 0,6-7-18 16,9-2-19-16,4-1-22 0,2-11-48 15,2-4-9-15,-3-2-131 0,0-3-74 16,-2-1-77-16,-16 5-267 0,17-9-1078 0</inkml:trace>
  <inkml:trace contextRef="#ctx0" brushRef="#br0" timeOffset="10524.221">20024 12190 2387 0,'0'0'1572'16,"0"0"-1168"-16,0 0-277 0,-92 4-47 16,61 8-3-16,-4 4 89 0,0 8 85 0,3 2-89 15,1 10-68-15,2 2-6 0,2 9 73 16,2 4-19-16,3 2-57 16,4 8-21-16,8-5-16 0,7-2 27 0,4-4-8 15,14-6-67-15,11-7-18 0,5-2-22 16,10-5 25-16,5-7 15 15,4-4 1-15,2-6-1 0,4-7-11 0,-3-3-16 0,-5-3-39 16,-2-8-43-16,-8-4-6 0,-5-5-49 16,-9-3-24-16,-8-1-31 0,-7-4-48 0,-9-3-174 15,-3-1-113-15,-11 0-94 0,-9-3-108 16,-3 2 52-16,-4 1 89 0,-4 3 208 16,0 7-7-16,2 7 414 15,0 7 479-15,5 5 283 0,3 1-41 16,3 9-194-16,5 3-123 0,6 1-73 0,4 3-11 15,6 2-18-15,3-1 21 0,12-1-8 16,8-1-107-16,9-4-76 0,7-2-41 16,6-4-24-16,5-6-21 15,1 0-43-15,1-9-3 0,-3-6-40 0,-6-1-60 16,-4-2-31-16,-7-3-32 0,-6 2-55 0,-6 0-100 16,-7 3-209-16,-7 1-232 0,-4 1-497 15,-2 3-276-15,-5 1 1272 0</inkml:trace>
  <inkml:trace contextRef="#ctx0" brushRef="#br0" timeOffset="10643.277">20328 12621 447 0,'0'0'241'16,"0"0"1602"-16,0 0-1361 0,-30 82-226 16,24-52-42-16,2 1 10 0,0 1 47 15,-2 0 21-15,3-2-48 0,3 1-95 16,0-4-66-16,0-2-77 0,0-5-6 0,6-2-139 16,-2-1-77-16,2-5-86 0,-2-5-222 0,2-1-919 15</inkml:trace>
  <inkml:trace contextRef="#ctx0" brushRef="#br0" timeOffset="10783.516">20749 13099 150 0,'0'0'2115'0,"0"0"-716"0,0 0-1197 0,-37 71-189 0,22-51-13 15,1 0-123-15,-2-5-105 16,6-3-202-16,-6-1-904 0</inkml:trace>
  <inkml:trace contextRef="#ctx0" brushRef="#br0" timeOffset="11465.51">23418 12108 863 0,'0'0'749'0,"0"0"294"16,0 0-666-16,0 0-163 0,0 0-71 15,0 0 73-15,16 69 62 0,-9-37-39 0,2 10-49 16,-1 4-47-16,0 4 2 0,-2 7-65 16,0 1-19-16,0 2 1 0,-1 1-25 15,-1-3 12-15,1 1-31 16,-3-6-18-16,1-4-2 0,-1-1-19 0,-1-5-44 15,-1-3-21-15,0-1-40 0,0-4-35 16,0-5-6-16,0-3-52 0,5-5-127 16,3-4-220-16,-1-6-442 0,-2-5-351 15,5-7 663-15</inkml:trace>
  <inkml:trace contextRef="#ctx0" brushRef="#br0" timeOffset="12447.554">24218 12565 212 0,'0'0'293'15,"0"0"950"-15,0 0-898 0,0 0-125 16,0 0-23-16,-6-72 29 0,-1 61-43 0,-2 0 10 15,0 2-59-15,-2 4-26 0,1 2 127 16,-3 3-39-16,-3 4-54 0,-4 11-6 16,-1 9-21-16,-1 11 7 0,-1 5-11 15,1 6 35-15,3 0-14 0,2-4-52 0,4-5-15 16,5-7-38-16,3-7-27 0,5-8-15 16,0-7-7-16,3-4-8 0,6-2 27 15,2-2 1-15,6-3-14 16,1-5-14-16,4-7-41 0,0-3-19 15,-3-2 13-15,2-2-13 0,-4-1 19 16,-3 3 18-16,-2 2-37 0,-2 4-7 0,-4 3 5 16,1 5 30-16,-1 0 5 0,1 6 4 15,1 0 46-15,3 7 7 0,0 6 117 16,1 4-42-16,-1 4-14 0,3 3-49 0,-3 5 7 16,0 2-4-16,-2 2 4 0,-2 3 22 0,-3 1 12 15,-1 3 24 1,-3 2-12-16,0 2 47 0,-1 2-4 15,-6 1-40-15,-5-1-16 0,2 1-9 16,-2-2 6-16,-2-1-3 0,2-6-9 0,-2 0-6 16,0-4-7-16,0-3 1 0,-1-4-1 0,-1-3-9 15,5-6 1-15,-3-3 2 0,2-3 3 16,1-5-2 0,-3-2-17-16,4-1 10 0,-3-4 6 0,-1 0-4 0,-2-7-14 15,-1-7-34-15,0-6-39 0,0-5-44 0,3-9 7 16,0-2-16-1,3-3-62-15,3-2-48 0,1 0-56 0,5-2-197 16,2 11-247-16,0-20-637 0</inkml:trace>
  <inkml:trace contextRef="#ctx0" brushRef="#br0" timeOffset="12741.091">24567 12158 1012 0,'0'0'234'15,"0"0"1150"-15,0 0-893 0,0 0-130 16,0 0-45-16,0 0-26 0,0 0-13 0,0 0-45 16,17 74-48-16,-15-44-24 0,1 2-44 0,-2 8-9 15,-1 3-31 1,0 5-42-16,0 4-19 0,0 2-13 0,-3-1 16 15,2 2-18-15,-1-3 0 0,2-3-15 16,0-3-10-16,0 0-20 0,2-7-44 0,5-2-17 16,-2-4-29-16,3-5-25 0,-2-1-28 15,-1-5-35-15,4-3-115 0,-3-3-214 16,-1-5-467-16,3-7-573 0</inkml:trace>
  <inkml:trace contextRef="#ctx0" brushRef="#br0" timeOffset="13308.169">25285 12475 222 0,'0'0'2589'0,"0"0"-2038"15,0 0-171-15,0 0-88 0,84 3 6 0,-50-3-14 16,3 2-65-16,-1-2-75 0,0 0-62 16,2 0-27-16,-1 0-41 15,-2-2-14-15,-3 1-33 0,-4-4-31 16,-3 4-83-16,-6 0-68 0,-7 1-57 0,-7 0-163 15,-5 3-547-15,-5 2-684 0,-18 8 350 0</inkml:trace>
  <inkml:trace contextRef="#ctx0" brushRef="#br0" timeOffset="13466.422">25349 12743 355 0,'0'0'1895'15,"0"0"-1362"-15,0 0-106 0,0 0-68 0,0 0 10 16,0 0-96-16,101 6-71 0,-65-8-81 15,3-4-69-15,2-2-52 16,-1-2-9-16,2-1-53 0,-2 1-151 0,1-2-198 16,-10 5-328-16,17-5-849 0</inkml:trace>
  <inkml:trace contextRef="#ctx0" brushRef="#br0" timeOffset="14143.651">26799 12322 838 0,'0'0'196'0,"0"0"951"16,0 0-710-16,0 0 3 0,0 0-178 16,0 0-39-16,0 0 17 0,0 0-17 0,0 0-25 15,0 0 26-15,-6 80-30 0,6-32-46 16,-1 14-25-16,-5 7-16 0,-1 3-40 15,-4 8-24-15,-1-4 0 0,-2 2-37 16,1-5-6-16,0 0-22 0,1-7-5 16,2-1 0-16,-1-7-25 15,3-6-34-15,4-4 0 0,0-4-21 0,2-6-23 16,1-7 22-16,1-5-12 0,0-7-14 16,3-3-120-16,0-7-165 0,-1-6-187 0,1-3-373 15,2-11-221-15</inkml:trace>
  <inkml:trace contextRef="#ctx0" brushRef="#br0" timeOffset="14427.003">26799 12275 685 0,'0'0'257'0,"0"0"724"0,0 0-434 16,0 0-182-16,0 0-137 0,0 0-40 15,0 0 16-15,93-36 40 0,-72 48-17 0,1 3-91 16,-1 6-68-16,-1 4-24 0,-5 2-18 16,-1 0-26-16,-6 4-3 15,-6 0 0-15,-2 0 0 0,-2 0-1 16,-7 0 4-16,-7 0 4 0,0 1-3 0,-4-4 2 0,-1 1-3 16,-1-5-38-16,-1-2-27 15,3-5-40-15,-1-3-4 0,3-5-55 16,2-3-58-16,-2-3 6 0,1-3-98 15,4 0-156-15,4-3-321 0,-5-12-631 0</inkml:trace>
  <inkml:trace contextRef="#ctx0" brushRef="#br0" timeOffset="15160.574">28109 12244 258 0,'0'0'407'0,"0"0"1583"0,0 0-1476 15,12 84-68-15,-8-47-119 0,1 12-10 16,-1 5-109-16,-3 9-60 0,-1 4-12 16,0 6-56-16,0 0-13 0,-1-1-12 15,-3-2-3-15,1-4-28 0,0-4-24 16,1-5-2-16,-1-6-20 0,3-7-12 16,-1-8-51-16,1-8-32 0,0-8-12 15,0-8-1-15,3-3-34 0,-2-6-123 16,1-3-195-16,-2-2-192 0,0-4-465 15,0-16-272-15</inkml:trace>
  <inkml:trace contextRef="#ctx0" brushRef="#br0" timeOffset="15416.699">28124 12447 29 0,'0'0'2497'0,"0"0"-2152"15,41-76-143-15,-23 55-119 16,3-1 99-16,0 6 158 0,2 7-47 0,0 4-83 15,0 5-67-15,2 5-15 0,-4 8-20 16,0 7-34-16,-5 3-59 0,-3 5-2 16,-5 1 8-16,-6 2-18 0,-2 5 25 0,-5 1-16 15,-9-1-10-15,-3-1 10 0,-4-1-12 0,0-1-21 16,-2-7-1-16,0-1-82 0,4-6-35 16,1-4-20-16,2-8-56 0,5-3-46 15,3-4-122-15,2-7-263 16,6-10-465-16,0 1-79 0</inkml:trace>
  <inkml:trace contextRef="#ctx0" brushRef="#br0" timeOffset="15724.717">28496 12423 1550 0,'0'0'682'0,"0"0"-114"0,0 0-352 16,14 81-60-16,-11-53 106 0,0-2 149 0,0-2-16 15,2-6-143-15,1-6-132 0,3-2-77 16,4-5 0-16,2-5-33 15,6 0-10-15,2-12-68 0,4-3-31 0,0-6-68 16,1-3-1-16,-2-3 34 0,-4 3-8 0,-2 0 7 16,-6 2 46-16,-3 1-2 0,-6 2-46 15,-4 1 45-15,-1 1 54 0,-7-1 38 16,-6 6 83 0,0 0 120-16,-3 4-71 0,3 4-12 0,-2 4-13 15,2 5-22-15,-2 9-19 0,1 7 5 16,1 5 4-16,-2 2-10 0,4 3-24 15,-1 0 5-15,7-4-24 0,0-2-22 16,5-6-62-16,0-6-199 0,2-4-10 0,8-5 0 16,3-4-101-16,4-3-125 0,5-12-192 15,-5 2-564-15</inkml:trace>
  <inkml:trace contextRef="#ctx0" brushRef="#br0" timeOffset="16121.99">28984 12293 33 0,'0'0'140'0,"0"0"1884"0,0 0-1436 15,0 0-235-15,10 90-94 0,-10-59 99 0,-3-1 7 16,0 3-76-16,1-2-82 0,-1-6-56 16,3-3-56-16,0-7-33 0,3-3-38 15,5-7-24-15,6-3 0 0,3-2 0 0,4-7-18 16,3-7-25-16,5-6-34 16,-1-6 19-16,0 1-1 0,-2-1 10 15,-5 1-31-15,-1 1 15 0,-6 4-19 16,-2 5-6-16,-7 3 13 0,0 5 36 0,-4 4-2 15,2 3 43-15,-3 7 15 0,3 8 91 16,-1 5-22-16,1 3-10 0,-2 1 1 16,0 0-20-16,3 0 22 0,2-4-6 15,0-2-40-15,3-2-4 0,2-4 1 16,2-6 27-16,1-3-3 0,1-3-12 0,2 0-12 16,-1-5-4-16,4-3-2 15,-4-5-4-15,4-2-15 0,0-2 0 0,-2-1 9 16,1-3-9-16,0 2-3 0,-2-5-18 15,0 1-7-15,-1-2-33 0,-4-2-24 16,0-2-47-16,-3 1 0 0,-2 0-17 16,3 2-43-16,-3 3-55 0,-1 4-111 15,2 7-103-15,0 2-161 0,-2 5-198 16,0 1-383-16,-2 3 665 0,2 1 493 0</inkml:trace>
  <inkml:trace contextRef="#ctx0" brushRef="#br0" timeOffset="16461.126">29656 12383 790 0,'0'0'183'0,"0"0"1235"0,-6 70-861 0,6-50-132 16,0 1-69-16,6-6-29 0,5-3-52 16,3-5-102-16,5-3-71 0,4-4-28 15,6-7-31-15,4-6-43 0,6-8-49 16,6-4-56-16,0-1-34 0,4-3 15 16,-5-1 5-16,-1 2 26 0,-7 1-49 0,-7 1-44 15,-10 1-29-15,-6 3 50 0,-9 1 76 16,-4 1 73-16,-3 4 16 15,-8 2 134-15,-2 3 28 0,-2 5-20 16,1 6-35-16,-2 0-28 0,-2 12 24 0,2 2 33 16,-5 10-18-16,3 2-12 15,0 5 2-15,1 2 37 0,-2 1 55 16,2 2-19-16,-1-2-34 0,3 0-35 16,3-5-39-16,3-4-42 0,6-3-16 15,3-7 9-15,3-2-22 0,8-2 13 16,-1-5-15-16,2-2-21 0,3-3-94 0,4-1-38 15,1-7-27-15,6-4-96 0,2-4-182 0,0-5-530 16,3-3-344-16,-9 5-150 0,6-14 1288 0</inkml:trace>
  <inkml:trace contextRef="#ctx0" brushRef="#br0" timeOffset="16665.882">30396 12200 814 0,'0'0'349'0,"0"0"725"0,0 0-721 15,0 0-144-15,0 0 64 16,85 43 34-16,-72-24-53 0,-1 2 4 15,-4 4 69-15,-5 1-107 0,-1 4-96 16,-2-1-13-16,-3 1-19 0,-4 0 16 0,-5-3 5 16,2-3-6-16,1-3-37 0,0-6-49 15,3-5-20-15,1-5 1 0,5-2 13 0,0-3 22 16,3 0-25-16,7-11-12 0,11-8-33 16,4-7-86-16,11-10-28 0,5-5-80 15,5-4-44-15,-1-1-96 16,1 5-138-16,-9 6-172 0,-9 10-558 0,0 0-435 15</inkml:trace>
  <inkml:trace contextRef="#ctx0" brushRef="#br0" timeOffset="17638.457">24156 13945 359 0,'0'0'1542'0,"0"0"-820"0,0 0-285 15,0 0-117-15,22 85-70 0,-16-53 12 0,-2 3-73 16,1 2-42-16,-2-2-63 0,-1-1-65 16,-1-4-18-16,4-3-1 0,1-6-16 0,-1-5-2 15,5-4-82-15,-1-6-76 0,0 0-44 16,-1-6-20-16,4 0-133 0,-4-3-253 16,1-7-411-1,-3-5-232-15,-3 3 1099 0</inkml:trace>
  <inkml:trace contextRef="#ctx0" brushRef="#br0" timeOffset="17769.516">24168 14059 1045 0,'0'0'359'16,"0"0"686"-16,-84-13-933 0,51 11-112 0,-5 1-62 15,4 1 62-15,3 0 65 0,6 1-39 16,5-1-26-16,6 0-256 0,9-1-162 16,1-8-297-16,4 1-286 0,6-10 818 0</inkml:trace>
  <inkml:trace contextRef="#ctx0" brushRef="#br0" timeOffset="17895.152">24096 13893 179 0,'0'0'428'0,"0"0"1241"0,0 0-1143 0,0 0-144 16,0 0-66-16,0 0 12 0,80 37-79 15,-66-26-65-15,-3 0-75 0,2 1-94 16,1 0-15-16,-1 1-49 16,4-2-154-16,1 1-168 0,2-2-223 0,-4-4-678 15,10 1-484-15</inkml:trace>
  <inkml:trace contextRef="#ctx0" brushRef="#br0" timeOffset="18399.701">23784 14849 20 0,'0'0'1456'0,"0"0"-441"0,0 0-539 0,0 0-111 16,0 0-92-16,12 88-61 0,-12-63-77 15,0 1-54-15,0-2-55 0,0-5-26 16,0-4-19-16,0-6-10 0,0-3-24 16,0-6-95-16,0 0-60 0,1-2-30 0,-1-5-149 15,0-2-364-15,-1-11-901 0</inkml:trace>
  <inkml:trace contextRef="#ctx0" brushRef="#br0" timeOffset="18558.233">23686 14610 1125 0,'0'0'530'16,"0"0"596"-16,0 0-757 0,0 0-92 0,0 0 15 0,0 0-9 16,0 0-57-16,0 0-77 15,0 0-84-15,0 0-65 0,98-10-28 0,-72 10-105 16,2 2-115-16,0 0-107 15,3-2-240-15,-8 1-520 0,8 1-511 0</inkml:trace>
  <inkml:trace contextRef="#ctx0" brushRef="#br0" timeOffset="18811.183">24175 14686 1091 0,'0'0'1225'0,"0"0"-673"0,0 0-337 0,0 0-74 16,0 0 72-16,0 0 126 0,-27 79-37 15,16-62-93-15,0-1-97 16,2 2-63-16,1-1 4 0,3-3 12 0,1 0-25 15,4-3-18-15,0 1-7 0,3-1 7 16,5-1-20-16,1 1 16 0,4 2-15 16,0-2-1-16,0 1-1 0,0-2-1 0,-1 4-1 15,0-2-20-15,-1 4-1 0,0-4 4 16,1 5 16-16,-4-3-11 16,-2-2-11-16,-1 1-7 0,-4 0-9 15,-1-1-22-15,0-1-50 0,-4 1-40 0,-5 0-37 16,-3-1-18-16,-3 0-59 0,-2 0-142 15,-3-2-351-15,5-3-671 0,-7-3 591 0</inkml:trace>
  <inkml:trace contextRef="#ctx0" brushRef="#br0" timeOffset="19299.086">25215 14891 108 0,'0'0'1403'16,"0"0"-35"-16,0 0-1153 0,0 0-100 15,0 0 70-15,0 0 68 0,0 0-4 0,95 43-53 16,-63-43-90-16,4 0-69 0,0-10-37 16,0-5-15-16,2-6-132 0,-2-3-121 15,-2-3-131-15,-3-2-260 0,-8 5-662 16</inkml:trace>
  <inkml:trace contextRef="#ctx0" brushRef="#br0" timeOffset="19553.86">25550 14482 638 0,'0'0'284'0,"0"0"911"0,0 0-793 16,0 0-86-16,0 0-60 0,0 0 16 0,-64 83-9 15,57-51-14-15,1 6-37 0,4 3-28 16,-3 5 5-16,1 0-53 0,2 4-38 15,-1 0-52-15,-1 1-6 0,1 2-9 16,2-1-16-16,-2 1-14 0,0-3-1 16,2-5-1-16,1-1-20 0,0-3-1 15,0-5 1-15,-2-3 18 0,2-1-22 16,-1-5-12-16,-1-3 22 0,-1-3 0 0,0-3-22 16,1-5-34-16,2-4-16 0,-2-2-24 15,1-5-4-15,1-2 9 16,0 0-27-16,-2-2-36 0,0-12-59 15,2-5 0-15,-2-7-1170 0,1-7 1113 0,1 6-764 16,0-20 712-16</inkml:trace>
  <inkml:trace contextRef="#ctx0" brushRef="#br0" timeOffset="19727.85">25786 14872 1542 0,'0'0'763'0,"0"0"-31"16,0 0-435-16,0 0-135 0,28 71-16 0,-27-46 106 15,-1 0 65-15,0 3-115 0,0-3-112 16,-3-1-71-16,-1-4-19 16,-1-2-34-16,1-2-69 0,-3-3-111 0,0-2-163 15,2-4-265-15,-6-3-828 0</inkml:trace>
  <inkml:trace contextRef="#ctx0" brushRef="#br0" timeOffset="19886.023">25859 14720 114 0,'0'0'2557'0,"0"0"-2204"0,0 0-263 0,0 0-65 15,0 0-9-15,84-12-16 0,-65 8-40 16,-1 0-207-16,3 1-266 0,0-1-175 0,-7 1-844 16,3 2 1398-16</inkml:trace>
  <inkml:trace contextRef="#ctx0" brushRef="#br0" timeOffset="20192.101">26104 14861 1375 0,'0'0'1106'0,"0"0"-613"0,0 0-355 16,-17 86-46-16,13-62 84 0,2-2 147 15,0-3-21-15,0-1-120 0,2-4-107 16,0-3-62-16,0 0-1 0,2-5 10 16,2-1-20-16,2 0-2 0,0-5 0 0,3 0-16 15,0-2-30-15,4-6 24 0,2-3-28 16,1-3-19-16,2-2 6 0,-2-3-6 15,4 2-9-15,-3-1 27 0,-1 3 29 16,-1 2 9-16,-2 4 1 0,-3 3 12 0,-2 5 53 16,-2 1 51-16,-1 4 57 0,-2 5-5 15,-1 4-51-15,1 0-2 0,-1 3 5 16,-1 1 15-16,-1 1-13 0,0-1-8 0,0 1-23 16,0-4-12-16,0-1-33 0,2-2-34 15,-2-3-1-15,0-4-36 0,1-1-45 16,-1-2-31-16,3-1-13 15,-2 0-38-15,4-4-93 0,0-5-168 16,4-5-212-16,-2 2-820 0</inkml:trace>
  <inkml:trace contextRef="#ctx0" brushRef="#br0" timeOffset="20338.994">26543 14943 1023 0,'0'0'1054'0,"0"0"320"0,0 0-1140 15,0 0-155-15,-9 66 19 16,3-48 154-16,1-2 52 0,-1-1-59 0,3-3-132 15,0-2-113-15,1-3-36 0,2-4-84 16,0-2-71-16,0-1-52 0,-1 0-61 0,0-2-161 16,-2-3-333-16,-1-13-474 0</inkml:trace>
  <inkml:trace contextRef="#ctx0" brushRef="#br0" timeOffset="20510.566">26512 14666 293 0,'0'0'2243'15,"0"0"-1648"-15,0 0-149 0,0 0-172 16,0 0 19-16,0 0-54 0,0 0-59 0,0 0-69 16,0 0-90-16,87 17-21 0,-67-21-126 15,6-6-60-15,4-4-63 0,4-2-43 16,2-5-123-16,2-2-38 0,3-3-512 0,-12 6-447 16,15-13 955-16</inkml:trace>
  <inkml:trace contextRef="#ctx0" brushRef="#br0" timeOffset="20709.267">27120 14297 238 0,'0'0'300'0,"0"0"734"0,0 0-236 0,0 0-404 16,0 0-134-16,-24 94 18 0,15-58 94 0,-1 5-17 15,3 3-23-15,1 8-29 16,0 0-61-16,0 5-67 0,1 3-38 0,2 0-22 0,0-2 16 16,0-4 5-16,1-7-94 0,2-6-42 15,0-7-55-15,1-7-30 16,6-9-15-16,1-5 18 15,4-4 0-15,-1-5-43 0,-3-4-25 0,4-1-58 16,-7-9-45-16,0-2-85 0,-4-4-115 16,-1 0-229-16,-6-6-471 0,-5 0-203 0</inkml:trace>
  <inkml:trace contextRef="#ctx0" brushRef="#br0" timeOffset="20875.321">26850 14752 764 0,'0'0'121'16,"0"0"1501"-16,0 0-1123 0,0 0-122 0,0 0-145 15,0 0 7-15,0 0 82 0,-28 70 20 16,38-59-66-16,5-3-140 0,4-1-62 0,4-3-30 16,5-4-43-16,3 0-25 15,0-6-63-15,1-6-44 0,0-2-44 0,0-2-68 16,-4-2-181-16,1-2-291 0,-9 8-605 16,5-7-515-16</inkml:trace>
  <inkml:trace contextRef="#ctx0" brushRef="#br0" timeOffset="21173.852">27356 14793 186 0,'0'0'2593'0,"0"0"-2052"0,0 0-350 0,11 79-64 0,-7-56 78 16,1-4 66-16,3-3-78 15,7-5-94-15,1-2-52 0,7-7-2 0,4-2-45 16,2 0-62-16,4-9-68 0,3-1-35 16,2-7-37-16,-2 3-15 0,-1-4 94 15,-7 2 31-15,-6 2-38 0,-10 1 40 16,-7 1 90-16,-5 3 80 0,-5 0 19 15,-7 0 56-15,-2 0 9 0,-1 2-25 16,-1 1 9-16,0 6-11 0,0 0-3 16,-3 10 43-16,1 5-45 0,-1 4-58 0,-3 5-25 15,2 2 19-15,1 4 27 16,-1 0 39-16,1 2-15 0,1-5-52 0,1 1-39 16,5-5-28-16,3-2 0 15,3-4-1-15,1-2-1 0,4-4-14 0,1-1-48 0,0-4-60 16,0-3-8-16,2 2-34 15,5-4-123-15,-4-1-377 0,10 0-902 0</inkml:trace>
  <inkml:trace contextRef="#ctx0" brushRef="#br0" timeOffset="21335.962">28106 15043 245 0,'0'0'3263'0,"0"0"-2551"0,0 0-300 0,0 0-13 15,0 0-76-15,0 0-147 0,0 0-131 16,0 0-45-16,0 0-93 0,0 0-50 0,0 0-42 0,-72-19-130 16,64 16-369-16,-14-6-887 0</inkml:trace>
  <inkml:trace contextRef="#ctx0" brushRef="#br0" timeOffset="34640.907">987 15895 1094 0,'0'0'2204'0,"0"0"-1839"0,0 0-286 16,0 0-76-16,0 0 161 16,0 0 187-16,0 0-93 0,0 0-95 0,0 0-52 15,0 0-13-15,0 0 9 0,0 0-21 16,30 70-10-16,-11-23-37 0,-2 14-14 15,0 11-25-15,-5 12-9 16,-5 5-19-16,-1 6-2 0,-6 2-16 0,0-3-33 16,0-1-7-16,-3-7 3 15,-1-8-3-15,1-10-3 0,3-14 15 16,0-13-12-16,0-14-35 0,0-11-75 0,0-13-181 16,0-5-187-16,0-17-136 0,0 1-397 0,-9-29-363 15</inkml:trace>
  <inkml:trace contextRef="#ctx0" brushRef="#br0" timeOffset="34965.689">1018 16037 2942 0,'0'0'342'0,"0"0"-303"0,0 0-17 0,88-24 134 16,-60 20 65-16,-4 4-16 0,-5 2-79 15,3 7-35-15,-4 4-35 0,-3 5-31 16,-5 4-13-16,0 7-12 0,-9 9-25 15,-1 5-71-15,-4 9 13 0,-10 1 2 16,-4 2-35-16,-3-2 24 0,-2-6 32 0,0-6 60 16,2-6 10-16,0-8-7 0,2-5 13 15,5-9 3-15,3-2 18 0,3-5 11 0,5-4-7 16,3-2 18-16,0 1 17 16,2-1-42-16,10 3-18 0,6 1 51 15,11 3 20-15,5 1-16 0,5 3-30 16,0 2 27-16,3 1 38 0,-2 4 122 15,-1-1-136-15,-4 0-74 0,-7 1-18 16,0-1-3-16,-5-2-27 0,0 1-60 0,-3 0-64 16,-1-3-84-16,0-3-201 0,-8-2-526 15,5-8-520-15</inkml:trace>
  <inkml:trace contextRef="#ctx0" brushRef="#br0" timeOffset="35433.415">1726 16495 3250 0,'0'0'423'0,"0"0"-313"0,17 71-94 16,-12-40 138-16,-1 6 194 0,-1-1-8 0,-2-1-134 0,2-4-102 15,-1-5-55-15,1-4-18 0,0-7-31 16,-2-5-25-16,3-7-33 0,-1-3-28 16,3 0-18-16,0-7-13 0,1-6 15 15,4-6 43-15,1-6 16 16,1-6 28-16,0-3-7 0,-2-1-25 0,2 4 7 15,0 6-7-15,-1 6 10 0,-1 7-7 16,1 7 44-16,-1 5 100 0,-2 5-10 16,1 8 25-16,-1 6-23 0,1 4-21 15,-4 4-21-15,-2 1-14 0,0-1-11 16,-1-4-3-16,-1-3-1 0,-1-6-20 0,2-7-1 16,-2-4-12-16,1-3-10 0,-1 0-45 15,2-6-26-15,0-5 10 0,6-7 58 16,1-4 25-16,3-3 0 0,0-2-10 0,1 6-37 15,-1 3-2-15,1 6-16 0,-2 6 21 16,4 6 44-16,-3 0 59 16,4 7 19-16,-3 6 36 0,5 5-21 15,-4 3-7-15,0 2-21 0,-2 2-16 0,-2 2 9 16,0 0-12-16,-4 0-3 0,-2-2 3 16,-2 1-10-16,-2-2-33 0,0-3-3 0,-1-4-55 15,0-5-49-15,0-6-31 0,0-3-46 16,0-3-48-16,0-5-115 15,0-10-285-15,0 1-153 0,0-21-730 0</inkml:trace>
  <inkml:trace contextRef="#ctx0" brushRef="#br0" timeOffset="35627.736">2429 15926 2549 0,'0'0'492'15,"0"0"-242"-15,0 0-40 0,0 0 112 16,0 0 30-16,0 91-91 15,-3-35-66-15,2 13-69 0,-1 11 0 16,2 6 39-16,0 3 3 0,3 0-74 0,5-2-57 16,0-8-37-16,2-6-35 0,-1-11-56 15,1-11-46-15,1-13 2 16,1-15-67-16,3-13-17 0,3-10-160 0,7-14-321 16,-4-1-386-16,18-34-188 0</inkml:trace>
  <inkml:trace contextRef="#ctx0" brushRef="#br0" timeOffset="35839.056">2898 16308 2457 0,'0'0'702'0,"0"0"-435"0,-47 79-92 0,21-37 52 15,-1 2 60-15,-3 4-60 0,3 0-63 0,2 0-43 16,6-3-29-16,5-5-34 16,8-6-52-16,6-8-6 0,2-4-36 15,12-5-17-15,6-3-18 0,6-3 7 0,6-4 30 16,4-2 15-16,3 0 18 0,1-3-20 15,2 1-20-15,-4-1-2 0,-4 2 27 0,-5 0-43 16,-3 0-190-16,-6 1-75 16,-7 0 26-16,-5 0 8 0,-8 6-1139 15</inkml:trace>
  <inkml:trace contextRef="#ctx0" brushRef="#br0" timeOffset="36136.318">805 17792 2865 0,'0'0'1112'0,"0"0"-986"0,0 0-126 16,0 0-6-16,0 0 6 0,0 0 41 0,84 28 77 16,-14-39 9-16,15-3 13 0,12-2-5 15,4-2-45-15,7 3-14 0,0 2 29 16,3 2-11-16,4 0-45 15,1 4-37-15,3 1-11 0,2 1 0 0,-1 3 29 16,-4 2-27-16,-6 0-2 0,-5 0-1 16,-8 1-15-16,-5 5-9 0,-7 2-16 15,-5 1-37-15,-4 3-42 0,-7-2-13 0,-7 2-16 16,-3 0 3-16,-6 0-42 0,-6-4-70 16,-5 0-109-16,-4-1-213 0,-12-3-221 15,4-4-494-15</inkml:trace>
  <inkml:trace contextRef="#ctx0" brushRef="#br0" timeOffset="36728.212">5897 15774 2248 0,'0'0'340'16,"0"0"-144"-16,0-66-67 0,0 41 95 15,0 3 95-15,-3 4-53 0,-3 4-58 16,-6 4-53-16,-2 3-25 15,-3 6 20-15,-6 1-8 0,-6 0-12 0,-3 10-69 16,-5 5 10-16,-4 11-56 0,-3 8-15 16,-4 10 0-16,1 12 32 0,-1 10-4 15,5 12 9-15,5 7 15 0,7 8 18 16,8 7-36-16,8 3-34 0,8 1-30 16,7-3 30-16,3-8 2 0,13-7 29 0,4-16-10 15,5-12-19-15,5-12 1 16,3-16-3-16,10-10-43 0,2-10 1 15,10-10-4-15,2-3 18 0,1-10 4 16,-2-9 11-16,-8-3-54 0,-8-3-47 0,-13-2-52 16,-8 0-85-16,-10 2-204 0,-8 1-199 15,-1 7-316-15,-14-4-236 0</inkml:trace>
  <inkml:trace contextRef="#ctx0" brushRef="#br0" timeOffset="36864.928">5610 16597 2885 0,'0'0'639'0,"0"0"-326"0,0 0-203 0,0 0 54 15,78 62 38-15,-44-51 36 16,7-5-46-16,5-6-70 0,0-1-63 16,4-13-59-16,-2-7-43 0,-2-4-83 15,-4-5-47-15,-3-1-46 0,-7-1-132 16,-6 2-283-16,-9 6-522 0,-6 0-511 0</inkml:trace>
  <inkml:trace contextRef="#ctx0" brushRef="#br0" timeOffset="37010.359">6084 16536 1971 0,'0'0'1336'16,"0"0"-1082"-16,7 75-212 0,3-43-40 0,5 6 75 0,-1 4 109 16,3 2 75-16,-2-1-96 0,-1-1-103 15,-1-1-40-15,-1-4-22 0,1-5-118 16,-6-2-180-16,2-11-280 0,-1 7-668 0</inkml:trace>
  <inkml:trace contextRef="#ctx0" brushRef="#br0" timeOffset="37523.219">7848 16531 950 0,'0'0'1294'16,"0"0"-974"-16,0 0-136 0,0 0-52 15,0 0 70-15,-82-44 2 0,72 38 29 16,1 5 86-16,4 1-77 15,2 0-89-15,0 0-44 0,1 7-4 16,-2 4-18-16,-1 8-38 0,3 10-2 16,-1 11-10-16,3 9 9 0,0 5-12 0,0 0-21 15,4-2-13-15,3-9-34 0,-1-5-27 16,4-10-84-16,-1-6-54 0,2-9 9 0,4-5-55 16,1-8-109-16,4-2-111 0,3-12-53 15,-4 0-153-15,8-18-361 16</inkml:trace>
  <inkml:trace contextRef="#ctx0" brushRef="#br0" timeOffset="37812.315">8151 16630 2816 0,'0'0'420'0,"0"0"-276"0,11 74-119 16,-8-42 71-16,0 5 198 16,0-1 67-16,0-2-124 0,2-9-126 15,1-5-74-15,4-7-34 0,6-6-3 16,0-6-52-16,7-1-7 0,0-10 12 15,3-8 1-15,0-4 12 0,0-8-13 0,0-1 10 16,-3-4-13-16,-4 1-3 0,-2-1 6 16,-4 3-14-16,-6 0-1 0,-7 2-17 15,0 3 16-15,-11 2 47 0,-5 6 16 16,-3 2 60-16,-1 10-9 0,0 6 52 0,0 1 33 16,0 8-46-16,2 6-90 0,-2 3-3 15,4-1-19-15,0 2-12 0,3 0-4 16,2-2-21-16,4-4-39 0,-1 0-144 15,2-3-199-15,2-2-259 16,1 1-546-16</inkml:trace>
  <inkml:trace contextRef="#ctx0" brushRef="#br0" timeOffset="38625.128">8740 16534 2153 0,'0'0'398'0,"0"0"-40"0,0 0-118 15,0 0 44-15,0 0 29 0,0 0-52 16,13 72-66-16,-8-39-77 15,0 1 3-15,-1 1 0 0,-1-1-10 0,-1-5-19 16,2-7-46-16,-1-6-46 0,1-6-1 16,2-5-23-16,3-5-53 0,-1 0-31 15,6-9 3-15,4-7 18 16,1-6 16-16,0-6-19 0,-1-3 15 0,-2 0 16 0,-3 2 18 16,0 4 12-16,-4 3 4 15,-1 4 22-15,-2 4-1 0,-1 6-27 16,-4 5 0-16,2 3 31 0,1 6 157 0,2 8 6 15,0 9-46-15,1 3-20 0,-1 5-48 0,0 3-24 16,-2-2-22-16,3-1-2 0,-3-4-1 16,2-4 0-16,1-7-40 0,-1-6-10 15,3-6-83-15,-2-4-82 0,2-8 10 16,2-8-62-16,-1-10-147 0,-3 3-321 16,6-20-672-16</inkml:trace>
  <inkml:trace contextRef="#ctx0" brushRef="#br0" timeOffset="38820.399">9206 15864 1774 0,'0'0'655'15,"0"0"-329"-15,0 0-187 0,0 0 66 0,0 0 130 16,0 0 35-16,0 0-71 0,34 73-112 16,-25-27-22-16,4 10-29 0,-6 10-4 0,2 6-9 15,-1 5-4-15,-2 3-39 0,0-1-43 16,-2-1-37-16,-1-5-48 0,0-7-75 15,-2-9-95 1,1-8-16-16,2-11-102 0,2-10-216 0,0-9-449 16,8-11-453-16</inkml:trace>
  <inkml:trace contextRef="#ctx0" brushRef="#br0" timeOffset="39257.611">9828 16618 2794 0,'0'0'665'0,"0"0"-307"16,-66 83-201-16,37-42 75 0,-4 8 41 16,4 3 26-16,3-2-72 0,9-8-117 0,4-9-110 15,7-11-49-15,5-10-76 0,1-8-59 16,6-4 45-16,8-2 71 0,3-9 28 16,6-9-12-16,3-10-13 0,0-8-19 0,3-5-25 15,-3-5-35-15,0-1 46 0,1-4 17 16,-1-3-5-16,-1-3-27 0,-4-8-103 15,1-8-3-15,-2-5 72 16,-4-7 44-16,-2-1 16 0,-5-2 54 0,-2 1 33 16,-4 4 36-16,-1 5 15 0,0 11 26 15,1 13 19-15,0 15 16 16,0 13 22-16,1 14 28 0,-2 7-4 0,-1 7 53 16,-1 2 40-16,0 10-58 0,0 7-7 15,0 9-90-15,0 7-38 0,-3 12-18 0,3 7-9 16,0 7 24-16,0 7-15 0,0 5-6 15,0 7 0-15,-4 5-32 0,0 3-2 16,-3 5-1-16,1-2-15 0,1-2-2 16,5-3 0-16,0-7-1 0,8-8 1 15,6-11 16-15,2-13-143 0,4-9-64 16,7-12-5-16,5-9-119 0,4-6-239 16,-6-6-392-16,21-5-640 0</inkml:trace>
  <inkml:trace contextRef="#ctx0" brushRef="#br0" timeOffset="39816.965">11176 15902 2756 0,'0'0'430'16,"0"0"-251"-1,0 0-141-15,0 0 64 0,0 0 148 0,0 0 81 16,0 0-104-16,92 52-78 0,-78-7-47 0,1 12-44 16,-10 16-17-16,-3 8-26 0,-2 8 19 15,-7 2 36-15,-6-2 13 0,1-6-43 16,1-9-31-16,1-11-9 16,4-13-55-16,3-11-31 0,3-13 16 0,0-11-14 0,10-8-8 15,7-7-23-15,3-5-18 0,5-7 33 16,4-5 69-16,6 2 29 15,0 2 2-15,-3 4 15 0,0 5 23 16,-2 4-26-16,-4 0 3 0,0 7-14 16,-3 4 1-16,-4 0 1 0,-5 1 66 0,-5 4 17 15,-5 0 7-15,-4 1-3 0,0 2-25 16,-7 1-22-16,-6-1-12 0,-6 1-1 16,-3-2-5-16,-3-3 15 0,-3-4-40 0,1-4-3 15,1-6-105-15,2-1-46 16,3-8-29-16,4-4 31 0,2-6-33 0,4-7-35 15,7-1-189-15,4-7-160 0,0 7-236 16,13-9-471-16</inkml:trace>
  <inkml:trace contextRef="#ctx0" brushRef="#br0" timeOffset="40107.71">11762 16734 1990 0,'0'0'702'16,"0"0"-214"-16,0 0-195 0,0 0-18 0,82 78-7 15,-69-67-27-15,-1-5-92 0,1-6-75 16,0 0-30-16,3-8-29 15,1-9-13-15,6-7-2 0,0-7-15 16,4-1-13-16,-3-5-12 0,-3 4-4 16,-2 3-8-16,-8 5 18 0,-3 4-13 0,-8 2 0 15,0 7 19-15,-9 2 28 0,-6 4 21 16,-3 6 16-16,-4 6 66 0,0 10-41 16,-2 9-9-16,1 5-23 0,3 9 1 0,2 5 16 15,3 2-4-15,2 3-12 16,2-1-30-16,3-1-1 0,4-2-25 15,4-5-21-15,0-7-41 0,9-7-6 16,11-10-37-16,5-5-20 0,10-4 5 0,6-5 23 16,7-2-32-16,7-12-221 0,10-6 30 15,6-5 268-15,6-5-29 0,-16 7-553 16,32-12-369-16</inkml:trace>
  <inkml:trace contextRef="#ctx0" brushRef="#br0" timeOffset="40439.042">13118 16410 2548 0,'0'0'319'0,"0"0"-120"16,0 0 5-16,0 0 95 0,87 62-15 15,-77-28-35-15,-4 9-77 0,-5 6-11 16,-1 7-47-16,0-2 19 0,-6-1-4 16,1-6-64-16,0-12-53 0,4-10-12 0,-1-10-95 15,2-8-127-15,0-7-26 0,0-2-13 0,0-9-134 16,0-8-158-16,0 4-171 15,0-20-668-15</inkml:trace>
  <inkml:trace contextRef="#ctx0" brushRef="#br0" timeOffset="40557.107">13133 16192 2330 0,'0'0'671'0,"0"0"-218"0,0 0-234 0,0 0-52 15,0 0 2-15,0 0-49 0,0 0-76 0,0 0-44 16,92-21-217-1,-69 14-263-15,-4 2-336 0,5-2-1117 0</inkml:trace>
  <inkml:trace contextRef="#ctx0" brushRef="#br0" timeOffset="40857.43">13534 16477 2360 0,'0'0'1580'0,"0"72"-1381"0,0-41-150 0,0 6 36 16,0 2 64-16,0-1 153 0,-3-5-14 15,1-6-190-15,2-7-98 0,0-7-86 0,0-4-8 16,9-6-1-16,-1-1 9 0,3-2 33 16,4-3 26-16,1-9-10 0,4-6-22 15,-1-2 7-15,3-5-4 0,-2 0 34 0,-3 0-6 16,-1 4 13 0,0 3 14-16,-2 3-33 0,-2 8 11 15,-2 3 23-15,-3 4 78 0,0 4 58 0,-2 8-7 16,-2 6-31-16,1 1-15 0,0 4-43 15,-3 2-18-15,2 0-7 0,-3 0-13 0,3-4 10 16,-1-2-12-16,-1-4-23 0,-1-3-66 16,2-5-68-16,-2-2-71 0,0-3-108 15,0-2-292-15,0 0-623 0,0-9-986 0</inkml:trace>
  <inkml:trace contextRef="#ctx0" brushRef="#br0" timeOffset="41016.307">14024 16671 3680 0,'0'0'581'16,"0"0"-450"-16,0 0-88 0,96 23-12 16,-59-21 65-16,-1-2 184 0,2-9-204 15,1-8-76-15,5-6-101 0,0-8 18 16,2-5-43-16,-3-4-146 0,-1-4-267 16,-12 12-428-16,6-14-413 0</inkml:trace>
  <inkml:trace contextRef="#ctx0" brushRef="#br0" timeOffset="41275.524">14228 16005 703 0,'0'0'2514'15,"0"0"-2180"-15,0 0-242 0,0 0 28 0,-17 81 125 16,17-47 71-16,0 8 98 0,0 8-110 0,1 9-112 16,5 5-58-16,-2 5-40 15,2 3-58-15,4 1-23 0,2 1-10 16,2 4 75-16,0-2-63 0,-1 2-15 15,2-2-2-15,-4 2-34 0,-2 0-28 0,2-5-36 0,-2-2-24 16,-3-5-1-16,-3-7 15 16,-3-5-19-16,0-6-27 0,-9-8-4 15,-4-7 70-15,0-5 50 0,-7-7-28 0,-2-9-3 16,-1-9-23-16,-4-3-74 0,4-12-24 16,1-12-178-16,4-6-38 0,2-12-77 15,7 9-260-15,5-30-608 0</inkml:trace>
  <inkml:trace contextRef="#ctx0" brushRef="#br0" timeOffset="41574.048">14748 16579 2327 0,'0'0'397'15,"0"0"-79"-15,0 0-94 0,0 0 126 16,0 0-10-16,44 88-36 0,-41-51-62 16,-3 2-63-16,0 5-53 0,-6-2-31 15,-2-2-49-15,0-5-46 0,-1-9-11 16,5-8-75-16,0-8-68 0,2-5-65 15,-1-5-69-15,2-1-134 0,-1-11-239 16,-1 2-154-16,-4-18-889 0</inkml:trace>
  <inkml:trace contextRef="#ctx0" brushRef="#br0" timeOffset="41724.176">14624 16240 303 0,'0'0'2446'16,"0"0"-1959"-16,0 0-216 15,0 0-160-15,0 0 25 0,0 0 5 16,0 0 52-16,0 0-106 0,0 0-87 16,88 8-67-16,-70-5-78 0,0 1-138 0,2 2-184 15,-7-3-555-15,6 7-762 0</inkml:trace>
  <inkml:trace contextRef="#ctx0" brushRef="#br0" timeOffset="42238.81">15156 16684 1076 0,'0'0'1134'0,"0"0"-733"0,0 0-69 16,0 0-70-16,0 0 0 0,0 0 1 0,0 0 4 16,0 0-69-16,0 0-24 15,0 0 5-15,-13 37-24 0,6-9-85 0,-6 9-30 16,-2 1-21-16,-5 2-16 0,0-4 9 15,4-5 9-15,2-8-21 0,5-9-20 16,6-6-23-16,3-5-68 0,0-3-49 16,3-6 36-16,9-5 40 0,5-4 72 0,6-9-16 15,3-2-19-15,2-4-6 0,1-1 22 16,1 1 6-16,0 3 13 16,2 0-7-16,-2 4 0 0,-1 3-13 15,-3 5 4-15,-5 6 28 0,-5 5 3 0,-2 4 89 16,-3 2 45-16,-3 9 9 15,2 3-22-15,-2 4-29 0,-1 4-21 0,-4 1-25 16,-2 1-9-16,-1 2-3 0,0-4-3 16,0 0-6-16,-3-4-28 0,2-4-40 0,-1-6-102 15,2-2-98-15,0-6-46 0,0 0-79 16,2-6-238-16,2-1-484 0,9-17-629 0</inkml:trace>
  <inkml:trace contextRef="#ctx0" brushRef="#br0" timeOffset="42411.634">15679 16702 2360 0,'0'0'821'16,"0"0"-388"-16,0 0-282 0,3 82-31 15,-3-51-1-15,-4 2 123 0,-3 0 18 0,-5 0-87 0,4-4-87 16,-3-6-86-16,5-6-34 0,0-7-154 0,6-6-106 16,0-4-70-16,0-7-25 15,4-2-587-15,1-14-738 0</inkml:trace>
  <inkml:trace contextRef="#ctx0" brushRef="#br0" timeOffset="42565.29">15713 16288 251 0,'0'0'2521'16,"0"0"-2040"-16,0 0-175 0,0 0-66 0,0 0-42 16,0 0 37-16,79-33-21 0,-56 33-109 0,1 0-105 15,4-7-80-15,1-6-140 0,2-7-122 16,2-5-272-16,-7 6-668 0,15-16-731 0</inkml:trace>
  <inkml:trace contextRef="#ctx0" brushRef="#br0" timeOffset="42773.734">16436 15812 1003 0,'0'0'2106'0,"-5"74"-1800"0,-3-31-236 16,1 11-4-16,-5 10 156 15,-2 6 245-15,-1 3-18 0,1 1-111 0,2 1-119 0,5-2-115 16,4-4-62-16,3-5 4 0,3-10-46 16,12-11-49-16,5-10-100 0,7-11-80 15,8-8 30-15,5-7 76 0,5-7 68 16,-1-3-10-16,1-11-56 0,-5-4-130 16,-5-6-32-16,-11-1-169 0,-9-3-187 0,-8 8-430 15,-12-14-193-15</inkml:trace>
  <inkml:trace contextRef="#ctx0" brushRef="#br0" timeOffset="42948.654">16437 16340 924 0,'0'0'456'16,"-96"-40"204"-16,57 30-220 0,-1 1-47 16,0 8-2-16,10 1 12 0,7 12-94 0,5 4-58 0,5 6-90 15,5 4-15-15,5 1-4 0,3 1-4 16,8-2-21-16,8-4-23 0,8-4-17 16,9-5-41-16,10-5-32 0,5-8-4 15,5 0-13-15,3-12-26 16,2-6-77-16,-3-1 11 0,1-1-17 15,-3-3-85-15,-2 3-100 0,-5 0-217 0,-2 5-183 16,-12 3-333-16,1 3-327 0</inkml:trace>
  <inkml:trace contextRef="#ctx0" brushRef="#br0" timeOffset="43230.662">16887 16444 463 0,'0'0'2466'0,"0"0"-1942"0,0 0-334 0,3 66-190 0,10-53-25 15,4-6-1-15,6-6 14 0,3-1-39 16,7-8-44-16,3-7-7 15,2-5 10-15,3-1-11 0,-2-4-9 0,-1 1 112 16,-5 2-22-16,-8 0 22 0,-7 2-106 16,-8 2 16-16,-7 5 90 0,-3 2 19 15,-8 3 183-15,-9 3 73 0,-7 5-195 16,-5 0 253-16,-2 6-31 0,-3 10-64 0,-3 7-92 16,3 7-53-16,-1 8 3 0,5 8 11 15,-1 4 59-15,6 1-46 0,3 1-68 16,6-2-25-16,10-6-27 0,8-6-33 15,21-6-4-15,14-6 31 0,18-8 6 16,11-8 83-16,9-10-83 0,10-5-55 16,3-14-88-16,1-6-36 0,1-4-58 15,-2-4-207-15,-24 8-280 0,20-9-785 0</inkml:trace>
  <inkml:trace contextRef="#ctx0" brushRef="#br0" timeOffset="43378.147">18203 16587 2887 0,'0'0'1101'0,"0"0"-716"16,0 0-125-16,0 0-260 0,0 0-213 15,-103 3-165-15,83-12-429 16,-16-5-980-16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1:02:54.803"/>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FF0000"/>
    </inkml:brush>
  </inkml:definitions>
  <inkml:trace contextRef="#ctx0" brushRef="#br0">5394 5715 536 0,'0'0'3180'0,"0"0"-1604"15,0 0-792-15,0 0-448 0,0 0-48 0,0 0 1140 0,0 0 980 16,0 0-1107-16,0 0-569 16,0 0-84-16,0 0 308 0,-8-23 104 0,8 23-156 15,0 0-148-15,0 0-184 0,0 0-4 16,0 0-12-16,0 0-136 0,0 0-188 16,0 0-36-16,0 0-84 0,4 0-28 0,4-3-76 15,5-2 56 1,6-2 92-16,5-3-44 0,4 0-52 15,4-2 0-15,-4-1 28 0,0 4 84 0,0 2 168 0,-4-2-180 16,-5 5-152-16,5 1-8 16,-3 3-64-16,-6 0-68 0,1 0 8 15,0 0 16-15,-4 0 0 0,4 0-100 0,-9 0-160 16,2 0-148-16,-1 3-224 0,0-3-432 16,-8 4-960-16,0 2-792 0,0-3-1341 15,0 4-703-15</inkml:trace>
  <inkml:trace contextRef="#ctx0" brushRef="#br0" timeOffset="281.424">5438 5829 5580 0,'0'0'2444'16,"0"0"-1084"-16,0 0-376 0,0 0 241 0,0 0 323 15,0 0-212-15,0 0-552 16,0 0-256-16,0 0-164 0,0 0 12 0,12 38 136 16,3-38-40-16,6-3-136 0,-1 0-100 15,-1-1-76-15,5 1-12 0,1-3-52 0,3 3-92 16,-4-3 4-16,-1-1-8 0,1 1-84 16,4 0 8-16,-4-1-8 0,4 1-116 15,0-1-96-15,4 1-76 0,-4 0-600 0,4-4-944 16,-13 4-1044-16,13-3-2741 0</inkml:trace>
  <inkml:trace contextRef="#ctx0" brushRef="#br0" timeOffset="998.403">6728 5203 10920 0,'0'0'1937'0,"0"0"-1197"15,0 0-284-15,0 0 620 0,0 0 160 0,0 0-352 16,0 0-216-16,92-12-160 0,-64 12-152 16,4-3-12-16,0 3-36 0,0-3 12 15,4 3-100-15,-4-4-84 0,0 1 8 16,0 3-144-16,-8-3-48 0,3 3 48 16,-7-3-48-16,-3 3-88 15,-6 0 88-15,-3 0-76 0,-4 0-60 16,-4 0 52-16,0 6 32 0,0 4 76 0,-8 5 24 15,-3 5 84-15,-6 5-84 0,-2 4-16 16,-9 3-168-16,0-1 52 0,0 1-40 16,0-1 0-16,0-2 96 0,4 0 28 0,0-4-16 15,4-6 28-15,8 4 28 0,0-11 16 16,5-2-16-16,-1-1-44 0,8-2-24 0,0-5 16 16,0 2-124-1,0-1 60-15,8 3 124 0,7-6 124 16,1 4 208-16,9-4-12 0,-2 0 108 0,8 0-96 15,-3-4-220-15,0-2-4 0,4-1-108 16,0 0 0-16,-4-1-4 0,0 2-92 16,0-5 8-16,-4 3-96 0,4 1-244 15,-5-5-200-15,1 1-212 0,1 2-280 0,-1-1-684 16,-5 1-1140-16,-6 0-2117 16,2-1-1419-16</inkml:trace>
  <inkml:trace contextRef="#ctx0" brushRef="#br0" timeOffset="1275.597">7482 5156 1120 0,'0'0'3184'15,"0"0"-1712"-15,0 0-132 16,0 0 140-16,0 0-276 0,0 0-560 0,0 0-296 15,0 0-51-15,0 0-89 0,0 0 76 16,-88 54 76-16,77-35 164 0,-6 3-12 16,2 0-80-16,-2 8-100 15,2-2-76-15,-5 0-144 0,-1 4-104 0,6 0-8 16,-5-4-88-16,4 0-12 16,0-2-80-16,4 0 16 0,0-7-92 0,4-8-204 15,0 3-396-15,5-8-445 0,3-2-819 16,-4-1-1996-16</inkml:trace>
  <inkml:trace contextRef="#ctx0" brushRef="#br0" timeOffset="1901.543">7940 5079 7460 0,'0'0'2440'16,"0"0"-1203"-16,0 0-849 0,0 0 264 15,0 0 400-15,0 0-124 0,0 0-184 0,-99 89-188 16,71-60-140-16,-4 6-12 0,-8 3 68 15,0 6-148-15,-7 8-324 0,-9 2-60 16,-8 5-40-16,-4 9 92 0,-4 1-44 16,-3 1 40-16,-5-3-224 0,5 2 148 15,2-5 76-15,10-7 12 0,7-6 0 16,12-6-48-16,9-11-16 0,7-9-88 0,11-6 48 16,6-5-20-16,3-9-164 0,4-1-152 15,4-4-164-15,4 0-972 0,4-9-673 16,-1 2-531-16,14-12-2536 0</inkml:trace>
  <inkml:trace contextRef="#ctx0" brushRef="#br0" timeOffset="2330.073">7654 5626 8172 0,'0'0'2072'0,"0"0"-1003"16,0 0-373-16,0 0 504 0,0 0 236 0,0 0-416 15,0 70-300-15,0-38-248 0,0 8-60 16,8 8 48-16,-5 6-4 16,1 0 408-16,4 3-472 0,-4 1-232 0,1-1-148 15,-1-3-12-15,-1-7 0 0,1-2-48 16,0-14-40-16,0-6 16 0,0-6-64 15,0-5-120-15,1-9-64 0,-5-1-124 0,3-4-152 16,1 0-324-16,0-9-236 0,4-5-180 0,1-5-436 16,-2 5-917-16,1-22-2759 15</inkml:trace>
  <inkml:trace contextRef="#ctx0" brushRef="#br0" timeOffset="2568.207">7737 5670 8308 0,'0'0'1828'0,"0"0"-1027"0,0 0 331 16,0 0 388-16,0 0-404 16,0 0-536-16,0 0-264 0,0 0 120 0,0 0 320 15,0 0-248-15,0 0-108 0,72-6-104 16,-60 12-48-16,-1 8-88 0,-2-2-60 16,-5 3-16-16,0 5-72 0,-4-1-12 0,0 6-292 15,-8-3-76-15,-8 3-20 0,4-2-120 16,-4 2-88-16,0-6-36 0,0-3-72 15,0-6-220-15,0-1-360 0,4-2-308 16,0-4-721-16,4-3-779 16,0-3-1832-16</inkml:trace>
  <inkml:trace contextRef="#ctx0" brushRef="#br0" timeOffset="2917.037">8184 5464 8292 0,'0'0'1776'16,"0"0"-643"-16,0 0 599 0,83-19-168 0,-59 16-628 15,0 3-560-15,-4 0-100 0,-1 0-48 16,2 9-140-16,-6-3-88 0,-2 10 0 0,-6 0 0 16,-3 4-76-16,-4 5-176 0,-4 2 136 15,-7 10 32-15,-10-3 28 0,1 7 48 16,-3-3 4-16,3 4 4 0,-4-7 12 15,8-1 88-15,4-5 12 0,8-3 0 0,0-7-108 16,4 0-4-16,8-6 92 0,8-1 48 16,8-2 160-16,3-7 520 15,6 3-224-15,3-6-204 0,3 0-132 0,1 0-24 0,4 0-40 16,0-6-64-16,-5 3-20 16,2 0-112-16,-2-4-12 15,-7 1-88-15,0 0-32 0,0 0-104 0,-8-7-232 16,0 2-336-16,-5-1-412 15,2-4-792-15,-6-3-696 0,-6 7-2033 0,2-11-1727 16</inkml:trace>
  <inkml:trace contextRef="#ctx0" brushRef="#br0" timeOffset="3127.712">8761 5521 11041 0,'0'0'1348'15,"0"0"-1144"-15,0 0 168 16,0 0 812-16,-59 86 480 0,46-58-284 0,-6 4-624 16,2-1-400-16,1 5-108 0,-3 2-164 15,2-3-84-15,-2 3-108 0,-1-3-312 16,-1 0-360-16,2-3-256 0,3-1-440 16,0-2-836-16,4-10-1997 0,-4 0-2027 15</inkml:trace>
  <inkml:trace contextRef="#ctx0" brushRef="#br0" timeOffset="16855.988">15769 5829 812 0,'0'0'1408'15,"0"0"-88"-15,0 0-72 0,0 0-712 0,0 0-484 16,0 0 2888-16,0 0-2048 0,0 0-296 16,0 0-132-16,0 0 325 0,-75 6 47 15,70-6-80-15,5 0-68 0,0 0-24 0,0 0-72 16,0 0-136-16,0 0-128 16,0 4-28-16,0 2-84 0,5 6-16 15,-5 1 4-15,8 3 60 0,-4-6-180 0,3-1-84 0,-3-3-8 16,5 0 0-16,3-1 8 15,-5-5 76-15,2 0-28 0,3 0 40 16,-1-7 112-16,5-3 160 0,0-6-48 0,4-6-164 16,0-3-40-16,4-7-108 15,0-3-12-15,0-4-76 16,0 1 12-16,0 1-8 0,-1-4-16 0,-2 2-36 0,-1 1-52 16,-5-2 16-16,2 1-104 15,-2 1-24 1,-2 0 52-16,-6 3-44 0,1-1 92 0,-4 5-40 0,0 2 52 15,0 4 0-15,-4 6 60 0,4 0-100 0,-4 3 64 16,0 6 164-16,0 1 64 0,0 6 36 16,0 0-8-16,0 3-44 0,0 0-48 15,0 0-4-15,0 3 4 0,0 7-88 16,-4 2 24-16,0 7-88 0,-4 4 152 0,4 8 180 16,-4 7-172-16,0 4 68 0,0 5-32 15,0 1-44-15,1 3 0 0,-2-4 8 16,5-5 108-16,4-8-16 0,0-5 124 15,0-10-8-15,4-6-128 0,5-4-76 16,-2-6-12-16,1 1 124 0,5-4-24 16,-2-4 152-16,5-2-84 0,4-7-44 15,-4 1-36-15,4-7 0 16,4-4-80-16,-4 1-8 0,-1-3-100 0,2 0-12 16,-6-5-12-16,1 5-20 0,1-3 44 15,-2-4 48-15,-3 0-20 0,-4 4 64 0,0-4-44 16,0 0-84-16,-4 0-52 0,-4 1-168 15,4 2 168-15,-4 0-12 0,0 4-92 16,0 6 216-16,0 4-12 0,4 2 88 16,-4 9 100-16,0 1 104 0,0 3 24 0,0 0-4 15,0 0 16-15,0 0 36 0,0 3-24 16,0 3-252-16,0 7-4 16,-4 4 4-16,0 5 40 0,-4 9 24 0,4 1 12 0,0 6 52 15,0 3 0-15,1 3 20 16,3-2-36-16,0-4 124 0,0 0 4 15,3-6 44-15,1-3-204 0,4-8-80 16,0 2-100-16,0-7-100 0,0-3 28 16,4-1 84-16,-5-2-148 0,2-4-76 0,-5 1-284 15,4-4-308-15,-4 0-736 0,-1-3-1081 16,-3 3-1939-16</inkml:trace>
  <inkml:trace contextRef="#ctx0" brushRef="#br0" timeOffset="17130.754">16559 5547 4712 0,'0'0'324'0,"0"0"3832"16,0 0-3084-16,3 69 77 0,1-40 43 0,0 3 8 15,0 6-160-15,4 3-224 0,0 3-236 16,-4 7-264-16,0 1-80 0,0 1-168 15,0 1-68 1,0-7-112-16,0-1-24 0,0-13 12 0,0-3-12 16,0-15 8-16,-4-2-12 0,4-3-88 0,0-7-60 15,0-3-140-15,-4 0-356 0,4 0-4 16,-1-3-220-16,2-4-364 16,-5-2-761-16,4-1-1947 0</inkml:trace>
  <inkml:trace contextRef="#ctx0" brushRef="#br0" timeOffset="17420.857">16527 5632 3640 0,'0'0'896'0,"0"0"-400"16,0 0 0-16,0 0 1624 0,8-73-1160 16,-1 57-336-16,6 1-16 0,-2 2 112 0,1 3 57 15,4 3-109-15,0 5-80 0,0 2-12 16,3 0 48-16,2 7-244 0,-5 1-76 15,3 5-52-15,-6 3-76 0,2 0-60 0,-2 3-28 16,-5 4 0 0,-1-1-24-16,-3 0-64 0,0 3-164 15,-4 4 48-15,0-3 4 0,-8 2 104 0,-3 0-56 16,-2-6 64-16,2 0 108 0,-6-2-4 0,2-1-56 16,-2-7-48-16,2-1-176 15,-1-3-52-15,0-4-64 0,4-4-264 0,-4-4-336 16,0-4-324-16,0-6-693 0,0-2-867 15,1-9-1832-15</inkml:trace>
  <inkml:trace contextRef="#ctx0" brushRef="#br0" timeOffset="18353.95">17068 5350 6128 0,'0'0'2196'15,"0"0"-696"-15,0 0-103 0,0 0 267 0,0 0-200 16,0 0-328-16,0 0-328 0,0 0-232 16,0 0-128-16,0 0-104 0,0 0-32 15,0-3-92-15,13-1-120 0,-2 1 172 16,9-3-76-16,4 3 28 0,0-4-152 0,4 4-72 15,-4-1-8-15,4 1-104 16,0 0-20-16,-5 3-44 0,1 0-32 16,0 0 12-16,0 0-152 0,-4 0-384 0,-4 0-444 15,-4 3-756-15,0 0-1152 0,-12 4-2713 16</inkml:trace>
  <inkml:trace contextRef="#ctx0" brushRef="#br0" timeOffset="18584.435">16993 5543 1228 0,'0'0'7520'0,"0"0"-6252"0,0 0-740 0,0 0 517 16,0 0-97-16,0 0-40 15,0 0-60-15,0 0-12 0,0 0-56 0,0 0-336 16,75-9-84-16,-51 6-160 0,0 0-112 15,4-1-28-15,4 1-60 0,0-1-112 16,4-2 0-16,-1 4-24 0,-3-2-288 16,4 2-776-16,-4-3-496 0,-8 5-933 15,8 0-2547-15</inkml:trace>
  <inkml:trace contextRef="#ctx0" brushRef="#br0" timeOffset="20524.215">18375 4994 4408 0,'0'0'168'0,"0"0"196"0,0 0 2772 16,12-83-1464-16,-8 51-495 16,-4 4-317-16,0-3 24 0,0-1-68 0,0 0-152 0,0 0-32 15,0 4 60-15,0-1-228 16,-4 4-44-16,0-1-72 0,0 7 52 15,0 0-64-15,1 7-40 0,-6-1-12 0,9 2-100 16,-8 9-48-16,8-2-36 16,-4 4-52-16,4 0-44 15,-3 0-4-15,3 11-296 0,-4 3-60 0,-1 13 208 0,-3 8 148 16,0 9 36-16,1 6 24 16,-6 8-60-16,2 9-8 0,-6 2-76 15,2 1-52-15,-6 0 36 0,6-7 0 16,-1-2 56-16,0-13 44 0,4-7 0 15,4-9-124-15,0-7 116 0,0-6 8 16,4-6-12-16,4-10-112 0,0 0 0 0,0-3-12 16,0 0-100-16,0-6 32 0,0 0 204 15,8-7 12-15,0-4 72 0,0-2-80 16,-4 5 0-16,4 0 8 0,0 1 44 0,-4 7-56 16,0 3-136-16,-4 3-168 0,4 0-24 0,-1 3 328 15,1 3 88-15,5 7 100 16,-5 3-24-16,0 7 4 0,0-1-8 0,-4 3 4 15,0 4-116 1,0-1-48-16,0 7-8 0,-8 3-76 0,0 7 80 16,-4 2-64-16,0 4 4 0,-1 0-60 15,6 0-56-15,3-7-20 0,4-3-64 0,8-9-36 16,12-10-80-16,0-6-544 0,8-6 444 0,8-8 224 16,-4-2-204-16,3-6-280 15,5-9-368-15,-4-1-765 0,-5 0-759 0,6-7-2800 16</inkml:trace>
  <inkml:trace contextRef="#ctx0" brushRef="#br0" timeOffset="22677.753">19240 5289 6320 0,'0'0'1756'16,"0"0"-668"-16,0 0-388 0,0 0 48 0,0 0 181 0,0 0-57 15,8-66-28-15,-8 56-272 0,0 0-152 16,0 1-156-16,0 0 4 0,-4-1 72 16,0 3 140-16,0 0 96 0,-1 2-24 15,1-1-104-15,1 3 0 0,-1-1 0 16,-4 4-80-16,0 0-48 0,-4 0-148 0,-4 0-100 16,4 7-72-16,-4 4-88 0,0 6-120 15,1 6 48-15,-2 2 84 16,2 3 16-16,2 2 52 0,2-3 4 15,3 2-96-15,-1-3 40 0,5-7-52 0,4-3 0 16,0-7 12-16,0-6-72 16,0 0-12-16,0-3 184 0,9 0 96 0,-5 0-8 0,7 0-12 15,1-6 32-15,4-3-108 0,0-4-140 16,0 3 44-16,0-2-28 16,0-1 12-16,0 0-12 0,-4 1 60 15,3 1 56-15,-2-1 0 0,-1-1 0 0,-5 5 4 16,2 1 4-16,-1 0 0 0,-4 1 0 15,-4 6 0-15,0 0-124 0,0 0-40 16,3 0-36-16,1 3 200 0,-4 0 52 0,9 6 284 16,-5 1-124-16,0 4 36 0,0-6-160 15,-1 5 8-15,5-3-92 16,-3-1-4-16,-1-2-96 0,4-1 84 16,-5-1-128-16,5 0 68 0,1-3-4 15,-5 2 4-15,3-4-16 0,1 3-24 16,0-3-212-16,1 0-188 0,-2 3-208 0,1-3-312 15,4 0-100-15,0-3-440 0,-4 3-997 16,8-9-2375-16</inkml:trace>
  <inkml:trace contextRef="#ctx0" brushRef="#br0" timeOffset="23044.176">19858 4959 7188 0,'0'0'2296'0,"0"0"-1508"16,0 0-528-16,0 0 269 0,0 0 459 16,0 0-116-16,0 0-84 0,0 0-332 0,0 0-456 15,0 0-164-15,0 0 164 0,-64 35 76 0,47-13 188 16,2 7 156-16,-1-1 56 15,4 4 128-15,-4-1-72 0,4 1-208 16,4 3-88-16,3-3-36 0,5-3-12 0,0-4-28 16,0-3-60-16,9 1-28 0,3-4-68 15,-1-6 148-15,6-1-56 16,-1-2-32-16,3-4-64 0,2-3-64 0,-2 1-8 16,1-4-52-16,1 0-188 15,-6-4-48-15,-2 1-164 0,-2-3-144 0,-3-1-200 16,-4 1-156-16,-4-3-544 0,0 2-865 15,0-5-2131-15</inkml:trace>
  <inkml:trace contextRef="#ctx0" brushRef="#br0" timeOffset="23218.71">19693 5213 6988 0,'0'0'1820'15,"0"0"-836"-15,0 0-16 0,0 0-79 16,0 0-17-16,0 0 224 0,0 0-208 15,0 0-320-15,84-3-152 0,-59-4-124 0,3 5-24 16,0-2-268-16,0 1-136 0,-5-3-52 16,5 3-128-16,-4-1-376 0,0 1-668 15,-9 3-828-15,9-3-2649 0</inkml:trace>
  <inkml:trace contextRef="#ctx0" brushRef="#br0" timeOffset="24338.525">20893 4889 7036 0,'0'0'1208'16,"0"0"-444"-16,0 0 40 0,0 0 357 0,0 0 127 15,0 0-292-15,-4-73-196 0,-8 67-164 16,5-3-272-16,-6 2-24 0,2 4-100 0,-6 0-40 16,2-1 0-16,-2 4-120 15,2 0-80-15,-5 10-112 0,-5 3-28 0,2 6 40 16,-5 3 0-16,0 3 12 0,0 7-24 15,0-1 24-15,0 8 88 0,0-1 12 16,0 6 36-16,0 4-44 0,0 3 4 0,9 3 56 31,3-3 24-31,4-1-40 0,8-5-48 0,4-4-36 0,0-3 36 16,12-3 100-16,0-7-12 0,8 2 24 0,4-8 0 16,4-4 92-16,-4-1-52 0,8-8-4 15,-4-3-20-15,-1-6-16 0,6 0-112 16,-6-2 0-16,4-8 40 0,-3-3-40 15,0-3-248-15,-3-3-132 0,-1-4-224 0,-5 4-76 16,-3 0-232 0,-8 1-56-16,-4 2-464 0,1 0-725 0,-5-3-2135 15</inkml:trace>
  <inkml:trace contextRef="#ctx0" brushRef="#br0" timeOffset="24554.367">20567 5029 4356 0,'0'0'1356'0,"0"0"-748"0,0 0 744 15,0 0 232-15,0 0-332 0,0 0-375 0,32 80-129 16,-25-53-212-16,1 5-140 0,-4-3-52 16,5 6-88-16,-6-3-128 0,1 7-4 15,-4-2-124-15,0 1-52 0,0-3-140 16,0 0-188-16,4-6-412 0,-4-3-4 0,8-5-5 15,-3-9-423-15,2-1-1216 0,9-11-672 16</inkml:trace>
  <inkml:trace contextRef="#ctx0" brushRef="#br0" timeOffset="26556.39">21590 4429 6900 0,'0'0'1232'0,"0"0"-468"0,0 0-232 0,0 0 464 16,0 0 357-16,0 0-85 0,0 0-236 16,0 0-248-16,0 0-92 0,0 0 16 15,0 0-48-15,0 0-152 16,12-22-232-16,-12 25-188 0,0 3-76 16,5 4 188-16,-1 9 108 0,0 3-72 0,-1 9-64 15,5 5-160-15,0 8 148 0,1 4-60 16,2 10-88-16,-3 5 160 0,1 6-24 15,2 4-148-15,-7-1-4 0,0 5 4 0,0-1 100 16,1-2-92-16,-2-5-8 0,1-5 0 16,0-7-208-16,0-3-52 15,0-9-8-15,0-5-64 0,4-7 144 0,-4-2-44 0,4-5-16 16,0-4 12-16,-5 0-88 16,10-6-124-16,-5 1-184 15,-1-9-44-15,2 3-32 0,-1-5-280 0,-4-4-108 0,3 2-188 16,1-4-189-16,-3 0-535 15,-1 0-488-15,0-6-488 0</inkml:trace>
  <inkml:trace contextRef="#ctx0" brushRef="#br0" timeOffset="27488.273">22599 5016 744 0,'0'0'6704'0,"0"0"-5352"0,0 0-240 16,0 0 9-16,0 0 115 0,-4-76-228 0,0 57-28 15,4 3-184-15,-5 0-292 16,1 0-52-16,0 0-108 16,1 4 16-16,-5 2-72 0,4 1 108 0,-1 3-12 15,-3-1-12-15,1 4-148 16,-1 3-40-16,-5 0 12 0,2 0-196 0,-1 0-12 15,-4 6-100-15,1 7-48 0,-2 9 0 0,-3 6 148 16,4 10 12-16,-4 4 64 0,5 6-4 16,-2 2 0-16,2 2-56 0,2-5 40 15,2-6-36-15,7-3 44 16,0-9 96-16,4-9-136 0,0-6 52 0,8-1-16 16,-1-7 12-16,10 1-56 0,-2-7 4 15,9 0-8-15,1-7 0 0,3-5-48 0,3-4-88 16,1-3 0-16,0-3-72 0,-4 0 196 15,-5 3-76-15,1-3-84 16,-7 3 36-16,-2 0 64 0,-2 3 28 0,-6-1 36 16,-3 1-44-16,0 4-48 0,-4 3 24 15,4 2 72-15,-4 1 4 16,0 6 112-16,0 0-112 0,0 0-136 16,0 0-24-16,0 3 72 0,0 7-12 0,-4 2 100 15,4 8 128-15,0 2 8 16,0 3 16-16,0 0 8 0,0-3-88 0,0-2-60 15,4-5 36-15,5 1 52 0,-2-3-100 16,1-3-100-16,4-1 12 0,4-6-36 0,4 4-48 16,3-7-436-16,2 0 8 0,6-4-460 15,1-2-508-15,0-3-888 0,-4 2-2185 16,4-6-1883-16</inkml:trace>
  <inkml:trace contextRef="#ctx0" brushRef="#br0" timeOffset="28435.507">22878 4423 4152 0,'0'0'3164'16,"0"0"-1324"-16,0 0-740 0,0 0 73 15,0 0 99-15,0 0-100 0,0 0-224 0,0 0-280 16,0 0-276-16,0 0-156 0,0 0-80 15,3-4-80-15,1 17 360 16,0 6 420-16,0 3-236 0,0 7-212 16,-4 3-116-16,0 2-104 0,0 5 80 0,0-4-84 15,0 2-184-15,0-5-60 0,0-3-100 16,0-1 12-16,5-5-36 16,-5-4-24-16,4-3-40 0,-1-4-72 0,1-2-200 15,-4-1 60-15,0-2-100 16,0-1-168-16,0 1-176 0,0-5-352 0,0 3-324 15,0-3-365-15,0-2-799 0,-4 0-1296 0</inkml:trace>
  <inkml:trace contextRef="#ctx0" brushRef="#br0" timeOffset="28744.925">22925 4403 2916 0,'0'0'2556'15,"0"0"-1332"-15,0 0-432 0,0 0 40 16,40-72 216-16,-28 58-64 0,-4 2-223 0,4 2-157 16,0 4-144-1,-5 3-88-15,6 3 52 0,-1 0 48 0,-5 6 48 16,6 4-152-16,-5 2-64 16,-1 2-116-16,2 0 92 0,-5 3-56 0,-4-1-8 15,0 0-64-15,0 3-128 0,0-3-24 0,-4 3-4 16,-5-4-4-16,2 2 8 0,-5-2-12 15,-1-2-52-15,-2 3 12 16,-1-6-48-16,0 1-64 0,0 0-88 0,0-5-76 0,0 1-100 16,4-5 8-16,0-2-256 15,4 0-116-15,-3 0-580 16,7 0-645-16,-1-9-2199 0</inkml:trace>
  <inkml:trace contextRef="#ctx0" brushRef="#br0" timeOffset="29074.603">23555 5109 1044 0,'0'0'12517'0,"0"0"-10997"0,0 0-1404 0,0 0-116 0,0 0 640 16,0 0-20-16,0 0 52 0,0 0-300 15,95 2-112 1,-70 4-212-16,-2-2-44 0,1 3-8 15,0-1-112-15,-4-4-120 0,-4 5-276 16,0-3-352-16,-4-1-456 0,-5 3-1048 0,-3-3-2333 16,-8 4-2919-16</inkml:trace>
  <inkml:trace contextRef="#ctx0" brushRef="#br0" timeOffset="29232.083">23611 5277 10348 0,'0'0'1801'0,"0"0"-1557"15,0 0 204-15,0 0 432 0,0 0 384 0,0 0-320 16,0 0-252-16,87 15-356 16,-63-11-160-16,8-4-176 15,-4 0-4-15,7 0-196 0,-3-4-384 0,0-2-944 0,-4-1-1284 16,4 1-3005-16</inkml:trace>
  <inkml:trace contextRef="#ctx0" brushRef="#br0" timeOffset="30797.558">24467 4801 3040 0,'0'0'5436'0,"0"0"-4000"0,0 0-263 15,0 0 115-15,0 0 356 16,0 0-268-16,0 0-516 0,0 0-524 0,0 0-200 15,0 0-72-15,0 15-4 0,0 1 104 16,0 9-88-16,0 7 48 0,0 7 60 0,0 1 28 16,5 8 24-16,-2 0 48 0,-3-1-124 15,0 3-24-15,0-1-76 0,-3-2-56 16,-6 1-4-16,5-3-40 16,-4-7-32-16,1-3-40 0,3-10-100 0,4-6 152 15,0-2-152-15,0-9-24 16,4-4-396-16,3-2-372 0,1-2-52 0,0 0-568 15,4-9-428-15,0 4-1117 0,0-12-2683 0</inkml:trace>
  <inkml:trace contextRef="#ctx0" brushRef="#br0" timeOffset="31853.572">24818 4534 10112 0,'0'0'1525'0,"0"0"-1333"0,0 0 24 15,0 0 260-15,0 0 212 0,0 0-64 16,0 0-304-16,0 0-184 0,0 0 92 15,0 0 40-15,0 0 20 0,79-70 16 16,-66 60 24-16,-2 1-16 0,6-1-44 16,-6-2-144-16,2-1-48 15,2-1-68-15,-3 2-8 0,4-1-4 0,-4 1-4 16,0 2-56-16,-4 1 52 0,4 3 4 16,-4 3-92-16,-4 0-28 0,-4-1 64 15,4 4-60-15,-4 0 24 0,0 0 100 0,0 0 36 16,0 7 28-16,0 2 124 15,0 4 4-15,0 5 20 0,0 7-24 0,0 8-40 16,-8 8 0-16,0 6-24 0,-4 8-60 16,0 5-16-16,-8 4-48 0,4-1-4 15,-4 1 0-15,4-3-68 0,4-9 12 0,0-7 60 16,4-6 112-16,4-11 0 0,4-6-12 16,0-6 36-16,0-6-60 0,4-1-72 15,0-5-4-15,5-2 112 0,2-2-112 0,1 0-12 16,4 0-172-1,0-8-28-15,0-3 100 0,4-2 28 16,-4-2 8-16,4-4 12 0,-5 3 60 0,2-3-80 16,-6-3-16-16,2 6-28 15,-1 0 80-15,-5 0 40 16,-3 10 0-16,0 0 0 0,-4 2-4 16,5 4 12-16,-5 0 0 0,0 0-88 0,0 0-88 0,0 0-28 0,0 7 168 15,0 2 36-15,0 0 252 16,0 3-128-16,-5 5-24 0,5-1 112 0,-4 0 100 15,0 3-148-15,4 0 20 0,0 3 28 16,-4 0-88-16,4 0 36 0,0 7-48 0,0 0 0 16,0 2 24-16,0 1-64 0,0 0 28 15,0-1-56-15,0 5-44 0,0 2-4 16,8-3 4-16,-4 0 48 16,1 2-36-16,3-1 0 0,-1-4-12 15,-3 2-52-15,0 1 48 0,5-3-4 16,-5 0 4-16,-1-1-20 0,1 1-24 0,-4 0 56 15,0-3-8-15,0-1 8 0,0 1-4 16,0-1-4-16,0-2 0 0,0-5-12 16,0 2-40-16,0-1 32 0,0-3 16 0,0 1-4 15,0-5-80-15,-4 1 88 16,4-3 0-16,0 0 4 0,0-6 0 0,0-2 48 16,0-5 8-16,-3 3 28 0,3-3 12 15,-4 4 60-15,-1-2-44 0,-3-2-116 16,-3 7-148-16,-2-7 40 0,1 4 56 0,-3-4-32 15,-1 0-176-15,-5 0-112 0,6-6-84 0,-5-5-16 16,0 5-4-16,-4-7-68 16,4 1-96-16,-4-4-256 0,-4 3-528 15,-4-3-540-15,9 4-973 0,-22 2-1371 0</inkml:trace>
  <inkml:trace contextRef="#ctx0" brushRef="#br0" timeOffset="34086.93">5008 10049 7460 0,'0'0'1584'16,"0"0"-872"-16,0 0-272 0,0 0 140 16,0 0 477-16,0 0-21 0,0 0-272 0,0 0-204 15,0 0-156-15,0 0-12 0,0 0-24 16,4 0-16-16,8 0 176 0,0 0 172 16,4 0-188-16,4 2-228 0,-1-2-84 15,1 0-68-15,5 0-32 16,-1 0-100-16,3 0-72 0,-3 0-52 15,0 0 0-15,0 0 0 0,0 0-24 0,-5 0-176 16,2 0-212-16,-2 0-344 0,1 0-416 16,-3 0-1000-16,-10 0-2013 0,1 6-2343 15</inkml:trace>
  <inkml:trace contextRef="#ctx0" brushRef="#br0" timeOffset="34348.159">5091 10262 9276 0,'0'0'1825'16,"0"0"-941"-16,0 0-676 0,0 0 368 16,0 0 188-16,0 0-180 0,0 0-240 15,0 0-192-15,0 0 112 16,0 0 176-16,41 2 164 0,-26-2-200 15,9 0-192-15,-4 0-140 0,4-2-72 0,0-2-76 16,0 1-72-16,0-1 84 0,-1-1-140 16,5-2-172-16,-4 0-604 0,4 1-620 15,-7 4-813-15,2-4-1851 0</inkml:trace>
  <inkml:trace contextRef="#ctx0" brushRef="#br0" timeOffset="39183.121">6211 9432 5548 0,'0'0'4712'0,"0"0"-3255"15,0 0-933-15,0 0 132 0,0 0 424 16,0 0-168-16,0 0-256 0,0 0-328 16,40 0 112-16,-12 0 24 0,4 0 180 15,7 4-120-15,10-1-44 0,-2 1-148 16,5-2-36-16,-4-2-52 0,7 0 28 0,-3 0-88 16,0 0-84-16,-1-2-100 15,2-2 0-15,-5-3 8 0,-5 1-8 0,1 0-96 16,-11-1 88-16,-7 4-116 0,-1 0 28 15,-13 0-28-15,-4 3-24 0,-4 0-60 16,-4 0-100-16,0 6 88 0,0 4 220 0,-12 2 124 16,-4 7-124-16,0 4-16 0,-8-1-32 15,-4 0 48-15,0 4 88 0,0-4-88 16,-4 4 4-16,-3 2 4 0,-5 1 64 16,-4 3 24-16,-3 2-96 0,-6 8-48 15,1 0-4-15,-4 2 52 0,5-4 4 0,3 5 8 16,1-4-12-16,6 1 8 15,9-7 0-15,4-7 0 0,9-3 4 16,6-9-12-16,6 0-4 16,7-7-48-16,0 1 52 0,7-3 112 0,14-1 144 15,-1-3-8-15,12 0-64 0,0 0 48 0,7-3-12 16,5-3-84-16,0-3-16 0,3-4 4 16,-2-3-40-16,2 4-76 0,-3-4 60 15,-4 4-68-15,-8-1-96 0,0-2-100 16,-4 6 52-16,0-4-16 0,-4 3-220 0,-5 0-148 15,-3-1-360 1,5 2-712-16,-10-5-584 0,1 5-1745 0,0-7-1763 0</inkml:trace>
  <inkml:trace contextRef="#ctx0" brushRef="#br0" timeOffset="39445.517">7048 9613 3908 0,'0'0'676'0,"0"0"-128"15,0 0 2172-15,0 0-1176 0,-76 61-436 16,53-39 65-16,-5 0-81 0,0 4-264 0,0-1-192 16,-4 5-272-16,0 0-212 0,0 3-140 15,0-2 56-15,0 1-68 0,4-4-72 0,0-2 20 16,0-1-76-16,8-5-88 15,1-1-60-15,6-7-296 0,2-3-360 16,3 1-212-16,4-8-285 0,-1 5-439 0,5-7-368 16,0 4-616-16</inkml:trace>
  <inkml:trace contextRef="#ctx0" brushRef="#br0" timeOffset="39789.096">7613 9379 10136 0,'0'0'1201'0,"0"0"-1153"0,0 0 328 15,0 0 736-15,0 0 480 16,0 0-408-16,-79 85-304 0,59-56-68 15,-4 0-108-15,0 9-48 0,-8 1-152 0,-4 5-236 16,-3 3-172-16,-5 7-96 0,-8 6-112 16,-8 7 52-16,-3 6-40 0,-10 7-144 15,2-1 84-15,-4 3 60 0,-2-3 52 16,6-2-24-16,3-11 64 0,9-5-80 16,3-7-108-16,12-10 20 0,4-9-120 0,8-4-224 15,4-5-212-15,5-3-100 0,6-8-568 16,6-2-560-16,7-4-33 0,-1-2-571 0,5-7-1628 0</inkml:trace>
  <inkml:trace contextRef="#ctx0" brushRef="#br0" timeOffset="40481.005">7502 10300 5624 0,'0'0'2196'15,"0"0"-1120"-15,0 0-584 0,0 0 272 0,0 0 641 16,0 0-21-16,0 0-212 0,0 0-160 16,-5 76-120-16,5-51-288 15,0 3-116-15,5 11-116 0,-1 5 148 0,0 7-28 0,0 6-24 16,-4 6-24-16,0 4 32 16,0 1-168-16,0-3-124 0,0 2-76 15,-4 1-96-15,0-8-4 0,4-4 32 0,-4-1-40 16,4-12-48-16,0-4-24 15,0-10-64-15,0-7 40 0,0-3-64 16,4-10-48-16,-4-2-12 0,4 0-48 0,0-7-188 16,0 0-320-16,3 0-340 15,-3-4-140-15,5-6 324 0,-1-6-424 0,-1-3-424 16,2 0-1373-16,-5-15-2511 0</inkml:trace>
  <inkml:trace contextRef="#ctx0" brushRef="#br0" timeOffset="40790.244">7502 10404 9200 0,'0'0'1072'0,"0"0"-772"0,0 0-224 16,0 0 541-16,0 0 247 0,0 0-84 15,0 0-284-15,0 0-52 0,0 0-24 16,0 0-16-16,68-47 64 0,-57 47-64 0,2 0-140 15,2 2-12-15,-3 5-36 0,1-1-52 16,-6 1-68-16,1 6 4 0,1-1 0 0,-9 2-100 16,0 4-12-16,0 1-60 0,-4 7-56 15,-9-4 4-15,2 3 124 16,-6 0 0-16,2-6 76 0,-2 1 36 0,2-8-64 0,-1-3-48 16,4-2-72-16,-1-3-152 15,2-4-284-15,-1 0-396 0,0-6-352 0,4-5-444 16,0-4-373-16,5 5-599 0,-6-13-2220 15</inkml:trace>
  <inkml:trace contextRef="#ctx0" brushRef="#br0" timeOffset="41238.562">7797 9937 8564 0,'0'0'2148'0,"0"0"-1851"0,0 0-105 16,0 0 388-16,0 0 676 0,0 0 204 0,35 87-652 16,-26-62-268-16,-5 0-172 0,-4 4 8 15,0-1-140-15,0-2-60 0,0-1-176 16,0-6-40-16,0 0-44 15,0-10-4-15,0-2 0 0,0-4-100 16,0-3-12-16,4 0 84 0,0 0-72 16,3-7 100-16,6-1 24 0,-2-5-8 0,1-6-56 15,1-1 28-15,2-2-76 0,-2 3 176 16,-2 0 0-16,-3 3 0 0,1 3 8 16,-2 1-8-16,1 3 4 0,-4 2-4 0,0 3-44 15,-4 2-44-15,5 2 12 0,-5 0 28 16,0 0 48-16,0 0 204 15,3 6 84-15,-3 3 332 0,4 3-136 0,0 8-232 0,0-1-180 16,0 0-72-16,0 4-100 0,-1-1 0 16,2-2-196-16,3 1-560 15,-4-2-368-15,4 0-160 0,-5-3-965 16,-3-7-2359-16,4 1-1331 0</inkml:trace>
  <inkml:trace contextRef="#ctx0" brushRef="#br0" timeOffset="41769.97">8283 10163 11465 0,'0'0'1664'0,"0"0"-1548"15,0 0 76-15,0 0 632 0,92-54 12 0,-57 35-320 16,5 0-140-16,8-1-188 0,-1 1 92 16,5 4-56-16,-3 2-52 15,-6 3 56-15,-3 4-32 0,0 3-84 0,-8 3-12 16,-4 0 148-16,-9 7-24 0,-2 0 120 15,-6 5 88-15,-3 1-100 0,-8 6-60 0,0 2-40 16,-4 5-48-16,-11 2-112 0,-2 7-12 16,-2 4 16-16,-9 1-72 0,4 2-4 0,-8 2 12 15,4 1 0-15,-4 3-8 16,-3-1-4-16,3 1-64 0,0-1 60 16,0-6-48-16,4 1 48 0,8-7 4 15,1-6-120-15,10-7 44 0,5-3-56 0,4-7 20 16,0-1 40-16,13-3 72 0,6 2 160 15,5-3 144 1,4-2 28-16,8 2 32 0,3 3 28 0,2-3-52 16,2-5 36-16,1 4-143 0,4-2-197 15,-5-2-36-15,5 2-61 0,1-4-47 16,-6 0-4-16,-3 0-32 0,0 0-112 16,-4-4-208-16,-8-4-168 0,0-2-264 0,-9-5-300 15,-2-6-900-15,-2 7-2040 0,-7-13-2061 16</inkml:trace>
  <inkml:trace contextRef="#ctx0" brushRef="#br0" timeOffset="41980.607">9116 10246 10576 0,'0'0'889'0,"0"0"-889"0,0 0 0 16,0 0 524-16,-92 57 564 0,68-29 84 0,0 7-300 15,-3 3-244-15,-5 4-84 0,4 2-244 16,-4 0-124-16,-5 4-140 0,6-1-36 16,-5-2-112-16,4-4-124 0,4 1-284 15,-4-5-244-15,8-1-108 0,-3-4-836 0,11-11-1409 16,-9 2-3943-16</inkml:trace>
  <inkml:trace contextRef="#ctx0" brushRef="#br0" timeOffset="47500.58">3255 7359 4272 0,'0'0'8001'16,"0"0"-6749"-16,0 0-692 0,0 0 96 16,0 0 604-16,0 0-84 0,0 0-256 0,0 0-192 15,-9 38-372-15,18-16-296 0,-1 1 368 16,3 6-292-16,2 6-52 0,-2 9-32 15,-3 7-44-15,1 5-8 0,-5 9-36 16,-4 1-28-16,4-2-44 0,-4-1 20 0,0 0-216 16,0-5-128-16,0-8 176 0,0-5-116 15,0-13-96-15,0-7-92 0,0-12-100 16,0-7-232-16,3-6-712 0,1-6-336 0,0-1-249 16,13-24-2415-1</inkml:trace>
  <inkml:trace contextRef="#ctx0" brushRef="#br0" timeOffset="47954.892">3609 7289 11521 0,'0'0'1732'0,"0"0"-1724"15,0 0 48-15,0 0 668 0,0 0 100 0,96-12-296 16,-61 9-264-16,2 0-12 15,6 3 128-15,6 0-156 0,-2 0-100 0,-3 3-116 16,0 0-8-16,-9 6-80 0,1 1-32 0,-12 2-76 16,0 4 136-16,-12 1 52 15,0 5-68-15,-8 0 64 16,-4 3-8-16,0 1-136 0,-12 2 8 0,-4 0 64 16,-4-2 64-16,-4-1 4 0,5 1 0 15,-5-1-56-15,-4 0 56 0,3 1-4 16,-3-3-48-16,1-2 44 0,-1 1-44 0,1 3-4 15,2 2 12-15,1-2 4 0,5-3 48 16,3 4 52-16,-1-5-48 0,9 0-4 16,1-3 0-16,7-3 164 0,0 2-152 15,0-4 128-15,7-1 112 0,6 1-64 0,6-4 176 16,2-2-124-16,3-1-4 0,4-3 36 16,3-3 0-16,1 0 28 15,4-3-28-15,-4-3-112 0,4-4-72 16,-5 1-88-16,1-1-136 0,0 0-124 0,-4 1-148 15,-4 0-228-15,0-1-256 16,-4 3-340-16,-4-2-532 0,-1 6-1141 0,-6-7-2447 16</inkml:trace>
  <inkml:trace contextRef="#ctx0" brushRef="#br0" timeOffset="48232.7">4314 7350 6520 0,'0'0'4585'0,"0"0"-3777"16,0 0-500-16,0 0 228 0,0 0 512 16,0 0-212-16,0 0-496 0,0 0-136 15,-84 69 20-15,65-39 156 0,-5 1-16 0,0 4 64 16,-4 3-92-16,0 0-60 15,0 0-68-15,1 1-132 0,-1-1-76 0,0-3 0 0,0-4-176 16,4-2-8-16,0-1-140 16,4-5-280-16,0-1-88 0,4-7-36 0,0-1-264 15,9-6-668-15,3-4-605 0,-1-1-1763 16,5 1-400-16</inkml:trace>
  <inkml:trace contextRef="#ctx0" brushRef="#br0" timeOffset="48499.547">4374 7731 7188 0,'0'0'2284'0,"0"0"-1224"0,0 0 253 0,0 73 247 15,0-41-152-15,0 3-312 0,-4 5-304 0,4 5-220 16,0 6-176-16,-3 6 16 0,3 4 32 15,-4-1-136 1,0 0-208-16,-1-4-100 0,1-4-96 0,0-4 32 16,0-11-8-16,4-4-88 0,0-7 72 0,0-11-96 15,0 1-212-15,0-10-212 16,0 1-456-16,0-7-204 0,0 0-216 0,0-7-436 16,0-9-313-16,4 4-2255 0,0-26-319 0</inkml:trace>
  <inkml:trace contextRef="#ctx0" brushRef="#br0" timeOffset="48750.032">4350 7826 6232 0,'0'0'3024'15,"0"0"-2120"-15,0 0-592 0,0 0 485 16,0 0 579-16,0 0-356 16,0 0-384-16,41-70-220 0,-34 67-52 0,5-3 16 15,0 6-40-15,0 0-76 0,0 0 40 16,4 0-32-16,-4 3 28 0,0 3-160 15,0 4-140-15,-5-1-96 0,2 4-68 16,-5 3 164-16,-4 4 36 0,0 1 16 0,-4 2-52 16,-5 2-100-16,-6 0 24 0,2-2 16 15,-2-4 56-15,-1-4-108 0,0-2-152 0,0-4-228 16,0 1-124-16,4-7-104 0,0-3-372 16,5-6-984-16,-1-4-2669 0,-1-12-851 15</inkml:trace>
  <inkml:trace contextRef="#ctx0" brushRef="#br0" timeOffset="49068.196">4733 7092 6732 0,'0'0'2028'16,"0"0"-632"-16,0 0-183 0,40 71 7 15,-29-37 168-15,6 4-48 0,-6 7-560 16,2 6-212-16,-5 0-60 0,-1 9-72 0,-3 1-40 16,-4 2-212-16,0 3-68 0,0 1-116 15,0 0-12-15,0-4-100 0,0-6-96 16,0-7-28-16,0-4-48 0,9-11-316 15,-1-9-176-15,-1-12-292 0,5 0 180 16,0-9-308-16,0-1-600 0,-3-4-1 16,-2-4-1187-16</inkml:trace>
  <inkml:trace contextRef="#ctx0" brushRef="#br0" timeOffset="49317.672">5147 7582 9896 0,'0'0'2061'0,"0"0"-1509"0,0 0 164 0,0 0 744 15,0 0-152-15,88-4-480 0,-64 4-380 16,0 0-188-16,-1 0-260 0,1 0-8 0,1 0-152 15,-5 0-128-15,-5 0-496 16,-3 0-756-16,-3 4-1352 0,-9 5-2925 0</inkml:trace>
  <inkml:trace contextRef="#ctx0" brushRef="#br0" timeOffset="49489.14">5191 7826 8564 0,'0'0'3113'0,"0"0"-1845"0,0 0-32 16,0 0 328-16,0 0-296 0,76 6-524 0,-52-6-348 16,0 0-148-16,-1-6-168 15,5-3-80-15,4-1-256 0,0-6-488 0,8 3-656 16,4-5 216-16,-12 5-696 0,20-6-3341 16</inkml:trace>
  <inkml:trace contextRef="#ctx0" brushRef="#br0" timeOffset="49792.682">6107 7194 912 0,'0'0'7676'0,"0"0"-7236"16,0 0 376-16,0 0 1105 15,0 0 543-15,45 102-552 0,-38-51-560 0,1 6 328 16,1 10-372-16,-5 3-492 16,-1-1-328-16,1 4-39 0,0-3-121 0,0-4-220 0,-4 1-108 15,0-10-120-15,0-6-172 0,0-9-108 16,0-10 47-16,0-10 25 0,0-11-24 16,4-1 8-16,-4-10-108 0,0 0-124 15,4 0-232-15,-4 0-432 0,4-10-272 16,0-1-904-16,-4-3-1513 15,4-13-2015-15</inkml:trace>
  <inkml:trace contextRef="#ctx0" brushRef="#br0" timeOffset="50043.652">6243 7347 11281 0,'0'0'1244'15,"0"0"-1180"-15,0 0 116 0,0 0 748 16,19-73 352-16,-10 63-348 0,3 0-464 15,-5 5-132-15,6-2 100 0,-1 0-40 0,-1 4-120 0,2 3-80 16,2 0 40-16,2 6-28 0,-2 5-84 16,1 1 12-16,0 1-60 15,-7-1-64-15,-2 5-12 0,-3 2 0 0,-4 0 84 16,0-1 40-16,-4 5 48 0,-7-1-52 16,-2-2-32-16,-2 1-84 0,-6 1-4 0,-3-3-68 15,0-2-216 1,1-2-160-16,-1-2-100 0,0-1-124 0,0-2-252 15,0 0-428-15,4-1-1232 0,-12 4-3393 16</inkml:trace>
  <inkml:trace contextRef="#ctx0" brushRef="#br0" timeOffset="53766.97">3406 11693 3040 0,'0'0'4336'0,"0"0"-4208"16,0 0 1752-16,0 0-780 0,0 0-67 0,0 0 31 16,0 0-172-16,0 0-268 0,0 0-244 0,0 0 12 15,0 0 36-15,0 83 88 0,0-58-12 16,0 11 108-16,0 1-116 15,4 11-72-15,-4 6-28 16,4 9-100-16,-4 4-124 0,0 3-124 0,0 0-44 16,0 3-4-16,0-3-8 0,-4-3-76 15,4-4 8-15,0-6-8 0,0-6-64 0,0-10 12 16,0-9-112-16,0-4-136 0,8-12-76 16,-4-3-276-16,7-6-548 0,2-5-124 0,2-2-212 15,-6-6-545-15,19-13-2287 0</inkml:trace>
  <inkml:trace contextRef="#ctx0" brushRef="#br0" timeOffset="54331.736">4075 11776 7584 0,'0'0'1944'16,"0"0"-1724"-16,0 0-64 0,0 0 877 15,84 16 431-15,-52-7-352 16,4-2-312-16,4-1-256 0,4 0-204 0,-5-3 0 15,6 0-100-15,-6-3-52 0,1 0-176 16,-9 0 40-16,-3 0-52 0,0 4-12 16,-11-1-124-16,-2 3-16 0,-7 6-88 0,-3 5 168 15,-5 5 68-15,0 7 0 16,-13 2-208-16,2 8 60 0,-10-5 152 16,-3 5 44-16,1-4-40 0,-1 0 108 0,-4-3-104 15,0-1 92-15,0 4 16 16,-4-7-44-16,0 4 4 0,1 0 12 0,-1-1-76 15,-4 2-4-15,4-3 64 0,0 0 4 16,4-2 24-16,4-2-24 0,4-4-64 16,8-5 76-16,1-3-76 0,2-3 92 0,9-6 84 15,0-2 0-15,0 1-40 0,4-1 152 16,9 1 160-16,2-1-224 0,9 0 72 16,8-1-24-16,4 2 52 0,4-4-92 15,-4 0-60-15,3 0-60 16,-3-4-124-16,5 2-72 0,-6-1-16 15,1 0 76-15,0-1-220 0,-1-3-128 0,1 4-156 16,5 0-204-16,-6-3 160 16,-3 3 248-16,0-7-384 0,-4-3-1580 15,-9 4-2289-15,9-10-535 0</inkml:trace>
  <inkml:trace contextRef="#ctx0" brushRef="#br0" timeOffset="54579.259">4833 11881 6216 0,'0'0'2196'16,"0"0"-1868"-16,0 0-328 0,0 0 944 16,0 0 693-16,-92 56-265 0,68-29-568 0,0-2-228 15,-8 9-32-15,0 1 36 0,-4 7-192 16,1-1-196-16,-5 7-92 15,-1-4-48-15,-2 1-52 0,4-1-124 16,3-2-76-16,3-9-468 0,6 0-156 16,7-5-384-16,3-12-1001 0,2 0-2451 15</inkml:trace>
  <inkml:trace contextRef="#ctx0" brushRef="#br0" timeOffset="54894.727">4861 12309 5732 0,'0'0'6553'0,"0"0"-5733"0,0 82-412 16,0-34 380-16,0 10 948 0,0 11-48 0,0 8-564 15,3 2-460-15,1 1-188 0,4-4-72 16,1-1-172-16,-5-1-144 0,3-11-88 16,-3-6-84-16,4-9-148 0,-3-13 132 15,-2-13 28-15,1-9 0 16,0-7-160-16,-4-6-224 0,4 0-220 0,0-13-184 16,4-5 152-16,-4-8-240 15,0-5-716-15,0-8-1156 0,-4 11-2117 0,0-17-1223 0</inkml:trace>
  <inkml:trace contextRef="#ctx0" brushRef="#br0" timeOffset="55155.682">4889 12503 7140 0,'0'0'2412'0,"0"0"-1196"0,0 0-379 0,0 0 251 0,0 0 60 16,0 0-272-16,75-67-232 0,-59 61 8 15,3 3-48-15,2 3-192 0,-5 0-76 16,0 0 48-16,-5 3-36 0,2 3-76 15,-2 1 24-15,-3 6-188 16,-3-1-96-16,-1 7 76 0,-4 6-88 0,0 4-44 16,-13 2-20-16,2 5-56 0,-6-1-164 15,-2 0 12-15,2-7 24 0,-2-6 0 16,3-3-64-16,0-6-36 0,0-7 12 0,4-3-156 16,0-3-136-16,0-3-444 0,4-6-200 15,0-7-84-15,0-3-745 0,4 3-2007 16,0-12-912-16</inkml:trace>
  <inkml:trace contextRef="#ctx0" brushRef="#br0" timeOffset="55505.706">5139 12179 8944 0,'0'0'1836'0,"0"0"-1087"0,0 0-161 15,0 0 820-15,0 0 440 0,36 73-580 16,-32-51-656-16,-4 4-364 0,4-4-112 0,-4 3-12 15,0-6-72 1,0 4-52-16,0-8-16 0,4-5-80 16,-4-3 20-16,0-5 68 0,0-2 8 0,4 0-64 15,0-7-168-15,4-5-44 0,0-6 268 16,4-4 4-16,4-3 4 0,0-5-212 16,0 5 36-16,-4 6 52 0,4 0 64 0,-5 10-4 15,2-1 64-15,-2 6 0 0,-3 4 324 16,1 0 52-16,-5 7 168 0,3 0-136 0,1 5-112 15,1 1-96-15,-5-1-76 0,-1 4-4 16,1-3-120 0,0-1 0-16,0 5-12 0,-4-5-84 0,0-3-16 15,0 4-220-15,-4 0-324 0,0-3-204 16,0-2-284-16,-3 3-700 0,3-8-1193 16,-5-3-2491-16</inkml:trace>
  <inkml:trace contextRef="#ctx0" brushRef="#br0" timeOffset="55748.614">5721 11608 7796 0,'0'0'1996'0,"0"0"-847"0,0 0 647 15,12 63 352-15,-5-25-388 0,2 10-220 16,-1 6-260-16,0 9-508 0,-1 7-160 15,-7 2-188-15,5 9-192 0,-5-2-144 16,0 7-88-16,4-1-96 0,-4 1-136 0,0 0 76 16,0-10-64-16,-4-6-292 0,-1-10-4 15,5-9 64-15,0-6-76 16,0-14-188-16,0-5 36 0,0-7-216 0,0-13-956 16,0-3-2221-16,5-3-1971 0</inkml:trace>
  <inkml:trace contextRef="#ctx0" brushRef="#br0" timeOffset="56168.964">6343 12166 6340 0,'0'0'4324'16,"0"0"-2587"-16,0 0-1109 0,0 0-68 0,99-16 416 16,-75 10 84-16,0 1-584 0,-1-2-336 15,1-3-140-15,1 3-216 0,-5-2-548 0,-1 3-552 16,-2-1-588-16,-10 1-1349 15,-7 6-3991-15</inkml:trace>
  <inkml:trace contextRef="#ctx0" brushRef="#br0" timeOffset="56342.8">6382 12372 2936 0,'0'0'6916'0,"0"0"-5135"15,0 0-1117-15,0 0 220 0,0 0 664 16,0 0 104-16,0 0-520 0,108 42-340 15,-72-42-112-15,0 0-164 0,-1-6-236 16,6 0-280-16,-5-5-132 0,3-1-272 16,-3-1-468-16,-1-3-456 0,-7 5-1124 15,8-9-3053-15</inkml:trace>
  <inkml:trace contextRef="#ctx0" brushRef="#br0" timeOffset="56580.712">7151 12087 10468 0,'0'0'6393'0,"0"0"-6029"0,0 0-364 0,0 79 0 15,0-34 756-15,0 12 672 16,0 7-228-16,0 1-508 0,4 3-228 0,0 1-99 0,1-1-149 16,-1-2-44-16,-1-6-172 0,1-2-108 15,-4-8-156-15,4-5-53 16,-4-7-95-16,0-10-148 0,4-6 48 15,-4-5-76-15,0-8-284 0,0-2-448 0,4-7-608 16,-4 0-336-16,0-7-649 16,0-5-2799-16</inkml:trace>
  <inkml:trace contextRef="#ctx0" brushRef="#br0" timeOffset="56840.469">7231 12103 5156 0,'0'0'7117'0,"0"0"-6173"16,0 0-712-16,0 0 264 0,0 0 656 0,0 0-20 16,0 0-456-16,0 0-292 0,0 0-72 15,0 0-4-15,84-38-84 0,-72 44-76 16,-1 7 36-16,2 3 88 0,-2 3-64 0,-7 3-144 16,0 1 96-16,-4 4-136 0,0 3-20 15,-4 1-8-15,-7 1-104 0,-2-4 36 16,-6 1-76-16,2-4 0 0,-2 0 12 15,-1-5 12-15,0-8-96 0,4-5-200 16,4-7 8-16,0 0-136 0,1-9-304 16,7-8-408-16,-1-8-784 0,5 6-969 15,0-22-2839-15</inkml:trace>
  <inkml:trace contextRef="#ctx0" brushRef="#br0" timeOffset="57181.86">7550 11846 11429 0,'0'0'1360'0,"0"0"-1232"0,0 0 536 0,0 0 844 16,0 0 0-16,91 25-128 15,-78-3-468-15,-2 4-308 0,-3 2-8 16,-4 3 4-16,-4 2-260 0,0-1-144 16,0-7-124-16,0 0-32 0,-8-6-40 0,8-6-12 15,-4-4-84-15,4-2-100 0,0-7-280 16,0 0-388-16,4-13-244 0,8-3 256 15,0-6 392-15,4-3-88 0,-4-7-432 16,4 3-76-16,4 1 396 0,-5 5 660 16,2-2 0-16,-2 9 608 0,-2 0-152 0,-2 7-40 15,-3 3 84-15,1 3-20 0,-5 3 80 16,3 0-12-16,-3 3 8 16,0 6 60-16,5 4-60 0,-5 6-44 0,0 3-144 15,-1 0-40-15,1 7-228 0,4-1-76 0,-3 1-24 16,3-3-8-16,-1-4-116 0,-3 0-436 15,4-3-740 1,-8-3-908-16,0 10-4053 0</inkml:trace>
  <inkml:trace contextRef="#ctx0" brushRef="#br1" timeOffset="69444.559">10283 873 5320 0,'0'0'1704'15,"0"0"180"-15,0 0-904 16,0 0 301-16,0 0 387 0,-28-66-156 0,28 53-136 16,0 0-656-16,8 3-12 0,4 1 148 0,4-1-228 15,0 4-172-15,4-1 12 0,0 4-300 16,0 0-164-16,8 0 164 0,8 0 40 16,-1 3-100-16,1 0 52 0,-4 0-148 15,0 0-12-15,-4 0-4 0,-4 0-132 16,-5 0 4-16,1 0-128 0,-3 3-120 0,-2 0-936 15,-3 3-148-15,-3 1-1068 0,-2-1-2037 16,-7 4-1283 0</inkml:trace>
  <inkml:trace contextRef="#ctx0" brushRef="#br1" timeOffset="69668.245">10519 870 1696 0,'0'0'600'16,"0"0"4220"-16,0 0-3044 0,0 0-260 0,-5 85-11 15,5-59-277-15,0 2-388 0,5 4-128 16,-5 6-348-16,0 7-236 16,0 2-128-16,-5 1 0 0,1 3-152 0,-4-4 24 0,4-2-84 15,-3-7 84-15,-2 0-264 16,5-6-360-16,-4-4-524 15,4-6-913-15,-3-3-1747 0,2-6-920 0</inkml:trace>
  <inkml:trace contextRef="#ctx0" brushRef="#br1" timeOffset="69861.321">10367 1479 2856 0,'0'0'1720'0,"0"0"2076"15,0 0-2308-15,0 0-223 0,0 0 19 0,0 0-212 16,0 0-332-16,0 0-260 0,0 0-292 0,0 0-176 15,0 0 392-15,40-18 36 16,-16 14 80-16,-5 1-72 0,5-3-324 16,0 2-124-16,0-2-120 0,0 3-68 0,-4-4-164 15,4 0-364-15,-5 2-536 0,-6 2-1132 16,-2-8-3285-16</inkml:trace>
  <inkml:trace contextRef="#ctx0" brushRef="#br1" timeOffset="70058.925">10936 1213 10356 0,'0'0'2161'0,"0"0"-1461"16,0 0 292-16,0 0 248 0,88-11-588 0,-60 5-336 0,0-2-104 15,0-6-36-15,4-2-176 16,0 2-76-16,0-6-196 0,-1 4-260 15,1-3-776-15,-8 3-1216 0,-4 0-2865 0,-8 3-1314 16</inkml:trace>
  <inkml:trace contextRef="#ctx0" brushRef="#br1" timeOffset="70369.424">11228 825 3272 0,'0'0'1044'15,"0"0"-432"-15,0 0 1340 0,0 0-496 0,0 0-576 16,0 0-244-16,0 0-196 0,0 0 60 15,0 0 185-15,-69 64 123 0,69-39 0 0,-4 0-108 16,4 7 8-16,0 4-152 0,0 1-52 16,4 8-28-16,-4 5 80 15,4 5-196-15,1 2-228 0,-1 0-132 0,-4 4-64 0,4-4 56 16,-1-7-68 0,1 1 28-16,0-4 40 0,0-5-44 15,1-7 48-15,-5-3 4 0,4-7 0 16,-4-6 76-16,4-2-68 0,-4-9 204 0,3-4-100 15,-3-2 12-15,0-2 12 16,0 0 76-16,0 0-212 0,0 0-24 0,0 0-228 16,-7-9-320-16,-6-7-128 0,-2-3-144 15,-2-6-164-15,-2-4-408 16,3 1-597-16,-5-8-483 0,6 9-2016 0,-9-18 656 16</inkml:trace>
  <inkml:trace contextRef="#ctx0" brushRef="#br1" timeOffset="70987.172">12534 990 11085 0,'0'0'4680'0,"0"0"-3984"16,0 0-148 0,0 0 640-16,0 0-188 0,0 0-328 0,0 0-452 15,-88-41-84-15,73 41-132 0,-5 13-4 0,3 6-48 16,2 9 48-16,-2 7 108 16,2 7 76-16,3-1 36 0,4-3 60 15,0-3-104-15,4-9-176 0,0-4-76 0,4-9-80 16,0-7 8-16,4 0-32 0,0-6 104 15,4 0 0-15,4 0 72 0,0-6 8 0,4-10-8 16,0 3-112-16,-5-9-20 16,2 2-72-16,-2 5 60 0,-3-1 76 0,1 0 72 15,-5 6 0-15,-1 4 0 0,1 0 8 16,-4 3 52-16,4 3-60 0,-4 0-76 16,0 0-156-16,0 0-88 0,4 0 24 15,1 6 184-15,6 8 112 0,1 0 236 16,1 9-52-16,2 5-60 0,1 4-4 0,0 3 52 15,-4 6-12-15,0 0 24 0,-4 1-180 16,0 2 0-16,-8-2 56 0,0-1-52 16,0-3 140-16,0-3-88 0,-12 0-48 15,4-7 160-15,-3-2 12 16,-2-4-76-16,-2-3-24 0,-2-3 64 0,-3-6 84 16,1-4 24-16,-2-6-28 0,-3 0-43 15,-4-6 71-15,1-4-256 0,-1-9-64 16,-4 0-24-16,4-6-289 0,-3-4-23 0,-1 1-4 15,4-4-204-15,4-4 80 0,3 5-12 16,2 2-48-16,7 4-116 0,8 3-28 16,0 3-196-16,4 3-280 0,4 0-416 0,12 4-516 15,0-5-665-15,8 4-1707 16,-9 1 860-16,18-7 3441 0</inkml:trace>
  <inkml:trace contextRef="#ctx0" brushRef="#br1" timeOffset="71218.668">13080 942 1136 0,'0'0'8832'0,"0"0"-7631"0,0 0-417 0,0 0 1144 0,0 0-48 0,0 0-648 15,0 0-812-15,0 0-196 0,0 0-36 16,-88 93 192 0,64-55 240-16,0 3-68 0,5 0-172 0,3 4-88 15,4-1-60-15,8-5-168 0,4-2-52 16,0-5-12-16,4-10 12 0,4-2 48 15,3-5 36-15,9-5-32 0,-3-3 80 0,2-5-96 16,5-2-48-16,0 0-48 0,1-7-304 0,-6-5-236 16,1-1-356-16,-1-2-480 15,-6-1-1080-15,-9 3-2741 0,-4-9-2527 0</inkml:trace>
  <inkml:trace contextRef="#ctx0" brushRef="#br1" timeOffset="71387.335">12853 1207 3088 0,'0'0'9661'0,"0"0"-7941"0,0 0-976 16,0 0 316-16,0 0-248 0,0 0-268 16,0 0 532-16,0 0-68 0,0 0-472 15,83 19-268-15,-51-19-144 0,0 0-124 0,4-7-280 16,-4 1-332-16,3 0-296 0,-2-1-292 16,-1 1-688-16,-9 2-2232 0,14-5-2281 0</inkml:trace>
  <inkml:trace contextRef="#ctx0" brushRef="#br1" timeOffset="71718.652">14016 667 2764 0,'0'0'9773'0,"0"0"-7561"0,0 0-1504 16,0 0-120-16,0 0 20 0,0 0-60 0,-88 9 168 15,60 13-108-15,-3 7-168 0,3 6-44 16,-4 5 56-16,4 9 76 0,1-2-68 16,-1 7-104-16,4 3-76 0,0 0-64 0,3 4 65 15,6-4-85-15,3-3-16 16,4-6-84-16,8-10 28 0,0-4-4 16,3-4 0-16,6-9-24 0,10 2 40 0,-2-7-48 15,3-3-88-15,3-4-108 0,5-6 36 16,-4-3-40-16,0 0-56 15,1-3-160-15,-6-6-84 0,1-1-149 0,-1-3-131 0,-6 1-248 16,-5-5-464 0,-1 2-572-16,-7-5-600 0,0 8-1457 15,-7-11-1139-15</inkml:trace>
  <inkml:trace contextRef="#ctx0" brushRef="#br1" timeOffset="71862.711">13781 1238 3940 0,'0'0'2668'0,"0"0"3261"0,0 0-3729 0,0 0-236 15,0 0-276-15,0 0-496 16,0 0 4-16,0 0-272 0,0 0-387 15,0 0-65-15,0 0 24 0,88-54-108 0,-60 39-388 16,3-2-72-16,-3 4-112 0,-4 1-128 16,-3-1-256-16,-6 7-345 15,2-4-243-15,-10 7-524 0,1 3-844 0,-8 0-1276 16,0 0-417-16,-4 3-51 0,-7 7 369 16</inkml:trace>
  <inkml:trace contextRef="#ctx0" brushRef="#br1" timeOffset="71981.114">13969 1171 6004 0,'0'0'3040'16,"0"0"-739"-16,0 0-521 0,0 0-280 0,0 0-240 15,-13 80-332-15,13-61-180 0,4 3-180 16,5-3-64-16,-1 0-144 0,-1 0-188 16,1-3-172-16,1 0-124 15,-2-1-72-15,1 2-88 0,-4-2-248 0,5 1-560 16,-5-3-1056-16,3 3-3625 0</inkml:trace>
  <inkml:trace contextRef="#ctx0" brushRef="#br1" timeOffset="72154.053">14331 1574 2460 0,'0'0'8537'0,"0"0"-7265"15,0 0-392-15,0 0 368 0,0 0 0 0,0 0-316 16,-4 86-496-16,-8-57-324 0,5-1-112 0,-10 4-136 16,6-4-76-16,-6 4-288 0,6-3-736 15,2-7-1192-15,-3 1-3633 0</inkml:trace>
  <inkml:trace contextRef="#ctx0" brushRef="#br1" timeOffset="73537.661">15598 917 4252 0,'0'0'688'0,"0"0"1888"0,0 0-1044 16,0 0-188-16,0 0 49 0,0 0-229 15,0 0-132-15,0 0 8 0,0 0-248 0,0 0-312 16,-83-60-168-16,62 70-212 0,1 2-92 16,-3 10 40-16,-1 7-44 0,-4 6 88 15,0 9 84-15,0 8 48 0,4 7-88 16,1 5 40-16,2 3 8 0,1 2-120 0,9 1-4 15,3-9-52-15,8-7 80 0,0-13-80 0,4-10 4 16,3-8 196-16,10-7 300 0,2-6 192 16,1-4-136-16,8-6-196 15,0 0-200-15,4-6 28 16,-4-7-196-16,4-4-100 0,-4-5-208 0,-5 3-240 16,1-6-152-16,-4 3-336 0,-4 0-416 15,-4-1-932-15,-12 4-1489 0,0 3-579 0,-8 1-856 16</inkml:trace>
  <inkml:trace contextRef="#ctx0" brushRef="#br1" timeOffset="73685.301">15407 1355 2480 0,'0'0'300'0,"0"0"3860"0,0 0-1436 0,0 0-735 15,0 0-721-15,0 0-184 0,0 0-148 0,0 0 256 16,0 0-200-16,0 0-224 0,91 0-188 16,-67 0-232-16,4 0-164 15,-4 0-184-15,4-3-12 0,-4-3-76 0,0-1-232 16,0 1-620-16,-4 0-280 0,-1-1-392 15,-6 1-844-15,2 0-1457 16,-11 0-1023-16,0-1 2068 0</inkml:trace>
  <inkml:trace contextRef="#ctx0" brushRef="#br1" timeOffset="73818.193">15726 1298 1512 0,'0'0'900'0,"0"0"-744"0,0 0 4300 0,0 0-2120 0,0 0-735 0,-13 86-225 16,13-57 156-16,0 2-408 15,0 1-204-15,0 3-292 0,0 0-344 0,0-4-284 16,0-1-160-16,4-2-104 0,5-6-40 0,-5-3-448 15,4-3-448-15,-5-6-780 16,-3-4-2089-16,0-3-3375 16</inkml:trace>
  <inkml:trace contextRef="#ctx0" brushRef="#br1" timeOffset="74218.121">14948 755 3860 0,'0'0'2032'0,"0"0"2628"0,0 0-3383 16,0 0 39-16,0 0-4 16,0 0 72-16,0 0-180 0,0 0-248 0,32 89-352 15,-23-57-60-15,-2 6-140 0,-3 6-60 16,0 7 240-16,0 10 28 16,-4 6-384-16,0 5-180 0,0 2-48 15,-8 8-72-15,-3-3 24 0,-2 7 36 0,2-3-148 16,-1-1 16-16,0-8-88 0,4-11-96 15,0-12 32-15,8-10-32 0,0-16-40 16,4-5-64-16,8-12-812 0,4-1-12 0,3-7-584 16,1 0-824-16,1-26-2761 15</inkml:trace>
  <inkml:trace contextRef="#ctx0" brushRef="#br1" timeOffset="74527.484">15981 642 2824 0,'0'0'4184'15,"0"0"-1796"-15,0 0-1084 16,0 0 33-16,32 94-21 0,-25-59-324 0,-3 7-244 15,0 2-20-15,5 4-12 0,-6 5-28 16,1 5-44-16,-4 5-348 0,0 7-196 16,0 0-100-16,-7 3-68 15,-2 0 8-15,-3-6-112 0,5-1-40 0,-6-9-48 16,5-3 0-16,1-6 12 16,-1-7-252-16,4-6-308 0,4-6-148 0,0-3 156 0,0-14-332 15,0-3-1093-15,4-5-2343 16,8-4-1380-16</inkml:trace>
  <inkml:trace contextRef="#ctx0" brushRef="#br1" timeOffset="75396.442">16778 1257 2980 0,'0'0'0'0,"0"0"5116"0,0 0-3444 0,0 0-223 16,0 0-345-16,0 0-236 0,0 0-180 0,0 0 48 16,0 0 68-1,0 0-88-15,84 0-236 0,-61 0-132 16,1 0-184-16,4-3-76 0,0-3-88 0,0-1-88 16,0-2-112-16,0-4-336 0,-5 1-560 15,1-1-612-15,-4 0-1257 0,-4-10-3047 16</inkml:trace>
  <inkml:trace contextRef="#ctx0" brushRef="#br1" timeOffset="75751.659">17001 863 2692 0,'0'0'404'15,"0"0"4108"-15,0 0-3112 0,0 0-492 16,0 0-4-16,0 0-3 0,0 0 59 0,-17 70 48 15,17-48-80-15,0 4-260 0,5 2-176 16,-1 4 12-16,-4 3-180 0,0 3-88 16,0 10-156-16,0 3-72 0,-4 3 84 15,-5 6-48-15,5 3-44 0,1-2 0 16,-1 2 8-16,4 0-8 0,-4-2-124 16,4-7 124-16,0-7 4 0,0-5-4 0,4-10 4 15,0-4 96-15,-4-9 112 16,3-3 0-1,1-3-88-15,-4-4 12 0,0-2-48 0,0-4-76 0,0 0 0 16,0-3 100-16,0 3-52 0,0-3-60 16,-7 0-344-16,-1 0 180 0,-5-6 16 0,2-7-412 15,-1 1-28-15,-4-11 160 0,4-2-140 16,0-3-444-16,0-8-360 0,4-2-464 16,-4-3-853-16,4 12-2355 0,0-13 3652 0</inkml:trace>
  <inkml:trace contextRef="#ctx0" brushRef="#br1" timeOffset="75968.778">17307 1228 952 0,'0'0'4672'0,"0"0"-1980"0,0 0-712 16,0 0-243-16,0 0-469 0,0 0-304 0,49 86-228 15,-42-63-84-15,-3 2-336 16,0 3-80-16,0-2-224 0,0-1-4 15,-4 4-8-15,0-7-48 0,0 3-92 0,0-5-96 16,4-5-140-16,-4-5-268 0,0-1-384 16,0-6-324-16,4-3-1081 15,-4 0-2127-15</inkml:trace>
  <inkml:trace contextRef="#ctx0" brushRef="#br1" timeOffset="76156.048">17315 974 208 0,'0'0'10741'15,"0"0"-8661"-15,0 0-520 0,0 0-348 16,0 0-260-16,0 0-488 0,0 0-268 0,0 0-196 16,84-28-156-16,-60 24-216 0,-5 4-164 15,6 0-564-15,-5 0-1156 0,-9 4-2697 0,2 2-3086 16</inkml:trace>
  <inkml:trace contextRef="#ctx0" brushRef="#br1" timeOffset="76509.606">17594 1228 6856 0,'0'0'4189'15,"0"0"-2777"-15,0 0-724 0,0 0 368 0,16 77 420 16,-12-55-196-16,-4 0-384 15,4-2-440-15,0 1-272 0,0-2-184 0,4-2-4 16,-4-5-68-16,0 1 12 0,0-3-28 16,4-4-12-16,-4-6 16 0,-1 0-4 0,2 0-284 15,7 0 136-15,-4-6 112 0,4-7-12 16,0 0 60-16,4-6 16 16,-4 3-28-16,3-3-12 15,2 0 96-15,-6 3-4 0,-2 0 8 0,2 6 56 0,-7 4-44 16,4 0 64-16,-3 3 0 15,-5 3 36-15,4 0 24 0,0 0 124 0,-4 3 100 16,7 3 36-16,-3 7-124 0,4-1-28 16,-3 1 16-16,-2 4-88 15,5-5-36-15,-4 1-124 0,4 0-12 0,-4-4-4 16,0 1-4-16,-4-1-80 0,4-3-156 0,-4 4-396 16,0 0-548-16,0-4-556 0,0 0-2236 15,0-6-2433-15</inkml:trace>
  <inkml:trace contextRef="#ctx0" brushRef="#br1" timeOffset="76673.959">18033 1362 940 0,'0'0'9152'0,"0"0"-7579"0,0 0-497 16,0 0 8-16,0 0 284 0,0 0-324 0,0 0-504 15,15 73-540-15,-11-64-112 16,0-2-76-16,0-1-24 0,5-2-256 0,-5-2-528 15,-1-2-768-15,1 0-1205 0,0 0-3143 16</inkml:trace>
  <inkml:trace contextRef="#ctx0" brushRef="#br1" timeOffset="77262.561">18000 1111 4376 0,'0'0'6168'0,"0"0"-4779"0,0 0-617 16,0 0 108-16,0 0 208 0,0 0 236 0,0 0-484 15,0 0-552-15,0 0-88 16,0 0-52-16,0 0-136 16,56-3-12-16,-43 3-160 0,-2-3-228 0,1 3-840 0,-4-3-1128 15,-4-1-3377-15,-108 17-1887 0</inkml:trace>
  <inkml:trace contextRef="#ctx0" brushRef="#br1" timeOffset="77705.149">18395 739 1460 0,'0'0'8800'0,"0"0"-7587"15,0 0-673-15,0 0 648 0,0 0 96 0,44 80-136 16,-32-42 8-16,4 6-64 0,0 7-180 16,-4-1-284-16,4 5-112 0,-5 2-136 15,2-2-152-15,-6-3-220 0,5-3-8 0,-3-8-84 16,2-8-48-16,2-6-84 16,-5-8 212-16,3-2 4 0,-3-5-124 0,0-5 0 15,-4-5-132-15,0 2-88 0,0-4-136 16,-4 0-172-16,0-4-192 0,0-5-164 15,0-1-352-15,-8-3-688 0,-4 1-897 16,-7-3-1111-16,-6-2 812 0,-6-2 724 0,-1 0 2409 16,0 0 111-1,-4-3 0-15,4 0 619 0,4-1 1365 0,4 2-1148 0,8 4 5564 16,4 4-4199-16,8 5-309 16,1 1-492-16,3 3-92 0,0 1-276 0,7 0-436 15,5 0-212-15,12 0 8 0,4-4 260 16,4-2 32-16,3 3-428 0,6-1-256 15,-1-2-72-15,-1 3-100 0,2-4-108 16,-2 1-296-16,1 2-580 0,-8-3-968 0,-4 7-2532 16,0-6-2413-16</inkml:trace>
  <inkml:trace contextRef="#ctx0" brushRef="#br1" timeOffset="78018.881">18980 1190 8188 0,'0'0'5929'16,"0"0"-5041"-16,0 0-208 0,0 0 496 15,32 64 128-15,-19-55-332 0,-2-2-356 16,6-1-176-16,-2-6-76 0,6 0 16 0,3 0-124 16,-1-9-256-16,5-4-108 0,4-3-164 15,-4-3-140-15,-4 0-16 16,0 3 132-16,-13 1 76 0,2 1 72 16,-5 8-8-16,-8-4 156 0,0 8 92 0,-4-5-4 15,-9 1-40-15,-2 2-24 0,-2 4 72 16,-2 0-96-16,-1 0-52 0,0 13-20 15,-4 3 72-15,0 9 48 0,4 1 124 0,0 6 96 16,4-3 112-16,0 2 0 0,8 1-64 16,1-7-96-16,7-3-64 0,0-3 100 15,7 0-24-15,6-7-171 0,10 2-61 0,5-5-157 16,8-2-51-16,4-7-120 16,4 0-256-16,0-3-52 0,3-7-284 15,5 0-884-15,-16 3-2156 0,20-5-3697 16</inkml:trace>
  <inkml:trace contextRef="#ctx0" brushRef="#br1" timeOffset="78604.176">20814 705 3940 0,'0'0'1692'0,"0"0"2956"0,0 0-3383 0,0 0-137 0,0 95 172 15,7-57-136-15,1 7-120 16,1-1-104-16,-1 3-184 15,-1 0-212-15,-3-5-100 0,5 3-212 0,-1-7-232 0,-5 0-12 16,5-3-124-16,0-6-8 16,1-4-152-16,2-3-300 0,6-3-208 0,2-6-364 15,1-7-976-15,0 0-1089 0,12-8-3219 0</inkml:trace>
  <inkml:trace contextRef="#ctx0" brushRef="#br1" timeOffset="79138.553">21447 920 6020 0,'0'0'128'16,"0"0"4276"-16,0 0-2731 15,0 0-205-15,-104 42-160 0,76-10-216 0,-3 2-164 0,3 8-208 16,3-4-140-16,10-2-148 0,2-9-208 0,10-8-224 16,-1-2-156-16,4-8-4 0,0-4 108 15,0 0 44-15,7-5 8 0,6 0 72 16,-1-5 124-16,8-3-84 15,0-9-100-15,7-5-12 0,-7 0-76 16,5 0 28-16,-5 0-52 0,-5 0-20 16,2 6-44-16,-10 3 68 0,5 4 32 0,-8 5 60 0,1 1-56 15,-5 3-52-15,4 0-84 16,-1 0-52-16,1 7 248 0,0 2 124 16,4 10 332-16,1 3-124 0,2 7-144 0,-3 2-16 15,4 5-64-15,-4 2 16 0,0 3-12 16,-1 3-100-16,-7-3 132 0,0 3-44 15,0 5-52-15,-7-5 28 0,-1 5-76 16,-5-5 12-16,2 0-12 16,-4 0 60-16,2-6-12 0,-2-3 64 0,2-3-4 15,-2-6 40-15,2-7 156 0,1-4 124 16,1 1-124-16,-6-6-172 0,6-1 16 16,2-2-16-16,-6-5 40 0,7 2-39 0,-8-4-21 15,4 0-52-15,-1 0 60 0,2-4-48 16,-1-5 0-16,-4-4-72 0,4-2-116 15,0-1 32-15,-4-7-36 0,4 2-4 0,4-2-81 16,-3 2 81-16,7-3 52 0,-1 2-256 16,1 3 48-1,4-3-36-15,0 0 48 0,0 0-76 0,4 0 0 16,1-4-24-16,6 5-284 16,1-6-348-16,0 2-800 0,0 9-920 0,8-16-2517 15</inkml:trace>
  <inkml:trace contextRef="#ctx0" brushRef="#br1" timeOffset="79394.133">21738 879 6536 0,'0'0'2376'16,"0"0"-656"-16,0 0-63 0,0 0 143 0,0 0-260 15,8 73-160-15,-8-51-240 0,0 4-156 16,4 6-136-16,-4 2-116 0,3 5-136 0,-3 2-412 16,0 3-184-16,0 1-4 15,0-1-68-15,-3 1-112 0,-1 0 24 0,-4-1-96 0,4-3-108 16,-5-3-112-16,6-3-100 16,-1-4-272-16,0-1-464 15,0-9-708-15,4-2-760 0,0-6-1861 0,0-6-1863 16</inkml:trace>
  <inkml:trace contextRef="#ctx0" brushRef="#br1" timeOffset="80354.518">22475 619 4652 0,'0'0'248'0,"0"0"1220"15,0 0 2516-15,0 0-2311 0,0 0-469 16,0 0-240-16,0 0-64 0,0 0-136 15,0 0-108-15,0 0-80 0,0 0-32 0,0-13-60 16,0 16-116-16,0 1-192 16,0 8-176-16,0 5 244 0,0 8 100 0,0 0 84 0,0 7-36 15,0-1-48-15,4 4-212 16,0 0-8-16,-4 0-4 0,4 3-32 0,-4 3-76 16,4 3 0-16,-4 8 0 0,0 5-24 15,0 3-36-15,-8 1-52 16,4 5 4-16,0 1-4 0,-8 0-32 15,8 3 36-15,-4-1-16 0,4-2 4 0,0 3-28 16,1-7-60-16,3-2-100 16,0-4-204-16,0-3-92 0,0-7-336 0,0-5-132 15,3-4-300-15,1-4-428 0,0-2-893 16,0-10-1767-16,0 2-784 0</inkml:trace>
  <inkml:trace contextRef="#ctx0" brushRef="#br1" timeOffset="81329.588">22969 965 4148 0,'0'0'1056'16,"0"0"-432"-16,0 0-52 0,0 0 3500 0,0 0-2411 16,0 0-105-16,0 0-376 0,0 0-288 15,0 0-96-15,0 0-24 16,0 0-128-16,-4 86-152 0,4-51-48 0,0 3-64 0,0 0 0 16,4 0-96-16,0 0-76 0,0 0-48 15,-4-3-52-15,0 0-108 16,0-4-36-16,0 1-24 0,0-3-52 0,-4 0-48 15,4-1 4-15,-4-3-188 16,0-1-260-16,4-3-160 16,0-2-224-16,0-7-632 0,4-1-1180 0,8-9-2793 0</inkml:trace>
  <inkml:trace contextRef="#ctx0" brushRef="#br1" timeOffset="81648.189">23619 1035 4560 0,'0'0'1432'15,"0"0"2584"-15,0 0-2547 0,0 0-201 16,0 0 20-16,0 0-428 0,0 0-392 16,-77-7-280-16,62 20-12 0,-5 3 12 15,-3 10 100-15,2 5 68 0,-3 4 68 16,0 6 96-16,1 7 100 0,-1 0-116 0,3 3-184 15,1 2-160-15,1-5-72 0,6-7-4 16,6-3 52-16,3-9 0 16,4-6 60-16,4-4-24 0,8-7-16 0,4-3 16 15,4-2-12-15,3-4 24 16,5-3-40-16,4-3-144 0,0-6-68 0,4-4-152 0,0-4-208 16,-8-2-208-16,0 5-212 0,-5-6-364 15,-6 4-432-15,-6 3-848 0,-7 4-1653 16,-4-4-1059-16</inkml:trace>
  <inkml:trace contextRef="#ctx0" brushRef="#br1" timeOffset="81953.765">23428 1402 4940 0,'0'0'4548'0,"0"0"-2291"15,0 0-145-15,0 0-220 0,0 0-376 16,0 0-452-16,0 0-288 0,0 0-212 16,0 0-36-16,0 0 68 0,0 0-144 15,63-8-316-15,-47 8-136 0,4-4-8 16,-5 4-172-16,2-2-236 0,-2-2-292 15,2 4-272-15,-1-3-300 0,-4-1-608 0,-1 1-476 16,-2 0-208-16,-1 1-109 16,-1-2 277-16,-3 1 736 0,-4-1 1604 0,0 4 64 15,0 0 1668-15,0 0 284 0,0 0 132 16,-4 0-111-16,4 0-261 0,-4 4-468 16,4 3-300-16,-3-2-188 0,-1 11-168 0,4 1 132 15,0 2-16-15,0-1-140 0,0 5-132 16,0-4-164-16,0 3-144 15,4-3-124-15,3 3-52 0,-3-6-44 0,0 3-224 16,5-3-196-16,-2-3-308 0,-3 0-432 16,4-1-908-16,-4-2-2041 0,-4-1-2115 0</inkml:trace>
  <inkml:trace contextRef="#ctx0" brushRef="#br1" timeOffset="82255.311">24101 965 236 0,'0'0'9160'0,"0"0"-6467"0,0 0-1073 0,0 0-36 16,0 0-264-16,0 0-324 15,0 0-388-15,0 0-364 0,0 0 16 0,0 0 208 16,4 89 292-16,0-54-152 0,-4 3-252 0,4 4-88 15,-1-2-48 1,-3 8-64-16,0 0-48 0,0-1-108 0,0-3-44 0,-3 4-64 16,-1-3-232-16,0-1-244 0,0 0-116 15,-1-2-32-15,-3-4-120 16,5-3-424-16,-5-7-684 0,8-2-696 16,-4-7-1681-16,4-3-507 0</inkml:trace>
  <inkml:trace contextRef="#ctx0" brushRef="#br1" timeOffset="88803.576">26762 994 3312 0,'0'0'52'0,"0"0"7372"16,0 0-5839-16,0 0-589 0,0 0-208 16,0 0 20-16,0 0 12 0,0 0-68 0,0 0-140 15,0 0-40-15,-8 72 20 0,0-46-36 16,0 6-176-16,4-1-48 0,-4 2-28 16,1-2-108-16,-2 1-116 0,5 0-80 15,-4-1-48-15,5-1-40 16,-5-5-60-16,3-4-48 0,5-2-256 15,0 0-360-15,0-6-264 0,5-3-340 0,6-4-920 16,-3-2-2061-16,9-4-2147 0</inkml:trace>
  <inkml:trace contextRef="#ctx0" brushRef="#br1" timeOffset="89489.479">27220 1200 4800 0,'0'0'416'0,"0"0"2472"16,0 0-600-16,0 0-587 0,0 0-397 0,0 0-464 16,0 0-196-16,0 0-292 0,0 0-24 15,0 0-148-15,0 0-180 0,-95-10 0 16,71 39 76-16,0 6 200 0,-4 6 140 0,5-3 208 16,2 0-228-16,5-9-148 0,4-8 64 0,5-4-28 15,7-7-236 1,0-4-48-16,0 1-112 0,0-7 0 0,7 0 28 0,5 0 32 15,4 0-180-15,0-10-28 16,4-3 120-16,4 1-20 0,0-7-24 16,-1 2-68-16,2-2 92 0,-5 0 84 0,-1 4 12 15,-3-2 64-15,0 5 8 16,-7 2 156-16,-2 1-52 0,-3-1 12 16,0 7 16-16,-4 0-68 0,4 3-60 15,-4-3-12-15,0 3-8 0,0 0-92 16,0 0 100-16,0 0 212 0,0 3-36 0,0 3-168 0,5 1 228 15,-5 2 12-15,4 4 20 16,-1-1 44-16,-3 7-16 16,4 0-52-16,0 4-96 0,0 5 84 0,4 1-168 0,-3 3-64 15,-5 3-28-15,0 4 28 16,0 1-48-16,0 2 40 0,0-1-116 16,0 0 116-16,-5 0-40 0,1-2-52 0,0-6 16 15,0 3 72-15,0-8 8 0,0 1 4 16,-3-4 0-16,2 1 60 15,1-3 16-15,-4-2-68 0,1 2-4 0,-2-1-4 16,-3 0 0-16,5 0-12 0,-10-3 8 16,6 1 4-16,-6-1 4 15,6-4 68-15,-6-2-24 0,10-3 52 0,-5-4 84 16,4 1 0-16,0-7 72 0,0 0-36 0,0 0 48 16,-4 0-108-16,0 0 60 15,0-7-112-15,0-2-8 0,0-1-100 16,0-6-40-16,0-3-152 0,-3-3-116 0,2-4 52 15,2-5-24-15,-2-1-24 16,1-1 56-16,5 5 28 0,-1 0-100 0,3 3-48 16,1 2-16-16,4 5-72 0,0-2-80 0,0 4-196 15,0 0-64-15,4 4-552 16,5-2-680-16,2 3-873 0,1-6-3807 16</inkml:trace>
  <inkml:trace contextRef="#ctx0" brushRef="#br1" timeOffset="89856.969">27647 1000 10452 0,'0'0'3133'15,"0"0"-1565"-15,0 0-536 0,0 0 244 0,0 0-164 16,0 0-288-16,0 0-236 16,0 0-124-16,0 66-100 0,0-40-80 15,0 2-8-15,0 1-140 0,0 6-40 16,0 0 52-16,0 3-76 0,4 3-72 15,-4-2 0-15,0 1-4 0,0 2-56 0,0-4-52 16,0 3 52-16,-4-6-72 0,0 1-232 16,-1-9-160-16,1-2-124 15,1-2-140-15,-1-7-220 0,4-6-356 0,0-1-360 0,0-5-1048 16,0-2-2449-16</inkml:trace>
  <inkml:trace contextRef="#ctx0" brushRef="#br1" timeOffset="90129.241">27982 1279 7436 0,'0'0'116'0,"0"0"2876"0,0 0-1215 16,0 0-233-16,0 0-92 0,0 0-328 16,0 0-428-16,99 4-248 0,-75-4-224 15,3 0-40-15,1 0-48 16,0 0-136-16,-4-4-88 0,4 1-120 0,-4 0-300 16,1-3-732-16,-10 2-792 0,-3-2-2325 15,-4 3-3627-15</inkml:trace>
  <inkml:trace contextRef="#ctx0" brushRef="#br1" timeOffset="90355.817">27926 1402 8232 0,'0'0'2925'16,"0"0"-1541"-16,0 0-236 0,0 0 184 0,0 0-216 15,0 0-460-15,83 0-384 0,-55 0-136 16,0 0-136-16,4 0-240 16,-1-2 44-16,1 2-216 0,-4-4-624 0,4 2-684 15,-12-2-1073-15,8-2-2855 0</inkml:trace>
  <inkml:trace contextRef="#ctx0" brushRef="#br1" timeOffset="91388.689">28778 898 6200 0,'0'0'2456'0,"0"0"-1060"0,0 0-231 15,0 0 155 1,0 0-196-16,0 0-276 16,0 0-204-16,0 0 12 0,0 0 24 15,0 0 44-15,5 0-204 0,-5 10-260 0,0 2-12 0,0 7 96 0,0 4-24 16,0 9-160-16,-5-1 48 15,5 5-108-15,-4 1 36 0,0 2-64 0,4 1-60 16,-4 4-8-16,0 2 4 0,0-2 16 16,1 0-24-16,-1-5-96 0,-1-5-52 15,1-1-12-15,4-2 88 0,-4-6-224 0,4-3-136 16,0-3-224-16,0-3-152 0,0-2 8 16,0-6-244-16,0-2-896 15,0 1-1069-15,0-7-2475 0</inkml:trace>
  <inkml:trace contextRef="#ctx0" brushRef="#br1" timeOffset="91936.291">29404 990 5240 0,'0'0'1380'0,"0"0"2692"0,0 0-2119 16,0 0-197-16,0 0-268 15,0 0-372-15,0 0-336 0,0 0-284 16,0 0-212-16,0 0-100 0,0 0-24 15,-16 23 12-15,0-8-72 0,0 1 20 16,-4 1-104-16,-8 1-16 0,0 5-80 0,-7-1-32 16,-2 3-8-16,1-3-40 0,5 1 24 15,-1-1 0-15,0-6 24 0,8 3 0 16,4-7 40-16,0 1-112 0,9 0-16 0,-2-4-24 16,5 1-24-16,1-4-100 0,3 4-148 15,4-7 28-15,0 3-8 0,0 0 160 16,0 1 280-16,0-1 36 0,0 4 88 0,7-3 140 15,-3-2 32 1,4 2 96-16,1 0-104 0,-2 1 120 0,5 3-24 16,1-2-148-16,2 7 12 0,1-4-40 15,4 7-48-15,0-3-60 16,0 0 60-16,0 0-116 0,4 0 64 0,0 1 4 16,-5-3-76-16,5-1 0 0,0 0-52 15,-3-1 4-15,-2-6 48 0,-3 5-124 16,4-5 64-16,-8 1-264 0,4-1-308 0,-4-3-312 15,0 0-212-15,-1-3-632 0,-6 3-2269 16,3-3-2711-16</inkml:trace>
  <inkml:trace contextRef="#ctx0" brushRef="#br1" timeOffset="93137.729">30025 1130 4892 0,'0'0'1356'0,"0"0"-512"16,0 0 2296-16,0 0-1479 0,0 0-509 16,0 0-400-16,0 0-132 15,-84-13 12-15,60 26-104 0,-3 6-24 0,-6 6 36 16,-2 3 36-16,3 8-80 0,0 2-52 15,0-3-124-15,8 0-108 0,5-7-140 0,6-6 4 16,6-2-4-16,3-10-72 16,0-1-48-16,4-6-88 0,0 0-48 0,8 0-16 15,4-3-32-15,7 0-104 0,6-6 112 16,2-4-196-16,5-5-80 0,0-8 96 16,4 2-8-16,-8 1 148 15,0-2-52-15,-4 3 88 0,-5 0 128 0,2 6 100 16,-10 0 84-16,-2 4 104 0,-2 3-24 15,-7 2 40-15,4 4-4 0,-4 0-76 16,0 0-8-16,0 7 148 0,0 3-88 0,0 5 236 16,0 4 24-16,0 6-112 15,0 4-28-15,0 3 36 0,-4 0-8 0,4 3-40 0,-3 3 8 16,-1 6-96 0,0 3-36-16,-1 4 76 0,-3 0-168 15,5-3-68-15,-9-1-60 0,3 0 56 0,-2-1-56 16,-1-2 60-16,0-3 4 0,0-2 0 15,-1-4 4-15,2-4 0 0,-1-6 0 16,4-2 92-16,0-4 36 0,-4-4 32 16,4 2-8-16,0-4-88 0,0-5-60 0,0 3 36 0,0-5 12 31,0-4 60-31,0 2-104 0,1-1 56 0,-6-3 12 0,1 0 112 16,0-3 12-16,0-3 8 0,1-4-56 15,-6-3-76-15,6-6-84 0,-2-3-168 0,2-3-100 16,-1-7 12-16,3 0 108 0,2-2-304 15,3-2-12-15,0 4 108 16,0 1 64-16,4 6 84 0,0 2-64 0,0 4 76 16,0 4 96-16,8 2-60 0,0 0 12 15,4 4 84-15,-4-1-60 0,3 0 0 0,2 1 12 16,2 3 16-16,2-4-92 0,-2 3-384 16,2 1-584-1,-2 0-852-15,1-1-877 0,0 4-2095 0</inkml:trace>
  <inkml:trace contextRef="#ctx0" brushRef="#br1" timeOffset="93717.615">30448 1048 3372 0,'0'0'8793'16,"0"0"-6373"-16,0 0-1096 0,0 0 80 16,0 0-44-16,0 0-452 0,0 0-480 0,0 0-160 15,0 0-160-15,0 0-108 16,0 9 0-16,8 0 84 0,3 4 40 0,10 3-40 15,-6 0-12-15,5 0-60 0,4 1-4 16,-3-6-8-16,-2 5 4 0,5-3-8 0,0-1-28 16,-5-1 32-16,6-2 0 0,-5 1-36 15,-1-1 32-15,-2-3-64 0,-2 1 20 16,-2-1-112-16,-6-3 24 0,-3 3 28 16,-4-2-76-16,0 2-36 15,0 4-12-15,-11 2 24 0,-2 7 208 0,-6 0 108 16,-9 6-28-16,4-2-80 0,-4 3-4 15,0-5-72-15,4 2 28 0,0-7-100 16,8 0-172-16,4-7-296 16,5 1-200-16,3-4-392 0,4-3-800 0,-5-3-904 15,5 0-2061-15,0 0-731 0</inkml:trace>
  <inkml:trace contextRef="#ctx0" brushRef="#br1" timeOffset="94116.443">31045 842 1332 0,'0'0'9989'0,"0"0"-7697"15,0 0-1088-15,0 0 208 16,0 0 220-16,0 0-388 0,0 0-300 16,0 0-160-16,8 72-44 0,-4-49-59 0,1 5-137 15,-2 3-120-15,1 5-72 0,0-2-64 16,0 8-20-16,0-1-28 0,0 0-108 15,-4 7-60-15,0 0-24 0,0-1-48 0,-8 4-48 16,0 3 0-16,-4 0-96 0,0 3-168 16,4-4-172-16,-4 2-192 0,4-1-16 15,1-7-121-15,-1 2-651 0,-1-5-1112 0,5-12-2600 16,-3 2-3205-16</inkml:trace>
  <inkml:trace contextRef="#ctx0" brushRef="#br1" timeOffset="121417.049">10562 10718 156 0,'0'0'312'0,"0"0"2208"15,0 0 3276-15,0 0-3868 0,0 0-539 0,0 0-149 16,0 0 44-16,0 0-188 15,0 0-352-15,0 0-348 0,-16 0-256 0,16 0-52 16,8 0 60-16,4 0 248 0,4 0 136 16,3 0-24-16,6-3-140 0,3 3-244 15,0 0-76-15,0 0-36 0,0 0 60 0,0 0-120 16,3-6 48-16,5 3-112 0,-4-7-120 16,4 4-12-16,3-8-16 0,-3 6 48 15,4-5-184-15,-8 1-212 0,0-2-100 16,-4 5-160-16,-9 0-356 15,-2 2-700-15,-6 4-897 0,-11 3-2699 16</inkml:trace>
  <inkml:trace contextRef="#ctx0" brushRef="#br1" timeOffset="121643.223">10601 10966 6900 0,'0'0'4517'0,"0"0"-3109"15,0 0-588-15,0 0-580 0,0 0 192 16,0 0 300-16,0 0 312 0,88-2-80 0,-43-12-316 16,2 1-228-16,1-6-212 0,3 1-132 15,-2-1-76-15,-2 0 8 0,1-4-68 16,-8 4-40-16,0 0-220 0,-4 3-412 0,-4 0-104 16,-8 0-172-16,-1 4-436 0,-3-1-1432 15,-12 7-3181-15,0-7 1074 0</inkml:trace>
  <inkml:trace contextRef="#ctx0" brushRef="#br1" timeOffset="121951.43">10921 10474 1528 0,'0'0'7968'0,"0"0"-7112"0,0 0-356 16,0 0 301-16,0 0 631 15,0 0 96-15,103-12-344 0,-67 12-328 0,8 0-308 16,0 3-116-16,4 0-60 0,-1 0-64 0,1 0 76 16,-4 4-128-16,-1-1-192 0,-6 0-52 15,-1 1-12-15,-8 2-72 16,0 4 12-16,-9-1 52 16,1 7-112-16,-12 0 120 0,0 3 40 0,-8 8-28 0,-4-3-12 15,-8 5 4-15,-12 7 44 16,0-2-48-16,-4 3-48 0,1 0 36 0,-5-3-100 0,-1-1 0 15,6-1-60-15,-5-4-248 0,4-2-176 16,4-4-100-16,0 1-396 0,4-3-932 16,1-4-1209-16,6-7-2783 0,-10 1 2616 0</inkml:trace>
  <inkml:trace contextRef="#ctx0" brushRef="#br1" timeOffset="123555.073">12745 9966 3348 0,'0'0'480'0,"0"0"3172"15,0 0-1940-15,0 0-96 16,0 0-319-16,0 0 71 0,0 0-24 0,0 0-96 15,0 0-320-15,-3 85-48 0,3-49-100 16,0 5-92-16,7 7-40 0,1 8-72 0,5 12 92 16,-6 1 73-16,5 8-341 0,-3 2-204 15,-2 3-192-15,-3-6-4 0,0 0-56 16,0-5-128-16,0-8-56 16,0-6-4-16,0-6-157 0,0-9-183 15,0-7 20-15,0-7 76 0,4-9-212 0,-1-7-468 16,6-5-252-16,-5-4-340 0,3-3-828 0,6-10-1557 15,-6 1-1351-15,6-19 4412 0</inkml:trace>
  <inkml:trace contextRef="#ctx0" brushRef="#br1" timeOffset="124001.13">13287 10150 11661 0,'0'0'2008'0,"0"0"-1172"16,0 0 0-16,0 0 620 0,0 0-252 0,108-38-464 15,-69 32-188-15,6 3-96 0,6-1-176 16,1-2-36-16,4 3-72 0,-4 0-124 16,-1 3-48-16,-6 0-104 15,-6 0 92-15,-7 0-172 0,-8 6-48 0,-5 4-76 16,-6-1-20-16,-5 10-4 0,-8 0-12 0,-8 10 8 15,-8 3 52-15,-9 3 36 0,-2 6-12 16,-4 3 36-16,-10 1 28 0,1-1-92 16,-3 4 52-16,-1-1 172 0,-4-3 56 15,4 1-68-15,-3 0 76 0,6-4 16 0,2-6 68 16,3-1-80-16,8-4 136 0,8-5-80 16,4-7 28-16,8-4-76 15,8-2 112-15,4-5 76 0,8-1 212 16,8-1 44-16,12 0 0 0,0-3-48 0,7-2-4 15,5 0 64-15,4 0-52 16,0 0-100-16,-4-7-116 0,4 2-200 0,-5-4 0 16,-3-2-120-16,4-1-4 0,-8-3-316 15,0-2-244-15,-4 2-276 0,0-1-380 0,-5 4-784 16,-6-5-956-16,-6 4-3317 0,2-6 2237 0</inkml:trace>
  <inkml:trace contextRef="#ctx0" brushRef="#br1" timeOffset="124217.911">13988 10268 2584 0,'0'0'180'0,"0"0"5892"0,0 0-4892 16,0 0-59-16,-63 76 319 15,42-48 100-15,-2 7-176 0,-1 4-320 0,-4 2-184 16,-4 0-340-16,0 7-136 15,-3 0-260-15,-5-1-124 0,0 4-160 0,4-4-52 16,-4-2-144-16,5-1-328 0,3-9-132 16,4-3-380-16,4-10-412 0,3-3-764 15,6-7-1557-15,6-8-1331 0,5-4 4128 0</inkml:trace>
  <inkml:trace contextRef="#ctx0" brushRef="#br1" timeOffset="124537.275">14175 10814 6004 0,'0'0'7177'0,"0"0"-5277"15,0 0-1244-15,0 92-204 0,9-45 400 0,-5 7 760 0,0 10-412 16,4 2-464-16,-5 8-348 16,1 2-156-16,0 3-112 0,-4 1-120 15,0-4-104-15,0-9-128 16,0-10-12-16,0-13-36 0,5-12 36 16,3-10-72-16,-1-9-176 0,1-3-36 15,1-10-124-15,-2 0-440 0,5-7-1016 0,1-9-420 16,-6-6-745-16,1-4-1975 0,-4 8 1261 15</inkml:trace>
  <inkml:trace contextRef="#ctx0" brushRef="#br1" timeOffset="124771.632">14203 10778 3240 0,'0'0'208'0,"0"0"4012"0,0 0-2376 0,0 0-592 16,80-25-259-16,-55 22-33 15,-6 3-156-15,1 0-120 0,-1 0 64 16,-6 0-156-16,-1 7-152 0,-4 2 28 0,-4 1-156 16,-4 3-152-16,0-1 64 0,-9 5-100 0,-2 4-124 15,-6 2-76 1,-2-2-188-16,-5 2-24 0,4-4-240 0,-3-3-148 16,2-4-56-16,5-6-272 0,4-6-820 15,1 0-1213-15,2-9-2883 0,5 0 4460 16</inkml:trace>
  <inkml:trace contextRef="#ctx0" brushRef="#br1" timeOffset="125169.93">14550 10518 4164 0,'0'0'4312'15,"0"0"-1227"-15,0 0-1341 0,12 64-424 16,-8-33 344-16,-4 2-184 0,4-3-480 0,0 0-988 15,-4-5 544-15,4-6-556 0,0 0-184 16,0 1-432-16,0-8-224 16,0-2 56-16,0-7-396 0,4 1-524 0,0-4-20 0,0-11 247 15,4-2-423-15,0-3-592 0,0-5-480 16,3-2 1788-16,-2-2 1184 16,2 3 0-16,-2-3 1172 0,-5 2-284 15,-1 2 232-15,2-3-132 0,-1 6 12 16,-5 1 248-16,1-1-148 0,0 5 89 0,-4 3-137 15,4 4-168-15,0 3-132 0,-4 0-56 16,0 3-136-16,5 0 32 0,2 9-128 0,-3 1 240 16,4 6-96-16,0 6-172 0,0 0-76 15,0 4 20-15,0-1-108 16,4 1-64-16,-8-5-208 16,4 2-116-16,0-7-44 0,0-1-224 0,0-2-124 0,4-4-196 15,-5 1-212-15,6-7-420 16,-1 1-1080-16,-5-4-2161 0,2 0-1679 0,-1-10 5380 15</inkml:trace>
  <inkml:trace contextRef="#ctx0" brushRef="#br1" timeOffset="125619.785">15167 9715 6764 0,'0'0'9061'0,"0"0"-7149"15,0 0-1268-15,0 0-212 0,0 0 268 0,0 0 556 16,0 0-428-16,0 0-668 0,0 0-148 16,0 0-12-16,37 32 341 0,-25-7-17 15,4 7-128-15,3 10-4 16,-2 5 16-16,-2 7 252 0,1 0-76 16,-4 9-212-16,4-2-104 0,-4 2-68 15,4 0-60-15,-4 4 60 0,0-3-12 0,0 3-136 16,-4-7 88-16,3 3 0 0,-2-3-48 15,-1 1-48-15,0-7-40 0,-5 3-44 0,1-6 48 16,1-3-64-16,-1-7-24 0,0-3 28 16,0-6 56-16,0-3-37 0,-1-7-43 0,1-6-140 15,0-1-292-15,-4-5-160 0,5-1-80 16,-1-2-500 0,0-4-512-16,0 0-1132 0,-4-3-2725 0,3 0-263 15</inkml:trace>
  <inkml:trace contextRef="#ctx0" brushRef="#br1" timeOffset="126208.179">17279 10376 7900 0,'0'0'5013'0,"0"0"-3981"0,0 0-84 16,0 0 376-16,0 0-40 0,28 75-184 15,-24-52-264-15,0-1-248 0,0 0-268 16,-4 1-188-16,5-5-132 0,-5 1-8 0,0-5-124 15,4-5-52-15,-4-3-136 0,0-2-156 16,3-4-276-16,-3 0-212 0,4 0-784 16,-4-4-1176-16,0-2-2333 0,0-10-2147 0</inkml:trace>
  <inkml:trace contextRef="#ctx0" brushRef="#br1" timeOffset="126354.636">17160 9979 5612 0,'0'0'6541'16,"0"0"-5289"-16,0 0-464 0,0 0-64 0,0 0 292 16,0 0-336-16,0 0-680 0,76-26-100 15,-48 26-352-15,4 0-860 16,-13 0-1476-16,17 0-5137 0</inkml:trace>
  <inkml:trace contextRef="#ctx0" brushRef="#br1" timeOffset="126682.514">17805 10036 7492 0,'0'0'4165'0,"0"0"-2185"0,0 0-372 0,0 0 164 15,0 0-272-15,-56 76-384 16,45-57-492-16,7-3-392 0,-4 0-220 0,3 3-4 16,1-2-4-16,4-3 0 0,0 2 8 15,0 1-8-15,9-5 8 0,-1 4 64 16,3 3-36-16,2-6-40 0,2 6 0 0,2-3-4 15,-2-4-4-15,6 4-40 16,-2 0-16-16,1-2 16 0,-4-2 48 16,4 1 0-16,-4-1 8 0,0 3 0 0,-4-1 0 15,0 2-4-15,-8-1-4 0,-1 1-72 16,1-3 24-16,-4 3-40 0,0-4-56 0,-4 1-88 16,-3-3-40-16,-5-1 76 0,0-2 76 15,-4 2-104-15,0-3-44 0,-4-2-116 16,0 3-208-16,-4-5-376 0,0 2-780 0,1-4-2116 15,3 0-3645-15,-12 0 3722 0</inkml:trace>
  <inkml:trace contextRef="#ctx0" brushRef="#br1" timeOffset="127634.892">19794 10309 328 0,'0'0'1040'0,"0"0"-752"0,0 0 92 0,0 0-108 0,0 0-12 15,0 0 4784-15,0 0-3692 0,-56-70-420 16,39 60 305-16,6 1 303 0,-6 0-24 16,6-3-316-16,-5-2-16 0,4 5-524 15,0-1-128-15,0 1-196 0,8 2 32 16,-4 4-96-16,8 0-64 0,-4-1 52 16,4 4 36-16,0 0 20 0,0 0 16 15,0 0-28-15,0 0-60 0,0 0-48 16,0 0-16-16,0 0-20 0,0 0-12 15,0 0-40-15,0 0-36 0,0 0-60 0,0 0-8 16,0 0-4-16,0 0-8 0,0 0 4 16,0 0 4-16,0 0 0 0,0 0 8 15,0 0-4-15,0 0 4 0,0 0 40 0,0 0-48 16,0 0 0-16,0 0-8 0,0 0-40 16,0 0 36-16,0 0 12 0,0 0 4 15,0 0-4-15,0 0 4 16,0 0 0-16,0 0 8 0,0 0 48 15,0 0-48-15,0 0 52 0,0 0-52 16,0 0 48-16,0 0-48 0,0 0 37 0,0 0-37 16,0 0 36-16,0 0 0 0,0 0-44 15,0 0-4-15,0 0-12 0,0 0-84 16,4 10-89-16,0 6 149 0,4 6 36 16,1 10 44-16,2 10-40 0,-3 8 68 15,0 10-24-15,0 4-48 0,-4 9-84 0,0 0 20 16,-4 0 4-16,0 3-60 15,0-3 8-15,0-1-44 0,0-1-28 16,4-11 28-16,0-5-4 0,-1-11-24 0,6-3-8 0,-5-12-56 16,4-1-116-16,-4-6-16 15,-1-5-124-15,6-5-64 0,-5-2-164 0,0-7-188 16,4 0-288-16,-5-3-280 0,6-9 8 16,-5-7-517-16,0-7-1135 0,0 4-2352 15,-4-19 5236-15</inkml:trace>
  <inkml:trace contextRef="#ctx0" brushRef="#br1" timeOffset="127961.469">19666 10176 6716 0,'0'0'2544'0,"0"0"-479"15,0 0-1177 1,0 0-516-16,0 0 444 0,0 0 480 0,64-67-176 0,-45 61-316 15,2 6-168-15,3 0-104 16,-1 0 124-16,1 9-236 0,-4 4-88 0,5 2-148 16,-10 2-180-16,1 5 80 0,0-2-76 15,-9 5-8-15,-2 0 60 0,-1 0-60 0,-4 7-12 16,0-4-88-16,-9 4 52 0,-2-4-40 16,-1 2 28-16,-4-5 56 0,1-3 4 15,-2 0 56-15,-2-6 24 0,-1 0-80 16,-1-4-12-16,6-2-112 15,-2-4-120-15,-2 0-88 0,3-6-76 16,-5 4 0-16,6-4-64 0,-1 0-324 0,-4-10-476 16,8 4-972-16,-4-7-1661 0,9 4-2347 15,-2-4 4332-15</inkml:trace>
  <inkml:trace contextRef="#ctx0" brushRef="#br1" timeOffset="128427.351">20320 10443 9772 0,'0'0'1797'0,"0"0"-97"16,0 0-276-16,0 0-40 0,0 0-296 15,0 0-304-15,0 0-156 0,0 0-248 16,0 0-48-16,0 0 172 16,47 3 120-16,-23-3-272 0,0 0-220 0,4 0-132 0,0-3-112 15,-5-4-20-15,5 3-88 16,-4-2-196-16,4 0-256 0,0-3-176 15,0-1-580-15,-3 3-1476 0,2-5-2873 0</inkml:trace>
  <inkml:trace contextRef="#ctx0" brushRef="#br1" timeOffset="128951.142">21231 10213 14077 0,'0'0'1752'0,"0"0"-1160"0,0 0 72 0,0 0 476 0,0 0-304 0,-75-47-52 16,59 44-292-16,-3 3-260 15,2 3-76-15,-7 10-108 16,5 9-36-16,-5 9-4 0,3 11 128 16,2-1 8-16,-1 1 16 0,8-5-100 0,0-5-60 15,8-9-68-15,4-7-64 0,0-10-88 16,12-1 48-16,0-5 124 0,4 0 36 0,4-5-184 15,0-8 36-15,4-2-24 0,-1-4-8 0,-6-1 140 16,3 1 52 0,-9 0 88-16,5 3-28 0,-7 3-48 15,-2 4 60-15,1-1 16 0,-4 4 4 0,0 6-92 16,-4 0-84-16,8 0 24 0,0 0 60 0,0 6 60 16,8 7 100-16,-4 6-100 15,4 3-56-15,-4 7 4 0,-1-1 4 0,2 11-4 16,-5-1 76-16,3 3 16 0,-2 0-28 0,-5 0 0 15,-4 4-60-15,0-1 0 16,-4-3-12-16,-5 4-8 0,1-3 4 0,-3-1 4 16,-2-3 4-16,-2-4 8 0,-2-1 0 0,6-5 76 15,-6-5-4-15,6-8-12 16,-4 1-8-16,2-9 20 0,-2-1 0 16,-2 0 88-16,2-6-88 15,-6 0 24-15,1-3-100 0,1-6-8 16,-1-10-56-16,-1-4-308 0,6-9-184 0,-2-6-220 15,2-6-164-15,7-5-268 0,3 3-1224 0,5-8-1560 16,0 15-1625-16,5-15-79 16</inkml:trace>
  <inkml:trace contextRef="#ctx0" brushRef="#br1" timeOffset="129250.626">21396 10172 4864 0,'0'0'7033'16,"0"0"-5881"-16,0 0 144 15,0 0 80-15,75 10-532 0,-51-4-224 16,0 7-96-16,4 4-104 0,0-3-172 0,-1 5-76 16,-3 1-168-16,-4-1 56 15,-4 3-60-15,0 0-4 0,-12 1-8 16,0 2-36-16,-4 0 48 0,-4 0-72 0,-7-2 68 16,-6-2 8-16,6-1 44 15,-2-4 76-15,1-6 108 0,5-4 52 0,3-6 216 16,4 3-8-16,-5-3-188 0,5 0-84 15,0-9-220-15,0-4-124 0,9-9-68 0,-2-3-64 0,1-5 120 16,5-1 0-16,-2-4 88 16,6 3-36-16,-6 1-140 15,1-1-228-15,8 4-200 0,-5 3-252 16,2-5-648-16,3 8-1232 0,-1 0-2177 0,-6 9-2115 16,6-6 6112-16</inkml:trace>
  <inkml:trace contextRef="#ctx0" brushRef="#br1" timeOffset="129551.911">21965 10157 6988 0,'0'0'4173'0,"0"0"-2033"0,0 0-1124 16,0 0 220-16,-8 63 504 0,4-44-304 15,4 0-320-15,0-1-504 0,0-1-368 16,4-4-136-16,0 3-100 0,0-7-8 0,4 1 0 16,4-4-60-16,0 0 12 0,0-6-36 15,4 0-76-15,0 0-60 16,3-9-72-16,2-4-112 0,-1-3 84 0,-1 1 12 0,-2-4 148 15,-2 0 24-15,-2 0-12 16,-6 2 148-16,1 2 28 0,-4-4-20 16,-4 3 4-16,0-1 320 0,-8-2-52 0,-3 1-280 15,-6 2-24-15,2 0 24 16,-2 7 56-16,2 2 4 0,-2 7-60 16,2 2-24-16,-1 9-136 0,-5 5 12 15,6 3 100-15,-5 3 36 0,4 0-88 16,0 0-12-16,4 1-48 0,0-5-160 0,4 2-248 15,0-5-944-15,4 2-1552 0,1-8-2961 16</inkml:trace>
  <inkml:trace contextRef="#ctx0" brushRef="#br1" timeOffset="129965.624">22471 10087 588 0,'0'0'8884'0,"0"0"-6459"0,0 0-1081 15,0 0-140-15,0 0 372 16,0 0-188-16,0 0-472 0,0 0-508 0,0 0 244 16,-12 76 96-16,4-38-116 0,0 0-132 15,0-1-172-15,0-4-180 0,8-8-72 16,0-9-76-16,0-3-48 0,4-4 36 15,8-5-52-15,4-4 52 0,4 0-132 0,4-10-136 16,4-6 12-16,-5-6 12 0,5 0-12 16,-4-3 48-16,-3 2-84 15,-2 1 72-15,1-1 84 0,-8 4 24 0,-3 4 112 0,-2 2 24 16,-3 0 76 0,0 7-28-16,-4 3 124 0,0-1 24 0,0 4-24 15,4 0-184-15,-4 10-64 16,4 3 64-16,-4 6 148 0,5 3 60 0,-5 6 72 15,0-2 12-15,3-3-96 0,1-1-196 16,0-3 0-16,4-7-148 0,0 1-44 16,4-7-164-16,3-2-204 0,2-4-248 0,7-10-428 15,-5 4-1388-15,9-17-3337 0</inkml:trace>
  <inkml:trace contextRef="#ctx0" brushRef="#br1" timeOffset="130220.489">23112 10043 5284 0,'0'0'6097'0,"0"0"-5481"0,0 0 52 31,0 0 936-31,0 91 172 0,0-53-324 0,-4 3-364 16,0 8-312-16,0 4-56 0,-3 4 308 0,3 7-396 0,0 3-159 16,-1-1 11-16,5 1-60 0,0-3-108 0,9-5-304 0,-1 0-12 15,3-9-84 1,6 0 36-16,-2-2-132 0,1-7-72 15,0-2-136-15,4-4-100 0,-8-10-69 0,4 0-235 16,-4-9-124-16,0-6-44 0,-4-7-360 16,0-3-584-16,0-7-324 0,0-9-389 15,-4-6-1391-15,4-6-356 0,-8 6 3464 0,3-29-484 0</inkml:trace>
  <inkml:trace contextRef="#ctx0" brushRef="#br1" timeOffset="130477.583">23160 10134 680 0,'0'0'8128'0,"0"0"-6924"15,0 0-600-15,0 0 441 0,0 0 183 16,76-63-92-16,-56 56-100 0,4 0-268 0,-4 1-248 16,-1 6-160-16,2 0-72 15,-2 0-88-15,-6 13 72 0,2-1-88 0,-2 8-32 0,-6 2-56 16,1 7 16-16,-8 0-12 0,0 2 12 15,-8 1-104-15,-7 0 0 16,-2 0-8-16,-7-1-8 0,0-2-80 0,-3 0-12 16,-1-3-36-16,4-8-100 15,-4-3-148-15,0 2-324 0,-8-4-424 16,1-4-868-16,3 1-2989 0</inkml:trace>
  <inkml:trace contextRef="#ctx0" brushRef="#br0" timeOffset="145993.909">16407 7024 8476 0,'0'0'968'0,"0"0"1613"16,0 0-845-16,0 0-180 0,0 0-296 15,0 0-180-15,0 0-312 0,0 0-300 16,0 0-136-16,0 0 256 0,0 0 24 0,44-7 60 16,-16 7-140-16,0 2-115 0,3-2 127 0,9 0-120 15,-4-2-208-15,4-2-216 0,0-2-120 16,-1 3 120-16,2-1 0 0,-2 1 0 0,5 3-48 16,-4 0 36-16,4 0-60 15,-5 0-88-15,-2 3 64 16,-5 1 36-16,-5 2-160 0,1 1 76 15,-12 0-12-15,0 1-4 0,-4-2 28 0,-4 5 35 16,-8-1-39 0,0-2-272-16,-4 9 408 0,-8 2 4 0,-4 0 44 0,-8 2-48 15,0 2 0-15,-3-1-108 0,-1 3 96 16,-9 0 4-16,5 4 0 0,-7 0 8 0,-5 3 0 16,4-4 4-16,-4 4 8 0,1-3 36 15,-1-4 60-15,4 0-108 0,4 0-8 16,4-6-40-16,1 4-36 0,3-7 80 0,7 3-44 15,-3-6 44-15,9 2-108 16,-2-2 52-16,10 1 48 0,-5-2 0 16,8-3-48-16,-1-2 8 0,5-2 48 0,0-1-68 15,0-1-48-15,5-3-4 0,7 4 124 16,-1-1 160-16,10-3 36 0,-1 3 44 16,3-3-32-16,9 0-24 15,0-3-4-15,0 0-68 0,4-4-28 0,4 3-23 16,3-1-61-16,2 2-52 0,-2-1 52 15,5-3 4-15,0 5-4 0,0-2-49 0,-5 1-23 0,-2-2-28 16,-2-2 52-16,1 3-24 16,-4-2-64-16,-8 0-68 0,0-1-188 15,-8 1-276-15,-5 0-844 0,-2-1-196 0,-5 1-368 16,-5 0-596-16,-3 3-1641 0,0-7-1751 16</inkml:trace>
  <inkml:trace contextRef="#ctx0" brushRef="#br0" timeOffset="146320.797">17300 7136 9924 0,'0'0'2073'0,"0"0"-997"0,0 0-4 15,0 0 504-15,0 0 28 0,0 0-356 16,0 0-548-16,0 0-280 0,0 0-44 0,0 0-20 16,0 0-172-1,-36 30-172-15,16-14-8 16,-1 2 4-16,-7 6 76 0,0-3-28 16,-3 8-56-16,-1 0-48 0,-4 2 40 0,0 1-76 0,-3-1 72 15,3 1-76-15,-1 0 40 0,2-4-36 0,3-2-28 16,4 0-8-16,0-4-4 0,9-3-48 15,-2-7-60-15,10 1-232 0,-2-3-164 16,6-8-224-16,3 3-456 0,4-3-952 0,0-2-1897 16,0 0-1815-16</inkml:trace>
  <inkml:trace contextRef="#ctx0" brushRef="#br0" timeOffset="147031.243">17459 7613 6976 0,'0'0'2168'0,"0"0"-528"16,0 0-187-16,0 0-21 0,0 0-100 0,0 0-292 15,0 0-208-15,0 0-248 0,0 0-88 16,0 0-28-16,0 0-160 0,0 11-160 0,4 1 24 16,0 6-12-16,-1 6 48 0,6 6 24 15,3 5 160-15,-5 4 24 16,6 3-148-16,-5 2-84 0,-1-1-16 15,1 6-116-15,-4-2 4 0,1 0-56 0,-1-5-72 16,-4-2-16-16,0-1 28 0,4-7-12 16,-4-3-28-16,0-4 16 0,3-6-60 15,-3-2 8-15,0-6-12 0,0 3-192 16,0-8-212-16,0 0-40 0,0-6-84 16,0 0-104-16,0 0-384 0,0 0-168 0,0-3-52 15,0-6-72-15,0-7-1137 0,0 3 193 16,0-16-4200-16</inkml:trace>
  <inkml:trace contextRef="#ctx0" brushRef="#br0" timeOffset="147313.747">17451 7636 10076 0,'0'0'1121'15,"0"0"-465"-15,0 0 128 0,0 0 552 16,0 0-172-16,0 0-260 0,0 0-472 15,0 0-184-15,0 0 4 0,0 0 44 16,0 0-108 0,64-51 8-16,-53 51 16 0,1 6-52 0,4 0-72 0,-8 4-88 0,5-4 8 15,-2 5 40-15,-7-3 4 0,4 5 32 16,-8-1-8-16,0 5-4 0,0-2 100 0,-8 4-84 16,0 4 36-16,-3-4-76 15,-6 3-48-15,-3-3-36 0,5-3-248 0,-2 1-76 16,2-9-72-16,-2-2-212 0,6 1-296 15,-2-7-392-15,6 0-356 0,-1 0-480 16,4-2-2205-16,0-9-1939 0</inkml:trace>
  <inkml:trace contextRef="#ctx0" brushRef="#br0" timeOffset="147798.88">17721 7489 7916 0,'0'0'2356'0,"0"0"-695"15,0 0 3-15,0 0-56 0,0 0-200 0,0 0-228 16,0 0-424-16,28 77-300 0,-24-58-88 16,1 0-88-1,-1-4-144-15,-4 2 12 16,4-1-88-16,-4 0-56 0,0-4 32 0,0-3-36 0,0-2-96 16,0-4-16-16,0-3-36 0,4 0 64 0,-4 0-112 15,3 0-88-15,1-3 52 0,5-7 160 16,3 2-164-16,-5-9 40 0,6 1-52 15,-2 0 76-15,-3 4 160 0,5-1 0 0,-10 3-40 0,5 1 52 16,0 6 0 0,-4-1 8-16,-4 4 68 0,4 0 48 0,-4 0 132 15,4 0-8-15,0 4-100 16,0 5-12-16,4-3-36 0,-4 7-28 16,3-4-68-16,-2 4 4 0,3-2-4 0,-4-2-4 15,4 3-148-15,0-2 24 0,0-1-232 0,0 4-436 16,-4-3-140-16,3 2-248 0,2 1-936 15,-1-3-1737-15,-4 2-2323 16</inkml:trace>
  <inkml:trace contextRef="#ctx0" brushRef="#br0" timeOffset="148558.822">19089 7482 9336 0,'0'0'2789'16,"0"0"-1093"-16,0 0-280 0,0 0-8 15,0 0-424-15,0 0-268 16,0 0-244-16,0 0-252 0,0 0-124 0,0 0 164 16,51-2-28-16,-31 2 52 15,0 0-16-15,8 0-24 0,0 0 0 0,4 0-36 16,4 0 24-16,3 0-112 0,6 0 24 15,2-2-56-15,13-5 20 0,0 0-96 16,11-3 0-16,1 1 184 0,7-4-156 16,2 0-40-16,1 1-48 0,-5-1-64 15,-2 1 104-15,-3-4-100 0,-4 3 12 0,-8 1-88 16,-8-1 28-16,-1 2-40 0,-11 5-48 16,0 1-36-16,-4-2-40 0,-8 0 16 15,0 1 8-15,-9 3-60 0,1 0-108 16,-3 0 4-16,-6 0-120 0,-3 3-304 15,-4-3-536-15,-4-1-480 0,0 1-200 0,0-3-2097 16,-8 0-1703-16</inkml:trace>
  <inkml:trace contextRef="#ctx0" brushRef="#br0" timeOffset="148822.002">20543 7150 7052 0,'0'0'3304'0,"0"0"-1771"0,0 0-613 16,0 0 468-16,0 0-112 0,0 0-244 16,0 0-260-16,0 0-324 0,0 0-28 15,91-22-48-15,-74 22-76 0,-6 0-76 16,1 8-12-16,0 3 76 0,-4-2-100 16,0 4-64-16,-4 3 52 0,-4 3-88 0,0 3 16 15,-4 1-52-15,-8 5-48 0,0 1 60 16,-8-1-60-16,0 4-120 0,-4-1-164 15,5-2-328-15,-5-1-176 0,-1-2-176 0,6 0-332 16,-5-4-748-16,8-7-1873 0,-4 8-1475 16</inkml:trace>
  <inkml:trace contextRef="#ctx0" brushRef="#br0" timeOffset="149478.518">19607 7052 8036 0,'0'0'1944'15,"0"0"-883"-15,0 0-33 0,0 0 184 0,0 0 172 16,0 0-212-16,0 0-304 0,0 0-232 16,0 0-92-16,0 0 12 0,0 0 24 15,4-10-152-15,3 0-144 0,1-3-4 0,1-2-36 16,2-1-48-16,-3 0 0 0,4 3-40 16,0-3 16-1,0 4-48-15,0-2-28 0,0 0-96 0,4 0 44 16,0 2-44-16,0-1-40 0,-1 3 40 15,2 1 0-15,-6 2-48 0,6 4 48 0,-9 0-48 16,3 3-4-16,2 0 52 0,-2 6 12 16,1 1 48-16,0 7-56 0,4-3 4 15,-4 3-8-15,0 1 0 0,-1 1-4 0,6 0-80 16,-6-4 80-16,6-2 0 16,-6 0 4-16,2-4 4 15,2 0 96-15,-2-3-28 0,-1 1 48 0,4-4-116 16,-4 3-4-16,-1 0-48 0,-2 0-24 15,2 0-60-15,1 0 56 0,1 0-20 0,2 1-16 16,-2-1-44-16,2-3-88 0,1 0-184 16,7 0-220-16,2-3 80 0,-1-7-320 15,4-2-344-15,0-1-956 0,-4 3-2133 0,3-8-2731 16</inkml:trace>
  <inkml:trace contextRef="#ctx0" brushRef="#br0" timeOffset="150810.485">21379 7410 11297 0,'0'0'2088'0,"0"0"-780"0,0 0-88 0,0 0 44 16,0 0-160-16,0 0-84 0,0 0-416 16,0 0-204-16,0 0 4 15,0 0 72-15,0 0 8 0,68-6-155 16,-48-16-241-16,4-7-88 0,4-2-245 0,-5-2-11 16,-3-2-60-16,5 0 12 0,-1 1 0 15,-5-4-64-15,-3 0-48 0,0-4-24 16,-4 1-76-16,0 3 0 0,-8 0 132 15,0-1-12-15,1 8-276 0,-5 5-156 0,0 4 128 16,0 7 232-16,0 2 352 16,0 6 116-16,0 4 0 0,0 3 36 15,-5 0-36-15,1 3 0 0,0 10 76 0,-4 6-64 0,1 4 216 16,-2 5 248-16,1 7-48 0,-3 3-24 16,2 3-168-1,-7 7-24-15,9 2-136 0,-6 5 136 0,2-5-40 16,-1-2 28-16,7-7-28 0,1-10 200 15,4-7 24-15,0-9-100 0,4-5-176 16,5-4-112-16,-1-3 188 0,3-3-48 0,6-3 8 16,2-6-156-16,1-7-120 15,4-7-164-15,0-2-84 0,-1-3-152 0,5-5 100 0,-3 2 0 16,-1-4-28-16,0-1-140 0,-5 3-104 16,1-6-332-16,-3 1-348 0,-2 3 440 15,-3-3 148-15,-7 2 360 0,-1 5 388 16,-1 4 36-16,-3 0 164 0,0 5 264 15,0 6 72-15,0 7 124 16,0-1-84-16,0 7 132 0,0 3-140 0,0 0-76 16,0 0-64-16,0 6-16 0,0 4-164 15,-3 6 80-15,-1 6 84 0,-5 6-40 0,1 4 0 16,1 4 124-16,-1 1-52 0,-1 1-88 16,-2 3-196-16,3 1-24 0,-1-5-100 15,1 2-52-15,5-4-80 0,-1-2 68 16,0-5-48-16,0-3-24 0,-1-3-108 15,5-4-264-15,0-4-452 0,0-4-452 16,0-4-708-16,9 0-2437 0,-1-6-1943 16</inkml:trace>
  <inkml:trace contextRef="#ctx0" brushRef="#br0" timeOffset="151107.263">22156 7299 3920 0,'0'0'4556'0,"0"0"-2964"0,0 0 225 15,0 76-105-15,0-51-332 0,-4 4-536 0,4-4-364 16,0 7-180-16,0 0-24 0,0 0-4 15,0 3-60-15,0 4-168 0,4 1-44 16,1 2-72-16,-5-1-80 16,4 3 40-16,-4-3-124 0,0-2-516 15,0-4-356-15,0-7-260 0,0-2-844 16,0-14-905-16,0 4-1315 0</inkml:trace>
  <inkml:trace contextRef="#ctx0" brushRef="#br0" timeOffset="151555.422">22101 7185 940 0,'0'0'4928'16,"0"0"-3280"-16,0 0-308 0,0 0 224 15,0 0-71-15,0 0-189 0,0 0-284 16,0 0-248-16,79-29-44 0,-59 29-136 15,-4 0-52-15,4 0-144 0,0 0-112 0,-4 0 4 16,4 3-128-16,-1 1 112 16,-2 2 60-16,-1 0-60 0,-1 4 0 0,-3-1-64 15,-3 1-60-15,-2-1-100 0,-3 4 72 16,-4-1-32-16,0 4-80 0,0-3 52 16,-4 3 24-16,-7 0-84 0,-2 0-88 0,2-3-84 15,-10 0-184-15,6-4-48 0,-5-3-52 16,-4 1-88-16,4-1-176 0,0-3-116 15,-4 0-360-15,4-3-540 0,0 3-1165 0,-4-3-2931 16</inkml:trace>
  <inkml:trace contextRef="#ctx0" brushRef="#br0" timeOffset="153470.903">22431 7045 6916 0,'0'0'1028'0,"0"0"-212"15,0 0-440-15,0 0-52 0,0 0 2573 16,0 0-1593-1,0 0-684-15,0 0-76 0,0 0 440 0,0 0-104 16,0 0-272-16,56-13-96 0,-52 19-44 16,-1 8 24-16,6-2-60 0,-5 4-88 0,-4 3-160 15,0 4 0-15,0-2-136 0,0 2 12 0,0-1 0 16,0 0-60-16,-4-3-8 0,0 1-52 16,-1-8 48-16,5-6-60 0,0 1-4 15,-3-4-32-15,3-3 32 16,0 0 64-16,0 0-84 0,0 0-52 15,3 0-108-15,6-6-52 0,-1-4 208 0,3-6 88 16,2 0-112-16,2 0 40 0,-2-3-52 16,-1 0 124-16,-1 3-56 0,2 0 60 15,-2 4 16-15,-3-2 36 0,1 3-44 16,-2 4 0-16,1-3-8 0,-4 7 8 0,5-3-12 16,-5 3-84-16,-1 3-4 0,1 0-12 0,0 0-24 15,-4 0 136-15,4 9 296 0,0 1-24 16,1 3 60-16,-1 6-132 15,-4 0-92-15,0 3-108 16,0 0-12-16,0 0-96 0,0-3-176 16,0 3-468-16,0-5-304 0,0-2-400 0,0 2-800 15,3-9-2117-15,9 3-2783 0</inkml:trace>
  <inkml:trace contextRef="#ctx0" brushRef="#br0" timeOffset="154061.073">23467 7035 5916 0,'0'0'7253'0,"0"0"-5717"15,0 0-568-15,0 0 200 0,0 0-172 16,0 0-232-16,0 0-48 0,0 0-104 0,0 0-100 16,84-3-256-16,-56 0-48 0,0 0-76 15,4-4-56-15,-5 1-76 0,1 0-76 16,0-4-80-16,-4 4-136 0,-4 0-332 15,-4 3-356-15,-4-1-528 16,-8 1-1100-16,0 3-2881 0</inkml:trace>
  <inkml:trace contextRef="#ctx0" brushRef="#br0" timeOffset="154241.405">23587 7207 11581 0,'0'0'2364'16,"0"0"-1328"-16,0 0-356 0,0 0 76 16,0 0 228-16,0 0-140 0,0 0-340 0,79 6-360 15,-51-6-144-15,0 0-184 0,8 0-284 16,4-6-684-16,0-1-504 0,-5 1-908 0,21-3-2753 16</inkml:trace>
  <inkml:trace contextRef="#ctx0" brushRef="#br0" timeOffset="154743.837">24977 6517 3116 0,'0'0'8393'0,"0"0"-6821"0,0 0-412 15,0 0 28-15,0 0-84 16,0 0 80-16,0 0-296 0,0 0-344 16,0 0-152-16,0 0-52 0,-32-56-340 15,16 68-144-15,0 7-64 0,-4 11 208 16,-3 11 72-16,-5 3 160 0,0 10 64 0,-4 7-148 0,0-1-148 15,-4 0-12-15,4-3 0 16,5-9 4-16,10-10 4 16,6-13-44-16,7-9-24 0,4-7-100 0,0-2-84 0,4-4-40 15,4-3 36-15,-1 0 176 16,6 0 12-16,-2 0 24 0,-3-7 48 16,5 1 52-16,-6 0 20 0,-3 4 0 0,0-3-72 15,-4 5 0-15,0 0-120 0,4 0-128 16,4 7 4-16,0 5 244 0,0 4 84 15,0 10-80-15,4 3 60 0,-4 9-16 0,-4 0 124 16,4 3 172-16,0 4-220 16,-4-5 60-16,0 2-24 0,-4-1-100 0,0-3-60 15,0 1-56-15,0-7-44 0,0-1-132 16,0-2-332-16,0-7-612 0,0 0-1140 0,4-10-1904 16,0 5-1441-16</inkml:trace>
  <inkml:trace contextRef="#ctx0" brushRef="#br0" timeOffset="156162.9">25535 7045 5916 0,'0'0'1780'0,"0"0"-252"16,0 0 100-16,0 0-31 0,0 0 47 16,0 0-368-16,0 0-268 0,0 0-248 0,0 0-116 15,0 0-160-15,0 0-64 0,-28-48-40 0,16 48-256 16,0 3-124-16,-4 7-12 16,-4 6 12-16,1 7 12 0,2 8 108 15,2 6 104-15,2 9 128 0,2 8 92 0,3 0-104 16,-1-1-140-16,5-2-200 15,4-13-112-15,0-9-8 0,8-10-20 16,5-6 140-16,-2-7 76 0,6-4-76 0,2-2-8 16,1 0-104-16,4-11-8 0,1-6-100 15,3-5-124-15,-9-3 136 0,5-4-52 16,-4 1 28-16,-1 0 12 0,2 2-28 0,-6-3-12 16,-2 4 124-16,-2 2 28 0,2 1-40 15,-9 7 140-15,0-1 8 0,-4 3 84 16,0 3-20-16,0 3 44 0,0 5-108 15,0 2-8-15,-4 0-324 0,4 2 84 0,-4 12 12 16,-1 5 236-16,1 6 108 16,4 7 64-16,-4 6 88 15,4 1-36-15,0-1-112 0,0-7 60 0,0-3 52 16,4-4-28-16,0-10-148 0,5 2-48 16,2-6-8-16,1 0-92 0,0-4-32 0,4-4-228 15,4-2-408-15,0 0-464 0,0-2-1004 16,-4-4-1669-16,8-4-1883 0</inkml:trace>
  <inkml:trace contextRef="#ctx0" brushRef="#br0" timeOffset="156539.308">26288 6943 9232 0,'0'0'2129'15,"0"0"-1577"-15,0 0 256 0,0 0 388 16,0 0-308-1,-80 67-68-15,64-39-100 0,0 5-160 0,5 5 136 0,-2 0 32 16,2 3-184-16,3 0-152 16,-1-3-96-16,5 1-112 0,1-4-52 15,3-7-80-15,0-6 8 0,3-3-48 0,5-5 0 16,1-2 124-16,2-3-52 0,1-2-84 16,4-5-132-16,-4 1-124 0,4-3 36 0,0 0-356 15,0-5-140-15,0-5-260 16,0 0-540-16,-4-3-1000 0,-4 4-2685 0,-4-7-2611 15</inkml:trace>
  <inkml:trace contextRef="#ctx0" brushRef="#br0" timeOffset="156699.407">26141 7249 3008 0,'0'0'7156'15,"0"0"-5595"-15,0 0-905 0,0 0-4 0,0 0 20 16,0 0-36-16,0 0-128 0,0 0 44 15,0 0-288-15,95 18-264 0,-71-14-48 16,4-4-104-16,-1 0-464 0,1 0-920 16,-3-4-1469-16,14 1-3999 0</inkml:trace>
  <inkml:trace contextRef="#ctx0" brushRef="#br0" timeOffset="157169.107">27245 6934 1720 0,'0'0'8124'15,"0"0"-5987"-15,0 0-693 0,0 0 192 16,0 0-164-16,0 0-312 16,0 0-320-16,0 0-372 0,0 0-468 15,0 0-196-15,0 0 36 0,-73 19 48 0,50-9 112 16,-1 5 44-16,4-2 56 0,-4 3 48 15,0-4 108-15,4 4-36 0,-4 1-20 16,4-5 8-16,0 4 48 0,4-4-36 0,1 2-36 16,-2-3-52-16,9-4 4 15,5 0-52-15,-5-4-24 16,8-1-52-16,0-2 4 0,0 5-4 0,-4-5-8 0,4 6-44 16,-5 6 8-16,-3 4 36 0,5 3 124 15,-1 4-52-15,0 2-60 16,0 4 0-16,4 3 36 0,0-1-40 0,0-2 4 15,4-1-12-15,4-2 0 0,-1-5-60 0,2 2 48 16,3-6 12-16,3-3 92 0,5 2 104 16,1-6 0-16,2 3-112 0,1-8-72 15,8 2-12-15,-4-7-72 0,0 0-136 16,4 0-48-16,-5-7-108 16,-2 2-76-16,-1-4 12 0,-1-5 12 15,-7 2-188-15,0-2-148 0,-4 3-316 0,-4-3-288 16,-4-1-656-16,0 2-1197 15,-4-6-2411-15</inkml:trace>
  <inkml:trace contextRef="#ctx0" brushRef="#br0" timeOffset="157428.69">26966 7054 9052 0,'0'0'2209'0,"0"0"-1013"0,0 0-212 16,0 0 16-16,0 0 224 0,0 0-316 0,4 93-188 15,-1-62-48-15,1 1-44 0,0 0-196 16,4 3-100-16,-4-1-224 0,1 2 52 16,-2-5-160-16,1 1-8 0,0 0-100 0,-4-3-40 15,4-8-88-15,-4 2-240 16,0-2-228-16,4-4-280 0,0-4-432 15,1-4-852-15,-2-2-1861 0,5-7-1667 16</inkml:trace>
  <inkml:trace contextRef="#ctx0" brushRef="#br0" timeOffset="157912.78">27762 6492 12525 0,'0'0'2568'0,"0"0"-1600"0,0 0-464 16,0 0 316-16,0 0 480 0,-8 83-172 15,8-48-408-15,4 3-292 16,0 10 24-16,-4 6 433 0,0 6-169 15,0 3-292-15,0 7-256 0,-4 4-48 0,0 1-60 16,-4 2-56-16,1-1-4 0,3 1-48 16,-1-5-12-16,1 1 12 0,0 1-168 15,0-5-40-15,4-1-48 0,0-5-32 16,-4-3-16-16,4-4-25 0,0-7 61 16,0-8-24-16,0-6-76 0,4-10-108 15,0-3-136-15,4-6-264 0,-3-10-424 0,2-6-632 16,1 0-484-16,0-2-805 0,1-15-4379 0</inkml:trace>
  <inkml:trace contextRef="#ctx0" brushRef="#br0" timeOffset="159214.897">28874 7074 6364 0,'0'0'352'0,"0"0"220"16,0 0 700-16,0 0 708 0,0 0-627 0,0 0-305 15,0 0-116-15,0 0-20 0,0 0-244 0,0 0 100 16,0 0-92-16,-28-57-192 16,20 53-48-16,0 1-80 0,0 3-84 15,-4 0-100-15,0 3-172 0,0 8-116 0,-4 3 28 16,4 12 88-1,-4 6 100-15,4 6 96 0,1 6 76 0,-2 2 84 16,6 1 12-16,-1-7-112 0,3-4-108 16,5-8-64-16,0-6 40 15,0-9 44-15,5 1-68 0,3-12-12 0,3 4-88 16,2-2-160-16,-2-4 52 0,1 0-160 16,4 0 48-16,0-7-112 0,0-3-160 0,4-2 36 15,-4-1-172-15,4 1-116 16,-4-4-76-16,4 0 100 0,-5-6-24 0,6 2 164 0,-5-2 96 15,-1 0 244-15,2-4 240 16,-6 1 12-16,-3 3 180 0,1 3 0 16,-2 3 8-16,-7 3-48 0,4 4 88 0,-4 6 356 15,0 3-80-15,0 0-156 0,0 0-16 16,0 5 56-16,0 6 36 0,0 5-4 16,0 6 52-16,0 0-64 0,0 3-28 0,0 1-60 15,0-1-76-15,4-5-72 0,0 1-176 16,4-4-8-16,0-5-12 0,4 1-84 15,1-4 92-15,2-6-168 0,1 1-392 16,4-1-188 0,4-3-104-16,4 0-308 0,0-3-384 0,-9-1-2285 0,13-5-3759 15</inkml:trace>
  <inkml:trace contextRef="#ctx0" brushRef="#br0" timeOffset="159991.845">29240 6305 8532 0,'0'0'1876'0,"0"0"-487"0,0 0-45 0,0 0 284 0,0 0-68 15,0 0-560-15,5 83-296 16,-5-54-84-16,4 2 28 0,-4 7-108 15,0 0-160-15,0 4-160 0,0 2 24 16,-4 5-84-16,-5-5-104 0,-3 3-56 0,5-6-72 16,-6-3-64-16,6-6-24 0,3-7-32 15,0-8-152-15,4-9-120 0,0 3-312 0,0-9-324 16,8-2-624-16,-5 0-1072 16,5-13-2741-16</inkml:trace>
  <inkml:trace contextRef="#ctx0" brushRef="#br0" timeOffset="160289.293">29296 6328 6868 0,'0'0'2724'0,"0"0"-1367"0,0 0-289 15,0 0 272-15,0 0-360 0,0 0-412 0,0 0-228 16,0 0-88-1,0 0-60-15,0 0 132 0,84-4 20 16,-80 11-120-16,3-2-64 0,-3 2 28 0,-4 3 48 16,0 0-24-16,0-1 124 0,0 4-88 15,-7 2-52-15,-1 2-72 16,-4-2 12-16,-4 5-76 0,4-5-60 0,-4 2 0 16,0-5-4-16,4-3-156 0,4-3-420 15,0 0-140-15,0-1-120 0,0-5-152 0,0 0-400 16,4 0-796-16,1 0-1029 0,-6-11-2603 0</inkml:trace>
  <inkml:trace contextRef="#ctx0" brushRef="#br0" timeOffset="160791.12">29555 5943 9352 0,'0'0'2721'0,"0"0"-1457"0,0 0-512 15,0 0 436-15,0 0 168 0,0 0-360 0,20 86-400 16,-20-58-128-16,0 1-260 0,0 0 64 15,0-1-112-15,-8 1-160 0,4-4 0 16,0-3-100-16,0-2-24 0,4-7 16 16,0-4-16-16,0-6-124 0,0 0-8 0,0 0 44 15,0-3-36-15,0 0-84 0,0 0-152 16,0-3-64-16,8-7 232 16,0 1 124-16,4-4-56 0,-4-3-16 0,4-3 48 15,0 4 40-15,0-1 164 0,-4-3-124 16,0 3 136-16,-4-1 104 15,4-2-4-15,-4 5 76 0,0 0-12 0,-1 1 12 16,1 4-40-16,1 3 40 0,-5 3-24 0,4 3-72 16,0 0-20-16,0 0 28 15,0 9 12-15,-1 4 412 0,1 3-104 0,0 5-120 16,-4-2-40-16,0 7-40 0,5-3-60 0,-5-1-148 16,0 0-120-16,0 0 12 15,0-2 8-15,0-2-236 0,-5 1-460 0,5 1-384 16,-4-1-588-16,0-7-1265 0,1 4-3419 15</inkml:trace>
  <inkml:trace contextRef="#ctx0" brushRef="#br0" timeOffset="161244.506">29945 6931 11161 0,'0'0'2252'0,"0"0"-1096"0,0 0 292 0,0 0 52 0,80 22-484 16,-56-16-352-16,1-2-260 0,2-4-148 16,4 0-248-16,-3 0-8 15,4 0-124-15,-4-4-196 0,0 1-320 0,-4 0-544 16,-3 0-768-16,-10 0-2612 0,-7 3-4853 16</inkml:trace>
  <inkml:trace contextRef="#ctx0" brushRef="#br0" timeOffset="161429.832">30014 7124 9672 0,'0'0'2241'0,"0"0"-1857"0,0 0 412 0,0 0 752 16,0 0-164-16,0 0-304 0,95 39-472 15,-63-36-288-15,0-3-60 0,4 0-160 16,-4 0-100-16,-1-3-272 0,5-1-720 0,0 1-1116 15,-8 0-1988-15,11-7-4881 0</inkml:trace>
  <inkml:trace contextRef="#ctx0" brushRef="#br0" timeOffset="162162.707">30763 6680 9428 0,'0'0'3105'16,"0"0"-1701"-16,0 0-656 0,0 0 572 15,0 0-128-15,0 0-44 0,0 0-420 16,0 86-52-16,0-52-188 0,0 4 268 0,3 4-76 15,1 2-227-15,0 1-153 16,0-4-56-16,1 1-64 0,-5 2-92 16,0 1-88-16,0 2-12 0,0 0-40 15,0-2 40-15,-9 3-144 0,5-7-160 16,-3 0-108-16,-1-2-121 16,-1-2-51-16,1-5-140 0,1 0-84 0,3-10-336 0,0-9-348 15,4-4-120-15,0-9-548 16,8 0-513-16,3-16-1783 0</inkml:trace>
  <inkml:trace contextRef="#ctx0" brushRef="#br0" timeOffset="163380.698">31368 6363 4304 0,'0'0'4536'15,"0"0"-3576"-15,0 0-804 16,0 0 424-16,0 0 913 0,0 0-557 0,76-65-732 16,-56 47-204-16,-1 2 0 0,-2 4-76 15,-2-1 76-15,-2 3 12 0,-2 3 88 0,-3 4-24 16,1 0 168-16,-6 0-28 0,-3 3-64 16,0 0-140-16,0 0-12 0,4 3 0 15,-4 0 76-15,0 7 420 0,0 0-244 0,4 3-136 16,-4 2-80-16,0 4-36 15,0 0 0-15,-4 4-24 0,0 8 88 0,1 4-64 16,-10 6 48-16,2 8 156 0,-10 1 84 16,2 4 276-16,-5 0-108 0,-4 3-8 15,4-6-112-15,0-4-136 0,8-6-88 0,8-9-16 16,4-6-32-16,0-7-52 0,4-6 36 16,4-5-96-16,4-3 48 0,4-3-48 15,4-2-88-15,4-2-4 16,4-5-168-16,0-5-56 0,4-4-44 15,-5-4 64-15,1 4 68 0,-4 0 88 16,-4 0 76-16,-4 1-4 0,0 2-48 0,0 3 76 16,-8 1 76-16,4 3-112 0,-4-1-40 15,0 1-64-15,-4 3-140 16,0 3-16-16,0 0 44 0,0 0-32 0,0 0 80 16,0 0-4-16,0 3 296 0,0 3 168 15,0 1 444-15,0 5-52 0,0 1-16 0,0 0 76 16,-4 6 24-16,0 0-40 0,0 4-4 15,4-1 260-15,-4 3-268 0,4 0-248 16,0 4 4-16,0-1-4 0,0 1-28 0,0 3 4 16,0 0-52-1,-4 3 0-15,4 2 24 0,0 2-12 0,0-2-24 16,-4 1 72-16,4 4-35 0,0-4-37 16,0 0-76-16,0-3-144 0,0 0-36 15,0-4-8-15,4 5-64 0,0-5 68 16,0 4-4-16,-4 1 8 0,4 1 4 15,-4-1 8-15,0 2 48 0,0-1-52 0,0-2-8 16,0 1 0-16,-4-8-4 0,4 1 0 16,-4-4-8-16,0-3-48 0,4-3 0 0,-4 0 48 15,4-3 0-15,-4 1-36 16,0-3 36-16,0 0-84 0,4-2 20 0,-8 1 64 16,8-3 4-16,-4 2-4 0,1-2 0 0,-2-2-32 15,-3 3 40 1,4-2 4-16,-4 1-85 0,0-1-111 15,-4-2-132-15,1 2 96 0,-2-3 76 0,-2 1 144 16,-6-1 4-16,2 1-32 16,-5 0 40-16,-4-7 80 0,-4 0-80 0,0 0-12 15,0-7-72-15,-3-3-160 0,-2-3-136 16,-2-3-368-16,-1-2-320 0,-8-1-208 16,0 3-368-16,-4-3-596 0,13 9-1013 0,-21-3-2171 15</inkml:trace>
  <inkml:trace contextRef="#ctx0" brushRef="#br0" timeOffset="182996.248">16952 8508 5608 0,'0'0'4'0,"0"0"1420"0,0 0 472 16,0 0-420-16,0 0-75 0,0 0 175 0,0 0-280 15,0 0-216-15,0 0-112 0,0 0-24 16,0 0-100-16,0 0-60 0,21-53-156 15,-21 53-224-15,0 0-172 0,0 2-196 16,0 3-24-16,3 4-12 0,1 10 292 16,0-1-60-16,1 12-16 15,-1 1-32-15,-4 7-88 16,0 4-48-16,0 5-36 0,0 4 52 0,-9 3-64 0,-2 2 0 16,3-1-124-16,-5 2 40 0,2-6 24 15,-1-3 0-15,3-7-64 0,2-6 40 16,3-10 12-16,0-2-40 0,4-8 40 0,0-2 0 15,0-4-124-15,0-6 12 0,0 1-84 16,0-2-72-16,4-2 20 0,0 0 76 16,0 0-16-16,4-2 52 0,0-5 48 0,4-5 156 15,-5-8-4-15,6 2-68 0,-5-8-72 0,-1 1 0 16,2-7 12-16,-1 0 0 16,-1-6-72-16,-3 0 84 0,9 3 0 15,-9-3 4-15,3 3 120 16,5 4 60-16,-3 6 28 0,-2 2 60 15,5 7 40-15,-3 3 96 0,2 1 96 0,-3 5-48 16,1 1-60-16,2 0-64 0,-3 6-36 0,4-3-96 16,0 3-4-16,0 0-24 15,-4 3 12-15,4 0-52 0,-4 3 44 0,-5 4 8 16,1-4-52-16,1 7-4 0,-5-1-4 0,0 4-48 16,0 1-40-16,-9 2 40 15,-2-5-36-15,-1 3 76 0,0-1-116 0,-4 0-12 16,4-7-120-16,0 4 24 0,1-7-28 15,-6 4 88-15,6-4-28 0,2-3 4 16,1 0 48-16,1-3 28 0,-1 0 120 16,-1 0 64-16,5 0-4 0,-3 0-12 15,3-3-40-15,0-3 92 16,-5 3-88-16,9-3 0 0,-4 2 52 16,4 1-16-16,0 0-36 0,0 3-8 0,0 0 4 15,0 0 4-15,0 0 88 16,0 0-100-16,0 0-68 0,0 0-68 0,4 0 136 0,5 0 196 15,-1 3 12-15,-1 0 112 16,6 4 0-16,-2-4-60 0,1 3-64 0,4 0 48 16,0 1-36-16,0-1-88 0,0 4 16 15,0-1-76-15,4 0-12 0,-4 1 76 16,4 3-64-16,-5-4-56 0,2 5 4 0,2-2 0 16,-2 1 52-16,-2-5-44 0,1 6-16 15,1-5 8-15,-2 1 64 0,2-1-64 16,-6 1 4-1,1 0-8-15,0-4-4 0,0 0 0 0,-4-3-8 16,4 4-4-16,-4-4 0 0,3 0-88 16,-2 0-32-16,3-3-52 0,-5 3-196 15,6-3-228-15,-1 0-144 0,-1 0-124 0,6-3-556 16,-2 0-696-16,-2-3-1120 0,-2-4-3065 16</inkml:trace>
  <inkml:trace contextRef="#ctx0" brushRef="#br0" timeOffset="184643.273">16754 8410 4484 0,'0'0'1148'0,"0"0"-704"0,0 0 256 16,0 0 3625-16,0 0-2749 0,0 0-364 15,0 0-124-15,0 0-120 0,0 0-100 16,0 0-148-16,0 0-112 0,0-6-100 15,0 6-56-15,0 0-20 0,0 0-28 16,0 0-64-16,0 0-44 0,0 0-92 16,3 0-68-16,-3-3-88 0,4 3-44 0,0 0-4 15,5 0 72-15,-1-4-8 0,-1 4 20 16,10-3-40-16,-6 0-44 16,6 0-4-16,2-3 4 0,-3 3 12 0,4-1 60 15,0-2-28-15,0 0-44 0,-1 3-108 16,2-1 36-16,-6 1-52 0,5 0 40 0,-3 3-48 15,-6-3-28-15,-3 3 24 16,1 0 4-16,-1 0-28 0,-5 0-60 16,-3 0 0-16,4 0-24 0,-4 0-16 0,0 0-32 15,0 0-140-15,0 0-172 0,0 0-192 16,0 0-192-16,4 0-220 0,0 0-212 16,0 3-188-16,-4-3-93 0,5 0-775 0,-2 3-644 15,-3-3-1535-15,-20-6 4654 0</inkml:trace>
  <inkml:trace contextRef="#ctx0" brushRef="#br0" timeOffset="189613.322">19016 8645 4104 0,'0'0'220'0,"0"0"108"0,0 0 60 16,0 0 3524-16,0 0-2176 0,0 0-375 16,0 0-449-16,0 0-136 0,0 0 84 0,0 0 12 15,0-7-104-15,0 7-116 0,0 0-156 16,0 0-88-1,0 0-84-15,5 0-76 0,-5 0-88 16,0 0-112-16,0 0-48 0,0 0 48 0,4 7-48 16,-4-1 200-16,4 11 20 0,0-2-12 15,-4 8-48-15,0 2-24 0,0 4-28 16,0 2-32-16,3 2-68 0,-3 0 52 16,0 3-52-16,0-8 0 0,4 4-8 15,-4-6 0-15,4-4-72 0,1 1 72 0,-5-4-12 16,4 0 12-16,-4-5-8 0,0 3-80 15,4-4 16-15,-4-1 24 16,0-5-64-16,0-1-24 0,0 1 0 0,0-7-48 16,4 3-108-16,-4-3-168 0,0 0-144 15,0 0-168-15,0 0-132 16,0 0-252-16,0 0-420 0,0 0-400 0,0 0-1061 0,0-7-1883 16</inkml:trace>
  <inkml:trace contextRef="#ctx0" brushRef="#br0" timeOffset="190212.69">19092 8906 3908 0,'0'0'2668'0,"0"0"-1276"15,0 0-680-15,0 0 508 0,0 0 161 16,0 0-201-16,0 0-348 0,0 0-312 0,0 0 0 16,0 0-12-16,0 0-108 0,44-19-120 15,-36 15-32-15,8 1-60 0,-4-1-24 16,4-1-100-16,0 2-8 0,4-1-56 16,0 2-64-16,4-3 60 0,4 3-48 0,4-2 44 15,0-2 0 1,3-1 8-16,5-2 0 0,3 4 4 0,2-6 60 15,2 2-52-15,1-4-12 0,0 4 0 16,4-1 12-16,-4 1 4 0,-1-1-16 0,1 4-16 16,-4 0-36-16,0 3-8 0,0-4 52 15,-5 4 0-15,6 0 4 0,-6-1 0 16,6 4-72-16,-2-3 68 0,0 0 0 16,2-4-56-16,2 5 56 15,-3-8 8-15,0 4-4 0,0-1 4 0,-4-2 0 16,-5 3-8-16,5 0 8 0,-8-1-4 15,-4 3 4-15,4-2 8 0,-8-1-8 16,4 5-8-16,-4-5 4 0,4 2 0 16,-4 1-12-16,-1-3-44 0,-3 4 56 0,1 0 0 15,-2 0-8-15,1-4 0 0,-4 4 4 16,-4 3-4-16,0-3-64 0,0 0 28 16,0 3-4-16,-4 0-8 0,0-3 44 0,4 3-32 15,-4-3 0-15,-5 3 48 16,10-3 0-16,-9 3 0 0,4-4-8 0,-1 4-104 0,2-3-104 15,-5 0-300-15,4 3-132 16,-8-3 24-16,3 0-76 0,-3 0-84 16,0 3-361-16,0-4-979 0,0 1-564 0,-7 0-412 15</inkml:trace>
  <inkml:trace contextRef="#ctx0" brushRef="#br0" timeOffset="190706.938">20765 8410 7232 0,'0'0'1208'0,"0"0"-276"15,0 0-116-15,0 0 641 0,0 0 283 16,0 0-256-16,0 0-404 0,0 0-312 0,0 0-120 15,0 0 8-15,0 0 24 0,-7-9-152 16,7 9-208 0,0 0-188-16,4 0-132 0,-1 3-56 0,6 3 56 0,3 1 88 15,3 5 56-15,2 2-96 0,7 0-48 16,-5 0 0-16,5-2 40 0,-4 4-28 16,5 0-12-16,-2 0 0 0,1 0 0 15,0 0 48-15,-4 0-36 0,-1-4 60 16,2 1-72-16,-6 0-8 0,2-1-40 15,-6 2-60-15,2-6 44 0,-6 5-56 0,1-3 32 16,-4-4-8-16,0 7 84 0,-4-3-52 16,0-1 64-16,-4 7 120 15,-4 0-20-15,-3 0-40 0,-6 3 12 16,-3-1-72-16,1 2-4 0,-5-1-44 0,3 0 0 16,-6 0 40-16,7 0-92 0,-4-3-32 0,0-4-16 15,5 5-48-15,2-8-64 0,-2 4-96 16,6-4-116-1,2-3-20-15,-2 1-104 0,5-1-28 0,1 0-148 16,-1-3-84-16,-1 1-160 0,5-4-220 16,-3 0-461-16,3 0-371 0,0 0-1116 15,4 0-1228-15</inkml:trace>
  <inkml:trace contextRef="#ctx0" brushRef="#br0" timeOffset="192144.143">22165 8982 8096 0,'0'0'2036'0,"0"0"-543"16,0 0 47-16,0 0 8 16,0 0-128-16,0 0-392 0,0 0-232 0,0 0-144 15,0 0-148-15,0 0 0 0,0 0-76 16,67 38 112-16,-52-38-104 0,6 0-68 0,-1-3-152 16,-5-7-44-16,6 4-75 0,3-7-97 15,-5 0-8-15,1-2-41 0,1-1-23 16,-2-3-100-16,1 0-48 0,-4-4-32 15,4 2-44-15,-9-3 16 0,2 3-24 16,-5-2 60-16,-1 4 0 16,-7 0 108-16,0 4 76 0,0 2 48 0,0-3-76 15,-3 7-20-15,-5-4 20 16,0 3-48-16,-1 1 16 0,-2 0 8 0,3 2 12 16,-4 1-8-16,0 0 44 0,1 1-120 15,-2 3 184-15,1-2 112 0,0 1-40 16,4 3-20-16,-3 0-4 0,-2 0 36 0,1 7-80 15,-3 0 48-15,2 1-52 0,-2 9 0 16,-1 2 8-16,0 2 100 0,0 5-32 16,-5 6-4-16,6-4-20 0,-1 7 8 0,0 4-60 15,0 2-40-15,0 0 40 0,0 3 12 16,1-2 0-16,2-2 96 16,5 0 4-16,4-3-12 0,1-5-4 0,3-7 28 15,0 1-76-15,3-5-44 0,5-4 92 16,1-1-20-16,2-7 44 15,5 1 16-15,0-4 60 0,5-3-36 0,2 0 32 0,5-3 4 16,0 0-36-16,3-9-52 16,5-4 12-16,1-3-44 0,-1-3-76 0,-1 0 0 15,-3 0-60-15,0 0-36 16,-4 0-24-16,-4 0-160 0,-1 0-196 16,-6 0-64-16,-2 0-60 0,1 0-324 15,-4 2-552-15,-3-4-912 0,-2 9-1961 0,-3-14-2323 16</inkml:trace>
  <inkml:trace contextRef="#ctx0" brushRef="#br0" timeOffset="193961.106">22881 8125 3980 0,'0'0'1944'16,"0"0"-372"-16,0 0 284 16,0 0-296-16,0 0-259 0,0 0-341 0,0 0-212 0,0 0-76 15,0 0-64-15,0 0-56 16,0 0-72-16,8-29-116 0,-4 26-76 15,0 0 24-15,1-1-16 0,6 1 40 0,-3 0-40 16,1 3-88-16,2-4-96 0,1 4 0 16,4 0 24-16,-4 0-88 0,4 0 16 15,-4 0-52-15,-1 0 12 0,-2 0-24 16,-1 4-76-16,-4-4-20 0,3 3-52 0,-7 0-64 16,0 4 116-16,0-1 88 0,0 3-36 15,-4 5 40-15,-7 0-64 0,-2 3-68 16,-2 2-28-16,-1-3 28 0,0 0 128 15,0-1 0-15,0-2-80 0,5 0 88 0,-2-3 64 16,2-1-56 0,2-2 68-16,1-2-72 0,4-1-4 0,0-1-12 15,4 1-52-15,0-4-24 0,0 0-24 16,0 0-24-16,0 3 64 0,8 0 72 16,0 1 632-16,4-2-100 0,4 0-164 15,4 3 12-15,-3-3 296 0,2-2-248 0,1 0-244 16,-1 0-100-16,2 0-36 0,3-7-48 15,0 5-4-15,-5-4-128 0,5 0-40 16,-3-5-364-16,-2 6-360 0,-3-5-216 0,0 0-776 16,-4 4-2384-16,-4-7-3113 0</inkml:trace>
  <inkml:trace contextRef="#ctx0" brushRef="#br0" timeOffset="194187.487">23192 8111 10032 0,'0'0'1997'16,"0"0"-1229"-16,0 0 392 0,0 0 280 0,0 0-444 16,0 0-448-16,0 0-312 0,0 0-172 15,88-12-64-15,-68 9-8 0,-1 0-192 16,6-4-48-16,-5 4-52 0,-1 0-256 15,1-1-476-15,-4 2-412 0,-4-1-940 0,-4 0-2381 16,-4-1-1275-16</inkml:trace>
  <inkml:trace contextRef="#ctx0" brushRef="#br0" timeOffset="194412.562">23359 8076 4852 0,'0'0'1640'0,"0"0"-392"0,0 0 112 16,0 0 244-16,0 0-23 0,-36 74-229 0,32-58-500 16,1 3-144-16,-1 0-44 0,0 1-68 15,0-1-224-15,-5 2-260 0,-2 2-24 16,3-4-88-16,0-3-12 0,0 0-64 0,4-4-36 16,0-6-88-16,4 1-36 0,0-7-156 15,0 3-212-15,0-3-432 0,0 0-504 0,8-6-513 16,4-4 385-16,0 3-824 0,4-8-528 15</inkml:trace>
  <inkml:trace contextRef="#ctx0" brushRef="#br0" timeOffset="194605.036">23403 8188 1656 0,'0'0'2036'0,"0"0"-876"0,0 0-144 0,0 0 284 0,0 0 412 0,0 0-148 16,0 0-491-16,0 0-189 15,0 83-16-15,-3-61 12 0,3-7-36 0,0 5-100 16,0-5-264-16,3-2-140 0,1 0-256 15,4-7 116-15,1 1-124 16,-2-1 24-16,1-3-56 0,4-3-44 16,0 0-408-16,0 0-248 0,4-3-188 15,0-3-292-15,0-1-780 0,-4-2-1257 0,4-4-3403 16</inkml:trace>
  <inkml:trace contextRef="#ctx0" brushRef="#br0" timeOffset="194900.952">23666 8182 6536 0,'0'0'2852'16,"0"0"-1792"-16,0 0-231 0,0 0 275 0,0 0 4 16,0 0-308-16,0 0-380 15,0 0-420-15,0 0-12 0,0 0-152 16,0 0-16-16,84-4 168 0,-76 11 12 0,-4 2 268 15,0 4 160-15,-4 4-88 0,0-5-140 16,0 3 40-16,0 2 12 16,0-2-24-16,-4-1-40 0,0 1-64 0,0-2-48 0,0 0-40 15,4-4-36-15,0-3-172 16,0-3 56-16,0 1 16 0,0-4-28 0,0 0 16 16,0 0-240-16,0 0-288 0,0-4-296 15,0-2-528-15,0-1-1577 0,0-8-4259 16</inkml:trace>
  <inkml:trace contextRef="#ctx0" brushRef="#br0" timeOffset="195077.332">23738 7941 9700 0,'0'0'2333'0,"0"0"-1461"0,0 0-492 16,0 0 272-16,0 0 120 0,0 0-256 0,0 0-516 15,0 0-200-15,0 0-64 0,88-30-28 0,-80 30-204 16,3 4-524-16,-2-1-952 0,-5 1-3189 16</inkml:trace>
  <inkml:trace contextRef="#ctx0" brushRef="#br0" timeOffset="196013.653">22965 8657 6708 0,'0'0'1896'0,"0"0"-264"16,0 0 389-16,0 0-33 0,0 0-412 0,0 0-508 16,0 0-520-16,0 0-264 0,0 0-124 15,0 0-60-15,0 0 0 0,16 0-96 16,0 0 156-16,0-2 24 0,4-2-48 0,0 4-12 16,7-2 48-16,-3-2 48 0,4 2 76 15,4-5 192-15,-4 3-108 0,4 1-172 16,0 0-48-16,3 1-52 0,1-5-24 15,5 3 4-15,6-2-88 0,1 0-4 16,0-1 4-16,4 4-4 0,0-3-8 0,4 3 4 16,-5 0-44-16,5 3 40 15,0 0-48-15,-4-4 52 0,3 4-32 16,1 0 40-16,-4 0 36 0,4 0-36 0,-5 0-72 16,1 0 12-16,-4 0 48 0,0 0-52 15,0 0 64-15,-5 0 0 0,2 0 0 16,-2-3 8-16,1 0 44 0,-4 0-52 0,0 0 72 15,-9 0-60-15,1 3 0 0,-4 0 32 16,-4-4-40-16,-4 4-8 16,-4 0-40-16,0 0-16 0,-4 0 48 0,0 0-88 15,-5 0 40-15,2 0-36 16,-5 0-28-16,-4 0 52 0,4 0-76 16,-4 0-24-16,0 0-144 0,0 0-460 0,-4 0-496 15,-4 0-644-15,3 4-1080 0,-14-4-3885 16</inkml:trace>
  <inkml:trace contextRef="#ctx0" brushRef="#br0" timeOffset="196769.843">23978 8832 3860 0,'0'0'6124'0,"0"0"-4667"0,0 0-673 15,0 0 328-15,0 0 248 0,0 0-316 16,0 0-388-16,0 0-432 0,0 0-136 16,0 0 324-16,0 0 320 0,11 55-52 0,-7-27-252 15,-4 1-144-15,4 2-124 0,-4 1-24 16,0-1-52-16,0 5-84 0,0 2 4 15,-4-3-4-15,4 3-56 0,-4-6 8 0,0 2-64 16,4-2 28-16,-4-6 8 0,4-1-32 16,0-6 8-16,-3 0 0 0,3-3-32 15,0-3 20-15,-5-4-100 16,5-2-56-16,0-4-128 0,0 1-188 16,0-2-228-16,0-2-220 15,0 0-524-15,5 0-756 0,-2-2-1641 0,1-9-135 0</inkml:trace>
  <inkml:trace contextRef="#ctx0" brushRef="#br0" timeOffset="197143.028">23981 8890 7112 0,'0'0'2076'0,"0"0"-760"16,0 0-359-16,0 0 603 0,0 0-412 15,0 0-416-15,0 0-288 16,0 0-120-16,76-10-36 0,-64 17 20 16,0-1-108-16,3 0-28 0,-6 1 4 0,2-1-76 15,-7 0 60-15,4 4-48 0,-3-4 76 16,-5 1 36-16,0 5 60 0,0-2-48 15,0-1-152-15,-5 4-8 0,1-1-40 0,-4 1-36 16,-3 1-96-16,2-2-40 0,-2-3 12 16,3 1-12-16,-5-1 48 0,6-2 24 15,-5-2 56-15,3 2-88 0,2-7-92 16,-5 4-184-16,4-4-128 0,0 0-180 0,0-4-200 16,0-5-680-16,4-1-852 0,-4 1-2029 15,4-8-1127-15</inkml:trace>
  <inkml:trace contextRef="#ctx0" brushRef="#br0" timeOffset="197691.718">24408 8804 9592 0,'0'0'2233'16,"0"0"-993"-16,0 0-20 0,0 0 208 0,0 0-324 15,0 0-408-15,0 0-248 0,0 0-16 16,0 0-12-16,0 72-64 0,0-55-124 0,0-1-84 16,-5-4-140-16,5 5-8 0,0-5-4 15,0-2-8-15,0-4-64 0,0 0-68 16,0-3 80-16,0 1-44 0,0-1-40 0,0-3 12 16,0 0 12-16,0 0-84 0,0 0-140 15,5 0-60-15,-1 0 160 0,7-7 164 16,1-2-16-16,0-1-64 0,0-5 92 15,4 2 20-15,-4 0 48 0,-4 1 4 16,4 2 64-16,-8 0 60 0,4 3 12 16,-4 2-24-16,-4 5-64 0,0-3 40 0,4 3 48 15,-4 0-24-15,0 0-104 0,0 3 4 16,4 0 112-16,0 6 196 16,0 1-36-16,0 0-12 0,0 2-28 15,0 4-20-15,0-3-224 0,-1-1 0 0,2 1-52 16,-1-3-56-16,0-1-112 15,0 0-64-15,0-2-284 0,-1-4-288 0,1 3-244 16,-4-2-792-16,0-4-2381 0,0 0-4123 0</inkml:trace>
  <inkml:trace contextRef="#ctx0" brushRef="#br0" timeOffset="198585.952">24276 7864 4500 0,'0'0'4124'0,"0"0"-2284"0,0 0-247 0,0 0 71 0,0 0-136 16,0 0-356-16,0 0-436 0,0 0-300 15,0 0-116 1,0 0-60-16,0 0-24 0,0 4-228 16,0 8 64-16,4 7 324 0,-4 7 108 0,0 5-28 15,0 4-268-15,-4 3-120 0,-4 4-88 16,0 2-100-16,-4-3 88 0,0 0-132 16,4-2-40-16,0-11-112 0,4-2 124 0,0-8 12 15,4-1 12-15,0-4-36 16,-4-1-160-16,4-6-100 0,0-2 20 15,0-1-8-15,0 0-16 0,0-3-4 0,0 0-16 16,0 0 52-16,0-3 52 0,8-4 188 16,-4-6 164-16,8 1-64 0,0-7 76 0,0-3-100 15,0 0-28-15,3-3 64 16,-2 1 8-16,-2 2 56 16,2 3 64-16,-1 4 76 0,-1 2 0 0,-2 4 188 15,-1 2 124-15,-1 1-60 0,1 6-92 16,1 0-72-16,-2 0 24 0,-3 0-80 15,4 3-20-15,-3 0-40 0,-1 4 24 0,-4-1-28 16,0 0-108-16,0 4-64 0,0 2-36 16,-9-2 28-16,1-1-52 0,-3 4-28 0,2-3-24 15,-3-1-60-15,1 1 20 0,-2-8 116 16,2 5 36-16,3-7 60 0,4 4 4 16,-5-4 88-16,6 0 40 0,-1 0-12 0,4 0 20 15,-4 0-24 1,4 0 64-16,0 0-28 0,0 0-88 0,0 0-56 15,0 0 40-15,0 0 68 0,0 0 0 16,0 0-24-16,4 0-8 0,-4 0-72 0,0 0-8 16,4 0 8-16,-1 0 164 15,6 0 100-15,-5 2-12 0,4 2-76 0,-1-2 100 0,6 2 76 16,-5 3-92-16,3-1-120 16,-3 0-12-16,8 1-96 0,-4 3-40 15,1-6-8-15,-2 7 0 16,2-5-104-16,-2 1 112 0,-3-1-8 0,0-3-40 15,4 1-28-15,-8-1 4 16,4-1-40-16,-4 2-96 0,4-4-224 0,-4 3-320 0,4-3-368 16,-4 0-552-16,0 0-1436 0,-4 0-3501 15</inkml:trace>
  <inkml:trace contextRef="#ctx0" brushRef="#br0" timeOffset="-199763.349">3493 13772 4852 0,'0'0'1288'0,"0"0"3793"16,0 0-4401-16,0 0-528 0,-91-2 376 15,71-2 480-15,0 4 56 0,-4 0-268 0,5 0-196 16,2 0-20-16,2 0-128 0,-2 0 68 16,2 0 160-16,2 4-212 15,-2-2-232-15,-1 5-188 0,-4 3 124 0,0 3-12 0,-4-1-148 16,5 7-8-16,-9 0-4 16,4 6 12-16,-4 4 0 0,0 4-8 15,-4 0-4-15,0 9-4 0,4-1 0 0,-4 4-4 16,0 2-92-16,4 4-32 15,0 3 32-15,4-3 16 16,5 4-16-16,-1-2-36 0,4 1-12 0,4-1 12 16,0 1 24-16,12 1-48 0,0 2 100 15,0-2-64-15,8-3 0 0,8 6 64 16,0-3-76-16,8-5 36 0,0 1-24 0,8-4-40 16,3 1 28-16,5-4-24 0,4-2-16 15,0-4 176-15,4-7-200 0,3 1 200 16,5-3 88-16,0-4-88 0,4 0-28 15,0-2 28-15,-1-4 372 0,5 0-152 0,4 0-220 16,-1-3-60-16,6-4 60 16,6-2 24-16,1-3-16 0,3-1-8 15,5-6 100-15,-1 0-92 0,5-6-8 16,4-1 8-16,-5-5-8 0,5-5 112 0,-8 5-108 16,3-4 108-16,1-3-52 15,-4 0-12-15,-4-4-44 0,-5-2-4 0,-3 0 0 0,-1-7-108 16,-3 0-40-16,-4-6-128 0,0-4 144 15,-8 2 132-15,-9-8 8 0,-7 4-4 16,-4 0 4-16,-12-1 92 0,-4 1 36 16,-5 2 28-16,-6-2 84 0,-6-5-24 15,-3 2-40-15,-4-6-148 0,0-5-36 16,-4 2 0-16,-3-9 24 0,-6 8 64 0,1-2 48 16,-3-2-24-16,-1 4-4 15,-5 0-96-15,-2-1 76 0,-5 8-40 16,0-1 52-16,-4 3 36 0,-3 4-40 0,-2 2 128 0,-3 4-104 15,-3 3-120-15,-5 1-120 0,-3 2-264 16,-5 3 176-16,-8 0-64 16,-8 7-24-16,0 3-36 0,-8 3 144 15,1 7 140-15,-5 6-64 0,5 3 112 0,-5 0-12 16,0 0 12-16,0 3-8 16,5 3-156-16,-5-3 116 0,4 4-252 0,-3-1 240 15,7 0 48-15,1 1-188 0,-2 2-88 0,2-2-4 16,7-1 68-1,1 3 108-15,-2 1 108 0,6 0-140 16,-1 5-208-16,0 2 192 0,5 5-376 16,-1 3 56-16,4 0-76 0,1 10-140 0,3 0-172 15,0 0-40-15,8 7-145 0,0-4-679 16,4 0-812-16,12-10-384 0,-15 13 740 16</inkml:trace>
  <inkml:trace contextRef="#ctx0" brushRef="#br0" timeOffset="-183318.335">8422 14135 1828 0,'0'0'6808'16,"0"0"-4367"-16,0 0-593 0,0 0-728 0,0 0-84 15,0 0 188-15,0 0-140 0,0 0-280 16,0 0-212-16,-16 9-148 0,20-6-112 16,4 3 36-16,8 5 36 0,0-3 180 15,4 3-208-15,4-3-240 0,0-4 168 0,3 3-196 16,6-7 25-16,3 0 15 0,-4 0-40 16,7-4 12-16,-3-5-20 0,8-1-100 15,0 1-8-15,8-3 8 0,-5 1-8 16,1-1-40-16,0 2 44 0,-4-3-64 15,-1 7 56-15,-7 0-84 0,1 3 84 16,-5 0-72-16,-9 3-4 0,1 0 4 16,-8 0 76-16,0 3-101 0,-8 3 13 15,0 0 20-15,-4 4 76 0,-4-1 4 16,0 2 8-16,0 3-8 0,-12-1 96 16,0 7 69-16,-8-1-169 0,0 3 0 15,-8 3-121-15,0 0 49 0,-7 1-76 0,-1 6 64 16,-8-3-36-16,0 5 32 0,0 1 84 15,0 0-40-15,0 4 44 0,1-5 48 0,3 4-48 16,0-3 56-16,4 0-52 0,8-3 4 16,1 1-8-16,3-6-4 15,7-4 0-15,2-1 0 0,2-6 0 0,6-4 0 0,-1 1-4 16,4-3 0-16,4-4 0 16,-4 0 8-16,4 0 0 0,0-2 8 15,8 2 56-15,0-3-4 0,3 3 72 0,6-1 28 16,7 0-76-1,0-5 161-15,3 3-113 0,5-3-12 0,0 0 40 0,8 0-52 16,0-3-48-16,-1-2-56 0,2-2 44 16,2-3-40-16,2 3-8 15,-2 1-80-15,0 0 76 0,2 0 4 16,-10-1-72-16,1 4-52 0,-4 0-20 0,-4 0-124 16,-4 0 39-16,-5-1-111 15,-2 4-64-15,-10-3-56 0,6 3-92 0,-9 0-196 16,0 0-284-16,-4-3-644 0,0 0-708 15,0-4-1609-15,-4 0-959 0,0 2 848 16,-1-11 3412-16</inkml:trace>
  <inkml:trace contextRef="#ctx0" brushRef="#br0" timeOffset="-182996.866">9443 14274 3156 0,'0'0'2424'0,"0"0"1220"15,0 0-2440-15,0 0-315 0,0 0 191 16,0 0 400-16,0 0-76 0,0 0-308 0,0 0-484 16,0 0-328-16,0 0 4 0,-80 58 68 15,55-37 4-15,1 9-16 16,-3-5-96-16,-1 7-52 0,-3-1-60 0,-1 1-96 15,-5 0-40-15,5-1-4 0,-4 1-80 16,5 0 8-16,3-7-60 16,0 1-12-16,5-7-84 0,2-1-16 0,1-4-284 0,8-2-200 15,1-5-16-15,2-4-236 0,5-3-328 16,4 0-744-16,-4 0-2529 16,4-7-627-16,0-1 3216 0</inkml:trace>
  <inkml:trace contextRef="#ctx0" brushRef="#br0" timeOffset="-181285.979">10100 14198 1592 0,'0'0'12'16,"0"0"392"-16,0 0-300 0,0 0 1096 15,0 0 2084-15,0 0-1220 0,0 0-628 16,0 0-159-16,0 0 159 0,0 0-160 16,28-32-128-16,-28 32-124 0,0 0-252 0,0 4-236 15,0-2-128-15,-4 3-224 16,0 1 76-16,-5 6-64 0,2 1-120 0,-5 3-72 16,0 6 80-16,-4 3-32 0,0 4-44 15,-4 3 76-15,0 2-84 0,-8 8 4 16,0 2-4-16,-8 11-8 0,-3 2-4 0,-2 9-172 15,-6 1 180-15,-1 6 4 16,1 0 24-16,-2-3-24 0,2-4 0 0,-1 4-72 16,1-7 8-16,2 4 56 0,-2-3 4 15,6-3-8-15,2-4-60 0,3-7 56 16,4-2-68-16,8-7 84 0,0-4-76 0,5-4-32 16,6-7-16-16,-2-4-64 15,6-7 64-15,9-2-84 0,-4-7-116 16,4-2-124-16,0-4-64 0,0 0-80 15,0 0-176-15,4 0-16 0,1-7-108 0,3-2-604 16,-1-4-309-16,5-3-815 0,-3 1-1300 16,2-2 1340-16,1-1 2136 0</inkml:trace>
  <inkml:trace contextRef="#ctx0" brushRef="#br0" timeOffset="-180998.373">9718 15274 1072 0,'0'0'2532'15,"0"0"3788"-15,0 0-5404 0,7 74-423 0,-7-49-21 0,4 4 592 16,0 2 172-16,0 4-288 0,4 4-344 16,0 5 104-16,0 1-148 0,0 5-260 15,-4 2-76-15,4 1-88 0,-4 1-40 16,0-3-96-16,0-1-64 0,0 0 0 0,-4-4-40 15,0-8 104-15,0-4 0 0,4-4 0 16,-4-5-12-16,0-6 4 16,0-4-76-16,0-1-16 0,4-8-88 15,-4-6-96-15,0 0-268 0,0-3-168 16,3-10-136-16,2-3-364 0,-1-6 8 16,0-7-1017-16,-4 3-2863 0,4-21 1688 0</inkml:trace>
  <inkml:trace contextRef="#ctx0" brushRef="#br0" timeOffset="-180713.478">9813 15316 2468 0,'0'0'784'0,"0"0"5292"0,0 0-5428 16,0 0-248-16,0 0 64 16,0 0 733-16,0 0 211 0,0 0-496 0,0 0-280 15,0 0-140-15,79-32 0 0,-66 38-100 16,-2 1-80-16,1 0-140 15,1 1-60-15,-6 3 0 0,-3 1 28 0,0 1-40 0,-4 5-92 16,0 5-8-16,-12-1-64 16,1 4-84-16,-9 2 24 0,-1 0 48 15,2-2 72-15,-5-4-120 0,0-2 48 0,4-4 12 16,0-4-96-16,0-5-104 16,5-5-140-16,-2-2-212 0,6-7-144 15,2-5-380-15,-3-4-836 0,5-3-1241 0,3-2-2027 16,4 2 3900-16,0-6-171 0</inkml:trace>
  <inkml:trace contextRef="#ctx0" brushRef="#br0" timeOffset="-180370.694">10180 15112 484 0,'0'0'10541'0,"0"0"-8997"15,87-25-768-15,-55 17 380 0,8-3 192 0,-4 2-456 16,-4 2-368-16,3-2-264 0,-7 6-24 15,4-4-88 1,-8 7-148-16,-4 0-8 0,-4 0-164 0,-4 4 172 16,-4 5 12-16,-4 7 64 0,-4 3 20 15,-9 7-32-15,-2 2 108 0,-9 7-148 0,4 6 28 16,-8 0-52-16,0 4 4 0,1-1 44 16,-5 1-48-16,4-4 4 0,3 0-4 15,6-2 124-15,2-9 12 0,6 3 96 0,7-12 40 16,0-1-76-16,3-1-36 0,5-6 36 15,5-4 48-15,2 1 0 16,5-4-8-16,1-2-68 0,7-4-80 0,-5 0-40 16,5-7-48-16,0-2-76 0,0-4-152 0,0 0-68 15,0-2-120-15,-4 2-124 16,-1-3-172-16,1-4-168 0,-7 5-368 0,-2-1-908 16,1 0-1793-16,-8 4-1859 0,0-8 2080 0</inkml:trace>
  <inkml:trace contextRef="#ctx0" brushRef="#br0" timeOffset="-180119.535">10745 15135 2164 0,'0'0'2700'0,"0"0"2248"16,0 0-3643-16,-48 79-637 0,33-44-220 0,-2-3 448 15,-2 6 388-15,-1 1-236 16,-5-1-384-16,6 3-272 0,-1-4-204 0,-4 1-188 0,5-2-4 16,-6-5-96-16,5 1-24 15,0-6-128-15,1-7-64 0,6-3-112 0,-2-4-200 16,7-3-312-16,-5-2-384 0,6-7-877 16,-1 0-1687-16,4 0-260 15,-5-9 3080-15</inkml:trace>
  <inkml:trace contextRef="#ctx0" brushRef="#br0" timeOffset="-165487.249">11750 14179 1632 0,'0'0'156'0,"0"0"508"0,0 0 4124 16,0 0-3488-16,0 0-160 0,0 0-68 15,0 0 9-15,0 0 95 0,32-54-144 16,-29 48-208-16,1-1-168 0,0-2-56 16,4 3-56-16,-8-1-48 0,4 1-72 15,0-1-76-15,0 4-80 0,-4 0-92 16,0 0-16-16,0 3-76 0,0 0 64 0,0 0-36 16,0 0-12-16,0 0 144 15,-8 3 112-15,4 0-36 0,-4 0-128 0,-3 4-192 16,-6 3-76-16,2-1-44 0,-6 4 108 0,5-1-108 15,1 4 108-15,-2-2-100 0,2 0 28 16,-2 0 80-16,6 2-44 0,-6 0 36 16,2-1-52-16,2 4 4 0,-2 0-40 15,-1 0 100-15,0 3-12 0,5 1 12 16,-2 0-60-16,-2-2 56 16,6-2 4-16,1 1 4 0,0-5 0 0,5 1 0 15,-1 0 4-15,-1-4-8 0,5 1 4 16,0 0-4-16,0 0 0 0,0-4-44 0,0-2 40 15,0 2 0-15,0-3-8 0,5 0 12 16,-1 1 0-16,3-1 84 0,1-2 28 16,0 3 120-1,4-1-148-15,0 0-32 0,4-4-4 0,-4 2 12 16,8 3-56-16,-4-4 84 16,4 0 16-16,0 0-100 0,3 0 4 0,1-3 0 0,-3 0 64 15,3 0-68-15,-1 0 112 0,1 0-104 16,4 0 64-16,-4 0-28 0,4 0 12 0,4 0 60 15,-4 0-120-15,4 0 4 0,0 0 108 16,3 4-112-16,1-4 48 0,0 3-44 16,4-3-4-16,-4 3 0 0,3-3-4 15,-3 0 16-15,0 0-12 0,-4 0 44 0,8 0-44 16,-8 0 0-16,0-3 0 16,0-4-8-16,0 4 8 15,-4 0 0-15,0-3 0 0,0 6-24 0,-5-7-24 16,1 7-12-16,-4-4 52 0,-1 2-140 15,-2 2 64-15,3 0 24 0,-8-3 48 0,3 3-76 16,-6-3 16-16,2 3-16 0,-7 0-108 16,0 0-48-16,0 0-60 0,-4 0-28 15,5-4 24-15,-5 4 12 0,0 0-52 0,0 0-72 16,0-2-300-16,0-3-448 0,-9 3-652 16,5-4-416-16,-7 0-733 0,3-1-1311 15,-12-3 320-15</inkml:trace>
  <inkml:trace contextRef="#ctx0" brushRef="#br0" timeOffset="-165154.39">12486 14446 1508 0,'0'0'588'0,"0"0"-588"16,0 0 5104-16,0 0-3480 0,0 0-344 15,0 0-259-15,0 0-45 0,0 0-28 0,0 0-84 16,0 0-180-16,0 0-116 0,68 16-64 15,-52-10 64-15,4 0-28 0,-1 1-204 0,-2-1-88 16,3 0-172-16,-4 4 72 16,0-4-148-16,-5 1-12 15,6 2-64-15,-6-2 76 0,-3 2 44 0,0 1-36 16,-3 3 4-16,2 0-8 0,-7 1 116 16,0 3 28-16,0-1-76 0,-7 3-68 15,-6 3 96-15,2 3-100 0,-2 1 0 0,-2-3-60 16,-2 2-28-16,6-3 84 0,-1-3-8 15,-4 0-124-15,8-3 12 0,-5-4-40 16,6 1-44-16,3-6-128 0,-4 0-88 16,4-2-108-16,0-2-272 0,4 0-244 15,-4-3-420-15,0 0-681 0,4 0-1935 0,-4-6-1448 0</inkml:trace>
  <inkml:trace contextRef="#ctx0" brushRef="#br0" timeOffset="-163864.415">13431 13953 12 0,'0'0'80'0,"0"0"9212"0,0 0-7147 15,0 0-569-15,0 0-572 0,0 0 196 16,0 0 72-16,0 0-276 0,0 0-280 16,0 0-320-16,0 0-140 15,3-2 4-15,14-2 120 0,2 1 60 0,5 3-120 0,8-3-100 16,-4 1-88-16,4 2-24 0,4 0-56 16,-5 0 32-16,6 0 36 0,3 2-60 15,-5 1-60-15,1-3-8 0,0 3-44 16,-4-3-20-16,-1 4 64 0,-6-2-76 0,3 3 84 31,-8 1-148-31,-5-4 140 0,2 9-4 0,-10-5-196 0,-3 2 120 16,-4 6 88-16,0-1 96 0,-4 9-96 0,-7 0 0 15,-10 6-116-15,1 7-32 0,-3 0-60 16,-5 0-84-16,0 3-40 16,0 3 88-16,-4-3 120 0,-3 1 64 0,-2-1 60 15,-3 3 8-15,-3 0 4 0,-1 0 96 16,-4 0 16-16,0 1 24 0,1 3-36 15,2-4-16-15,2 0-20 0,7-9 44 0,4-3-60 16,12-10-48-16,12-7-12 16,0-2-64-16,8-10-32 0,0 0-4 0,0 0 28 15,0 0-76-15,12 0 148 0,-4 3 0 16,8 0 160-16,-4 0-64 0,8 1-92 16,0-1 4-16,0 0 4 0,0 0 124 15,7 0-132-15,6 0 56 0,-1-3 16 16,3 0 8-16,5 0 4 15,3 0 44-15,2-6-32 0,7 3-40 0,-5-3 48 0,1-1-28 16,0 1-80-16,-4-4-136 16,0 1-8-16,-9-5-140 0,6 2 64 15,-9 3-148-15,-1-3-36 0,-7 1-76 0,-4 3-148 16,-4 1-456-16,-8-3-584 0,0 4-708 16,-4-1-709-16,-4 2-1371 0</inkml:trace>
  <inkml:trace contextRef="#ctx0" brushRef="#br0" timeOffset="-163548.276">14327 14205 184 0,'0'0'208'0,"0"0"9388"0,0 0-8291 16,0 0-601-16,0 0 208 0,0 0 512 0,0 0-160 15,0 0-360-15,0 0-256 16,0 0-112-16,-96 57-56 0,72-38 40 0,-8 3-16 16,1 0-236-16,-1 4-120 0,-4 2-136 15,4-2-4-15,-4 2-8 16,1 4 0-16,-1-4 0 0,-1 4-60 0,6-4-12 16,-5 2 20-16,8-2-44 0,0-3-52 15,0-6-72-15,9 3-140 0,-2-6-44 16,10 0-92-16,3-9-200 0,-1-1-384 0,9 1-204 15,0-4-392-15,0-3-312 0,0 3-705 16,0 1-387-16,0-4-1196 16,0 0 4132-16,4 0-655 0</inkml:trace>
  <inkml:trace contextRef="#ctx0" brushRef="#br0" timeOffset="-157272.126">15128 14036 2620 0,'0'0'2140'15,"0"0"2628"-15,0 0-3307 0,0 0-253 0,0 0-212 16,0 0 20-16,0 0-144 0,0 0-252 16,-36 67-272-16,28-51 84 0,-4 0-208 15,-4 2-88-15,0 8 16 0,-3 3 108 16,-6 6 212-16,1 3-88 0,-4 3-212 0,0 3-48 15,-3 1 0-15,-1 6-52 0,-4 3-8 16,0 2-16-16,-3 8 0 0,-6-3-36 0,2 6 64 16,-1-1-68-16,0-3-4 15,-4 5 8-15,5-2-4 0,-6 0-8 16,6-5-124-16,7-1 112 16,0-6 0-16,5-3 8 0,3-7-8 15,3-2-48-15,5-7 48 0,5-7-88 0,2-3-24 16,6-2 0-16,-1-6-148 0,4-2 112 15,4-2-176-15,-4-4-48 0,4-2-88 16,0-5-748-16,0 2 652 0,0-1 252 16,0-3 112-16,0 0-112 0,0 0-192 0,0 0-524 15,4 0-8-15,-4 0-689 0,4-7-347 16,-4 1-2192-16</inkml:trace>
  <inkml:trace contextRef="#ctx0" brushRef="#br0" timeOffset="-156803.348">14749 15172 3596 0,'0'0'508'0,"0"0"4704"15,0 0-3507-15,0 0-573 0,0 0-108 0,0 0 108 16,0 0 4-16,0 0-168 0,0 0-44 15,0 0-452-15,8 80-200 0,-4-51-100 16,5 9 36 0,-2 6 140-16,1 7-116 0,4 7 36 0,-4 3 4 15,0 2-160-15,0 3-112 0,1-2-4 16,-6 1-48-16,5 0 48 0,-4-9-56 16,-4-1 52-16,4-7-40 0,-4-4-28 0,4-5 64 15,0-8-124-15,-4-4 128 0,4-3-100 16,-4-8-40-16,0-7-160 0,4-3-88 0,-4-6-172 15,4-3-100-15,-4-7-156 16,0-5-200-16,0-5-264 0,4-5-668 16,-4 6-609-16,0-21-1939 0</inkml:trace>
  <inkml:trace contextRef="#ctx0" brushRef="#br0" timeOffset="-156505.276">14802 15323 144 0,'0'0'1524'15,"0"0"-924"-15,0 0 4372 0,0-64-3064 16,0 48-356-16,3 6-511 0,1 1-141 0,4 3-148 16,-4-1-104-16,8 1-76 0,0 3-92 15,4-3 72-15,-4 6 40 0,3 0-4 16,-2 0-88-16,2 0-104 0,-2 6-88 16,-1 0-36-16,-5 4 0 0,2-1-88 0,-1 4-60 15,-8 6 60-15,0 1-60 0,0 1-28 16,-8 5-84-16,-5-1-12 15,-2 1-8-15,-1-1-124 0,0-3-52 0,-4 0-88 0,4-3-124 16,-4-5-36-16,9-2-64 16,-6-3-52-16,6-2-92 0,-2-5-228 15,5-2-380-15,1 0-604 16,-2-2-969-16,1-5-2031 0,0-9 305 16</inkml:trace>
  <inkml:trace contextRef="#ctx0" brushRef="#br0" timeOffset="-154551.127">15195 14887 2248 0,'0'0'300'0,"0"0"-300"0,0 0 5304 15,0 0-3776-15,0 0-636 0,0 0-51 16,0 0 211-16,0 0-4 0,0 0-256 16,0 0-212-16,0 0-60 0,17-19 96 0,-17 19-124 0,0 0-68 15,0 0-12-15,0 0-124 16,0 0-16-16,0 0 12 0,0 0-48 15,0 0-124-15,0 0-112 0,4 4-44 0,-4 3 44 16,7 4 100-16,2 6 36 0,-1-2-12 16,-4 4-120-16,3 3 0 0,-3 1-4 0,0-1 48 15,-4-3-48-15,5 0-12 16,-5 0-48-16,0-3 52 16,0-4-68-16,0 2 4 0,0-2 20 0,0-6 40 15,0 1-48-15,0-2-16 0,0-5-72 16,0 4 40-16,0-4 20 15,0 0-24-15,0 0-36 0,0 0-40 0,0 0 16 0,0 0 72 16,0 0-12-16,0 3-12 0,0-3 48 16,0 0-24-16,0 0 36 0,0 0 52 15,0 0-36-15,0-3 48 0,0 3 72 16,0-4 52-16,0 2-68 0,0-1-56 0,0 0-48 16,0-1 48-1,0 1 4-15,-5 0-4 0,5 0-8 0,0-1 4 16,0 1 4-16,-4 1 0 0,4-1 4 15,0-1 44-15,0 4-40 0,0-3-4 16,0-1-4-16,0 4-48 0,0 0 48 16,-4-3 12-16,4 3 0 0,0 0 0 0,0 0 52 15,0 0-64-15,0 0 0 0,0 0-12 16,0 0-52-16,0 0 16 0,0 0-4 0,0 0 44 16,0 0-4-16,0 0 0 15,0 0 0-15,0 0 0 0,0 0 4 0,0 0 4 16,0 0-8-16,0 0 4 0,0 0 0 15,0 0-64-15,0 0-16 0,0 0 0 0,0 0-12 16,0 0-4 0,0 0 16-16,0 0 36 0,0 0 4 15,0 0-40-15,0 0 36 0,0 0 48 0,0 0-8 16,0 0 4-16,0 0-4 0,0 0 4 16,0 0-4-16,0 0-140 0,0 0-60 15,0 0-56-15,0 0 16 0,0 3 0 16,0-3-12-16,0 0-52 0,0 0-104 0,-4 0-204 15,4 0-272-15,-3 0-521 16,-1-6-1639-16,0 3-2656 0,-9-7 3948 0,41 26 1580 0</inkml:trace>
  <inkml:trace contextRef="#ctx0" brushRef="#br0" timeOffset="-153963.729">15045 14947 2840 0,'0'0'168'0,"0"0"-168"15,0 0 5152-15,0 0-3404 0,0 0-611 0,0 0-173 0,0 0 32 16,0 0-16-16,0 0-80 15,0 0-180-15,0 0-104 0,63-50-52 0,-55 46-80 16,0 1-112-16,0 3-48 0,0 0-52 16,0 0-16-16,4 0-120 0,-5 0-36 15,-2 0-24-15,7 0-64 0,-5 7 0 16,2-4-4-16,-1 4-8 0,3 2-60 0,-3 0 60 16,1 4-12-16,-1 0 4 0,-5 2 4 15,1 8 0-15,0-1-4 0,-4 0-212 16,0 4 108-16,0-1-48 0,-4 3 12 15,0 1 24 1,-3-4-24-16,-1-2-28 0,3-1 92 16,1-3 8-16,0-3 72 0,1-3-4 0,-1-4-4 0,0 2-40 15,4-6-8-15,-4 1 48 0,4-3-52 0,0 1-48 16,0-4-36-16,0 3 84 16,0-3 4-16,0 0 60 15,0 0 0-15,0 0 0 0,0 0 0 0,0 0-52 16,0 0 40-16,0 0 12 0,8 0 40 15,-1-3 196-15,6-4-24 0,-1 4-88 16,3-3-64-16,-3-1 40 0,0 1-12 16,4 3-40-16,-4-3-44 0,1 2-4 0,-6 1-12 15,1 0-76-15,0 3 16 0,0-3-4 16,0 3-72-16,0 0 12 0,0-3-100 0,0 3-288 16,-4 0-220-16,4 0-684 0,-4 0-868 15,0 3-2229-15,-4-3-1279 0</inkml:trace>
  <inkml:trace contextRef="#ctx0" brushRef="#br0" timeOffset="-153485.377">15395 15497 3252 0,'0'0'116'0,"0"0"7040"0,0 0-5611 15,0 0-293-15,0 0 232 0,79-6-124 16,-55-1-308-16,4 2-348 0,4-2-196 16,4-3-124-16,-4 3-16 0,4-5-112 15,-4 6-84-15,0-1-172 0,-4 1 0 16,-9 3-172-16,1 3 88 0,-8 0 84 15,1 6 36-15,-6 4-36 0,-3 5-100 0,-4 5-32 16,0 1-128-16,-8 9 40 0,-4 1 8 16,0 1 52-16,-4 0-24 0,1-1 60 15,-2 1 48-15,2-4 28 0,-6 4 36 16,6 0 8-16,-5-3 0 0,4 2 0 0,0-5 8 16,4-1-4-16,0-5 8 0,4-5 36 15,4-3-44-15,4-5-60 0,0 3 60 16,0-7 60-16,12 0 200 0,0-1 88 15,4 3-4-15,8-5-48 0,0 0-52 16,4 0 12-16,0-5-48 16,4 3-108-16,0-8 4 0,-1 4-104 0,-3-3-72 15,4-4 12-15,-5 3-52 16,1-5-216-16,0 3-360 0,-4-5-204 16,0 4-188-16,-4-6-488 0,-8 7-1048 0,4-8-2977 0</inkml:trace>
  <inkml:trace contextRef="#ctx0" brushRef="#br0" timeOffset="-153266.495">16037 15533 7280 0,'0'0'5141'0,"0"0"-4501"16,0 0-512-16,-56 69 532 15,35-47 584-15,6 0-24 0,-5 4-472 0,4-7-460 16,4 6-140-16,-4-3-36 0,0 1-108 15,0 2-4-15,-4 0-48 0,0 1-28 16,1-1-72-16,-2 0 36 0,6 0-52 0,-5-6-184 16,-1 1-232-16,10-4-208 15,-6-3-48-15,10-4-140 0,-5-2-492 0,8-5-1281 16,-4-2-2575-16</inkml:trace>
  <inkml:trace contextRef="#ctx0" brushRef="#br0" timeOffset="-152341.996">16945 14259 80 0,'0'0'1524'0,"0"0"4736"16,0 0-4560-16,0 0-744 0,0 0 9 16,0 0-13-16,0 0 144 0,0 0-764 0,0 0-260 15,0 0-68-15,-83 22 104 0,66-6 108 16,-3 3 52-16,1 4-104 16,-5-2 0-16,3 5 76 0,-3-1 60 0,5 4 4 15,-5-1-40-15,3 4-152 0,2-4-64 16,3 2 4-16,4-5 16 0,-4-3-68 15,8 3-68-15,0-6 68 0,1-3 4 0,2 3 0 16,1-6 36-16,4-1-32 0,0 1 36 0,0 0 20 16,0-1 20-16,0-1 4 0,0-3 76 15,9 3-4-15,-6-2 80 16,5-4-56-16,0 2-60 0,4-3 76 0,0-1-40 0,3 0 164 16,6-3-164-16,-1 0-76 15,4 0-8-15,3 0 76 0,6 0-152 0,6-6-4 16,1 0-68-16,4 1 68 0,8 0-116 15,0-4 60-15,0 2 12 16,8 1-28-16,-5 0 24 16,1-1 52-16,3 0 0 0,-3 2 4 0,-4 1 76 15,-4-6-80-15,-4 3-44 0,-8 3 44 16,-4-3-88-16,-4-3 16 0,-5 6-212 0,-7-2-252 16,0 3-124-16,-4-4-84 0,0 2-300 15,-8-2-580-15,-1-3-689 0,-3-2-2151 16,0 5-1144-16,-3-8 5076 0</inkml:trace>
  <inkml:trace contextRef="#ctx0" brushRef="#br0" timeOffset="-152063.706">17515 14539 260 0,'0'0'1868'0,"0"0"4356"0,0 0-5056 16,0 0-652-16,0 0 336 15,0 0 49-15,0 0-117 0,0 0-108 0,0 0-256 16,88 50-128-16,-69-37-140 0,5-4 100 15,0 1 4-15,4-1-28 16,-5 1-140-16,1-1 416 0,-3 4-192 16,-6-1-172-16,2 1-28 0,-10 0 0 0,1 3-104 15,-3 0 136-15,-5 3-132 0,0 0 36 16,0 2 28-16,-9-1 24 0,-2 6-88 16,-1-1-8-16,-4-3 0 0,-1 3-4 0,2-2-100 15,-2-4-72-15,2 0-96 0,3-6-208 16,0 0-320-16,4-4-384 15,0-6-688-15,3-3-2649 0,2 0-2063 0,3-6 6244 0</inkml:trace>
  <inkml:trace contextRef="#ctx0" brushRef="#br0" timeOffset="-151392.249">18650 14125 3488 0,'0'0'768'0,"0"0"2700"0,0 0-2468 0,0 0 48 16,104 7 117-16,-65-11-125 0,6-2-272 0,6-4-256 16,1 4-16-16,4-3-76 0,0 2-128 15,-1 1-76-15,-3-1-116 0,0 4 12 16,-12 0-108-16,-1 3 0 0,-2 0 4 16,-14 3-8-16,1 4-4 0,-11 2-44 0,-2 1-28 15,-11 2-192-15,0 8 268 16,-8-1 0-16,-8 7 0 15,-8 2 0-15,-4 3-8 0,-4 4-68 0,-4 1 76 16,1-2 12-16,-5 4 80 0,0 1-16 16,0-2 24-16,-3 5 192 0,7-4 20 0,-5-3 168 15,10-3 424-15,6-4-280 0,2-3-280 16,7-6-192-16,8-3-56 16,1 1-96-16,7-8-48 0,0 0-64 0,7 1 88 15,5-4 24-15,12 0 248 0,4 1-12 0,4-3-52 16,3-2-12-16,1 2-112 15,5-4 16-15,-6 0 36 0,1 0-64 0,-4 0-36 16,0 0 0-16,0-6-12 0,-4-1-48 16,0 0-64-16,0-5-196 0,0-2-324 15,-4 0-200-15,3-6-372 16,-3 1-704-16,-4 3-2345 0,-1-9-2299 0</inkml:trace>
  <inkml:trace contextRef="#ctx0" brushRef="#br0" timeOffset="-151138.957">19562 14300 484 0,'0'0'7524'15,"0"0"-5816"-15,0 0-828 0,0 0-95 16,0 0 319-16,-79 58 120 0,55-37-44 0,4 5-160 16,-4-1-352-16,0 4-208 0,0-1-36 15,0 1-92-15,0-1-108 0,-4 0-164 16,5 5-60-16,-5-2-64 15,4 1-8-15,-4-3-52 0,4-4 12 16,0-3-12-16,4-2-76 0,0-1-272 16,5-4-232-16,-2-2-72 0,6-3-148 0,3-1-296 15,3-2-740-15,1-4-1181 0,0 0-2647 16,4-3 3928-16</inkml:trace>
  <inkml:trace contextRef="#ctx0" brushRef="#br0" timeOffset="-150770.143">20236 14040 6596 0,'0'0'7517'0,"0"0"-6341"0,0 0-1076 0,0 0 140 15,-88 63 480-15,60-34 336 0,-4 3-264 16,-4 6-480-16,-3 9-104 0,-6 4 24 16,-2 9 88-16,-5 4 60 0,-12 5-60 0,1 8-124 15,-9 2-88 1,-4 7-8-16,1 0 8 0,-5 0-60 0,5-2-44 16,-2 4-4-16,6-4 0 15,-1-1-8-15,4-3-52 0,4-4-12 0,9-4-16 16,3-5 40-16,13-6 0 0,11-7-124 15,4-6-144-15,7-11 120 0,6-8-40 0,7-8-120 16,4-4-272-16,0-4-200 0,0-10-180 16,4 0-452-16,-1-3-664 0,9-3-433 0,-3-6 501 15,-2-4-2288-15,-3 2 924 0</inkml:trace>
  <inkml:trace contextRef="#ctx0" brushRef="#br0" timeOffset="-150138.43">19777 15208 9516 0,'0'0'1821'0,"0"0"-989"16,0 0-140-16,0 0 364 0,0 0 200 15,0 0-148-15,0 0-224 0,13 89-288 16,-5-51-176-16,-4 4 52 0,3 5-56 0,6 1-84 16,-9 6-112-16,3-3-60 0,-7 5-88 15,4 2-20-15,-4-5-40 0,0 1 36 0,0-3-48 16,0-7-48-16,0-6-16 0,0-2 52 15,0-5-96-15,0-5-40 0,0-4-48 16,0-9-172-16,4-4-76 0,-4-5-60 16,4-4-56-16,1 0-372 0,-5-13-504 15,4-3-224-15,0-6-993 0,-4-3-1779 0,0-1-1256 16,0-18 4977-16</inkml:trace>
  <inkml:trace contextRef="#ctx0" brushRef="#br0" timeOffset="-149894.945">19790 15293 4652 0,'0'0'1692'0,"0"0"2953"0,0 0-3837 0,0 0-500 15,0 0 268-15,0 0 676 16,0 0-204-16,0 0-404 0,0 0-292 0,87-14-140 16,-67 16-96-16,-4 1-52 0,-4 3-4 0,-4-3-56 15,-1 8 84-15,-7 1 88 16,0 1-128-16,0 6 4 0,-11 3-52 0,-5 6-52 15,-8 1-184-15,4-1 24 0,-8 1 56 16,4-1 8-16,-3-5-92 0,7-4-112 16,-1-3 140-16,6-7-28 0,-1-2-240 15,4-7-192-15,4 0-272 0,3-9-904 0,2-7-1117 16,-1 3-2563-16</inkml:trace>
  <inkml:trace contextRef="#ctx0" brushRef="#br0" timeOffset="-149544.991">20049 14998 404 0,'0'0'7052'0,"0"0"-5144"0,0 0-436 16,0 0 45-16,0 0-225 0,87-12-344 16,-71 12-188-16,-4 0-172 0,-4 3-232 15,0 4-156-15,-4-1 124 16,-4 3 36-16,0 4-36 0,0 0-88 0,-4 2-48 15,-8 7-40-15,0-3-80 16,4 4-68-16,0-4-48 0,1-3-52 0,3-4-36 0,4 2 0 16,0-5-88-16,0 1 148 15,4-4-20-15,3 3 44 0,1-6-32 16,0 4 68-16,4-1 4 0,-4-3 8 0,0 0-4 16,-5 1-16-16,-3 2 24 0,0 0 12 15,0 7-12-15,-7-1-60 0,-1 4-40 16,-8 3-88-16,-4-2-12 0,4 1-88 0,1-1-204 15,-2-5-388-15,-2 1-376 0,6-3-984 16,-2-4-2457-16,6-3-1691 16,-2 0 6152-16</inkml:trace>
  <inkml:trace contextRef="#ctx0" brushRef="#br0" timeOffset="-149004.731">20518 15533 40 0,'0'0'9656'16,"0"0"-7783"-16,0 0-389 0,0 0-224 0,0 0 164 15,0 0-56-15,0 0-416 0,96 0-196 16,-68-10-252-16,0-1-124 0,4 3-136 16,-4-3-72-16,4 5-116 0,-8-2-56 15,-4 3-60-15,-8 3 52 16,-1-2-52-16,-7 4-12 15,-4 0-28-15,0 11 16 0,-8 1 84 0,-3 9-12 0,-13 8-36 16,-1 3-100-16,-3 6 76 0,-3 0 68 0,3 4-4 16,-4-2-4-16,4 2-48 15,-4 3 52-15,9-1 8 0,-1-2 0 16,0-8 0-16,12 1 0 0,-1-6 0 0,6-7-48 16,7-3-52-16,0-3 4 0,0-3-4 15,4-4 100-15,8-3 8 0,0 0 116 16,8 1-16-16,-5-3 40 0,10-4 0 15,-1 2 0-15,-1-2-148 16,5 0 0-16,-4-2-88 0,4-4 4 0,-4-1-88 16,4-3-48-16,-4 1-16 0,-5-1-180 15,6-6-252-15,-5 0-352 0,-1 1-648 0,-2-2-964 16,-6 5-2185-16,2-4-1859 0</inkml:trace>
  <inkml:trace contextRef="#ctx0" brushRef="#br0" timeOffset="-148757.798">21005 15751 848 0,'0'0'4988'0,"0"0"-2348"0,0 0-1464 0,0 0-528 0,0 0 217 15,0 0 303 1,0 0 248-16,0 0-148 0,0 0-288 16,0 0-212-16,0 0-60 0,-28 10-336 15,16-1 48-15,-4 0-184 0,0 8-4 0,-4-2 0 16,0 4-32-16,1 3-120 0,-6 5-80 15,1-2-72-15,-4 2 60 0,5 3-52 16,-5 1 16-16,0-2-52 0,4 2-8 0,0-2 56 16,0-4-8-16,1-2-76 15,2-1-84-15,10-6-276 0,-2-3-260 0,6-4-196 16,3-2-596-16,0-5-1540 0,0-2-3709 16</inkml:trace>
  <inkml:trace contextRef="#ctx0" brushRef="#br0" timeOffset="-135927.971">15064 17005 2812 0,'0'0'1644'16,"0"0"-1644"-16,0 0-1368 0,0 0 152 0,0 0-204 0</inkml:trace>
  <inkml:trace contextRef="#ctx0" brushRef="#br0" timeOffset="-129454.313">11857 16630 1656 0,'0'0'10437'16,"0"0"-8953"-16,0 0-836 0,0 0 272 15,0 0 228-15,0 0-500 0,0 0-472 0,0 0-4 16,-17 96 4 0,26-55 172-16,-5 7 84 0,4 5-136 0,-8 5-52 15,4-1-96-15,-4 0-36 0,0 1-112 16,0-5-4-16,0-2-180 0,0-4-52 16,0-9 40-16,0-6-12 0,0-9-4 0,0-7 52 0,0-7-88 15,0-6-236-15,3 0-632 16,2-3-436-16,-5-6-740 0,4-7-945 15,-4 1-2471-15</inkml:trace>
  <inkml:trace contextRef="#ctx0" brushRef="#br0" timeOffset="-129225.942">11865 16776 808 0,'0'0'8612'15,"0"0"-7564"-15,0 0-431 0,0 0 335 16,0 0 84-16,0 0-308 0,91-38-184 0,-74 38-100 15,-2 0-156-15,1 10-60 0,-8 0-88 16,0 2 24-16,-4 7 60 16,-4 7-24-16,0 2-20 0,-8 4-180 0,-7 3-168 15,-2 0-232-15,2-4-140 0,-2-5-4 16,-3-4 64-16,5-3-56 0,3-10-688 16,-1-2-837-16,6-7-1103 0,-5 0-2140 0,4-3 3620 15</inkml:trace>
  <inkml:trace contextRef="#ctx0" brushRef="#br0" timeOffset="-128901.361">12056 16742 2832 0,'0'0'2200'16,"0"0"1988"-16,0 0-2584 16,87-36-267-16,-59 30 235 0,-4-1-396 0,1 5-432 0,-6 2-380 15,-3 0-176-15,0 0-76 16,-4 0-112-16,0 2-4 0,-3 5-124 0,-2 3 64 15,-7 6 52-15,0 3-140 0,0 6-196 16,-4 4-20-16,-8 2 4 16,0 1 8-16,0 4 156 0,0-5 192 15,1-6 4-15,-2 1 4 0,5-4 4 16,4-6 60-16,1 0-52 0,3-3 64 0,0-4 0 16,0-3 48-16,3 4 28 15,5-3 112-15,5-2 28 0,2-2 72 0,2 1-24 16,2 3 12-16,1-7 0 0,8 0-80 0,0 2-36 15,0-2-16-15,4 0-220 0,-4-2-12 16,-1-5-200-16,1-3-124 0,0 1-440 16,0-1-380-16,-4-3-696 0,-9 4-2161 15,6-7-2623-15</inkml:trace>
  <inkml:trace contextRef="#ctx0" brushRef="#br0" timeOffset="-128694.709">12686 16719 3484 0,'0'0'1000'0,"0"0"1280"16,0 0-1112-16,0 0-272 15,0 0 308-15,-60 70 217 0,43-41-241 0,-2-1-300 16,-1 5-336-16,-4 0-148 0,1 3-20 16,-2-1-72-16,1-3-88 0,0-4-168 15,5 1-48-15,-1-3-200 0,3-7-104 0,6 2-568 16,-1-5-172-16,3-3-468 15,2-4-1113-15,3 1-1731 0,0-10-127 0</inkml:trace>
  <inkml:trace contextRef="#ctx0" brushRef="#br0" timeOffset="-128385.028">13180 16474 1864 0,'0'0'5140'0,"0"0"-2108"0,0 0-1651 0,0 0-445 15,0 0 152-15,0 0 40 0,0 0-196 0,-36 93-240 16,12-58-388-16,0 6-92 0,-4 7-100 16,-4 6 100-16,-4 3 24 15,0 6 0-15,-3 7 48 0,-9 0-96 0,0 6-76 16,-4 1-104-16,-4 2-8 0,0 3-100 15,0-2 96-15,5 2-144 0,-1-2-76 16,9-1-12-16,-2-7-312 0,10-1-36 0,3-5-136 16,8-11 104-16,4-8-20 0,8-12-88 15,4-7 76-15,4-8-672 0,4-7-525 16,0-4-867-16,-4-3-492 0</inkml:trace>
  <inkml:trace contextRef="#ctx0" brushRef="#br0" timeOffset="-127694.751">12921 17684 3360 0,'0'0'8625'0,"0"0"-7421"16,0 0-668-16,0 0 8 16,0 0 240-16,0 0-4 0,40 93-212 0,-25-56-392 15,1 5-116-15,-4 6 40 0,1-4 40 16,-2 3-56-16,-3-2 16 0,1 2-12 16,-2-3 12-16,-7 5 0 0,4-11-100 15,-4-2-120-15,4-11-56 0,-4-3-24 0,0-6 16 16,0-7-68-16,0-4-240 0,0-5-464 15,0 0-336-15,0-12-548 0,0-1-2021 16,0-18-2383-16</inkml:trace>
  <inkml:trace contextRef="#ctx0" brushRef="#br0" timeOffset="-127470.919">13032 17684 4772 0,'0'0'2240'0,"0"0"872"16,0 0-2067-16,0 0-469 15,0 0 400-15,0 0-84 0,84-47-268 0,-64 44 20 16,-4 3-100-16,4 0-120 0,-8 0-184 0,4 6-88 16,-8 3-76-16,-1 4 52 0,-7 9-56 15,0 4-72-15,0 2-76 0,-11 7-64 16,-6 0-152-16,2 0-172 0,-5 1-152 16,-1-11 32-16,6-3-280 0,-1-6-656 0,4-7-957 15,0-9-2027 1,0 0 492-16</inkml:trace>
  <inkml:trace contextRef="#ctx0" brushRef="#br0" timeOffset="-127170.983">13228 17472 5336 0,'0'0'2720'15,"0"0"-260"-15,0 0-1391 0,0 0-17 16,95-45 184-16,-79 35-248 0,0 8-572 15,-8-1-252-15,0 3-52 0,-1 0-12 16,-7 5 152-16,5 8 48 0,-5 4-156 0,0 4-32 16,-8 5-40-16,0 3-64 0,-4 2-8 15,-4 4 0-15,4-3-72 0,4 1-28 16,0-8 0-16,4-3 88 0,0-4-44 16,4-6-32-16,0-1 0 0,4-2-100 15,4-2 52-15,0-1 48 0,4-3-64 0,0-3 144 16,4 0-144-16,-1-3 140 0,2-7-656 15,-6 1-436-15,6-5-636 16,-9 6-2289-16,3-5-3603 16</inkml:trace>
  <inkml:trace contextRef="#ctx0" brushRef="#br0" timeOffset="-126854.064">13610 17487 2644 0,'0'0'1484'0,"0"0"4608"0,0 0-4815 16,0 0-33-16,0 0 56 0,0 0-264 16,92-12-256-16,-77 9 152 0,5 3-520 15,-8 0-276-15,4 0-132 0,-8 3-4 16,0 6 0 0,-3 7 124-16,-5 3-24 0,0 10-52 0,-13 6-48 0,-2 6-60 15,-2 3-12-15,-7 5 8 0,1 1 56 0,-1 4-128 16,0 4 124-16,3-6-88 15,2 3 12-15,-1-1 80 0,8-7 8 16,5-3 52-16,2-2-52 0,5-10 0 0,5-6-52 16,6-3-20-16,5-9 60 0,4-3 12 0,4-6 284 15,8-2-24-15,0-3-184 0,-1-3-76 16,5-13-96-16,-8 2-40 0,4-9-388 16,-8-6-540-16,0 0-364 0,-4 1-1316 0,-4-11-4061 15</inkml:trace>
  <inkml:trace contextRef="#ctx0" brushRef="#br0" timeOffset="-126664.794">13872 17748 10484 0,'0'0'1213'0,"0"0"-1061"15,-31 86 144-15,19-48 380 0,4 7-48 16,-4-1-120-16,4 0-40 0,-4 0-200 15,4 1 8-15,0-3-200 0,-4-1-76 0,0-6-100 16,4 0-140-16,0-3-268 0,-3-7-596 16,2 0-668-16,5-9-489 0,-3 3-1863 0</inkml:trace>
  <inkml:trace contextRef="#ctx0" brushRef="#br0" timeOffset="-125339.047">10410 16556 692 0,'0'0'1396'0,"0"0"-1240"0,0 0 64 16,0 0-64-16,0 0 3784 0,0 0-2680 16,0 0-428-16,0 0-108 15,0 0 364-15,0 0-19 0,8 5-261 0,-8-10-196 16,0 5-88-16,4 0 0 0,-4-2 8 15,0 2 24-15,0 0-16 0,0 0-52 16,0 0-44-16,0 0-32 0,0 0-52 16,0 0-88-16,0 0-60 0,5 0-28 15,-1 0-48-15,3 2-132 0,5 5 256 0,1 3-52 16,11 0 100-16,-1 5 60 0,1 5-144 16,8 2-104-16,0 3-56 0,3 3-52 15,6 5 0-15,-2 2 108 0,5 3-112 16,0 0 68-16,4 4-24 0,-4-4-52 15,3 3 0-15,-6-4-72 0,2-2 56 16,-3 0-44-16,0 0 0 0,0-6 0 0,-5 0-176 16,1-7 232-16,-4-3-92 0,-4-3 84 0,0-1-112 15,-8-2-36 1,0-4 112-16,-4-2-76 0,-1-1 76 0,-6 1-28 0,-5-4-120 16,0 1-40-16,0-4-120 0,-4 0-164 15,0 0-288-15,0 0-148 16,-4-7-80-16,-4-3-512 0,-1 0-725 0,-14-12-3675 0</inkml:trace>
  <inkml:trace contextRef="#ctx0" brushRef="#br0" timeOffset="-124824.391">10642 16449 1344 0,'0'0'1044'0,"0"0"4364"16,0 0-3800-16,0 0-344 0,0 0-91 15,0 0 43-15,47-73-224 0,-35 60-268 16,0 1-184-16,0 3-136 0,1 2 8 0,-2 1-44 16,6 3-44-1,-6 0-76-15,1 3-36 0,0 0-64 16,0 0-148-16,4 6-4 0,-8 3-80 0,4 4-48 15,-4 3 128-15,0 3 8 0,-4 0-4 16,0 9 0-16,-1 1 0 0,1 2-100 16,0 2-64-16,-4 2 40 0,5 0-64 15,-1-4 52-15,4-2 36 0,-5-4 12 16,5-2 28-16,1-4 44 0,-1-4-76 0,3-2 4 16,6-3 52-16,2-4 36 0,1 0 0 15,8-6-116-15,0 3 40 0,4-3 28 16,0 0-356-16,0-3-632 0,-1 3-416 15,-10-3-873-15,11 0-2211 0</inkml:trace>
  <inkml:trace contextRef="#ctx0" brushRef="#br0" timeOffset="-123635.224">14128 16789 2780 0,'0'0'244'0,"0"0"3932"15,0 0-2252-15,0 0-544 0,0 0-503 0,0 0 11 16,0 0-136-16,0 0-12 0,0 0-268 15,16 67-296-15,-16-51-24 0,3 3 52 16,-3-4 36-16,0 5 48 0,0-4-36 0,0 0-88 16,0-1-104-16,5 1-44 0,-5-3 56 15,4 0-64-15,-4-1 8 0,4-2-4 16,0 0 32-16,4-5-44 0,-5 2-4 16,1-1 4-16,5-3 52 15,-1 1 96-15,-1-4-16 0,1 3-8 16,1-3 64-16,-2 0-28 0,1 0-8 0,0-3 32 15,1-1-84 1,-2-5 12-16,5-1 8 0,0 1-120 0,-4-4-48 0,4 1 44 16,0-4 4-16,-4 0 4 0,4-3 0 0,0 0 0 15,-4 0 4-15,8-3 56 0,-4-1-52 16,-1-2-12-16,-2 3-56 0,3-4 56 16,-1 1 0-16,-2 3-72 0,-1-1 68 15,3 4-60-15,-7 0 20 0,5 0 40 16,-1 3 8-16,-5 3 32 0,1 4-28 0,0 0 80 15,1 2-80-15,-5 4-8 0,4 0-76 16,-4 0-12-16,0 0-36 0,4 3-272 16,-4 0-124-16,0 0-168 0,0 0-248 0,0-4-244 15,0 4-444-15,0-3-737 16,-8 0-2431-16</inkml:trace>
  <inkml:trace contextRef="#ctx0" brushRef="#br0" timeOffset="-123373.509">14530 16512 1016 0,'0'0'1072'0,"0"0"960"16,0 0 728-16,0 0-1408 0,0 0-676 0,0 0-68 0,0 0-284 15,0 0-284-15,0 0-40 0,0 0 0 16,0 0 52-16,25-21 156 0,-34 30-28 15,1 1-180-15,-3 6 0 0,-6 0-52 16,-2-2-128-16,3 3 52 0,-5 3 124 0,2-8 0 16,3 4-100-16,-4-3 96 0,8-4-576 15,0-3-260-15,3-3-584 16,6-3-404-16,-1 0-540 0,0 0 348 0,0-3 1788 0,4-3-283 16</inkml:trace>
  <inkml:trace contextRef="#ctx0" brushRef="#br0" timeOffset="-123242.997">14491 16556 1488 0,'0'0'848'0,"0"0"1588"0,0 0 868 0,0 0-1800 15,91 40-744-15,-67-28-204 0,8 1-51 0,-4 3 147 16,3-4-200-16,1 1-452 0,-4 4-104 0,4-5-640 16,-8 1-689-16,4 2-2455 0</inkml:trace>
  <inkml:trace contextRef="#ctx0" brushRef="#br0" timeOffset="-114168.051">21295 14618 2584 0,'0'0'1016'15,"0"0"3540"-15,0 0-3820 0,0 0 340 16,0 0 137-16,0 0-121 0,0 0-120 16,0 0-120-16,0 0 8 0,0 0-4 0,60-23 200 15,-60 23-64-15,5 0-80 0,-5 0-76 0,0 0-152 16,0 0-160-16,0 0-120 0,0 0-148 15,0 0-112-15,0 0-72 16,-5 3-72-16,-7 4-120 0,-3 2-88 16,-1 4-32-16,-9 3 68 0,6 6 76 15,-5 0 20-15,0 5 4 0,0-2 0 16,0 0 12-16,1 2 48 0,2 0-4 16,-3 1-56-16,5-2 60 0,-1-1-48 15,3-3 48-15,6 0-112 0,-1-2 76 0,3-4-76 0,9-4 4 16,0 1-112-16,0-1 72 0,13-2 100 15,2 3 60-15,2-4 56 16,7 4-20-16,-1-4-24 0,1 2 52 0,4-3 8 0,4 2 48 16,4 0-48-16,4-5-68 15,4 2 52-15,4-1 56 0,3-2-40 16,5-4 12-16,4 0-84 16,-4 0-84-16,0 0-16 0,-5 0 88 0,1-4-36 15,-4 1-12-15,-4-3-40 16,-9 2-8-16,-3-1-88 0,-8-2-124 0,-3 4-132 15,-2-4-44-15,-3 1-148 0,-4 1-224 16,4-6-588-16,-4 2-740 0,-1-4-785 16,-2 7-2003-16</inkml:trace>
  <inkml:trace contextRef="#ctx0" brushRef="#br0" timeOffset="-113918.823">21929 14958 2980 0,'0'0'6600'16,"0"0"-5388"-16,0 0-579 0,0 0 191 15,0 0 184-15,0 0-396 0,0 0-256 0,0 0-192 16,0 0 292-16,0 0 284 0,0 0-212 16,0 56-148-16,12-46-132 0,4-1-48 15,0 1-36-15,0-4-40 0,4 4-124 0,-4-1 0 16,-4-3-88-16,0 4 88 0,-5-1-76 16,-3 2 28-16,0-3-64 0,1-1 0 0,-5 3 0 15,0-2-112-15,0 6-56 0,-5-4-36 16,1 1-8-1,-3 3 48-15,-1-4-128 0,0 2-92 0,-4-2-164 16,0 2-232-16,-4-2 24 0,4-1-177 16,0 1-983-16,0-1-2248 0</inkml:trace>
  <inkml:trace contextRef="#ctx0" brushRef="#br0" timeOffset="-113070.722">23041 14208 2672 0,'0'0'5440'16,"0"0"-2996"-16,0 0-643 16,0 0-485-16,0 0-124 0,0 0-148 0,0 0-416 0,0 0-216 15,0 0 88-15,0 0 68 16,99 25-84-16,-58-18-80 0,-2-4-48 0,1 3-36 15,4 0-52-15,-1-2-168 0,-3 2 72 16,-3 0-100-16,2 0-68 16,-7-2 4-16,0-1-8 0,-4 3-136 15,-4-2 40-15,-9-1-76 0,-2 0-24 16,-5 0-36-16,-8 6-40 0,0 1-120 16,-13 7 8-16,-6 4 372 0,-9 5-100 15,-8 6 100-15,-8-1-112 0,-3 4 80 0,2 3 44 16,-2-2 12-16,6-3-4 0,2 6 48 15,3-4-56-15,4-3-4 0,8 0 4 16,5-3-4-16,10-8 4 0,1 2-76 0,8-4-72 16,0-3 36-16,12-4 112 0,8 4 120 15,1-2 140-15,2-6 48 0,5-2-48 16,0 1-16-16,3 0-20 0,1-5-40 0,0-2-112 16,0 0 16-16,5 0-88 15,-10-2-8-15,9-5-92 16,-8 0-36-16,4-2-196 0,-5-3-420 0,1-1-336 15,0-3-492-15,-4-3-868 0,-3 6-1485 16,-2-7-1863-16</inkml:trace>
  <inkml:trace contextRef="#ctx0" brushRef="#br0" timeOffset="-112833.636">23862 14446 4788 0,'0'0'2944'15,"0"0"-1416"-15,0 0-324 16,0 0 469-16,0 0-129 0,-80 38-440 16,56-15-336-16,0-2-240 0,-7 4-136 0,-1 5-92 15,0 1-100-15,-5 1-52 0,1 3-100 0,1 0-48 16,-5 3-80-16,0-3-84 16,0 3-48-16,-3-3-112 0,2-4-420 15,2 1 216-15,3-6-256 0,4 2-616 0,8-11-989 16,-4 5-2655-16</inkml:trace>
  <inkml:trace contextRef="#ctx0" brushRef="#br0" timeOffset="-111955.161">24670 14271 1472 0,'0'0'1984'0,"0"0"2600"16,0 0-2240-16,0 0-451 15,0 0-501-15,0 0-188 0,0 0-348 0,0 0-236 16,0 0-172-16,0 0-88 0,-95 89 0 16,67-60-48-16,0 6-92 0,-4 6-72 15,0 3 28-15,0 7-16 0,-7 3-56 0,-2 4-104 16,2 2-48-16,-5-1-52 0,-4 5 16 15,1 3-16-15,-9 0-36 0,-4 3-36 16,-4 3-136-16,-3 0 72 16,-2 1-112-16,-2 1 60 0,-1-2 140 0,-4-3-76 15,5 3-56-15,-1 0 92 16,4-7 112-16,4-2 72 0,0 0 0 0,9-10 4 16,3-7 76-16,8-2-68 0,8-10 80 15,4-4-88-15,8-6 0 0,9-6-316 0,2-6-148 16,6-3-384-16,7-3-600 0,0-7-1133 15,0 0-2251-15</inkml:trace>
  <inkml:trace contextRef="#ctx0" brushRef="#br0" timeOffset="-110270.818">23817 15837 2152 0,'0'0'980'0,"0"0"-680"0,0 0-236 0,0 0 28 0,0 0 12 16,0 0 1720-16,0 0-536 15,0 0-368-15,0 0-180 0,0 0 76 0,-7-58 244 0,7 52 1 16,0-1-177-16,0 7 36 15,0-3 224-15,0 3-68 0,0 0 156 0,0 0-104 0,0 0-88 16,0 0-132-16,0 3-224 16,0 4-88-16,0 3-120 0,0 5-284 15,0 11-92-15,3 9-92 0,1 4-8 0,0 5-8 16,1 6 4 0,-1 1 4-16,4-1 0 0,-8 5-48 15,3-5-40-15,-3 4 16 0,0 0-36 0,0 1-76 16,-3-1-60-16,-5-4-84 0,-1-9 60 15,1 1 60-15,1-10-120 0,3-1-28 16,0-8-100-16,4-5 28 0,-4-8-68 0,4-4-248 16,0-6-412-16,8-6-512 0,0-10 32 15,8-6 108-15,-4 0-989 0,8-19-1807 16</inkml:trace>
  <inkml:trace contextRef="#ctx0" brushRef="#br0" timeOffset="-110015.682">23890 15811 3708 0,'0'0'6640'0,"0"0"-4787"0,0 0-1229 0,0 0-612 16,0 0 344-16,0 0 356 0,0 0 24 0,0 0-156 16,0 0-316-16,79-32-48 0,-55 32 20 15,-8 4-84-15,0 2-24 16,0 3 12-16,-8 4-128 0,-4 0 48 15,-4 3 68-15,0 3 20 0,-12 3-124 16,-4 6-24-16,-4 1-188 0,-4 0-60 0,-4 0-56 16,0-1 40-16,0-3-64 0,4-2-12 15,0-11-216-15,9-5-292 0,7-7-148 16,-1-4-428-16,9-4-1369 0,0-19-2783 0</inkml:trace>
  <inkml:trace contextRef="#ctx0" brushRef="#br0" timeOffset="-109720.334">24180 15509 2584 0,'0'0'1092'15,"0"0"4340"-15,0 0-3788 0,0 0-591 16,0 0 39-16,0 0-24 0,0 0-448 0,0 0-188 16,0 0-4-16,0 0 212 0,0 0 52 15,72 0-232-15,-76 26-224 0,-8 2-64 0,1 0-84 16,-2 5 36-16,1-1-48 15,5-1-36-15,-2-6-40 0,5 1-52 16,0-1-32-16,4-5 84 0,4-5-8 16,4 2 8-16,8-8-8 0,5-3 8 15,2-3 0-15,5-3-76 0,0-3 76 16,3-6-148-16,1-4-112 0,0-4-4 0,-4 3-344 0,0-7-464 16,-4 3-508-16,0-4-772 15,-8 6-2653-15,0-5-1450 0</inkml:trace>
  <inkml:trace contextRef="#ctx0" brushRef="#br0" timeOffset="-109547.69">24440 15551 4156 0,'0'0'404'16,"0"0"2148"-16,0 0-696 0,-37 64-204 0,29-36-79 15,1 1-57-15,-1-1-372 0,3 3-400 16,1 1-220-16,0 1-232 0,0-5-92 15,-3 0-188-15,3 1-12 0,0-4-272 16,-1 0-324-16,1-5-336 0,0-1-692 16,4-6-1613-16,0 0-3727 0</inkml:trace>
  <inkml:trace contextRef="#ctx0" brushRef="#br0" timeOffset="-108989.615">24786 15802 9852 0,'0'0'1253'0,"0"0"-509"0,0 0-204 15,0 0 264-15,99 31-52 0,-67-27-308 0,4-1-216 16,5-3-116-16,-6 0-28 0,1 3-84 0,-8-3-76 15,0 3 0-15,-9 3-48 0,-6 1-16 16,-6 2 112-16,-7 7-32 16,-7 4-44-16,-10 5 104 0,-2 0 0 0,-9 4 40 15,-4 3 16 1,0-1-48-16,4 2 60 16,-3-3 84-16,-1-1 100 0,4 3 24 0,4-4-124 0,3-2 24 15,2 2-24-15,10-1-16 0,2-8-132 16,3 2-4-16,4-2-12 0,11-3 0 15,6-3 12-15,3 0 244 0,3 0-80 0,5-4 88 16,4-3 436-16,4 1-116 0,-4-4-164 16,4-3-212-16,0 0-60 0,-4 0-60 15,3-7-76-15,-3 1 0 0,0-6-236 0,0-5-468 16,-4 2-292-16,4-1-164 16,-4-3-360-16,-4 3-832 0,-9 4-1985 0,2-12-1559 0</inkml:trace>
  <inkml:trace contextRef="#ctx0" brushRef="#br0" timeOffset="-108773.459">25336 15929 8444 0,'0'0'1708'0,"0"0"-1036"15,0 0-103-15,-52 86 699 0,36-52 148 16,0 1-256-16,-4 0-532 0,4 0-424 15,0 3-92-15,1-3-112 0,-2 0-44 0,-2-4-80 16,2 2-152-16,2-5-276 0,-1-6-244 16,4 0-208-16,-1-9-712 0,6-6-1113 15,3-7-2803-15</inkml:trace>
  <inkml:trace contextRef="#ctx0" brushRef="#br0" timeOffset="-108341.584">26276 15411 3260 0,'0'0'1332'0,"0"0"3736"0,0 0-3479 0,0 0-281 15,0 0 300-15,0 0-272 0,0 0-388 0,0 0-288 16,0 0-376-16,88 3-172 0,-64-3-104 16,8 0-8-16,-1-3-24 15,1-6-236-15,8 3-476 0,4-7-736 0,-12 7-1276 16,19-10-4473-16</inkml:trace>
  <inkml:trace contextRef="#ctx0" brushRef="#br0" timeOffset="-108206.332">27284 15290 132 0,'0'0'924'0,"0"0"6792"0,0 0-5788 0,0 0-451 15,0 0-161-15,80-11-488 0,-53 0-828 16,5-2-444-16,5-2-1280 0,-9 2-865 0,19-6-2659 15</inkml:trace>
  <inkml:trace contextRef="#ctx0" brushRef="#br0" timeOffset="-108073.994">27989 15151 5168 0,'0'0'64'0,"0"0"4272"0,0 0-3396 15,0 0 337-15,0 0 67 0,0 0-696 16,76-4-444-16,-48-2-204 0,0-3-672 0,0-1-1056 15,-4 4-1389-15,8-1-3443 0</inkml:trace>
  <inkml:trace contextRef="#ctx0" brushRef="#br0" timeOffset="-107943.03">28567 15090 4560 0,'0'0'1236'0,"0"0"-92"0,0 0 12 0,0 0-128 16,0 0-536-16,92 0-196 0,-76 0-244 15,4 0-52-15,-5 0-804 0,2-3-1128 16,-2 0-2216-16</inkml:trace>
  <inkml:trace contextRef="#ctx0" brushRef="#br0" timeOffset="-105153.216">2920 16840 6852 0,'0'0'4'0,"0"0"3140"16,0 0-1659-16,0 0-357 0,0 0 188 0,0 0 72 16,0 0-240-16,0 0-300 15,0 0-244-15,0 0-172 0,0 0-108 0,-8-3-116 16,12 3-208-16,4 0-52 0,7 0 52 16,10 0 440-16,6 3-96 0,10 0-284 0,-1 0-60 15,3 0-12-15,5-3 0 0,4 0 8 16,-1 0-52-16,-2 0 56 0,2-6 0 15,-3 3-44-15,-8 0-32 0,-5 0-132 0,-3-1 100 16,-8 4-104-16,-7 0 80 0,-6 4-28 16,-3 2 48-16,-3 3-48 0,-1 1-336 15,-4 10 200-15,-4-1 244 0,-9 6-32 16,-6 3-80-16,-1 1-84 16,-4 2 136-16,-4 1 24 0,-4 0 28 15,0-1-80 1,-4 1-36-16,-3 3 176 0,-2 3 60 0,-2-2-56 15,-1 1 72-15,-4 5-64 0,5-1 100 0,-2-3 12 0,6 0 28 16,3 0-92-16,8-7-48 0,4-1-4 16,4-5 0-16,8 0-8 0,0-5-60 0,8-8-16 15,4 1 40-15,0-1 36 16,0-2 188-16,8-1-4 0,8 2-20 0,0-6 84 16,3 5-136-16,6-3 84 0,-1-2 64 15,8-1-52-15,-1-2-96 0,5 3 0 16,4-5 36-16,4 0-136 0,-1-5-4 0,2 3-8 15,-6-2 0-15,5 2-12 0,-4-4-112 16,-4 2 12 0,4 1-60-16,-9-4-60 0,5 4-476 0,-8 1-524 0,-4 2-776 15,-7 0-1008-15,-2-4-2549 0</inkml:trace>
  <inkml:trace contextRef="#ctx0" brushRef="#br0" timeOffset="-104885.801">3736 17151 10016 0,'0'0'1469'16,"0"0"-1185"-16,0 0 228 0,0 0 804 0,0 0-36 15,0 0-676-15,0 0-488 0,-75 29-80 0,47-7-36 16,0 3-56-16,-4 7 56 0,-3 2 176 15,-5 8-48-15,0-1-40 0,-4 4-88 0,5-4-4 16,-2 3-112-16,5-2-72 0,1-4-12 16,3-3-28-16,4-2 64 0,8-12-36 15,0-2-116-15,12-7-228 0,0-1-616 16,8-5-881-16,0-3-975 0,8 0-1328 0</inkml:trace>
  <inkml:trace contextRef="#ctx0" brushRef="#br0" timeOffset="-104640.78">3777 17523 6048 0,'0'0'4528'0,"0"0"-3535"0,0 0-417 16,0 0 420-16,-5 79 416 0,1-47-364 0,-3 6-356 15,3 2-216-15,-4 6-104 0,-1 4-72 16,5 1-68-16,1 7-68 0,-1-2-40 0,-4 5-20 15,4-1-104-15,0-3-60 0,-1-6-64 16,2-4-36 0,-1-5-112-16,4-10-164 0,0-10-188 15,0-6-284-15,0-4-176 0,0-5-468 0,4-7-841 16,-1 0-1827-16,-3-13 924 0</inkml:trace>
  <inkml:trace contextRef="#ctx0" brushRef="#br0" timeOffset="-104364.702">3800 17754 9700 0,'0'0'1525'15,"0"0"-1525"-15,0 0 320 0,0 0 616 16,0 0-4-16,0 0-448 0,0 0-304 0,0 0 32 0,0 0 120 16,0 0 8-16,76-44 0 0,-64 46 100 0,0 9-88 15,-4-3-36 1,0 6-104-16,-4 2 52 0,0 0-176 15,-4 6-28-15,0-3-60 0,0 0 0 0,-12 0 40 16,4-3 60-16,-4-1-100 0,0-1-168 16,1-5-68-16,-2-2-188 0,-2-5-60 15,2 2 84-15,2-4-192 0,-1-4-180 0,-1-5 236 16,2 0-12-16,2-8-88 16,1 1-624-16,5-3-445 0,-1 4-1071 0,4-17-2668 15</inkml:trace>
  <inkml:trace contextRef="#ctx0" brushRef="#br0" timeOffset="-103858.653">4251 17405 8460 0,'0'0'1440'0,"0"0"-796"0,0 0 285 0,0 0 811 0,0 0 24 0,0 0-488 15,28 76-528-15,-28-59-412 0,0-3-88 0,-8 3-24 16,-5-1-16-16,2 0-24 15,-6-4-48-15,-2 1-12 0,-5 0-120 0,4-4-4 16,-3 1-124-16,-5-7-132 0,4 3-156 0,-1-6 56 31,1 0 180-31,5 0 28 16,3 0-52-16,-5-6-148 0,10-3 92 0,-1-4-8 16,3-3-36-16,6-3-64 0,3 3 72 0,0-3-60 0,8 0 160 15,0 0 68-15,7 3 20 0,2 0 28 16,-2 4 64-16,9-1 0 15,-3 3 12-15,3 3 0 0,-1 5 252 0,1-1 128 16,0 3 100-16,4 0 112 0,-4 0-152 16,3 5-164-16,6 2-12 0,-6-1-192 15,5 1 68-15,1 3-104 0,-1-3-36 0,-1-2-48 16,-4 1 48-16,1-3 8 0,0 1-4 0,-7-4 44 16,-1 0 28-16,-5 0-16 0,-2 0 16 15,-5-7 36-15,-1 4 0 0,-3-3 36 16,0-3 0-16,0-1 40 0,-4 0-16 15,0-2-124-15,0-1-48 16,0 3 76-16,-8-2-76 16,1 5-112-16,-10 1-172 0,2 6 12 0,-9-3-52 0,-1 3 152 15,-3 3 60-15,-3 10-212 0,-1-1 124 16,-4 8-40 0,4 2-28-16,0 3 32 0,1 0-92 15,3 1-112-15,3-5-408 0,6-1-824 0,7-7-2393 0,0 3-1459 16</inkml:trace>
  <inkml:trace contextRef="#ctx0" brushRef="#br0" timeOffset="-103453.597">5362 17205 10184 0,'0'0'1405'0,"0"0"-621"0,0 0 136 0,88 6 20 0,-60-2-500 0,-4-2-196 15,-5 2-244-15,6-1-92 0,-5-3-84 16,-1 3-152-16,-2 0-244 0,-2-3-1268 0,-6 10-3429 15</inkml:trace>
  <inkml:trace contextRef="#ctx0" brushRef="#br0" timeOffset="-103285.244">5386 17506 7596 0,'0'0'4869'15,"0"0"-4485"-15,0 0-192 0,0 0-192 0,0 0 636 16,0 0 200-16,0 0-216 0,88-2-280 15,-52-4-152-15,0-5-188 0,-1 3 0 0,10-3-188 16,-2 2-52-16,0-1 0 16,6 1-924-16,-17 3-2013 0,12-4-4783 0</inkml:trace>
  <inkml:trace contextRef="#ctx0" brushRef="#br0" timeOffset="-102637.438">6318 16729 9984 0,'0'0'1857'0,"0"0"-1141"15,0 0-304-15,0 0 528 16,0 0 476-16,0 0-432 15,0 0-420-15,0 0-292 0,0 0-72 0,0 0 72 0,-7 92 40 16,3-57-44-16,-4 7-44 0,8-2-16 16,-5 5 4-16,5-4-4 0,0 3-36 15,0 0-36-15,0 2-40 0,0 1-96 16,0 4-52-16,0-1 52 0,5 5-60 0,-1-1 52 16,4-4-68-16,-1-3-20 0,6-1-16 15,-1-9 40-15,3-2 56 0,1-3-24 16,5-7 36-16,-6-6 8 15,5 1 0-15,0-8 4 0,0-2 68 16,0-4 44-16,3-6-44 0,1 0-28 0,1-6 0 16,-1-4-40-16,0-2 92 0,4-4-12 15,-5-3-80-15,5-4 84 0,-4-5-88 0,4-4-8 16,0-3-4-16,4-7-40 0,-4-2-52 16,0-3-132-16,0-1-76 0,-5-2-12 0,-3 1 124 15,1-1 36 1,-6 2 48-16,-2-2 36 0,-10 3-72 0,-3-2 140 15,0 5-40-15,-3 3-40 0,-10 6 84 16,1-1-4-16,0 11-40 0,0 3 48 16,1 3-112-16,2 3-124 0,-3 1-124 15,9 5-4-15,-5-3-152 0,3 7-212 0,-3 0-308 16,4-1-260-16,1 4-1261 0,-1 0-3351 16</inkml:trace>
  <inkml:trace contextRef="#ctx0" brushRef="#br0" timeOffset="-101743.556">7278 17005 9412 0,'0'0'2721'15,"0"0"-1625"-15,0 0-1092 0,0 0 360 16,0 0 424-16,0 0-120 15,0 0-124-15,0 0 124 0,0 0-144 0,105-3-224 16,-73 0-92-16,3-3 56 0,1-1-116 16,0 1-24-16,4-1-52 0,0 4 28 0,-1-3-100 15,1 3 48-15,-3 3-48 0,-2-3 0 16,1 3-12-16,-8 0-172 0,-4 0 108 0,-5 3 16 16,-2 3 56-16,-6 0-72 0,-3 4 76 15,-3 0 52-15,-5 5 168 0,-5 4 64 16,-7 6-268-16,-8 7 44 0,-3 3-56 15,-5 0 4-15,0 0 76 0,-4 0-84 16,0 6-88-16,1-2 76 16,-5 2-52-16,3-3 4 0,1 3 0 0,0-3 48 0,4 0 12 15,1 0 12-15,7-6-8 16,4 0-4-16,0-7 0 0,9-3-76 16,-2-3-36-16,5-6-12 0,0-3-12 0,4-3-48 15,0-1-92-15,13 0 164 16,-2-4 112-16,10 3 224 0,5-3 100 0,2-2-12 15,0 0-180-15,4-7-32 0,4 1 60 16,1 1-24-16,-2-2-36 0,1-3-100 16,0 5-64-16,-4-6-108 0,-1 2-12 0,1-3-372 15,0 2-92-15,-4-3-92 0,0 3-100 16,0-2-324-16,-4-4-532 0,0 3-901 16,-8 1-1571-16,0-4-760 0</inkml:trace>
  <inkml:trace contextRef="#ctx0" brushRef="#br0" timeOffset="-101490.392">8128 17119 10392 0,'0'0'1125'0,"0"0"-1073"0,0 0 496 16,0 0 376-16,0 0 68 0,-88 76-32 15,64-54-192-15,1 4-72 0,-5 3-88 16,0-3-184-16,0 5-128 0,-4 1 4 16,0 6-80-16,0-3-220 0,0 3 0 15,0 2-148-15,1-4 88 0,3 2-152 0,0-6-372 16,3-1-60-16,5-1-112 0,5-8-264 16,2 0-552-16,5-9-1189 0,1 2-2171 15</inkml:trace>
  <inkml:trace contextRef="#ctx0" brushRef="#br0" timeOffset="-100688.454">8702 17047 9984 0,'0'0'1729'15,"0"0"-921"-15,0 0-312 0,0 0 384 16,0 0 44-16,0 0-356 0,0 0-176 0,0 0-268 15,0 0 64-15,-84 88 52 0,63-59 48 16,-3 6 0-16,1 3-28 0,-1 4 64 0,-8 8-12 16,0 1-56-16,1 6-68 0,-1 6-140 15,-4 1-48-15,-5 6-60 16,2 2-4-16,-4 2 16 0,2 2-64 0,1-3 0 16,1-3 28-16,-2-7-28 0,9-2 0 15,4-11 100-15,5-5-212 16,7-14-236-16,4-5-204 0,4-14-128 0,8-5-588 15,0-7-1304-15,5 0-1621 0,10-13-131 0</inkml:trace>
  <inkml:trace contextRef="#ctx0" brushRef="#br0" timeOffset="-100347.411">8522 17849 3220 0,'0'0'7789'16,"0"0"-7017"-1,0 0-568-15,0 0-124 0,0 68 764 0,4-47 176 0,0 8-248 16,4 3-356-16,-1 3-64 0,2 3 64 16,-1 0 100-16,-1 3-140 0,2 3-140 15,-1-2-88-15,-4 0-72 0,0-2-76 16,-1 2-148-16,1-4-104 0,-4-4 80 16,4-1-240-16,-4-8-408 0,5-6 100 0,-5-6-104 15,0-7-80-15,4-6-312 16,-4 0-889-16,0-3-1923 0,0-13-1607 0</inkml:trace>
  <inkml:trace contextRef="#ctx0" brushRef="#br0" timeOffset="-100040.925">8605 17799 572 0,'0'0'7524'0,"0"0"-6548"0,0 0-472 15,0 0 516-15,0 0 397 16,0 0-521-16,0 0-144 0,92-48-120 0,-72 42-124 16,0 3-68-16,0-1-124 0,0 4-52 15,-5 0-152-15,2 0 100 0,-6 0 44 16,-2 7-156-16,-1 2-12 0,-4 4 60 16,-4 0 40-16,0 6 12 0,-4 3 0 0,-8 0-88 15,0 0-28-15,-4 4-72 0,-4-5 76 16,4 3 24-16,-4-6-24 0,4-2-88 15,-3 0-112-15,2-7-212 0,2 1-112 0,-2-3-404 16,6-5-292-16,-6-2-476 0,10 0-1025 16,-10 0-1979-16</inkml:trace>
  <inkml:trace contextRef="#ctx0" brushRef="#br0" timeOffset="-98676.365">8865 17430 4248 0,'0'0'2068'15,"0"0"40"-15,0 0-532 16,0 0 1-16,0 0-437 0,0 0-336 0,0 0-244 16,39 82-232-16,-35-63-24 0,-4 4-176 15,0 0-68-15,0-5-32 16,0 1-28-16,0-6-88 0,0 0-40 16,0-6-12-16,0 0 28 0,0-5 8 0,0-2 4 15,0 0-52-15,0 0-24 0,0 0-56 16,0 0-124-16,0 0 204 0,0-7 152 15,0-2 52-15,4-4 76 0,1 0-64 16,-1 1-64-16,0-4 8 0,-1 0 56 16,1 7 24-16,0-4 64 0,4 3-36 0,-3 3 48 15,-1 5 0-15,-1-4 0 0,1 2-48 16,0 4-40-16,-4 0 64 0,4 0-64 16,0 0-68-16,0 0 180 0,4 0 88 0,-4 10-48 15,4-3-64-15,0 5-40 16,-3 1-60-16,-2-1-64 0,1 4-36 0,0 3-280 15,-4-3-88-15,4 0-140 0,-4 0-368 16,4 0-236-16,-4 3-513 0,0-6-975 0,0 2-2028 16</inkml:trace>
  <inkml:trace contextRef="#ctx0" brushRef="#br0" timeOffset="-98207.43">9147 17847 5228 0,'0'0'4292'16,"0"0"-3284"-16,0 0-788 15,0 0 937-15,0 0 351 0,0 0-568 0,0 0-332 0,88-23-280 16,-60 20-100-16,0 0 8 16,4-1-224-16,-4 2 104 0,4-5-56 0,-4 4-48 15,-1-4-12-15,-7 4 0 0,-3 3-4 16,-2 0-4-16,-11 0-128 0,0 3-52 16,-4 10 136-16,0 3 52 0,-8 9-136 0,-7 5-244 15,-2 8 40-15,2-1 164 0,-6 1 160 16,1 0 16-16,1 0-200 0,2-2 136 15,2-4 64-15,2-1 164 0,6-6-36 0,3-3-40 16,0-3 0-16,4-3-20 0,0-3-68 16,8-2-52-16,3-3 52 15,6-5 64-15,3 0 240 0,3-3 24 16,1 0 36-16,4 0 12 0,0-6-60 16,0 0-104-16,4-7-136 0,-4 0-76 0,0-3-324 15,0-3-444-15,-9 0-28 0,5 1-304 16,-8-1-600-16,0 3-1149 0,-4-7-3027 15</inkml:trace>
  <inkml:trace contextRef="#ctx0" brushRef="#br0" timeOffset="-98014.994">9634 17910 9004 0,'0'0'1164'0,"0"0"-1072"0,0 0-88 15,0 0 669-15,-45 82 331 16,34-56 4-16,-1-1-240 0,-4 4-504 0,4 0-264 16,-4-1-76-16,-3 4-100 0,2-1-256 15,-3-2-568-15,1 4-489 0,6-12-1063 16,-10 8-2048-16</inkml:trace>
  <inkml:trace contextRef="#ctx0" brushRef="#br0" timeOffset="-95983.483">7171 16312 1096 0,'0'0'3156'0,"0"0"-1960"15,0 0-620-15,0 0 100 16,-28-75 312-16,28 49 76 16,-3 4-248-16,3-4-28 0,-4 1 229 0,4-4-373 0,0 1 8 15,0-4-116-15,4 1-128 0,-1-7-12 16,5 0-156-16,0-4-112 0,8 1 8 0,1 0 44 16,2 0-28-16,9-1 24 15,0 0 24-15,8 1 40 0,3 4 0 16,6-5-28-16,2 2 0 0,5-2 44 0,0 6-20 15,4 2-24-15,4 2 40 16,-5 6-32-16,-3 4-120 0,0 4-100 16,-9 2-60-16,-3 2-88 0,-8 5-64 0,-8 4-52 15,-4 0-352-15,-4 3-240 16,-8 2-28-16,-4 0-220 0,-4 0-188 0,0 0 107 16,-4 0-171-16,-16 0-2704 0</inkml:trace>
  <inkml:trace contextRef="#ctx0" brushRef="#br0" timeOffset="-95755.866">7662 15125 6248 0,'0'0'1896'0,"0"0"-780"16,0 0-404-16,0 0 128 0,0 0 405 0,0 0-157 16,0 0-448-16,0 0-148 0,103 22-212 15,-68-11-16-15,1-3 16 16,5 3-80-16,-6 1-136 0,1 1-64 15,0-1-24-15,-4 4-80 0,-8 3 28 16,-4 4-48-16,-8 2-548 0,-9 4 216 0,-3 3-140 16,-7 6 72-16,-14 3-192 0,-2 6-300 15,-5 2 175-15,0-3 105 0,-3 2-276 16,3-13-1260-16,-13 15-1036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1:09:03.665"/>
    </inkml:context>
    <inkml:brush xml:id="br0">
      <inkml:brushProperty name="width" value="0.05292" units="cm"/>
      <inkml:brushProperty name="height" value="0.05292" units="cm"/>
      <inkml:brushProperty name="color" value="#7030A0"/>
    </inkml:brush>
  </inkml:definitions>
  <inkml:trace contextRef="#ctx0" brushRef="#br0">14403 1390 6928 0,'0'0'6237'0,"0"0"-5169"0,0 0-476 0,0 0-48 16,0 0 352-16,0 0 124 0,0 0-52 15,0 0-228-15,79 17-336 0,-47-11-124 0,9-6-20 16,2 3 92-16,9-3 416 15,3 0-376-15,5 0-212 0,-4 0-92 16,4-3-16-16,-4 3-72 0,-8 0-48 0,-1 0-16 16,-11 3-8-16,0 7 12 0,-8-4-96 15,-4 3 152-15,-8 1 0 16,-4 0-340-16,-8-1 16 0,-1 0 96 0,-3-2 232 16,-3 5 0-16,-9 7 12 0,-8 1-4 15,-4 1-8-15,0 5-108 0,-7-3 36 0,-1 2-16 16,-5 0 16-16,1-3 60 15,1 4 4-15,-5-1-4 16,0 1 0-16,0-5-40 0,0 2 52 0,5-2 4 16,-2 6 48-16,5-5-48 0,0-3 8 15,9 0-8-15,-1-3-4 0,12-3-12 16,0-4-40-16,4-3-32 0,8-2 36 0,0 3-16 16,0-5 64-16,4 4 48 0,8 0 368 15,8 5-52-15,4-3-108 0,12-2-84 16,0 1 32-16,3 0-116 0,5-4 56 0,4-3 28 15,-4 0-88-15,3 0 1 0,2-3 75 16,-10-4-152-16,6 0-8 0,-6 1-8 0,1-2-104 16,-5-3-57-16,-3-1-271 0,-4 3-120 15,-7-1-440-15,-10 1-1092 16,2 2-1956-16,-10-2-1589 16</inkml:trace>
  <inkml:trace contextRef="#ctx0" brushRef="#br0" timeOffset="261.112">15339 1502 2812 0,'0'0'8593'0,"0"0"-7069"16,0 0-684-16,0 0 228 0,0 0 276 0,0 0-492 15,0 0-344-15,0 0-232 0,0 0-32 0,-84 69 16 16,61-40 0-16,-5 3-36 0,-9 3-28 15,5 6-36-15,-7 0-76 0,-1 6-36 16,-4-2-48-16,4-1-44 0,1-2-28 16,3-6 20-16,0-3-8 0,8-8-136 15,4 2-112-15,4-8-296 0,5-4-252 16,2-2-236-16,5-3-532 0,4-4-660 0,1-3-965 16,3-3-2187-16</inkml:trace>
  <inkml:trace contextRef="#ctx0" brushRef="#br0" timeOffset="599.23">15543 1758 2856 0,'0'0'184'0,"0"0"6716"0,0 0-5207 16,0 0-633-16,0 0 64 0,0 0 4 0,0 0-196 15,0 0-180-15,-45 77-164 16,26-52-192-16,-1 4 24 16,-4 6 0-16,-1 4 308 0,-6 5-360 0,-1 3-112 0,-4 4-256 15,0 2 0-15,-7 8 0 16,-9 6 0-16,-4 5-12 0,-4 5-100 0,0 2-20 16,-7 3 56-16,3 1-132 0,8-4 60 15,4-5 52-15,9-11-28 0,11-12 12 16,8-6 28-16,8-17-112 0,7-9-176 15,6-6-124-15,3-4-288 0,0-2-320 16,0-7-588-16,0 0-876 0,3 0-377 0,10-3-2295 16</inkml:trace>
  <inkml:trace contextRef="#ctx0" brushRef="#br0" timeOffset="902.394">15132 2654 5652 0,'0'0'4532'16,"0"0"-2667"-16,0 0-953 0,0 0-416 15,0 0 392-15,0 70 136 0,0-45-208 0,0 7-224 16,0 3-308-16,0 6-72 15,8 10 680-15,-8-1-176 0,8 8-348 0,-8-1-160 16,4 3-120-16,0 1-88 0,0-1-48 16,-4-3-28-16,3-5-20 15,-3-5-16-15,4-9-48 0,1-10-100 0,-1-6-96 16,4-6-164-16,-4-9 12 0,3-7-124 16,2 0-712-16,-1-16-264 15,-1-7-552-15,1 1-1913 0,5-19-1551 0</inkml:trace>
  <inkml:trace contextRef="#ctx0" brushRef="#br0" timeOffset="1159.377">15191 2591 1264 0,'0'0'8412'0,"0"0"-7316"16,0 0-567-16,0 0 371 0,0 0 556 0,0 0-392 15,80-22-484-15,-55 18-204 16,-2 2-136-16,1 2-52 0,-4 0-100 0,-1 0 16 0,-6 0-100 15,-1 6 120-15,-4 6 4 16,-8 1 8-16,0 6 64 0,-5 3-76 16,-6 3-124-16,-9 7-56 15,0 0-4-15,-8 0-64 0,4 0-152 0,0-4-80 16,-4-6-20-16,9-6 52 0,-1-3-192 16,4-7-360-16,4-3-372 0,0-3-677 15,3-3-1039-15,2-10-2308 0,3 4 2976 0</inkml:trace>
  <inkml:trace contextRef="#ctx0" brushRef="#br0" timeOffset="1508.591">15642 2502 3696 0,'0'0'5840'0,"0"0"-3351"0,0 0-397 0,96-10-352 0,-65 7-176 16,5 0-500-16,-4-1-424 0,0 4-268 0,0-3-140 15,-4 3-152-15,-8 3-80 0,0 4-12 16,-4 2-48-16,-9 7 52 16,-3 0 4-16,-4 10 4 0,-4 6 0 15,-7 6 8-15,-10 6-4 0,-7 3-4 16,-3 5-48-16,-1 0 0 0,-4 3 48 0,4-4 0 16,4-7-4-16,9-2-4 0,3-7-40 15,12-10-64-15,4-3-32 0,0-3 44 0,15-3 96 16,5-2 4-16,8-2 112 0,8-5 72 15,4-1 84-15,4-6 0 16,3 0-96-16,2-4-60 0,-6-5-40 0,1-1-60 16,0-3-12-16,-9-3-56 0,2 1-216 15,-10-5-252-15,1 2-300 16,-4-5-388-16,0 1-500 0,-8-1-1240 0,0-2-3105 16,-4 6-754-16</inkml:trace>
  <inkml:trace contextRef="#ctx0" brushRef="#br0" timeOffset="1719.155">16256 2537 3544 0,'0'0'1772'16,"0"0"3044"-16,0 0-3759 0,0 0-361 0,-49 89 364 16,38-61 124-16,-2 4 16 0,2 3-384 15,-5 7-336-15,0-2-204 16,-4 8-76-16,-4-1-52 0,0 1-100 0,-4 2-40 15,-3 2 4-15,3-5-12 0,0-2-72 16,-4-10-52-16,8 0-112 0,0-10-264 16,4-9-280-16,9-7-384 0,-2-5-976 0,9-8-3381 15</inkml:trace>
  <inkml:trace contextRef="#ctx0" brushRef="#br0" timeOffset="2830.04">17526 2095 3664 0,'0'0'120'0,"0"0"3964"0,0 0-1572 0,0 0-875 16,0 0-525-16,0 0 120 0,0 0-20 16,0 0-492-1,0 0-184-15,0 0 0 0,28 3 8 0,-11-3-184 16,-2 0-140-16,9 0-32 0,4 0-16 15,0 0 60-15,8 0-36 0,0 0 40 16,3-3-4-16,6 0-12 0,2 0-24 16,1-4-64-16,-1 1-20 0,6-3-28 0,-1-1-36 15,4 1 4-15,-1-1-4 16,8 0 24-16,1 1-64 0,1-1-8 16,-2 1-72-16,-3 3 12 0,-9 0-16 0,1-1 16 0,-8 3-72 15,-4 1-92 1,-4 0-68-16,-8 1-64 0,-5 2-108 0,-6-4-216 15,-6 4-296-15,-2 0-452 0,-9-2-796 16,0-3-1669-16,0 3-1887 0,-9-5 3352 16</inkml:trace>
  <inkml:trace contextRef="#ctx0" brushRef="#br0" timeOffset="3141.949">18574 1800 3556 0,'0'0'4192'0,"0"0"-1408"0,0 0-1343 0,0 0-505 16,88 26 312-16,-60-17-164 15,4 0-304-15,-4 1-136 0,0-1-320 0,0 4-100 16,0-4-100-16,-5 4-24 0,-3-3-92 15,-4 3 48-15,-4-1-56 0,0 1-8 16,-8-1-28-16,-4 4 36 0,0 1 172 0,-12 1-36 16,-4 5-60-16,-7-1 0 0,-2 0-76 15,-3 0-160-15,4-6-188 0,-4 0-160 16,5 0-272-16,-5-6-336 0,4-3-1020 16,-4-5-2921-16,12 2-1587 15,-16-4 5477-15</inkml:trace>
  <inkml:trace contextRef="#ctx0" brushRef="#br0" timeOffset="3511.653">17822 1626 3100 0,'0'0'976'0,"0"0"5720"16,0 0-5139-16,0 0-777 0,0 0 20 0,0 0 112 15,51-80-280-15,-31 58-180 0,0 0-176 16,3 3 4-16,-2 3-80 0,-5 0-64 0,3 3-60 16,-2 3-76-16,-2 8 0 0,2-5-84 15,-6 7-128-15,6 0 88 16,-2 9 124-16,1 1 12 0,0 3 76 0,4-1-88 0,0 1 0 15,0 0 12-15,0 0 0 16,4-4 48-16,-1-3 16 16,5-3 48-16,4 1-36 0,0-4-80 15,5-4-8-15,6-8 0 0,4-1-136 0,2-6-188 16,7 0-432-16,-1-3-492 16,0 0-636-16,-2-1-1181 0,-14 10-2867 0,13-6 3100 0</inkml:trace>
  <inkml:trace contextRef="#ctx0" brushRef="#br0" timeOffset="5051.379">20348 1044 4224 0,'0'0'3088'0,"0"0"-136"0,0 0-1727 0,0 0-389 0,0 0 136 16,0 0-272-16,0 0 20 15,0 0 224-15,0 0-112 0,23 67-72 16,-14-39-4-16,-2 2-164 0,1 3-124 16,-4 6-112-16,1 3-48 0,-5-5-100 0,0 8-52 15,0-3-144-15,0-5-12 16,-5 2 0-16,1-5-100 0,4-2-36 0,-4-7-44 0,4 1-176 16,0-7-332-16,0-3-452 15,0 0-484-15,0-4-1060 0,0 1-2113 0,-4-6-1915 16,0 2 5236-16</inkml:trace>
  <inkml:trace contextRef="#ctx0" brushRef="#br0" timeOffset="5568.03">20084 1809 260 0,'0'0'10396'0,"0"0"-8199"0,0 0-873 15,0 0-388-15,0 0 68 0,0 0-148 16,0 0-360-16,0 0-160 0,0 0-176 16,0 0 36-16,56 4 88 0,-24-8 100 0,0 4 32 15,7-2-72-15,2-3 0 0,-5 3-76 16,3-2-84-16,-3-1-68 16,0 2-112-16,0-4-8 0,0-3 4 0,-4 4 0 15,0-1-60-15,-4-2-112 0,0 4-60 16,-5-6-256-16,-3 5-360 15,-8-1-376-15,-4 7-680 0,0-3-2240 0,-8 3-2725 16</inkml:trace>
  <inkml:trace contextRef="#ctx0" brushRef="#br0" timeOffset="5898.225">20344 1933 888 0,'0'0'6492'0,"0"0"-3848"16,0 0-1227-16,0 0-121 0,0 0-96 16,0 0 40-16,19 83-224 0,-15-61-276 0,0 3-104 15,1 7-56-15,2 0-12 0,-3 6 48 16,0 0-248-16,0 4-148 0,-4 2-76 0,0 0-136 15,0-3 4-15,0 1-4 0,0-4-8 16,-4-3-8-16,0-7-4 0,4-1-132 16,0-8 80-16,0-5-92 0,0 0-28 15,0-5-224-15,0-6-404 16,0 1-192-16,0-4-272 0,4-4-512 0,4-8-804 0,-3-4-2381 16,2 4-1247-1</inkml:trace>
  <inkml:trace contextRef="#ctx0" brushRef="#br0" timeOffset="6174.317">20391 2073 2864 0,'0'0'692'0,"0"0"1120"0,0 0 2220 0,0 0-2640 16,0 0-579-1,0 0 71-15,0 0-28 0,0 0-144 16,0 0-180-16,80-19-176 0,-64 19-80 0,0 6-72 15,-1 1 20-15,-2-1-36 0,-1 3 76 16,-5 1-60-16,-3 0 8 0,1 2-48 0,-5 1-16 0,0-1-12 16,0 5-84-16,-5-2 60 15,-3 2-100-15,-3-2 100 0,-6-2 0 16,2 3-24-16,-1-7-88 0,0 1-64 0,-4-4-332 16,4 0-68-16,0-2-64 15,1-4-300-15,-2 0-324 0,6 0-288 16,-6-7-437-16,6-2-1335 0,7 3-2916 0</inkml:trace>
  <inkml:trace contextRef="#ctx0" brushRef="#br0" timeOffset="6824.683">21089 1390 2964 0,'0'0'5132'0,"0"0"-2207"0,0 0-1217 0,0 0-636 15,0 0 104-15,0 0-132 16,0 0-364-16,0 0-256 0,0 0-188 0,0 0-76 16,39 0 100-16,-15 0 176 0,1 0 32 15,1 0-16-15,2 0-56 16,4 4-140-16,0-2-132 0,-4 2 20 15,4-4-80-15,-4 2-64 0,0 3-12 0,-4-3-40 16,0 2-8-16,-5-1-76 0,-2 0 16 16,-2-1-52-16,-2 3-36 0,-9 1-52 15,0 0 4-15,-4 7-76 0,0 3 84 16,-12 9 172-16,-4 3-132 0,-9 7 8 0,-1 6 28 16,-6 1-76-16,-5 3-40 0,1-1 76 0,1 0 152 15,-1 1 60-15,4 2 8 16,0-2 92-16,0-4 76 15,4 1 44-15,0-5-156 0,8-2 60 16,5-6 0-16,2-4 12 0,5-5 24 0,8-1 28 16,0-6-92-16,4-1 104 0,9 3 8 15,-2-4 64-15,10 1 0 0,-2-3-16 0,5 1 40 16,4-3-52-16,0-1 0 16,4-6 0-16,0 3-12 0,3-3-36 0,-7 0-76 15,4-3-112-15,0-3-8 0,0-4-92 16,0-4-176-16,0 2-232 0,-4-3-272 15,0-5-336-15,-4 4-332 0,0-5-660 0,-1-2-2125 16,-10 4-2867-16,6-9 4796 0</inkml:trace>
  <inkml:trace contextRef="#ctx0" brushRef="#br0" timeOffset="7094.673">21694 1602 3180 0,'0'0'1836'0,"0"0"2216"16,0 0-3136-16,0 0-284 16,0 0 465-16,0 0 119 0,-83 61-260 0,62-39-120 15,6 7-144-15,-9 1-188 0,0 3-60 16,0 6-96-16,-4-1-60 0,0 0-104 16,1 0-96-16,3-3 36 0,-4-4-48 0,3 1-76 15,1-3-96-15,5-6 20 0,-1-5 28 16,8-2-128-16,0-3-96 0,4-3-344 15,4-8-212-15,4 3-284 16,0-3-468-16,0-2-721 0,0 0-1935 16,8-2-1392-16</inkml:trace>
  <inkml:trace contextRef="#ctx0" brushRef="#br0" timeOffset="7512.127">22985 1002 5672 0,'0'0'1328'0,"0"0"3785"0,0 0-4049 0,-79 87-428 16,43-46 528-16,-1 10 360 0,-6 6-292 0,-5 7-428 16,0 3-264-16,-4 2-120 15,-4 7-152-15,-8 4-84 0,1 5 24 0,-1 7-100 16,-7 0-8-16,-6 3-100 0,6 1 4 16,-4-1-4-16,-1 4-44 0,4-1 28 15,1 1-104-15,2 0 8 0,6-2 40 16,7-5 60-16,5-4 0 0,6-11 12 15,6-6 8-15,11-14-8 16,3-10-8-16,10-9-140 0,2-9-84 0,10-6-24 16,-1-9 44-16,4-3-116 0,0-5-32 15,0-6-8-15,0 0-104 0,0 0-400 16,7-6-700-16,6-5-608 0,-5 3-997 0,12-15-2999 16</inkml:trace>
  <inkml:trace contextRef="#ctx0" brushRef="#br0" timeOffset="8247.432">22646 2165 1736 0,'0'0'11329'0,"0"0"-8945"0,0 0-1364 16,0 0-572-16,0 0-124 0,0 0 420 0,96-32 168 15,-52 20-456 1,3-1-248-16,9 0-148 0,4 3-60 16,0 1 0-16,-4 3-8 0,-4 3-64 15,-5-1-40-15,-2 4 104 0,-14 0-52 0,-3 0-28 16,-12 0-20-16,0 7-16 0,-8-4 0 16,-4 6 124-16,-4 4 36 0,-4 3 112 0,-9 6-84 15,-2 3-64-15,-9 8-148 0,-4-3 48 16,-4 9-48-1,0-4 0-15,0 3 12 0,-3 3 76 0,-1-2 4 16,0 2 56-16,0-3 48 0,4 0 12 0,0-3 76 0,4-4 88 16,1 1-4-16,7-6-60 15,-1 2-24-15,6-8 24 0,7-1 24 0,3-3-4 16,5-4-104-16,0 2 32 16,9-2 64-16,3-3 36 15,12 3 12-15,4 2 36 0,4-3-36 0,11 0 36 16,1-5-4-16,4-3-80 0,4-3-51 0,0 0-73 15,3-3-44-15,-3-7-4 0,4-2-60 16,-5-4-97-16,1-3-171 16,-4 1-280-16,-4-1-140 0,-5-1 16 0,2-2-240 0,-9 2-492 15,-4 1-660-15,-9 1-1024 16,1 1-2797-16</inkml:trace>
  <inkml:trace contextRef="#ctx0" brushRef="#br0" timeOffset="8525.864">23647 2171 536 0,'0'0'6568'0,"0"0"185"0,0 0-5957 0,0 0-604 15,-88 29 120-15,71-16 308 0,-6 0 332 16,3 2-168-16,0 4-348 15,-3 0-180-15,2 6-68 0,1 1 20 0,-3 2 28 16,-1 8-40-16,-4-2 12 0,0 1-36 16,-4 4-36-16,0-2-16 0,0 1-44 15,-3 1-68-15,3-1-8 0,0-3-48 0,4-3-16 16,0-4-108-16,0-2-132 0,8-5-212 16,0-4-128-16,4-4-136 0,4-4-460 0,4-3-1416 15,4-2-2817-15</inkml:trace>
  <inkml:trace contextRef="#ctx0" brushRef="#br0" timeOffset="12475.083">14761 4331 9836 0,'0'0'4721'16,"0"0"-4029"-16,0 0-136 0,0 0 0 0,0 0 240 15,0 0 196-15,0 0-288 0,0 0-408 16,0 0-164-16,76-10 80 0,-32 6 80 16,4-2-36-16,8 0-48 0,-1-1-72 15,1 4-52-15,-4-3-20 0,4 3-64 0,-9 1-108 16,-6-3-28-16,-6 5 28 0,-11 0-28 16,-4 0-36-16,-9 5 4 0,-2 0-56 0,-9 8 80 15,0-1 8-15,-12 10-24 16,-12 3 48-16,-4 5-72 0,-3 5 36 0,-10-1 36 15,-2 4-8-15,-2 0-44 0,2 1 68 16,3-4 88 0,1-3 8-16,-2-1 84 0,6-6-80 0,7 5 84 15,0-9-16-15,8 2-12 0,8-4-60 16,4-3-76-16,8-3 16 0,0-4 60 16,12 4 68-16,8-4 228 0,8 1-48 0,8-4 8 15,7 0-20-15,1-2-16 0,4-2-12 16,4-2-24-16,-4 0-184 15,-1-6 0-15,1-3-4 0,-8-1-40 0,0-2-56 16,-9-1-72-16,1 0-168 0,-4 0-216 16,-7-2-556-16,-5 2-672 0,-5 4-1348 0,-3-10-3077 15</inkml:trace>
  <inkml:trace contextRef="#ctx0" brushRef="#br0" timeOffset="12722.819">15435 4451 8964 0,'0'0'1124'15,"0"0"-480"-15,0 0 413 0,0 0 427 0,-60 85 64 16,44-60-376-16,-4 5-420 0,-4-2-176 0,-4 4-56 16,-8 6-52-16,1 1-12 0,-9 1-244 15,0 5-212-15,-4-1-40 16,0 4-92-16,1-6-128 15,6-8-100-15,6-2 4 0,7-10 68 0,12-6-8 16,8-10-92-16,4-6-196 0,4 0-376 16,4-9-648-16,4 3-744 0,15-20-2865 0</inkml:trace>
  <inkml:trace contextRef="#ctx0" brushRef="#br0" timeOffset="13030.82">16020 4309 12137 0,'0'0'1952'15,"0"0"-992"-15,0 0-128 16,0 0 132-16,0 0 68 0,-95 52-20 0,59-25-556 0,-4 8-188 16,-8 9-48-16,-4 3 12 15,-3 11-36-15,-10 5 72 0,-10 7-48 0,-9 13-36 16,-4 2-184-16,-11 14 4 0,-8 2 68 15,-5 4-64-15,1-4-8 0,-5 1-120 0,8-4-124 16,1-2-36-16,8-7-4 0,7-3-32 16,8-7 60-16,8-5-52 15,16-9-96-15,9-4 68 0,10-10-84 0,10-9 12 16,15-11-136-16,5-12-68 0,6-6-648 16,5-10-588-16,0-3-176 15,8 0-161-15,0-7-4339 0</inkml:trace>
  <inkml:trace contextRef="#ctx0" brushRef="#br0" timeOffset="13689.431">15423 5581 1564 0,'0'0'9641'16,"0"0"-8497"-16,0 0-224 0,0 0 160 0,0 0 96 15,24 83-84-15,-12-51-132 0,-5 3-208 16,6 2-148-16,2 8-36 16,2 3 16-16,-2 0-80 0,2 6-140 0,-6-1-144 0,1 4-136 15,-4 1-36-15,-4-1-4 16,-4 0-44-16,0-4-48 0,0-1 36 0,0-11-132 16,0-10-52-16,0-5-84 0,0-10-136 15,4-7-36-15,0-5-76 0,0-4-172 0,0-4-576 31,4-8-364-31,0-4-740 0,-4-3-1461 0,0-13-2043 16</inkml:trace>
  <inkml:trace contextRef="#ctx0" brushRef="#br0" timeOffset="13947.001">15594 5553 7384 0,'0'0'4001'0,"0"0"-2549"0,0 0-828 15,0 0-204-15,0 0 504 0,0 0 336 0,0 0-360 16,0 0-388-16,0 0-252 16,84-25-112-16,-64 25-60 0,-1 0-44 0,2 0-44 15,-1 6-60-15,-5 3-40 0,-2 1 100 16,-6 3 48-16,-7 6 40 0,0-1 84 16,-7 5-24-16,-6 2-36 0,-6 1-36 15,-5 0-76-15,-4-1 8 0,4-3-8 16,-4-4-88-16,4-5-272 0,0-3-272 0,4-4-324 15,-4-3-468-15,12-3-912 0,-12 0-3741 16</inkml:trace>
  <inkml:trace contextRef="#ctx0" brushRef="#br0" timeOffset="14744.455">15897 5168 4868 0,'0'0'756'16,"0"0"3428"-16,0 0-3256 16,0 0 221-16,0 0 51 15,0 0 264-15,0 0-216 0,0 0-268 16,0 0-296-16,0 0-200 0,67 83-104 0,-54-61-44 16,-5 3-104-16,-1 1-132 0,-7 0-44 0,4-4-56 15,-4-3 0-15,5 0-8 0,-5-6-116 16,0-4-24-16,0-3 76 0,0 1-28 15,0-7-72-15,0 0-36 0,0 0-140 16,0 0-320 0,4-7 4-16,4-5 224 0,-1-1 300 0,1-6-48 15,4-3 140-15,-4 3-28 0,4-3 76 0,-4 0 152 0,0 2-76 16,0 1-28-16,1 0 52 16,-2 3-12-16,-3 7 128 0,0-1 48 15,0 4 48-15,0 6-124 0,0 0-104 16,-4 0-84-16,4 3 4 0,0 7 260 15,0 2 44-15,0 7 0 0,4 4-120 16,-8-2-16-16,0 9-72 0,0-5-100 0,0 3 0 16,0 1-64-16,-4-4-96 0,0-3-124 0,4 0-832 15,0-5-532-15,0-4-1348 16,0-7-4777-16</inkml:trace>
  <inkml:trace contextRef="#ctx0" brushRef="#br0" timeOffset="15094.689">16463 5309 7856 0,'0'0'2732'15,"0"0"-931"-15,0 0-665 0,0 0 244 16,75-11 8-16,-51 11-516 0,8-2-288 0,0-2-200 16,4 1-200-16,3 0-24 0,-3 1 176 15,5 2-204-15,-10 0-132 0,-6 5-108 16,-6 9 20-16,-7 0 88 0,-4 9 64 15,-8 3-60-15,0 9-4 0,-11 2-48 16,-10 11-72-16,-3 0-4 0,-4 3 12 0,0 3 112 16,0-4 8-16,0 1 152 0,5-3-72 15,3-1 48-15,3-2 72 16,6-3 12-16,7-8 124 0,4-5 60 0,4-4-196 16,12-3-112-16,4-3 4 0,11-9 20 15,1-1-8-15,9-9 8 0,-2 0-32 16,5-6-88-16,-4-4 0 0,4-2-88 0,-9-4-80 15,-3 0-140-15,0 0-108 16,-4 0-208-16,-8 1-360 16,1-1-332-16,-10 3-696 0,-3 1-992 0,0-1-2401 15,-8-4 221-15</inkml:trace>
  <inkml:trace contextRef="#ctx0" brushRef="#br0" timeOffset="15310.389">17116 5496 1852 0,'0'0'8884'16,"0"0"-7735"-16,0 0-473 15,-67 82 16-15,43-50 640 0,0 0 156 0,3 6-248 16,-2-1-412-16,-1 5-336 0,-4-1-172 16,4 4-136-16,-4-1-108 0,0 1-68 15,0-1-8-15,1-2-60 0,3-8-100 0,4-4-196 16,4-9-176-16,4-9-188 0,4-1-692 15,4-8-1652-15,4-3-4589 16</inkml:trace>
  <inkml:trace contextRef="#ctx0" brushRef="#br0" timeOffset="16004.088">18375 5054 5916 0,'0'0'4988'0,"0"0"-2703"0,0 0-1129 16,0 0-272-16,0 0 400 16,0 0-376-16,0 0-236 0,0 0-92 0,0 0-140 15,0 0 4-15,44-6 276 0,-12 3-220 16,7 0-60-16,6 3-88 0,7 0-108 16,7 0 13-16,9 0 19 0,7 0-44 15,6-4-64-15,6-2-32 0,5 0-136 16,7-7-8-16,5-3 8 15,4-3 84-15,3-3-84 0,-3-3-72 16,-5-1-124-16,-8-2-120 0,-11 2-108 0,-8 1-197 16,-17 2-143-16,-10 4-180 0,-14 3-396 0,-10 4-624 15,-18-2-2016-15,-3 6-2529 0</inkml:trace>
  <inkml:trace contextRef="#ctx0" brushRef="#br0" timeOffset="16222.515">19746 4638 5336 0,'0'0'3972'0,"0"0"-2472"16,0 0-895-16,0 0-209 0,0 0 412 15,0 0 200-15,0 0 60 16,91 41-200-16,-59-31-292 0,0-1-72 0,-4 2-216 16,0 1-244-16,0-2-44 0,-13 1 0 15,2 3 84-15,-10 2 16 0,-3 3 76 16,-4 3 8-16,-7 3 4 0,-14 1-76 15,-2-1-52-15,-1 0-60 0,-4-3-148 16,4-2-348-16,0-4-152 0,-3-7-284 0,3 1-432 16,-4-7-1188-16,7-3-3237 0</inkml:trace>
  <inkml:trace contextRef="#ctx0" brushRef="#br0" timeOffset="16641.797">18610 4561 7776 0,'0'0'4421'0,"0"0"-3209"0,0 0-348 15,0 0-368-15,0 0-4 16,0 0 336-16,28-65-136 0,-12 39-244 16,4 4-100-16,0-3-52 0,0 3-60 0,3-1-52 15,-2 4-24-15,3 2-48 16,0 3-112-16,-5 0-48 0,5 5-4 0,0 2 40 0,-4 4-184 16,4 3 192-16,-4 3 4 15,-5 8 84-15,6 1-28 0,-5 3-48 16,0 5-8-16,0-5 0 0,-4 5 56 0,8-8-56 15,-5 1-24-15,6-3 24 0,-2-4 76 0,5-3-64 16,4-3 48 0,0 0 4-16,8-12-64 0,-1-1-152 0,6-6 4 15,-2-4-172-15,5 1-176 16,0 0-248-16,3-4-288 0,-2 5-280 0,-2-2-736 16,-11 7-1149-16,13-6-2935 0</inkml:trace>
  <inkml:trace contextRef="#ctx0" brushRef="#br0" timeOffset="17353.412">21132 4029 1408 0,'0'0'1840'0,"0"0"4712"16,0 0-4543-16,0 0-257 0,0 0-52 0,0 0-320 16,0 0-184-16,24 85-136 0,-16-57-276 15,0 5-268-15,0 2-188 0,0-3-72 0,0-1-192 16,-1-2 40-16,2 0-104 0,-1-4-4 0,0-3-116 15,0-4 68-15,0 2-80 16,-4-4-100-16,0 0-100 16,-4 0-228-16,0-1-312 0,0 2-356 0,-4-2-660 15,-4-2-1120-15,-1-1-2225 0,-6-1-1807 0</inkml:trace>
  <inkml:trace contextRef="#ctx0" brushRef="#br0" timeOffset="17729.807">20694 4848 2488 0,'0'0'612'0,"0"0"6600"0,0 0-5563 15,0 0-561-15,0 0 184 0,0 0 76 0,0 0-280 16,0 0-532 0,0 0-336-16,0 0 244 0,0 0 140 15,84 13 40-15,-44-13-192 0,8-7-88 16,3 1-64-16,1-4-72 0,12-2 36 16,-4-1-24-16,11 1-28 0,-4-1-8 15,6-3-64-15,-2 3 160 0,-3-4-144 0,-5 6-100 16,-3-3-36-16,-11 2-100 0,-6-1-104 15,-7 5-88-15,-12 1-72 0,-4 0-112 16,-8 1-224-16,-5 6-208 0,-7 0-364 16,0 0-256-16,-7 0-388 0,-9 6-2021 0,-8 1-1183 15,4 0 148-15</inkml:trace>
  <inkml:trace contextRef="#ctx0" brushRef="#br0" timeOffset="18032.02">21093 5054 6232 0,'0'0'5529'0,"0"0"-4137"0,0 0-488 16,-8 77-268-16,8-47 232 0,-5 12 288 15,1 3-76-15,-4 5-224 0,5 5-256 0,3 2-24 0,-4 6 108 16,4 4-208-16,0 3-208 15,0 4-84-15,0-2-100 0,0 1-36 16,0-4-48-16,0-1-44 0,4-8-28 0,-4-6-28 16,3-10-20-16,5-9-112 15,-8-9-72-15,9-7 0 16,-5-10-40-16,0-3-120 0,-1-3-100 0,1-3-248 16,0-6-544-16,0-6 0 0,5-11-1332 0,-5-5-2085 0,-1 3-3207 15</inkml:trace>
  <inkml:trace contextRef="#ctx0" brushRef="#br0" timeOffset="18309.486">21149 5311 9104 0,'0'0'1256'0,"0"0"-519"0,0 0-17 15,0 0 200-15,0 0-76 16,0 0-108-16,0 0-232 0,79-32-148 0,-67 32-4 15,0 0-28-15,-5 7 4 0,6 3 52 16,-9-1 4-16,-4 3-8 0,0 5-56 16,0 2 28-16,-8 0-124 15,-4 3-64-15,-4-3-112 0,-4 0-36 0,0 0-4 16,0-6 0-16,4 0-4 0,-3-4-4 16,2-6-208-16,6 0-164 0,-2-3-148 0,2 0-164 15,3-3-248-15,-1-7-276 16,5-2-600-16,0-4-2193 0,4 7-1783 0,0-17 2849 0</inkml:trace>
  <inkml:trace contextRef="#ctx0" brushRef="#br0" timeOffset="18658.843">21495 5070 2460 0,'0'0'6800'0,"0"0"-5003"15,0 0-321-15,0 0-48 0,0 0 112 0,0 0-196 0,28 77-412 16,-24-56-228-16,-4-1-284 0,0 2-64 16,0 0-184-16,0-3 24 0,-4-3-196 0,4-4-76 15,0-2 16-15,-4-3-100 16,4-5 24-16,0-2-24 0,0 0 0 0,0 0-88 16,4 0-196-16,0-9 172 0,7-1 268 15,-2-5 4-15,3-1-72 0,-1 0-4 16,2 0 64-16,-6 3 0 0,5-2 12 0,-7 5 0 15,3 0 0-15,-1 8 12 0,1-3 76 16,-4 3 48-16,5 2 12 0,-2 0-24 16,5 0-28-1,-3 2-8-15,2 9-80 0,-3-2 92 0,1 4-52 16,-2 0 0-16,1 0 16 0,0 2-64 16,-5 1-36-16,2-3-176 0,-1 2-392 15,0-2-416-15,-4 4-400 0,4-9-1600 0,-4 3-3809 16</inkml:trace>
  <inkml:trace contextRef="#ctx0" brushRef="#br0" timeOffset="19463.073">22435 4235 468 0,'0'0'9400'0,"0"0"-6979"16,0 0-649-16,0 0-368 0,0 0-208 15,0 0-128-15,0 0-104 0,115-16-288 16,-70 10-176-16,6 0-120 0,-3 0-12 0,0 1-64 16,-4 3-96-16,-1 2-164 0,-7 0-44 15,-4 2-84-15,-4 3 8 0,-4 4-20 16,-4 0-88-16,-8 1 76 16,-4 6 60-16,-4 3-28 0,-4 1 64 15,-4 5 0-15,-8 2 0 0,-8 8-60 16,-3 7-76-16,-5 2 16 0,-8 4-4 15,4 3-120-15,-5 3 48 16,2 0 72-16,3-1 128 0,4-2 8 0,5-6 40 16,2-4 20-16,9-3-60 0,4-9 12 0,4-7 100 0,4-4-40 15,8-1 76-15,8-4 12 16,5-1 244-16,6-2-16 0,9-7 4 16,4 1-76-16,3-4 12 0,6 0 97 15,-6 0-133-15,5-4-172 0,-8-2-84 16,4 3-36-16,-8-3-48 0,0-4-120 0,-8 4-148 15,0-4-137-15,-9-4-139 0,1 2-116 16,-4-3-332-16,0-2-540 0,-8 3-1564 16,4-12-2909-16</inkml:trace>
  <inkml:trace contextRef="#ctx0" brushRef="#br0" timeOffset="19676.128">23228 4454 3268 0,'0'0'6512'0,"0"0"-5119"0,0 0-701 16,0 0 156-16,-79 74 540 15,58-49 116-15,-3 4-176 0,-4 5-484 16,5 1-360-16,-10 3-100 0,6 4-104 16,-4-1-108-16,-1 0-84 0,4-3-88 0,4 0-76 15,-1-6-228-15,10-4-352 0,2-5-224 0,6-7-436 16,3-3-688-16,4-4-952 15,0-9-2389-15</inkml:trace>
  <inkml:trace contextRef="#ctx0" brushRef="#br0" timeOffset="20031.66">24388 3892 4528 0,'0'0'9809'0,"0"0"-7477"15,0 0-1648-15,0 0-400 0,0 0 200 16,0 0 280-16,0 0-160 0,0 0-476 0,-68 92-128 16,36-41 0-16,-8 9 296 0,-4 13 44 0,-12 7-132 15,-4 12-96-15,-7 6-64 0,-8 11 12 16,-5 8 72-16,-8 3 0 0,-8 7-132 15,-3 4-4-15,-5-5-68 16,0 4-76-16,5-5-192 0,0-5-4 0,11-2-60 16,12-7 272-16,8-10 28 0,16-8 104 0,9-14 8 15,11-15-8-15,11-14-8 0,10-15-252 16,7-13-44-16,4-12-4 0,4-7-248 0,7-6-736 31,6-16-92-31,7-10-1128 0,-5 7-2941 0</inkml:trace>
  <inkml:trace contextRef="#ctx0" brushRef="#br0" timeOffset="20511.981">24204 5175 16877 0,'0'0'2984'0,"0"0"-2348"0,0 0-636 15,0 0-60-15,0 0 60 0,88-44 524 16,-48 24-160-16,3 1-364 16,5 0-48-16,4 0 36 0,-4 3-60 0,-4 7-52 0,-8 3 40 15,-1-1-12-15,-10 7 8 16,-6 0 28-16,-7 7 56 15,-4 5 4-15,-8 4 72 0,0 3 4 0,-11 7-32 16,-10 6-44-16,-7-1 0 0,-4 7 0 16,-7 3 8-16,-1 5-8 0,-4 1-72 15,4 0-76-15,1-2 32 0,6-4 116 0,10-7 8 16,6 2 64-16,10-11 12 0,7 1-36 16,0-4 76-16,11-3 24 0,6 0 32 15,11-7 4-15,4 1-112 0,7-6-12 16,9 0 36-16,12-5-92 0,4-2 4 0,3 0 4 15,5 0 40-15,-5-2-52 0,-3-5-76 16,-8 0 16-16,0 1-48 16,-8-4-172-16,-8 1-232 0,-5-1-256 15,-10 1-56-15,-1-1-396 0,-9 1-676 0,-7-4-808 16,1 0-2061-16,-6 4-1659 16,-3-10 5264-16</inkml:trace>
  <inkml:trace contextRef="#ctx0" brushRef="#br0" timeOffset="20749.328">25057 5124 1580 0,'0'0'10897'16,"0"0"-9089"-16,0 0-1540 15,0 0-260-15,0 0 448 0,0 0 612 0,-88 48 208 16,68-23-360-16,0 1-324 0,4 5-188 15,-8 4-84-15,0 0-12 0,-4 7 32 0,-4-5-24 16,-3 5-120-16,-1 2-108 0,0-2-84 16,-3-1-4-16,-2-3-160 15,2-3-352-15,3 0-396 0,0-4-176 0,8-2-628 16,0-1-1040-16,0-2-2157 0,8-7-3111 16</inkml:trace>
  <inkml:trace contextRef="#ctx0" brushRef="#br0" timeOffset="24924.526">27144 1533 8480 0,'0'0'1436'0,"0"0"-636"15,0 0-311-15,0 0 1971 0,0 0-1192 0,0 0-476 16,0 0-172-16,0 0 100 0,-32-44-48 16,25 41-204-16,-5-4-96 0,0 4-100 0,-4 0-40 15,0 0-24-15,-7 3-84 0,-2 0-36 16,-6 6-80-16,-1 4-8 16,-4 9-4-16,-4 0-96 0,0 3 100 0,0 6-112 0,-4 5 112 15,1-2-8-15,2 4-40 0,2 0 44 16,-1 1-56-16,12-6 56 0,0-2-84 15,13-2 84-15,2-3 4 0,5-4 460 16,4-4-108 0,4 2-248-16,0-5-104 0,4-2 0 0,4-1 4 15,8 2 80-15,0-3-32 0,8-2 56 0,4-1-20 16,8-3-28-16,-1-2-60 0,1 0 0 16,5 0-100-16,-2-2-68 0,-3-3-92 15,0 3-168-15,-5 2-752 0,-3-4-348 16,-7 4-384-16,-10 0-452 0,-2 0-925 0,-9 11-2187 15</inkml:trace>
  <inkml:trace contextRef="#ctx0" brushRef="#br0" timeOffset="25137.698">26499 2171 6472 0,'0'0'1912'0,"0"0"-580"15,0 0 1 1,0 0 179-16,0 0-284 15,0 0-316-15,0 0-332 0,0 0-280 0,0 0 240 16,0 0 376-16,0 0-20 0,0 0-304 0,63 36-224 16,-38-34-136-16,3 2-84 0,-1-1-48 0,5-3-100 0,0 0-92 15,4 0-140-15,1 0-224 16,2-3-472-16,1 3-176 0,4-4-280 0,-12 2-112 16,19-2-4605-16</inkml:trace>
  <inkml:trace contextRef="#ctx0" brushRef="#br0" timeOffset="26311.498">28583 1083 6916 0,'0'0'1884'16,"0"0"-708"-16,0 0 25 0,0 0 235 16,0 0-148-16,0 0-184 0,0 0-324 0,0 0-188 15,0 0-144-15,0 0-88 0,-24-55-60 16,16 55-128-16,-4 4-124 0,-4 5-48 16,1 7 0-16,-6 6 8 0,1 7 64 15,-3 2 28-15,-1 11-24 16,-4 5-4-16,4 1-72 0,0 6-96 15,0 4 8-15,0-2 76 0,8-2-60 16,0 3 72-16,9-3 112 0,-2-3 24 0,9-3-12 16,0-4-76-16,9-8-36 0,2-5 4 15,5-6 104-15,8-6 92 0,4-6 8 16,8-4 16-16,-1-5-88 0,13-4-16 0,1-9-80 16,2-11-52-16,5-2-40 0,-4-7-120 15,-1-3-72-15,1-1 12 16,-4-6-164-16,-8 1-108 0,0-3 80 0,-5 3 104 15,-3-4 8-15,-4 1 112 0,-4-3 76 16,-7 2-76-16,-6-3 48 0,-7 1 140 0,0 3-4 16,-4 3 8-16,-8 0-4 0,0 6 48 15,-4 6 56-15,0 8 260 0,1 8 132 16,-2 3-160-16,-2 4-336 16,-5 3-172-16,-5 7-104 0,-3 2 76 0,0 7 128 15,0 4 64-15,1-1-132 0,-4 2-144 16,-1-2 16-16,4 4-236 0,0-4-784 0,8-3-1880 15,-1-7-3309-15</inkml:trace>
  <inkml:trace contextRef="#ctx0" brushRef="#br0" timeOffset="26525.821">28695 1105 8096 0,'0'0'1052'16,"0"0"-1052"-16,0 0 0 0,0 0 712 15,-52 83 449-15,36-55-185 0,4 4-232 0,-4 3 48 16,4 2 184-16,0 1-16 0,-4 0-284 16,0 4-168-16,0 3-236 15,-3-1-204-15,2-6-68 0,2-1-152 16,2-1-84-16,5-14-24 0,5-3 40 0,3-6-168 16,0-3-772-16,3-4-784 15,1-3-1277-15,4-3-2211 0</inkml:trace>
  <inkml:trace contextRef="#ctx0" brushRef="#br0" timeOffset="26722.092">28571 1581 4528 0,'0'0'3008'0,"0"0"-1412"16,0 0-228-16,0 0-39 0,0 0-125 0,0 0-276 16,0 0-220-16,32 76 24 0,-16-63-140 15,0-4-124-15,3 1-208 0,2-1-160 16,-1-2-52-16,-1-1-48 15,-3-3-128-15,5 3-132 0,-6 1-96 16,5-4-572-16,-4 0-464 0,-4 3-588 16,0-1-2093-16,0 0-2419 0</inkml:trace>
  <inkml:trace contextRef="#ctx0" brushRef="#br0" timeOffset="27292.43">29913 1057 14397 0,'0'0'1460'0,"0"0"-1460"16,0 0 116-16,0 0 376 0,0 0 80 16,0 0-112-16,-83 19-224 0,47 10-176 0,-4 12 28 15,-12 9 160-15,-3 11 136 0,-5 12 240 16,-7 4-20-1,-6 8-176-15,-6 7-112 0,-5 3-24 16,-3 3-132-16,-1 5-28 0,-4-9 16 0,4-5-148 16,0-3-176-16,5-7 32 0,11-9-64 15,5-5 12-15,11-9-196 0,8-8-72 16,16-11 108-16,8-8 24 0,13-6 64 16,2-14-152-16,9-3-696 0,0-2-12 0,13-4-244 15,6-10-204-15,1-6-396 0,0 4-2309 16,12-21-2287-16</inkml:trace>
  <inkml:trace contextRef="#ctx0" brushRef="#br0" timeOffset="27749.374">29388 1981 12685 0,'0'0'1896'16,"0"0"-1896"-16,0 0 0 0,0 0 824 16,91-32 136-16,-55 20-188 0,1 2-512 0,6-3-208 15,0 4 84-15,6-1-36 0,-2 4-96 16,-7 2 32-16,0 4-36 0,-8 0-76 0,-8 4-48 16,-4 2 24-16,-4 7-48 15,-5 0 80-15,-6 3 68 0,-5 3 124 0,0-1 60 0,-9 8-108 16,-2 0-72-16,-9 5 44 15,-5-3-48-15,2 8-4 0,-9 1 4 16,1 1 0-16,-6 4 8 0,-3 2 116 16,-3 1-60-16,-5 2 20 15,0 0-12-15,-4 2-72 0,9-5-8 0,2-2 4 16,10-7 4-16,11-7 68 0,8-9-56 16,4-6 76-16,8-4-24 0,0 1 216 15,8-4 228-15,4-3-56 0,8 4-120 0,4-1-40 16,4-3-20-16,7-3-68 0,5 3-80 15,4-3-44-15,4 0-80 0,4 0-8 16,4 0-40-16,0 0-24 0,-1 0-40 0,4 4-8 16,-3-4-88-16,-4 0-72 0,-4 0-284 15,-8-10-348-15,0 0-240 16,-4-2-664-16,-12-1-2120 0,4-9-3041 0</inkml:trace>
  <inkml:trace contextRef="#ctx0" brushRef="#br0" timeOffset="27953.818">29997 2169 11069 0,'0'0'1860'16,"0"0"-1452"-16,-67 69-140 0,39-37 556 15,-8 6 500-15,4 3-280 0,-3 1-484 16,-2-1-436-16,1-3-124 0,1 3 0 0,-1-3-312 15,0 1-508-15,8-8-708 0,0-5-912 16,12-8-2413-16,0-11-2674 0</inkml:trace>
  <inkml:trace contextRef="#ctx0" brushRef="#br0" timeOffset="28618.641">28691 1638 5156 0,'0'0'4000'0,"0"0"-2384"15,0 0-303-15,0 0 207 0,0 0 12 0,0 0-208 16,0 0-392-16,0 0-336 0,0 0-64 16,0 0-104-16,0 0-96 0,8 0-96 15,-5 0-104-15,5 3 40 0,5 4 96 16,-2 2 76-16,6 4 120 0,-2 0-100 16,2 2-84-16,-2 1-72 0,1 0-99 0,4 3-13 15,4-3-36-15,-4-4-56 0,8 5 4 16,-5-9 8-16,5 6 32 0,-4-4 0 0,0-4-44 15,-4 3-4-15,0-6-8 16,-4 1-116-16,-8-1-8 16,4 0-161-16,-8-3-203 0,-4 3-224 0,0-3-296 15,0 0-340-15,-4 3-424 0,0 0-620 16,-4 1-236-16,-3-1-2597 0</inkml:trace>
  <inkml:trace contextRef="#ctx0" brushRef="#br0" timeOffset="32644.324">27499 4521 8376 0,'0'0'944'0,"0"0"168"15,0 0 549-15,0 0-473 0,32-70-108 0,-28 57-68 0,4-2 144 16,-4 5-172-16,-4 4-252 15,0 0-56-15,0 1-72 0,0 0 8 16,0 5-88-16,-4-3-184 0,-8-1-180 0,1 4-160 16,-14 0-212-16,-3 0-68 15,-11 4-12-15,-2 4 96 0,-2 9 36 0,-1 5 40 16,-4 0 32-16,0 10 4 0,5 0 8 16,-6 8-20-16,6 2 84 0,0 0 8 15,-2-1-4-15,13 1 0 0,4-9-4 16,13 0-64-16,2-7 28 0,13-8-40 15,0-2 76-15,13 0 12 0,2-7 148 16,13 1 84-16,4-1-60 0,4-9-160 0,8 0-12 16,4 0-96-16,0-6-136 15,-5-2-200-15,2-3-244 0,-6 5-216 0,-7 0-228 16,-8 2-76-16,-8 1-780 16,-4 3-1033-16,-12 0-2563 0</inkml:trace>
  <inkml:trace contextRef="#ctx0" brushRef="#br0" timeOffset="32787.449">26925 5084 9036 0,'0'0'1796'0,"0"0"-739"0,0 0-569 15,0 0-44-15,0 0 592 16,0 0 216-16,0 0-224 0,0 0-348 16,80 40-244-16,-44-40-100 0,7 0-128 0,2 0-144 15,2-3-64-15,5-4-188 0,4 2-268 16,4-6-316-16,-17 5-1044 0,30-9-2453 0</inkml:trace>
  <inkml:trace contextRef="#ctx0" brushRef="#br0" timeOffset="33346.21">28869 4086 11997 0,'0'0'1980'16,"0"0"-1144"-16,0 0-408 0,-86-7 264 15,54 7 548-15,-9 10-184 0,2 3-320 0,-1 6-392 16,3 6-156-16,2 4-32 0,-5 9 28 16,4 6-84-16,1 10-64 0,-1 6-36 15,3 4-12-15,1-1-48 0,13 0-4 16,3-5 64-16,8-7 76 0,8-7 8 0,4-5 28 16,8-11 44-16,12-2-80 15,0-7-28-15,8-3 12 0,7-10 76 0,9-6-64 16,4-3-68-16,8-16-4 0,0-4-112 15,4-5-56-15,-4-7-164 16,-2 0 40-16,-5-3-136 0,-1-3 108 16,-13-1 148-16,1-2-40 0,-7-4 64 0,-6-2-24 15,-3-8-148-15,-4-5 8 0,-1-1-44 16,-6-2-80-16,-5-1-100 0,-1 3 52 16,-2 5-4-16,-5 7-56 0,0 15 268 15,-5 11 276-15,-2 13 368 0,-9 7 96 0,0 6-400 16,-5 12-16-16,-2 1 116 0,-5 7 24 15,-4 2 232-15,1 0-188 0,-5 6-232 0,-1 1-60 16,-2 3-144-16,3 0-364 16,4-7-668-16,8 1-1904 0,9-12-2657 15</inkml:trace>
  <inkml:trace contextRef="#ctx0" brushRef="#br0" timeOffset="33584.655">28806 4016 4348 0,'0'0'2368'15,"0"0"-744"-15,0 0-392 16,0 0-172-16,0 0 21 0,0 0-17 0,0 0-160 16,-28 89-104-16,12-54-44 0,0 7 356 0,-3-1-44 15,-2 0-4-15,-7 4-188 16,0 2-448-16,0 0-244 0,-3 1-64 0,-1-3-56 16,0-1-64-16,0-6-184 0,8-3 24 15,1-3 12-15,6-7-84 0,6-3-36 16,3-3-116-16,8-6-144 0,0-6 8 15,0-2-288-15,8-1-184 0,3-4-12 0,6-4-136 16,2-4-804-16,-3-3-793 16,12-8-2619-16</inkml:trace>
  <inkml:trace contextRef="#ctx0" brushRef="#br0" timeOffset="33973.25">28671 4498 10092 0,'0'0'2113'0,"0"0"-1437"0,0 0-216 16,0 0 152-16,0 0-56 16,0 0 116-16,0 0-32 0,39 68-60 15,-22-43-144-15,2 7-12 0,-3-4-52 16,0 0 12-16,4 2-100 0,-4-5-36 0,8-6-100 15,-4 0-100-15,4-3-48 16,0-3 0-16,-1-4-72 0,5-6-116 0,0 0-416 16,-4-3-552-16,4 0-604 0,-12-3-1336 15,8-9-3633-15</inkml:trace>
  <inkml:trace contextRef="#ctx0" brushRef="#br0" timeOffset="34358.41">29898 4032 13021 0,'0'0'1792'16,"0"0"-1716"-16,0 0 100 0,0 0 368 0,0 0 188 15,0 0-148-15,-80 60-272 0,44-22-164 16,-3 14 100-16,-10 4 224 0,-7 11 376 16,1 10-220-16,-8-2-176 0,-6 8-144 15,-6 3-76-15,-9-1 48 0,-4 5 72 0,0-2-96 16,2-2-220-16,-2-4-36 0,8-3-172 15,8-12-216-15,9-3 48 16,14-10-28-16,10-9-304 0,15-10-140 16,8-10 60-16,11-6-204 0,5-10-136 15,9-2-660-15,10-7 224 0,2-4-1549 0,14-18-2063 0</inkml:trace>
  <inkml:trace contextRef="#ctx0" brushRef="#br0" timeOffset="34772.338">29360 4981 13433 0,'0'0'1912'16,"0"0"-1912"-16,0 0-104 15,0 0 104-15,0 0 820 0,84 0 156 0,-53-3-232 0,14-3-372 16,-2 0-148-16,9-1-16 0,-1 1-96 0,2 2 144 15,2-2-44 1,-3 3-116-16,-4 3-96 0,0 0-44 16,-8 0-28-16,-5 7-40 0,-7-1 12 0,-4 2-36 15,-12 6-24-15,-8-1 28 0,-4 6 132 16,-8 3 200-16,-12 6 144 0,-12 7-136 16,-4 1-48-16,-7 2 36 0,-1-1-24 15,-8 5-76-15,4-1 28 0,-4 4-124 16,5 2-60-16,-1 1 12 0,8-1 36 15,8-3 0-15,8-5 12 0,9-4 124 0,6-6 60 16,9-1-36-16,0-6 96 0,12-3 192 16,8-3 172-16,8 1-219 0,12-8-85 0,11-4-96 15,5-5-112-15,8 0-96 0,0-8-44 16,3-5-92-16,-2-6-236 0,-1 0-201 16,-5-4-403-16,-4 1-272 0,-2-3-652 0,-18 6-1268 15,10-13-2849-15</inkml:trace>
  <inkml:trace contextRef="#ctx0" brushRef="#br0" timeOffset="34983.226">30272 5150 10856 0,'0'0'2313'0,"0"0"-1717"15,0 0-252-15,-84 79 844 0,49-47 544 0,-1-1-96 16,0 8-556-16,-4-4-532 0,0 2-252 15,-3 5-92-15,-5 2-204 0,-5 1-68 16,6-1-128-16,-5-2-304 0,1-1-100 0,3-4-64 16,4-1-200-16,0-2-1032 0,16-11-2100 15,-16 8-1853-15</inkml:trace>
  <inkml:trace contextRef="#ctx0" brushRef="#br0" timeOffset="38675.866">13350 7782 4012 0,'0'0'3176'0,"0"0"2325"0,0 0-4325 16,0 0 36-16,0 0-116 0,0 0 16 0,0 0 40 16,0 0-264-16,0 0-364 0,0 0-228 15,0 0 56-15,73-7 40 0,-38 1 204 16,5 0-244-16,4-4-143 0,4-2-77 0,-4-1-48 16,3 3-12-1,2-2-72-15,-6 5-48 0,1-3-60 16,0 7 0-16,-8 0-40 0,-1 3-45 15,-3 0 33-15,-8 0 16 0,0 10-4 16,-7 0 64-16,-6 2-76 0,-3 7 112 0,-4 3 44 16,-4 7-104-16,-8-1 104 0,-3 8-4 15,-14 1-44-15,1-1 44 0,-4 2-112 16,0 3 120-16,-7 1 8 0,-1-2 40 16,-4 5 12-16,-4 2-52 0,4-3-8 15,-8 5-8-15,5-2 0 0,-1-2 4 16,8-4 4-16,4-4 4 0,4-1-4 0,9-7-12 15,6-7-60-15,5-6-76 0,8-4-32 16,4-2-28-16,9-1 208 16,6-2 176-16,9 2 80 0,4-3 0 0,8-3-88 15,0 4 4-15,3-4-16 0,2 0 4 16,-2 0 36-16,-3-3-112 0,4 0-84 16,-8 0-12-16,3-6-76 0,-3 0 16 0,1-4-72 15,-5 1-184-15,-1-1-184 0,-3-6-296 16,-4 1-64-16,0-4-880 0,-8 3-2476 0,0-14-3153 15</inkml:trace>
  <inkml:trace contextRef="#ctx0" brushRef="#br0" timeOffset="38918.189">14259 7899 11489 0,'0'0'1232'15,"0"0"-1220"-15,0 0 232 0,0 0 508 0,0 0 148 16,-80 64 56-16,57-39-248 0,-1 6-260 16,-4 7-60-16,0 1-128 0,-4 1-12 15,0 2-12-15,-3 4-24 0,-1 1-140 0,4-6-72 16,-5 3-60-16,6-6-116 16,4 0-304-16,2-6-180 15,1-6-208-15,8-4-352 0,4-6-780 0,5-3-2137 16,3-11-3111-16</inkml:trace>
  <inkml:trace contextRef="#ctx0" brushRef="#br0" timeOffset="39294.859">14375 8588 11537 0,'0'0'1756'0,"0"0"-1200"16,0 0 68-16,0 0 688 0,0 0 40 15,44 95-176-15,-37-53-460 0,2 2-128 16,-5 11-60-16,0 1-28 0,0 8-12 0,-1-1-40 16,-3 1-119-16,4-1-145 0,-4 0-76 15,0 2-72-15,0-9-36 0,0-5-72 0,0-10-88 16,0-12-9-16,4-11 9 16,1-4-56-16,-1-9-124 0,0 0-100 0,0-5-132 15,3 0-92-15,2-13-700 0,-1-6-632 16,-1-10-912-16,-3 8-2313 0,0-15-2379 15</inkml:trace>
  <inkml:trace contextRef="#ctx0" brushRef="#br0" timeOffset="39546.375">14450 8657 1004 0,'0'0'10657'0,"0"0"-8941"0,0 0-1080 0,0 0-116 15,0 0 212-15,0 0 264 16,0 0-248-16,0 0-328 0,0 0-84 15,0 0-76-15,49-21-148 0,-42 21-108 16,1 2 132-16,-4 5-24 0,5-1-40 0,-6 7 4 16,-3-1 96-16,0 8-60 15,-3 2-52-15,-10 1-60 0,1 2-40 0,-8-3-196 16,1 0 4-16,-5-3 44 0,4-3 52 16,4-6-72-16,-4-3-164 0,8-5-252 0,0-2-252 15,4-2-196-15,0-9-576 0,8-8-596 16,0 7-2521-16</inkml:trace>
  <inkml:trace contextRef="#ctx0" brushRef="#br0" timeOffset="40047.438">14989 8388 10136 0,'0'0'1637'0,"0"0"-625"16,0 0-44-16,11 69 552 15,-11-39 48-15,-7-5-252 0,-10 1-612 16,2-1-324-16,-2 0-96 0,-7 0-164 0,1 0-44 16,-1-6 8-16,0 0-76 0,0-5 52 15,4-5-8-15,-4-2 4 16,4-5-56-16,5-2-8 0,-2-2-140 0,2-8-48 16,-2-3-60-16,6-6-100 0,3-2 84 0,-1-5-208 15,2-3 24-15,7-3-392 16,0 7-52-16,4 0 32 0,3 6 300 0,14 3 288 15,-5 7 228-15,7 2 52 16,5 3 180-16,-4 2 188 16,4 2 32-16,0 2 244 0,4 2 148 0,-4 5-220 15,8-2 112-15,-4-2-144 0,-5 2-144 16,5 0-40-16,0 0-84 0,-4 2-152 16,0-3-32-16,0 0-88 0,0 1-40 0,0-4 40 15,-1 0 48-15,-3-3 0 0,0 0-44 0,0-3 44 16,1-7 20-16,-6-2-68 0,1-1-72 15,-4-4-24-15,-4 5-16 0,0-3-48 16,-5 2 52-16,-7 1 68 0,0-2 40 0,0 8 0 16,-7-4-36-16,-5 4-124 15,-8 0-72-15,-4 3 12 0,1-1 168 16,-9 4-96-16,-5 0 64 0,5 0 72 0,0 0 12 16,1 4-8-16,3 2-176 0,0 0 12 15,1 0-200-15,6 1-448 0,1-4-336 16,8 0-1148-16,-4 0-3521 0</inkml:trace>
  <inkml:trace contextRef="#ctx0" brushRef="#br0" timeOffset="40518.676">16228 7966 6096 0,'0'0'1936'0,"0"0"1041"0,0 0-1385 15,0 0-140-15,0 0 40 0,0 0-348 16,99 3-348-16,-63-3-240 16,-1 3-196-16,2-3-152 0,3 3-164 15,-5-3-44-15,1 3-176 0,-4-3-8 0,-4 0-188 16,-4 4-508-16,-4-4-876 16,-4 3-1372-16,-9 3-4477 0</inkml:trace>
  <inkml:trace contextRef="#ctx0" brushRef="#br0" timeOffset="40675.846">16415 8194 8836 0,'0'0'816'15,"0"0"1969"-15,0 0-1397 0,0 0 220 0,0 0-128 0,0 0-536 16,0 0-128-16,0 0 92 16,80-9-308-16,-44 2-320 0,-1 1-168 15,1 0-112-15,4 0-124 0,0-1-132 0,4 4-148 16,-5 3-736-16,5 0-1272 0,-8 0-1988 0,12 3-6709 15</inkml:trace>
  <inkml:trace contextRef="#ctx0" brushRef="#br0" timeOffset="41850.274">17773 7518 6096 0,'0'0'860'0,"0"0"1488"16,0 0 489-16,0 0-733 0,0 0-752 0,0 0-200 15,0 0 56-15,0 0-372 0,0 0-380 16,0 0-236-16,21-19-120 0,-17 31 156 16,3 5 40-16,-3 8 288 0,0 4-60 15,1 6-196-15,-5 5-156 0,0 6-15 16,0 1-13-16,0 4-80 0,0 2 12 0,-9 8-76 15,5-1-4-15,0 8 0 0,1-3 4 16,-1 2 0-16,4 3 0 16,0-7 0-16,0 1 0 15,4-10 56-15,7-6-8 0,2-7 24 0,2-9 52 16,1-4-28-16,4-9-12 0,4 0-12 16,0-6 36-16,0-3-8 0,4-8-28 0,-1-2 24 0,6-2-24 15,-1-8-64-15,3-9 88 16,1-6-96-16,4-4 0 0,-1-2-120 0,2-4-36 15,-5-3-4 1,3-4-20-16,-3-2-28 0,-4-1-20 0,-1-5-28 16,-3-5-25-16,0-2 5 0,-3 0 44 15,-5 1 0-15,-5-2 24 0,2 1-12 0,-10 3 52 16,5-3-52-16,-7 3 0 0,3-1 208 16,-5 4-292-16,-3 4 120 0,4 6 12 0,-4 3 24 15,0 3 40-15,0 10-16 16,0 3 48-16,0 5 76 0,0 4 0 0,0 4 44 15,0 3-44-15,0-1-52 0,-4 4-44 16,4 0-52-16,0 3-148 0,0 0-808 16,0 0-388-16,-3 0-532 0,3 0-757 0,-4 0-1603 15</inkml:trace>
  <inkml:trace contextRef="#ctx0" brushRef="#br0" timeOffset="42454.22">19530 7249 1528 0,'0'0'2500'0,"0"0"2416"16,0 0-2319-16,0 0-1061 0,0 0-632 15,0 0-144-15,0 0 412 0,0 0-232 0,0 0-180 16,36 62 168-16,-27-20-216 0,-5-1-220 16,3 7-140-16,-7 2-80 0,0 1-104 15,0 0-168-15,0-2-120 0,0-6-64 0,0-4-48 16,-3-4-12-16,3-7-76 0,0-6 0 15,-4 0-268-15,4-2-440 0,-4-1-1000 16,-1-7-3021-16,-10 4-4559 0</inkml:trace>
  <inkml:trace contextRef="#ctx0" brushRef="#br0" timeOffset="42712.236">19160 8083 3980 0,'0'0'1332'0,"0"0"4385"0,0 0-3869 0,0 0-232 16,0 0-104-16,0 0-248 0,0 0-472 16,0 0-260-16,0 0 144 0,88-3 72 15,-49-3-272-15,6-4-132 0,6 0-64 0,9 1 12 16,-4-4 12-16,3 5-3 0,1-3-93 16,4-1-124-16,-8 2 0 0,4 1-84 15,-4-1 4-15,-5-2-4 0,-7 5-72 16,-4-3-72-16,-5 1-52 0,-3 6-205 15,-11-3-207-15,-1 3-552 0,-12 3-684 16,-5 0-2644-16,-3 0-3033 0</inkml:trace>
  <inkml:trace contextRef="#ctx0" brushRef="#br0" timeOffset="42990.148">19547 8213 2600 0,'0'0'6544'0,"0"0"-4411"15,0 0-393-15,-9 86-148 0,9-51-44 0,0 0-212 16,0 6-172-16,0 4-172 0,0 3-256 16,5-1-236-16,-5 4-172 0,4-1-72 15,0 5-76-15,-4 2-68 0,4-3-108 0,-4 0 4 16,0-4-8-16,0-2-48 0,0-7-16 15,0-2-8-15,0-8-96 16,0-5-332-16,3-11-24 0,1-2-4 16,0-6-96-16,0-7-408 15,1 0-284-15,-1-3-292 0,3-7-712 0,-3 0-909 16,4-9-2259-16</inkml:trace>
  <inkml:trace contextRef="#ctx0" brushRef="#br0" timeOffset="43278.462">19607 8388 9692 0,'0'0'1341'0,"0"0"-401"0,0 0-4 16,0 0 512-1,0 0-184-15,0 0-484 0,0 0-380 0,0 0-176 16,0 0-36-16,0 0 8 0,71 38 104 15,-63-19-40-15,-4 0-112 0,-4 4 0 16,0 2-36-16,0 1-40 16,-8-1-60-16,-4 0 52 0,0-3 32 0,-4 0-20 0,0-3 96 15,-3 1-12-15,2-8-96 16,2-2-64-16,-2-4-256 0,2-2-212 0,2-4-264 0,2 0-188 16,-2-4-476-16,6-8-528 15,-1-1-873-15,4 1-2091 0,4-7-823 0</inkml:trace>
  <inkml:trace contextRef="#ctx0" brushRef="#br0" timeOffset="43627.053">19854 8306 4636 0,'0'0'92'0,"0"0"1900"0,0 0 2393 15,0 0-2553 1,0 0 112-16,0 0-380 0,0 0-484 0,0 0-312 0,59 66-188 15,-59-47-176-15,0 0-144 16,0 0-100-16,-4 1-136 0,0-5-24 16,4-3-52-16,-4-1-144 0,4-8-12 0,0 0-48 15,0 1-40-15,0-4 48 0,0 0 64 16,4-7 32-16,4 0 144 0,4-8 8 16,3-2-184-16,2-5-188 0,-1 0-176 15,4 3 100-15,-4 0 120 0,-1 6-36 0,2 4 148 16,-6 3-20-16,2 6 56 0,-5 0 180 15,3 2 152-15,-3 8 264 0,1 0-40 16,-2 2 64-16,-3 1 60 0,4-4-40 16,-4 4-140-16,1 1-96 0,-1-2-224 15,-1-3-68-15,1 1-176 0,4-3-528 16,0-5-708-16,0-2-1208 0,0 0-3489 16</inkml:trace>
  <inkml:trace contextRef="#ctx0" brushRef="#br0" timeOffset="44113.87">20778 7382 3088 0,'0'0'1680'0,"0"0"4436"15,0 0-4115-15,0 0-537 0,0 0-24 0,0 0-324 16,0 0-384-16,75 37-188 0,-43-27-160 0,8-3-112 16,4 2-88-16,-1-2-12 15,6-5-48-15,-6 5-40 0,-2-1-80 0,-6 1-4 16,-3-1-8-16,-8 0-104 0,-4 4 52 15,-4-3-112-15,-12 5-12 0,-4 4 120 16,-4 3 52-16,-12 6-112 0,-4 7-200 16,-13 4 104-16,2 1 60 0,-5 5 36 0,-4 5 60 15,1-3 60-15,3 0-8 0,4 5 12 16,-1-8 120-16,10-3 40 16,7-4 136-16,8-4 148 0,4-5-88 15,4-6-60-15,8-4 108 0,9-1-60 0,6-5-136 16,5-6-52-16,12-1-44 0,0-2-28 15,7-5-84-15,1-4-56 0,-1-7-116 0,2 3-60 16,-6-4-48-16,-2 2-40 16,-6 3-60-16,1-5-172 0,-8 4-200 0,0-2-416 15,-4 2-704-15,-8 4-1224 0,8-13-3601 16</inkml:trace>
  <inkml:trace contextRef="#ctx0" brushRef="#br0" timeOffset="44325.198">21467 7601 3040 0,'0'0'8241'0,"0"0"-7061"15,0 0-720-15,0 0 112 0,0 0 380 0,-84 63 388 16,65-38-88-16,-2 4-332 0,6 3-328 16,-9 0-76-16,4 5 12 0,-5-2 60 15,2 0-248-15,-5 4-176 0,0-4-164 16,0 3-136-16,0-3-216 0,4 0-420 0,0-7-212 15,9-2-552-15,2-8-892 0,5-5-2013 16,5-9-2259-16</inkml:trace>
  <inkml:trace contextRef="#ctx0" brushRef="#br0" timeOffset="44672.287">22395 7264 1240 0,'0'0'2764'0,"0"0"2472"16,0 0-4928-16,-88 42-140 15,45-5 920-15,0 8 901 0,-6 12-5 16,1 4-420-16,1 8-608 0,-5 8-172 15,4 2-72-15,-8 7-120 0,0 5 68 16,-7 5-148-16,3 6-292 0,-4 2-220 0,1 1-100 16,3-3-8-16,-4-7-76 0,8-3-148 15,4-6 148-15,5-7 4 0,6-3-240 0,5-12 40 16,13-7 120-16,3-13 212 0,7-9-76 16,10-12-84-16,-1-8-76 15,4-11 48-15,0-4-48 0,12-11-540 16,8-10-484-16,4-10-1064 0,-4 4-1501 0,16-23-4543 15</inkml:trace>
  <inkml:trace contextRef="#ctx0" brushRef="#br0" timeOffset="45072.217">21949 8347 4364 0,'0'0'9013'0,"0"0"-7581"0,0 0-476 16,83-6 200-16,-38-4-164 0,2-3-508 16,5 1-200-16,0-7-112 0,8 0-108 15,-4 0-64-15,3-1-96 0,1 4-40 0,-8 7 0 0,-4 2 24 16,-5 7 24-16,-11 0-32 16,-4 10 120-16,-7 9 60 15,-14 4 112-15,-3 4-60 0,-8 9 0 16,-12 5-28-16,-3 0 4 0,-9 8-76 0,-8-2-4 15,-1 1-8-15,-2-1-56 0,3 4 52 16,-4 0-4-16,9-4-4 0,6-6 12 16,9-6 380-16,8-2 732 0,8-8-452 15,4-6-184-15,9 0-160 0,6-7-123 0,9 1-45 16,8-3-4-16,4-7-72 16,7 0-64-16,2-3-4 0,7 0-4 0,-1 0-84 0,1-3-84 15,-4-7-125-15,-5 4-83 16,-3-7-136-16,-8 1-24 0,-4-1-28 15,-4-6-196-15,-4 3-672 0,-5-7-1528 16,-6 8-3321-16,2-14-2062 0</inkml:trace>
  <inkml:trace contextRef="#ctx0" brushRef="#br0" timeOffset="45259.048">22889 8394 8988 0,'0'0'6101'0,"0"0"-5585"16,0 0-516-16,-99 89 0 0,71-54 376 0,-4 7 888 16,-4-1 344-16,1 9-564 0,-1 2-632 15,-1 1-396-15,-2 4-16 0,-5 1-196 0,0 2-356 16,4-6-356 0,-3-3-380-16,15-13-1256 0,-17 9-3129 0</inkml:trace>
  <inkml:trace contextRef="#ctx0" brushRef="#br0" timeOffset="47781.596">17921 8843 1788 0,'0'0'9293'0,"0"0"-7549"0,0 0-380 16,0 0-392-1,0 0 288-15,0 0 48 0,0 0-136 0,0 0-288 16,0 0-372-16,0 0-280 0,0 0-132 0,8 37 216 16,-1-8 268-16,-2 3-123 0,-5 9-193 15,0-3-100-15,0 4-32 16,-8-5-16-16,4-2-60 0,-4 0-60 0,4-10-8 15,0-6-88-15,4-6-60 0,-5-3-40 16,5-8-60-16,0-2-97 0,0 0-47 16,5 0 36-16,3 0 180 0,4-6 180 0,0-2-80 15,0-6-16-15,-1-2-20 16,2-3 8-16,-5 4-32 0,3-4-64 0,2 3 24 16,-6-3-36-16,6 0 108 0,-5 3-36 15,3-4 88-15,-3 5-8 0,1 3 64 16,-5-2-4-16,-1 8-76 0,1 3 84 0,-4 3 100 15,0 0 8-15,4 3 116 0,-4 3-28 16,0 10 192-16,4 1-44 0,-4 4-16 16,0 2-156-16,0-1 24 0,0-3-196 15,0 0-60-15,0 0-108 0,0 0-64 0,0-3-220 16,0 0-184-16,0-4-152 0,0 2-596 16,0-6-492-16,4-2-876 15,-4 1-1973-15,0-3-2419 0</inkml:trace>
  <inkml:trace contextRef="#ctx0" brushRef="#br0" timeOffset="48009.962">18160 9055 7776 0,'0'0'4373'15,"0"0"-2841"-15,0 0-720 16,0 0-304-16,0 0 560 0,0 0 132 16,0 0-432-16,0 0-444 0,76-12-324 0,-56 5-4 15,-5 3-132-15,2 1-188 16,2 0-420-16,-3 1-596 0,-4 2-848 0,4-4-2433 16,-8 1-2499-16,-4 3 5436 0</inkml:trace>
  <inkml:trace contextRef="#ctx0" brushRef="#br0" timeOffset="48178.176">18236 9144 3132 0,'0'0'3152'0,"0"0"2913"0,0 0-5221 15,0 0-552 1,0 0 636-16,0 0 172 0,0 0-56 0,0 0-148 16,80 19-400-16,-52-19-324 0,0-6-172 0,-1-1-4 15,4 1-368-15,-3 0-596 0,-3-1-956 16,-5 1-2357-16,-5-3-5127 0</inkml:trace>
  <inkml:trace contextRef="#ctx0" brushRef="#br0" timeOffset="48712.32">18638 8810 2672 0,'0'0'484'0,"0"0"7621"0,0 0-6809 16,0 0-708-16,0 0-52 0,-12 70 428 16,8-35 256-16,4 6-276 15,0 4-224-15,0 3-200 16,0-1 76-16,0 4-228 0,0-4-196 0,0-3-120 15,4-6-52-15,0 1-160 0,0-7-124 16,0-7-320-16,4-3-312 0,0-6-800 16,-4-2-2652-16,8-9-4269 0</inkml:trace>
  <inkml:trace contextRef="#ctx0" brushRef="#br0" timeOffset="49559.094">18183 6810 5124 0,'0'0'4444'16,"0"0"-1959"-16,0 0-1881 0,0 0-412 0,0 0 64 15,0 0 456-15,-23 67 504 0,11-55-348 16,0 5-412-16,-4-6-144 0,-4 6-64 16,-4-4 52-16,0-1-16 0,-4-2-176 15,0-1-108-15,0-2-92 0,1-4 92 16,3-3 0-16,-4 0 52 15,8 0-48-15,1 0 108 0,2-6-28 0,6-1 0 16,2-5-84-16,1-1-236 0,4-6 36 16,4-1 28-16,0 5-188 0,4-4 260 15,9 6-300-15,2 1-4 0,2 2 188 16,-2 6 44-16,5 1-44 0,3 3 180 0,-2 7 36 16,7 3 72-16,-4-1 4 0,4 7 140 15,0-4 20-15,-5 2 28 0,5-2 4 16,0-3-32-16,0-2-12 0,0-4-60 0,4-3-52 15,0 0-104-15,-1-3 4 16,1-6-12-16,4-2-12 0,4-1-164 16,-4-1-112-16,0 0 76 0,-4-1-380 0,-4 0 116 15,-8 1 48-15,-8-2 316 16,-5 5 112-16,-7 0 124 0,0 1 64 16,-7-1-84-16,-10 4 96 0,-6 0 40 0,-1-1 20 15,-4 4-260-15,-4-3-112 0,0 3-176 0,0 3-188 16,1 0-396-16,-1 3-620 15,11 0-873-15,-14 13-2739 0</inkml:trace>
  <inkml:trace contextRef="#ctx0" brushRef="#br0" timeOffset="81550.57">12566 10607 7716 0,'0'0'3016'0,"0"0"-1303"0,0 0-1013 15,0 0-404-15,0 0 440 0,0 0 640 16,99 0-20-16,-54-6-116 0,2 4-108 16,9-5-372-16,4 0-260 0,-4 4-216 0,0-3-116 15,-5 2-68-15,-3 1-100 0,-4 0-48 0,-9-4-24 16,-7 1-100-16,-4 3-120 16,-3-3-220-16,-6 3-248 0,-2-1-236 15,-10 4-456-15,1 0-876 0,-4 0-904 0,-7 0-1881 16,-2 0 9-16,-7 4 4764 15</inkml:trace>
  <inkml:trace contextRef="#ctx0" brushRef="#br0" timeOffset="81785.178">12936 10636 1148 0,'0'0'4548'16,"0"0"-1676"-16,0 0-1744 0,0 0-132 16,-43 73 21-16,38-45 71 15,5 7-44-15,0 7-104 0,0 6-272 16,9 2-92-16,-5 4-72 0,0 0-28 0,0 4-204 15,-4-2-136-15,0-1-60 0,-8-1-16 16,0-7 64-16,-1-6-48 0,2-3-28 16,3-10-40-16,-4-2-8 0,4-6-100 0,-1-1-148 15,5-10-76-15,0 1-200 0,0-7-180 0,0-3-264 16,0 0-264-16,5-3-236 0,-1-7-113 16,4-3-307-16,3-2-776 15,-2-8-580-15,-5 4 2136 0,8-13-643 16</inkml:trace>
  <inkml:trace contextRef="#ctx0" brushRef="#br0" timeOffset="81938.321">12940 11115 2872 0,'0'0'5756'0,"0"0"-3235"0,0 0-1221 0,0 0-636 15,0 0 36-15,0 0 744 0,0 0-64 16,0 0-320-16,0 0-492 0,0 0-236 16,96 22-96-16,-76-22-88 0,4 0-52 0,4 0-52 15,-5-3-44-15,5-3-132 16,0 0-364-16,0-4-332 15,0 4-288-15,0-4-916 0,-4 4-2193 0,-4 3-2979 16,0-1 5780-16</inkml:trace>
  <inkml:trace contextRef="#ctx0" brushRef="#br0" timeOffset="82327.439">13761 11230 4000 0,'0'0'5700'0,"0"0"-4884"0,0 0-816 0,0 0 0 16,0 0 308-16,0 0 541 0,0 0 243 16,0 0 28-16,-83-33-372 0,67 33-132 15,0 0-172-15,0 10-44 0,0 3 128 0,0 6 132 16,-4 7-88-16,0-1-164 0,1 0-188 16,-2 1-44-16,5-3-104 0,4-5-64 15,5-3-8-15,-1-8-8 0,8 0-40 16,0-7-88-16,0 0-320 0,11 0 72 15,1-7 380-15,4-2-84 0,9-8-112 0,-6 3-160 16,5-3-24-16,0 4 132 0,0 1 92 16,-4 5 92-16,-4 4-32 0,-1 3 100 15,-2 0 64-15,-2 7 252 0,1 2 132 16,-3 7-48-16,-2 0 56 16,-3 0-72-16,0 3-124 0,0-3-148 0,0-1-76 15,1-2-36-15,2-4-88 0,-3-2-48 16,8-4-108-16,0 1-180 0,4-4-168 15,0-7-352-15,8-5-652 0,0-1-1404 0,0-6-3553 16,-8 3 2265-16</inkml:trace>
  <inkml:trace contextRef="#ctx0" brushRef="#br0" timeOffset="82536.199">14128 11239 1852 0,'0'0'9893'0,"0"0"-7721"15,0 0-1348-15,0 0-4 0,0 0 472 0,0 0-172 16,-88 80-136-16,68-52-344 0,1-3-188 15,2 4-120-15,6-7-176 0,2-6-156 16,9 0-52-16,0-6-56 0,0-4-64 0,5 1-84 16,6-7-112-16,5 0 0 0,8-7-76 15,0-6 12 1,8-6-160-16,-4 0-292 0,8-4-444 0,-1 2-508 16,1-5-120-16,5 1-29 0,-2-7-763 15,-7 10-2924-15,11-19 4588 0</inkml:trace>
  <inkml:trace contextRef="#ctx0" brushRef="#br0" timeOffset="82760.817">14694 10687 5488 0,'0'0'6305'0,"0"0"-4897"16,0 0-884-16,-44 79-272 0,32-38 444 0,-4 10 576 0,4 3-92 16,0 6-212-16,4 5-280 15,0-2-196-15,0 3-160 0,0-2-160 0,0-1-172 16,0-9-4-16,4-9-68 0,0-7 8 15,4-13-8-15,0-6-136 0,4-6-224 16,0-7-416-16,1-3 28 0,-2-3 48 0,1 0-160 16,-4-6-164-16,0-3-76 15,0-7-464-15,-4-3-1633 16,-8-4-1103-16,0 1 2352 16,-8-3 724-16,8 2 1296 0,-15-15 0 0</inkml:trace>
  <inkml:trace contextRef="#ctx0" brushRef="#br0" timeOffset="82878.295">14351 11150 2704 0,'0'0'628'16,"0"0"-396"-16,0 0 5764 0,0 0-4075 15,0 0-485-15,0 0-140 0,0 0-168 16,84 51-312-16,-48-45-388 0,3-2-192 0,6-4-148 16,-2 0-88-16,0-4-188 0,-6-6-652 15,-1 5-496-15,-8-5-548 0,-9 6-973 16,-10-2-2843-16,-2 6 3612 16,-10 0 708-16</inkml:trace>
  <inkml:trace contextRef="#ctx0" brushRef="#br0" timeOffset="83245.031">12454 11858 716 0,'0'0'7416'16,"0"0"-5768"-16,104-3-836 0,-53-3 77 16,9 0 547-16,4 0-112 0,4-1-328 0,0 0-164 15,-1 4-204-15,1-3-192 0,0 6-152 16,4-3-36-16,7 3 52 0,5 0 280 16,4 3-16-16,7-3-304 0,5 0-164 15,4 0 4-15,3 0 24 0,5 0-64 16,4 0-60-16,-5-3-4 0,1-4-8 0,-9 4-40 15,-4-3 28-15,-3-4-108 0,-8 3-236 16,-8-2-112-16,-13 0-164 0,-3 2-36 16,-12-2-156-16,-5-1-508 0,-2 4-916 15,-14 0-1021-15,-10-1-3943 0,-2-2 6560 0</inkml:trace>
  <inkml:trace contextRef="#ctx0" brushRef="#br0" timeOffset="84058.867">16654 10588 196 0,'0'0'11549'0,"0"0"-9781"15,0 0-804-15,0 0-560 0,0 0-100 0,0 0 524 16,19 70 224-16,-10-25-368 16,3 9-288-16,-5 7-124 0,2 8-52 15,-5 3-20-15,0 6 68 0,0-3-84 0,-4-5-96 16,0-6-88-16,4-7-44 16,3-13 44-16,2-13 4 0,3-5 116 0,-1-7-8 0,6-5-28 15,-6-5 28 1,2-7-28-16,2-2-32 0,1-2 364 15,9-14-148-15,-2-3-124 0,5-10-72 16,4-9-64-16,-1-6-8 0,5-8-4 0,1-4 0 16,-2-8-4-16,1-2-52 0,0-4-12 15,3 3 60-15,-2 0-112 0,-1 3 52 16,-4 11-24-16,-4 5-28 0,-5 10-168 0,-3 7 72 16,-4 11 0-16,-8 4-200 0,-4 10-36 15,-4 6-72-15,-4 0-376 0,-4 0-792 0,-8 6-824 16,-8 5-2901-16,8-3-655 15,-19 11 5880-15</inkml:trace>
  <inkml:trace contextRef="#ctx0" brushRef="#br0" timeOffset="84246.227">16694 11001 11501 0,'0'0'1464'0,"0"0"-944"0,0 0-352 16,0 0 364-16,0 0 316 15,80 0 308-15,-41 0-340 0,10 0-296 16,2-2-384-16,5 2-136 16,-4-4-4-16,-5 1-232 0,1 0-472 0,-4-1-496 15,-5 4-556-15,-2-3-1213 0,-14 3-3859 0,14 0 5488 16</inkml:trace>
  <inkml:trace contextRef="#ctx0" brushRef="#br0" timeOffset="84994.841">18654 10964 696 0,'0'0'2372'0,"0"0"5448"16,0 0-6327-16,0 0-777 0,0 0-436 15,0 0 0-15,0 0 276 0,0 0-100 16,0 0-152-16,-80 40-40 0,56-5-24 0,1 9-12 16,-9 7 20-16,4-3 172 0,8 0 64 15,0-10-132-15,8-10-144 0,4-9-108 0,8-6-12 16,0-10-88-16,8-3-36 0,7-6-104 16,6-7 128-1,7-6-60-15,4-9-164 0,3-5-188 16,1-2 12-16,1 2 120 0,-2 0-24 0,-7 5-124 15,0 6-100-15,-5 3 84 0,-6 5 328 16,-6 9 84-16,-3 5 44 0,1 3 192 0,-5 9 136 16,0 8 152-16,-1 2-240 15,1 9-128-15,-4 4-60 0,0 6 24 16,4 0 24-16,-4 11 52 0,0-5-40 16,-4 7 36-16,-3 3-20 0,-5 0 40 0,-1 0 4 15,2 1-20-15,-6-1 20 16,2-7-20-16,-1 2 20 0,-4-8-36 0,-4-6 16 0,4 0 8 15,1-6 0-15,-5-7-24 16,3-2-60-16,1-11-64 0,1-2 112 0,-2-5 24 16,2-1 72-16,-1-4 104 0,0-6 128 15,0-7-20-15,-4-5 68 0,4-8 48 16,4-3-192-16,-4-6-204 0,0-3-152 16,5-1-12-16,2-1-144 0,5 1-4 0,1 5 24 15,7 2-20 1,0 10 32-16,0-1-32 0,3 8 44 15,9-1-20-15,1 4-16 0,2-4-36 0,1 2-124 16,5 2-132-16,2-4-64 16,5 0-64-16,4 0-340 0,3-6-632 0,10-3-856 15,2-1-1617-15,1-5-779 0,-8 8 2564 16,23-12 688-16</inkml:trace>
  <inkml:trace contextRef="#ctx0" brushRef="#br0" timeOffset="85225.852">19555 11011 1004 0,'0'0'10569'0,"0"0"-8561"16,0 0-464-16,0 0-260 0,0 0 84 0,0 0-600 16,0 0-204-1,0 0-144-15,-81 70-68 0,58-39 16 16,-1 7 268-16,4 4-100 0,1 3-208 0,10-1-159 16,1 0-133-16,8-3-36 0,0-3 0 15,17-5 24-15,-2-5 160 0,9-6-116 0,0-6-68 16,-1-7-196-16,5-6-33 0,0-3-27 0,4-3-96 31,-4-6-208-31,-4-7-148 0,-3 0-212 0,-6-7-688 16,-3 5-1176-16,-8-4-1865 0,-4 3-1099 15,0 6 3336-15,-12-10 676 0</inkml:trace>
  <inkml:trace contextRef="#ctx0" brushRef="#br0" timeOffset="85374.34">19502 11246 836 0,'0'0'1292'0,"0"0"8369"0,0 0-7337 0,0 0-872 0,0 0-608 16,0 0-20-16,0 0-128 15,0 0-104-15,0 0 8 0,0 0-32 0,0 0-216 0,101 9-204 16,-69-9-148-16,-1-4-36 16,1 1-184-16,0-2-184 0,-4-6-408 15,-1 2-176-15,1 4-456 0,0-6-968 0,0 5-1753 16,-4 0-2647-16,12 0 4960 0</inkml:trace>
  <inkml:trace contextRef="#ctx0" brushRef="#br0" timeOffset="85926.093">20618 10646 5776 0,'0'0'6749'0,"0"0"-4701"0,0 0-1128 16,0 0-628-16,0 0 84 0,112-3 100 0,-64 3 184 15,12 0-52-15,4 0-312 16,7 0-84-16,-4 0-88 0,6 3 24 0,-9 0-64 15,-10-1-72-15,-1 5 0 0,-9 0-12 16,-12 2-72-16,-13 0-88 0,-2 8-124 0,-14 1-112 16,-6 5 200-16,-14 2 84 0,-7 10 0 15,-16 0-136-15,-3 5 60 0,-9 2 40 16,0 6 144-16,-3 0 4 0,-5 0 36 16,4-1-28-16,0 4 56 0,0-4 160 15,0 4 120-15,5-3-56 0,7-4-40 0,4-2-88 16,8-4 72-1,12-6-32-15,5-4-16 0,11-3 60 0,4-6-8 16,15 0 56-16,13-3 172 0,8 0 64 16,3-4-4-16,13-1-112 0,4-1-156 15,4-5-87-15,-4-5-157 0,4 3-4 16,-9-3 0-16,-3-3-8 0,0 0-277 0,-8-6-91 16,-4 2-92-16,-4-5-64 0,0-4-112 15,-4 0-76-15,-4-3-264 0,-5 0-880 0,1-7-1100 16,1 1-1249-16,-6 0-1183 0,-2 2 3028 15</inkml:trace>
  <inkml:trace contextRef="#ctx0" brushRef="#br0" timeOffset="86158.597">21602 11037 1356 0,'0'0'9945'0,"0"0"-8213"0,0 0-1184 0,0 0-192 0,0 0 452 16,-99 50 528-16,74-28-248 15,-6 3-292-15,4 1-304 0,-1 6-160 16,-4-1-60-16,-5 4-64 0,-2 0-108 0,-1 3-92 16,-4-3 0-16,4 0-8 0,-3-3-100 15,2-7-84-15,5 1-268 0,5-7-168 16,3-7-124-16,8-2-328 0,4-4-620 0,1 0-1268 16,10-6-2845-16,1 4 2613 15,0-4 1432-15</inkml:trace>
  <inkml:trace contextRef="#ctx0" brushRef="#br0" timeOffset="86670.67">21662 11357 3540 0,'0'0'520'0,"0"0"5024"0,0 0-3839 15,0 0-473-15,0 0-312 0,-8 80 184 16,4-46 56-16,-3 7 8 0,3 7-224 15,-1 10-192-15,-3 2-76 0,0 6 0 0,5 1-140 16,-10 0-268-16,1-4-108 0,1 0-156 16,-6-5-4-16,6-5-44 0,-2-4-80 15,6-11-20-15,-1-3 8 0,0-10-36 0,3-3 4 16,1-6-140-16,1-4-96 0,3-5-196 16,0-4-116-16,3-3-192 0,6-3-808 15,-1-13-960-15,3-6-49 0,2-7-1395 16,-1 7-744-16,-1-23 4212 0</inkml:trace>
  <inkml:trace contextRef="#ctx0" brushRef="#br0" timeOffset="86917.901">21674 11411 9444 0,'0'0'1060'0,"0"0"-864"0,0 0 24 0,0 0 617 0,0 0 327 15,0 0-172-15,88-3-308 16,-69 13-404-16,-2 2-52 15,-2 4-28-15,-2 0-48 0,-5 0-28 0,-8-4 52 0,0 7-48 16,-4 0-80-16,-13 3-24 16,-2 0-24-16,-5 1-212 0,-4 0 12 0,0-2-52 15,-4-2-100-15,0-6-52 16,4 0 24-16,4-7-40 0,1-3-116 0,7-3-88 16,4 0-96-16,3-12-104 0,5-1-221 0,4-9-847 15,8-4-432-15,12-5-2716 0,-7 6 5028 16,27-24-328-16</inkml:trace>
  <inkml:trace contextRef="#ctx0" brushRef="#br0" timeOffset="87338.411">22399 11268 6140 0,'0'0'1144'0,"0"0"3413"0,0 0-3493 16,0 0-264-16,28 66 76 0,-40-43 396 15,-4 2-28-15,-7 1-316 0,-5-1-384 0,-4 0-200 16,4-2-108-16,-4-4-104 0,0-4-68 15,4-2-16-15,0-4 12 16,4-2-8-16,0-4-52 0,5-3-72 16,2 0-124-16,6-6 36 0,2-4 24 0,5-2-120 15,4-4-4-15,0-3 64 0,4 3-116 16,5-4 28-16,6 2 100 0,6 2-40 16,3 3-76-16,4 4 0 0,-1 6 16 15,6 3 40-15,-2 0 20 0,1 12 120 0,4 1 52 16,-4 3 52-16,0 0 64 0,3 3-4 15,1-6 68-15,-4-1 324 0,3-6-40 0,1-2-236 16,-3-4-100 0,3-4-28-16,-1-5 0 0,5-7-48 0,-4 0-184 15,-1-6-116-15,2 3-24 0,-9-3 4 16,-5 2-68-16,-3 1 36 0,-8 7 252 0,-3-1 100 16,-9 4 216-16,0-1 8 15,-13 7 228-15,-6-3 188 0,-5 2-276 0,-8 1-116 16,0 3-24-16,-8 0-140 0,0 10 28 15,-3-1-112-15,2 7-68 0,5 3-108 16,1 0-184-16,3 4-488 0,4-4-576 16,4 3-1440-16,8-6-3937 0,-4 6 3493 0</inkml:trace>
  <inkml:trace contextRef="#ctx0" brushRef="#br0" timeOffset="88057.666">24906 10750 7644 0,'0'0'5941'0,"0"0"-4761"0,0 0-916 0,0 0-260 0,0 0-4 16,0 0 616-16,0 0 376 0,0 0-144 16,0 0-228-16,91 7-264 0,-36-11-220 15,5-5-72-15,4-1 32 0,4 1-36 16,0-4-60-16,-4 1-76 0,-5 2-72 0,-6 1-48 16,-6 4 12-16,-3 3-40 0,-12 2 76 15,-5 7-88-15,-11 8 48 0,-4 4-20 16,-7 13 32-16,-5 3 172 0,-5 7 4 0,-7 8 4 15,-4 1 120-15,-3 2-32 16,2 6-92-16,-2-3 0 0,3-2-8 0,0 0-56 16,4-7 64-1,4-2-8-15,4-10 4 0,4-3 4 0,0-7 0 16,0-2 0-16,8-8 0 16,0-1-72-16,-4-3-104 0,4-1-60 0,-4 0-200 0,4-7-208 15,-4 0-64-15,-1-3-128 16,2 0-256-16,-1 0-356 0,-4-6-737 15,4-4-1923-15,-4 3 1332 0,0-7 1708 0</inkml:trace>
  <inkml:trace contextRef="#ctx0" brushRef="#br0" timeOffset="88267.576">25248 11201 5228 0,'0'0'7161'0,"0"0"-5225"0,0 0-1128 0,0 0-504 15,0 0-80-15,0 0 152 0,0 0 92 0,0 0 156 16,0 0 44-16,0 0-108 0,124 10-216 16,-72-17-256-1,-1 0-88-15,-3 2-84 0,-8 2-188 0,-1-1-480 16,-11 1-308-16,0 3-260 0,-11 0-616 16,-10 0-1033-16,-3 0-3331 0,-4 10 4212 15</inkml:trace>
  <inkml:trace contextRef="#ctx0" brushRef="#br0" timeOffset="88444.685">25185 11509 6216 0,'0'0'4721'0,"0"0"-2581"0,0 0-1272 0,0 0-512 16,0 0-168-16,0 0 256 0,0 0 360 16,0 0-136-16,119 3-256 0,-64-12-304 15,5-1-108-15,0 1-48 0,-4-4-92 0,-4 4-272 16,-5-5-748-16,-6 9-1200 15,-13-1-3305-15,4-5-1359 0</inkml:trace>
  <inkml:trace contextRef="#ctx0" brushRef="#br0" timeOffset="89460.625">26650 10874 1528 0,'0'0'4'0,"0"0"-4"16,0 0 664-16,0 0 144 0,0 0 2060 15,0 0-1348-15,0 0-884 0,0 0-128 16,0 0 216-16,84-48 620 0,-60 42-131 0,0 4 15 16,-4-2-224-16,0 4-244 0,-5 0-40 15,-2 0-92-15,-1 4-188 0,-5 4-40 16,6 2-28-16,-6 5-76 0,6 5-84 15,-5-1-88-15,-4 3-12 0,3 0 48 16,-7 3-72-16,4-2-40 0,-4 2-36 16,0 0 36-16,-8 1-48 0,-3-1 4 0,2-2-4 15,-2-1-48-15,-1-3-12 0,0-6-28 16,8-7 0-16,-4 0-20 16,8-2 8-16,-4-4-24 0,4 0-24 15,0 0 0-15,4-4-76 0,4-8-24 0,-1-1 148 16,10-9-236-16,-2 0 148 15,5-3 0-15,-3-5 72 0,2 6 100 0,-2-1-56 16,-6 4 72-16,1 2 12 0,0 7-8 16,-4 2 44-16,-4 7 96 0,5 3 32 0,-6 0 96 15,5 0 28-15,-4 10 136 16,4-1-164-16,4 4-36 0,-4 6-16 0,4 3-32 0,-4 3-28 16,0 5-36-16,0-5-116 15,-4 3 40-15,-1-2-36 0,-3-3-12 0,0-2-80 16,4-5-280-16,-4 1-308 0,0-5-116 15,5 1-296-15,-1-5-724 0,4-1-1164 16,-4-3-3361-16,3-4 4229 0</inkml:trace>
  <inkml:trace contextRef="#ctx0" brushRef="#br0" timeOffset="90425.673">29116 10764 11205 0,'0'0'1428'0,"0"0"-1416"0,0 0 52 16,0 0 524-16,-103 40 400 16,67-14 0-16,-3 2-372 0,2 7-248 0,5-3-96 15,4-4-72-15,9 1 24 0,3-7 16 16,12-2-20-16,0-7 28 0,4-2-24 16,12-1-64-16,0 3 16 0,7-3-92 0,2-1-8 15,3 1-76-15,0 2-4 0,-1-2-72 16,-3 2-8-16,1 4-28 0,-6 0 12 0,-2 3 12 15,-6 0 16-15,1 0 64 16,-8 1 8-16,0-1 8 0,0 0 140 0,-12 0 36 16,5-4 28-16,-10-2-28 0,2 0-12 15,-1-1-84-15,-5-1-40 0,6-6-40 0,-2-2-8 16,2-3-60-16,2 0-124 0,2 0-224 16,3-6-236-16,-1-3-104 0,9-4-232 15,0-3-328-15,5 0-792 16,7-6-825-16,8 0-3203 0,-4 5 4784 0,12-8-612 15</inkml:trace>
  <inkml:trace contextRef="#ctx0" brushRef="#br0" timeOffset="90747.305">29213 11141 1684 0,'0'0'9112'0,"0"0"-7131"0,0 0-1165 0,0 0-360 16,0 66 404-16,-9-41 336 0,-2 1 4 15,-1-6-456-15,3-2-372 0,2-2-276 16,3-9-96-16,4-1-64 0,0-6 4 0,0 0 48 15,11 0-64-15,6-3-60 16,-2-7-124-16,13-2-136 0,-4-7-64 0,8 0 64 0,-4-4-96 16,0 2 52-16,-4 0 112 15,-1 2 128-15,2 1 72 0,-5-5 128 16,-9 5 4-16,6-1 212 0,-10 2 188 0,1 2 60 16,-4 5-48-16,0 3-44 0,-4 4-36 15,0 3 36-15,0 3-84 16,0 11-192-16,0 2 92 0,0 3-16 0,-4 6-76 15,4 3 16-15,-4 1 60 16,0 0-84-16,0-8-88 0,1 2-72 16,3-7-48-16,0-6-40 0,3-1-40 0,5-6-144 15,9 0-400-15,2-3-384 0,5-6-496 16,4-3-1480-16,-4-4-3765 0,16-7 4689 0</inkml:trace>
  <inkml:trace contextRef="#ctx0" brushRef="#br0" timeOffset="90993.383">29986 11207 2460 0,'0'0'6848'0,"0"0"-3779"15,0 0-1809-15,0 0-484 0,0 0 360 0,0 0-180 16,-96 67-220-16,80-48-216 0,4 0-184 16,0 0-164-16,8-3-160 0,-4 1-12 0,8-5-4 15,0-3-72-15,0-2-20 0,4-2-4 16,4-1-484-16,4-4 224 0,4 0-64 15,4-4 24-15,4-1-68 0,-1-5-236 0,9-6-168 16,5 3-348 0,-2-3-48-16,1-2-473 0,0-1-1087 0,3-7-1304 15,-3 0 3156-15,-12 8 268 16,17-20 344-16</inkml:trace>
  <inkml:trace contextRef="#ctx0" brushRef="#br0" timeOffset="91360.163">30512 10604 6156 0,'0'0'1484'16,"0"0"2545"-16,0 0-3257 0,0 0-364 15,0 0 100-15,-21 77 536 0,6-40 304 16,-1 9-228-16,-5 8-192 0,6 2-208 16,-5 1-216-16,0 4-160 0,0-7-160 0,4 0-124 15,0-7-60-15,5-5-4 0,2-5-40 16,9-5 44-16,0-9 48 0,4-4-48 0,8-7-44 15,0-5-412-15,0-4-36 0,4-3 100 16,0 0 44-16,4-10 88 0,0 1 72 16,-5-7 104-16,6-3 32 0,-5 2 4 15,-1-2-4-15,-3 7 52 0,0-1 12 16,-8 7 84-16,0 6-20 0,-4 0-64 16,0 6 236-16,0 5-24 0,0 3 184 15,0 9-52-15,-4 0-108 0,4-1-64 16,0 0 184-16,0-3 112 0,4-7-212 15,9-1-108-15,2-6-76 0,5-5-60 16,8 0-24-16,4-9-232 0,4-4-232 16,4-3-16-16,-5-3-220 0,-3 0-548 15,-8 0-1744-15,-12 7-4521 0,-4-7 733 0</inkml:trace>
  <inkml:trace contextRef="#ctx0" brushRef="#br0" timeOffset="92271.415">31304 11014 10920 0,'0'0'2117'0,"0"0"-933"0,0 0-212 0,0 0 300 16,0 0-140-16,0 0-8 0,96 51-216 16,-64-51-220-16,8-3-264 0,3-8-228 0,5-3-196 15,-4-9-284 1,4 1-280-16,-5-4-96 0,2 1-152 16,-9-1-288-16,-1 1-864 0,-7 0-1032 0,-8-1-2417 0,-4 7-1239 15,-8-9 6416-15</inkml:trace>
  <inkml:trace contextRef="#ctx0" brushRef="#br0" timeOffset="92493.659">31726 10465 1500 0,'0'0'156'0,"0"0"3612"16,0 0-1140-16,-15 63-956 16,6-22-355-16,2 14-125 0,-5-3 24 0,-1 13 152 15,-2-2-284-15,-1-2-168 0,-4-8-268 16,4-2-264-16,0-6-324 0,4-11-60 15,4-4-84-15,4-12-92 0,4-5-84 16,4-7-288-16,8-6-316 0,8-3-220 16,4-9-272-16,4-7-524 0,4-7-909 15,4-5-1943-15,-4-4 2512 0,-8 10 708 0</inkml:trace>
  <inkml:trace contextRef="#ctx0" brushRef="#br0" timeOffset="93391.769">32169 10287 1252 0,'0'0'6976'16,"0"0"-4171"-16,0 0-1517 16,0 0-624-16,0 101-64 0,-8-57 200 0,-4 11 220 0,-4-1-72 15,0 6-164-15,0 1-64 16,-4-1-152-16,0-6-224 0,0-6-176 16,1-4-168-16,6-6-8 0,2-7 4 0,3-9-40 15,4-3 40-15,4-8-4 0,0-5-40 16,8-2-212-16,3-4-332 0,10 0 184 15,-1-10 8-15,3-1-124 0,1-1-4 0,0-4 40 16,-5 3 136-16,-2 1 176 0,-1 5 164 16,-4 1 12-16,-8 6 268 0,0 6 132 15,-1 4 180-15,-3 9 56 0,0 3-36 16,-3 4-132-16,-5 3-172 16,0-5-48-16,4 2 12 0,-1 0-16 15,5-11-84-15,0 1-84 0,0-3-68 16,9-4 4-16,3-2-12 0,4-7-120 0,0 0-188 15,4 0-124-15,4-7 64 0,-1-2 8 16,1-1-112-16,0 1-76 0,0-1-80 16,0 1-48-16,-8 3-44 15,-1 2-4-15,-2 1 320 0,-5 0 404 0,-4 0 164 0,-1 3 432 16,-3 0 124-16,4 0 0 0,-4 0-128 16,0 0-132-16,5 0-136 0,-1 0-136 0,0 0-116 15,0 0-72-15,7 0 0 0,-2-4-296 16,3 2-140-16,4-1 36 15,-1-4 44-15,-3 1-32 0,4-4-128 0,0 3 8 16,-4-2 204-16,0 2 304 0,0-1 268 16,-8 2 224-16,0-1 52 15,-4 0 20-15,0 4-112 0,0 3-88 16,0 0-40-16,0 0 8 0,-4 0-44 0,4 3-172 16,-4 4-116-16,4-4-12 15,-3 1-64-15,3-2 0 0,0-2 28 0,0 0 36 16,7 0-100-16,5-2 108 0,4-9-4 15,7-1-84-15,5-7-356 0,0-4-160 16,8-2-136-16,-4 0-276 0,0-2 232 0,1 0 64 16,-2-4 176-16,-4-2 112 0,-2-2 88 0,-5 0 44 31,-9 3 304-31,2 4 244 0,-9 2 332 0,0 10 128 16,-4 7 148-16,0 6-64 0,0 3-172 0,-8 12 52 15,-1 4 12-15,-2 10-256 16,-10 2-228-16,6 14 92 0,-5-1 232 0,0 7 220 15,4 0-288-15,-4-4-204 0,8 0-192 0,1-5-56 16,2-2-72-16,1-5 68 16,8-3 4-16,0-4 8 0,0-3 68 15,0-3-76-15,0-6-12 0,0-3-36 0,0-8-40 16,-7 2-60-16,-6-1-232 0,1-3-200 16,-8 0 148-16,-3-3 88 0,-1-3 68 15,0-1 16-15,0-5 36 0,4-1 224 0,4-6 116 16,4-3 132-16,5 0-24 15,2-4-136-15,5 3-88 0,8 5 0 0,8 5 40 16,4 4 48-16,8 6 48 0,4-1 12 16,8 4-24-16,-1 0-112 0,2 0 64 0,-6 0-76 15,1 0-12 1,-8 0-520-16,0 0-552 0,-4 4-984 0,-5-1-2297 16,-2 0-3339-16,-9 3 7076 0</inkml:trace>
  <inkml:trace contextRef="#ctx0" brushRef="#br0" timeOffset="94605.301">19128 12983 5060 0,'0'0'248'0,"0"0"5513"0,0 0-4117 15,0 0-600-15,0 0-244 0,0 0 108 0,0 0-140 16,0 0-256-16,0 0-112 0,-79 21-64 0,63-9 0 16,-5 5-64-16,2 5 48 15,-5 10 196-15,0 9 148 0,-4 3-152 16,8 7-144-16,0-6-28 0,4-1-72 15,8-9-120-15,4-3-100 0,4-13-48 0,0-3-44 16,0-7-16-16,8-5-64 0,5-4-56 16,2 0 172-16,5-11-80 0,4-3-68 15,4-9-40-15,-1-5-172 0,1-4 100 16,0-3 72-16,-4 3 12 0,1 1 12 16,-6 1-12-16,-3 3-12 0,0 4 24 0,-4 1 72 15,0 3 40-15,-4 6 8 0,0 4-20 16,0-1-40-16,-4 10-36 15,3 0 0-15,6 0-200 0,-5 7-36 0,3 8 284 0,2 11 100 16,-2 5 124-16,2 11-60 16,-5 5 8-16,-4 7 80 0,-1 7 32 15,-3 2 16-15,0 7-76 0,0-1-40 0,-3 1 4 16,-9 1 60-16,-1-5-12 16,-2-3-124-16,-5-2-4 0,-4-6 0 0,0-8 52 15,0-3 64-15,0-3 12 0,0-3-52 16,0-6-68-16,1-7-8 0,-1 0 40 15,3-5 12-15,-3-4-48 0,9-7 0 0,-5-2-8 16,0-4 8-16,0-3 88 16,4 0 24-16,-4-13-16 0,0-6-96 15,1 0 64-15,-1-10-28 0,3-2 12 0,2-1-60 16,2-3-44-16,5 3 40 0,5 4-236 16,3 6 140-1,0 0-60-15,7 2 52 0,6 1-4 0,-2 3-12 0,10 1 40 16,-6-2 20-16,5 5-32 15,1 2 20-15,-2 4 4 0,1 0 20 0,-1 6 40 16,6-3-60-16,-1 3-28 0,0 0-96 16,0 0-364-16,4-4-448 0,-1 4-1316 15,1-6-1533-15,-4 6-2039 0,12-9 3768 0</inkml:trace>
  <inkml:trace contextRef="#ctx0" brushRef="#br0" timeOffset="94871.441">19957 13389 4608 0,'0'0'8005'15,"0"0"-6613"-15,0 0-952 0,0 0-212 16,0 0 380-16,-92 88 524 0,72-49-96 16,1 5-172-16,-2 4-224 0,6 6-124 0,-1 3-112 15,8-4-96-15,4 2-100 0,4-11-112 0,0-6-96 16,12-6-40-16,4-7-32 0,3-5-88 15,2-11-156-15,3 1 120 16,-1-7 60-16,5-3-108 0,0-3-128 0,4-11-144 0,-8 0-164 16,-4-3-500-16,-1 1-952 0,-6-3-788 15,-9 0-1549 1,-4 10-1947-16,0-11 5781 0</inkml:trace>
  <inkml:trace contextRef="#ctx0" brushRef="#br0" timeOffset="95035.198">19809 13694 2440 0,'0'0'768'15,"0"0"7989"-15,0 0-6689 16,0 0-704-16,0 0-584 16,0 0-204-16,0 0 60 0,0 0 196 0,0 0-168 15,0 0-148-15,0 0-184 0,104 47-200 0,-72-44-132 16,4-3-156-16,-4 0-104 16,0-5-256-16,-4-2-248 0,0-3-88 0,-5 0-364 15,1-3-1016-15,0 4-2765 0,-4 0-2903 16,20-1 7536-16</inkml:trace>
  <inkml:trace contextRef="#ctx0" brushRef="#br0" timeOffset="100717.4">21152 12953 1852 0,'0'0'10893'16,"0"0"-9249"-16,0 0-724 0,12 90-40 0,-12-49-140 15,0-3-228-15,0 6-68 0,-4-2-160 0,0-4-212 16,0 0-72-16,1 0-100 0,-1-7-72 15,4 2-40-15,-5-5-172 16,1-2-164-16,0-4-480 0,-4 0-804 0,1-3-2045 0,-2-3-1791 16,-3-3 1249-16</inkml:trace>
  <inkml:trace contextRef="#ctx0" brushRef="#br0" timeOffset="100953.618">20734 13640 8680 0,'0'0'1608'16,"0"0"-707"-16,0 0 243 0,0 0 196 0,0 0-224 0,0 0-384 16,0 0-296-16,0 0-28 0,0 0 316 15,0 0 120-15,91 12-216 0,-46-12-124 16,10 0-88-16,1-3-60 0,11-3 24 16,-2-4 60-16,2 4-244 0,1-5-196 15,-8 3-8-15,0-2-104 0,-4 3-192 16,-9-1-136-16,-3 1-392 0,-4 3-404 0,-8 2-608 15,-8 2-1284 1,-13 0-2321-16,-3 2-1555 0,-12 15 6560 16</inkml:trace>
  <inkml:trace contextRef="#ctx0" brushRef="#br0" timeOffset="101288.761">21021 13960 416 0,'0'0'10304'0,"0"0"-8247"16,0 0-925-16,-16 99-80 0,12-58 236 0,4 6-168 0,0 8-328 15,0 2-176-15,0 9-160 16,0 0 36-16,0 8-100 15,0 2-260-15,0 4-132 0,0-1-48 0,-4 0-64 16,0-3 40-16,-5-2-24 0,2-12 32 16,3-4-44-16,4-14-4 0,0-5 52 15,0-10-76-15,0-7-120 0,0-9-152 16,0-4-308-16,4-9-236 0,0 0-640 16,4-14-448-16,0-7-20 0,4-8-149 0,0-8-1871 15,-4-8-512-15,0 7 4524 0</inkml:trace>
  <inkml:trace contextRef="#ctx0" brushRef="#br0" timeOffset="101542.874">21080 14249 10356 0,'0'0'1697'16,"0"0"-1145"-16,0 0-52 0,0 0 528 15,0 0 60-15,0 0-684 0,0 0-80 0,0 0-16 16,52-66 16-16,-39 60-124 0,2 1-112 15,-7 5-88-15,4 0 124 0,-4 5 148 16,0 4-136-16,-1 3 28 0,-2 4-28 0,-5 3 24 16,0 0-72-16,0 0 8 15,-8 4-88-15,-4-5 44 0,1 2-52 16,-6-5-64-16,2 2-168 0,-6-2-56 16,1-5-196-16,1-1-100 0,-1-2-248 0,3-4-292 15,2-3-236-15,3 0-832 0,0 0-861 16,8-6-1687-16,0-5 1660 0</inkml:trace>
  <inkml:trace contextRef="#ctx0" brushRef="#br0" timeOffset="101865.574">21340 14065 6824 0,'0'0'4201'16,"0"0"-2773"-16,0 0-584 0,0 0 576 15,0 0 0-15,0 0-68 0,0 0-424 0,0 0-520 16,47 70-224-16,-42-52-100 0,-5 6-84 15,0-6-4-15,0 5-92 0,0-5-40 0,0-2-88 16,-5-3-60 0,5-4-36-16,-4-2 172 0,4-4 144 15,0-3-8-15,0-3-300 0,9-10 40 0,-2-3 272 16,9-6 88-16,4-3 12 0,0-1-100 16,0 5-40-16,0 4 40 0,0 4 12 15,-4 7 0-15,0 3 72 0,-8 3 4 16,3 0 124-16,2 6 108 0,-5 8-220 0,-1-2 84 15,-3 3-172-15,5 8 124 0,-5-4-136 16,-4 0 0-16,4 0-8 0,-4-3-188 0,0-4-128 16,0-2-320-16,3-4-164 15,1-6-476-15,4 0-868 0,5-9-1769 0,-6-4-2411 0,10-12 3492 16</inkml:trace>
  <inkml:trace contextRef="#ctx0" brushRef="#br0" timeOffset="102311.872">22013 13284 7432 0,'0'0'6105'15,"0"0"-4649"-15,0 0-900 0,0 0-128 16,0 0 600-16,0 0 272 0,92-26-596 15,-49 23-324-15,5 3-36 0,0 0-64 16,0 3 124-16,4 7 204 0,-9 0-280 0,-3-1-204 16,-4 1-112-16,-8-1-8 15,-8-3-4-15,-5 7-48 0,-6-4-64 16,-5 8 16-16,-4 4-48 0,-4 5-76 16,-16 9 24-16,-8 7 12 0,-4 2-60 15,-8 3 96-15,-4 8 52 0,1-2 44 0,-1 5 52 16,0-1 8-16,4 0 52 0,1 3-12 15,2-2-44-15,5-1 0 0,4-7 4 16,13-2 92-16,7-9 132 0,8-8 0 16,0-6-24-16,15-9-4 0,13-3 40 0,8-4-48 15,9-6 12-15,2-3-63 0,5-3-93 16,0-6-52-16,-1-4-60 0,-3 1-1 16,0 2-111-16,-8-3 100 0,-4 1 12 15,-4-1-380-15,-4 1-168 0,0-5-64 16,-9 1-324-16,1-3-560 0,-3 0-692 15,-6 0-896-15,-3-3-1553 0,-4 6-1463 0</inkml:trace>
  <inkml:trace contextRef="#ctx0" brushRef="#br0" timeOffset="102537.969">22758 13509 3336 0,'0'0'844'0,"0"0"5764"0,0 0-5615 16,0 0-661-16,0 0 244 0,0 0 700 0,0 0 88 15,-96 99-316-15,72-58-448 0,-4 7-156 16,0-1 128-16,0 4 44 0,-4 3-284 0,1-4-184 16,-1 4-140-16,0-5-8 15,-4-2-96-15,4-2-76 0,1-4-188 16,3-6-232-16,3-7 72 0,10-5-116 0,-1-8-232 16,4-8-480-16,8-4-584 0,0-6-501 15,4-10-2139-15,0 4 20 0,8-21 3732 16</inkml:trace>
  <inkml:trace contextRef="#ctx0" brushRef="#br0" timeOffset="102877.015">23591 13071 4900 0,'0'0'648'0,"0"0"1864"0,0 0-700 15,0 0 185-15,0 0 87 0,-60 80-292 16,36-42-476-16,-8 6-312 0,0 13-140 16,-8 6-164-16,-4 11-196 0,-3 8-40 15,-5 4 144-15,1 6-256 0,-9 4-108 16,4-2-135-16,-4 6-13 0,0-3-96 15,4 1-48-15,9 1-48 0,-1-4 88 16,4-2-41-16,8-11-171 0,4-2-204 0,9-17-52 0,6-8-48 16,9-17-64-1,5-13-88-15,3-13-560 0,7-5-1164 16,5-7-2157-16,0-7-2475 0,4-11 3916 16</inkml:trace>
  <inkml:trace contextRef="#ctx0" brushRef="#br0" timeOffset="103427.435">23128 14307 572 0,'0'0'9700'0,"0"0"-4811"0,0 0-3641 16,0 0-660-16,0 0-128 15,0 0 428-15,84-36 184 0,-48 20-532 16,4-3-344-16,8 1-88 0,-1-2-100 0,5 1 0 16,0 6 0-16,8-2 116 15,0 5 8-15,-1 4-68 0,-3 3-52 0,-8 3-4 16,-8 0 40-16,-5 3 48 0,-14 9-48 15,-1 1 28-15,-12 4 8 0,-5 4 0 0,-3 5 4 16,-11 2-76-16,-9 4-12 0,-5 0-8 16,-6 3-68-16,-1 3-20 0,-8 0-36 15,-4 6-16-15,4-3 0 16,-7 7 52-16,3-3 0 0,0-1-16 0,4 0-8 16,8-2 32-16,4-7 40 0,5-3 0 0,10-10-16 15,2-3 4-15,3-7 12 0,8-2-12 16,0-3-16-16,0 0-8 0,8-2 84 15,3 1 48-15,2 1 0 0,6 3 16 0,1-8 8 16,4 2 40-16,-4-1-100 16,8 0-12-16,-4-3-4 15,8 3-84-15,-4 0 84 0,7-3-104 0,1 0-16 0,8 0-84 16,-4 0-28-16,3 0-316 0,2-6-64 16,-2 0-68-16,-2-3-388 15,-6-5-644-15,-7-2-1012 0,0 4-2301 0,-12-1-947 16,-5-6 5260-16</inkml:trace>
  <inkml:trace contextRef="#ctx0" brushRef="#br0" timeOffset="103627.272">24041 14414 3188 0,'0'0'1616'0,"0"0"2988"16,0 0-2863-16,0 0-633 0,-84 79-176 15,64-54 212-15,-4 1-20 0,1 2-292 0,-5 2-408 16,0 4-308-16,0-2-116 16,0 4-12-16,-4-1-264 0,4-2-504 0,0 3-176 15,0-4-476-15,5-7-1057 0,-1 0-3323 16,11-8 1552-16</inkml:trace>
  <inkml:trace contextRef="#ctx0" brushRef="#br0" timeOffset="106010.965">24854 13925 1068 0,'0'0'5188'0,"0"0"-2292"15,0 0-1176-15,0 0-435 16,0 0-85-16,103-19-28 0,-66 16-276 0,-2-3-156 15,9-1-264-15,-5 1-212 0,9-1-104 16,-4 1-60-16,0 0 52 0,0 3-152 16,-4-4-100-16,-4 1 48 0,-4 3-72 0,0 0-224 15,-8 3-168-15,-1-3-364 0,-7 3-332 16,-4 0-612-16,-8 3-909 0,-4 3-2423 16</inkml:trace>
  <inkml:trace contextRef="#ctx0" brushRef="#br0" timeOffset="106197.845">25013 14005 80 0,'0'0'2724'16,"0"0"2684"-16,0 0-4060 0,0 0-432 0,0 0 309 16,0 0 15-1,0 0-56-15,99 66-160 0,-58-60-356 0,2-2-212 16,5-4-296-16,4 0-160 15,-4-4-184-15,-1-5-400 0,1 0-308 0,-8-4-824 0,-8 3-1097 16,0-3-3371-16</inkml:trace>
  <inkml:trace contextRef="#ctx0" brushRef="#br0" timeOffset="106507.56">25344 13671 2752 0,'0'0'132'0,"0"0"5364"15,0 0-3748-15,80 10-587 16,-53-1-353-16,10 0 460 0,-9 4-380 0,3 3-396 16,-4 3-252-16,-3 0-76 0,-3 4 52 15,-2 2-4-15,-6 4-84 0,-2-4-28 0,-7 4-12 16,-4 2 60-16,-8 5-136 0,-7-2 64 15,-9 1-24-15,-8 3-4 0,0 3-48 16,-7 0-52-16,-2 1-36 0,1-4-112 0,-4 0-280 16,8 0-160-16,1-6-132 0,3-3-148 15,8-8-412-15,4-4-809 16,4-4-1843-16,8-7-276 0,1-3 3712 0</inkml:trace>
  <inkml:trace contextRef="#ctx0" brushRef="#br0" timeOffset="108021.795">20993 15786 1120 0,'0'0'448'0,"0"0"-448"16,0 0-104-16,0 0-52 0,0 0 104 0,0 0 52 15,0 0 40-15,0 0 352 0,0 0-92 16,0 0-52-16,0 0-244 15,32-63 192-15,-32 56-40 0,-4 3 3140 16,4-2-1880-16,-9 0-480 0,6 4-224 16,-1-5 144-16,0 3-68 0,0 1-155 15,4 3 163-15,-4 0 88 0,0 0-20 16,-1 0-12-16,2 0-260 0,-1 7-200 0,0 0 20 16,0 4-80-16,-4 6-148 0,3 5-100 15,5 0-80-15,-3 4 0 0,3-1-4 16,0-3-4-16,0-3-132 0,8 0-76 15,4-7 108-15,4-1 28 0,4-6 76 16,4-2 0-16,4-3 12 16,0 0-4-16,4-3-4 0,-4-6 0 0,3 2 36 15,-3-2-28-15,4-1-20 0,-4 1 8 0,4 0-4 16,0 2 0-16,4-2-48 0,3-4 40 16,1 4-52-16,4-4 56 0,-1-1-140 15,6 9 96-15,-2-2-24 0,1 7 0 16,-1 0 76-16,-6 10-100 0,-1 6 100 15,-5 3 56-15,-7 6-8 0,-4 0 104 0,-3 7-40 16,-6-3 16-16,-3 3-68 16,-7-1 32-16,-5 1-16 0,0 0 36 0,-5-3-24 15,-3-8 12-15,-4-2 24 0,5-2-12 16,-2-4-36-16,1-7-12 0,4-3 32 16,1-3-96-16,3 0-60 0,0-7-204 0,0-5 128 15,3-8-112-15,5-2 68 0,5-8 68 16,2-6-40-16,9 1-88 15,0-6-48-15,8 3 0 0,0 7 112 0,0-2 160 16,4 8 4-16,-5 6-76 0,5 3 24 16,-4 2 4-16,0 12 60 0,-4 2 8 15,4 0 204-15,-4 2-136 0,-4 9 12 0,4 2 16 16,0 2-32-16,-1-2 68 0,1 0-64 16,3-1-68-16,1 1 56 15,0-3 0-15,1-3 8 0,3 1 16 0,-1-5 496 16,1 0-64-16,-4-3-404 15,0 0-104-15,3-6 136 0,-3-7-148 0,0-1-12 16,0-6-88-16,0-2 100 0,5-7-76 16,-6 0 40-16,1 1-352 0,-4 3 48 15,-1-1 52-15,-3 5-316 0,-3 1-192 0,-6 7-244 16,-2 4-352-16,-2 2-605 0,-7 7-2139 16,-4 0-1328-16,-4 0 5268 0</inkml:trace>
  <inkml:trace contextRef="#ctx0" brushRef="#br0" timeOffset="108613.738">21379 16748 2732 0,'0'0'612'16,"0"0"2896"-16,0 0-1900 0,0 0-752 0,-39 67 24 15,35-42 49-15,4 7 35 0,0 6-300 16,4 0-176-16,7 0-68 0,-2-3-116 15,-1-4-76-15,-1-8-128 0,5-7 4 16,-3-7 8-16,6-5-24 0,-2-4 28 16,6-4 160-16,1-12-60 0,4-6-40 0,-5-3-176 15,6-7-64-15,-5 0-112 0,-5 4 40 0,2 0-28 16,-10-2 24-16,1 8 0 0,-4 0 140 16,-4 3 0-16,0 6 88 15,-4 1 152-15,-11 2-12 0,2 1-88 0,-2 2 72 16,-6 1-72-16,6 6-28 0,-1 0 64 15,4 0-52-15,-4 3-124 0,4 7-288 16,1 3 64-16,2-1-120 0,1 1-108 16,4-1-320-16,-3-2-620 0,7 2-1117 15,0-2-3035-15,0-4 1049 16,0-6 4495-16</inkml:trace>
  <inkml:trace contextRef="#ctx0" brushRef="#br0" timeOffset="108874.007">21579 16742 1772 0,'0'0'524'0,"0"0"2396"0,0 0-72 0,0 0-1812 0,83 9-480 16,-63 7-52-16,4 0 40 0,0 3-340 16,-4 6 29-16,0 0 371 0,-5 4-24 15,-2 0-212-15,-5-1-136 0,-5 1 60 16,-3-1 28-16,0-2-28 0,0 2 0 16,-3-5-88-16,-1-4-116 0,-4-4-88 0,4-4 4 15,-1-5 96-15,5-3 128 16,-4-3 12-16,4 0-100 0,0-7 12 15,0-2 136-15,9-10 164 0,-1-4-136 0,3-5-132 16,2-4-184-16,-1 0-112 0,3 4-36 16,1-1-108-16,1 8-320 0,6-2-576 15,1 4-452-15,0 3-529 0,4 3-2375 0,-9 7-1012 16</inkml:trace>
  <inkml:trace contextRef="#ctx0" brushRef="#br0" timeOffset="109307.094">22244 16875 10544 0,'0'0'1981'0,"0"0"-1165"0,0 0 12 15,0 0-68-15,0 0-384 0,0 0-112 16,0 0-100-16,-83 44-88 16,70-34 24-16,-2 6-24 0,-2 0 48 0,-3 9 108 15,1 4 16-15,-2 5-36 0,6 1-52 16,-1 7-96-16,4-4 12 15,3-3 24-15,5-4-100 0,4-9-52 0,0-6-36 0,9-5-112 16,3-9 40-16,4-2 160 16,7-13 160-16,9-8-8 15,-4-9-152-15,8-7-136 0,1-12-176 0,-2 2-308 16,-3-3-56-16,4-1 184 0,-8-1 176 16,4 2-116-16,-8 3-152 0,-1-1 36 15,-3 4 152-15,-8 0 216 0,-4 5 180 0,-4 1 116 16,-4 3 188-16,0 3 208 0,0 7 36 0,0 2-16 15,-4 10 100-15,1 7-52 16,3 3-4-16,0 3 16 0,0 3-168 16,0 10-176-16,-5 3-248 0,1 6-60 0,0 10-28 15,0 3 88-15,-4 0 12 0,5 4 52 16,-1-1-56-16,-1-1-8 0,1-5-60 16,-4 3 0-16,4-7-92 0,1 2-220 15,-1-3-384-15,0-4-312 0,-1-4-444 0,1-3-1285 16,4-4-2763-16,0-5 577 0,0-7 4983 15</inkml:trace>
  <inkml:trace contextRef="#ctx0" brushRef="#br0" timeOffset="109569.404">22475 16954 3708 0,'0'0'1448'0,"0"0"4841"0,0 0-4441 16,0 0-848-16,19 67 76 0,-10-51-104 0,-1-1-324 16,-4-5-164-16,3 0-124 0,6-3-76 15,-1-7-100-15,4 0-96 0,3-4-88 16,5-9-200-16,1 0 76 0,-1-2 28 0,4 2-4 15,-9 0-36 1,5 0-64-16,-8 4-20 0,-4-1 32 16,0 7 88-16,-5-3 92 0,-2 3 8 15,-5 3 4-15,0 0 196 0,0 0-4 0,0 0-188 16,-9 0-8-16,2 0-172 16,-1 3-52-16,-4 3 0 0,0 4-40 0,0 2 16 15,0 4-44-15,-4 3-136 16,4 3-176-16,0 5-232 0,-4-6-320 0,8 5-228 0,-3-1-345 15,3-6-1163-15,3-3-1880 0,1-7 4108 0,4-5-408 16</inkml:trace>
  <inkml:trace contextRef="#ctx0" brushRef="#br0" timeOffset="109908.315">22810 16830 2904 0,'0'0'600'15,"0"0"-224"-15,0 0 4380 16,0 0-2960-16,0 0-995 0,0 0-93 0,0 0 44 16,0 0 40-16,0 0-180 0,0 0-320 15,0 0-192-15,79 49 52 0,-66-41-140 16,2 5-8-16,2 4 60 0,-2 1 188 0,-2 1-88 16,-6 0-164-16,1 3-100 15,-4 1 96-15,0 2 0 0,0 4 8 0,-4-3 368 16,0-5-196-16,0-2-72 0,-8 1-96 15,0-2 40-15,4-5 4 0,-3 0-40 16,2-4 64-16,1-3-28 0,0-6 36 0,4 0-84 16,0 0-252-16,0-9 76 15,4-4 104-15,5-6-44 0,2-3 116 0,1-3 28 16,4 0-28-16,-1-4-40 16,2 3-124-16,3 1 52 0,-4 0-64 15,8 6-292-15,-5 0-332 0,5 3-132 16,-4 6-324-16,12-2-4033 0</inkml:trace>
  <inkml:trace contextRef="#ctx0" brushRef="#br0" timeOffset="110484.358">23551 16846 1212 0,'0'0'1644'0,"0"0"5152"15,0 0-5155-15,0 0-433 0,0 0-188 16,0 0 44-16,-16 80-192 0,16-42-116 0,0 16-180 16,0 9-104-16,0 10-124 0,-4 10-64 15,0 6-12-15,-4 0 112 16,0 2-204-16,-4-8-180 0,4-7-184 0,-4-10-64 0,8-8-244 15,0-13-156-15,4-11 0 16,0-11-108-16,8-10-72 0,4-13-328 16,4 0-528-16,-4-20-741 0,4-2-2319 0,-4 0 72 15,0-19 4672-15</inkml:trace>
  <inkml:trace contextRef="#ctx0" brushRef="#br0" timeOffset="110732.616">23579 16926 1472 0,'0'0'1372'16,"0"0"4596"-16,0 0-4660 16,0 0-263-16,0 0-33 0,0 0 88 0,0 0-412 15,0 0-244-15,0 0-180 0,0 0-60 16,87 12 24-16,-75 1 60 0,-4 0-100 0,0 3 28 16,-8 3-104-16,0 3 100 0,-4 0-44 15,-8 3-56-15,-4 5-36 16,1-5-16-16,-6 0-60 0,-3 0-44 15,1-3-68-15,3-6-280 0,-1-3-264 0,6-7-88 16,3-6-92-16,4 0-312 0,4-13-520 16,4-5-413-16,0-5-1971 0,0-8 504 15,4 9 3092-15,12-20-40 0</inkml:trace>
  <inkml:trace contextRef="#ctx0" brushRef="#br0" timeOffset="111029.055">23830 16662 1528 0,'0'0'8316'16,"0"0"-6447"-16,0 0-1125 0,0 0 112 0,0 0 224 16,0 0-260-16,43 76-380 0,-39-41-276 15,-4 3-28-15,0 0-120 0,0 0 120 0,0-2-72 16,0-8-64-16,-4-6-8 0,4-6-80 16,0-10-52-16,4-2 40 15,5-4 100-15,2-4 164 0,10-11-64 0,2-4-100 16,1-11-96-16,0 3-116 0,4-5-104 15,-4 3 64-15,-1 4 112 0,-2 3 80 16,-1 6 8-16,-5 3-12 0,-2 7-24 0,-5 6 88 16,-1 0 40-16,-3 0 300 0,0 12-100 0,1 1-240 15,-1 6-12-15,0 3-104 16,-1 0 28-16,-3 4-64 0,4-1-100 16,-4 1-380-16,0-1-348 0,0-3-464 0,0 0-1217 15,0-2-3927-15</inkml:trace>
  <inkml:trace contextRef="#ctx0" brushRef="#br0" timeOffset="112399.873">27232 13753 1812 0,'0'0'1160'16,"0"0"912"-16,0 0-1236 0,0 0 100 0,0 0-144 16,0 0 64-16,-32-69-104 15,24 62 88-15,-3 1-88 0,2 3-95 0,-2 0 87 16,-1 0 228-16,-4 3-272 0,4 3-168 0,-4 6-292 16,-5 4-48-16,2 9-28 15,3 10 100-15,-4-1 12 0,0 8 12 16,0-4-36-16,4-4-108 0,4-2-140 0,4-10-4 15,8-5 0-15,-4-12-12 0,4 1-92 16,0-3-8-16,4 0 112 0,9 0 136 16,-2-5 96-16,5-6-56 0,4-5-176 0,-4 1 4 15,4-5-8 1,0 1-204-16,-5 1 132 0,-2-1-80 16,2 3 44-16,-2 6-188 0,-5 1 124 0,-1 6 36 15,2 3-72-15,-5 0-4 0,4 0 216 16,-5 8 64-16,5 3 224 0,1 3 64 15,-1 6-88-15,-1 2-100 0,1 1 128 16,-4 2-116-16,5 4-52 0,-9 2-52 16,3 1-8-16,-3 6 12 0,0 3 24 0,0 4-24 15,0 3-76-15,-7 3 0 0,2 2 144 16,-3-2-84-16,0 1 28 0,1-5-80 16,-2-3 4-16,1-5 176 0,4-7 8 15,-7-1 140-15,7-10 72 0,-5-1-200 16,6-4-120-16,-5-3-40 15,4-7-44-15,-5 0 4 0,2-3 40 0,-5 1-36 16,4-4-12-16,-4 0 4 0,-4-4 80 0,4-2 52 16,0-3-88-16,-4-7-36 0,4 0 36 0,1-3-48 15,-2-6 0-15,5 2 0 16,1 0-8-16,3 2-188 0,-1 1 84 16,5 2 52-16,0 2-76 0,5 3 24 0,2-3-36 15,1 4 28-15,4-1-4 0,0 3 124 16,0 1 60-16,4-1 140 15,0 3 8-15,4-2-60 0,0 0 0 0,0 2 0 0,4 1 8 16,-4 2-156-16,-5-2-72 16,6 3 0-16,-10 1-40 15,2 2 0-15,-2-4-72 0,-3 4-136 0,1 0-88 16,-2 0-36-16,1 0-180 0,-4 0-228 16,0 0-252-16,0 0-252 15,1 4-408-15,-5-4-1013 0,3 2-2519 0,-3 1 2364 0</inkml:trace>
  <inkml:trace contextRef="#ctx0" brushRef="#br0" timeOffset="113105.885">28192 13339 3588 0,'0'0'5356'16,"0"0"-3392"0,0 0-471-16,0 0-129 0,28 94-108 15,-24-50-240-15,1 7-200 0,-5 4-168 16,0 5-152-16,0 0 108 0,-5 3 12 0,-3 1-284 16,0 0-76-16,-3-5-48 0,-2-4-208 15,6-11 0-15,-1-6-148 0,4-16-96 0,-1-2 12 16,5-13 24-16,5-5-88 0,3 1 100 15,3-3 48-15,6-5 84 0,-2-6 24 0,2-5 36 32,2-2 8-32,-3-5 4 0,5 4-4 0,-10-3 72 15,1 3-68-15,0-1 40 0,-4 1 0 0,4 7 28 16,-9 3-16-16,2 2 44 0,-5 7-96 16,4 0-8-16,-4 0 100 0,4 3-28 15,0 8-60-15,0 3 160 0,0 9 0 0,3 0-124 16,-2 2-48-16,-1 0 0 0,4-3 0 15,-4-3-12-15,3-3-124 0,2-2-8 16,-1-6-128-16,-1-2-172 16,6 1-248-16,2-7-364 0,6 0-896 0,-2-2-836 15,1-5-2801-15,12-9-663 16</inkml:trace>
  <inkml:trace contextRef="#ctx0" brushRef="#br0" timeOffset="113430.897">28798 13890 11249 0,'0'0'2064'15,"0"0"-832"-15,0 0 204 0,0 0-196 16,0 0-412-16,-88 42-332 0,64-10-200 0,5 2 12 16,-1 4 96-16,4 0 96 0,4-3-168 15,4-3-220 1,0-9-112-16,8-4-60 0,0-4-36 16,4-5-4-16,4-4-20 0,8-6-100 0,0 0 12 15,4 0 36-15,-1-12 48 0,5-4 36 16,0-4 84-16,-3 1-8 0,-2 0-60 0,1 0-16 15,-4 0-32-15,-4 3 20 0,0 1 52 0,-5-1-12 16,2 6 60-16,-9 0 92 0,4 8-4 16,-4-1 32-16,0 3-120 15,0 0-8-15,0 5-4 0,0 12 12 16,0 2 128-16,0 3-16 0,0 6 8 16,0-5 64-16,0-2-184 0,0-2-72 15,4-5-88-15,4-5-196 0,4-2-148 0,4-7-100 16,4 0-404-16,-1-11-952 0,5-3-1072 15,-4 1-3041-15</inkml:trace>
  <inkml:trace contextRef="#ctx0" brushRef="#br0" timeOffset="114150.394">29284 13932 3016 0,'0'0'1956'15,"0"0"452"-15,0 0-800 0,0 0-404 16,0 0-19-16,0 0 343 0,0 0-268 15,-91-7-312-15,74 21-220 0,2 0-136 0,-2 3-52 16,2-1-132-16,2 0-48 0,6-4 36 16,3-3-124-16,0 1-160 0,4-3-112 15,0 2-52-15,4-3 44 0,7 4-40 16,6-4-28-16,3 4-32 16,-1-1 32-16,6-2-12 0,-1 2 76 0,0 4-36 15,-9 0 44-15,5-1 4 0,-4 4 80 16,-4 1 68-16,-4-3 36 0,0 3-36 0,-4-1 0 15,0 0-36-15,-4-1-40 0,0 1-24 16,0-3 16-16,0-3 8 0,-4-1 4 0,0-3-68 16,-4 1 40-16,-3-5-40 15,2 2-8-15,-7-4-112 16,0 0-144-16,4 0-152 0,-8-4-148 0,5-2-124 16,-2 1-256-16,2-2-412 0,-1 1-1468 15,4-1-4589-15</inkml:trace>
  <inkml:trace contextRef="#ctx0" brushRef="#br0" timeOffset="114706.587">30336 14055 272 0,'0'0'5708'16,"0"0"-2616"-16,0 0-1336 16,0 0-455-16,0 0 51 0,-60 92-108 0,52-53-272 15,5-1-344-15,-1-3-140 0,4-4-200 0,0-5-40 16,0-7-112-16,11-7-36 0,1-6 0 16,4 1-40-16,0-7 4 0,4-2 132 15,0-9-60-15,3-4-136 0,2-5-76 16,-1-2-108-16,0-3-52 0,0 0-48 15,-5-1 84-15,1 1 52 0,-4 2 72 0,-4 1 28 16,-4 0 48-16,0 0 44 0,-8 3-36 16,0 3 76-16,-4-3-80 0,-8 3 92 15,0 4-36-15,0 2 28 16,1 7 224-16,-6 3-64 0,6 0-100 0,-9 13-148 16,4 2-144-16,-4 4-20 0,0 0 68 15,4 4-4-15,0-1-12 0,4-6-60 16,0 3-452-16,4-6-648 0,0 0-948 0,4-7-1005 15,4-3-2019-15,0-3 1672 0,4-3 3564 16,12-14 8-16</inkml:trace>
  <inkml:trace contextRef="#ctx0" brushRef="#br0" timeOffset="114959.399">30575 13932 1136 0,'0'0'1380'0,"0"0"-180"16,0 0 4292-16,0 0-4432 15,0 0-492-15,0 0 477 0,0 0-149 0,0 0-412 16,76-23-116-16,-69 46 92 0,2 5-272 15,-1 3-60-15,-1 1 12 0,-3 4 176 16,5-1-28-16,-5-7 16 0,0 1-28 0,0-8-140 16,-1 2 28-16,-3-10 40 0,4 0-4 15,-4-7 52-15,0 0-28 0,4-6-64 16,1 0 52-16,-1-3-24 0,0-3-128 16,3-7 312-16,10-3-112 0,-6-7-136 0,6 2-124 15,-2-2 0-15,5-5-60 16,0 2-40-16,0-2-60 0,-5 0-124 0,6 1-152 15,-1 6-176-15,-5-2-168 0,6 8-276 16,-1-1-760-16,-8 6-2077 0,12 3-2743 16</inkml:trace>
  <inkml:trace contextRef="#ctx0" brushRef="#br0" timeOffset="115412.011">31197 13972 3436 0,'0'0'7813'0,"0"0"-5497"16,0 0-1452-16,0 0-384 0,-88 58 316 16,60-29 32-16,0 6-364 0,5-1-104 0,-1 4 60 15,3-2-24-15,10-5-160 0,-6-2-128 16,14-7-108-16,-1-6 0 0,4-4 0 16,0-6 0-16,4-6-112 0,7 0 112 0,6 0 112 15,7-11 48 1,4-9-160-16,3-2-76 0,9-7 4 0,-4 1-100 15,-1-3 60-15,1-5 0 0,1 1 24 16,-2 0-8-16,1-6-68 0,0-3-156 16,0-1 32-16,-5-6 28 0,1-3 0 0,5 1-40 15,-10-5-56-15,-3 1 192 0,-4 3 52 16,-4 6 112-16,-4 14 52 0,-8 11 172 16,0 11 268-16,-4 8 192 0,0 4-172 0,0 0-216 15,-4 7-108-15,-4 2-188 0,-4 10 0 16,0 6 4-16,-8 8 184 15,5 8 204-15,-9 3-12 16,-1 1-36-16,1 5-84 0,-4 0-16 0,1 2-12 16,-5-1-112-16,4-4-120 0,4 1-136 15,-4-7-108-15,8-6-284 0,1-3-272 16,6-7-24-16,9-6-208 0,4-6-288 16,4-6-820-16,17-7-273 0,3-14-679 15,4-5-2044-15,-5 7 3964 0,17-13-327 0</inkml:trace>
  <inkml:trace contextRef="#ctx0" brushRef="#br0" timeOffset="115690.928">31551 14084 4272 0,'0'0'196'0,"0"0"7141"0,0 0-5153 16,0 0-1096-16,8 67-120 0,-8-54 236 15,8-5-372-15,0-1-292 0,8-7-108 16,4 0-88-16,8-7-64 0,3-5-176 16,1-7-104-16,9 0-184 0,-5 0-36 0,3-3 24 15,-11 6 192-15,0-3-304 0,-8 6-60 16,-4 1 224-16,-9-1 144 0,-2 3 84 15,-5 1 248-15,0-1-60 0,-8 1 60 0,-4 3-12 16,-1 2-40-16,2 4-72 0,-5 0-24 16,-4 12-100-16,-4 7-24 15,0 8 40-15,1 4 20 0,-1-3-36 0,0 4-28 0,-1-2-56 16,10-5-100-16,2-6-44 16,2-4-64-16,7-5 12 0,0-4 72 0,0-6 4 0,4 0-212 15,4-6-600-15,8-7-180 16,4-3-272-16,3-5-812 0,-2 4-1649 15,11-12-1883-15</inkml:trace>
  <inkml:trace contextRef="#ctx0" brushRef="#br0" timeOffset="115892.934">31998 13906 3024 0,'0'0'1136'0,"0"0"5044"0,0 0-4747 16,0 0-781-16,0 0 436 16,0 0 40-16,28 80-460 0,-36-48-176 0,-1 5-104 15,-6 2 52-15,2-1-52 0,2-6-88 16,-1-1-228-16,3-5 72 0,2-11-144 15,-1-2-4-15,8-3-4 16,-4-7 8-16,4-3 4 0,0 0 244 0,4-3 36 16,4-7-36-16,8-6 368 15,7-6-344-15,9-3-272 0,5-8-100 0,-2-1-156 16,5-1-140-16,-1 0-96 0,-2 0-280 16,-1 7-456-16,-8 0-1032 0,-5 11-1649 15,1-2-1671-15</inkml:trace>
  <inkml:trace contextRef="#ctx0" brushRef="#br0" timeOffset="118183.061">27698 15341 9068 0,'0'0'1780'0,"0"0"-763"0,0 0-17 15,0 0 412-15,0 0-260 0,0 0-308 16,13 73-272-16,-6-32-124 15,5 13-24-15,-3 3 72 0,-2 10-80 0,-3 4-8 0,-4 2-100 16,0-1-52-16,0-2-108 0,0 3-148 16,-8-9 0-16,1-1-208 0,-2-5-112 15,1-5 0-15,1-9 24 0,3-2 0 16,-5-7-248-16,5-6 24 0,0-4-204 16,0-6-192-16,4-6-412 0,-3-4-404 15,3-6-365-15,0-3-295 0,0 0-300 16,0-12-1244-16,0-4 3856 0,0 3-376 0,0-15-80 15</inkml:trace>
  <inkml:trace contextRef="#ctx0" brushRef="#br0" timeOffset="118528.971">27758 15455 1892 0,'0'0'704'0,"0"0"-444"0,0 0-144 0,0 0 4928 0,0 0-3604 15,40-72-292-15,-32 66-27 0,0 2-57 16,4 1-196-16,4 3-260 0,0 0-140 16,4 9-88-16,0 3-152 15,-1 8 24-15,1-1-104 0,-3 6-144 16,-6-1 4-16,-3-3 44 0,1 2-40 15,-9 2 152-15,0-3-64 0,0-1 40 0,-13 3 36 16,-2-2-64-16,-6 0 40 0,1-2-52 16,1-6-16-16,-5-1-20 0,4-3-64 15,-4-3-52-15,4-4-356 0,0 0-136 0,4-1-148 16,0-2-168-16,4 0-68 0,-4-5-232 16,8-2-577-16,-3 0-1087 0,2-1-2248 0,5 2 4172 15,0-11-548-15</inkml:trace>
  <inkml:trace contextRef="#ctx0" brushRef="#br0" timeOffset="119034.123">28128 15704 3540 0,'0'0'808'15,"0"0"716"-15,0 0 100 16,0 0-468-16,0 0-264 0,0 0 0 0,0 0-311 15,0 0-193-15,0 0-184 0,0 0-100 0,0 0-100 16,49 8 0-16,-42-8-4 16,1 0-4-16,5 0 0 0,-2 0-72 15,-3 0-16-15,4 0 84 0,0 0 8 0,-3-3 68 16,2 0-68-16,-3 3-52 16,0-2-140-16,0 2-361 0,-4-4-315 15,0 4-400-15,-4-2-640 0,0 2-720 0,0-5-412 16,0 5 2752-16</inkml:trace>
  <inkml:trace contextRef="#ctx0" brushRef="#br0" timeOffset="119676.874">28882 15512 912 0,'0'0'1448'0,"0"0"1876"0,0 0 616 16,0 0-2599-16,0 0-313 0,-4 77 164 0,0-42-136 15,-1 13-272-15,-2 3-80 0,-1 5-212 16,0 5-68-16,0 5-184 0,0 1-80 0,-4 3-84 16,0-1-16-16,0-1-60 0,1-2-4 15,-2-6-168-15,5-5-80 0,1-8-20 16,3-12-44-16,4-6 12 0,0-10-32 16,0-6-168-16,4-5-536 0,3-8-796 15,1 0-57-15,0-6-763 0,0-7-1960 0,0 1 3204 16,0-13 148-16</inkml:trace>
  <inkml:trace contextRef="#ctx0" brushRef="#br0" timeOffset="119933.789">28850 15577 3168 0,'0'0'1228'0,"0"0"-56"16,0 0 1388-16,0 0-1108 0,0 0-340 0,0 0 109 15,0 0-29-15,0 0-468 0,0 0-228 16,83-33-52-16,-66 33-92 0,-1 0-124 16,-5 0 8-16,1 7 56 0,-3 0-144 0,-2 5-148 15,-7 4 52-15,0 0-52 0,-3 6 88 16,-14 0 0-16,2 4-88 0,-5 2-108 16,-8-2-64-16,3 2-44 15,-3 1-172-15,0-4-204 0,1 0-92 0,7-6-144 16,0-3-244-16,4-5-525 0,4-3-1031 15,4-4-2220-15,4-4 3508 0,0 0 388 0</inkml:trace>
  <inkml:trace contextRef="#ctx0" brushRef="#br0" timeOffset="120339.838">29113 15662 396 0,'0'0'1264'15,"0"0"-936"-15,0 0 128 0,0 0-196 0,0 0 4132 0,0 0-2392 16,0 0-1044-16,0 0-516 16,0 0 77-16,0 0-29 0,0 0-116 15,12 10-192-15,-12-8-180 0,0-2-8 0,0 0-4 16,0 0-76-16,0 0-108 0,0 0 44 16,0 0 112-16,0 0 40 0,0 0 104 15,0 0 36-15,0 0 40 16,0 0 12-16,0 0-48 0,0 0-144 0,0 0-296 15,0 0-256-15,0 0-313 16,-4 5-687-16,-4-3-1096 0,4 1-2224 0,0 0 4740 16,-4-3-692-16,36-13 252 0</inkml:trace>
  <inkml:trace contextRef="#ctx0" brushRef="#br0" timeOffset="121129.5">27009 15723 952 0,'0'0'52'0,"0"0"4944"16,0 0-1040-16,0 0-2575 0,0 0-201 0,0 0-200 15,0 0 100-15,0 0 104 16,0 0-164-16,100-17-252 0,-65 15-220 0,6-2-192 16,2-3-172-16,2 5-184 0,-2 2-52 15,-3-7-32-15,4 4-364 0,-8-4-280 16,-5 5-372-16,-3-5-436 0,-8 4-924 0,-8 3-3397 16</inkml:trace>
  <inkml:trace contextRef="#ctx0" brushRef="#br0" timeOffset="121314.286">27109 15919 2996 0,'0'0'288'0,"0"0"1380"0,0 0 1452 0,0 0-1528 16,0 0-287-16,0 0 227 0,0 0-284 16,91 4-448-16,-59-4-272 0,9-4-172 15,2-3-80-15,0 1-276 0,-2 4-64 16,2-2-816-16,-7-3-824 0,-8 7-1057 15,0-2-4335-15</inkml:trace>
  <inkml:trace contextRef="#ctx0" brushRef="#br0" timeOffset="122227.804">29340 15611 1056 0,'0'0'352'0,"0"0"548"15,0 0 4164-15,0 0-3392 0,0 0-392 0,0 0-195 16,0 0-253-16,0 0-256 16,0 0-116-16,-60 80 52 0,44-48 144 0,1 1-48 15,-2 2-128-15,9-5 32 0,1-5-192 16,3-6-72-16,4-3-140 0,0-10-108 0,8 0-48 15,7-1 48-15,5-5 148 16,12-11-148-16,0-2-160 0,4-9 20 0,3-6-72 0,-2 0-4 16,-1-2 76-16,-5 2 16 15,-6 2-12-15,-2 1-80 0,-11 6 64 0,0 0 152 16,-4 3 28-16,-8 4 20 16,0 2 68-16,-4 1 8 0,-4-2-16 15,-4 6-108-15,0-2-12 0,-4 5-76 16,-4-2 12-16,5 4 28 15,-6 4-192-15,5 5 76 0,-3 3-128 0,2 5-8 16,6 1 56-16,-2 1-72 0,6-3-356 16,3 0-800-16,0-2-1097 0,4-6-1951 0,0-2 592 15,4-6 3708-15,12 0 220 0</inkml:trace>
  <inkml:trace contextRef="#ctx0" brushRef="#br0" timeOffset="122621.639">29651 15519 116 0,'0'0'1516'0,"0"0"-332"15,0 0 4252-15,0 0-3736 0,0 0-191 16,0 0-241-16,0 0-236 0,0 0 32 0,51 77-344 16,-46-49-380-16,-1 0-52 0,0-1-136 15,-4-2 48 1,4-3-200-16,-1-7-48 0,1-2 48 0,4-1-88 16,-3-5 40-16,-1-3-4 0,3-2 40 15,1-2-40-15,5 0 52 0,2-9 32 0,5-5-32 16,4-4-132-16,0-1 20 0,-4 0 64 15,0 0-4-15,-1 3-72 0,-2 0 72 0,-6 7-12 16,-3-1-8-16,-3 10-16 16,-1 0 88-16,-4 0 64 0,0 0 212 0,0 13-188 15,-4 0 164-15,-1 3-60 0,1-1-44 16,0 4-20-16,4-6 44 0,0-1 40 16,0-2-36-16,0 0 60 15,4-5 136-15,0 0-64 0,5-3-72 0,-1 1 36 16,3-3-16-16,2-3 52 15,2-4-112-15,1-1-100 0,4-9-96 0,-4 2-172 0,4-3-112 16,0-6-208-16,-4-1-188 0,3 3-152 16,-2-3-208-16,3 0-484 0,-4 2-884 15,0 4-1921-15,-1 3-1447 0,-7 6 3940 16</inkml:trace>
  <inkml:trace contextRef="#ctx0" brushRef="#br0" timeOffset="122943.011">30241 15723 2520 0,'0'0'6696'0,"0"0"-5596"16,0 0-508-16,0 0 29 15,35 68-45-15,-15-61-204 0,5 0-168 0,-2-4-24 16,5-3 140-16,4-6-320 0,3-7-12 16,2-6-64-16,-5-3-80 0,3-3-316 0,-7 0-4 15,0 1-12-15,-8 2-76 16,-4 3 123-16,-8 1 285 0,-8 5 156 0,0 0 64 15,0 1 128-15,-12 1-52 16,0 3 81-16,-4 1-29 0,0 4 104 16,0 3 52-16,0 0 216 0,1 10-344 0,-6 9-16 15,1 2 180-15,1 8 160 0,-5 3 132 16,3 2-72-16,6 4-84 16,-5 1-84-16,4-1-40 0,4-3-212 0,8-4-140 0,0-7-44 15,4-6-52-15,4-3-148 16,7-8-116-16,6-3-100 0,3-4-124 0,-1-4-168 15,9-8-436-15,-3-5-880 0,-5 1-2649 16,3-9-1275-16</inkml:trace>
  <inkml:trace contextRef="#ctx0" brushRef="#br0" timeOffset="123238.073">30759 15537 4072 0,'0'0'104'0,"0"0"-92"0,0 0 3948 16,0 0-2272-16,0 0-824 0,79 46-103 15,-63-24 367-15,0 6-224 0,-4 4-192 0,0 1-40 0,-5 0-28 16,2-1-20 0,-5 3-116-16,0-6-124 0,-4 0-212 0,0-4-168 15,0-2-8-15,-4-4 4 0,0-7 0 16,0-3 4-16,-1-5-4 0,5-4-88 16,0 0 0-16,0-4-124 0,5-9 204 15,3-6-4-15,7-2 4 0,2-8 4 0,7-3-4 16,-5-2 8-16,9-6 188 0,0 3 48 15,4-3 0-15,4 4-28 0,-4 8 92 16,-1 2-104-16,1 7-108 0,-8 7-88 0,1 2-76 16,-5 6-96-16,-1 4-248 15,-3 0-264-15,4 0-120 0,0 10-216 16,-4-3-640-16,4 9-3133 0</inkml:trace>
  <inkml:trace contextRef="#ctx0" brushRef="#br0" timeOffset="123397.479">31762 16027 5500 0,'0'0'10321'0,"0"0"-10321"0,0 0-1452 16,0 0-996-16,0 0-285 0,0 0-5151 0</inkml:trace>
  <inkml:trace contextRef="#ctx0" brushRef="#br0" timeOffset="141113.617">27774 917 3312 0,'0'0'276'15,"0"0"324"-15,0 0 1952 0,0 0-736 16,0 0-884-16,0 0-580 0,0 0-172 16,0 0 244-16,0 0 261 0,12-9 47 15,-12 9-128-15,0 0-132 0,4 0 64 0,-4 0 164 16,0 0-132-16,0 0-124 0,0 0-92 16,0 0-12-16,4 3-104 0,-4 0-32 0,0 7-40 15,0 3 12-15,0 2-128 16,-4 2 28-16,0 2-4 0,-4 2-64 0,0-2 0 15,0 7 88-15,0-1 4 0,0 4-96 16,1 0 132-16,-2 3-132 16,1 1-8-16,0 6-44 0,1 3 48 15,-2 2 0-15,-3 0 8 0,1 4 192 0,-2 0-88 16,-6-1-72-16,7-6-40 0,-4 4 0 16,0-4 12-16,4 1 40 0,-4-5-40 15,4 5-4-15,0-4-8 0,0 0 0 0,4-3 4 16,4 0-4-16,1 1-4 0,3-6 4 15,0-2 0-15,0 5 568 0,0-5-84 16,0 1-300-16,0-4-92 0,0 4-88 16,0-1 56-16,0 1-52 0,0-4 4 0,-5 4 52 15,1-4-64 1,0 1 0-16,4-1 0 0,0 0 0 0,0-2-12 16,0-1 4-16,0 1-4 0,0-1 0 15,0-3-48-15,0 3-4 0,0-3 52 0,0 0 8 16,0-2-44-16,0 2 12 15,0-1 36-15,0 1 8 0,0 2 64 0,-4 3-60 16,0-2 92-16,0 0-104 0,1 3-8 16,-1 0-44-16,-5 5 40 0,9-8 4 15,-4 3-88-15,4-3 8 0,0-3 84 0,0 3 4 16,8-3 88-16,-3 0 180 0,2-3-144 16,-3 0-64-16,0-2 4 0,4 0 20 15,1 0-8-15,-6-2 44 16,1-2-44-16,-4 3-76 0,0-1-8 15,4 1-4-15,-4 0 4 0,0-1 0 16,0 4 4-16,0-3-8 0,0 3 12 0,0-4-4 16,4 1-8-16,-4 4-56 15,8-9 64-15,-4 5 0 0,0-1 0 16,0-1 0-16,0 1-4 0,0-2-4 0,0-1-76 16,0-2 76-16,0-1 0 0,-1 0 0 15,2 1 0-15,-1-4 8 0,0 3 4 0,0-6 4 16,0 3 8-16,0-3 36 15,4 3 52-15,0-3-28 0,7 0-12 0,-2 0-52 16,2 0 4-16,6-3 36 0,-6 0-44 16,5 0-4-16,1 0-8 0,2 0 4 0,-3 3-8 15,4-4 4-15,4 4-4 0,-4-3-52 16,3 3 60-16,1-3 4 0,4 0 0 16,5 3 8-16,-5-3 44 0,3 0-44 15,1 3-4-15,4-4-4 0,-5 1 4 0,6 3 36 16,-6-3-32-16,5 0-4 0,4-3 56 15,-4 6-48-15,7-3 64 16,-2-1 8-16,-2 1 12 0,5 0-32 16,0 0-16-16,0 0-8 15,-1-4-36-15,5 3-8 0,-4-1 4 0,4-2-8 16,0 0-76-16,-4 1 8 0,3 4 16 16,1-2 48-16,-4 2-60 0,4 2 0 15,0-5 72-15,0 5 8 0,-1 0 92 16,1 0-16-16,-5-2 16 0,2 2 8 0,-6-4-20 15,1 1-28-15,0 0-56 0,-4 1 8 16,4-2 32-16,4 1-44 16,-1-1-12-16,1-2 0 0,4 2 12 0,-4 2 4 0,4-2 0 15,-9 1 4-15,6 3-4 0,-6 0 108 16,-3 0 56-16,0 0-8 16,0 0 240-16,-8 3-48 0,-1 3-143 0,-3-2-101 15,0-4-44-15,-8 3-60 0,4 0 0 0,-4-3 52 16,-1 0 28-16,2 0-72 0,3 0 36 15,-4 0-36-15,3 0 36 0,1 0 0 16,4 0-36-16,0 0 48 16,4 0-52-16,-4 0 56 0,4 0-16 15,-4 0 24-15,-4 0 12 0,3 0-24 16,-3 0 0-16,-4 0 4 0,1 0-52 0,-6 0 0 16,1 0 0-16,0 0-4 0,-5 0 40 15,2 0-48-15,-1 4-8 16,-4-4 0-16,4 0 4 0,-4 0 4 0,4 3 4 0,0-3 8 15,-5 0 60-15,6 0-24 16,-5 0 36-16,-4 0-36 0,3 0-40 0,-7 0 4 0,4 0 0 16,-4 0 0-16,0-3-12 15,5 3-4-15,-5 0-68 0,0 0-24 16,0 0 12-16,0 0 12 0,0 0 60 0,0 0 4 16,4-4-4-16,-4 4 12 0,0 0 0 15,0-3 12 1,4 3 0-16,-4-3 48 0,0 3-60 0,0-6-136 15,0 2-8-15,4 1 24 0,-4-3 12 16,3-4-4-16,1 4 40 0,4-7-72 16,1 1 60-16,-2-4 20 0,5 0-20 0,4-3 76 15,-4-1-40-15,4-1 40 16,0-5-101-16,0 4 21 0,-4-7 4 0,4 4 0 0,-4-7 12 16,4 1-64-16,3-4-56 0,2-7-64 15,-1 1 0-15,3 0 0 0,-3-3 60 16,4 0 24-16,1-2-12 15,-2 2-24-15,-3 3-12 0,-5-3 72 16,2 5 100-16,-2 1 48 0,-2 0 0 16,-2 0 0-16,-2-1-40 0,-1 1-44 15,0-3-16-15,-5 0-144 0,1 3-64 0,-4-4-164 0,4 9 88 16,1-6 24-16,-1 0 100 16,4 5 108-16,3-4 104 0,6 2-128 0,2-2 116 15,9 1 60-15,0 2 0 0,7-6-100 16,-3 3 52-16,5-1 48 15,-5 1 0-15,0 6-84 0,-4-3 20 0,-5 7 60 0,1 0-264 16,-4 2 260-16,-4 1-108 16,0-1 64-16,-4 1 48 0,0 0-4 0,0-1-56 15,-1 0-36-15,6 1-24 0,-2-1 8 16,2 1 28-16,-2 0 24 0,-2 3 52 16,2 2-100-16,-2-2 12 0,-2 6 100 0,-3 4 60 15,0-4 68 1,0 6 12-16,-4 1-84 0,0 2-52 15,0-2 120-15,0-1-124 0,0 4 72 0,0-4-68 16,0 4 28-16,0 0-24 0,0-1-8 16,0 1 8-16,-4 0 68 0,4-1-12 15,-1 1-52-15,2 0 64 0,-1 0-16 0,-4-1 4 16,4 1 24-16,-4-1-12 0,0 4 128 0,0-3 44 16,0 3-172-16,0 0-76 0,0-3-48 15,-4 2-4-15,0 1-72 16,-1 0 0-16,2-1 20 0,-5 1 16 0,0 3 36 15,0-6 40 1,-4 3-40-16,0 0 52 0,0-1 16 0,0 2 44 16,-3-3-16-16,-2 3-44 0,-3-4-52 15,-8 2-48-15,1-3-36 0,-10 1 20 0,2 0 16 16,-1 0-48-16,-7 3 76 0,-6-1 68 16,6-2-44-16,-9 3-4 0,-4-4-8 15,0 4-56-15,-8-3 116 16,1 0 76-16,-5-4-76 0,0 4 0 0,-4-4-48 0,1 1-40 15,-5 3-52-15,4-4-124 0,-3 4 20 16,-5 3-312-16,1-4 276 0,-1 7 192 16,0 0-12-16,4 0 100 0,1 7 12 0,3-1 92 15,8 0 20-15,-4 1-120 16,9 2 156-16,3-3-148 16,1 1 76-16,2-1 24 0,5 0-108 15,5 1-8-15,-2-4-4 0,-2 0-108 0,3 3-20 16,-7-3 132-16,-5 4-104 0,-4-1 92 15,-4 4-72-15,0-4 0 0,1 4 88 16,-5-1 0-16,5 1 132 0,3-1-132 0,0 1 0 16,8-4 84-16,0 4-84 0,1-3 0 15,2 2-128-15,1-3 28 0,1 4-4 0,2-4-8 16,-2 4-16-16,4-4 12 0,-2 0 112 16,6 0-60-16,-1 1 64 15,-4-1-8-15,4 0 8 0,5 1 4 16,-6 3 4-16,2-5 0 0,3 5 68 15,-4 0-24-15,8-3-52 0,1-2 0 16,-1 2-76-16,8 0-140 0,-1-5-736 0,1 2-721 16,5-2-115-16,-5-2-760 0,8 0-580 15,-4 0 572-15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1:12:14.192"/>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definitions>
  <inkml:trace contextRef="#ctx0" brushRef="#br0">2936 2416 1780 0,'0'0'1460'15,"0"0"2112"-15,0 0-1572 0,0 0-488 16,0 0-287-16,0 0 171 16,0 0 56-16,-16 70-268 0,16-64-240 0,0 0-256 0,4 0-180 15,4 1-136-15,-4-4-28 0,4 0-12 16,4 1-24-16,-1-4-12 15,2 0-76-15,-1 0-84 16,4-4-16-16,-1-2-44 0,6-3-68 0,-2-7 88 16,5-3 16-16,0-7-112 0,0-2-12 0,4-4-124 15,-5-5-60-15,2-3-72 0,-1-4-88 16,0 3-76-16,-5-7-72 0,5 1-28 16,-3-1 8-16,-6-2-36 15,1-2 32-15,-4 2 40 0,0 2 120 0,0 0-32 16,-4 4 108-16,0 6-40 15,-4 6 180-15,0 7 88 0,0 6 64 0,0 6 152 0,0 7-40 16,-4 6 64-16,4-3 116 0,-4 3 0 16,0 0 84-16,0 3 16 0,0 3-144 15,-4 4-56-15,0 6-4 0,-4 6-24 16,-4 6-76-16,0 8 72 0,0 4 16 0,0 8 12 16,-3 9-16-1,-2 3-64-15,6 10-108 0,-2 10-12 0,1-1 4 16,5 4 8-16,3 0 48 0,4-7-48 0,0-13-36 15,0-15 36-15,8-13 196 0,-1-10-20 16,1-13-168-16,1-2-8 0,2-3-12 16,2-7 12-16,-2 0 148 0,10-4 48 15,-2-9 52-15,1-8-112 0,8-5-136 16,-4-9-12-16,-1-3-64 16,5-3 16-16,-3-5-52 0,-1-1-36 0,0 0 24 15,-1-4-84-15,-3 1-104 0,0-5-108 16,-4 5 20-16,4-1-128 15,-8-3-36-15,4 7 60 0,-4-1-16 0,-1 7 168 0,-2 2-32 16,3 11 264-16,-9 9 120 16,1 2 12-16,0 9 88 0,1 1 144 15,-1 3 72-15,-4 4 88 0,0 0 36 0,0 0 16 16,0 0-44-16,0 4-120 0,0 3-292 16,0 1 12-16,-4 9-12 0,-1 5 164 15,-3 3-64-15,1 10-28 0,-10 3-72 16,6 4 4-16,-1 2-4 0,-4 7-8 15,0 3-140-15,0 4 72 0,4 0-12 0,0 7 88 16,0-7 76-16,4-2 60 0,5-11 52 16,-2-8 124-16,5-11-40 15,0-7-272-15,5-2 0 0,2-9-236 0,5 3 64 16,4-5-40-16,4 0-76 0,4 0-328 16,0-6-748-16,4 3-916 0,-4-3-2117 15,-5 0-1507-15,2 0 3965 0</inkml:trace>
  <inkml:trace contextRef="#ctx0" brushRef="#br0" timeOffset="497.051">4064 2413 1748 0,'0'0'340'16,"0"0"6280"-16,0 0-5492 0,0 0-524 0,3 89 93 16,1-52 267-16,0 8-44 0,5 9-128 15,-1 12-84-15,-1 11 52 0,1 5-108 16,1 4-208-16,-2 0-296 0,-3-7-136 15,0-5 16-15,4-8-20 0,-3-9-16 16,-2-5 8-16,1-12-8 0,0-5 8 16,-4-3-128-16,4-10-44 0,0-2 52 15,0-5-180-15,0-5-76 0,-4-5-240 0,4-1-96 16,-4-4-420-16,4-4-328 0,-4-4 211 16,4-5-719-16,-4 1-2192 0,0-18 1104 15</inkml:trace>
  <inkml:trace contextRef="#ctx0" brushRef="#br0" timeOffset="777.726">4039 2610 3724 0,'0'0'4980'0,"0"0"-3364"0,0 0-791 16,0 0-105-16,0 0 588 0,0 0-88 0,53-71-324 15,-42 62-156 1,6 0-60-16,-2 2-68 0,5 4-116 0,-4 0-176 15,0-1-124-15,-4 4-48 0,0 0-64 16,0 7-84-16,-1 3 0 0,-2 2 0 16,-1 4 124-16,-4 6-40 0,-4 3 4 15,0 5-88-15,0-2-4 0,-8 0-4 0,0 1 8 16,-4-7 12-16,4 1-8 0,-4-4-4 0,0 0-88 16,-4-3-144-16,8-5-116 0,-4 0-96 15,0-2-164-15,0-5-216 0,0-1-296 16,1-3-488-16,-6 0-1004 0,10-3-2761 0,-14-7 377 15</inkml:trace>
  <inkml:trace contextRef="#ctx0" brushRef="#br0" timeOffset="2315.51">4386 2302 10452 0,'0'0'1701'0,"0"0"-1085"16,0 0-56-16,0 0 204 0,0 0-232 0,0 0-332 15,0 0 52-15,0 0 356 0,0 0-148 16,0 0-80-16,72 47-80 0,-60-27-164 0,-5 2 16 15,-2 3-28-15,-1 0 8 0,-4 1-128 16,0-4 4-16,0 0 56 16,0-6-16-16,-4 1-36 0,4-5-12 0,-5-5-148 0,5-1 72 15,0 0 4-15,0-4-28 16,0-2-24-16,0 0-4 0,0 0-8 0,0 0 12 16,0 0 0-16,5-6 120 0,-1 0 4 15,0-7 160-15,4 0-112 0,-1-5-48 0,2-5-12 16,-1 4-64-16,0-3 68 15,-1 0-92-15,2 0 36 0,3 3 16 16,-5-1-16-16,6 4-12 0,-2 4 24 16,1-1 44-16,1 7-68 0,-6 6-24 0,5-3 100 15,0 3 56-15,-4 0 48 16,0 6 72-16,0 1-60 0,0 2 96 0,0 3-16 16,-4 1-84-16,0 4-12 0,-1-2-36 15,-3 3 12-15,0 6-64 0,0 1-12 0,0-3-92 16,-3 0-72-16,-1-3-20 15,4 0-40-15,0-2-156 0,0-5-84 16,0-2-4-16,0-1-200 0,4-2-104 0,-1-4-364 16,6 0-560-16,-1-3-901 0,0 0-2431 15</inkml:trace>
  <inkml:trace contextRef="#ctx0" brushRef="#br0" timeOffset="2621.834">5358 2098 4680 0,'0'0'5032'15,"0"0"-2967"-15,0 0-1361 0,0 0-24 16,0 0 400-16,0 0 244 0,0 0-340 0,0 0-400 16,92 16-212-16,-68-16-160 0,0 0-28 15,-1 0-184-15,5-6-60 16,-3 3-176-16,-1-4-200 0,0 4-88 0,-9 0-268 16,6 3-468-16,-14 0-748 0,1 0-969 15,-4 6-2651-15</inkml:trace>
  <inkml:trace contextRef="#ctx0" brushRef="#br0" timeOffset="2834.502">5386 2308 6248 0,'0'0'2456'16,"0"0"577"-16,0 0-1893 16,0 0-592-16,0 0 532 0,0 0 156 0,0 0-492 15,0 0-420-15,0 0-188 0,0 0 324 16,0 0 12-16,52 9-40 15,-28-9-260-15,4 0-160 0,0 0-12 16,3 0-232-16,-3 0-116 0,4 0-332 0,4 0-424 16,0 0 100-16,-12 4-1868 15,11-4-3289-15</inkml:trace>
  <inkml:trace contextRef="#ctx0" brushRef="#br0" timeOffset="3735.739">7490 1524 380 0,'0'0'768'0,"0"0"2036"0,0 0 296 0,-32-80-2204 16,20 55-636-16,0 0 568 0,0 0 528 15,5 2-363-15,-6 4-41 16,5 0 260-16,4 6-32 0,1 4-160 15,-1 2-200-15,0 4-36 0,-1 0-140 16,5 0 12-16,-4 3-92 0,0 0-124 0,0 0-192 0,1 0-236 16,-5 6-12-16,-9 10-296 15,2 6-48-15,-5 10 148 0,-1 12 196 16,2 10 172-16,-5 10-84 0,0 5-88 16,0 8 4-16,-4 6-4 0,1 1 0 15,-1-3-104-15,4-12 32 0,3-12-28 0,6-12 16 16,2-13-40-16,6-10 12 0,3-10-12 15,4-5-24-15,0-4-148 16,0-3-60-16,8 0 56 0,-1 0 128 0,6-5 108 0,2-6 4 16,2-1 48-16,-6 2-80 15,6 1 84-15,-2-1 8 0,-2 10-112 0,2 0-12 16,2 0 24-16,-2 13 100 0,1 6 112 16,4 6 124-16,-8 7 36 15,4 6-96-15,-4 3 156 16,-4 3-36-16,0 1-60 0,-8 0-24 0,0 2 44 15,0 1-120-15,0 2-96 0,0 2-40 0,-4-2-96 16,0 1-64-16,0-6-112 16,4-5 36-16,0-7-156 0,0-5-68 0,4-6-324 15,4-3-360-15,4-9-32 0,0-4-196 0,-1-3-785 16,6-3-2683-16,-10-6-124 16,10-10 3933-16</inkml:trace>
  <inkml:trace contextRef="#ctx0" brushRef="#br0" timeOffset="4982.905">8371 1991 6988 0,'0'0'2572'0,"0"0"-1051"16,0 0-801-16,0 0 52 0,0 0 220 0,-88-26-24 16,68 26-300-16,0 0-64 15,4 4-76-15,1 4-76 0,-2 9-92 0,6 2-88 16,-6 9-84-16,6 7 24 0,3 6-40 16,-5 5 0-16,9 4-72 0,-3-3-48 0,7 1-52 15,0-7-96-15,0-9 20 0,0-6 76 16,7-12-76-16,1 0 16 15,5-8 52-15,-6-2 8 16,9-4 60-16,0 0-60 0,5-10-136 0,-2-4-72 16,5-4-4-16,-4-4-60 0,3-3-16 15,-2-1 76-15,-1 0 52 0,-1-2 20 0,-2 3 16 16,-2 0 8-16,-6 6 52 0,-2 6 64 16,-3 3 4-16,0 3 116 0,-4 4-120 15,0 3-68-15,4 0-44 0,-4 3 12 16,0 4 100-16,0 5 60 0,4 5 220 0,-4-2-140 15,5 8-28-15,-1-4-28 0,-1 3-84 0,5-3-4 16,-4-3-144-16,9 1-88 16,-6-5 116-16,9-3-28 15,-4 0-64-15,8-2-168 0,0-4-440 16,0 4-820-16,-5-7-1005 0,10 3-3099 16</inkml:trace>
  <inkml:trace contextRef="#ctx0" brushRef="#br0" timeOffset="7531.936">9546 2051 8564 0,'0'0'1128'0,"0"0"-636"0,0 0-236 16,0 0 365-16,0 0 163 0,0 0-52 15,0 0-108-15,-84-49-88 0,69 43-220 0,-6 6-24 16,-3-2 24-16,1 2-48 0,-1 0 20 0,0 2-100 16,-4 4 16-16,4 8-44 15,1 2 4-15,-2 3-116 0,5 0-48 16,0 6-12-16,4 1-40 0,5 5 52 15,6-2 0-15,1-1 0 0,4 4 8 16,4-6-4-16,9-1 0 0,-2-3 4 16,2-3-8-16,2-3 8 0,-3 0 8 0,4-7-8 15,-4 1 0-15,4-3-8 0,-8-2-12 16,4-1-104-16,0-1-44 16,-1-3-208-16,-2 0-260 0,-1 0-132 15,0 0-248-15,-1 0-364 0,-3 0-769 0,-4-3-1755 16,0-3-904-16,0 3 4412 15</inkml:trace>
  <inkml:trace contextRef="#ctx0" brushRef="#br0" timeOffset="7675.429">9247 2276 692 0,'0'0'4380'16,"0"0"-1208"-16,0 0-1576 0,0 0-331 0,0 0-9 0,0 0-156 15,0 0-300-15,95-3-104 0,-71 0-140 16,4 0-192-16,0-1-364 0,4-2 0 15,0 0-152-15,0 0-164 0,0-1-364 16,0 1-320-16,-4 0-804 0,3-4-2749 0</inkml:trace>
  <inkml:trace contextRef="#ctx0" brushRef="#br0" timeOffset="8180.5">10272 1870 3496 0,'0'0'7441'15,"0"0"-6401"-15,0 0-628 0,0 0 252 0,99-42 404 0,-75 33-372 16,-1-1-116-16,1 1-352 0,-3 3-228 16,-2 0-72-16,-3 2-28 15,-4 1 24-15,-3 3-12 0,-2 0 0 0,-3 0-40 16,-4 0 40-16,0 0 88 0,0 0 280 15,0 0 20-15,-4 0 28 0,-3 7 64 16,-6-4-92-16,1 2-28 0,0 1-32 0,-4 1-16 16,0 0-88-1,-3-4-24-15,-2 4-112 0,-3-1-16 0,5 0-44 16,-5 4-28-16,0-1 28 16,-4 4-52-16,0 2 0 0,0 8-52 0,0-4 40 15,-4 6 76-15,0 4 36 0,4-1-40 16,-4 4-8-16,5 3 44 0,-1 0 16 15,4 3 36-15,0 1-36 0,4-1-64 16,1-1 52-16,6-2 4 0,9 0 8 16,0-5-4-16,4-2 8 0,4-3 80 0,13 0 52 15,2 1 112-15,5-4-24 16,4 3 100-16,4-6 108 0,4 0-108 0,-1-2-16 0,6-9-28 16,2 3-44-16,2-8-4 15,2-3-72-15,-3 0-100 0,0-10-60 16,-1-2-8-16,-6-1-164 0,-5 1-144 0,-4-5-176 15,-5 1-140-15,-3 0-172 0,-5-3-336 0,-2 3-840 16,-9 4-2257-16,-4-4-2863 16</inkml:trace>
  <inkml:trace contextRef="#ctx0" brushRef="#br0" timeOffset="8417.704">10143 2080 6156 0,'0'0'1664'0,"0"0"796"0,0 0-1619 16,0 0-17-16,0 0 632 15,0 0 144-15,9 83-240 0,-5-55-376 0,0-3-280 16,-1 7-172-16,1 6-224 0,0-3-236 16,-4 7-72-16,0-2-4 0,0-2-104 0,4 0-104 15,-4-6-108 1,5-4-100-16,3-2-124 0,3-7-392 0,2-7-348 15,6-1-936-15,1-11-1885 0,-4 0-2759 16,12-11 6616-16</inkml:trace>
  <inkml:trace contextRef="#ctx0" brushRef="#br0" timeOffset="8728.744">11176 1384 13149 0,'0'0'3876'0,"0"0"-3876"0,0 0-100 16,0 0 100-16,0 0 772 0,3 77 400 16,-3-40-312-16,0 11-432 0,0 2-112 15,4 11 40-15,-4 6 68 0,0 11-48 16,0 9-216-16,-4 5-15 0,-7 3 63 0,-2 3-184 15,2 1-24-15,-6-1-48 0,2-6-24 16,2 1-100-16,6-11-61 0,-1-6 53 16,4-13-64-16,4-5-24 0,0-17-60 0,8-6-112 15,0-9-196-15,4-11-300 16,3-4-672-16,6-9-844 0,-2-2-1609 16,-3-7-2971-16,5-14 5912 0</inkml:trace>
  <inkml:trace contextRef="#ctx0" brushRef="#br0" timeOffset="9445.62">12311 2028 2708 0,'0'0'1944'0,"0"0"2788"0,0 0-3464 0,0 0-59 0,0 0 147 16,-80-28-8-16,65 28-112 0,-2 2-244 15,-3 5-220-15,1 12-116 16,-1 4-92-16,0 11-8 0,0 8-56 0,0 5-60 16,0 7-144-16,0-3-68 15,4-6-80-15,4-4-88 0,4-10-12 0,5-8-40 0,3-7-8 16,3-10-80-16,9-2 8 15,4-4-12-15,4-4 32 0,8-9 48 0,0-5-116 16,7-4-160-16,-3-10-28 0,5 0 16 16,-5 0-52-16,-5-3 36 0,1 4 16 15,-4 1 44-15,0 3 40 0,-9 2 96 0,2 5-24 16,-6 4 72 0,-7 6 52-16,1 10-108 0,-1 0-104 0,0 4 224 15,3 8 532-15,-3 7-124 0,4 6-116 16,1 5-180-16,-2 1-28 0,1 1 40 15,5-4-48-15,2-3-76 0,-2-5-124 0,10-5 24 16,-3-5 88-16,4-3-108 0,4-7-92 16,-5 0-132-16,5-7-336 0,0-3-652 15,-11 1-1332-15,7-10-2181 0</inkml:trace>
  <inkml:trace contextRef="#ctx0" brushRef="#br0" timeOffset="9842.376">12841 1139 2584 0,'0'0'10013'16,"0"0"-8153"-16,0 0-976 0,0 0-256 16,0 0 176-16,0 0 424 0,0 77-240 15,0-36-264-15,4 4-112 0,-4 5-64 0,0 5-88 16,0 5-80-16,0 3-51 0,-4 1-125 0,-4-4-204 15,4-3 0-15,-4-6-120 0,4-6-148 16,4-11-49-16,-4-8 25 0,4-8-24 0,0-1-160 16,0-5-308-16,0-5-664 0,0-4-924 15,0 0-1596 1,0-3-1185-16,0-6-639 0</inkml:trace>
  <inkml:trace contextRef="#ctx0" brushRef="#br0" timeOffset="10082.847">12856 1292 5520 0,'0'0'1768'15,"0"0"1264"-15,0 0-1935 0,0 0-457 0,0 0 476 16,0 0 204-16,0 0-312 16,0 0-248-16,0 0-176 0,80 0-208 0,-72 6-92 15,-4 1-24-15,1-1-172 0,-5 7 24 16,0 0-28-16,0 5 16 0,-13 1-100 15,-2 3-52-15,-1 3-48 0,-9 2-224 0,2-5-120 16,-1 0-68-16,0-6 52 0,4-4 16 16,8-5 92-16,-3-4-88 15,6-3-308-15,1 0-704 0,4-6-1337 0,1-13-3123 0</inkml:trace>
  <inkml:trace contextRef="#ctx0" brushRef="#br0" timeOffset="10432.12">13159 1044 28 0,'0'0'9340'0,"0"0"-7775"0,0 0-717 0,0 0 356 15,0 0 196-15,0 0-380 0,0 0-240 16,0 0-252-16,0 0-128 16,0 0-152-16,32 67-64 0,-36-45-108 0,-3 3 24 15,-1-2-96-15,-1-2-4 16,2-4-64-16,-1-4-120 0,8-4 24 0,-4-6-64 15,4-3 48-15,0 0-72 0,0 0-140 16,4-3-68-16,4-6 128 16,-1-2 228-16,6-1 56 0,-2-1 44 15,2-2 4-15,-2 3 0 0,-3 1-4 0,1 5-8 0,-1 3-56 16,-1 0 64-16,1 3 80 0,1 0 284 16,-2 9 12-16,1 1-184 0,0 2 72 15,1 5-52-15,-2 2-88 0,1 3 24 16,0 0-48-16,-4 0-100 0,0 4-76 15,0 2-20-15,-4 1-168 0,0 3-616 0,0 0-696 16,0-10-1348-16,0 13-4269 0</inkml:trace>
  <inkml:trace contextRef="#ctx0" brushRef="#br0" timeOffset="10731.74">13598 2007 12045 0,'0'0'4280'16,"0"0"-4240"-16,0 0 132 15,0 0-20-15,87 19 580 0,-50-19 148 0,10 0-176 16,1-5-252-16,0 0-192 16,-4-2-260-16,0-2-44 0,-9 3-88 15,-7 0-288-15,-4 2-292 0,-12 4-292 0,-8 0-396 16,-4 7-948-16,-12 4-861 0,-16 6-3503 16,8-4 3840-16</inkml:trace>
  <inkml:trace contextRef="#ctx0" brushRef="#br0" timeOffset="10879.222">13646 2263 10292 0,'0'0'1341'0,"0"0"-1009"0,0 0 424 0,0 0 696 16,0 0-12-16,95 23-348 0,-59-23-344 0,4 0-204 15,4-7 0-15,4-2-40 16,-4-7-296-16,4 0-208 0,-5-3-84 16,1-4-472-16,-4 4-644 0,-4-2-728 0,-4 2-2428 15,-8 3-5189-15,-1-13 9297 0</inkml:trace>
  <inkml:trace contextRef="#ctx0" brushRef="#br0" timeOffset="11098.086">14387 1717 5472 0,'0'0'7125'0,"0"0"-5633"0,-4 71-720 0,0-38 72 16,0 13 520-16,0-2-36 0,-4 3-368 15,4 2-216-15,0-2-316 0,0 4-96 16,0-4-140-16,0 1-80 0,4 3-112 16,-4-7-184-16,4 0-280 15,0-6-108-15,0-2-288 0,4-4-372 16,-4-4-716-16,4-6-1992 0,0-6-2833 16</inkml:trace>
  <inkml:trace contextRef="#ctx0" brushRef="#br0" timeOffset="11929.922">14996 1257 6472 0,'0'0'5289'16,"0"0"-3833"-16,0 0-856 0,0 0-344 15,0 0 96-15,0 0 104 0,84-63-28 16,-60 46-212-16,4-2-128 0,0 5-88 0,0 0 0 15,-4 1-76-15,-4 7-36 0,-1 3-68 16,1 3-44-16,-8 0-4 0,1 6 140 16,-6 7 88-16,-3 6 68 0,-4 6-4 15,0 6 8-15,-8 8-20 0,-4 3 60 0,-4 5-96 16,-4 4-4-16,1 3 112 0,-5 0-124 16,4 3-92-16,-5-3-48 0,6-3 40 15,3-7 92-15,0-6 8 16,8-6 24-16,4-9 244 0,0-4-120 15,4-7 4-15,0-5-76 0,4-1-64 16,4-6 116-16,0 0 132 0,8 0-56 0,0-11-128 16,3-1-76-16,2-1-116 0,-1 1 16 0,-1 2-76 15,-2 1-60-15,-10 2 72 0,6 5-28 16,-6 2-84-16,-3 9 276 0,4 7 116 16,-4 5 272-16,5 12-160 15,-9 2-128-15,3 6-40 0,1 4-48 16,4-1-12-16,-4 0-128 0,8 4 80 15,-4-1 48-15,0 5 8 0,4-2 168 0,-8 4-88 16,4 0-8-16,-4 0-72 0,0 0 0 0,-4 0 116 0,0-2-124 31,0-2-64-31,0-3 60 0,-8-3-8 0,4-2-76 16,0-4 88-16,0-6-4 0,0 0 0 16,0-4 4-16,-4 0-12 0,4-2 0 15,-4-4-88-15,0 3-64 0,-4-6-76 0,1 1-36 16,-2-1-152-16,-2-3-168 0,-2-3-216 15,-2-1-520-15,-5-2-729 0,-4-1-1875 0,8-2-324 16,-28-1 2692-16</inkml:trace>
  <inkml:trace contextRef="#ctx0" brushRef="#br0" timeOffset="21042.107">17594 1717 364 0,'0'0'600'0,"0"0"6004"0,0 0-4348 0,0 0-743 0,0 0-233 16,0 0 188-16,0 0-396 16,0 0 12-16,0 0 16 0,0 0-420 15,-36-63-284-15,25 57-76 0,-2-4-196 16,-2 4-120-16,-9-5 0 0,-1 6-4 0,-6-2-88 16,-9 5 88-16,0 2 0 0,-8 0 52 0,5 9-52 15,-9 7 0-15,-4 0-56 16,0 9-4-16,-4 0-28 0,0 7 28 0,5 3 48 15,-1 0 12-15,4 3-48 0,9-3-4 16,2 0-32-16,14-6-40 16,3-3 12-16,11-5 64 0,10-5 40 0,3 0-92 15,0 0 100-15,16 0 8 0,3-1 252 16,13-2 36-16,9 3 0 0,-2-3-4 0,9-4-204 16,4-2-28-16,0-1-52 0,-4-3-8 15,-1-3-8-15,-2 0-64 16,-6 0 64-16,-7 0-152 0,0 0-232 0,-12 0-288 15,-1 0-428-15,-2 0-688 0,-13 0-2705 16,-4 7-4659-16</inkml:trace>
  <inkml:trace contextRef="#ctx0" brushRef="#br0" timeOffset="21251.869">16857 2311 5868 0,'0'0'7829'0,"0"0"-6221"15,0 0-780-15,0 0-100 0,0 0-180 0,0 0-100 16,0 0 316-16,0 0 220 0,88 6-272 16,-44-6-228-16,3-3-140 0,5 0-152 15,0-4-192-15,0 5-48 0,0-5-156 16,4 4-92-16,-5 3-20 0,1-3-184 16,4 3-492-16,-4 0-320 0,-12 0-1280 0,15 6-3173 15</inkml:trace>
  <inkml:trace contextRef="#ctx0" brushRef="#br0" timeOffset="22877.628">18316 2391 3768 0,'0'0'6548'0,"0"0"-5555"0,0 0-389 15,0 0 320-15,0 0 132 0,0 0-68 16,0 0 96-16,75 30-108 0,-55-32-268 16,-1-7-164-16,6-5-112 0,-1-1-160 0,4-3-124 15,-4-6-100-15,-1 2-48 16,5-3-40-16,-4-4 28 0,4 1-48 0,0-4-28 16,0-2-72-16,0-2-48 0,4-2-128 15,-8 0-156-15,3-10-144 16,1 2-48-16,-4-9-388 0,0-2-256 15,0-3-36-15,-4-1-821 0,-8 4-299 0,0 5-120 16,-5 12 936-16,-2 5 1212 0,-5 6 456 0,0 10 184 16,0 7 612-1,-8 5 88-15,4 4-140 0,-4 3 140 0,0 0 40 16,0 0-548-16,0 10-220 0,0-1 116 0,-4 7 92 16,4 6 112-16,-4 3 108 15,5 8-56-15,-10 2 81 0,6 6 227 0,-10 6-132 16,5 8-116-16,-7-3-64 0,3 12 32 15,-5-3-24-15,6 2-104 0,-1 4-48 0,3-6 8 16,2-2-84 0,7-4-28-16,4-8-40 0,4-12-108 0,0-3-124 0,4-6 80 15,8-10 32-15,-1-4 120 16,10-5-28-16,-1-5 16 0,4-2-52 0,8-7 76 16,0-4-124-16,0-8-124 0,3-9-160 15,1-2 148-15,0-5-336 0,-1 0 64 16,1-7-124-16,-3 2-144 0,-1-8-100 15,-5-3-192-15,5-3-372 0,-8-3-200 0,0-6-629 16,-4-4-519-16,-1-5 352 0,2-2-2916 16,-1 5 4984-16,-5 5-36 0,6 7 53 0,-6 9 127 15,-2 12 243 1,-2 11 1621-16,-7 10-1092 0,0 5-472 16,-4 8 3708-16,0 2-1752 0,0 0-976 15,0 0-623-15,0 2-169 0,-8 4-152 0,4 7-236 16,1-1 44-16,-5 12 84 0,-1-2 180 15,1 9 92-15,1 4 20 0,-6 6 140 16,2 4-96-16,-6 6-208 0,2 6-96 0,-2 0-184 16,2-1 64-16,-2 6-36 0,2-6-104 15,3-4-72-15,0-8-16 0,4-3-188 16,8-6-276-16,0-2-308 0,0-8-168 16,8-3-392-16,4-6-409 0,4-4-1375 0,-5-5-2088 15,10-5 4640-15</inkml:trace>
  <inkml:trace contextRef="#ctx0" brushRef="#br0" timeOffset="28146.284">20065 1788 2264 0,'0'0'2112'0,"0"0"3304"0,0 0-3635 0,0 0-285 0,0 0-324 16,0 0 64-16,0 0-104 0,0 0-112 15,0 0-252-15,0 0-228 16,0 0-156-16,12 0-152 0,8 0 0 0,3 0 12 16,9-7 0-16,3 3-24 0,6-2-84 15,-1 0-136-15,-1-1 0 16,2 1-112-16,-2 0-80 0,-3-1-44 0,-4 1-128 16,0 6-412-16,-8-3-368 0,0 3-556 15,-9 3-1208-15,-2 3-2253 0,-9-1-2423 16,-4 3 7388-16</inkml:trace>
  <inkml:trace contextRef="#ctx0" brushRef="#br0" timeOffset="28315.503">20133 2009 1436 0,'0'0'8124'0,"0"0"-6447"0,0 0-841 16,0 0-312-16,0 0 140 0,0 0 112 0,0 0-244 15,0 0-264-15,0 0-56 16,0 0 128-16,-13 35 164 0,41-35-88 0,4 4-92 0,0-4-72 15,3 0-92-15,6-4-152 0,-9 1-8 16,3 0-12-16,1 0-176 0,-4 3-348 16,4 0-772-16,-12 0-1212 0,8 0-3985 0</inkml:trace>
  <inkml:trace contextRef="#ctx0" brushRef="#br0" timeOffset="28950.479">21598 1426 9428 0,'0'0'4585'16,"0"0"-4585"-16,0 0-624 0,0 0-16 0,13-74 640 15,-13 61 444-15,0 4 484 0,0 6-16 16,0 0-156-16,-4-1-152 15,-1 4-244-15,-3 0-184 0,1 0 24 0,-5 4-120 16,-8 9-72-16,-4 8-8 0,-4 5 112 16,-4 9 220-16,-4 7 28 0,0 5-76 15,1 0-100-15,-6 5-48 0,2-2-48 0,7-2-4 16,0-7-68-16,8-3-4 0,8-6-12 0,4-10-4 16,4-3-4-1,0-6-80-15,5-3 40 0,3-5-4 0,0-1-68 16,0-1-4-16,0-3-88 0,0 3-72 0,3-3 88 15,9 0 124-15,-4 0 72 0,8 0 76 16,-4 0-76-16,0 0-64 16,-4 3-96-16,3 1 12 0,-2 5 36 15,-1 4 112-15,0 7 4 0,-1 5 156 16,-2 6 88-16,-5 7 36 0,0-3-76 16,0 3-204-16,-5 0 40 0,1-3 80 0,1 0-36 15,3 0-40-15,-4-3-48 0,0-1 48 16,0 4-48-16,4-3 0 0,-4 0-84 15,4 0-4-15,0-1-60 0,0-6-212 0,0 1-184 16,0 0-480-16,8-7 28 0,-4-3-688 16,3-7-1357-16,6-2-4539 0,-1-14 7032 15</inkml:trace>
  <inkml:trace contextRef="#ctx0" brushRef="#br0" timeOffset="30694.308">22144 1956 156 0,'0'0'1252'15,"0"0"-756"-15,0 0 1812 16,0 0 1728-16,0 0-2712 16,0 0-200-16,0 0-223 0,-24-71 35 0,24 56-184 0,0-7-140 15,0 2-52-15,4-1-244 0,1-2 48 16,-5 8-112-16,0-5 164 0,0 8-16 15,0 2 56-15,-5 3-32 0,1 1-128 16,0 6 128-16,-3-3-116 0,3 3-88 0,-5 0-92 16,-3 3-128-16,1 7-148 15,-6 5-24-15,2 8 48 0,-1 9 124 0,4 2 48 16,-4 5 88 0,4-1 136-16,4 1-72 0,-4-6-92 0,8-1-108 15,0-9-4-15,0-4-8 0,4-7 4 16,0-2-128-16,0-7 76 0,4 1-100 0,4-4 48 15,4 0-48-15,4-4-36 0,4-5-80 16,-1-4-84-16,2 0-136 0,-1-2-16 16,-5 2 108-16,-2 0 152 0,-2 4 36 0,-3-1 4 15,-4 6 160-15,1 1-24 0,-5 3-124 16,4 0 200-16,0 3 76 0,-4 8 212 16,3-3 40-16,1 5 60 0,0 4-172 0,0 1 52 15,0-2-20-15,1-3-60 0,-1 3-116 16,3-7-68-1,1 1-4-15,0-4-8 0,0 1-40 0,4-4-16 16,4-3-160-16,0 0-480 0,0 0-456 16,0 0-1156-16,-4-7-2553 0,7-2-1635 15</inkml:trace>
  <inkml:trace contextRef="#ctx0" brushRef="#br0" timeOffset="30951.254">22853 1724 2704 0,'0'0'9117'0,"0"0"-7633"15,0 0-836-15,0 0 124 0,-95 57 312 0,71-36-16 16,0 5-236-16,4 6-216 0,0 3-184 16,-4 3-76-16,9 3-48 0,-2 1 24 15,2-1-124-15,7-6-112 0,3-3-96 0,5-4-8 16,5-9-52-16,3 1 56 0,7-8-8 15,2-2-76 1,2-4-132-16,5-4-24 0,0-2-88 0,4-2-148 0,0-8-236 16,0 1-388-16,0-3-768 15,-9-5-2301-15,-2 9-2087 0,-10-9 2184 16</inkml:trace>
  <inkml:trace contextRef="#ctx0" brushRef="#br0" timeOffset="31110.61">22659 2038 3940 0,'0'0'6772'0,"0"0"-4819"16,0 0-753-16,0 0-480 0,0 0-252 16,0 0-192-16,0 0-24 0,0 0 24 0,0 0-112 15,0 0 104-15,95 32-156 0,-48-32-112 16,2 0-216-16,-2-10-500 0,5-2-216 0,0-1-300 16,-16-1-936-16,16 0-2425 0</inkml:trace>
  <inkml:trace contextRef="#ctx0" brushRef="#br0" timeOffset="31443.928">23762 1702 7248 0,'0'0'4845'0,"0"0"-2969"0,0 0-988 16,0 0-248-16,0 0 432 0,0 0 268 15,0 0-524-15,0 0-348 0,-80-19-248 16,56 34-24-16,-8 11 72 0,-3 2 100 0,3 8-12 15,-8 4-4-15,5 2 12 0,-2 2-48 16,1 0-83 0,4 5-37-16,4-5-80 0,4-3-116 0,5 0-4 15,2-3 0-15,10-6-44 0,3-3 0 16,4-4-16-16,4-6-20 0,7-3-25 16,2-4 25-16,6 1 20 0,1-6-44 0,5-1-24 15,-1-3 20-15,4-3-8 16,-1 0 24-16,-3-3-52 0,4-6-168 15,0 2-208-15,-4-3-88 0,-5-2-116 0,1 2-356 16,-3 1-756-16,-2-4-752 0,-7 4-1569 16,1-1-1563-16,-5 1 4096 0,-4-2 324 15</inkml:trace>
  <inkml:trace contextRef="#ctx0" brushRef="#br0" timeOffset="31845.712">23439 1937 2572 0,'0'0'1500'16,"0"0"2852"-16,0 0-2864 0,0 0-636 0,0 0-427 15,0 0 143-15,0 0 288 0,0 0 76 16,0 0-132-16,-11 82-168 0,11-60 0 15,3 4-120-15,1-1-120 0,-4 0-80 16,4-3-224-16,-4 2 20 0,0-6-108 0,0-3-124 16,0-2 120-16,4-1-72 0,-4-1-112 15,0-2-376-15,0-2-292 0,0-1-448 16,0 0-1216-16,0-3-3941 0</inkml:trace>
  <inkml:trace contextRef="#ctx0" brushRef="#br0" timeOffset="32499.19">24427 1196 3648 0,'0'0'1720'15,"0"0"720"-15,0 0-844 0,0 0-59 0,0 0-137 16,0 0-84-16,0 0-136 16,-19 80-124-16,19-45-52 0,0 6-372 15,4 9-84-15,0 9-68 0,-1 4 0 0,1 7-52 16,0 6-132-16,0 3-28 0,-4 7-72 15,0 0-12-15,0 2-64 0,-4-2-120 16,0-4-56-16,-3-2-52 0,-1-7-112 0,3-7 60 16,1-5-48-16,0-7-112 15,0-2-144-15,4-8-152 0,0-6-176 16,0-4-116-16,0-5-260 0,0-4-236 0,4-2-716 16,0-8-405-16,0-5-1767 0,5-3-688 15,2-7 4860-15</inkml:trace>
  <inkml:trace contextRef="#ctx0" brushRef="#br0" timeOffset="39163.319">28197 1860 1656 0,'0'0'8496'0,"0"0"-7283"0,0 0-585 15,0 0 0-15,0 0 560 0,0 0-136 16,92 20-272-16,-61-33-304 0,1-3-260 16,8-3-88-16,-4-6-116 0,-1-1 44 15,1-3-56-15,-4 1-60 0,0-1 60 0,-1 1-4 16,-3-1-48-16,-7 0-36 0,3-3-140 15,-9 1-260-15,2-1-80 16,-6-3 176-16,-2 0-36 0,-1 4 84 16,-8-1 36-16,3 3 196 0,-3 4 112 0,0 3 64 15,0 3 100-15,-3 6 52 0,3 1 204 16,-4 5 8-16,0 1 104 0,-1 2-80 16,1 4-100-16,4 0-148 0,-4 0-204 15,4 4-60 1,-7 2-132-16,-1 7 16 0,-1 3 104 0,-2 6 60 15,-6 3 12-15,2 3 236 0,-2 4 8 0,-2 4 4 16,-1 5-36-16,-4 3 24 0,1 7-60 16,-2 3 36-16,5 3-64 0,-4 0-52 15,9 1-96-15,-6-5-124 0,14-2 36 0,-1-10 76 16,8-5-36-16,0-9-40 0,12-4 84 16,-1-4-120-16,9-9-52 0,4-1 0 15,8-6-8-15,0-3-92 0,4 0-204 16,3-9-376-16,2-4-500 0,-5-4-896 0,-1 3-2905 15,-7 1-1026-15</inkml:trace>
  <inkml:trace contextRef="#ctx0" brushRef="#br0" timeOffset="39458.753">29005 1977 3332 0,'0'0'10577'0,"0"0"-7813"0,0 0-1632 0,0 0-724 0,0 0-260 15,0 0 136-15,0 0 20 0,84-28-60 16,-57 18-244-16,5 1-236 0,1 3 52 15,-1-4-84 1,0 4-316-16,-9 3-320 0,-7 0-236 0,0 3-424 16,-8 0-552-16,-8 6-721 0,0 7-1395 0,-8-4-256 15,-15 7 3928-15</inkml:trace>
  <inkml:trace contextRef="#ctx0" brushRef="#br0" timeOffset="39615.284">29013 2152 640 0,'0'0'8552'0,"0"0"-6743"0,0 0-1345 15,0 0-4-15,0 0 592 0,0 0 232 16,0 0-48-16,0 0-216 0,0 0-272 16,0 0-140-16,0 0-176 0,96 13-136 15,-61-20-284-15,-3 1-12 0,5-2-492 16,-5-3-536-16,3 2-592 0,-3-1-1032 16,-12 4-2633-16,8-7-1639 0</inkml:trace>
  <inkml:trace contextRef="#ctx0" brushRef="#br0" timeOffset="39983.619">29830 1565 10388 0,'0'0'945'16,"0"0"-845"-16,0 0 492 0,0 0 840 15,-28 95 264-15,20-53-312 0,0 5-424 0,0 0-280 16,4 8-64-16,1-4-12 15,-1-1-140-15,4 0-108 16,-5-1-148-16,1-2-144 0,0 1-64 0,0-3-108 0,0-1-160 16,4-6-212-16,0 0-392 15,0-3-188-15,0-4-336 0,8-1-268 16,-4-9-1012-16,5-4-2153 0,-2-8-1427 0,5-9 5460 0</inkml:trace>
  <inkml:trace contextRef="#ctx0" brushRef="#br0" timeOffset="40931.387">30448 1241 8656 0,'0'0'3881'16,"0"0"-3881"-16,0 0-1156 0,0 0-105 0,0 0 1261 15,0 0 1377 1,0 0-5-16,51-67-300 0,-38 55-720 15,2-1-200-15,5 1 64 0,1-1 228 0,-2 0 108 16,-3 0 104-16,4 1-120 16,-4 2-124-16,-1 4-88 0,6-3-88 0,-10 2-152 15,6 1-20-15,-10 2-64 0,6-2-88 0,-5 3 40 16,-1 3-40-16,5-3 76 0,-7-1-112 16,3 4 12-16,-1 0-12 0,-3 0-24 15,5 0-52-15,-5 0 100 0,-1 7 92 0,1 2 16 16,-4 10 60-16,0 4 20 0,0 8 36 15,-7 4 48-15,-10 7-108 16,-3 2 60-16,1 4-124 0,-9-1-16 0,0 4 16 16,0-3 0-16,0-1-76 15,4-2-24-15,0-7 52 0,12-4-52 16,0-9 88-16,5-2 0 0,7-7-40 0,0-6 48 16,3-1-184-16,9-5 4 0,4-2 176 15,4-2 4-15,4-2-180 0,8-8-80 16,0-3 12-16,-4 1-252 0,0-4 100 0,-4 3-12 15,0 3-52-15,-9 1-40 0,-3 3 192 16,-4 3 240-16,0 0-16 16,-8 3 28-16,4 0 64 0,-4 3 0 15,0 2 280-15,0 1 52 0,-4 5 0 16,4 2-16-16,-4-1-128 0,0 4 92 0,4 3-56 16,-3-3 80-16,3 6-40 0,0-3 24 15,0 7 16-15,3-8-28 0,1 8 48 16,4-5-64-16,0 6 28 0,-4-2 60 0,0 4 96 15,0-4-160-15,-4 4-100 16,4-1 24-16,-4 4-108 0,0-4-100 0,0 4-12 16,-8 3 12-16,4-2-76 0,0 0 72 15,-4-1-8-15,4 4 4 0,0-5 0 16,0 1 0-16,4-1 8 0,-3-1 4 16,3-3-4-16,0 3 48 0,-5-2 64 15,5-3 24-15,-4 0 72 16,-4 4-24-16,4-4 24 0,0 5 12 15,1-5-12-15,-6-3 12 0,5 0-48 0,0 0-88 0,0-6-76 0,1 3 4 16,-1-6 36-16,4-1-36 16,-4 1 64-16,-1-2 44 15,1-3-36-15,0-2 28 0,0 1 20 16,1 0 28-16,-1-4 96 0,-4-1-99 16,-5 5-117-16,6-3-40 0,-5-1-121 15,0 3-75-15,-4-6-144 0,0 0-196 0,-5 0 12 0,6 0 96 16,-5-6-64-16,-3-1-172 15,-2-5-312-15,1-2-536 0,0 0-592 0,-4-10-1725 16,9 9-1823-16,-13-14 2524 0</inkml:trace>
  <inkml:trace contextRef="#ctx0" brushRef="#br0" timeOffset="53994.588">28025 2026 7628 0,'0'0'2820'0,"0"0"-1107"16,0 0-1125-16,0 0 12 0,0 0 860 15,0 0-20-15,0-70-320 16,0 60-340-16,0 3-236 0,-4 5-116 0,0-2 40 16,-4 1 20-16,4 0-96 0,-4 0-220 0,0 0-28 15,1-1-92-15,-2 1-4 16,-3 3-48-16,1 0-52 0,-6 0-36 15,-3 10 16-15,1 3-36 0,-5 6 32 0,4 6 72 16,-4 7 4-16,4 6 36 0,4 6-28 16,0 0-16-16,0 5 4 0,4-5-4 15,5-3-76-15,7-10 84 0,0-8 0 16,0-4 0-16,3-9-64 0,9-3-48 0,1-7 112 0,2 0 4 16,5 0 144-16,4-5-52 0,3-7-96 15,-2-7-180-15,3 0-116 16,-1-3 4-16,1-4 44 15,-3-2 64-15,-2 3 112 0,-3-1-28 0,0 3 28 16,-4-2 24-16,0 3 48 0,-4 3 48 16,-5 3 36-16,-2 3 76 0,-1 4-12 15,-4 3 48-15,0 2-24 0,0 4-48 16,0 0-116-16,0 0 164 0,-4 4-124 16,-1 5-44-16,2 4 8 0,-1 9 160 0,0 0-4 15,-4 8-32-15,4 0 84 0,-4 3-76 16,4-5-136-16,4-3 92 0,-4-3 8 15,4-6 24-15,0-3-44 0,4-3-40 0,4-1-48 16,-4-6-60-16,4 1 60 16,4-4 0-16,0 0 120 0,4 0 124 15,0-4-87-15,3 1-145 0,1-6-12 16,5 2-253-16,-1-3-247 0,-5 4-196 0,1 0-256 16,-4 0-724-16,-8 2-1464 0,0-2-3969 0</inkml:trace>
  <inkml:trace contextRef="#ctx0" brushRef="#br0" timeOffset="63950.807">24670 2232 364 0,'0'0'9868'15,"0"0"-8387"-15,0 0-557 0,0 0 196 16,0 0 272-16,0 0-400 0,0 0-160 15,0 0 124-15,0 0-156 0,44 3-112 0,-24-12-64 16,0-1-48-16,0-6-116 0,4-3-140 16,0 1-116-16,0-8-92 15,0 0-52-15,-5-3-56 0,5-2-4 0,-3 1-48 16,-2 0-28-16,-3-3 4 0,0 2-36 0,0-1 48 16,-4-3-28-16,0 1-32 15,-8-4 12-15,4 2-16 0,-4-2-96 0,-4 0 52 16,0 3 92-16,0 3 16 0,0 0-24 0,0 4-40 15,0 6 64-15,0 3 48 0,0 0 24 16,0 3 24-16,0 6 12 0,0 1-48 16,0 3 8-16,0 2 44 0,0 1 0 31,0 0-52-31,-4 3 0 0,4 0-4 16,0 0-108-16,0 0 104 0,-4 0 0 0,0 0-100 15,0 6-124-15,-8 4-4 0,0 6 92 16,-4 3 40-16,4 6 96 0,-8 7-44 0,5 3 40 15,-6 5 4-15,6 9-4 0,-5 1-40 0,-1 7 40 0,6 1-60 16,-2 2 72-16,2 1-4 16,-1-8 0-16,4 1-60 0,4-3 64 0,-4-2 36 15,8-9-28-15,4-5-8 0,0-3 172 16,4-7-76-16,4-3-8 0,4-6 32 16,4-3 16-16,0-7 72 0,3 0-72 15,1-1 8-15,5-5-20 0,3 0 20 0,-4-7-68 16,4-3-76-16,-1-3-4 0,1 1-108 15,-4-5-72 1,0 2-180-16,0-1-176 0,-1 0-236 0,-3 0-348 16,1 1-588-16,-6 2-1012 0,2-6-3117 15</inkml:trace>
  <inkml:trace contextRef="#ctx0" brushRef="#br0" timeOffset="67764.813">25985 1788 1864 0,'0'0'420'0,"0"0"-16"16,0 0-276-16,0 0 16 0,0 0 4052 0,0 0-3380 16,0 0-308-16,0 0 228 0,-28-68 104 15,25 62 181-15,3 0-133 0,-4 3-208 0,4 0-184 16,-5-1 92-16,5 1 136 0,-4 0 8 15,0 3-140-15,0-3-268 16,0 3-20-16,1 0-140 0,-5 0-80 0,-1 0-84 16,-2 0-76-16,-1 6-60 0,-4 4 72 15,4 2 64-15,-4 1 12 0,0 6 100 16,0 1-24-16,4-1 48 0,-4 6-48 0,0 0-24 16,0 4-64-16,4-1-8 0,-4 4 8 15,8-3 0 1,1 3 4-16,3-7-4 0,4 0 84 0,0 0 44 0,4-6-116 15,3-3 0-15,5 0 48 0,4 0 52 16,-4-7-24-16,8 1 36 0,-4-3 0 16,4-5-12-16,0-2 0 0,-1 0-12 0,2 0-40 15,-1-6-12 1,-1 0-40-16,1-3-8 0,1-1-184 0,-6-3-248 16,-2 4-204-16,-6-1-244 0,1-3-328 15,-4 4-712-15,-4-1-2217 0,0 4-2167 16</inkml:trace>
  <inkml:trace contextRef="#ctx0" brushRef="#br0" timeOffset="67976.59">25722 1937 1604 0,'0'0'940'0,"0"0"4376"15,0 0-3736-15,0 0-700 0,0 0-155 16,0 0 531-16,0 0 24 0,0 0-252 15,0 0-208-15,0 0-168 0,76 7-60 0,-60-7-144 16,0 0-188-16,3 0-176 0,2 0-84 16,-1-5-164-16,-1 3-108 0,1-2-428 0,1 1-532 15,-2-3-748-15,1-1-2393 0,-8 1-3423 16</inkml:trace>
  <inkml:trace contextRef="#ctx0" brushRef="#br0" timeOffset="68565.567">26472 1467 3516 0,'0'0'940'0,"0"0"2028"16,0 0-996-16,0 0-708 0,0 0-247 0,0 0 151 15,0 0-124-15,0 0-232 0,0 0-184 16,0 0-100-16,-5 3-60 0,5-3-16 0,0 0-68 16,0 0-72-16,0 0-88 0,0 0 48 15,0 0-24-15,0 0-28 16,0 0 16-16,0 3-64 15,0-3-88-15,0 3-40 0,-4 4-44 0,4 2 0 0,-8 7 132 16,4 6 4-16,1 6-36 16,-5 5 8-16,3 2-8 0,-3 2-28 0,1 8 16 15,-1 3-88-15,-5 5-48 0,2 5 36 16,-6 2 8-16,2 1 4 0,-1-8-96 16,0-2-64-16,4-6-60 0,0-11 108 15,8-2 12-15,0-14 52 0,0-1-76 16,0-4 76-16,4-7-76 0,0 0-48 0,0-6-112 15,0 4-60-15,0-4-56 16,4 0-96-16,4-7-128 16,4-2-232-16,0-7-296 0,4-6-680 0,-4 5-2901 0,4-14-1587 15</inkml:trace>
  <inkml:trace contextRef="#ctx0" brushRef="#br0" timeOffset="68958.897">26575 1511 3056 0,'0'0'0'0,"0"0"208"0,0 0-24 16,0 0 3008-16,0 0-1336 0,0 0-456 15,0 0-163-15,0 0-133 0,0 0-132 16,0 0-56-16,0-3-244 0,0 6-244 0,0 0-100 15,0 3 0-15,-4 1 24 16,0 5-24-16,-1 1-68 0,5 6-12 0,-3 1-12 0,3 2 40 16,0 6-28-16,0 1-16 15,0 6 68-15,-4-1-80 0,0 4-208 16,4 4 52-16,-8-1 84 0,4 1-40 0,-4 0-20 16,0-5-88-16,0 1-8 0,0-3 0 15,5-4-116-15,-6-2 36 0,5-4-60 16,4-1 12-16,-4-10 64 0,4 0 60 15,0-2 4-15,0-6-56 16,0 1-32-16,0-4 20 0,4-3-48 16,0 0-184-16,0 0-464 0,1-6-256 0,2-4-244 15,1-2-264-15,-4-5-941 0,4-1-763 16,0-8-1332-16</inkml:trace>
  <inkml:trace contextRef="#ctx0" brushRef="#br0" timeOffset="69465.969">26575 1574 3040 0,'0'0'128'0,"0"0"-124"0,0 0 2928 0,0 0-1060 0,0 0-368 16,0 0-432-16,0 0-131 0,0 0-81 16,0 0 36-16,0 0-160 0,0 0-216 15,4-35-76-15,-4 35-92 0,4 7-152 0,-4-1 52 16,4 7-24-16,4-1-16 15,-4 7-32-15,4 1-4 0,0 2-4 16,-1 3 28-16,2 1-112 0,-1-1 72 16,-1 5-24-16,1-5-60 0,1 2 36 0,-5-2-104 15,-1 5 180-15,5-1-80 16,-4-1 92-16,1-3-52 0,-1 5 24 0,3-2 52 16,1-3 32-16,0 0-68 0,1 1-180 15,-2-4-4-15,1-3 92 0,0 0-20 16,0-2-4-16,4-3 16 0,-4-1-80 0,0-3 52 15,0 0 24-15,-4-5-76 0,4 2 40 16,-4-1-40-16,0-2 88 0,0-4-44 0,-4 0 56 16,0 0 28-16,4 0 84 15,-4 0 316-15,0 0 220 0,4-6-187 16,0-5-145-16,0-4-168 0,3-1-100 16,2-5-32-16,-1-6-112 0,0-5-12 0,-5-5-48 15,6-4 40-15,3-3 0 16,-5-8-188-16,2 4-44 0,-1-2 8 0,-1 2-84 15,1 7-25-15,1 2 49 0,-5 5-48 16,3 4 48-16,-3 5 12 0,0 6 60 16,0 4-48-16,0 2-40 15,-4 3-120-15,5 4-348 0,-5 0-924 16,0-1-1444-16,0 4-2977 0</inkml:trace>
  <inkml:trace contextRef="#ctx0" brushRef="#br0" timeOffset="69926.724">27069 1317 10496 0,'0'0'2045'0,"0"0"-589"16,0 0-44-16,0 0-140 0,0 0-564 15,0 0-324-15,0 0-100 0,0 0 52 0,0 0 132 16,0 0 24-16,75 3-136 0,-55-3-88 16,5 0-96-16,-1 0-52 15,-1-3-8-15,1-3-112 0,-4 0-4 0,4-1-84 0,-4 1-44 16,-4 0-212-16,0-4-316 0,-4 4-252 15,-4-3-128-15,0 2-692 16,-8 1-2384-16,0-4-3229 0</inkml:trace>
  <inkml:trace contextRef="#ctx0" brushRef="#br0" timeOffset="70291.299">27200 1086 1396 0,'0'0'1824'0,"0"0"4808"0,0 0-5019 15,0 0-369-15,0 0-84 16,0 0 40-16,0 0-156 0,0 0-176 0,0 0-212 16,8 76-136-16,-3-61-12 0,-5 4-92 15,4 1-48-15,-1 2-72 0,-3 3-100 0,0-2-12 16,4 2-112-16,-4 1 0 0,0-1-72 16,0 1-12-16,0 2-132 0,4-6 20 15,-4 7-24-15,0-7 4 0,4 3-92 0,-4-2-8 16,4-2 60-16,-4-2-160 0,5 0-312 15,-5-6-372-15,4-1-428 0,-1-1-1064 16,-3 1-3613-16</inkml:trace>
  <inkml:trace contextRef="#ctx0" brushRef="#br0" timeOffset="90479.501">18905 3413 1684 0,'0'0'1800'0,"0"0"-448"16,0 0-412-16,0 0-108 0,0 0-260 15,0 0 104-15,0 0-40 0,0 0-184 0,19-73-180 16,-14 56-52-16,-1 5-12 16,0-1-116-16,0 1 36 0,0 2 16 0,-4 4 48 15,4 0 364-15,-4-1 165 0,0 4-81 16,0 3 16-16,3-3 56 0,-3 3 104 15,0 0-36-15,0 0-112 0,0 0-88 0,0 0-92 16,0 0-52-16,0 0 0 0,0 3-128 16,0 0-112-16,0 4-184 0,0 5 100 15,0 7 36-15,0 3 12 0,0 7 40 0,0 0-28 16,0 6-12-16,-3 0 0 16,3 2 12-16,-4 4 36 0,0 7-28 0,0 4 28 15,-4 2 28-15,0 6 104 0,0 4-60 16,-4 5-132-16,0 1-136 0,4 3 36 15,-3 0 12-15,2 0-24 0,1-3-36 16,4-1-60-16,-3-1 48 0,7-5-36 0,-4 4 36 16,0-4 8-16,4 1-4 0,-5 2-4 15,5 1-40-15,0 0 48 16,0 2 0-16,0 0-44 0,5 2 36 0,-5 0-36 16,4-8-36-16,0-3 80 0,-1-7-48 0,5 2-44 15,0-4 0-15,1-4 44 0,-6 0-80 16,9 5 124-16,-8-2-152 0,4 1 24 15,0 1 28-15,-4-2 60 16,0 4 48-16,-4-3-8 0,0-1 8 16,0 1 8-16,0 0-4 0,0-3-4 15,0-1-4-15,4 1 4 0,0-4 0 0,-1-3-4 16,6 1 4-16,-1-5-8 0,0-1-44 16,0-4-20-16,0-4 28 0,-4-3 40 15,0-2 4-15,0-4 0 0,-4-7 12 0,0 1-12 16,0-3-4-16,0-1-44 0,0-3-4 15,0 0 44-15,0-1-64 0,3 1 24 16,-3-3-16-16,0-3-20 16,0 0-64-16,0 0-84 0,0 0-100 15,0 0-408-15,0-3 280 0,0-10-136 0,0-6-272 16,0-7-492-16,0 8-1240 0,0-27-2941 0</inkml:trace>
  <inkml:trace contextRef="#ctx0" brushRef="#br0" timeOffset="91036.455">19212 3102 7452 0,'0'0'1156'0,"0"0"-688"0,0 0-44 16,0 0 584-16,0 0 257 0,0 0-125 0,0 0-388 15,0 0-308-15,0 0-76 16,0 0 100-16,-72 21 72 16,40-4 140-16,5 6-16 0,-10 2-140 0,-2 3-40 0,-1 4 36 15,-1-1-16-15,2 1-36 0,-1 1-100 16,5-8-148-16,3-3-124 0,4-3-96 16,8-6-108-16,4-1-76 0,0-6-76 15,8-2-132-15,4-1-112 0,0-3-140 0,4 0-324 16,0-3-324-16,0-7-896 15,0 4-1969-15,8-10-2247 0</inkml:trace>
  <inkml:trace contextRef="#ctx0" brushRef="#br0" timeOffset="91181.739">18893 3292 848 0,'0'0'7612'0,"0"0"-6072"0,0 0-1060 0,0 0 537 15,0 0 383-15,91 35-256 0,-67-16-232 0,-3 4-284 16,3-1-188-16,-1 3-120 0,1 7-24 0,0-1-296 15,0 2-164-15,4 1-152 0,-8 4-892 16,0-12-1028-16,-5 18-3629 0</inkml:trace>
  <inkml:trace contextRef="#ctx0" brushRef="#br0" timeOffset="92282.145">18391 6982 11821 0,'0'0'2068'0,"0"0"-1232"15,0 0-180-15,0 0 464 0,0 0 124 16,0 0-196-16,0 0-396 0,0 0-332 0,0 0-88 16,0 0 0-16,0 0 124 0,16 12 300 0,4-12-256 15,0 0-119-15,4 0-109 16,0-3-52-16,-1-3-24 0,1-4-24 0,4 4-60 15,0-4 28-15,4 4-40 16,0 0-96-16,4 2-48 0,-1 4 24 0,1 0 76 16,1 4 44-16,-5-1 0 0,0 3-48 0,-9-3-36 15,1 4 76-15,-12-4-41 16,4 0 49-16,-9 0-12 16,-2-3 8-16,-1 0 4 0,-4 0 4 15,4 0 8-15,-4 0-3 0,0 0 3 16,0 0-12-16,0 0 0 0,0 0-49 0,0 0-47 0,0 0-28 15,0 3-68-15,4 4 104 0,-4 2 80 16,0 1 8-16,0 5 0 16,0 1-84-16,0 1 24 0,-8-2 48 15,4 2 12-15,-4-5 4 0,4-2 4 16,0-5 40-16,4-1 36 0,-4-2-24 0,4 3 16 16,-4-5 20-16,4 0 36 0,0 0 16 15,0 0-27-15,0 0-25 0,0 0-32 0,-4 0-64 16,4 0-44-16,-5 0-116 0,5-5 63 15,-3 3 9-15,-1-2 28 16,0 2-72-16,4-4-52 0,-8 2-168 0,4-3-88 16,0 1-24-16,0 0-96 0,0 0-44 15,0-1 64-15,0 1-140 0,0-1 68 16,4 2 16-16,-4 1-12 0,4 1-144 16,0-1-56-16,-3 1-20 15,-1 0-140-15,-1 3-148 0,1-3-409 0,-4 0-27 16,1 3 32-16,3 0-368 0,-5-2-588 15</inkml:trace>
  <inkml:trace contextRef="#ctx0" brushRef="#br0" timeOffset="92994.091">18714 7007 768 0,'0'0'4140'16,"0"0"-2880"-16,0 0-296 0,0 0-120 16,0 0 220-16,0 0 244 0,0 0-227 0,0 0-273 15,0 0-156-15,0 0-12 0,-40-48-56 16,32 45 36-16,0 0 12 0,0 0-144 15,0 0-136-15,0-1-8 0,0 2-20 0,-4-3-64 16,0 3 24-16,1 2-8 16,-6 0-56-16,2 0 28 15,-2 0-100-15,-3 2 0 0,1 5-24 0,-1 3-60 16,-1 3-56-16,-2-1-4 0,-5 10 0 0,0 2 0 16,-4 4 8-16,4 0 124 0,0 3-28 15,4 5-8-15,-4 5 36 0,5-3 60 16,-1 0 132-16,4 4-8 0,0-5-124 0,4 2-12 15,4 3-28-15,0-9-32 0,4 6-40 16,4-4-12-16,0 0 16 0,4-4-4 16,0-2 28-16,12-1 80 0,1-2-80 15,2 0 44 1,5-1-144-16,0-3 96 0,4-3-44 16,4 0-16-16,0-3 13 0,4-4-13 0,-1-5 12 15,9-1 12-15,0-6-8 0,4-6-16 16,-1-10 36-16,9-9-24 0,-3-4 12 0,6-5-64 15,-3-5-8-15,4 1-48 0,-4 0-48 0,-9-3 12 16,1-1 72-16,-4 0-160 0,-4 2 3 16,-4-2-63-16,-8 5 36 0,0-4-132 15,-9 2 72-15,2-2 0 0,-9-1 184 16,-5 1-232-16,1 4-100 0,-4-1 184 0,-7 6 108 31,-6 6-84-31,-2 4 60 0,-10 6 136 0,1 0 4 0,-4 7-4 16,1-1-64-16,-1 4-36 0,-4 2 4 15,5 4 20-15,-1 0 28 0,0 0 36 0,0 7-64 16,0-1 64-16,0 4 0 16,-4 2 12-16,4-2 0 0,-4 2 4 0,0 5-4 15,0-5-56-15,4 1-32 0,4-1-36 16,1 5 0-16,3-4-24 0,-1-1-372 16,6 3-724-16,2 2-712 0,2-4-636 0,3-1-493 15,0 4-1639-15</inkml:trace>
  <inkml:trace contextRef="#ctx0" brushRef="#br0" timeOffset="93446.029">18522 6982 6188 0,'0'0'2260'16,"0"0"-500"-16,0 0-211 0,0 0-157 0,0 0-372 15,0 0-500-15,0 0-156 0,0 0 0 16,0 0 164-16,-75 63 252 0,58-31-144 16,6 2-64-16,-5 8 20 0,0-1-52 15,1 3-60-15,-6 4-52 0,5 0-48 0,-3 0-64 16,2-6-96-16,6-5-136 0,-2-6-84 16,5-5-172-1,1-3-32-15,3-8-128 0,4 1-156 0,0-6-236 16,0-4-188-16,0-3-128 0,4-3-152 15,3 0-132-15,1-3-340 0,5-7-224 16,-2-5 211-16,6 2 433 0,-6-3 244 16,6 0 948-16,-6 1 52 0,6 4 296 0,-6 1 316 15,1 2 464-15,-4 5 232 0,0-1 57 0,4 1-213 16,0 3-172-16,4 3-16 0,4 4-92 16,-1 5-92-16,5 5-108 15,4 2-112-15,0 2-104 0,0 5 40 0,0-1 472 16,0 0-392-16,0 1-260 0,0-3-192 15,-1-5-124-15,5 2 0 0,0-8-148 16,1 1-48-16,3-1-364 0,-5-5-388 16,5-1-372-16,-4-2-848 0,-4-4-3129 15,4-4-3763-15</inkml:trace>
  <inkml:trace contextRef="#ctx0" brushRef="#br0" timeOffset="93774.484">19766 6889 11341 0,'0'0'3228'16,"0"0"-2696"-16,0 0-532 0,0 0 0 16,0 0 616-16,-84 93 412 0,52-56 16 15,0 11-584-15,-3 7-128 0,-10 11 48 0,-2 7 88 16,-5 7 60-16,-8 8-76 0,0 5-184 15,-4-2-136-15,-7 2 64 0,0 2 60 0,-6-3 268 16,2 0-183-16,-1-6-77 0,1-1-68 16,2-5-112-16,6-4-24 0,7-6-60 15,4-3-4-15,5-8-44 0,6-4-36 16,10-11-256-16,3-8-24 0,8-8-97 16,8-12 57-16,13-7-72 15,-1-6-156-15,4-3-684 0,0-6-792 0,7-11-1116 16,1 5-1341-16,5-14-919 0</inkml:trace>
  <inkml:trace contextRef="#ctx0" brushRef="#br0" timeOffset="94292.511">19132 8076 10528 0,'0'0'4825'0,"0"0"-4361"0,0 0-264 0,0 0-188 0,0 0 692 16,95-22 192-16,-59 6-116 0,9 4-496 31,2-4-284-31,5 3-40 0,12 1 40 0,-1 5 196 16,6 1 60-16,-6 3-208 0,-4 3-48 15,-7 0-8-15,-7 3 8 0,-9 7 4 0,-8-1-4 16,-5 4 0-16,-3 2 4 0,-12 2 68 15,-8 1 64-15,0 4 0 0,-20 8-128 16,-4 5-8-16,-11 2-52 0,-10 4 4 0,-2 4 40 16,-5-1-64-16,-8 8 72 0,-4-2 0 15,1-3 48-15,-1 4-36 0,0 1 48 16,1-5-48-16,3 1 52 0,4 0 32 16,4-4 40-16,4 0-16 0,9-3-8 15,7-5-40-15,8-5 28 0,0-5-16 16,12-7 16-16,0-7-4 0,12-5-92 15,0-4-4-15,0 0-72 0,7 3 72 16,10 1 156-16,7-1 16 0,8 0-12 16,3-3-28-16,5 1-32 0,4-4-16 0,4 0-24 15,0 0 12-15,-1 0-68 0,1-7 96 16,0 1-40-16,0 0 36 0,-5-7-36 16,2-3 0-16,-2 1 28 0,-2-5-88 0,-2 1-88 15,-7-4-164-15,4 2-284 0,-8 2-88 16,0 0-172-16,0 3-224 0,0 0-132 15,-5 0-136-15,-3 3-248 0,0-2-464 16,-4 2-729-16,-9 3-1319 0,6-9-1488 0</inkml:trace>
  <inkml:trace contextRef="#ctx0" brushRef="#br0" timeOffset="94606.767">19968 8287 12493 0,'0'0'2696'0,"0"0"-1652"16,0 0-704-16,0 0-228 0,0 0 300 16,0 0 456-16,-86 21 264 0,65-7-516 0,1 2-240 15,1 2-32-15,-1 1-40 0,-5 7-48 16,1-1 12-16,5 4-24 0,-5-1-24 16,0 1-3-16,0 0-21 0,1-1 56 15,-2-3-20-15,-3 5-76 0,4-5-32 16,5-3-28-16,-5 0-12 0,4 0-76 15,-1-3-8-15,6-3-48 0,-2 0-48 0,2-3-40 16,3-1-56 0,0-6-88-16,4 1 28 0,4-4-41 0,4-3-11 15,0 0-84-15,0 0-76 0,0 0-76 16,0 0-68-16,0-6-120 0,0-4-332 16,0-2-940-16,0-1-1008 0,0-3-2341 0</inkml:trace>
  <inkml:trace contextRef="#ctx0" brushRef="#br0" timeOffset="98831.186">22344 7597 1540 0,'0'0'1448'16,"0"0"-1292"-16,0 0 132 15,0 0 204-15,-88-54 304 0,76 42 1728 0,4-1-1120 16,0-2-212-16,8-2-59 0,-4 5-65 15,4-5 44-15,0 5 8 0,0-1-108 16,0 7-144-16,0-1-4 0,0 5-156 16,0 2-140-16,0 0-88 0,0 0-96 0,4 0-116 15,4 2 4-15,8 3 20 16,0 3 88-16,4 2-76 0,3 0-160 0,5-1 52 16,-4 4-108-16,4-1-80 0,4 1 52 15,-4-1-8-15,0 5-52 0,-4 2 0 16,-5 3-8-16,2 0-64 0,-6 6 24 15,-2 5 32-15,-6-2-32 0,-7 4 48 16,0 0 64-16,0 0-64 0,-7 1-4 0,-1-3-8 16,-5 3 12-16,6-7 80 0,-1-4-72 0,-1 0-8 15,2-9 0 1,7-3-8-16,-4-4-104 0,4-6 52 16,0-3 60-16,0 0 40 0,0 0 8 0,4-6 16 15,-1-4-56-15,6-5-8 0,-5-7-12 16,8-10 4-16,-5-3-80 0,6-6-8 15,2-1 24-15,-2-2-136 0,2 3 112 0,2-1-52 16,-2 4 52-16,2 6 20 16,-2 4 28-16,1-1 48 0,0 7 4 0,0 3 4 15,0 0 4-15,0 1 60 0,-1 1 28 16,-2 5-40-16,-1-1 52 0,0 6 32 16,-4 2-20-16,0-2-124 0,3 7 0 0,-2 0 8 15,2 0 100-15,1 0-108 0,1 2-4 16,-6 5 0-16,5 3 0 15,-3-4-80-15,2 4 8 0,-7-1-56 0,5-3 44 16,-5 5-32-16,-1-7-148 0,1 3-404 0,-4 3-324 16,0-3-692-16,0-2-1492 0,-4 6-3741 15</inkml:trace>
  <inkml:trace contextRef="#ctx0" brushRef="#br0" timeOffset="99746.643">22200 6835 6672 0,'0'0'572'0,"0"0"3313"0,0 0-2433 15,0 0-368-15,0 0-208 0,0 0 272 16,0 0-108-16,0 0-132 0,0 0-104 16,79 0-116-16,-55-6-208 0,8 3-16 0,-4-4 0 15,4 5 0-15,-4-5-36 0,4 4-100 16,-4 0-35-16,4 3-29 0,-4-4 28 15,0 1-100-15,0 3 4 0,-4-3-40 16,-1 0-12-16,1 0-72 16,-4 0-8-16,0 0-64 0,-4-4-112 15,-4 4-20-15,0-3-12 0,-8 3-100 0,4-1-240 0,-4-2-197 16,-4 3-83-16,0 0-116 16,0-1-76-16,0 2-388 0,0-5-1112 0,-4 4-2553 15,-4-6-2479-15</inkml:trace>
  <inkml:trace contextRef="#ctx0" brushRef="#br0" timeOffset="100305.988">22522 6722 7232 0,'0'0'2632'0,"0"0"-943"0,0 0-329 0,0 0 152 16,0 0-60-16,0 0-176 0,0 0-248 15,0 0-288-15,0 0-172 0,0 0-104 16,28-77-172-16,-24 61-144 0,5 0-76 0,-5-3 52 16,4 0 8-16,-1-3-36 15,-3 0-44-15,1-4 20 0,-1-2-12 0,0-1-52 16,-4-2 80-1,0-1-80-15,0 0-8 0,0-6-12 0,-4-4-88 16,4-2 16-16,-4-7-52 0,-1 1-20 16,1-5 68-16,4-2-80 0,0 4 44 15,0-1-96-15,0-1 124 0,0 5-16 16,0-1 52-16,0 3 48 0,0 4-24 0,0 3-100 0,0 2 124 16,0-2-36-16,-4 4-88 15,4-2 0-15,-3 1-160 16,3-3 212-16,0 3-140 0,0 2 16 0,-4 2 0 15,4 2 192-15,-4 0-144 0,4 4 100 16,-4 2 52-16,4 1-56 16,0 2 64-16,-5 4 68 0,5 4-56 0,0 2-8 0,0 3 4 15,0 1-8-15,0-1-236 16,0 4-60-16,0 3 96 0,-4 0 64 0,4-4-28 16,0 4-32-16,-4 0 20 0,-3-4-768 15,3 5 744-15,0-5 36 0,-5-2-12 0,5 5-40 16,-3-2-148-16,3-1-296 0,0 7 60 15,0-2-1000-15,-5 2-1125 16,-2 0-2451-16</inkml:trace>
  <inkml:trace contextRef="#ctx0" brushRef="#br0" timeOffset="100552.875">22435 4889 3876 0,'0'0'4372'0,"0"0"-2828"16,0 0-488-16,-72 77 105 0,40-49 243 16,-3 4-360-16,-1-1-12 0,4 1-592 15,0-4-164-15,4-5-208 0,12-10-68 16,8-5-52-16,1-3-64 0,7-3-472 0,0-2-260 15,3 0-280-15,5-7-420 0,5 2-253 0,-2-4-2559 16,10-10 1076-16</inkml:trace>
  <inkml:trace contextRef="#ctx0" brushRef="#br0" timeOffset="100732.481">22344 5032 1528 0,'0'0'3048'0,"0"0"-1172"0,0 0-316 0,0 0 124 0,0 0-676 15,83-3-287-15,-59 12-65 0,0-2 124 16,4 5 480-16,0-2-436 0,4 2-256 0,-9 1-232 15,5-2-20-15,-4-3-112 0,0 5-192 16,-3-3-12-16,2-1-72 16,-7-2-132-16,4 2-36 0,-4 0-108 15,-1 4-436-15,-2-3-432 0,2 2-808 16,-6-2-1929-16,-1 6-1275 0</inkml:trace>
  <inkml:trace contextRef="#ctx0" brushRef="#br0" timeOffset="102214.041">21562 4077 5564 0,'0'0'624'0,"0"0"532"0,0 0 2004 0,0 0-1435 16,0 0-497-16,0 0-88 0,0 0 160 0,0 0-248 16,0 0-208-16,40 32-4 0,-24-36-136 15,0-3-204 1,4-5-108-16,-3-1-100 0,2-3-96 0,1-3-36 15,-5 0-76-15,2 1-84 0,3-8-12 16,-4 4-72-16,0-3-88 0,-1 2 76 16,2-3-88-16,-9 1 12 0,-1 3 64 0,-3 0 32 15,-4 3-96-15,0 3 160 0,-8 4-168 16,1 1 80-16,-1 1-108 16,-5 5 36-16,-2 2 24 0,-1-1 0 0,0 4 24 15,-4 0 40-15,0 10-64 0,0-1 36 16,0 5 52-16,0 0 60 0,-3 10 60 15,2-2 64-15,-3 6 24 0,5 0-36 0,-1 5-52 16,-4 1-52-16,3 4-8 0,6 1 0 16,-5-2 60-16,8 1-8 0,1-2 120 0,2 1-36 15,5-5 60 1,0 3-52-16,4-3 92 0,0-4 104 16,4-2-48-16,4-1-120 0,4-6-88 0,0 1 136 0,4-5-12 15,0-2 24-15,4 0-52 16,4-7 65-16,-5 1 11 0,5-4-4 15,4-3-116-15,4 0-28 0,0-7-60 0,0-5-48 16,0-4-96-16,3 0-208 0,1-7-353 16,1 1-375-16,-1-3-280 0,-5-1-788 15,-6 7-2188-15,2-9-3093 0</inkml:trace>
  <inkml:trace contextRef="#ctx0" brushRef="#br0" timeOffset="103143.439">21849 3133 8080 0,'0'0'2240'0,"0"0"-1091"16,0 0 43-16,0 0 248 0,0 0-264 0,0 0-336 15,0 0-224-15,0 0-168 0,0 0 0 16,0 0-40-16,0 0-124 0,13-28-96 16,-13 28-16-16,3 0 36 0,1 0 12 15,0-3 16-15,0 3-16 0,1 0-48 0,-1-4-12 16,0 4 8-16,-1 0-8 15,1 0 0-15,-4-3-16 0,4 3-32 0,-4 0-4 16,0 0-60-16,0 0 28 0,0 0-28 16,0 0-48-16,0 0 0 0,0 0-48 15,0 0-16-15,0 0 4 0,0 0 56 0,0 0-8 16,0 0-60-16,0 0 24 16,0 0 44-16,0 0 4 0,0 0 8 15,0 0 40-15,0 0 0 0,0 0 0 0,0 0 0 16,0 0 28-16,0 0-28 0,0 0 12 15,0 0-48-15,0 0 48 0,0 0-52 16,0 0 4-16,0 0-12 0,0 0 0 16,0 0-16-16,0 0 4 15,0 0-72-15,0 0 24 0,0 0-12 0,0 0 60 16,0 0-40-16,0 0 44 0,0 0-4 16,4 0 0-16,0 0 12 0,1-3 92 15,-1 3-20-15,-1 0-64 0,1 0-8 0,4-3-4 16,0 3-4-16,0 0-52 15,0-3-28-15,-4 3-44 16,4 0 8-16,-4 0 4 0,0 0-28 0,0 0 52 0,0 0-28 0,-4 0 16 16,0 0 108-16,0 3 0 0,0 3 24 15,0 1-24 1,0 5 120-16,-4 1-44 0,-4 6-8 0,0 4-68 16,-4 2-48-16,-4-3-52 15,4 3 4-15,-4-2-4 0,8-1 4 0,-3-3 48 16,3-7 48-16,3 1 12 0,1-6-8 15,0 0 44-15,4-2-48 0,-4-2-48 16,4-3 36-16,0 4-76 0,0-1 76 0,8-3 12 16,-4 4 108-16,5-4 12 0,2 2 76 15,1-2-36-15,4 0-52 0,-4 0-20 16,8 0 8-16,-4-2-96 0,0-5-4 0,4-3-116 16,-1 1-152-16,2-1-300 0,-1-3-316 15,-5 1-224-15,2-1-600 16,-6 3-2128-16,1-5-3373 0</inkml:trace>
  <inkml:trace contextRef="#ctx0" brushRef="#br0" timeOffset="103350.601">22212 3095 8944 0,'0'0'2225'0,"0"0"-801"0,0 0 436 0,0 0-312 16,0 0-320-16,0 0-472 0,80 3-384 0,-61-3-128 16,5-6-244-16,4 0-24 15,-4-1-248-15,1-2-556 0,-2-1-484 16,-3 1-580-16,-7 3-2081 0,2-1-2363 0</inkml:trace>
  <inkml:trace contextRef="#ctx0" brushRef="#br0" timeOffset="103566.174">22371 3054 1580 0,'0'0'7528'0,"0"0"-5976"15,0 0-379-15,0 0 487 0,0 0-36 16,-47 76-240-16,34-57-388 0,5 3-364 0,-3 3-188 16,3 2-100-16,-4-2-268 0,4 0-76 15,-4 4-184-15,4-8-52 0,0 2-96 16,0-6-300-16,8-5-176 0,0-3-184 0,0-2 8 15,0-7-4-15,4 0-516 0,0-3-801 16,4-3-391-16,8-11-1788 0</inkml:trace>
  <inkml:trace contextRef="#ctx0" brushRef="#br0" timeOffset="103725.378">22399 3188 5320 0,'0'0'2028'0,"0"0"-704"16,0 0-144-16,0 0-107 0,0 0-189 0,0 0-268 15,0 63-116-15,0-47 12 0,0-4-68 16,0 4-116-16,4-2-264 0,-4-2-60 16,5-6-8-16,2 4 4 0,1-3-4 15,0-5-60-15,4-2 16 0,0 0 44 16,8 0-520-16,-1-9-532 0,-2 2-256 0,11-12-2873 0</inkml:trace>
  <inkml:trace contextRef="#ctx0" brushRef="#br0" timeOffset="103976.458">22702 3127 3828 0,'0'0'5268'0,"0"0"-4544"0,0 0-244 16,0 0 797-16,0 0 15 0,0 0-512 16,0 0-300-16,0 0-164 0,0 0 92 15,84 10 220-15,-76-1-36 0,-1 3-224 16,2 5-8-16,-5-1-12 0,-4 3 100 15,0 3-88-15,0-3-116 0,-4 3-96 0,0-3-72 0,-1-2-76 16,1-5-8 0,1-3-92-16,3-5-24 0,-4-1-108 15,4 0-140-15,0-3-400 0,-4 0-572 0,0 0-568 16,0-6-2877-16,-1-7-3019 0</inkml:trace>
  <inkml:trace contextRef="#ctx0" brushRef="#br0" timeOffset="104126.526">22742 2886 10724 0,'0'0'1981'0,"0"0"-1293"0,0 0 176 0,0 0 448 16,0 0-528-16,0 0-784 0,0 0-140 16,0 0-252-16,0 0-48 0,83-29-596 0,-75 32-1324 15,1 7-3121-15</inkml:trace>
  <inkml:trace contextRef="#ctx0" brushRef="#br0" timeOffset="104899.415">23112 2892 2540 0,'0'0'8096'15,"0"0"-6515"-15,0 0-1017 0,0 0 88 16,0 0 184-16,0 0 404 0,0 0-396 0,0 0-372 16,0 0-136-16,80 85-48 0,-68-55 32 15,0 1-72-15,-4 1-88 16,-4 0 64-16,0 3-52 0,-4-1-96 0,0 2-76 16,0-5 8-16,-4-2-8 0,0-4 0 15,4-6 48-15,0-3-36 16,0-6-8-16,0-1-4 0,0-6-12 0,0 4-48 0,0-7 48 15,0 0 4-15,0 0 8 16,0 0 0-16,0 0 88 0,0 0 60 16,0 0 120-16,0 0 16 0,4-7-100 0,4-2 12 15,0-4-132-15,0 0-64 16,0-9-12-16,0 3-108 0,4-6-140 0,-4 0 52 0,4-2 0 16,4 2 0-16,-5 3-28 15,2 0 164-15,-2 6 72 16,2 0 4-16,-2 3 0 0,-3 1 76 0,5 2-16 15,-6 4 60-15,1 0-4 0,0-1 28 16,1 4-36-16,-2-3-100 0,5 2-4 16,4-1 0-16,0 1-8 0,0 4-8 0,4-3-4 15,-4 3-36-15,4 0-16 0,-1 0 4 16,2 0-76-16,-5 7 36 0,3-4 40 16,-6-1-24-16,-2 5-40 0,-3-1-76 15,0 1-8-15,-3-1-40 0,-5 4-336 0,0-1-260 16,0 4-696-16,-5-1-2781 0,-7 1-5591 15</inkml:trace>
  <inkml:trace contextRef="#ctx0" brushRef="#br0" timeOffset="109452.711">23785 7852 2612 0,'0'0'628'15,"0"0"4128"-15,0 0-2300 0,0 0-615 0,0 0-869 16,0 0-348-16,0 0-68 0,0 0 40 16,0 0 32-16,0 0 44 0,0 0-24 15,77-16-140-15,-53 12-24 0,-1 1-28 16,1 0 0-16,4 1-24 15,0-3-16-15,0 3-196 0,-4-5-220 16,-1 4-60-16,-2 3-76 0,-1-3-60 0,-5 3-100 16,2 0-368-16,-2 0-460 15,-6 0-540-15,-1 3-828 0,-5 3-2849 0</inkml:trace>
  <inkml:trace contextRef="#ctx0" brushRef="#br0" timeOffset="109666.245">23941 8007 4440 0,'0'0'728'16,"0"0"4620"-16,0 0-3907 0,0 0-697 15,0 0 184-15,0 0 352 0,0 0-424 16,0 0-400-16,0 0 108 0,0 0-4 16,76 6 24-16,-52-6-328 0,4 0-120 0,-1 0-128 15,-3 0-8-15,4-3-144 0,0 0-76 16,0 3-328-16,0 0-596 0,-4-3-624 0,-4 3-1488 15,4-3-4577-15</inkml:trace>
  <inkml:trace contextRef="#ctx0" brushRef="#br0" timeOffset="110675.801">24985 7922 10240 0,'0'0'1941'0,"0"0"-625"0,0 0-184 0,0 0 40 16,0 0-8-16,0 0-156 0,0 0-280 0,0 0-176 16,0 0-48-16,0 0-4 15,88-7-108-15,-57 3-136 0,9 4-88 0,1-3 28 16,-2 1 12-16,5-1-52 0,0-1 28 16,-5 1-75-16,10-4-25 0,-6 4 4 15,5-3-36-15,0 0-52 0,0 0-72 0,-1-1-28 16,-2 0-8-16,-2 2-37 15,-2-1-159-15,-6 1-196 0,-3 3-304 16,-9-2-300-16,-3 4-912 0,-7 0-2856 16,-13 0-3985-16</inkml:trace>
  <inkml:trace contextRef="#ctx0" brushRef="#br0" timeOffset="112981.091">25400 8601 2836 0,'0'0'8'16,"0"0"180"-16,0 0 4 0,0 0 280 15,0 0 2576 1,0 0-1232-16,0 0-688 0,0 0-652 0,0 0 156 16,0 0 81-16,0 0 335 0,7-41-280 15,-7 34-144-15,0 4-180 0,0-4-320 16,0 2 220-16,0 1-28 0,0-2 136 0,-3 0-12 16,-1 2-440-16,0-2 180 0,-1 0-8 15,1-1-8-15,0 7-16 0,0-2-60 16,-3-2 36-16,3 4-48 0,0 0 12 0,-5 0-88 15,2 0 0-15,-1 6-4 0,-5 1-148 16,-2 9 92-16,2 5 48 0,-2 5-52 16,3 6 64-16,-4 3 4 15,4 3 48-15,0-4-52 0,4-1 0 16,4-5 72-16,0-3 80 0,1-9 56 16,3 0 16-16,0-6-88 0,0-3 28 0,3-7 84 15,1 2 8-15,4-2-68 0,0 0-4 16,4-2-24-16,0-5-136 0,4-5-24 15,0-5-8-15,4-2-164 0,-5-3-64 0,6-3-20 16,-1-1-68-16,-1 1-24 0,-2-3-24 16,3-5-36-16,-5 1 120 0,2 4-104 15,-6-7 16-15,1 0-52 16,-3 4 12-16,-2-5-380 0,1 1 80 16,-4 4 528-16,5-1-324 0,-6-3 296 0,1 7 120 15,0-5 88-15,0 5-48 0,0 0 44 16,0 9-40-16,0 3 52 0,-4 3 152 15,0 10 220-15,4 0 140 0,-4 3-16 16,0 0 24-16,0 0 152 0,0 0-196 0,0 0-224 16,0 3-156-16,0 2-92 0,-4 6 68 15,0 2-60-15,0 5 64 0,0 8 12 0,4-1-24 16,-4 7 204-16,4 0-8 16,0 3 4-16,-4 3 8 15,4 3-12-15,0 1-24 0,0-4-76 0,0 3-20 16,0-3 32-16,0 0-48 0,0-4-56 15,0-1-68-15,0-1 0 0,0-7-100 16,4-3 28-16,0-3-28 0,0-3 16 0,4-4-28 16,0-2-52-16,0 0-8 0,-4-7-376 15,7 1-48-15,-6-4 0 0,3 0-308 0,3 0-580 16,-7-7-1289-16,5-9-4503 16</inkml:trace>
  <inkml:trace contextRef="#ctx0" brushRef="#br0" timeOffset="113952.734">25284 7388 784 0,'0'0'1224'16,"0"0"-1212"-16,0 0 40 0,0 0 120 15,0 0 296-15,0 0 2544 16,0 0-1388-16,0 0-740 0,0 0-208 0,0 0 124 0,-8 12-168 15,8-12-228-15,0 0-135 16,0 4 3-16,0-4 140 0,0 0-56 0,4 0-60 16,-4 0-76-16,0 0-108 0,0 0-48 15,0 0 92-15,0 0-56 0,0 0-24 16,0 0-12-16,0 0-52 16,0 0 80-16,0 0 8 0,0 0 4 0,0 0-100 15,4 0-4-15,-4 0-88 0,0 0 8 0,0 0 32 16,0 0-28-16,0 0-52 15,0 0-92-15,0 0-112 0,0 0 12 16,0 0 52-16,0 0-16 0,0 0-140 0,0 0-221 16,0 0-335-16,0 0-436 0,0 0-1288 15,-4 0-2696-15,8 0 5360 0</inkml:trace>
  <inkml:trace contextRef="#ctx0" brushRef="#br0" timeOffset="118027.438">25296 7175 2232 0,'0'0'196'16,"0"0"-196"-16,0 0 4164 0,0 0-2968 15,0 0 72-15,0 0-140 0,0 0 21 0,0 0-21 16,0 0-172-16,0 0-168 0,16-32-180 16,-16 32-128-16,0 0-40 0,0 0-52 15,0 0-108-15,0 0-104 0,0 4-128 0,0 5 64 16,4 7 188-16,-4 3 12 0,4 3 8 0,0 7-20 15,-4 3-28-15,0 2-28 16,0 5-108-16,0-4 0 0,0 7-48 16,-12-2-88-16,4 4-52 0,0-2-20 0,-4 2-16 15,0-2 4-15,0-4-16 0,0-6-72 16,5-7 60-16,2-3-48 0,1-9 60 16,4-7-96-16,0-3 20 0,0 0-44 15,0-3-32-15,0 0-84 0,0 0-164 16,4 0 60-16,4-3 112 0,0-6 264 15,0-4 16-15,4-4-180 0,0-4 104 0,0-1 120 16,-4-3-80-16,0-5 84 0,4 5-24 16,-4-3 36-16,0 3-24 0,0-1 24 15,3 7 64-15,-2 3 64 16,2 3-84-16,-3 1-48 0,5 5 76 16,-2 1 52-16,-3 2 80 0,1 4-40 0,-2 0-52 15,-3 0-36-15,4 0 12 0,-4 7 56 16,-4 0 4-16,5 0 28 15,-5 1-40-15,0 9-20 0,-9-2-32 0,1 3-96 16,-3-1-152-16,-2 2-48 0,2-3-100 16,-2 0 72-16,1-7 104 0,5-3-4 15,-1 1-84-15,3-4 100 0,5 0 36 0,-4-3 68 16,4 0 8-16,0 0 4 16,0 0 84-16,0 0-12 0,-4 0-32 0,4 0-44 15,0-3 0-15,0 3 112 0,0 0 16 16,0 0-40-16,0 0-80 0,0 0 92 15,0-3-40-15,0 3-60 0,0 0-52 16,4 0 12-16,0 0 40 0,5 0 220 0,2 0 4 16,1 3 64-16,1 0-88 0,-2 1 24 15,2 3-16-15,2-5 52 0,-2 2-108 16,-6-1-40-16,5 2-100 0,-4-1 28 0,0-1-40 16,0 4-88-16,0-4-36 15,1 1 0-15,-2-2-60 0,1 1-76 0,4 3-464 16,0-2-284-16,-4-1-456 0,3 0-1649 15,2-3-3791-15</inkml:trace>
  <inkml:trace contextRef="#ctx0" brushRef="#br1" timeOffset="132625.541">25057 7024 1280 0,'0'0'1212'16,"0"0"-956"-16,0 0-252 0,0 0 4488 15,0 0-2868-15,0 0-512 0,0 0-184 16,0 0-27-16,0 0 35 0,0 0-244 16,8-7-184-16,-8 7-16 0,0 0 204 15,-4 2 148-15,-5 3-252 0,-2 0-196 16,-5 4-84-16,0 2 0 0,1 1-52 0,-6 1-124 15,-3 5-128-15,0 7 4 16,1 5-12-16,-5 8-124 0,0 6-72 16,0 7 20-16,-4 5 52 0,4 12 124 15,4 2 0-15,-4 9 0 0,9 4-88 16,-2 6 16-16,5 5-16 0,1 2-24 0,3 2-52 16,3 0 44-16,5 1 116 0,4-8-140 15,0-1 44-15,8-10-40 0,12-8 140 16,5-5 0-16,3-6 8 0,7-4-8 0,5-6-64 15,-1-4 52-15,6-2 12 0,2-7 8 16,5-6 104-16,4-4-48 0,0-5-56 16,4-5-8-16,4-4-4 15,-1-6-108-15,1-4-56 0,3-2 28 0,-7-2-96 16,4-2 76-16,0-8 160 0,-5-6 12 0,5 0 128 16,-4-9-52-16,4-6-40 0,-1-4 28 15,1-4-76-15,0-8 52 0,-4-1 48 16,-1-6-20-16,-7-4 192 0,1-5-72 0,-6-3-100 15,1-7 52 1,-8-3 220-16,-5-6-88 0,-3-5-60 16,-4-5-40-16,-4-2-72 0,-3-2 12 0,-10 0 60 15,-7 0-176-15,-4 5 52 0,0 2-60 16,-15 7 0-16,-6 2 24 0,-11 3-24 16,-7 9-76-16,-9 4-180 0,-8 7-104 15,-8 9-160-15,-4 6 208 0,-3 8 36 16,-1 8 116-16,0 4-52 0,1 7 100 15,7 8-68-15,1 4 16 0,-2 3-12 0,1 10 88 16,4 8-48-16,2 5 132 0,-2 5 4 16,4 0 4-16,4 8-4 15,0-4 0-15,8 3-8 0,1-1-56 0,2 1-100 16,9 0 24-16,0 0-112 0,4 2-328 0,4-1-360 16,9-1-660-16,3 1-181 15,4-3-419-15,0-10-492 0,4 8-2411 0</inkml:trace>
  <inkml:trace contextRef="#ctx0" brushRef="#br1" timeOffset="133242.271">25567 9537 2508 0,'0'0'9749'16,"0"0"-7901"-16,0 0-848 0,0 0-472 16,0 0 36-16,0 0 228 0,0 0-124 15,0 0-420-15,0 0-248 0,0 0 0 0,35 29 388 16,-7-1 68-16,4 7-48 0,0 4-188 15,9 2-148-15,-6 0 76 0,1-3-64 16,0 0-28-16,-1-7-56 0,1-1-76 16,1-8 4-16,-5-3-12 0,-1-7-4 15,-3-2 16 1,-4-3-88-16,-4-5-272 0,0-2-332 0,-5 0-268 0,2-9-472 16,-6-4-612-16,-3 1-2025 15,-4-14-1715-15</inkml:trace>
  <inkml:trace contextRef="#ctx0" brushRef="#br1" timeOffset="133481.72">25858 9353 5404 0,'0'0'388'0,"0"0"4248"0,0 0-3591 16,0 0-313-16,0 0-424 0,0 0 216 0,0 0 404 16,0 0-92-16,0 0 120 15,0 0-236-15,40 46-84 0,-16-21-216 0,4 2-8 16,4-2-32-16,-1 5 4 0,1-2 44 15,4-5-144-15,0 2-284 0,-5-6-60 16,5 4-52-16,-4-4 40 0,-4-5-236 0,0 3-360 16,0-1-520-16,-8-3 20 0,0-1-216 15,-4-5-592-15,-4-1-845 16,-5-3-1451-16,2-3-976 16</inkml:trace>
  <inkml:trace contextRef="#ctx0" brushRef="#br1" timeOffset="133725.908">26483 9515 7856 0,'0'0'2048'0,"0"0"-1392"15,0 0-448-15,0 0 309 0,0 0 495 16,0 0-180-16,36 77-284 0,-28-59-228 16,0 4-132-16,-4 3 52 0,0-1-12 15,-4 4-24-15,0-3-52 0,-4 4-92 16,-4 2 56-16,-4-1-28 0,-3-3 100 0,-6 3 52 15,1-2 84-15,-8-3 68 0,0 0-128 16,-4 1-152-16,0-7-100 0,1 1 52 16,-1-5-64-16,0-3-16 0,-4 1 8 0,4-6-204 15,0-2-240-15,1 2-328 0,-1 0-380 16,8-7-304-16,8 3-1753 16,-4-3-4283-16</inkml:trace>
  <inkml:trace contextRef="#ctx0" brushRef="#br1" timeOffset="134665.755">27149 11100 2944 0,'0'0'52'16,"0"0"5108"-16,0 0-4372 0,0 0-232 16,0 0 92-16,0 0 553 0,0 0-73 0,0 0-156 15,0 0-184-15,71 69-132 0,-50-66 24 16,-2-3-164-16,1 0-76 0,0 0 112 16,4-8-20-16,0-6-100 15,4-5-148-15,0-3-232 0,4-4-52 0,-4-2-76 0,3-1-120 16,-3 2-100-16,-4-3-28 0,-8 8 100 15,-1 0 0-15,-2 3 0 0,-9 0-12 0,-4 0 148 16,0 2-164-16,-4-2 100 16,-9 5-12-16,-2-3 156 0,-1 1-4 0,-4 3-64 31,0 7 76-31,1-1 88 0,-5 5-80 0,3 2 4 0,1 2 76 16,-3 8-24-16,-1 10 24 0,0-2 64 15,0 11 48-15,-4 6 24 0,4 0-24 0,0 6 24 16,-4 4-48-16,4 0 36 15,0-1-40-15,5 0-112 0,2 3 40 0,2 1-36 16,2-3 8-16,10 2 40 0,-1 1-100 16,4-4 88-16,0-2-100 15,11-4 60-15,6-7-60 0,3-2 12 0,3-9 64 0,9-6-76 16,1-3 84-16,2-5-68 16,1-6 132-16,8-6-148 0,0-7 0 0,-1-13-188 15,9-5 28-15,-4-10-224 0,4-7-260 16,-4-4-252-16,3-1-288 0,-3 2-616 15,-16 9-1373-15,8-12-2979 0</inkml:trace>
  <inkml:trace contextRef="#ctx0" brushRef="#br1" timeOffset="135118.349">27662 10115 5764 0,'0'0'2456'0,"0"0"132"0,0 0-1379 16,0 0-773 0,0 0 76-16,0 0 632 0,0 0 20 0,80-12-372 15,-55 12-252-15,2 0-92 16,-3 3-36-16,4 0-28 0,-4 3-64 0,0 1-96 15,-5-1-16-15,1 3 0 0,-3-2-208 16,-6 2-12-16,-3 4-108 0,0 0-28 16,-3 0-64-16,-5 6-96 0,0-4 248 15,0 5-104-15,-13 2 104 0,-2 3-16 16,-2-3 72-16,-3 0 4 0,1 0 0 0,-1-2 100 16,4-5-24-16,0 2 72 0,4-8-36 15,0-3-64-15,8 0-44 0,0-2-4 16,0-4 0-16,4 0-60 0,4 3-40 0,4 1 100 15,4-1 220-15,4 2-72 0,4-1 76 0,8-1-4 16,0-3-48 0,0 0 40-16,4 0-104 0,-4-3-20 0,0-1-88 15,-1-1-8-15,1-5-240 16,-4 0-244-16,0 2-508 0,-4-9-396 0,-1 4-852 16,-6 1-2305-16,-5-11-3631 0</inkml:trace>
  <inkml:trace contextRef="#ctx0" brushRef="#br1" timeOffset="135291.202">28173 10147 3512 0,'0'0'7801'16,"0"0"-6581"-16,0 0-328 16,0 0 292-16,0 0 176 0,99 12-396 15,-75-12-344-15,0 0-232 0,3-2-248 0,1-5-140 16,0 1-76-16,0-1-96 15,-4-2-140-15,1-1-644 0,-6 1-416 0,-3-1-672 16,-4 7-2009-16,-8-3-1255 0</inkml:trace>
  <inkml:trace contextRef="#ctx0" brushRef="#br1" timeOffset="135625.968">28379 10159 3524 0,'0'0'2192'0,"0"0"2216"0,0 0-3131 0,0 0-137 16,-35 87 328-16,31-62 136 0,-4 4-200 15,0-4-412-15,0 3-336 0,0-2-412 0,0-4-168 16,4 1-76-16,-3-4-8 0,2-7-92 16,1-5-108-16,4-1-188 0,0-3-248 15,0-3-376-15,4 0-276 0,1-6-248 16,6-1 140 0,1-8-485-16,0 1-635 0,4-4-652 0,-4-1 412 15,4-1 753-15,-5 1 2011 0,2 3 43 16,-5 1 529-16,-5 5 680 0,1 1 600 0,1 2 1016 15,-5 4-752-15,4 3-772 0,-4 0-504 16,4 10 101-16,0-1 223 0,0 10-68 16,3 0-324-16,-3 7-80 0,1-3-164 15,-1 2-24-15,0-6 108 0,3 0-80 16,-3-5-260-16,0 0-272 0,5-4-160 16,-2-4 48-16,5-3-124 0,1-3-708 0,2 0-416 0,-2-6-620 15,6-16-3209-15</inkml:trace>
  <inkml:trace contextRef="#ctx0" brushRef="#br1" timeOffset="135810.686">28727 10303 1356 0,'0'0'8820'16,"0"0"-7543"-16,0 0-481 0,0 0 224 0,0 73 288 15,3-55-148-15,-3 1-316 0,0-3-344 16,0 1-140-16,0-5-176 15,0 1-96-15,0-3-88 0,0-1-76 0,4-6-208 0,-4 0-176 16,0-3-468-16,4 0-560 16,0-3-768-16,-4-9-2873 0</inkml:trace>
  <inkml:trace contextRef="#ctx0" brushRef="#br1" timeOffset="135966.86">28671 10064 5684 0,'0'0'1264'0,"0"0"148"0,0 0-568 0,0 0-4 16,0 0 105-16,0 0-373 0,84-25-572 0,-61 22-244 15,-11-1-953-15,8 1-3075 0</inkml:trace>
  <inkml:trace contextRef="#ctx0" brushRef="#br1" timeOffset="136380.919">29141 10112 7948 0,'0'0'6525'0,"0"0"-6033"16,0 0-364-16,0 0-128 0,0 0 604 0,40 64 100 16,-28-41-68-16,-5 4-140 0,1-2-284 15,1 5-40-15,-9-5 4 0,4 0 120 16,-4 1-112-16,0-7-36 0,0-1-12 16,-4-5 24-16,0-2 24 0,4-5 12 0,-5-1-72 15,5-5 72-15,0 0 0 16,0 0-16-16,0 0-32 0,0-3-56 0,5-3-92 15,3-10-4-15,3-3-216 0,6-7 60 0,-2-5 0 16,5 3 100-16,-4-1-52 0,4 1 4 16,0 3-16-16,0 1-24 15,0 6-48-15,0 1-52 0,8 8 16 16,-5-1-100-16,1 7-104 0,-3 0-184 16,3 3-520-16,-9 3-688 0,2 4-980 15,-10 2-3017-15</inkml:trace>
  <inkml:trace contextRef="#ctx0" brushRef="#br1" timeOffset="137063.587">26375 10376 1736 0,'0'0'9172'16,"0"0"-7935"-16,0 0-521 0,0 0-256 15,0 0 152-15,0 0 172 0,0 0 24 16,-79-13-232-16,67 22-120 0,0 1-196 16,4 7-24-16,-4 2 100 0,0 9 260 0,1 7 8 15,-2 2-64-15,1 14-96 0,0 4-76 16,4 4-76-16,-3 11-48 16,3 3-144-16,3 10-36 0,5 0-64 0,0 6-124 15,5-4-20-15,6 4-52 0,5-7 148 0,8 1-64 16,8-7-24-16,8-5 4 15,4-8 44-15,8-6-180 0,8-7-124 0,3-4-140 16,5-9-272-16,7-6-500 0,5-4-892 0,-20-12-1949 16,39 4-1951-16</inkml:trace>
  <inkml:trace contextRef="#ctx0" brushRef="#br1" timeOffset="137610.935">30029 9979 6620 0,'0'0'5645'0,"0"0"-4573"0,0 0-588 0,36 92 164 16,-24-57 400-16,0 3 220 0,0 3-300 15,0 0-288-15,0 4-164 0,0-1-220 0,4 4-12 16,-5 2-28-16,6 8-96 16,-6 2-40-16,2 3-56 0,-5 5 8 0,-5 1-72 15,1 1-4 1,-4-3-96-16,-4-1 16 0,-3 1-76 0,-6-6-36 15,-2-1-120-15,-6 0-16 0,2-5 36 16,-5-5 36-16,0-3 52 0,0-3 96 0,1-4 36 16,-2-3-60-16,-3-5 0 15,4 0-24-15,-4-4-112 0,0 1-116 0,-3-8-148 16,3 2-132-16,-4-4-364 0,4-3-604 16,1-6-997-16,3-4-2019 0,0-6-960 15</inkml:trace>
  <inkml:trace contextRef="#ctx0" brushRef="#br1" timeOffset="138462.609">31006 9740 6064 0,'0'0'5773'16,"0"0"-5773"-16,0 0-276 0,0 0 276 0,0 0 1000 15,0 0 176-15,-92-6-404 0,76 25-76 16,0 3-16-16,-4 7 100 0,4 6-160 0,-4 2-148 16,4 5-100-16,-4-3 12 0,8-2-104 15,-3-5-108-15,11-7-128 0,0-5-44 16,-1-8-68-16,5-5 60 0,5-4-64 16,-1-3 68-16,7 0 0 0,6-3-44 15,6-11 36-15,1-5-184 0,0-2-224 0,8-8-36 16,-4 1 60-1,4-7-216-15,-4 3-56 0,0-4 144 0,-4 6 96 16,-1-5-68-16,1-1 56 16,-4-2-236-16,-4-3 0 0,4 0-464 0,-5-1-421 0,-2-5-275 15,-1-1 80-15,-5-2 416 0,6-5 156 16,-5 8 960-16,-5-1 224 0,1 6 172 0,0 9 672 16,1 3 796-16,-5 11 284 15,0 4-344-15,4 2-431 16,-4 0-237-16,0 7-524 0,0 0 340 0,0-1-260 15,0 4-160-15,0 0 108 0,0 3 4 16,0 0-80-16,0 0-112 0,0 0-64 0,0 3-52 0,0 0-60 16,0 7-40-16,-9 6 52 15,1 6 284-15,1 6 384 16,-5 13-112-16,0 7-184 0,-4 6-164 0,0 6-112 16,-5 8-24-16,2 1 0 0,-5-2-52 15,4 3-20-15,0-4-4 16,4-2 16-16,1-7-76 0,7-3 48 0,-1-3 60 0,5-6 36 15,4-7-144-15,0-4-96 16,8-5-28-16,1-4-136 0,2-3 4 0,1-6-204 16,0-3-84-16,4-1-180 0,0-5-204 15,4-3-424-15,-4-2-620 0,-1-2-1253 16,6 0-3379-16</inkml:trace>
  <inkml:trace contextRef="#ctx0" brushRef="#br1" timeOffset="138689.816">31277 10483 8856 0,'0'0'6893'0,"0"0"-5537"15,0 0-860-15,0 0 48 0,0 0 600 0,0 0-128 16,103 7-380-16,-67-7-368 0,-1-3-268 15,10-1 0-15,-6 2-108 0,5-5-136 16,-4 4-356-16,-4 3-356 0,-4 0-384 16,-4 0-708-16,-13 0-1144 0,-6 5-3233 0</inkml:trace>
  <inkml:trace contextRef="#ctx0" brushRef="#br1" timeOffset="138881.576">31296 10799 12257 0,'0'0'1656'0,"0"0"-1424"0,0 0-132 0,0 0 748 16,0 0 436-16,0 0 24 0,0 0-160 15,112 19-400-15,-65-19-368 0,5-7-184 16,0-3-196-16,4 1 0 0,3 2-100 16,-3-2-204-16,0 2 256 15,0-3-704-15,-4-2-628 0,-1-1-788 0,-10 4-2973 0,2-7-3019 16</inkml:trace>
  <inkml:trace contextRef="#ctx0" brushRef="#br1" timeOffset="139186.443">32443 9940 10484 0,'0'0'6613'0,"0"0"-5217"0,0 0-1084 16,-4 67-304-16,-3-31 100 15,-1 4 472-15,-8 11 420 0,8 3-340 0,-8 9-320 0,4 4-60 16,0 9-11-16,4 4-29 16,-8 5-108-16,5-1 52 0,-6-5-28 0,2 0-156 15,2-6 0-15,-2-3-96 0,2-3-108 16,2-7-100-16,3-3-185 15,3-3-203-15,-3-4-124 0,8 1-188 0,0-6-292 0,0-4-528 16,0 4-816-16,4-16-2409 16,-4 12-1255-16</inkml:trace>
  <inkml:trace contextRef="#ctx0" brushRef="#br1" timeOffset="191114.682">19231 4884 1604 0,'0'0'3000'0,"0"0"-1360"0,0 0-236 16,0 0-404-16,0 0-120 0,0 0 36 15,0 0 245-15,0 0-21 0,0-7-108 0,0 7-116 16,0 0-172-16,0 0-168 0,0 0 4 16,0 2-92-16,0 3-204 0,0 0-148 15,0 9 52-15,0 7 72 0,0 8-76 16,0 6-24-16,0 3-84 0,-7 0 32 0,3 3-104 15,-4-3-4-15,0 0-4 0,0-3-8 16,0 0-60-16,0-7 20 0,4-2-56 16,0-7-16-16,0 0-48 15,4-3-28-15,0-3-60 0,0-4-236 16,0-2-168-16,0 2-180 0,0-5-216 16,8-2-516-16,0 2-997 0,-4-4-1651 15,7-6-156-15</inkml:trace>
  <inkml:trace contextRef="#ctx0" brushRef="#br1" timeOffset="191331.603">19355 5213 8520 0,'0'0'2164'16,"0"0"-995"-16,0 0-669 0,0 0 76 15,0 0 316-15,0 0 8 16,0 0-296-16,0 0-376 0,0 0-116 0,0 0-100 15,0 0 36-15,48-10-48 0,-36 8-88 16,0-2-52-16,0 1 28 0,0 0-204 0,0-3-480 0,-1 2-384 16,2 1-500-16,-5 3-801 15,-1-6-1795-15</inkml:trace>
  <inkml:trace contextRef="#ctx0" brushRef="#br1" timeOffset="191612.258">19813 4873 3604 0,'0'0'5508'0,"0"0"-4344"0,0 0-696 16,0 0 265-16,0 0 675 0,-11 70-84 15,7-47-312-15,0-1-420 16,4 3-124-16,-4 0-132 0,4 1-84 0,0 2-68 0,0-3-84 16,0 1-100-16,0-1-24 15,0 1-188-15,0 0 48 0,4-4-208 16,0 0-408-16,0 0-4 0,-1-3-380 0,1 4-856 16,0-8-1277-16,-4 10-3343 0</inkml:trace>
  <inkml:trace contextRef="#ctx0" brushRef="#br1" timeOffset="192758.292">18527 4823 3544 0,'0'0'848'0,"0"0"-472"0,0 0 80 0,0 0 0 16,0 0 1688-16,0 0-964 0,0 0-300 0,-76-13-116 15,64 19-15 1,0-2 31-16,4 2-88 0,-4 0-92 15,4 4-140-15,-4-4-96 0,4 3-72 16,-4 4-52-16,0-4-60 0,5 8-44 0,-6-2 16 16,1 2-12-16,5-2 24 0,3 3 24 15,-5-1 36-15,5-1 80 0,4 0-104 16,0 0-144-16,0 0-52 0,4-1-4 16,0 5 48-16,5-5 128 0,2 2-76 15,1 2-88-15,0 0 164 0,0 0-4 0,0 0-60 16,4-3-12-16,0-1-40 0,0 1-60 15,0 0 76-15,0-3-88 16,0 3 12-16,-1-4-84 0,2 2 80 0,-2-6-52 16,-2 5 44-16,-2-1-112 0,1 2 36 15,-3-3 12-15,-5 3 36 0,-4 2 40 16,0 0 0-16,0 0-136 0,0-1-104 0,-8 1 116 16,-5 0 0-16,2 0-28 15,-2 1-212-15,-2-5-192 0,-6 4-300 0,2 0-336 0,3-4-1273 16,-16 1-3163-16</inkml:trace>
  <inkml:trace contextRef="#ctx0" brushRef="#br0" timeOffset="206123.822">2342 9424 4772 0,'0'0'444'0,"0"0"5625"0,0 0-4213 15,0 0-812-15,0 0 104 0,0 0 200 16,0 0-216-16,0 0-172 0,0 0-308 15,0 0-224-15,0-36-120 0,0 42-296 16,4 10 0-16,4 6 172 0,0 10 12 0,0 10-52 16,0 2-144-16,0 7-4 0,-4-1 0 15,0-2-204-15,-4-3 24 0,4-7-60 0,0-3 0 16,0-3 36-16,-4 0-344 16,0-4-408-16,0 3-680 15,0-8-1472-15,-12 8-3453 0</inkml:trace>
  <inkml:trace contextRef="#ctx0" brushRef="#br0" timeOffset="206412.425">1805 10218 9564 0,'0'0'2985'16,"0"0"-1809"-16,0 0-632 15,0 0 176-15,0 0 76 0,0 0-180 0,0 0-380 16,0 0 152-16,0 0 308 0,87-19 180 15,-51 14-296-15,0 3-200 0,7-5-52 16,6 4 116-16,-2-3 16 0,5-1-68 0,8-3-64 16,4 1 13-16,-1-1-121 0,9 1-180 31,-4-4-40-31,0 4-124 0,-5-1-21 0,-3 1-3 0,-4 2-20 16,-12 5 24-16,-5-3-16 0,-7 5-24 15,-8 0-48-15,-8 7-144 0,-4 0-284 0,-4 2-260 16,-8 1-44-16,0 6-492 0,-8-1-1080 15,0 2-1433-15,-20 2-1535 0</inkml:trace>
  <inkml:trace contextRef="#ctx0" brushRef="#br0" timeOffset="206716.623">2247 10407 5548 0,'0'0'6037'15,"0"0"-5205"-15,0 0-372 0,0 0 636 0,0 0 648 0,0 0-364 16,35 89-452-16,-22-60-324 16,-5 5-124-16,3 8 12 0,-3 6 132 15,4 3-256-15,-4 6-276 0,0 0-92 0,1 5-12 16,-2-1-96-16,-3 3-40 0,0 0-48 15,0-10 0-15,4-1-24 0,-4-11 84 0,0-5 4 16,0-7-28-16,0-8 48 0,0-6-156 16,0-4-264-16,3-6-72 0,-7-2-328 15,5-1-524-15,-1-3-428 0,-4-3-460 16,0-1-941-16,0-14 57 0</inkml:trace>
  <inkml:trace contextRef="#ctx0" brushRef="#br0" timeOffset="207017.845">2331 10668 1408 0,'0'0'9573'15,"0"0"-8073"-15,0 0-872 0,0 0 540 0,0 0 408 16,0 0-556-16,0 0-560 0,0 0-224 16,0 0 24-16,0 0-28 0,55-36-8 15,-43 33-52-15,7 3 40 0,-2 0-16 0,-6 3 36 16,6 4-60-16,-6 3-96 0,2-1-68 15,-5 7 64-15,-4 0-24 16,-1 3 28-16,1 0 8 0,-4 0-76 16,0 0 56-16,0 0 8 0,-4-3-24 15,-3-3-40-15,-1-1-8 0,-5-2-4 16,2 0-156-16,3-5-60 0,-8 2-72 0,4-3 8 16,-4-4-84-16,0 0-276 0,0-4 72 15,0-5-360-15,-4-4-492 16,0-3-444-16,8 3-973 0,-3-9-2275 0</inkml:trace>
  <inkml:trace contextRef="#ctx0" brushRef="#br0" timeOffset="207393.379">2609 10465 7596 0,'0'0'2176'0,"0"0"-303"16,0 0 247-16,0 0-136 0,0 0-468 0,0 0-440 0,0 0-324 15,0 0-200-15,64 69-136 16,-56-46-48-16,-4 2-148 0,0 0-112 0,-1 4-72 16,-3-3-36-16,0-5-120 0,0-1-4 15,0-8-32-15,0-5-40 0,0-1-72 0,0-6-100 16,0 0-160-16,0 0-372 0,0-3-168 16,5-10 180-16,-1 1 536 0,4-7 140 15,-4 0 48-15,3-4 48 0,2 2 80 16,-1 2 36-16,0 2 52 0,-1 1 36 0,2 7-12 15,-5-1 160 1,4 4 128-16,-1 2 40 0,2 1 20 0,3 3-100 16,-5 0 112-16,1 0 56 0,5 3-120 15,-6 7-52-15,1 0-100 0,1 2 52 16,-2 4-40-16,-3 3-60 0,0 1-80 16,0 2-92-16,-4-3-168 0,4-1-424 0,-4 2-156 15,5-8-108-15,-2-5-164 0,5-4-568 16,-4 0-2449-16,8-6-2231 0</inkml:trace>
  <inkml:trace contextRef="#ctx0" brushRef="#br0" timeOffset="208024.259">3259 9639 3024 0,'0'0'9129'0,"0"0"-7229"0,0 0-760 0,0 0 168 0,0 0-88 16,0 0-368-16,0 0-324 0,0 0-244 16,0 0-224-16,0 0-56 0,0 0-4 15,60-19 196-15,-25 19 136 0,5-3 12 16,-1 3 8-16,6-4-12 0,-2 4-84 0,2 0-144 15,-6-3-88-15,-3 3-24 0,-4 0-8 16,0 0-56-16,-8 0-44 16,-4 0 12-16,-1 0-52 0,-10 3-8 15,-1 4-128-15,-4 5 104 0,-4 7 68 0,0 11-8 16,-17 4-28-16,2 11-84 0,-9 2-148 16,-1 8 24-16,-2-2 60 0,-1 7 112 15,0 1 184-15,1-1 80 0,-1-3 20 16,0 1 108-16,3-7-108 0,1-4 72 15,9-6-12-15,3-6-52 0,7-7-8 16,5-2-44-16,0-7-52 0,17-3 40 16,3-3 140-16,7 0 112 0,6-1 56 0,-1-2-96 15,7-4 12-15,1-3 48 0,-1 0 24 16,2-3-107-16,-1 0-73 0,-5-3-116 16,1-6-44-16,1-1-136 0,-6 1 4 15,1-7-233-15,-5 3-343 0,1-6-352 0,-4 0-356 16,-7 3-1164-16,2-10-4033 0</inkml:trace>
  <inkml:trace contextRef="#ctx0" brushRef="#br0" timeOffset="208250.467">4088 9876 1488 0,'0'0'10361'0,"0"0"-9017"16,0 0-1024-16,0 0 328 0,0 0 576 15,0 0-80-15,0 0-468 0,0 0-440 16,-73 93-88-16,54-58 36 0,-1 7 52 16,-8 5-88-16,0 0-36 0,-4 7-24 15,0-2-88-15,0-2-88 0,4 1 24 16,0-10-68-16,5-3-20 0,3-9-32 16,8-8-264-16,4-7-548 0,8-8-200 15,0-6-528-15,3 0-1357 0,6-6-1491 0,10-13-1147 16</inkml:trace>
  <inkml:trace contextRef="#ctx0" brushRef="#br0" timeOffset="208875.942">5179 9283 12417 0,'0'0'2328'0,"0"0"-2328"0,0 0 16 0,0 0-16 16,0 0 1004-16,0 0-60 0,0 0-620 16,0 0-312-16,-68 92 64 0,48-50 184 15,-3 5 64 1,-5 7-76-16,0 10 60 0,-8 5 36 0,0 11-72 0,-12 9-16 16,-4 9-180-16,-8 13-76 0,-7 7-84 0,-4 9 0 15,-10 6-4-15,-3 7-32 0,2-4-64 16,-2-1 108-16,7-12-36 0,6-13 112 15,11-8 248-15,4-16 84 0,17-13 24 16,3-16-172-16,12-12 36 0,4-11-136 16,8-11-84-16,8-10-52 0,4-10-120 0,0-3-232 15,0 0-184-15,12-3-216 0,-4-7-316 16,8-6 636-16,0-3-212 16,0-6-528-16,-4 0-1276 0,0 2-1709 0,-1-12-683 0</inkml:trace>
  <inkml:trace contextRef="#ctx0" brushRef="#br0" timeOffset="209527.382">5080 10418 7140 0,'0'0'5485'0,"0"0"-4641"0,0 0-768 15,0 0 356-15,84-19 456 16,-45 12 168-16,4-3-276 0,10 4-408 0,-5-1-172 15,3 4 0-15,-3 0-100 0,-1 3-100 0,-2-4 96 16,-6 4 168-16,-3 0 32 0,-4 0-296 16,-12 4 0-16,-4 5-12 0,-11 1-40 15,-5 7 52-15,0 2-4 0,-13 6-32 16,-2 6-160-16,-10 4 40 0,-6 6 156 16,-1-3 8-16,-4 6 104 15,0 5-48-15,-4 1-56 0,0 4 116 16,1 0-28-16,-2 0 176 0,9-3 100 0,9-3 132 15,3-8 108-15,3-4-260 0,10-8-216 16,7-5-52-16,0-5-32 0,11-2 44 0,13-5 0 16,4-3 112-16,12-2 108 15,8-2 329-15,4-4-209 0,8 0-204 0,-5-4-124 0,5-2-36 16,0 0-64-16,-8 0-8 16,0-7-72-16,-9 3-232 0,-3-2-204 15,-3-4-13-15,-9 0-115 0,-5-3-256 0,-3 0-692 16,-8-4-1248-1,-4 9-2369-15,-4-15-3203 0</inkml:trace>
  <inkml:trace contextRef="#ctx0" brushRef="#br0" timeOffset="209736.457">6004 10537 12525 0,'0'0'3784'0,"0"0"-3520"0,0 0-176 16,0 0 72-16,-48 70 624 0,32-41 588 15,-4 6-480 1,5 0-412-16,-6 6-140 0,-3 4-72 0,5 2-72 0,-9 4-112 16,0 3-76-16,-8 1-8 0,4 1-60 0,1-5-12 15,3-4-112-15,0-5-196 16,3-7-156-16,5-10-176 0,9-6-332 16,-1-6-472-16,7-4-1152 0,-3-9-3053 0</inkml:trace>
  <inkml:trace contextRef="#ctx0" brushRef="#br0" timeOffset="211292.525">9550 8708 9440 0,'0'0'2069'0,"0"0"-865"0,0 0-96 15,0 0-56-15,-92 13-308 0,64-3-308 16,-4 3-104-16,0 3-32 16,-7 3-12-16,-1 3-16 0,0 6 24 15,-7 5 16-15,-2 4-28 0,-7 2-36 16,1 5-88-16,-4 6-60 0,-5 8-40 0,-5 2 0 16,2 0 52-16,-1 6-40 0,5-2-72 15,-1-3-120-15,12-5 120 0,5-7 4 0,2-5 104 16,13-6-108-16,0-6-44 15,12-3-40-15,1-4 80 0,6-3 0 0,6-6-84 16,7 0-60-16,0-4-76 0,3 1 224 16,10 0 88-16,2-4-28 15,6 4-60-15,7-7 16 0,0 4-4 0,4-7-12 16,7 1-12-16,1-4-124 0,4 0-40 0,-1 0 40 16,6 0 28-16,-2-7-56 15,1 2-8-15,-1-2-40 0,2 0 128 0,3 1 20 16,-9-1 52-16,6 1 12 0,-2 0 0 0,5-1 4 15,-1 4 8 1,5-3 0-16,4-1 100 0,3-2-104 16,5-1 76-16,4-2-84 0,0-1-112 15,8-4 112-15,-1 3 0 0,5 1 80 0,0-4-72 0,-5 5-16 16,5-1 44-16,-9 0-36 0,1 4 0 16,0-1-44-16,0 1 44 0,-9 3 56 15,5 3-44-15,0-1 52 0,-4 1-4 16,3 0-60-16,5-4-40 15,0 4 32-15,0 0-36 0,3-3 44 0,5 0 4 16,0-1 0-16,-5-2 44 0,5 2-48 16,0 1-76-16,-1-4 76 0,1 1 8 15,-4 3 0-15,3-5 0 0,5 3 68 16,-4-2-68-16,3 3 4 0,1-1 112 16,-1-3-76-16,5 5-44 0,-4-2-4 0,3-3 12 15,1 2 0-15,0-1 24 0,-1 1-36 16,-3-1-60-16,4-2 60 0,-5 2-8 15,5 0-56-15,-4-2 64 0,0 2 64 0,-1-3-60 16,0 6 44-16,1 2-40 0,-4-2 0 16,0 5 4-1,-5 2 112-15,1 0-36 0,-4 0 108 0,0 0-36 16,-1 0-24-16,1 0-60 0,-1 0-16 16,1 2 40-16,-4-2-92 0,0 0 4 15,-5 4-4-15,5-1 88 0,-8-3-32 0,4 0-56 16,-1 3 76-16,-3-3 4 0,0 2 48 15,-5-2-64-15,-3 4 16 0,0-1 8 16,-8 1-24-16,-4-1-68 0,-1-3-4 16,-7 3 12-16,-8-3-4 0,-4 0 4 15,0 0-12-15,-8 0-16 0,0 0-104 0,-4 0-76 16,-5-3-52-16,2 0-56 0,-1-1 68 16,0 1 100-16,-5-1-24 0,-3 2-12 15,5-1-124-15,-5 0 32 0,0-3-108 0,0-1-76 16,0 1-116-16,-5-5-356 15,2 2-584-15,-5 0-812 0,0-1-1609 0,-1 4 749 16,2-4-1112-16</inkml:trace>
  <inkml:trace contextRef="#ctx0" brushRef="#br0" timeOffset="211556.88">15299 9150 3464 0,'0'0'5120'0,"0"0"-3956"0,0 0-648 15,0 0 349-15,0 0 395 0,0 0-136 16,0 0-376-16,0 0-216 0,0 0-80 0,100 3 64 15,-72-3-124-15,0 0-216 16,4 4-132-16,-4-1-36 0,3 0-8 16,-3 3 64-16,0 4-16 0,-4-4 0 15,-4 3 52-15,-4 1 64 0,-4-1 84 16,-4 2-12-16,-5-3 112 0,1 3 36 0,-4 1-100 16,-4 1-184-16,-3 2-28 0,-14 1-72 15,-2 3-12-15,-5 1-96 0,-4-1-104 16,-3-1-108-16,-2-1 8 0,-2-2 4 0,-1-2-44 15,-1 3-272-15,-2-3-320 0,0 0-396 16,2-4-536-16,9 1-1145 16,-7-4-2427-16</inkml:trace>
  <inkml:trace contextRef="#ctx0" brushRef="#br0" timeOffset="213142.582">4247 8369 10076 0,'0'0'1457'0,"0"0"-917"16,0 0 88-16,0 0 748 0,0 0 200 15,0 0-96-15,0 0-268 0,0 0-360 0,0 0-388 16,0 0-156-16,8-89-52 0,-8 52 0 16,3-9-208-16,-3 2 16 0,4-1-56 15,-4-2 64-15,0 3 0 0,0-7 0 0,-4 0 28 16,-7-7-28 0,-2-5-64-16,2-3-8 0,-5-5 8 15,-4-1-4-15,4-5 64 0,-4 1-68 16,0 0-40-16,5 0 40 0,-6-4 0 0,1 2 52 15,1-2 8-15,-1 1-60 16,-1 0-76-16,2 2 64 0,3 4 8 0,-4 3-44 16,4-3 24-16,4-1-24 0,-4-1-36 15,4-4-4-15,0 0-56 0,0-1 56 16,1-7-104-16,-2 5 44 0,2 0 0 0,-6-1 76 16,2 7-76-16,-6 4 144 0,6 7-180 15,-1 8 184-15,0 7 0 0,4 5 284 16,4 10-116-16,4 7-20 0,0-1 24 15,0 1-64-15,4 2-44 0,0 1-60 16,-5 2 0-16,5 1-8 16,0 3 0-16,0 3-48 0,0 4-32 0,0 2-52 15,0 1-20-15,0 2-4 0,0 1-60 16,5 3-88-16,-5-1 4 0,0 2-68 0,0-2-180 16,4 1-116-16,-4 0-240 15,4-3-340-15,-4-1-472 0,0 1-56 0,4 0-337 16,-4-1-375-16,0 1 80 0,4-4-4 0</inkml:trace>
  <inkml:trace contextRef="#ctx0" brushRef="#br0" timeOffset="213755.982">3772 4940 3132 0,'0'0'2084'0,"0"0"-796"0,0 0-480 0,0 0 176 15,0 0 312-15,0 0-340 0,0 0-195 16,0 0-209-16,0 0-88 16,0-70-32-16,0 64 44 0,5 3 32 0,-5-1 100 15,0 4-12-15,0-3-44 0,0 3-12 16,0 0-36-16,0 0-28 0,0 0-68 16,0 0-60-16,0 0-64 0,0 0-60 0,0 0-76 15,0 0 12-15,0 0 48 16,0 3-72-16,-5 1-72 0,1-1-60 0,-3 10 8 0,-5 6-12 15,-8 9-36-15,-8 9-64 16,0 12-84-16,-4 2 96 0,0-1 80 16,0 5-64-16,0-11-52 0,8 0 72 15,1-12 44-15,7-4-76 0,0-8-40 16,8-7-36-16,4-4 12 0,0-4-128 16,4 0-208-16,0-5-364 0,0 0-260 15,0 0-284-15,0-5-52 0,8-3-1185 16,-5-2-303-16,6-9-1964 0</inkml:trace>
  <inkml:trace contextRef="#ctx0" brushRef="#br0" timeOffset="213918.757">3772 4956 6280 0,'0'0'1936'16,"0"0"-604"-16,0 0 193 0,0 0 399 15,0 0-196-15,0 0-468 0,84 22-284 0,-56-9-280 16,0 3-272-16,8 0-288 0,3 6-136 15,10-3-360-15,3 1-324 0,-1-6-544 0,-7-1-1336 16,16 4-3805-16</inkml:trace>
  <inkml:trace contextRef="#ctx0" brushRef="#br0" timeOffset="-214589.536">4322 6509 5460 0,'0'0'2740'0,"0"0"-48"15,0 0-1455-15,0 0-405 0,-79 19 224 16,63-11 120-16,4 3-104 0,-4-2-288 0,4 1-248 16,0-1-188-16,4-3-80 0,0 1-68 15,8 2-40-15,-4-2-48 16,4 2-4-16,0 0 76 0,8 4 76 0,0 4-64 0,4 1-84 15,4 1 8-15,4 1-44 16,0 2 8-16,-1 0-84 0,6 3 48 0,-1-3 4 16,4 1 20-16,0-1 52 15,0 3-52-15,-1-3-72 0,4 3-4 16,-6-1-72-16,-1-2-20 0,-4 0 92 0,-5 0-68 16,-7 3 20-16,-3-3 4 0,-5 8 0 15,0-3-112-15,-13 3-24 16,-2 1 0-16,-5 1-48 0,-8-1-260 0,-8 1-808 0,12-10-1492 15,-19 11-5369-15</inkml:trace>
  <inkml:trace contextRef="#ctx0" brushRef="#br0" timeOffset="-203635.32">3167 15233 4332 0,'0'0'4704'0,"0"0"-3164"15,0 0-819-15,0 0-93 16,0 0 192-16,0 0 392 0,-32 67 64 0,32-55-240 16,0 2-188-16,4-3-204 15,4 0-36-15,0 2 68 0,4-4-24 16,0 0-128-16,4 1-84 0,0-1-124 16,0-2-24-16,3-4-108 0,5 0 32 15,1-3 65-15,3-13-37 0,3-6 24 0,9-6-100 16,-1-10-48-16,-2-5-48 0,3-9-60 0,-8 2-12 15,-1-4-48-15,1 0-60 16,-8 0-36-16,0 0 32 0,0 1-32 0,-8 0-112 16,-1-2-109-16,-6-3 1 15,-5 5 48-15,-4-4-48 0,0 7-76 0,0 3 120 16,-4 6 76-16,0 8 84 0,-1 8 112 16,5 9 48-16,-3 10 100 0,3 0-16 0,0 3 0 15,-4 0-8-15,4 3-16 16,0 3-60-16,-4 4 8 0,4 10-8 15,-4 8-44-15,0 14 44 0,0 14 148 0,0 11 72 0,0 5-24 16,0 8 48-16,0-3-64 16,0-1-92-16,4-7-88 0,0-8 4 15,0-10 36-15,4-13-28 0,0-10 0 0,4-12 0 16,0-5-12-16,0-9-136 0,3-2 136 16,6-2 4-1,3-12 84-15,3-5-28 0,1-9 72 0,4-7-132 16,0-4-84-16,-3-5 36 0,2-4-136 15,1-2-24-15,-4-5-120 0,-4 1-148 0,0-6-124 16,-1-3 8-16,-6 0-112 0,-5-1 132 16,-1 0-100-16,-3 7 204 0,0 3 244 15,-4 10 224-15,5 9 172 0,-5 6-4 0,0 10 232 16,0 6-76-16,0 3 60 16,0 4-76-16,0 3-60 0,0 3 24 0,0 0 0 15,0 0 24-15,0 3-136 16,0 3-24-16,-5 8-136 0,1 5-52 15,0 9 52-15,-3 14 108 0,-1 8 4 16,-1 11-28-16,2 9 16 0,-5 5-28 0,3 2-56 16,-2-1-8-16,3-6 4 0,0-4-12 15,3-8-48-15,5-8-172 0,0-5-64 16,5-6-464-16,7-8-184 0,-1-2-832 0,2-10-1016 16,2 3-2601-16</inkml:trace>
  <inkml:trace contextRef="#ctx0" brushRef="#br0" timeOffset="-203326.889">4335 15281 13477 0,'0'0'1468'0,"0"0"-1464"0,-4 96 56 16,4-49 944-16,4 13 148 0,0 0-320 15,3 7-412-15,1 3-160 0,5 3-52 16,-6 0 52-16,5 0-116 16,-3 0-116-16,-6-3-28 0,-3-1-12 0,0-4-196 15,0-5 136-15,-3-10-164 16,-1-6-44-16,4-12-92 0,-5-6 112 0,5-10-76 0,-4-6-360 15,4-4-672-15,0-6-580 0,0 0-1221 16,-4-10-2315-16</inkml:trace>
  <inkml:trace contextRef="#ctx0" brushRef="#br0" timeOffset="-203056.119">4258 15468 10856 0,'0'0'1197'15,"0"0"-1193"-15,0 0 256 0,28-82 724 0,-15 62 20 16,-1 5-460-16,-1 1-156 0,6 6-20 16,-6 5 20-16,2 0 40 15,-2 3-128-15,6 0-36 0,-10 0-80 16,5 9-60-16,0 0 28 0,-8 8 20 0,4 2-124 0,-4 2-48 16,-4 5-12-16,0-1 4 15,-8 7-4-15,0-4 12 0,-4 4 0 16,-7-3 12-16,2 3 64 0,-3-7-72 0,1-3-4 15,2-3-92-15,6-6-156 0,-6-7-188 16,10-6-224-16,-1 0-476 0,0-15-508 0,3-8-520 16,5 4-1793-16,0-20-1867 15</inkml:trace>
  <inkml:trace contextRef="#ctx0" brushRef="#br0" timeOffset="-202251.731">4920 15018 9004 0,'0'0'2341'0,"0"0"-1789"0,0 0-488 0,0 0 844 0,0 0 556 16,0 0-352-16,0 0-512 15,24 72-292-15,-24-50 4 0,-8 1-64 0,-4 3 24 16,-4-4-48-16,-3 3-100 0,-2 0-24 16,-7-3 12-16,4-3 36 0,-8 0 0 15,4-5 64-15,-4-2 20 0,1-5 92 0,-1-1 20 16,0-3-16-16,4-3-20 0,1 0-124 16,7-3-160-16,-4-6-24 0,3-2-256 15,2-4 24-15,-1 2 20 0,8-3-32 16,0 3-16-16,4 4 40 0,4 0 12 0,4 2-16 15,0 4-36-15,0 0 0 0,4 0 48 16,4-4 200-16,0 1 12 16,4 0 52-16,4 0 96 0,0 1 76 15,4 0 8-15,-1 2-84 0,2-1-24 0,3 4-48 16,0-2 60-16,-1 2-52 0,1 0-36 16,4 2-44-16,4 2 84 0,4 2-84 15,-1 1 64-15,2 2-68 0,-1-3-52 16,-4 4 28-16,3-1 24 0,-3 1 8 15,-4-1-4-15,0 1 48 0,0-1 20 16,-5 2 0-16,1-3 64 0,-3 2-84 16,-2-3-44-16,1-4 4 0,-3-3 96 15,-2 0-100-15,1 0 68 0,-4 0 20 16,-4-3-20-16,4-4 56 0,-4 0-32 16,-4-2-28-16,0 2-68 0,-1-2 60 0,-3-4 44 15,0 1-60-15,0 2 4 0,0-2 8 16,-3-1-48-16,-9-1-4 0,4 2-4 15,-8-4 68-15,-4 7-60 0,0-4-12 16,-4 1-40-16,0 2-192 0,-4 3 72 0,0 2 64 16,5-2-52-16,-1 4-108 0,0 3 20 15,3 0-44-15,6 0-276 0,-5 0-236 16,4 3-192-16,4 4-412 0,4 2-748 0,0-6-2053 16,-4 10-2439-16</inkml:trace>
  <inkml:trace contextRef="#ctx0" brushRef="#br0" timeOffset="-201715.616">5570 14589 7504 0,'0'0'1880'0,"0"0"-704"16,0 0-195-16,0 0 759 0,0 0-40 0,0 0-464 16,0 0-448-16,0 0-204 0,0 0 184 15,0 0-8-15,84 13-268 0,-52-13-52 0,7 0-60 16,1 0-284-16,-1-4 52 0,2 1-148 16,-2-3-72-16,1 0-28 0,-4 2-20 15,-4-3-16-15,0 5-280 0,4-2-380 0,-8 2-464 16,-5 2-864-16,-7 0-664 0,-4 8-5061 15</inkml:trace>
  <inkml:trace contextRef="#ctx0" brushRef="#br0" timeOffset="-201520.298">5745 14893 10556 0,'0'0'1493'0,"0"0"-1285"16,0 0 480-16,0 0 1268 0,0 0-416 15,0 0-744-15,0 0-472 0,0 0 72 0,0 0 84 16,83 4 356-16,-51-1-392 16,4 1-336-16,4-1-108 0,-4-1 0 0,4 2-84 15,-1-1-176-15,9 0-168 0,-4 3-856 16,-7-2-1696-16,2 5-5401 0</inkml:trace>
  <inkml:trace contextRef="#ctx0" brushRef="#br0" timeOffset="-184988.393">7087 14198 1864 0,'0'0'7940'16,"0"0"-6647"-16,28-70-369 0,-16 48-68 16,1 0 496-16,-6 3 36 0,1 6-160 0,-8 7 40 15,4 6-260-15,-4 0-248 16,0 0 48-16,0 0-140 0,-4 0-83 0,4 3-125 15,-4 3-120-15,0-2-60 0,4 2 8 16,-4 6 316-16,1 5-180 0,-1 1-272 16,0 5-148-16,-1 2 344 0,-3 1-276 0,1 9-72 15,-1 6-44-15,-9 9 32 0,2 8 0 16,-1 2 8-16,0 7-8 0,0 2-40 16,0 1-8-16,4-2 60 15,0-2-8-15,8-6 8 0,1-3 0 16,3-6-4-16,0 0 0 0,0-3-8 0,7-1-60 15,5 1-12-15,0-3 0 0,8-4-12 0,0-4 24 16,-1-2 60-16,1-6 12 16,8-7 0-16,-3 0 48 0,-1-8-36 15,4-2 72-15,-1-5-12 0,1-1-24 0,3-6-36 16,1 0 36-16,0 0-48 0,0-4-36 16,0-3 28-16,-4-1 0 0,0-2 0 15,4-2 4-15,-4-1-44 16,3-6 36-16,-3-1-48 0,4-2 56 0,-4-3 4 15,4-7-12-15,-4 0 12 0,4-5 52 0,-4-5-52 16,-4 2-4-16,4-9-56 0,-5-2 12 16,1-6 40-16,-3 0-112 15,-1-3-72-15,-1-4 32 0,-2-3-8 0,-2 1 84 16,1 2-12-16,-4 1-28 0,-4 6 120 16,0 5-56-16,-4 5 56 0,0 9 4 15,0 10 8-15,-4-1 116 0,0 7-16 0,0 3-100 16,0 0 64-16,0 0-72 0,0 0-52 15,0-7 4 1,0 4-12-16,0-3-16 0,4 2 64 0,-4-2-108 16,4 3-24-16,-4 3-12 0,3 2-112 15,-3 5-84-15,5 3 148 0,-5 2-16 0,0 4 39 16,0 0-15-16,0 3-84 0,0 0-440 16,0 0-344-16,-5 0-104 15,2 0-432-15,-1 0-844 0,0 0-2193 0,-8 0-3075 0</inkml:trace>
  <inkml:trace contextRef="#ctx0" brushRef="#br0" timeOffset="-183771.176">8646 15008 9360 0,'0'0'1833'16,"0"0"-269"-16,0 0 156 0,0 0-260 16,0 0-568-16,0 0-20 0,0 0 64 0,0 0-244 15,99-57-168-15,-71 13-204 0,4-8-172 16,0-5-76-16,0-2-60 0,-1 1-12 15,1-2 0-15,-4 3-112 0,-4 2 52 0,4 5 12 16,-8 2-24-16,0 3 20 0,-9 1-80 16,2 6-4-16,-5 3-36 0,-4 7 24 15,-1 2 52-15,1 8 8 16,-4 1 4-16,0 8 84 0,0 2 84 16,0 7-84-16,-4 0-140 0,-3 9 124 0,-1 10 4 15,-5 11-280-15,-2 14 156 16,-1 13 136-16,-4 10 124 0,4 9 48 0,1 3-52 0,-2-2 40 15,6-2 24-15,2-11 112 16,5-14-76-16,4-14-36 0,0-17-92 16,9-10-92-16,6-9 0 0,2 0 44 15,6-12 40-15,9-13-84 0,-1-7-148 0,6-10-60 16,-5 2-24-16,0-5 12 0,-4 0-12 16,-1 8 20-16,1-5 68 15,-4 4-28-15,0-4-40 0,4-2-108 0,-4-1-12 16,-1-3 32-16,-3 1-96 0,-3 0-88 15,-2-5-72 1,-3 5 16-16,0 6 124 0,-8 6 104 0,4 9 236 0,-8 11 76 16,0 9 628-16,0 6 232 0,-4 6-200 0,-4 7-376 15,-4 9-284-15,-4 6-48 0,0 10 48 0,1 4 172 16,-2 2 52-16,2 4 48 0,-2-1 76 16,2 7 72-1,2 0 20-15,2 0-96 0,3 3-60 0,4-2-88 16,0-5 12-16,4-2 60 0,0-3 36 15,4-8-192-15,4-4-112 16,0-8-268-16,4-3-100 0,0-9-48 0,-5-1 24 0,10-9-64 16,-6 0-36-16,6-3-164 0,2-12-148 15,-2-4-364-15,-2-6-804 0,-2 3-1037 16,2-13-2727-16</inkml:trace>
  <inkml:trace contextRef="#ctx0" brushRef="#br0" timeOffset="-183508.384">9713 14618 1852 0,'0'0'9697'0,"0"0"-7561"16,-16 86-1464-16,16-46 376 0,0 12 1080 0,0 1-376 15,0 11-636-15,0 2-384 0,8 7-164 16,-4 10-175-16,0 3-141 0,-4 9-68 15,0 0-76-15,0 1 108 0,-4-1-216 0,0-10-48 16,0-6-204-16,0-15 92 16,4-13 4-16,0-13-148 0,0-15 23 0,0-14-47 15,0-6-656-15,0-3-132 16,0-6-140-16,4-13-412 0,0-12-744 16,0-11-1873-16,0 7-927 0</inkml:trace>
  <inkml:trace contextRef="#ctx0" brushRef="#br0" timeOffset="-183277.978">9761 14922 432 0,'0'0'9984'0,"0"0"-8967"15,0 0-541-15,0 0 204 0,0 0 428 16,0 0-168-16,0 0-272 0,84-15-228 16,-72 15-188-16,4 6-52 0,-4 0-72 0,-1 0 24 15,-7 7 108-15,1 3 52 0,-5 0 88 16,-5 5-92-16,-10 6-148 0,-2 1-60 0,-6 5-12 15,-5-3-80-15,-4-2-8 16,0-2-64-16,1-3-96 0,3-7-88 0,3-7-224 16,1-6-24-16,5-3-284 0,3-3-112 15,4-10-288-15,3-8-684 16,5-9-2661-16,1-5-1571 0</inkml:trace>
  <inkml:trace contextRef="#ctx0" brushRef="#br0" timeOffset="-182952.739">10032 14621 2508 0,'0'0'2596'16,"0"0"3485"-16,0 0-4757 0,0 0 608 15,0 0 224-15,0 0-272 16,79 41-544-16,-66-22-276 0,-5 4-300 16,-5 5-335-16,1 0-153 0,0-2-140 0,-4-1-40 15,0 1-84-15,0-8-12 16,0-5-4-16,0 0-92 0,0-7 8 0,0-3 4 0,0-3-12 15,0 0-220-15,4-6-109 0,5-10 253 16,6-3 172-16,2-3 8 0,2-3-8 16,-3 0-108-16,0 6 0 0,4 0 8 15,-7 5 52-15,-2 5 36 0,1 7 8 0,-4-3 4 16,0 5 132-16,-4 0 160 16,4 7-12-16,-1 2-108 0,-2 7-99 0,-1 1-69 15,0-3 4-15,0 5-8 16,-4 4-73-16,0 0-147 15,0-1-168-15,0 3-136 0,-8-2-172 0,4 2-160 16,-8 1-504-16,8-7-1416 0,-8 9-3085 16</inkml:trace>
  <inkml:trace contextRef="#ctx0" brushRef="#br0" timeOffset="-173507.756">11071 14462 5988 0,'0'0'1988'0,"0"0"1981"16,0 0-3505-16,0 0-456 0,0 0 188 0,0 0 520 15,0 0 176-15,0 0-36 0,0 0 76 0,88-7-288 16,-56 4-208-16,5-3-152 15,-5 3 40-15,-1 0 108 0,-3-1 160 0,4 1-76 0,-5 0-232 16,1 3-76-16,0-3-136 16,0 3-64-16,-4-3-8 0,4 3-12 15,-4-3-36-15,0 0-88 0,0-1-36 0,-4 4-392 16,-1 0-324-16,-2 0-380 0,-6 0-656 16,-2 0-2269-16,-9 7-2687 0</inkml:trace>
  <inkml:trace contextRef="#ctx0" brushRef="#br0" timeOffset="-173291.684">11228 14690 4560 0,'0'0'3044'0,"0"0"1061"0,0 0-3273 0,0 0-600 15,0 0 632-15,0 0 164 0,0 0-132 16,0 0 172-16,0 0-232 15,79 14-256-15,-47-14-268 0,3 0-92 0,2 0-208 16,-5 0-12-16,0 0-108 0,3-4-28 16,1 1-432-16,-4-1-212 0,4 1-188 0,-1 0 252 15,-11 3-1260-15,4-3-3073 0</inkml:trace>
  <inkml:trace contextRef="#ctx0" brushRef="#br0" timeOffset="-169988.193">12821 13655 2112 0,'0'0'6772'0,"0"0"-4215"0,0 0-965 16,0 0-524-16,0 0-296 0,0 0 196 0,0 0-136 16,0 0-272-16,0 0-152 0,0 0 28 15,-16-34-44-15,12 34 16 0,-4 2 20 16,-4 5-412-16,-3 6-8 0,-2 6 40 16,-7 9-36-16,0 10-4 0,1 6-4 0,-9 7-4 15,4 10 60-15,-4-1-60 0,0 7-4 16,-4-1-80-16,9 4 20 0,-1-9-80 15,4-4 136-15,7-15-92 0,6-10 52 16,3-13-76-16,8-7-36 0,0-10-124 16,0-2 24-16,0 5 16 15,8-5 8-15,-1 0 228 0,1 0-44 0,8-7 52 16,-4 1 48-16,4 0-40 0,-4-1 0 16,-3 0-8-16,2 4-100 0,-3 3-36 15,0 3-40-15,4 6 124 0,0 8 52 0,0 8 136 16,0 7-12-16,0 9 172 0,-4 7-84 15,0 6 220-15,-4 0-184 0,0 6-164 16,-4-5 28-16,0 2-12 0,0-1-48 16,0-4-52-16,0-5-12 0,-4 0 12 0,0-5 0 15,0-8-76-15,4-1-20 0,0-8-76 16,0-6-176-16,0-4-44 16,0-4-268-16,0-5-892 0,4-6-228 15,4 0-288-15,-1-6 15 0,-2-1-1871 0,3-12-1548 16</inkml:trace>
  <inkml:trace contextRef="#ctx0" brushRef="#br0" timeOffset="-169305.416">13447 14452 1032 0,'0'0'1408'16,"0"0"3848"-16,0 0-3984 0,0 0-200 15,0 0-187-15,-88-50-877 0,76 39 780 16,-4 9 848-16,8 2-936 0,-4 0-332 0,0 6-36 15,0 13-80-15,0 7 0 0,-3 8-76 16,2 8-12 0,-2 6 72-16,2-1 28 0,2 1 16 0,3-3-92 0,-1-10-140 15,5-10-44-15,4-10 72 16,0-5-72-16,0-8-4 0,8 3-56 16,5-5 56-16,2-7 8 0,5-5-8 0,8-5 0 15,0-8-288-15,-4-3-156 0,3-5 120 16,-2 2-120-16,-5 2 268 0,0 4 52 15,-4 6 124-15,-5 0-52 0,2 7 0 0,-6 1 40 16,-7 8-140-16,4 0 152 0,-4 3 52 16,4 3 100-16,1 11 252 0,-1 0-40 0,0 10-76 15,-1-3-48-15,1 8-140 0,0-4 80 16,0 4-80-16,0-3-40 16,1-4 92-16,2-4-80 15,-3-1-72-15,4-4-96 0,5-4 32 0,-6-4-48 16,5 2-52-16,0-7-164 0,4 0-300 15,0 0-220-15,0 0-52 0,4-2-452 0,-1-3-269 16,2 0-1475-16,-9 2-3316 0,0-1 5285 0</inkml:trace>
  <inkml:trace contextRef="#ctx0" brushRef="#br0" timeOffset="-168432.31">14366 14268 4060 0,'0'0'92'0,"0"0"4868"0,0 0-4452 16,0 0 20-16,0 0 377 0,-27-66 467 15,19 62-108-15,-4 4-96 0,1 0-300 16,-6 7-376-16,-3 9-28 0,-3 6-92 0,-1 9-84 0,-4 7-40 16,4 8-64-16,-1 4 76 15,2 4-24-15,3 2 0 0,4 5-104 16,4-4-72-16,8-3-60 16,0-9-48-16,4-8 36 0,8-4-60 0,8-11 60 15,0-6-52-15,8-4 16 16,0-2 40-16,-1-7-52 0,9 1 48 0,-4-4 0 0,0 0-96 15,-4-10-92-15,0 0-332 0,-4 1-52 16,0-4-156-16,-4 4-28 0,-4-4-888 16,-1 3-2285-16,-11-2-2547 0</inkml:trace>
  <inkml:trace contextRef="#ctx0" brushRef="#br0" timeOffset="-168258.459">14147 14586 8860 0,'0'0'1216'0,"0"0"-728"16,0 0 81-16,0 0 407 0,0 0 544 0,0 0-480 16,84 9-520-16,-56-6-268 0,8 1-192 15,4-4-60-15,0-4 0 0,7-3-324 0,2-1-460 16,-2-5-436-16,1-4-1373 0,-12 5-3831 16,16-7 2269-16</inkml:trace>
  <inkml:trace contextRef="#ctx0" brushRef="#br0" timeOffset="-167972.676">15163 14377 8412 0,'0'0'4989'15,"0"0"-3921"-15,0 0-804 0,0 0-188 0,0 0 604 16,0 0 664-16,0 0-348 0,0 0-652 0,0 0-344 16,0 0-48-16,-79 0-28 0,51 12 68 15,-4 7 8-15,1 3 64 0,-5 3 144 16,-1 7-8-16,2 6-4 0,3 1-124 15,0 5 4-15,0-3-16 16,8 3 76-16,8-2 36 0,5-5 84 0,11-1 320 16,0-1-184-16,4-6-220 0,11-4 36 15,5-3-28-15,5-6-80 0,3-4-4 16,3-1-36-16,1-8 24 0,4-1-72 16,0-2-12-16,-5-2-44 0,5-8-172 0,-4-3-372 15,-4 0-192-15,0-3-180 0,-4-3-212 16,-5 1-616-16,-2-2-884 0,-6 5-2005 15,-7-8-2551-15</inkml:trace>
  <inkml:trace contextRef="#ctx0" brushRef="#br0" timeOffset="-167789.087">14993 14535 4680 0,'0'0'4216'0,"0"0"-2612"0,0 0-983 15,0 0 23-15,0 0 356 0,-40 76 196 0,40-47 144 16,0 3-220-1,4 3-260-15,8-3-64 0,-1 1-204 0,2-3-396 0,-2-2-196 16,2-6-204-16,-2 0-328 16,1-3-136-16,-3 1-468 0,2-8-616 0,-3 1-1116 0,1-7-2741 15,-2-6-475 1</inkml:trace>
  <inkml:trace contextRef="#ctx0" brushRef="#br0" timeOffset="-167476.02">15702 13777 10528 0,'0'0'1597'0,"0"0"-769"0,0 0 776 16,0 0 484-16,0 0-388 0,0 85-468 0,0-48-292 15,0 11-172-15,0 7-11 16,-4 5-105-16,4 3-204 0,-4 10-144 16,4 10-100-16,-5 2 108 0,1 4-32 0,-3 0-268 15,-1 3-12-15,4-6-184 0,-5-3-72 16,6-4-56-16,3-9-88 0,0-10-132 16,0-6-88-16,0-10 11 0,0-9-559 15,3-3-328-15,6-3-128 0,-5-7 32 16,4-3-192-16,-8-6-985 0,0-1-2907 15</inkml:trace>
  <inkml:trace contextRef="#ctx0" brushRef="#br0" timeOffset="-162659.003">16454 14109 5440 0,'0'0'8097'0,"0"0"-6413"15,0 0-1292-15,0 0-144 0,0 0 484 16,0 0 612-16,0 0-176 16,0 0-248-16,81 13-420 0,-54-13-412 0,1 0 288 15,-4 0-240-15,7-3-124 16,2-4 72-16,7 1-48 0,-1 0-36 0,1-4-12 0,-3 4-48 15,-9 6 12-15,-5 0-28 16,-7 0-68-16,0 0 44 0,-4 10 52 0,-4-1-24 16,0 4 24-16,-1 6 44 0,-7 4 4 15,5 8 0-15,-5 7 0 0,-5 9-52 16,1 7-60-16,1 13 52 16,-5 6-36-16,0 3 20 0,-1 1 28 0,2-5-12 15,3-1 56-15,0-8 0 0,0-9 4 0,0-10 0 16,4-8-4-16,0-8-60 15,0-6-32-15,0-9-160 0,4-4-64 16,-4-2-404-16,4-4-252 0,-4-3 4 0,0 0-232 16,0 0-340-16,0-3-344 0,-4-7-353 15,-4 1-2111-15,-8-7-104 0,4 7 3421 16</inkml:trace>
  <inkml:trace contextRef="#ctx0" brushRef="#br0" timeOffset="-162485.063">16522 14735 2460 0,'0'0'7584'16,"0"0"-5907"-16,0 0-829 0,0 0-388 16,0 0 444-16,0 0 96 0,0 0 244 0,0 0-244 15,88 23-328-15,-53-17-328 0,2-6-144 0,-5 0-200 16,0 0 0-16,-8 0-136 16,-1-4-100-16,-7 4-208 0,-4-2-328 0,-4 2-372 15,-8 2-892-15,0 2-1233 0,-12 11-4483 16</inkml:trace>
  <inkml:trace contextRef="#ctx0" brushRef="#br0" timeOffset="-162322.571">16426 15074 3584 0,'0'0'1236'16,"0"0"652"-16,0 0-148 0,0 0 20 0,0 0 45 15,84 0-285-15,-52-2-340 0,4-2-296 0,4-2-308 16,-4-1-408-16,4-2-168 0,-5-4-144 15,6 4-196-15,-2-7-500 0,-3 4-696 16,-4 2-536-16,8-6-2173 0</inkml:trace>
  <inkml:trace contextRef="#ctx0" brushRef="#br0" timeOffset="-161927.311">17307 14452 1108 0,'0'0'9736'16,"0"0"-8347"-1,0 0-301-15,0 0 244 0,0 0-60 0,32 73-316 16,-32-40-372-16,0-2-212 16,0 4-88-16,0 0-112 0,-4-1-168 15,-3 2-4-15,3-7-112 0,-5-8-36 0,5-4 52 16,4-11-56-16,0-3 16 0,0-3-12 0,0 0 12 15,4-7-76-15,9-5 212 0,-2-8 100 16,6-2-100-16,-2-6-28 0,5-1 28 16,-4 4 60-16,0-1-60 0,-4 4 44 15,-1 6-44-15,2 4-12 0,-5 5 4 16,-1 0 8-16,2 7 48 0,-1 0 88 0,-1 0 52 16,-3 7 120-16,5 3-72 0,-1 3-28 15,-4 3-120-15,3 2-32 0,-3 1-52 16,0 3 0-16,5 1-4 15,-5-1-4-15,-1-3-144 0,5 0-60 0,-4 0-300 16,1-2-688-16,3-2-252 0,-5-2-988 16,5 0-2037-16,-4-7-2047 0,0 0 5592 15</inkml:trace>
  <inkml:trace contextRef="#ctx0" brushRef="#br0" timeOffset="-161007.958">18260 14791 184 0,'0'0'6296'0,"0"0"-3624"0,0 0-968 15,0 0-543-15,0 0-253 0,0 0-256 16,0 0-120-16,0 0-100 0,0 0-144 15,11 14-8-15,-11-5-16 0,0 1 0 16,0 6-88-16,-7-1-92 0,-5 4-84 16,-4 0-188-16,0 1-88 0,4-4-128 15,-8-1-256-15,8-1-264 16,-4-6-420-16,4-2-897 0,0 1-1907 16,4-7-1044-16,-4 4 5140 0</inkml:trace>
  <inkml:trace contextRef="#ctx0" brushRef="#br0" timeOffset="-159194.011">19355 14465 2880 0,'0'0'220'0,"0"0"-64"15,0 0 5416-15,0 0-3684 0,0 0-447 16,0 0-445-16,0 0 188 0,5-67-260 0,-5 55-324 15,0-2-68-15,-5 6-20 16,1-3 108-16,0 5-60 0,-4 3-180 16,1-2-72-16,-2 1-108 0,-3 4-16 0,5-3-12 15,-10 3-28-15,2 3-44 0,-5 6-40 16,-5 7-60-16,2 3-24 16,-1 10-48-16,4 6 64 0,0 9-80 0,4 8-4 15,0 4 88-15,4 1-56 0,5 5-60 16,3-10-4-16,4-7-24 15,0-7 12-15,4-6 0 0,3-13-36 0,10-3 12 0,-2-7 160 16,5-5 88-16,4-4-4 16,3-7 16-16,1-6-28 15,0-6-16-15,4-6-56 0,-4-3-64 0,0-1 4 16,-4-2 56-16,4-2-84 0,-8 3 88 0,4-3 0 16,-8 1 52-16,0 7-4 0,-4-4 0 0,-4 6-40 15,-8 4 56 1,4 5-52-16,-4 0 124 0,0 5 0 0,0 5 8 0,0 4-56 15,0 0-52-15,-4 10-36 16,-4 9-296-16,-1 6 164 0,2 11 32 16,3 2 96-16,-4 3-4 0,4 3 0 0,-1 1-40 15,5-4 32-15,0-6-68 0,0-2 8 16,5-8 64-16,7-7 12 0,3-2 100 0,6 0 120 16,-1-7-8-16,4-2-212 0,-1-7-8 15,5 0-4-15,4-7-124 16,0-2-124-16,0-7-232 0,3 3-316 15,-2-5-164-15,-1 1-400 0,0-1-916 16,-4 1-2125-16,-9 2-3003 0,-2-7 7352 16</inkml:trace>
  <inkml:trace contextRef="#ctx0" brushRef="#br0" timeOffset="-158275.514">19706 13608 1356 0,'0'0'8636'16,"0"0"-6959"-16,0 0-613 0,0 0-208 0,0 0 460 0,0 0 48 16,0 0-404-16,0 0-376 15,0 0-228-15,0 0-120 16,0 15-112-16,4 5 108 0,-4 8 28 16,0 7-136-16,0 10 20 0,0 6 40 0,0-1 332 15,0 4-172-15,0 0-268 16,0-3-76-16,-4 0-60 0,0-1-28 0,0-2-56 0,-1-6-40 15,5-4-24-15,0-7-196 16,0-8-40-16,0-5-24 0,0-2-100 0,0-9-92 16,5-3-428-16,3-4-460 0,-4-4-312 15,4-6 75-15,-5-6-1463 0,1-3-2908 0,5 0 5908 16</inkml:trace>
  <inkml:trace contextRef="#ctx0" brushRef="#br0" timeOffset="-157983.911">19698 13564 6156 0,'0'0'3996'0,"0"0"-3143"16,0 0-749-16,0 0 372 0,0 0 588 0,0 0 72 16,0 0-364-16,0 0-204 15,92-61-128-15,-73 61-52 0,2 0-56 0,-6 0-44 16,-2 6-52-16,-2 4-100 0,2-1 4 15,-6 4 8-15,1-1-36 0,-4 1-28 16,-4 4 16-16,0 2-24 0,-4 0 24 0,-7 3-28 16,-6 0 16-16,2-3-88 15,-6 3-12-15,-3-3-52 0,5-3-8 0,-1 1-28 16,3-9-100-16,6-4-196 0,-1-2-276 16,3-2-176-16,2-2-236 15,3-4-788-15,4-11-933 0,-4 9-3247 16,4-15 3396-16</inkml:trace>
  <inkml:trace contextRef="#ctx0" brushRef="#br0" timeOffset="-157509.019">20112 13176 3040 0,'0'0'5784'0,"0"0"-3908"16,0 0-899-16,0 0-373 0,0 0 392 16,0 0 224-16,0 0-160 0,0 0-392 0,0 0-328 15,0 0-128-15,36 86 48 0,-32-64-72 16,-4 3-28-16,0-2-148 0,-4 3 164 15,0-1-176-15,0-6-56 0,0 0-44 0,1-4 88 16,-1-5-88-16,4-4 16 0,0-3-4 0,0 0-12 16,0-3 12-16,0 0-24 15,0-6-24-15,7-3 132 16,5-7 0-16,1 0 4 0,2-4 76 16,-4 1-76-16,2 5-4 0,-1-3 4 15,-4 8 12-15,0-1 72 0,-4 4-20 0,4 2 72 16,-8 1 4-16,3 3 20 0,1 0-88 0,5 0 92 15,-5 0 8-15,4 10 88 16,-1-1-24-16,2 4-52 0,3 4-136 16,-5-3-40-16,2 5-16 0,-1 4 0 0,-1-4-52 15,-3 3-100-15,0 4-12 0,-4-1-288 16,0 1-508-16,0 2-228 0,-4-2-384 0,0-1-516 16,-3-3-989-16,3-6-2731 0,-5 3 3076 0</inkml:trace>
  <inkml:trace contextRef="#ctx0" brushRef="#br0" timeOffset="-156478.246">20730 14471 6108 0,'0'0'248'0,"0"0"3836"16,0 0-3063-16,0 0-21 0,0 0 364 0,0 0 128 16,0 0-544-16,99-6-288 0,-71 3-88 15,4 0-76-15,4-1-100 16,-5 1-188-16,2 0-144 0,-1 3-64 16,0-3-88-16,0 3 40 0,-4-3-112 0,-5 3-164 15,1 0-480-15,-4 0-300 0,-4 0-204 16,-4 0-840-16,-4 0-2397 0,-8 6-3586 0</inkml:trace>
  <inkml:trace contextRef="#ctx0" brushRef="#br0" timeOffset="-156260.098">20801 14709 312 0,'0'0'7588'0,"0"0"-5284"0,0 0-859 0,0 0-369 0,0 0 640 16,0 0-552-16,80 13-360 16,-48-13-380-16,4 0-200 0,4 0-60 0,0 0-164 0,-1-4 0 15,6 2-52-15,-9-5-172 16,3 5-272-16,-3-1-652 0,-1-1-600 0,-3 4-2165 16,-8 0-4423-16</inkml:trace>
  <inkml:trace contextRef="#ctx0" brushRef="#br0" timeOffset="-152709.04">22049 14186 2616 0,'0'0'0'0,"0"0"0"15,0 0 4452-15,0 0-2960 0,0 0 12 16,0 0-471-16,0 0-5 0,0 0 32 15,0 0-4-15,-17 82-224 0,13-56-164 16,1 2-148-16,-5 8 64 0,4 1-72 16,4 8-92-16,-4-1-84 0,4 7-76 0,-5 0-140 15,1 3-112-15,1 3-4 0,-1-3-4 16,0-3-148-16,4-4-112 0,0-9-64 16,0-3-24-16,8-10-272 0,-1 0-136 0,2-6-60 15,3-2-804 1,-5-7-388-16,6-4-561 0,-2-6-1543 15,-3 0 484-15,1-10 2333 0</inkml:trace>
  <inkml:trace contextRef="#ctx0" brushRef="#br0" timeOffset="-151451.188">22674 13668 4668 0,'0'0'1460'0,"0"0"2580"16,0 0-2891-16,0 0-109 0,0 0 312 15,0 0 168 1,0 0-460-16,0 0-412 0,0 0-136 0,0 0-68 0,68-35-48 16,-44 18-112-16,-4 3-88 0,4-5-84 15,-1 2 12-15,-3-2-16 0,1 6-44 16,2-2-52-16,-7 2 72 0,5 0-84 15,-6 4 0-15,1-4-48 0,0 7 36 0,-4-4-64 16,0 4 28-16,3 0-12 16,-6-1-28-16,3 1 4 0,0 3-4 0,-8-1 40 15,4 2-52-15,-8 2 28 0,4 0 24 16,-4 0 32-16,0 0-56 0,0 0-16 16,0 2 4-16,-4 8 84 15,-4 9 72-15,-1 10 56 0,-6 6-128 0,-2 7-8 16,2 5 8-16,-5 3-48 15,1 11-4-15,-6 2-32 0,1 4-4 0,0-1 76 16,0 5-36-16,1-8-20 0,-1-3 68 16,7-8 4-16,2-12 196 0,2-2 56 15,2-9-132-15,7-4-36 0,0-8-84 16,4-2 4-16,0-5-8 0,0-3-56 0,4-2-32 16,0-5 88-16,7 0 48 15,6-3 28-15,-1-6-76 0,7-7-68 0,-2-6-164 16,3-1-4-16,-1-2 40 0,-3 0-4 15,-3-1 40-15,-2 1 96 0,1 2 52 0,-4 1 4 16,-4 6-4-16,-4 4 12 0,0 2 0 16,0 7 64-16,-4 0-64 0,0 3-72 15,4 0-112-15,-4 0-16 0,0 3 24 0,0 3 176 16,0 4 40-16,0 2 120 16,0 1-48-16,0 3-104 0,0 3 152 15,0 0 76-15,0 4 100 0,0 2-16 0,-4 0-108 16,0 7-16-16,0 0-60 0,0 3 72 15,0 3-108-15,0 3 20 0,0 3-20 16,4 0-16-16,-4 2 16 0,4-2-52 0,0 0 40 16,0 1-84-16,0-1 8 0,0-2 60 15,0-1-60-15,4-3-12 16,0 0 48-16,0-3-40 0,-4 0 68 0,4 0-64 16,-4 0-12-16,4 4 8 0,-4-6 0 15,0 2-4-15,0 4-4 0,4-7 0 16,-4-1-8-16,0 1 4 0,0-4-8 0,0-2-36 15,-4-3 36-15,4 2-36 16,-4-6 36-16,4 0 4 0,-4-3-4 16,0-1-72-16,4 1 84 0,-4-5 12 0,4-3-4 15,-4 2 4-15,0-3 72 16,4-4-36-16,-3-1-44 0,3 1 48 16,-5-3 20-16,5 4 0 0,-4-4-20 0,0 3-40 15,0-3-12-15,-4 0-108 0,1 0 36 16,-2 0-52-16,1 0 40 15,-3 0 12-15,2-7 8 0,-6 2 16 0,-2-5-72 16,2 0 120-16,-6-3 0 0,2 1 8 16,-1 2 44-16,0 1 92 0,4 3 16 0,0-1 48 15,4 1-36-15,-4 3 0 0,8 0-28 16,-3-1-56-16,-2 1-32 0,5 0-56 16,1 0-8-16,-6-4-52 0,5 5 52 0,4-5 0 15,-3 1 8 1,3 0 80-16,4-1-20 0,-5 3 0 0,1-1 4 15,4 2-64-15,-4-1 8 0,4 4 44 16,-4-3-44-16,4 0 4 0,-3 3-4 16,3 0-4-16,0 0-4 0,0 0-4 15,0 0-80-15,0 0 8 0,0 0-32 0,0 0-64 16,0 0 28-16,0 0-4 0,0 0 12 16,0 0 16-16,0 0-16 0,0 0 0 0,0 0 16 15,0 0-40 1,0 0-60-16,0 0-200 0,0 0-124 0,0-4-296 15,0 4-168-15,-4 0-684 0,0 0-1228 16,-5 4-3477-16,26-4 1049 0</inkml:trace>
  <inkml:trace contextRef="#ctx0" brushRef="#br0" timeOffset="-128789.513">10904 16989 1252 0,'0'0'1240'0,"0"0"-1240"0,0 0-40 0,0 0 40 15,0 0 4548-15,0 0-3744 16,0 0-52-16,0 0-300 0,0 0 236 15,0 0 164-15,-43 48-79 0,39-38-89 0,-1-1-32 16,2 0-28-16,3 1-24 0,0-1-56 16,0 0-140-16,0 2-24 0,0-3 136 15,0 3 0-15,3-5-128 0,2-4-100 0,-1 5-88 16,0-7-140-16,0 4-60 16,7-4 140-16,-2 0 20 0,6 0 52 15,2-7 60-15,2-2 24 0,-2-5-76 0,2 0-72 16,5-9-12-16,-4-3-24 0,4-2-108 15,-4 0 108-15,4-4-100 16,0-3 0-16,-5 0-4 0,5-4-16 0,-3 2-72 16,3-5-40-16,-5 0-152 0,1 2-112 15,-4-2 12-15,4 4 12 0,-4 0 52 16,-4 3-28-16,0 7 48 0,0 2 12 0,-4 4 136 16,0 3 40-16,0 0-76 0,-4 3 48 15,-4 1-96-15,4-2 20 16,0 2-72-16,-4 2 0 0,4 0 84 15,-4 4 4-15,0 2-116 0,0 0-104 16,4 5-204-16,-4-2-104 0,0 2 48 16,0 2 220-16,0 0 123 15,0 6 145-15,-8 3-132 0,4 3 148 0,-4 8 96 0,-4 2 68 0,4 1 52 16,0 5-44-16,0 0 112 0,0 4-32 16,0 7 28-16,0 1 104 0,0 8-116 15,0 3 89-15,0 10 143 16,1 2 48-16,2 3-48 0,1 5 148 15,0 1 144-15,0-2-132 0,4-4-12 0,0-2 108 16,0-7-24-16,0-5 0 0,8-11-88 16,-4-6-168-16,4-7-100 15,0-9-140-15,0-3-20 0,4-5-40 0,0-3 36 16,0-5 4-16,4-3-40 0,-1 0 100 16,6 0-108-16,-1-9-4 0,4-4-12 15,-5 0 12-15,2-5 44 0,-2-2-40 0,1-5 44 16,4 0-48-16,-3-5-4 0,2-1-84 15,-3-3 0-15,4-5 84 0,-5 1-4 16,2-1-4-16,-1-5-36 0,-1 4-4 16,1-5 28-16,1-3-152 0,-6-2 116 15,5-2-180-15,-4-1-32 0,0-1-260 0,0 2-60 16,-4 5 0-16,0 6 160 0,-1 6 164 16,-2 7 180-16,-5-2 84 0,0 9 0 15,0 2 8-15,-4-1 40 0,0 1 80 0,4 4 120 16,-4 2-132-1,0 4 92-15,0-1 112 0,0 0-40 0,0 4-136 0,0 3 112 16,0 3 48-16,0-4 40 0,0 4-36 0,0 0 32 16,0 0 76-1,0 0-64-15,0 4-76 0,-4 2-84 16,0 4-188-16,0 3-248 0,-4 6 24 0,0-1 224 16,0 5 0-16,0 0 160 0,4 2-108 15,-4 0-52-15,0 2 12 16,0 6 76-16,0 5 72 0,0 0-76 0,4 3-80 0,-4 4-4 15,0 3 0-15,5-1-4 16,-6 5 4-16,5-2 4 0,0 1 72 0,4-3-28 16,-4-2 16-16,4-1 44 0,0-7 16 15,0 1-12-15,0-7-108 0,4-4 60 16,0-3-60-16,5-6 56 0,-2 0-12 0,5-3 4 16,1 0-40-16,-2-3 36 15,1-1-40-15,4-2 4 0,0 0 36 16,-4-1-48-16,4-3-84 0,0-2 20 0,-1-1-44 15,2 0 44-15,-2-3-44 0,2 0-92 16,-2 0-108-16,1 0-152 0,0-3-36 16,0-7-356-16,0 0-240 0,-4 1-1068 15,0 0-2489-15</inkml:trace>
  <inkml:trace contextRef="#ctx0" brushRef="#br0" timeOffset="-128210.773">12742 16811 2872 0,'0'0'5544'16,"0"0"-1091"-16,0 0-3393 0,0 0-592 0,0 0 0 16,0 0 424-16,0 0 40 0,0 0-236 0,0 0-88 15,75 16-152-15,-39-13-124 16,4-3 64-16,0 0-76 0,-1-3-64 0,2-6-24 16,2-1-136-16,-3 1-96 0,-5-1 0 15,2-3-132-15,-5 4 20 16,-9 3-192-16,1-1-152 0,-4 7-244 15,-4 0-380-15,-7 0-532 0,-2 0-2756 0,-7 13-3157 0</inkml:trace>
  <inkml:trace contextRef="#ctx0" brushRef="#br0" timeOffset="-127922.666">12865 17056 8372 0,'0'0'4929'0,"0"0"-3561"16,0 0-648-16,0 0-268 0,0 0 692 0,0 0 32 16,0 0-300-16,0 0-396 0,0 0-236 15,0 0-60-15,0 0-28 0,-16 16 4 16,28-13-60-16,4-3 120 0,8 4 8 16,0-4-32-16,8 0-148 0,0 0-44 0,-1 2 4 15,5-2-8-15,0 0-60 0,3 0 0 16,-2 0 0-16,3 0-16 0,-1 0-56 15,-3 0-172-15,-4 0 8 16,3 0-144-16,-7 3-308 0,0 0-276 16,0 1-860-16,-4 3-1284 0,-3-1-2453 0,-10 0-415 15</inkml:trace>
  <inkml:trace contextRef="#ctx0" brushRef="#br0" timeOffset="-125388.708">14443 16326 2660 0,'0'0'132'0,"0"0"-132"16,0 0 3908-16,0 0-2220 0,0 0-524 0,0 0-360 16,0 0 625-16,0 0-377 0,0 0 4 15,0 0-68-15,0 0-332 16,11-3-56-16,-7 3 44 0,1 3-160 16,7-3-60-16,-5 3-56 0,6-1 16 15,2-2-76-15,2 4-36 0,-2-1-88 16,9-3-12-16,0 4 24 0,4-1-12 0,8 3 0 15,0-3-12-15,7-1-16 0,1 3-68 16,0 1-40-16,8-3 24 0,0 3-24 16,-1-2 4-16,5 2-44 0,4 1 64 15,-4-4 72-15,0-1-144 0,-5-2-48 0,1 0 4 16,-4 0 44-16,-4 0 0 0,-1 0 8 16,-2 0-8-16,-2-2-4 15,-7-1-8-15,4-1-60 0,-4 1 64 0,-4 0-56 0,-4 3 52 16,-4 0-108-16,-1-3 60 15,2 3-52-15,-10 0 4 0,2 0-64 16,-5 0-72-16,-1 0-52 0,-7-4-36 16,4 4-84-16,-4 0-140 0,0-3-52 0,0 3-124 15,0 0-200-15,-8 0-404 0,1 0-1020 0,-10 0-2013 16,6 3-2775-16</inkml:trace>
  <inkml:trace contextRef="#ctx0" brushRef="#br0" timeOffset="-124811.326">14985 16354 3516 0,'0'0'680'0,"0"0"1584"0,0 0-380 16,0 0-444-16,0 0-436 0,0 0 65 15,0 0 135 1,0 0-136-16,0 0-280 0,0 0-272 0,0 0-128 16,0 19-100-16,-5-3 68 0,-3 3-72 15,5 0-20-15,-1 6 20 0,-4 2-48 16,-1 0 0-16,5 9-88 0,1 2-48 0,-5 3 36 15,4 6-12-15,0 4 0 0,-1 3-112 16,1 3 112-16,1 4-76 0,-1-1-44 16,0 0 4-16,0 1 68 15,4-2 16-15,0 2-92 0,0-6-48 16,0-2 44-16,0 1-56 0,0-6 8 0,0-1 40 0,0-2-124 16,0-8-60-16,0-1 12 15,0-8 32-15,4-2-108 0,4-4-36 16,-8-6-40-16,7-7-124 0,-7-2 16 15,5-1-80-15,-1-6-284 0,0 0-168 0,0 0 72 16,0-6-4-16,3-10-445 0,-2 0-691 16,3-6-2264-16,-4 3 9 0</inkml:trace>
  <inkml:trace contextRef="#ctx0" brushRef="#br0" timeOffset="-124285.672">15427 16506 2520 0,'0'0'916'0,"0"0"4272"15,0 0-3956-15,0 0-292 0,0 0-99 16,0 0 347-16,0 0 112 0,0 0-412 0,0 0-172 16,0 0-112-16,0 0 20 15,47 39-12-15,-42-23-8 0,3 3-108 16,-1-1-128-16,-3 8-60 0,0 2 48 0,-4 1-88 0,5 2-48 16,-5 5-48-16,0-1-28 15,0 3-68-15,0 3-16 0,0 3-52 0,0-2 0 16,-5 5 0-16,5 1-8 0,-4-4 0 15,0 4 4-15,4-3-4 0,-3-4-84 16,3 0 8-16,-4-3-20 0,4 0 24 16,0-6 8-16,-4 0-20 0,4-4-28 0,0 1-8 15,0-7 32 1,0 1 4-16,0-8 12 0,0 2 20 0,0-2-8 16,0-2 12-16,0 0-12 0,0-4-40 15,0 0-60-15,-4-5-72 0,4-1-40 16,-5 0-24-16,5-3-60 0,0 0-4 0,0 0-48 15,0 0 8-15,0 0-48 16,-4-3-32-16,4 3-72 0,-4-7-232 0,4-2 48 16,-3 3 52-16,-1-7-44 0,4-3-596 15,0 1-561-15,-4-9-947 0,0 12-1792 16,-5-9 3332-16</inkml:trace>
  <inkml:trace contextRef="#ctx0" brushRef="#br0" timeOffset="-122639.817">16100 17284 3488 0,'0'0'116'0,"0"0"5460"16,0 0-3627-16,0 0-589 0,0 0-336 16,0 0 52-16,0 0-204 0,0 0-244 15,4 67-248-15,0-64-8 0,8 1 28 0,-4-4 96 0,8 0 184 16,-4-4-140-16,8-5-96 15,-4-1-16-15,-1-6-108 16,2 1-28-16,2-5-96 0,-2-2-64 0,3-3-44 16,-5-4-28-16,5-3-60 0,0-2-4 15,0-4-44-15,4-4-52 0,0-2-120 16,-4-1-8-16,4 1-116 0,-4-1 36 16,-5 1 40-16,2 3-40 0,-2-4 12 0,-2 3-148 15,-5 2 0-15,-5-2 12 0,1 5-52 0,-4-2-192 16,0 1-80-1,0 6 252-15,0 4 36 0,-4 5 240 16,1 5 16-16,-1 5 96 0,4 7 116 0,0 3 40 16,0-1 96-16,0 4-20 0,0 0-40 15,-4 0-76-15,4 4-88 16,-9 5 72-16,5 4-96 0,-3 2-40 0,-1 11 152 0,-5 2 128 16,6 0 112-16,-1 8 88 15,0 2-36-15,-1 3-116 0,2 4-24 16,-1 2-92-16,0 4-60 0,3 3 0 0,2 3-8 15,-1 0-92-15,0 0 0 0,4 0 36 16,0 1 64-16,0-7 196 0,0-7 244 16,0-2 44-16,0-5-84 0,4-4-176 15,0-8-52-15,-1-6-60 0,6 0-100 16,-1-7-12-16,0-5 0 0,-1 2-72 0,6-5 68 16,-5 1 0-16,3-1 8 0,2-4-4 15,-2 0 12-15,6 0 40 0,-6 0-44 0,6-6-8 16,-2-4 104-16,5-3-104 0,-4-3-48 15,4-6 44-15,0-1-48 0,0-2 4 16,0-2-16 0,0-3 4-16,-1-2 8 0,2 1 44 0,-1-7-104 0,-1 0-88 15,-2-4-60-15,-2 1 160 0,1-6-4 16,-4-2-224 0,4-1 104-16,-4-1 20 0,0 1 56 0,0 5-44 15,4 1 108-15,-4 5 84 0,0 5 88 0,-1 5 16 16,2 3-92-16,-5 5 36 15,-5 5 52-15,1 2 40 0,0 6 48 0,1-3 76 16,-5 9 12-16,0-2-48 0,4 1 0 16,-4 3-4-16,0 0-52 0,0 0-20 0,0 0-56 15,0 0 16-15,0 0 88 0,0 3 72 16,0 3-172-16,-4 5-100 0,-1-3-48 16,-3 9 48-16,5-1 72 15,-5 6 76-15,0 0-36 0,-1 4-12 0,2 2 36 16,-5 4-28-16,3 3-8 15,-2 0-40-15,3 3 4 0,-4 0 20 0,4 3-72 0,-4 3-8 16,8-2 48-16,-4 3 80 0,4-4-20 16,0-3 24-16,4 0 0 0,0-3-16 15,0 0-120-15,0-4 8 0,0-2 56 16,4-4 20-16,0 1 24 16,4-5-20-16,0-2 20 0,0-2 40 0,0 2 24 15,0-6 36-15,4-1-4 0,-4 1-44 16,4-1-36-16,-4-2-52 0,3-3-24 0,2 2-36 15,-5-5 64-15,3 3-76 0,2-5 0 16,-5 1-12-16,3-3-36 0,-2 0-84 16,2 0-100-16,-3 0-24 0,1-5-36 0,2 0-124 15,-3-4-160-15,5-1-140 16,-6-5-344-16,5 2-756 0,-3 0-1328 0,-2-6-3525 0</inkml:trace>
  <inkml:trace contextRef="#ctx0" brushRef="#br0" timeOffset="-121592.218">17419 17386 508 0,'0'0'1724'15,"0"0"-1348"-15,0 0-272 0,0 0 104 0,0 0 3684 16,0 0-2228-16,0 0-500 0,0 0-284 15,0 0 61-15,0 0 211 0,0 0-256 16,0 0-212-16,0 0-52 0,0 0 36 16,0 0 104-16,0 0-88 0,0 0-160 15,0 0-128-15,0 0-76 0,0 6-60 0,0 1-36 16,0 6-4-16,0 9-24 16,0 3-60-16,0 3-24 15,0 4-28-15,4 3-24 0,-4 3-52 0,4 4-4 0,0 3 8 16,0 5 60-16,-4 4-12 15,0 0 16-15,0 3-72 0,0 3-4 16,-4-6-52-16,0 4-44 0,0-7-76 0,-5-4 0 16,6-6 24-16,3-6 36 0,-4-9-8 15,4-5-4-15,0-7 12 0,0-2-60 16,0-8-76-16,0-2-96 0,0-2-16 0,0 0 0 16,0 0-152-1,0-2-416-15,0-9-220 0,0-1 44 0,0-3-152 16,0-8-105-16,0-6-1267 0,0 1-2156 15,-4 2 2924-15</inkml:trace>
  <inkml:trace contextRef="#ctx0" brushRef="#br0" timeOffset="-121261.92">17343 17536 3164 0,'0'0'0'16,"0"0"0"-16,0 0 3152 0,0 0-1356 0,40-68-528 15,-24 54 0-15,-1 0-199 0,6 4-161 16,-1 1-204-16,-1 5-44 16,5 2-188-16,-3 2-156 0,-2 0-52 0,-3 2-24 15,1 2-12-15,-6 2-4 0,1 1 88 0,-3 2-80 16,-2-3 28-16,-3 7-84 0,-4 0-28 16,4-1 4-16,-4 5-52 0,0-4-28 15,0 1-20-15,-4 3 36 16,0-4-28-16,-3-1 16 0,-2 1 8 0,1-4 4 0,1 4-36 15,-1-7 40-15,-5 4-92 16,2-4-84-16,-2-2-56 0,-2-1-256 16,-2-3-152-16,2 0-180 0,-2 0-204 0,-2-7-156 15,3-2-344-15,0 2-405 16,4-5-883-16,0 5-1804 0,8-2 2084 16,-4 3 2336-16</inkml:trace>
  <inkml:trace contextRef="#ctx0" brushRef="#br0" timeOffset="-120240.182">18267 17052 2480 0,'0'0'456'0,"0"0"2852"0,0 0-696 0,0 0-1164 16,0 0-571-16,0 0 291 15,0 0-4-15,0 0-288 0,0 0-232 16,0 0-128-16,32 29-152 0,-32-19 68 0,0 3-108 15,0 2-76-15,0-3-100 0,-4 8 4 16,-7-4-68-16,2 0-8 0,-2 0 0 16,-5-4 36-16,0 1 12 0,-1 0-40 15,-2-1 4-15,-1 1-28 0,-4-3 16 0,0 2-76 16,0-5 60-16,0 2-84 16,0-3 24-16,1 0 0 15,3-6-72-15,-1 5-16 0,2-5 12 16,3 0-8-16,0-5-152 0,0-3-124 0,-1-5 36 15,2 3 0-15,3-3 260 0,0 1-140 0,4 3 92 16,0-1 32-16,0 0 72 16,8 0 8-16,-4 4 0 0,4 0 24 0,-4 0-16 15,4-1-4-15,0 1-4 0,0 0-72 0,4 2-16 16,0-2 36-16,4 0 52 0,0 0 4 16,0-1 60-1,4 1 36-15,4-1 0 0,-5 0-36 0,10 2 40 0,-5-2 84 16,3 5-40-16,2-3-136 15,-1 3 40-15,-1-2 120 0,5 4-48 16,1 0-116-16,-1 0 144 0,-1 0-40 0,1 4-52 16,-4 3-8-16,4-1 8 0,-1 0 16 15,2 0-76-15,-5 1 12 0,-1 2 64 0,1 1-4 16,5-1 4-16,-6 4-72 0,5-1 0 16,-8 1-8-16,8 0-76 15,-8 0 72-15,4 0 8 0,-1-4 0 0,-2 0 0 16,3 1 0-16,-4-4 0 15,4 0 0-15,-5-2 4 0,2-2-4 16,-2-2 0-16,2 0 0 0,-6 0 52 0,5 0-44 16,-4-2 76-16,0-5-8 0,0-2-16 15,0-4 28-15,0 0-76 0,-4-6 76 16,0 4-84-16,-1-5 4 0,-7 5-8 0,5-4-120 16,-5 3 116-16,0 2 8 15,-5 0-4-15,-2 1 48 0,-5 2 64 0,-4 2-64 16,0 0 40-16,-4 2 48 0,-4-2-48 0,5 2 84 15,-9 2-24-15,4-2 36 16,-1 4-48-16,-3 0 8 16,4 3-92-16,1 0-52 0,-5 3-172 0,4 3-12 15,0 7-64-15,0 3 16 0,1 3-52 16,-1 0-76-16,-1 2-60 0,1 9-180 16,1-5-240-16,3 6-444 0,0-1-816 0,0 2-1765 15,4-11-1859-15,-8 8 3768 0</inkml:trace>
  <inkml:trace contextRef="#ctx0" brushRef="#br0" timeOffset="-119353.332">14527 18008 496 0,'0'0'6524'0,"0"0"-3864"16,0 0-1215-16,0 0-621 0,7 90 84 0,-3-57 60 0,4 3-104 15,1 2-312-15,-6 4-148 16,5-2-52-16,0 9-24 0,-4-2-164 15,0 7-164-15,-4-4-64 0,0 5-72 0,0-8 8 16,0-3-112-16,0-11 144 0,0-8 92 0,0-6 4 16,0-9-76-16,0-1-36 15,0-7-64-15,0 3-76 16,0-5-76-16,0 0-344 0,0-5-344 16,0-3-352-16,0-9-141 15,0-5-551-15,0-3-1964 0,-4 6-168 0,0-16 4157 0</inkml:trace>
  <inkml:trace contextRef="#ctx0" brushRef="#br0" timeOffset="-119081.145">14562 17951 2660 0,'0'0'184'0,"0"0"676"0,0 0 3740 15,0 0-3380-15,0 0-380 0,0 0 165 16,0 0 63-16,96-53-340 0,-76 46-168 15,-1 3-52-15,-2 4-180 0,-6 0-112 0,2 0-104 16,-5 7 116-16,-5 3 100 0,1 5 24 16,0 2-116-16,-4 1-32 0,0 5-52 15,-8-1-52-15,1 3-12 0,-2-2-80 0,-2-2 80 16,-1 2-28-16,-1-4-8 16,2-3-40-16,-2 0 88 15,2-4-100-15,-1 1-84 0,0-7-316 0,0 1-228 0,0-1-140 16,0-6-308-16,-4 3-340 0,4 0-681 15,0-3-2035-15,5 0-592 0,-10 0 3304 0</inkml:trace>
  <inkml:trace contextRef="#ctx0" brushRef="#br0" timeOffset="-117877.176">15244 18075 3100 0,'0'0'184'16,"0"0"-184"-16,0 0 4452 0,0 0-2924 0,0 0-288 15,0 0-3-15,0 0 7 16,0 0-160-16,0 0-200 16,0 0 60-16,0 0-176 0,52 44-184 0,-41-18-164 0,1 6-84 15,-4 3-100-15,0 0-40 16,0 2-72-16,0 5-116 0,-4-1-8 15,0 4-56-15,-4 2-44 0,0-2-72 0,0 2 12 16,0-2 36-16,-4-8-100 0,0-8 52 0,4-7-16 16,-4-8-248-16,4-9-224 15,0 2-36-15,0-7-184 0,0 0-720 16,0-7-981-16,0-9-1339 0,0-2 688 16,0-2 1356-16,0-15 832 0</inkml:trace>
  <inkml:trace contextRef="#ctx0" brushRef="#br0" timeOffset="-117626.267">15367 18148 12 0,'0'0'1292'0,"0"0"-156"0,0 0 1652 0,0 0 88 15,0 0-1492-15,40-69-492 0,-28 56 65 0,0 3-225 16,-5 1-80 0,6-1-268-16,-5 7-40 0,-1-4 0 0,1 7-64 15,-8-3 36-15,5 3-52 16,-5 0 16-16,0 0-28 0,0 3 48 0,4 7 16 15,-4 2 112-15,0 5-140 0,0 1-200 16,-4 4-36-16,-5-2-40 0,5 2-12 16,-3 0-104-16,-1 0-72 0,-5-2-180 15,6-1-168-15,-1-3-208 0,-5-4-156 0,6 2-272 16,-1-6-236-16,4-2-673 0,0-2-943 16,-1-1-1608-16,2-3 4436 15,-1-3-324-15</inkml:trace>
  <inkml:trace contextRef="#ctx0" brushRef="#br0" timeOffset="-117309.897">15562 18040 1460 0,'0'0'576'0,"0"0"152"0,0 0 1528 16,0 0 500-16,0 0-1184 0,0 0-384 0,0 0-195 15,88-6 31-15,-81 15-204 0,2 2-96 16,-1 1-396-16,-4 3 52 0,0 2-52 15,-4 4 12-15,0-2-12 0,0 4-92 0,-4-1 8 16,4-6-56-16,-4-1 24 16,0-2 60-16,0-7 92 15,4-2 180-15,0-4-200 0,0 3-208 0,0-3-128 16,0 0 0-16,0 0 52 0,0 0 28 16,0-3-84-16,0-3 4 15,0-4 128-15,0-3-16 0,4-6 28 0,0 3-148 16,0-3 0-16,3 3-172 0,-3 1-24 15,1-2-40-15,3-2-172 0,0 4-372 16,-5-1-324-16,5 3-824 0,-3 0-1180 0,-1 7-2645 16,0 3 1065-16</inkml:trace>
  <inkml:trace contextRef="#ctx0" brushRef="#br0" timeOffset="-117019.957">15949 17992 116 0,'0'0'9688'15,"0"0"-8255"1,0 0-789-16,0 64-224 0,0-41 400 0,0-1 32 16,0-4-596-16,0 1-256 0,0-3-244 15,0 0-112-15,0-6-192 0,0-4-488 16,0 0-533-16,-4-6-1463 0,-5 0-3076 0,5 0 5900 16</inkml:trace>
  <inkml:trace contextRef="#ctx0" brushRef="#br0" timeOffset="-116879.337">15897 17862 5216 0,'0'0'4108'0,"0"0"-2568"0,0 0-1528 16,0 0 105-16,0 0 191 0,0 0-308 0,0 0-76 16,80-15-817-16,-61 5-3027 0,-2 3-1776 15</inkml:trace>
  <inkml:trace contextRef="#ctx0" brushRef="#br0" timeOffset="-116468.808">16132 17958 9756 0,'0'0'1549'0,"0"0"-753"15,0 0 124-15,0 0 456 16,-12 79-264-16,12-62-476 0,0-3-304 16,0-3-220-16,0-6-112 15,4 2-84-15,-4-4 36 0,4-3-80 0,0 0-24 0,4-3 100 0,0-4 40 16,4-5 12-16,0-1-188 15,-1-3-136-15,2 3 44 0,-2-3-8 16,2 4 72-16,-1 2 140 0,-1 1 0 0,2-1 72 0,-6 4-96 16,-3 3 92-16,0 3-68 15,0 0 76-15,1 0 372 0,-5 0 320 16,4 6-76-16,-4 4-152 0,0 2-40 16,0 4-100-16,0 0 148 0,0-3 144 0,0 4-208 15,0-3-188 1,0-1-132-16,0 0-28 0,0-1-12 0,0-1-36 0,0-5-12 15,0 0-64-15,0-4-72 16,0-2-48-16,3 5 0 0,1-3 112 16,4-2-4-16,1 0-84 0,-2 0 100 0,1 0 8 15,0 0-8-15,1 0 8 0,2 0-68 16,-3-2 32-16,0-3 40 0,-4 5-116 0,0-2-32 16,0 2-216-16,0 0-248 0,-4 0-384 15,4 0-180 1,0 0-152-16,-4 0-577 0,4 0-1267 0,-4 0-2632 15,0 0 4180-15</inkml:trace>
  <inkml:trace contextRef="#ctx0" brushRef="#br0" timeOffset="-116027.982">16490 18056 3924 0,'0'0'104'0,"0"0"4620"16,0 0-3380-16,0 0-788 0,0 0-247 0,0 0 219 15,0 0 256-15,0 0-184 0,0 0-344 16,0 0-28-16,48 31 16 16,-40-31 88-16,1-6-28 0,-2-3-40 0,1-1-84 15,4-3 8-15,-4-6-112 0,4 3 12 16,-4-3-84-16,0-3 8 15,0 3-8-15,0 1 60 0,-4 1-16 0,-4 4-36 0,0 5 76 16,0 1-12-16,0 0 100 16,0 7 212-16,-8 0 104 0,0 0-316 15,-4 3-64-15,-4 4 0 0,4 5-24 0,-4 1-28 16,0 4-48-16,1 1 152 0,2 1 48 16,1 0-16-16,1 1-32 0,-2 2-80 15,2 3-84-15,3 0 0 0,4 3-96 16,-1-4-32-16,5 1-32 15,0-6 36-15,0-4-36 0,0-2 8 16,9-7-32-16,-1 1 72 0,-1-7 0 0,6 0 100 16,-1 0-84-16,3-3-148 0,-2-7-96 15,2-6-364-15,1 1-420 0,0-4-932 0,0-1-1921 16,-8 5-1723-16,8-2 3520 0</inkml:trace>
  <inkml:trace contextRef="#ctx0" brushRef="#br0" timeOffset="-115677.39">16825 17891 1812 0,'0'0'1356'0,"0"0"-688"0,0 0 5576 0,0 0-4003 0,0 0-1029 16,0 0-412-16,0 0-180 0,0 0-180 15,0 0-112-15,0 0-212 16,0 51-116-16,0-42-124 0,0 1-16 0,0-4 52 15,0 0 12-15,0 1 28 0,4-1 48 16,1-3 0-16,-2 3 288 0,1 4 12 0,4-1-32 16,-4 1-180-16,5 0 52 0,-2-1-80 0,-3 2-60 15,4-3-8 1,-4 2-80-16,4-1-24 16,-4-3-28-16,0 1-12 0,-4 0 12 15,4-2 28-15,-4 1 112 16,0 1 0-16,0 0 12 0,0-2 64 0,-8 6 12 0,0-2-88 0,-4 1-64 15,-3 2-360-15,-2-2-16 0,-3 2 32 16,-3-2-276-16,-1-1-668 0,0 1-1093 0,-4-1-2115 16,3 1-536-16,6-4 4641 0</inkml:trace>
  <inkml:trace contextRef="#ctx0" brushRef="#br0" timeOffset="-114747.334">16367 18027 1212 0,'0'0'1160'0,"0"0"1644"0,0 0-592 0,0 0-1056 16,0 0-328-16,0 0 140 0,0 0 1 16,0 0-337-16,0 0-224 15,0 0-76-15,0 0 0 0,44-35 28 0,-40 32-108 16,4 0-20-16,-5 3-16 0,2-3 24 0,-1 3-12 16,0 0-12-1,-4 0-4-15,4 0 92 0,0 0-80 0,0 3 16 0,-1 3-52 31,-3-3-24-31,4 4-52 0,1 3 56 0,-1 2-108 0,0 1 16 16,0 4-72-16,0 1 48 0,-4-3 20 0,3 4-72 16,-3 1 0-16,0-1-8 0,0 0-176 0,0-3-112 15,0-4-116-15,0-5-216 0,0-1-220 16,0-3-232-16,0 1-328 0,0-4-1149 16,0-4-3163-16,0-2 3124 0,0-10 1701 0</inkml:trace>
  <inkml:trace contextRef="#ctx0" brushRef="#br0" timeOffset="-93525.332">16192 15923 5472 0,'0'0'1468'16,"0"0"-764"-16,0 0-392 0,0 0-120 15,0 0 2192-15,0 0-1291 0,0 0-605 0,0 0 216 16,0 0 456-16,0 44-196 0,4-38-20 16,-4 4-152-16,4 3-232 0,-4-1-88 0,0 4-88 15,0 3-164-15,-8 3-60 0,-1 0-24 16,5 7 0-16,1 0 0 15,-1-1-76-15,-4 7-60 0,8 0-4 0,-4 3-92 16,0 0-16-16,-1-1-84 0,2 3 8 0,-5 1-340 16,0 1-232-1,0-5-304-15,0 1-308 0,-4-3-740 0,4-9-2213 16,-8 8-3271-16</inkml:trace>
  <inkml:trace contextRef="#ctx0" brushRef="#br0" timeOffset="-92518.039">19196 17176 1880 0,'0'0'5760'0,"0"0"-4828"15,0 0 1180-15,0 0-479 0,91 0-409 16,-59 0-460-16,-4-6-184 0,4 3-228 0,0-3-240 16,-4-1-112-16,4 1-16 0,-1 0-56 15,-3-1-256-15,4 3 200 0,-4 2-328 16,0-1-740-16,-11 3-956 0,-6 0-3769 0</inkml:trace>
  <inkml:trace contextRef="#ctx0" brushRef="#br0" timeOffset="-92310.901">19291 17358 7716 0,'0'0'2204'16,"0"0"-1520"-16,0 0 169 15,0 0 531-15,0 0-504 0,84 0-248 0,-52 0-364 16,0 0 184-16,0 0-172 0,-1-4-280 15,1 1-40-15,4 3 28 0,-3 0-200 16,6 0 196-16,-3 3-220 0,4 4-424 0,0-1-1088 16,-8-3-1057-16,8 0-2927 0</inkml:trace>
  <inkml:trace contextRef="#ctx0" brushRef="#br0" timeOffset="-91708.33">20599 16500 5244 0,'0'0'4684'15,"0"0"-3639"-15,0 0-529 0,-8-76 408 0,3 54 480 16,-3 3-288-16,4-1-436 0,1 8-52 16,-1-1-76-16,0 4-56 0,4 3 40 0,0 2-140 15,-4-3-128-15,4 7-120 0,0-2-60 16,0 2-80-16,0 0 52 16,0 0-44-16,-5 0-16 0,1 6-12 0,-3 4-60 15,-1 9 68-15,-9 6-56 16,2 10-52-16,-9 9 0 0,0 7 64 15,-4 10-64-15,0 5 0 0,0 5 52 0,5-2-4 16,-1 4-8-16,3-3-64 0,6-7 84 16,2-9 4-16,6-13 36 15,7-9-88-15,0-9-136 0,0-11-48 0,7-2 8 16,6-7 64-16,-5-3 212 0,3 0 84 0,2-10 92 16,-2 3-76-16,-3-5-32 15,1 3-68-15,-2 3-112 0,-3 0 12 0,0 6-24 16,-4 0-88-16,4 0-40 0,-4 2 240 15,4 10 12-15,1 5 200 0,-1 2-72 0,-1 6 96 16,1 7-124-16,0 0 64 0,0-1-156 16,0 5 48-16,1 2 116 15,-1 3 16-15,-1 3-104 0,-3 4-68 16,0 3 68-16,0 0-20 0,0-1-16 16,0 2-40-16,-3-5-8 0,3-3-4 15,-4-2-132-15,4-11-88 0,0-6-96 0,0-9 56 16,4-6-260-16,-1-6-396 0,5-4-800 15,-4 0-700-15,4-7-2221 0,-4-12-1155 0</inkml:trace>
  <inkml:trace contextRef="#ctx0" brushRef="#br0" timeOffset="-90857.369">21276 16729 3740 0,'0'0'3200'0,"0"0"-1588"0,0 0-668 15,0 0-348-15,0 0-132 16,0 0 1877-16,0 0-1057 0,0 0-600 0,0 0-56 0,0 0 244 16,0 0-224-16,-84-10-188 0,72 26-88 15,0 3-52-15,0 3-108 16,1 4-76-16,2 2-136 0,1 4 8 0,1-1 52 15,3 7-56-15,0 1-4 16,-1-1-12-16,1 1-36 16,4 1-28-16,0-1 76 0,0-1-60 0,0-7 64 15,0 1-8-15,9-3-104 0,-1-6-236 16,-1-2 292-16,5-4-208 0,4-5-124 16,0 1-64-16,4-7-116 0,4-3-356 0,4-3-392 15,0 0-580-15,4 0-1073 0,-4 0-2163 16,8-6 2376-16</inkml:trace>
  <inkml:trace contextRef="#ctx0" brushRef="#br0" timeOffset="-89994.532">21834 16729 5124 0,'0'0'4516'0,"0"0"-3171"0,0 0-333 0,0 0 332 0,0 0-240 16,0 0-332-16,-40-70-180 15,36 67-136-15,-5-1-196 0,-2 4-36 0,3 0-24 16,-4 7-148-16,0 2 8 0,-4 4-8 16,0 6 20-16,0 0-20 0,4 7 96 15,-4 2-24-15,4 4-24 0,1 3-88 16,-2 6 52-16,5 7 20 0,1-1-20 16,3 1 32-16,-1 0-96 0,5-3-88 0,0-11 76 15,0-2-88-15,9-10 92 0,-2-6-56 16,9-7-96-16,-4-2 160 15,4-7 12-15,4-7 544 0,4-6 28 0,-5-5-328 16,9-8-180-16,-3-5-16 0,-1-5-60 16,4-2-60-16,-9 0-28 0,1-3 40 0,1 3-4 15,-6 4-68-15,1 1 112 0,-4 1 4 16,-4 7 4-16,-3 6 0 0,-5 0 60 16,0 3 28-16,0 4-76 0,0 2 36 15,-5 1 76-15,1 5-16 0,4 1-56 0,-4-1 44 16,4 4-60-16,-4 0-36 0,4 11-220 15,-4 1 0 1,4 7-4-16,-4 4 224 0,1 8 100 0,3 4-28 16,-4 7 40-16,-1-4-40 0,5 3-72 0,-4 0-12 15,4-3-132-15,-4 0-80 16,4-7-84-16,0 2-76 0,0-8-24 0,4 3-252 16,0-2-16-16,1-4-244 0,-1-3-904 15,7-10-1073-15,-7-2-1919 0,12-7-887 16</inkml:trace>
  <inkml:trace contextRef="#ctx0" brushRef="#br0" timeOffset="-88107.017">22165 17243 5904 0,'0'0'2508'0,"0"0"-744"0,0 0-283 0,0 0-85 16,0 0-392-16,0 0-256 0,0 0-168 16,0 0-104-16,0 0-68 0,0 0-48 0,0 0 364 15,-4 50 44-15,8-26-324 0,-1 4 48 16,5 7 328-16,-4 6-256 0,4 0-212 15,0 3-72-15,-4 4-72 0,0-3-124 16,0 3-84-16,-4-4 0 16,0 1-48-16,4-1-132 0,-4 0 104 15,0 0-168-15,0-2 76 0,0-4-40 0,0-9-208 16,0-7 24-16,0-9-60 0,4-7-400 16,1-3-64-16,-2-3-128 15,1-3-444-15,0-10-760 0,0-6 576 0,0 0-2609 0,-4-17-1191 16</inkml:trace>
  <inkml:trace contextRef="#ctx0" brushRef="#br0" timeOffset="-87859.4">22129 17205 5276 0,'0'0'2392'0,"0"0"-924"16,0 0-216-16,0 0 205 0,0 0-573 0,0 0-488 15,0 0-88-15,83-38-44 0,-63 38-96 16,0 3 4-16,-4 3-168 0,0 4 120 16,-4-1 52-16,-5 1 28 0,1 6-80 15,-8 0-48-15,0-1-24 0,0 5-60 16,-4 1 8-16,-3-2-12 0,-5 0-92 0,-1 1-124 16,2-4-88-16,3-3-180 0,-4-1-88 15,4-9-336-15,0 1-509 0,-4-4-1187 0,4-4-2700 16</inkml:trace>
  <inkml:trace contextRef="#ctx0" brushRef="#br0" timeOffset="-87507.016">22571 16608 5064 0,'0'0'1964'0,"0"0"-300"16,0 0-100-16,0 0-159 0,95 44-277 0,-59-31 56 15,-4 1-472-15,7 0-196 0,-2-1-52 0,-9 4-100 16,-1 5 4-16,-7 0-80 15,-8 4-28-15,-3 5-108 0,-6 1-44 16,-3 5-104-16,-3-1 0 0,-6 2-4 16,-7-3-152-16,0 0 40 0,1 0-24 15,-6-7 36-15,2-2-148 0,-1-1-172 16,-1-3-144-16,6-6-332 0,-5 0-220 0,4-4-532 16,0-2-857-16,4-3-1695 0,-4-4-915 15</inkml:trace>
  <inkml:trace contextRef="#ctx0" brushRef="#br0" timeOffset="-86828.551">23782 16015 8020 0,'0'0'2628'16,"0"0"-1379"-16,0 0-365 0,0 0 44 0,0 0-88 15,0 0-120-15,0 72-132 0,0-36-68 16,3 4 4-16,-3 12 48 15,4 5 8-15,-4 2 124 0,5 12-372 0,-5-1-160 0,4 3-24 16,-4 3-92-16,0 3-56 16,0 1-84-16,-4 2-40 0,-1-2-24 15,1-4 0-15,-3-3 76 0,3-3-40 0,-4-4-60 16,4-6-48-16,0-2-28 16,0-8-236-16,0-2 152 0,0-7-56 0,4-6-324 15,-4 0-108-15,4-9-152 0,0-4-132 16,0-6-148-16,0-7-125 0,0-6-667 15,4-3-788-15,4-6-336 16</inkml:trace>
  <inkml:trace contextRef="#ctx0" brushRef="#br0" timeOffset="-77254.206">24814 16135 40 0,'0'0'6084'0,"0"0"-2012"0,0 0-2499 15,0 0-613-15,0 0-56 0,-12-76-16 16,8 54 436-16,0 0-344 0,-4-1-244 16,0 4 4-16,-4 2 72 0,4 9-88 0,-8-2 192 15,4 7-28-15,-4 3-219 0,0 0-173 16,-4 7 12 0,5 5-144-16,-6 1-136 0,2 6-216 0,-5 3-4 15,7 7-8-15,2-1-4 0,-1 11-8 16,4-1 4-16,0 9-40 0,4 1-72 0,4-4 108 15,4 1-48-15,0-10 56 16,4-10 4-16,8-6-8 0,0-9-64 16,8-4 0-16,3-6 60 0,5-10 12 0,0-8-148 15,4-12-128-15,4-2-100 0,-4-6-72 16,0-3-25-16,-1 4-39 0,-3-1 124 0,-4 6 120 16,-7 6 84-16,2 5 180 0,-6 7 4 15,-6 4 96-15,-3 8-20 0,0 2-16 16,-4 0 72-16,0 9 76 0,0 3 132 15,0 4-84-15,0 4-48 0,0 2-75 16,0 0 39-16,0 3-40 0,0-5-24 16,0 2-108-16,0-6-72 0,4-4-60 15,0 1-197-15,5-7-35 0,-2-2-28 16,1-4-204-16,1 0-492 0,2 0-640 0,1-7-864 16,4 2-1957-16,-8-6-1967 0</inkml:trace>
  <inkml:trace contextRef="#ctx0" brushRef="#br0" timeOffset="-77033.666">25209 16104 1772 0,'0'0'1344'0,"0"0"5512"0,0 0-4883 15,0 0-161-15,0 0-28 0,0 0-280 16,11 92-388-16,-11-51 56 0,0 3-364 0,4 4-224 16,-4 6 196-16,0 3-207 15,4 1-309-15,-4 0-128 0,0 4 8 0,0-5-144 16,-4-3-60-16,0-7-196 0,4-5-72 15,-4-8-157-15,4-7-87 0,0-8 60 0,0-11 60 16,4-4 48-16,-4-4-236 0,4-4-532 16,4-11-640-16,-4-4 60 0,4-7 56 15,-4-5-761-15,0-1-1711 0,0 3-1276 0</inkml:trace>
  <inkml:trace contextRef="#ctx0" brushRef="#br0" timeOffset="-76802.745">25204 16215 2908 0,'0'0'8'0,"0"0"480"0,0 0 5052 0,0 0-3792 0,0 0-667 0,0 0-97 16,0 0 420 0,0 0-244-16,0 0-456 0,0 0-212 15,92-54 96-15,-72 60-4 0,0 4-352 0,-5-1-176 0,2 3-52 16,-6 1-8-16,-3 6 8 0,-4 0 4 0,-4 4 80 16,0-2-76-16,-8 9-12 15,-3-5-100-15,-6 3-60 0,2-2-16 16,-5-4-184-16,4-3 12 15,-4-6 88-15,4-4-104 0,4-2-252 0,0-7-556 16,0 0-840-16,0-4-1933 0,5-5-1519 16,3-1 3080-16,-1-9 1744 0</inkml:trace>
  <inkml:trace contextRef="#ctx0" brushRef="#br0" timeOffset="-76522.903">26113 15872 1016 0,'0'0'2572'0,"0"0"3300"0,0 0-3755 0,0 0-505 16,0 0 316-16,0 0-456 0,-32 72-612 0,16-43-352 16,0 9-64-16,-4 0 36 0,4 4 0 15,-4 2-148-15,0-2-112 0,8-1-164 16,1-3-56-16,6-7-72 0,1-2-16 0,4-10-32 15,4-3-16-15,5-4-84 0,-2-5-100 16,5-1-48-16,0-2 8 16,4-4 136-16,-4 0-72 15,4 0-148-15,-4-10-280 0,0 3-384 0,0-2-548 16,-4 0-852-16,-4-5-2797 0</inkml:trace>
  <inkml:trace contextRef="#ctx0" brushRef="#br0" timeOffset="-76359.36">25937 16196 64 0,'0'0'1684'0,"0"0"7493"0,0 0-7433 0,0 0-584 15,0 0 836-15,0 0-284 16,0 0-744-16,88 12-440 0,-52-24-284 0,-1-1-244 0,2-3-172 16,-5 0-380-16,0 3-712 0,-4-2-540 15,-9 4-2296 1,5-1-4641-16</inkml:trace>
  <inkml:trace contextRef="#ctx0" brushRef="#br0" timeOffset="-75441.676">26615 16437 9972 0,'0'0'2853'15,"0"0"-1437"-15,0 0-392 16,0 0 420-16,0 0-312 0,0 0-576 0,0 0-360 16,0 0-120-16,0 0 304 0,0 0 296 15,87-22-384-15,-55-13-144 0,0-3-136 0,0 0 36 16,0-7-48-16,0 1-160 0,-5 2 160 15,1-2-48-15,0-4-88 0,0 0 76 16,-8 1-100-16,0-1-8 0,0-3-68 16,-4 4-96-16,-8-4-100 0,4 6 124 15,-8 5-36-15,0 8 96 0,-4 3 160 16,0 10 88-16,0 6 176 0,-4 7 232 16,0 3-64-16,-4 3-132 0,0 6-68 15,0 7-144-15,-4 9-4 0,0 3 4 0,0 11 224 16,1 1 20-16,-6 11-72 15,6 3 24-15,-10 7-60 0,6 5 36 0,-2 0-52 16,2 0-20-16,2-2-92 0,6-7 76 0,7-13-8 16,0-5 128-16,4-15-48 0,7-5-156 15,2-9 0-15,2-4 4 0,2-3-4 16,2-7-72-16,5-8-16 0,0-8-16 16,0-2 100-16,4-7-104 0,0-3-112 0,-1-6-60 15,-3 2-12-15,4-2 44 16,-4-6-8-16,1 3-64 0,-6-4 48 0,1 0 224 0,-3 0-20 15,-10 4 68 1,1 3 4-16,-4 9 84 0,0 7 60 16,0 13-12-16,-4 1-40 0,0 8-8 15,0 3-40-15,0 3 0 0,0 8 64 0,0 8-12 16,0 2 32-16,0 8 4 0,0 6-36 16,-4 6-4-16,-4 3 28 0,0 4-4 0,-4 3-8 15,0 0-40-15,1-1-72 0,-2 1-44 16,1-3-140-16,0-4 12 0,4-6-280 15,0-3-412-15,5-9-324 16,-1-7-1120-16,0-6-2681 0,4-1-2263 0</inkml:trace>
  <inkml:trace contextRef="#ctx0" brushRef="#br0" timeOffset="-75205.853">27492 16151 3924 0,'0'0'1384'0,"0"0"2816"0,0 0-2187 16,3 76-273-16,1-41 488 0,-4 3-648 0,0 7-548 15,4 3-60-15,-4 2-224 0,4 5-244 16,-4-2-128-16,0 1-144 0,0 3-176 16,0-2-56-16,-4-5-144 0,0-6-164 15,0-3-228-15,1-6-224 0,-1-10 84 0,-1-11 156 16,5-9-48-16,0-5-480 0,0-2-1348 15,9-17-829-15,-2-7-1011 0,1 4-628 16</inkml:trace>
  <inkml:trace contextRef="#ctx0" brushRef="#br0" timeOffset="-74973.939">27583 16326 1264 0,'0'0'1436'16,"0"0"2744"-16,0 0-1336 0,0 0-1143 0,0 0-749 15,0 0-188 1,0 0-176-16,0 0-108 0,0 0-160 15,83-28-144-15,-66 34-124 0,-2 0-44 16,-2 3-4-16,-6 3 96 0,1 5 24 0,-8-2 216 16,0 5-72-16,0 2-108 0,-12 0-32 15,-4 3-128-15,-3 2-28 0,-5-2-56 16,0-3-156-16,-1-3-100 0,2-8 112 0,3 0 28 16,4-8-104-16,0-3-128 15,5 0-408-15,2-9-632 0,1-4-373 0,8-9-1151 0,-4 0-1396 16,4-10 2420-1,0 9 1752-15</inkml:trace>
  <inkml:trace contextRef="#ctx0" brushRef="#br0" timeOffset="-74459.017">28156 15904 3788 0,'0'0'180'0,"0"0"1216"16,0 0 3540-16,0 0-2787 0,84 34-417 15,-72-18-420-15,-7 3-352 16,-1 4-400-16,-4-4-64 0,0 3 12 0,-4 3-88 16,-9-3-148-16,-2 0-100 0,-2 1-12 15,-3-4-12-15,1 0-40 0,-9-3-52 0,0-3-56 16,0-1-100-16,-4 1-168 0,4-7-52 16,0 0-40-16,4-6-72 0,5 0 60 15,2 0-36-15,2-3 8 0,6-6-140 16,1-4-152-16,5-3-164 0,-1-3-32 0,4 0-212 15,4-4-28-15,7 4 315 0,2 5 361 16,2 3 300-16,1 3 152 0,5 3 64 16,-2 5 128-16,5 0 40 0,0 0-64 15,4 7 285-15,0-1 471 0,-1 5 88 16,1 0-56-16,-4 3-148 0,0-6-64 0,1 6-192 16,-1-5-12-16,-5-2-92 0,5-1-236 15,0-3-76-15,-1-3-100 16,2 0-36-16,3-9-96 0,0-4 20 15,-4 0 72-15,4-3-8 0,-4-3 4 0,-5 0-128 16,1 0-16-16,0 0 140 16,-4-3-76-16,-4 3-208 0,-4 0-16 0,-4-1 248 15,-4 5 64-15,0-2 36 0,-9 2-24 16,-6 5 60-16,-5 4-72 0,-8 4 0 16,1 2 0-16,-10 6 52 0,1 9 160 0,-7 8-212 15,-1 2-44-15,-4 4-16 0,4 2-104 16,0-2-228-1,9 2-336-15,-6-2-916 0,18-10-2221 0,-13 9-3359 16</inkml:trace>
  <inkml:trace contextRef="#ctx0" brushRef="#br0" timeOffset="-72859.511">24451 17351 8916 0,'0'0'1344'0,"0"0"-659"0,0 0-41 0,0 0 188 16,0 0-204-16,0 0-308 0,0 0-132 0,0 0 28 15,0 0 40-15,-52 70 48 16,52-48 112-16,0 7 180 0,0-1 68 16,0 3-108-16,0 2-132 0,4-5-128 0,5-6-48 15,-2 1-172-15,5-11-76 16,-3 1 8-16,2-7-8 16,5-2-36-16,-4-4 24 0,4 0-88 0,0-10 88 15,0-5-140-15,0-5 56 0,-1-2-156 16,2-3-84-16,-6-4 64 0,2 4-72 0,-5-1 116 0,-5 7 228 15,1 0 172-15,-4 6-44 16,-4 4 12-16,-3 3-28 0,-6-1 28 16,2 1-80-16,-5 2-60 0,0 2-112 0,0-1 64 15,4 3-64-15,0 0 8 0,0 0-24 16,0 3-148-16,4 3-36 0,0 0-28 16,4 4-52-16,0 0 0 0,4-1-144 15,-4 3-532-15,4-1-1221 16,0-3-2419-16</inkml:trace>
  <inkml:trace contextRef="#ctx0" brushRef="#br0" timeOffset="-72527.493">24691 17402 208 0,'0'0'6404'0,"0"0"-3664"0,0 0-1192 0,0 0-259 0,63 63 103 15,-51-41-380-15,0 3-304 0,-4-1-156 16,0 1 4-16,-4 0 44 0,-4-3-104 0,4-3-172 15,-4-3-212-15,0-3-40 0,3-4-72 16,-3-6-148-16,5-3-64 0,-1 0 4 16,4-6 32-16,3-2 52 0,2-12-176 15,-2 0-136-15,2 1-4 0,2-3 48 16,-3 3 104-16,-3 1 88 0,2 5 172 16,-3 7 28-16,1-1 128 0,-5 7-40 0,-1 0 100 15,-3 0 316 1,0 9 124-16,0 3-68 0,0 2-188 0,0 2-112 15,0 0-136-15,0 2-72 0,0-5 8 16,-3 0-48-16,3 3 0 0,0-4-12 16,-4-2-148-16,4 3-24 0,0-6-128 0,0-2-272 15,0 2-232-15,0-7-148 0,-5 3-416 16,5-3-616-16,0 0-933 0,-4 0-2411 16</inkml:trace>
  <inkml:trace contextRef="#ctx0" brushRef="#br0" timeOffset="-71926.53">25101 17215 28 0,'0'0'88'16,"0"0"9132"-16,0 0-7347 0,0 0-717 16,0 0 148-16,0 0 76 0,0 0-96 0,0 0-532 15,0 72-172-15,0-36 100 0,0-1-36 16,0 6-8-16,0 0-184 15,-4 3-240-15,4-2-212 0,0-4-132 0,0-3-212 16,7-4-160-16,-3-2 16 0,9-9-328 16,-2-12-312-16,1-4-168 0,4-4-372 15,5-7-732-15,-2-2-705 0,1-7 545 16,-4-3 280-16,0 3 40 0,-4 0 1848 0,-4 7 392 16,0 2 1864-16,-4 4 612 0,-4 3 72 15,0 6 16-15,4 4-183 16,-4 3-729-16,0 3-604 0,0 6-280 0,0 1 68 15,0-1-324-15,-4 3-152 0,4-3-104 16,0 0-32-16,0-6-216 0,0 0 28 16,4-6-36-16,4-8-208 0,4 2 24 0,0-4 48 15,0 0 124-15,4-4 0 16,0 2 12-16,3-2 52 0,-2 4-52 0,2 0-84 16,5 0-52-16,-4 4 24 0,5 5 12 15,-6 0 100-15,1 4 52 16,0 0-52-16,-4 3 0 0,0 3 64 15,-4-4 0-15,-5 5 84 0,-3-1-84 0,0 3 44 0,-4 3 28 16,-4 4 12-16,-3 4 0 16,-5-3-24-16,-4 3 36 0,-4 1 76 15,4-5-64-15,-4-1 36 0,0-3 36 0,4-9 112 16,4-3 132-16,0-9-148 0,4-4-32 16,0-4-212-16,1-9-88 0,3-3 40 15,4-9-48-15,0 0-12 0,0-4-36 16,8-2-100-16,3-1 64 0,6-3-64 15,-2 0 28-15,9 3-64 0,0 1-72 16,4-1 48-16,0 0-132 16,-1 0 80-16,5 4-304 0,-4-1-868 0,0 4-1088 15,-4 6-2333-15,4-4-2839 0</inkml:trace>
  <inkml:trace contextRef="#ctx0" brushRef="#br0" timeOffset="-71427.345">26448 17602 2628 0,'0'0'1432'0,"0"0"4976"0,0 0-4491 0,0 0-145 0,0 0 56 16,0 0-92-16,83 38-540 15,-52-38-212-15,10 0-264 0,-2-6-160 16,1-7-292-16,4-6-100 0,0-10-168 0,0 1-84 15,-4-7-364-15,-5 0-272 0,-3 0-200 16,-8 0-324-16,-8 3-504 0,0 4-904 16,-8 2-1681-16,-8 11-2467 0,0-5 5412 0</inkml:trace>
  <inkml:trace contextRef="#ctx0" brushRef="#br0" timeOffset="-71142.58">26814 17192 2844 0,'0'0'4'0,"0"0"-4"16,0 0 5152-16,0 0-3520 15,0 0-588-15,0 0 141 0,0 0-209 0,-60 92-188 16,57-59-76-16,-2 1 60 0,1 7-32 16,4 1-144-16,0 3-60 0,0 2-140 15,0 0-124-15,4-2-84 0,1-1-180 0,-5 4 64 16,0-4-68-16,0 4 8 16,0-3 28-16,0-1 120 0,0-4-48 0,-5-1 24 15,1-7 36-15,-4-7 48 0,4-3-108 0,0-5-60 16,1-4-52-16,-1-8-108 0,-1 2 96 15,-3-7-112 1,4 0-344-16,-3 0-104 0,-6-4 64 16,5-4-152-16,1-5 56 0,-1-4-52 0,-1-2-508 0,5-3-480 15,-3-6-777-15,7-1-2119 0,-4 9-908 16,4-10 5441-16</inkml:trace>
  <inkml:trace contextRef="#ctx0" brushRef="#br0" timeOffset="-70722.349">27105 17599 9292 0,'0'0'2193'0,"0"0"-1333"0,0 0 24 16,0 0 272-16,0 73-260 0,0-58-444 16,0 4-452-16,0-6-44 0,0-1-172 15,0-5-124-15,0 0-164 0,0-7-208 0,0 0-332 16,0 0-456-16,0 0-1341 0,0-14-2595 15</inkml:trace>
  <inkml:trace contextRef="#ctx0" brushRef="#br0" timeOffset="-70577.728">27153 17412 104 0,'0'0'2936'0,"0"0"1972"0,0 0-3612 16,0 0-432-16,0 0-552 0,0 0-312 15,0 0-1164-15,88-54-3020 0,-77 44-28 16</inkml:trace>
  <inkml:trace contextRef="#ctx0" brushRef="#br0" timeOffset="-70259.849">27364 17554 7396 0,'0'0'2360'16,"0"0"-643"-16,-8 64 303 0,8-35-232 15,-4-8-392-15,4-2-760 0,0-5-636 16,4-5-40-16,4 0-60 0,0-5-172 0,4-4 8 16,-5 0 140-16,6-4 0 0,-2-5-244 15,2-3-284-15,2-2 20 16,2-2 100-16,-2-3 100 0,2 7 76 0,-2-4 196 16,1 7 160-16,-8 2 152 0,0 4-36 0,0 0 60 15,-4 3 232-15,0 0 388 16,-4 3-64-16,0 3 24 0,4 4-32 15,-4-1-80-15,0 4-64 0,0 1-36 16,0 0-140-16,0 2-84 0,0 4-52 0,0-5-48 16,-4 2-204-16,4-2-16 0,0 1-272 15,0-3-180-15,0-4-188 16,0 4-200-16,0-7-300 0,4-2-836 0,0-4-2441 16,0 0-2723-16,7-10 3905 0</inkml:trace>
  <inkml:trace contextRef="#ctx0" brushRef="#br0" timeOffset="-70073.356">27802 17512 6004 0,'0'0'1080'16,"0"0"4097"-16,0 0-4233 0,-12 68-524 15,4-46 636-15,4 0 532 0,0-3-752 0,4-3-836 0,-4-3-88 16,4-4-436-16,0 1-396 15,0-7-708-15,0 4-724 0,0-4-813 0,0-3-1419 16,0 0 1648-16</inkml:trace>
  <inkml:trace contextRef="#ctx0" brushRef="#br0" timeOffset="-69927.448">27850 17306 184 0,'0'0'12525'0,"0"0"-10341"0,0 0-1844 16,0 0 176-16,0 0 128 0,0 0-532 16,0 0-112-16,80-44-1044 0,-69 31-1136 15,13-12-3069-15</inkml:trace>
  <inkml:trace contextRef="#ctx0" brushRef="#br0" timeOffset="-69506.599">28192 16983 4492 0,'0'0'8781'0,"0"0"-7369"0,0 0-1236 0,0 0 692 16,0 0 260-16,0 66-568 0,0-40-200 16,0 5 24-16,-4 1 172 0,4 6 180 0,-4 3-172 15,-3 4-148-15,3-1-76 16,-4 4-132-16,-1 0-112 0,2-3-96 16,-1-5-108-16,-1-1 24 0,2-4-40 0,3-10 4 15,0 1-40-15,0-8 28 16,4-5 8-16,-4-7-120 0,4-1-136 0,0-5-184 15,0 0-164-15,0-7 24 0,0 0-328 16,0 1-380-16,0-4-44 0,-9 0-740 16,6 1 399-16,-9-1 673 0,4-2 472 0,-4-4 500 15,-4 0 152-15,4-4 764 0,-8 1-40 16,4 5 184-16,4-3-43 0,0 1 47 16,4 5-4-16,4 4-208 0,0 3 12 15,4 1-80-15,0 0-100 16,4 3 96-16,4 0 188 0,5 0 64 15,-2 0-112-15,6 0-20 0,-2 0 72 0,5-3-268 16,4 3-284-16,0-7-172 0,4 1-84 16,0 0 0-16,-1-7-12 0,1 0 0 15,4 0-204-15,-4-2-248 0,0-1-284 16,0 2-232-16,0 2-160 16,-5 3-116-16,2-1-1064 0,-13 3-3897 0,7 1-1551 15</inkml:trace>
  <inkml:trace contextRef="#ctx0" brushRef="#br0" timeOffset="-68722.247">28671 17237 1396 0,'0'0'1448'16,"0"0"6224"-16,0 0-5579 0,0 0-653 15,0 0 240-15,84 0-40 0,-65 15-516 0,-7 8-456 16,0 8-228-16,-4 5-120 0,-4 5-52 16,-4 0-108-16,0-3-104 0,-4-2-56 15,0-8-72-15,4-6-112 0,0-9-24 0,0-4-172 16,4-6-248-16,4-3-100 16,4 0 236-16,3-12 20 0,6-7 124 0,-1-6 24 15,4-5 112-15,-5 2 32 16,2-1-20-16,-10 4 112 0,6 0 88 15,-6 3 12-15,-3 2 64 0,1 8-16 16,-6 3 92-16,-3 2 64 0,0 7 96 0,0 0 112 16,0 2-76-16,0 5-212 15,0 0-60-15,-3 5-64 0,-1-2-4 0,-5 3-4 0,9-1 40 16,-4-5 80-16,4-1-124 16,0-3-100-16,0-3-36 0,4 0 124 15,9 0 12-15,-2-6 64 0,1-4-56 0,8-2-8 16,-4-4-4-16,4 0-4 15,-4 4-92-15,3 1 20 0,-2 5 80 16,-2 4 100-16,-2 2 88 0,-2 0 44 0,2 6 140 16,-5 7-28-16,-1-1-12 15,-3 1-24-15,5 6 0 0,-1-4-52 16,-5 4 0-16,1 1 100 0,0-5-52 0,4-2-124 16,-3 0-180-16,-1-1-4 0,-1-1-140 15,1-3-160-15,0-1-184 0,0-1-224 16,4 0-172-16,-3-2-244 0,6-4-836 0,-3 0-2484 15,8 0-2673-15</inkml:trace>
  <inkml:trace contextRef="#ctx0" brushRef="#br0" timeOffset="-68384.676">29619 17208 1212 0,'0'0'10145'0,"0"0"-8289"15,0 0-1180-15,0 0 96 0,0 0 512 16,0 0-116-16,-88-22-288 0,72 31-276 0,-3 7-184 15,-2 3-188-15,1 10-36 0,5 3 36 16,-2 0 40-16,6-4 68 0,-1 1-228 16,7-10-112-16,1-3-160 0,4-7-156 0,0-3-324 15,9-6 284-15,3 0 172 16,4-3 12-16,0-7 84 0,4-2 4 0,-1-7-28 0,1 0-72 16,1 3-4-16,-6 0 40 15,-2 4 48-15,-2 1 52 0,1 3 0 0,-4 8 48 16,-4 0 148-16,0 0 296 15,4 2 112-15,-4 11-212 0,0-3-136 16,-1 3-48-16,6-1-84 16,-5 1-28-16,0 0-40 0,0-4-8 0,0 1-100 0,-1-4-96 15,2-3-296-15,-1-3-184 16,4 0-168-16,-4 0-420 0,0-6-1112 0,3-7-741 0,-2 4-2959 16,3-10 3372-16</inkml:trace>
  <inkml:trace contextRef="#ctx0" brushRef="#br0" timeOffset="-67807.804">29774 17192 1292 0,'0'0'1732'0,"0"0"3704"0,0 0-3352 16,0 0-451-16,0 0-125 0,0 0-64 15,0 0-336-15,0 0-308 16,0 0-264-16,0 0 68 0,8 80 272 0,-8-61-176 16,0-6-320-16,0 0-284 15,0-4-96-15,0-6-12 0,0-3-72 0,0 0-4 16,0 0 4-16,8-3-200 0,4-6-156 0,0-4 60 15,4 0 24-15,0 1 20 0,-5-5 28 16,6 2-52-16,-1 5 36 0,-4-3 40 16,-1 6 84-16,2 5 104 0,-9 2 96 15,0 0 424-15,-4 6 184 16,4 3-40-16,-4 1-124 0,0 2-124 16,0 1-24-16,0 3-136 0,-4-4-12 0,4-1-136 15,0-3-12-15,0-1-112 0,0-7 4 16,7 4-16-16,1-4-120 0,5-4-52 15,-2-5 0-15,6-1-24 0,-2 1-16 16,1-3 76-16,0 5 48 0,-4-3 112 0,0 7 28 16,1 3 72-16,-2 0 104 15,-3 0 216-15,0 6 28 0,0 4-112 16,0-1-28-16,0 7-36 0,-1 1-172 0,2 1-208 16,-1 5 48-16,0-1 36 0,-5 3 24 15,1 4 0-15,-4-4 96 0,0 3-44 16,0 2 0-16,0-2 48 0,-7 0 4 0,-5 1 44 15,-4-1 64-15,-4 1-36 0,4-4 8 16,-8 1 16-16,4 0-40 0,-4-4 28 16,4-7 48-16,1 1 148 0,-1-3-40 0,3-7-36 15,2 0-60-15,3-2 36 0,0-4 136 16,4 0-64-16,0 0 28 0,-1-10 8 16,6 1-12-16,-1-4-280 15,4-3-100-15,0-6-180 0,4 0 112 16,12-6 20-16,-1-5-24 0,10-2-12 15,-1-3-48-15,4 0-112 0,0 1-136 0,-5 1-396 16,5 2-856-16,-12 8-2400 0,4-3-2897 16</inkml:trace>
  <inkml:trace contextRef="#ctx0" brushRef="#br0" timeOffset="-67168.672">30922 17052 2632 0,'0'0'924'16,"0"0"120"-16,0 0 4004 0,0 0-3227 15,0 0-949-15,0 0 152 0,0 0 308 0,0 0-224 16,0 0-204-16,0 0-72 0,-76-25-176 16,60 35-100-16,1 5-112 0,-2 8-148 15,-3 6-100-15,1 5 24 0,6 4 120 16,2 1 248-16,3-7-320 0,8-7-268 0,0-4-28 15,4-8-240-15,3-2-12 0,10-9 12 0,-2-2 24 16,9-9 124-16,0-8-88 0,4-4-176 16,-1-4-44-1,1-5-104-15,0 2 116 0,-7 3 128 16,-6 3 164-16,2 3 76 0,-10 6 44 0,2 1-4 16,-5 7 8-16,0 3 4 0,0 2 168 15,-4 0 128-15,0 0 144 0,0 9-64 16,0 1-208-16,3 6 76 0,-3 3-52 15,4 0-60-15,-4 0-64 0,4-3-72 16,-4 0-36-16,4-4-224 0,1-2-440 0,2 0-340 16,-3-8-508-16,4-2-940 0,5-2-2093 15,-6-8-1567-15</inkml:trace>
  <inkml:trace contextRef="#ctx0" brushRef="#br0" timeOffset="-66942.622">31264 17059 3056 0,'0'0'4892'0,"0"0"-1891"0,0 0-2009 0,0 0-520 16,-4 89 460-16,4-57 376 0,0 3-524 0,4 2-232 16,9 9 64-16,-6 1 220 15,1 3-168-15,-4 9-188 16,4-1-112-16,-8 7-132 0,0 1 8 0,-4 1-156 16,-4-4-28-16,0-6-60 0,1-3-56 15,-6-7-376-15,9-8-320 0,1-10 60 16,3-4 84-16,0-6-28 0,0-6-120 0,0-10-316 15,3-3-900-15,5-10-2409 16,1-12-355-16,-2 7 3028 0,5-24 1028 16</inkml:trace>
  <inkml:trace contextRef="#ctx0" brushRef="#br0" timeOffset="-66671.671">31380 17131 1488 0,'0'0'11005'15,"0"0"-9933"-15,0 0-1072 0,0 0-88 16,0 0 88-16,0 0 444 0,0 0-36 16,0 0-192-16,84-56-92 15,-69 53 56-15,6 3 32 0,-10 0 156 0,2 9-232 0,-5 1 28 16,-1 3-28-16,-3 0-48 0,0 1-24 16,-4 6 4-16,0-4-68 0,0 3-164 15,-8 3-60-15,-3-3 60 0,-2 3-76 16,2-3-164-16,-6 0-76 15,2 0 88-15,-6-6 316 0,6-1 24 0,-5-1 0 16,4-5-380-16,0-6-220 0,-4 0-268 16,8 0-625-16,-3-6-1475 0,-2-1-2288 0,6 1 4684 15,-10-4-432-15</inkml:trace>
  <inkml:trace contextRef="#ctx0" brushRef="#br0" timeOffset="-65333.074">31758 16919 2316 0,'0'0'1148'0,"0"0"456"16,0 0 2416-16,0 0-2960 0,0 0-376 0,0 0-155 16,0 0 63-16,0 0-120 0,0 0 40 15,0 0-140 1,0 0-80-16,0 0-12 0,0 0 112 0,0 0 180 15,4 0 220-15,-4 0-24 0,0 0-132 16,0 4-112-16,0-4-4 0,0 0-52 16,0 0-76-16,4 0-60 0,-4 0-72 15,0 0-116-15,5 0-56 0,3 0-76 0,3 0 148 16,5-6-64-16,4-1 4 0,4-5-96 0,4 1-4 16,0 3-12-16,0-6-64 0,4 1 4 15,-8 4-136-15,4 0-100 16,-9 2-84-16,1 1-52 0,-4 0-108 15,-4-1-108-15,-4 4-112 0,0 0-444 0,-4 0-1388 16,-4 0-2801-16</inkml:trace>
  <inkml:trace contextRef="#ctx0" brushRef="#br0" timeOffset="-65092.87">31842 17021 784 0,'0'0'624'16,"0"0"5832"-16,0 0-3956 0,0 0-1043 0,0 0-89 15,0 0 372-15,0 0-344 0,92 26-384 0,-60-36-456 16,0-3-396-16,-1-6-160 16,5 0-244-16,-8 0-204 0,0 0-176 0,-8 0-128 15,0 0-316-15,-4 0-876 0,-4 3-1233 0,-9 3-3211 31</inkml:trace>
  <inkml:trace contextRef="#ctx0" brushRef="#br0" timeOffset="-64843.871">31977 16459 3024 0,'0'0'420'0,"0"0"6492"15,0 0-4715-15,0 0-1137 16,0 0-96-16,0 0 308 0,0 0-228 16,32 89-336-16,-19-61-188 0,-6 4-40 15,5 6-136-15,1 3-24 0,-2 1-48 16,-3 2-76-16,0 7-100 0,-4-3-96 16,4 3-84-16,-4-1 36 0,0-2-64 0,-4-7-280 15,4 1-360-15,0-11-224 0,4-2-336 16,0-4-1152-16,0-6-2485 0,0-6-1887 15,0 0 5468-15</inkml:trace>
  <inkml:trace contextRef="#ctx0" brushRef="#br0" timeOffset="-63442.889">32495 16748 2456 0,'0'0'1616'0,"0"0"3072"0,0 0-3448 0,0 0-488 16,0 0 189-16,0 0 403 0,0 0-188 16,0 0-396-16,0 0-280 0,92 13-28 15,-76-13 128-15,0-7-132 16,4 1-124-16,-8-4-64 0,8-2-112 0,-8-2-72 0,4 0-76 15,-1-5-8-15,-2-1 0 16,-1 1-80-16,-1 3-36 0,2-3-160 16,-6 0-16-16,-3 3 24 0,0 0 4 0,-4 0 28 15,0 1 144-15,0-2 100 0,0 4-4 0,-8 1 4 16,1 3 100 0,-1-1 44-16,-5 7-20 0,6-4 124 0,-5 7-220 15,3 0-28-15,-2 0-88 16,7 0 12-16,-9 0-48 0,10 7-16 0,-5 2-52 15,0 2 56-15,-1 3-28 0,6 3 152 16,-5-1 12-16,4 3 64 0,-4 3 112 16,0-3 48-16,0 6 68 0,4 1-44 0,-4 2 4 15,1 0-16-15,-2 2-76 0,1 1-96 16,4-2-64-16,-3-1 4 0,7-2 0 0,0-4-4 16,0 0-124-16,0-5-28 0,7-5 40 15,5-3-12-15,0-2 48 0,4-2-72 16,4-1-212-16,-1-4-448 15,9 0-112-15,-3-6-352 0,6-4-956 16,-3-3-1789-16,-7 5-755 0,7-9 4248 0</inkml:trace>
  <inkml:trace contextRef="#ctx0" brushRef="#br0" timeOffset="-62339.524">32862 17481 300 0,'0'0'1720'0,"0"0"4952"0,0 0-4500 15,0 0-759-15,0 0-237 0,0 0-72 0,0 0-184 16,0 0-204-16,0 0-188 0,0 0-216 15,-8 19 0-15,16-21 24 0,-4-5 32 0,8-3 40 16,4-6-136-16,-5-2-124 0,10-5-104 16,-1-2-44-16,-1-4-60 0,-2 1-40 15,3-2 4-15,-5 2-40 0,2-4-64 16,-2 1-44-16,-2-1-140 0,2 1-100 0,-3-1 72 16,-4-3-76-16,0 3 72 15,-4 3-24-15,0-2 60 0,0 2 116 16,-4 7 100-16,0 3 152 0,0 7 12 0,0 5 100 15,0 1 104-15,0 6 96 16,0 0-48-16,0 0-12 0,0 0-76 0,0 0-164 16,0 2-48-16,0 4-52 0,0 5 24 15,-4 1 76-15,0 7 16 0,0 3 96 0,-4 4 152 16,-4 6-60-16,4-1 72 16,-3 4 60-16,2 0 36 0,-3 0-36 0,1 0-88 15,2-3 0-15,5-7-112 0,0-3-136 0,4-6-84 16,0-6-64-16,4-3 24 15,4-5 24-15,5-2 0 16,-2 0-208-16,6-7-4 0,2-7-84 0,1-3 68 16,-4-5 112-16,8 0 52 0,-4-4-60 15,0 4 24-15,-4 0 60 0,0 0 136 0,-4 3 0 16,-1-3 4-16,-2-1 4 0,-1 4 84 16,-5 0-24-16,1 6 12 15,-4 1-64-15,4 5 124 0,-4 4 28 16,0 3 36-16,0 0 4 0,0 3 60 0,-8 10-4 15,5 3-196-15,-5 3 60 0,4 6 100 16,-5 1 36-16,5 2 76 0,1 4-40 16,-1-3-12-16,4 2-48 0,0 1-116 15,0-3 68-15,0-3-188 0,0-5-160 0,4 2 12 16,3-4-112-16,2-7-124 16,-5 1-88-16,4-3-36 0,3-1-4 0,-2-3-216 15,2-6-772-15,1 0-1092 0,1 0-2057 16,-2-6-1159-16,6-6 5536 0</inkml:trace>
  <inkml:trace contextRef="#ctx0" brushRef="#br0" timeOffset="-61604.963">33468 17456 116 0,'0'0'4172'0,"0"0"1164"0,0 0-3671 15,0 0-473-15,0 0 160 0,19 80-84 16,-15-52-400-16,5 3-304 0,-5 8-188 0,0-1 8 15,-4 2-48-15,3-1 0 16,-3-1-104-16,0 0-56 16,-3-3-40-16,-1 1-124 0,0-8-4 0,0 0-8 15,-1-5-88-15,1-5 16 0,4-5-28 16,-4-3 12-16,4-4-108 0,0-3-412 16,0-3-388-16,0-3-452 0,4-3-1136 0,0-7-1317 15,1-3 1121-15,-1-6-1540 0,0 6 3956 16,3-12 64-16</inkml:trace>
  <inkml:trace contextRef="#ctx0" brushRef="#br0" timeOffset="-61396.053">33571 17437 1148 0,'0'0'964'0,"0"0"-508"0,0 0-168 16,0 0-120-16,0 0 4480 0,0 0-3244 0,0 0-720 16,0 0 300-16,0 0 469 15,0 0-621-15,64-22-388 16,-52 41-200-16,-4 3-28 0,-4 1 136 15,-4-2-60-15,0 2-128 0,0 2-24 16,-12-3-140-16,4 3 0 0,-8-6-40 0,0 4-64 16,1-4-300-16,-2-7-384 0,2 1-16 15,2-7-116-15,-2-6-305 0,2 0-963 0,2-3-1024 16,3-9-548-16,4 2 3212 0,-1-15 548 16</inkml:trace>
  <inkml:trace contextRef="#ctx0" brushRef="#br0" timeOffset="-60994.933">33790 17176 1332 0,'0'0'704'16,"0"0"-588"-16,0 0 2884 0,0 0 1260 0,0 0-2904 16,0 0-763-16,0 0-349 0,0 0-116 15,0 0-52-15,-39 80-76 0,18-68-48 16,6 1-32-16,-5-1-60 0,4-1 0 15,-4 2 8-15,4-4 108 0,0-4 24 0,5 2 140 16,-2-3 120-16,9-1 112 0,0-3-128 16,4 0-40-16,0 0-204 0,0 0-40 15,4 0-100-15,4-3-104 0,8-1 12 0,0 1 28 16,8-1-144-16,0 2 80 16,0-1 111-16,-5 3 53 0,2-3 104 0,-1 3 0 15,-5-4 0-15,2 2 4 16,-2-3 8-16,-3-1-8 0,4-2 8 15,-8-3 76-15,1-1-72 16,-5-1-4-16,-4 0 53 0,0 1 63 0,0 2-52 0,0 4 56 16,0 0 112-16,-9 2-116 15,-3 4-52-15,-4 0 208 0,-3 0-28 16,-2 0-256-16,2 6-104 0,-5-2-164 0,4-1-336 16,4 0-609-16,-4-3-1431 0,3 0-1536 0,10 0 1780 15,-9-10 2076-15</inkml:trace>
  <inkml:trace contextRef="#ctx0" brushRef="#br0" timeOffset="-59919.216">33455 15509 416 0,'0'0'1384'0,"0"0"4196"0,0 0-3636 0,0 0-920 15,0 0-484-15,0 0-167 0,0 0 39 16,0 0 24-16,0 0-24 0,49-72-156 16,-42 59 48-16,1 3 92 0,-3 4 252 0,-1 0 76 15,-4 6-196-15,0-4-52 16,0 4-32-16,0 0-56 0,4-2 24 0,-4-3-40 15,4 0-76-15,3-2-108 0,-3-6-116 0,9 1-60 16,-6-5-4-16,5 6-4 0,1-6 0 16,-2 5-4-16,-3-1-4 0,-3 8-8 15,-2 0-28-15,1 5 40 0,-4 0 0 16,4 0 8-16,-4 5 80 0,4 3 184 0,4 12-28 16,-4 2-32-16,0 3-200 0,-4 7-12 15,0 3-52-15,0-1 4 16,-4 8-52-16,-4-2-120 0,-8 6-64 15,4 1 12-15,0-5-24 0,-4 2 144 16,4-6 148-16,5-3 4 0,-2-6 64 0,1-4-56 16,8-6-4-16,-4-2 4 0,4-9-8 0,0-2-72 15,0 1 68-15,0-7-92 0,0 0 8 16,0 0 24-16,0 0-8 16,4 0 64-16,4 0-44 0,1 0 44 0,-5 4-4 15,3-2 0 1,1 4 12-16,5 1 56 0,-6 5 144 0,5 8 36 15,0 2-36-15,0 7-76 0,0-1 108 16,-4 4-108-16,4-1-60 0,4 5-56 16,-4-4 28-16,-1 3-36 0,2-1-76 15,-2 1 72-15,6-2 4 0,-6 0 64 0,2-1-52 16,-1 1 48-16,-1-5-60 0,2 4 0 16,-2-4 4-16,-7 0 60 0,4-2-4 15,-3-1-8-15,-1 1-40 0,-1 0 0 16,-3-1 36-16,0-3-44 0,0-3-4 15,-3 4-8-15,-6-4-104 0,1-4-144 0,0 1-104 16,1-3-184-16,-6-4-132 0,5-2-240 16,-3-1-408-16,-2 1-768 15,-2-7-2517-15,7 3-2315 0,-8-3 6808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1:20:03.16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definitions>
  <inkml:trace contextRef="#ctx0" brushRef="#br0">5896 5810 168 0,'0'0'796'15,"0"0"-288"-15,0 0-336 0,0 0-172 0,0 0-116 16,0 0 116 0,0 0 56-16,0 0-56 0,0 0-68 15,0 0-204-15,0 0-224 0,-8 3 276 0,8-3 8 16,0 3 96-16,0-3-80 0</inkml:trace>
  <inkml:trace contextRef="#ctx0" brushRef="#br0" timeOffset="60.529">5896 5810 508 0,'-12'12'472'15,"8"-12"-224"-15,4 0-248 0,0 0-112 0,0 0-292 0,0 0-307 16</inkml:trace>
  <inkml:trace contextRef="#ctx0" brushRef="#br0" timeOffset="1160.076">5884 5740 588 0,'0'0'496'16,"0"0"-196"-16,0 0-52 0,0 0-236 0,0 0 40 16,0 0-4-16,0 0-44 15,0 0 56-15,0 0 20 0,0 0-16 0,0 0 52 16,0-9 1308-16,0 9-344 0,0-3-180 16,0 3 48-16,0-4-36 0,0 4-120 0,0-2-92 15,0 2-80-15,0 0-24 0,0 0 24 16,4 0 65-16,-4 0-145 15,0 0-92-15,0 0-28 16,0 0-24-16,0 0 52 0,0 0-16 0,0 0 12 16,0 0-64-16,0 0-52 0,0 0 0 15,0 0 60-15,0 0 40 0,0 0 48 0,0 0 48 16,0 2-140-16,-4-2-100 0,4 4-100 16,0-1-36-16,0 0 76 0,0 6-40 15,4 1 76-15,0 3-224 0,5 2 60 16,-5 1-56-16,-1 7-28 0,5-1-12 0,-8 6 0 15,4 0 0-15,0 2-8 0,-4 1-44 16,0-2-20-16,0-4-88 0,0 1 36 16,0-8 0-16,0-5 112 0,0 1-84 15,0-9-16-15,0-2-24 16,0-3-124-16,0 0-88 0,0 0-244 16,0 0-552-16,5 0 304 0,-1-6 28 0,-4-3 228 15,3-4 204-15,1-3 36 0,0-3-128 16,0 0-16-16,-4 0-76 0,4-4 188 15,-4 8 143-15,0-4 221 0,4 2-60 0,-4-2 72 16,0 5 52-16,4 0 0 0,-4 1 49 16,4 4 79-16,4 0 116 0,-4 5-64 15,4 1 64-15,0 3 36 0,4 0-112 16,-4 0-80-16,-1 3-132 0,6 1 40 0,-5 2-44 16,-1 0 4-16,-3 4 132 15,5-1-64-15,-9 1-72 0,0-1 88 16,0 5-92-16,0-2-268 0,-9 1 12 15,5-1 12-15,-3-2 52 0,-1-1 52 0,0-2 124 16,-1-5-148-16,2 5 36 16,-1-4 112-16,0-3 16 0,0 3 60 0,0-3 68 15,0 0 16-15,0 0-4 0,0-3-132 0,4 0-8 16,-4 0 4-16,4-1 72 16,4 2 144-16,0-1-4 0,0 3-24 0,0 0-88 15,0 0-52-15,0 0 24 0,0 0-36 0,4 0-32 16,0 0 216-16,4 3-96 15,0-1-116-15,4 2 256 0,0 2-40 16,0-3-24-16,0 1 24 16,-1 2 12-16,2-3 12 0,-2 0-64 15,2 0-60-15,-5 1-52 0,3-1-64 0,-2 0-8 16,-1 3-4-16,-1-2-100 0,1-2 24 16,-4 5-204-16,5-1-328 0,-5 4-344 15,-1-4-672-15,1 0-1205 0,-4 1-2179 0</inkml:trace>
  <inkml:trace contextRef="#ctx0" brushRef="#br0" timeOffset="7905.822">7295 5810 768 0,'0'0'836'16,"0"0"-508"-16,0 0 3588 16,0 0-1368-16,0 0-1020 15,0 0-728-15,0 0 245 0,0 0 375 0,0 0-288 0,0 0-36 16,0 0 12-16,-76-13-60 0,72 13-184 16,4 0-52-1,-4 0-88-15,4 0-272 0,0 0-208 16,0-3-136-16,0 3-108 0,0 0-68 15,0 0-92-15,0 0-68 0,8 0-92 0,8 3 320 0,8 4 24 16,4 2 124-16,4-2-144 0,4-1 8 16,-1 0-8-16,1-3 36 0,0 1-40 0,-1-4-60 15,6 0-88-15,-5 0-244 0,-1-4-344 16,1 1 168-16,-8 0-196 16,0 0-284-16,-8-1-388 0,0 4-592 15,-12 0-993-15,-4 0-1935 0</inkml:trace>
  <inkml:trace contextRef="#ctx0" brushRef="#br0" timeOffset="8124.459">7362 6007 3344 0,'0'0'1460'16,"0"0"2832"-16,0 0-3000 0,0 0-711 0,0 0-1 16,0 0 332-16,0 0-160 0,0 0-228 15,0 0-192 1,0 0-120-16,-52 28 68 0,69-24 176 0,3-1 296 15,3 0-144-15,5 0-172 0,0 0-288 16,0 0-36-16,0 0-96 0,0-3-16 0,0 4-76 0,0-4-100 16,0 3 52-16,-1-3-124 0,6 3-208 15,-6 0-120-15,5-3-372 0,1 0-860 16,-7 0-1385-16,2-3-2859 16</inkml:trace>
  <inkml:trace contextRef="#ctx0" brushRef="#br0" timeOffset="9196.731">9374 4889 40 0,'0'0'1564'0,"0"0"-740"15,0 0 3416-15,-8-88-3240 0,5 59-116 16,3-1 180-16,0 5 160 0,0 0-39 0,0 3-149 0,-4 3-68 15,4 6-308-15,0-2-132 0,0 2 12 16,-4 4-20-16,4-1-144 16,-4 1-16-16,4-1-88 0,-5 4-12 0,5-1-48 15,-4 4-100-15,4 0-36 0,0 3 8 16,0-4-72-16,-4 4-12 0,4 0 52 16,0 0-52-16,-3 4 0 0,-1 2-124 0,-4 7 0 15,-5 6 12-15,2 9 100 16,-5 4-36-16,-4 6 44 0,0 7-100 0,0 2 88 15,-3 10-68-15,-5 10 20 0,-4 6-48 16,0 13 64-16,-9 9 48 16,-2 7 224-16,3 3 84 0,-4-1 4 0,4-6-68 15,5-5 116-15,-1-7-16 0,8-11-112 16,4-8-96-16,4-6 60 0,4-14-76 16,9-12-120-16,2-13-160 0,5-9-124 0,0-10-132 15,5 0-52-15,6-3-52 0,5-9 460 16,4-4-28-16,8-6 12 0,0-6-36 15,0-4-36-15,-4 1 76 0,-1 2 56 16,1 0 12-16,-4 8-8 16,0 2-60-16,-4 6 20 0,-4 1 0 15,-4 6 52-15,4 0 4 0,-8 3 44 0,4 3 152 16,-4 3-16-16,4 7 116 0,0 3-212 16,-4 3 72-16,3 7 12 0,-7 5-36 15,5 7-40-15,-1 10 40 0,-4 5-12 16,0 8 60-16,-9 8-12 0,2 1-172 0,-1 7 0 15,0 2-12-15,0 1-124 0,4 5 76 16,-4-2 0-16,8 3-4 0,-4-4 60 16,4-3 0-16,0-3 4 0,4-3 4 15,0-6-4-15,4-7 12 0,4-2 0 16,-4-11-12-16,3-2 0 0,6-7-12 0,-2-7-96 16,2-2-176-16,-1-4-36 15,-4-6-140-15,3 1 88 0,-2-4-188 0,-2-3-888 0,2-1 120 31,-6-2-344-31,5-1-13 0,-8-3-643 0,5 1-1696 0</inkml:trace>
  <inkml:trace contextRef="#ctx0" brushRef="#br0" timeOffset="10143.618">10642 4791 1904 0,'0'0'1032'16,"0"0"5420"-16,0 0-4295 0,0 0-505 0,0 0 400 16,0 0-328-16,0 0-684 0,0 0-140 15,0 0-40-15,0 0-284 16,-84 6-224-16,60 7-72 0,0 0-120 0,5 6-64 16,-6 3-36-16,5 3-48 15,1 3-8-15,2 4 8 0,2 10 0 16,2 2 52-16,-2 5-56 0,2 3 64 15,2 6 24-15,3 2-36 0,-4 3 28 16,4 8-28-16,0 2-56 0,-4 0 0 0,4 6 117 16,0 0 27-16,4 1-76 0,-4-1-60 15,4 1 36-15,0-1-48 0,0 0 60 16,4 4 12-16,0-3-60 16,0 2 72-16,0-3-40 0,0 0-44 0,4 4-4 0,4-6-96 15,4 2 40-15,-4-6-24 0,4 3-12 16,4-3 92-16,-1 0-56 0,6 0 56 15,-1-3-72-15,-1-4 4 0,1 2-61 16,5-8-15-16,-1-10 16 0,-1-2 24 0,1-6-160 16,4-9-76-16,-4-3 16 0,4-5-344 15,0-6 72-15,-5-3-140 16,5-6-412-16,4-3-276 0,-4-5-388 0,4-2-636 16,-8 0-701-16,12-9-2435 0</inkml:trace>
  <inkml:trace contextRef="#ctx0" brushRef="#br0" timeOffset="11035.729">11096 4594 3116 0,'0'0'912'15,"0"0"4384"-15,0 0-3952 16,0 0-55-16,0 0-21 0,0 0-176 0,0 63-20 15,0-43-228-15,-4 1-256 0,0 5-164 16,0 6-176-16,0 3 0 0,0 3-48 0,-4 6-4 16,4 0-84-1,-4 5-112-15,0-2-48 0,0-3-48 0,0 2-92 0,4-6-72 16,0-2-72-16,0-3-380 16,4 0-92-16,-4-7-180 0,4 2-588 15,0-5-696-15,0 0-1033 0,0-12-2155 0,0 6 3436 0</inkml:trace>
  <inkml:trace contextRef="#ctx0" brushRef="#br0" timeOffset="11591.964">11566 5467 692 0,'0'0'1148'16,"0"0"4200"-16,0 0-4216 0,0 0-176 0,0 0-244 15,0 0 64-15,0 0 165 0,0 0-185 16,64 69-52-16,-52-52-160 0,-1-2-60 0,2 5-140 16,2-5-92-16,2 5-64 15,-2-1-176-15,5 0 104 0,1 0 8 16,2-3 0-16,-3 3-124 0,4 0-76 0,-5 0 12 15,6 0-36-15,-1 0-176 0,-4 0-284 16,3 6-368-16,1 1-220 0,0-1-721 0,-3 4-1111 16,2-4-2124-16</inkml:trace>
  <inkml:trace contextRef="#ctx0" brushRef="#br0" timeOffset="11977.699">12279 6169 652 0,'0'0'380'0,"0"0"-372"0,0 0-8 0,0 0 704 16,88 76 260-16,-68-54-180 0,0-3-224 15,-1-2-144-15,1 2-168 0,-3-7 2772 0,-2 4-1492 16,-2-3-636-16,2-1-244 16,2 1 213-16,-2-1-13 0,1-2-388 0,4 2-320 15,0 1-88 1,0 4-44-16,0-2 56 0,0 2-60 0,0-2 4 0,3 1-4 16,-6 3 4-16,2-3 4 15,-3 0-4-15,5-1 84 0,-6-2-28 0,1 0-64 16,0-1-88-16,0-2-76 15,0 3-52-15,0-3-308 0,0-1-144 0,0 0-313 0,-1 5-179 16,-2-6-8-16,2 5 80 0,2-3 8 16,-6 3 1080-16,6-5 156 0,-2 3 1040 15,5-5 168-15,-8 4-60 0,4-1-79 16,-4-3-289-16,4 4-348 0,-4-4-168 0,0 0-204 16,0 4-200-16,4-3-16 0,-4 5-4 15,0 1-52-15,-1-1 56 16,6 4 0-16,-2 3 0 15,1-2-12-15,1 1 0 0,2 1 4 16,1-3 0-16,0-3 4 0,0-3-48 0,0-4-8 16,0-3-388-16,0-3-728 0,-4 0-565 15,-4 0-1371-15,8 0-2784 0</inkml:trace>
  <inkml:trace contextRef="#ctx0" brushRef="#br0" timeOffset="12292.421">13833 6722 8808 0,'0'0'4757'15,"0"0"-4461"-15,0 0-296 16,0 0 0-16,0 0 76 0,0 0 672 0,-12 78 172 15,8-49-116-15,-4 3-144 0,0 3-224 16,4 3-188-16,-4 3-112 0,-4 3 0 0,4 4 12 16,-3-4-60-16,-2 4-20 15,1 0-64-15,5-6-8 0,-2-5 4 0,1-1-8 16,1-5-4-16,3-2-48 16,0-7-100-16,0 0-88 0,-1-6-112 15,5-1-264-15,0-1-228 0,0-7-128 0,0 1-324 16,0-2-1296-16,0-2-2649 0</inkml:trace>
  <inkml:trace contextRef="#ctx0" brushRef="#br0" timeOffset="16532.229">14283 4721 652 0,'0'0'8748'0,"0"0"-6735"15,0 0-973-15,0 0 716 0,0 0-492 0,0 0-44 16,88 47 24-16,-56-21-308 0,4 6-360 0,3 6-160 15,-3 7-96-15,5 7 156 0,-6 7 0 16,-3 5-100-16,0 2-132 0,-4 7-99 16,0 0-25-16,-5-1-80 0,-3 2-40 0,1 1-8 15,-10-1-68-15,6-1 68 0,-6-1 0 16,1 2-4-16,0 2-72 0,-8 1-1 16,4 2-15-16,-8 1 28 15,0-5-48-15,0 5-40 0,-4-4-56 0,-4 3-80 16,1 0-56-16,-10 1 0 15,6-1-16-15,-6-2 96 0,6-5-32 0,-6-2 32 16,2-6 28-16,-2 0-28 0,2-10 84 16,-1-1 52-16,0-5 76 0,0-7-176 0,-5 0-24 15,2-6 0-15,3-2 36 0,0-5-52 16,0-3-452-16,0-9-204 16,0 0-128-16,1-4-472 0,-2-2-421 0,9-7-2011 15,-12-3-504-15</inkml:trace>
  <inkml:trace contextRef="#ctx0" brushRef="#br0" timeOffset="18245.464">11666 6859 2996 0,'0'0'2096'0,"0"0"-364"0,0 0 2817 16,-80 40-3149-16,56-24-152 0,0 0-200 15,4 3-152-15,0-3-68 0,1 3-144 16,6 3-40-16,1 0-76 0,1 3-88 0,6 7-112 16,1-1-52-16,4 8 4 0,0 2-28 15,4 4-36-15,9-1-84 16,2-2-16-16,1-7-56 0,4-1-92 0,-4-5-4 16,4-6 0-16,-4-5-4 15,4-5 0-15,4-4-8 0,-1-2-80 16,1-4 88-16,4-3 0 0,4 0 0 0,0-7-4 15,0-3-8-15,4-1-36 0,-1-6-24 16,2-1 0-16,-1-8-88 0,-4 1-60 16,-1-4 24-16,1 1 76 0,-4-8-4 0,0-2 28 15,-5 1-28-15,-2-2 52 0,-1-3 12 16,-5 5-28-16,-2-3 76 0,-2 0 12 16,-7 3 48-16,-4 2 64 0,-7-1 36 0,-5 5-76 15,-12 3 36-15,0-1 64 0,-4 3-112 16,-4 4-60-1,-4 3-32-15,1-1 28 0,-1 8-112 0,-1 3 52 16,-2 5-44-16,3 4-124 0,-4 0-24 16,-4 13-224-16,4 4-100 0,1 5 12 15,2 3-440-15,2 4-776 0,11-8-1216 16,-4 21-3285-16</inkml:trace>
  <inkml:trace contextRef="#ctx0" brushRef="#br0" timeOffset="19113.855">15857 4968 628 0,'0'0'4256'0,"0"0"-2564"0,0 0 104 16,0 0-1124-16,0 0-168 15,0 0 2397-15,0 0-1461 0,0 0-340 16,0 0-28-16,12 70-44 0,-12-44-172 16,0 2-104-16,0 4-164 0,0 0-72 15,0 6-124-15,4 3 0 0,0 8-100 16,0 3 24-16,0 9-24 0,0 9-36 0,0 6-39 15,0 7-9-15,-4 8-204 0,0 2 104 16,0 8-96-16,-8 1 84 16,4 2-88-16,0 5 80 0,0-1-76 0,0-7-12 15,0 5-52-15,0-8-56 0,0-1 108 16,0-1-12-16,4-6-72 0,-4-2 36 16,4 1 40-16,0-3-52 0,0 3-28 15,8-4-80 1,4-2 23-16,-4-3 9 0,4-11-44 0,-4-3 8 15,0-5-84-15,0-7-60 0,-4-7-100 0,4-2-12 0,-5-3 48 16,1-5 0-16,1-2-100 0,-1-6-212 16,0 0 84-16,0-8 172 0,0-2-48 0,-4-2-212 15,3-9-376-15,1-3-336 0,-4-5-412 16,5 0-753-16,-5-5-2067 0</inkml:trace>
  <inkml:trace contextRef="#ctx0" brushRef="#br0" timeOffset="27092.117">12682 4781 5428 0,'0'0'5088'0,"0"0"-1987"16,0 0-2061-16,0 0-372 0,0 0 392 15,0 0 136-15,0 0 28 0,-80-34-96 16,64 43-544-16,0 7-328 0,-3 9-24 0,-2 7 12 15,-3 12 24 1,4 7 181-16,1 6-133 0,-2 7-144 0,10 0-52 16,-2-5 48-16,9-4-60 0,4-8-108 0,0-14-180 15,0-8 0-15,8-13 32 0,5-2 16 16,-2-7 132-16,2-3 0 0,6-6 108 16,1-7-20-16,4-10-88 0,4-4-264 15,0-9-161-15,-4-5-51 0,4-5-108 0,0 2 20 16,-4-3 188-16,-4 6 192 0,-5 0 96 15,-3 2 88-15,-3 4 0 0,-6 5 124 16,-3 3 24-16,0 5-28 16,-7 3 52-16,2 6-12 0,1 4 24 0,0 3-64 15,4 2-24-15,0 4-96 0,0 0-16 16,0 4 4-16,0 9-220 0,8 2 232 16,1 11 208-16,-6 2-12 0,1 11-84 15,0 1 32-15,-4 5-48 0,0-1 16 0,0 4-64 16,0-6 48-16,0-2 4 0,0-7-100 15,0-11-172-15,0-3-48 16,4-10-204-16,0 1-324 0,5-7-292 0,-2 0 164 0,1-3-1312 16,-4 0-944-1,8 0-2565-15</inkml:trace>
  <inkml:trace contextRef="#ctx0" brushRef="#br0" timeOffset="27330.941">12992 5185 10376 0,'0'0'1557'0,"0"0"-813"0,0 0 444 0,0 0 64 0,0 0-260 15,0 0-352-15,0 0-340 16,0 0-124-16,0 0-40 0,0 0 48 16,68 72-60-16,-68-52 140 0,4-1-116 0,-4 2 0 15,0 2-148-15,-8 3-104 0,4-7-108 16,-3-1-456-16,-2-5-228 0,5-3-40 0,0-10-96 15,0 0-460-15,0-3-2505 16,1-13-3323-16</inkml:trace>
  <inkml:trace contextRef="#ctx0" brushRef="#br0" timeOffset="27478.426">13040 5001 12925 0,'0'0'1804'16,"0"0"-1260"-16,0 0 60 0,0 0 224 15,0 0-304-15,0 0-288 0,0 0-236 16,0 0-236-16,80-33-452 0,-60 31-668 0,-1-3-660 16,-2 5-2313-16,2 0-4479 0</inkml:trace>
  <inkml:trace contextRef="#ctx0" brushRef="#br0" timeOffset="27724.779">13395 5261 6712 0,'0'0'872'16,"0"0"-664"-16,0 0 920 15,0 0 396-15,0 0-467 0,84 82-453 0,-69-59-16 16,-2-1-24-16,-2 3 112 0,1 4-132 16,-3-1-204-16,-6 0-24 15,-3 8 36-15,0-4-48 0,-3 2 32 0,-6 5-68 0,-3-5-80 16,-4-2-112-16,0-1-28 0,0-4-48 15,4-9-40-15,1-5-12 0,2-7 4 0,-2-6-176 16,-1-3-748-16,0-13-76 16,0-6 20-16,-1-9-524 0,2 6-1417 0,-6-33-2007 0</inkml:trace>
  <inkml:trace contextRef="#ctx0" brushRef="#br0" timeOffset="27870.771">13315 5010 12057 0,'0'0'1728'0,"0"0"-1084"0,0 0 152 0,0 0 340 0,104-44-652 16,-68 27-456-16,3 2-28 0,1-2-188 0,8-2-188 15,0 0-520-15,0 4-732 0,-17 5-2329 16,14-9-2975-16</inkml:trace>
  <inkml:trace contextRef="#ctx0" brushRef="#br0" timeOffset="32609.004">17897 6213 2612 0,'0'0'6244'0,"0"0"-5376"16,0 0 473-16,-40-70 367 0,28 55 32 0,0-2-304 15,-3 4-232-15,2 4-360 0,2 4-92 16,-6 5 196-16,2 0-216 0,-5 14 0 16,-5 10-200-16,-6 7-239 0,-1 13-145 0,0 4 68 15,0 10 52-15,0-2-28 0,8 2-116 16,5-5-124-16,2-1-72 0,6-5-40 16,7-12 28-16,4-7 84 0,0-6-4 0,8-9-92 15,3-7 48-15,6-6-48 16,2 0 8-16,5-12 76 0,8-7-60 15,4-6-208-15,4-7-157 0,0-3-147 0,-5-4 144 16,6 1 52-16,-9 0 168 0,-9 3 84 16,-3 4 52-16,-4 2 84 0,-8 4 4 15,-4 2 80-15,0 4-80 0,-4 3 108 16,0 7 120-16,0 6 0 0,0 3-32 16,0 0-192-16,4 12-8 0,0 4 156 15,0 9 64-15,-1 5-48 0,6 1 60 16,-1 7-52-16,0 0-180 0,0 0 0 0,0 0-24 15,0-2-48-15,3-8-172 16,-2-6 36-16,3-6 28 0,-5-7-76 16,6-2-124-16,-5-4-280 0,-5 0-632 15,5-3-696-15,-3 0-820 0,-1 0-1845 0,0-9-1787 16</inkml:trace>
  <inkml:trace contextRef="#ctx0" brushRef="#br0" timeOffset="32803.835">18248 6547 10604 0,'0'0'1649'0,"0"0"-717"16,0 0 680-16,0 0 64 0,0 0 76 0,0 0-512 15,0 0-588-15,0 0-336 0,23 63-84 16,-19-41-112-16,1 5 4 0,-1-2 20 0,-4 2-144 16,0 3-48-16,0-2-132 0,0-3-116 15,0-2-180-15,0-5-232 16,0-5 8-16,0-2-104 0,0-11-664 15,0 0-1236-15,4 0-1433 0,0-7-791 0</inkml:trace>
  <inkml:trace contextRef="#ctx0" brushRef="#br0" timeOffset="32978.481">18299 6400 6400 0,'0'0'6649'16,"0"0"-5025"-16,0 0-424 0,0 0 312 15,0 0-300-15,0 0-412 0,80-66-640 0,-56 60-160 16,0 2-208-16,0 2-272 0,0 2-212 16,0 0-536-16,-1 0-628 0,-3 2-1124 0,-3 8-3501 15</inkml:trace>
  <inkml:trace contextRef="#ctx0" brushRef="#br0" timeOffset="33211.466">18705 6639 6596 0,'0'0'2428'0,"0"0"-1096"0,0 0-95 16,0 0-21-16,0 0-448 0,84 53-148 16,-67-34-36-16,2 11-104 0,-2-2-40 15,-2 3-116-15,1 4-80 0,-4 7-68 0,-4-4-4 16,-4 6-72-16,-4 1-48 0,0 0 108 16,-8 2-24-1,-8 0-8-15,0 1 80 0,-3-4-84 0,-5 1-112 16,-1-8-12-16,5-7-72 0,1-5 8 15,6-9 56-15,2-10-128 0,3-6-224 16,4-3-332-16,-5-13-288 0,6-9-184 0,-5-8 32 16,4 8-780-16,-4-29-2289 0</inkml:trace>
  <inkml:trace contextRef="#ctx0" brushRef="#br0" timeOffset="33385.748">18670 6400 12377 0,'0'0'1668'0,"0"0"-1020"16,0 0 56-16,0 0 480 0,108-41-388 0,-69 32-500 15,1-1-296-15,4 4-272 0,-4-4-188 16,-1 3-656-16,2 1-828 0,-18 6-2097 16,5-2-3107-16</inkml:trace>
  <inkml:trace contextRef="#ctx0" brushRef="#br0" timeOffset="33686.068">20088 5934 17789 0,'0'0'2264'0,"0"0"-2092"15,0 0-48-15,0 0-64 0,0 0 172 0,-92 70 316 16,61-23-220-16,-1 11-132 16,0 8 157-16,0 7 263 0,0 7 60 0,4-4-348 15,0 4-256-15,0-8-72 0,9-6-84 16,3-4-24-16,8-15 24 0,8-6-40 0,0-9 4 0,11-13-12 16,10-4-72-16,3-5 80 15,4-10-92-15,8-3-196 0,-1-10-197 0,1-6-243 16,0-6-532-16,-8-4-1012 15,0 1-1868-15,-12 6-1149 16</inkml:trace>
  <inkml:trace contextRef="#ctx0" brushRef="#br0" timeOffset="33858.337">19774 6407 13033 0,'0'0'2180'15,"0"0"-1540"-15,0 0-452 0,0 0 280 16,0 0 344-16,0 0 496 0,0 0-532 0,0 0-360 15,80 38-72-15,-37-38-64 0,5 0-256 16,0-3-24-16,0-4-144 0,-1-2-324 16,-2 2-500-16,-2 1-268 0,-7 0-676 0,-8 3-2180 15,3-4-2793-15</inkml:trace>
  <inkml:trace contextRef="#ctx0" brushRef="#br0" timeOffset="34382.422">20821 5794 10965 0,'0'0'2208'0,"0"0"-1052"0,0 0 144 15,0 0 192-15,112 6-252 0,-61-6-308 0,2-6-292 16,3-3-312-16,0-8-72 0,-5 5-40 16,1-4-216-16,-4-2-168 0,-5 1-116 15,-3 1-204-15,-8 4-384 0,-4-1-224 0,-8 0-424 16,-8 7-1208-16,-4 3-1941 16,-13 3-1859-16</inkml:trace>
  <inkml:trace contextRef="#ctx0" brushRef="#br0" timeOffset="34610.866">21108 5826 4456 0,'0'0'2888'0,"0"0"-464"15,-4 72-423-15,4-34 3 0,0 11-308 16,-8 11-376-16,1 4-464 0,-6 5-336 16,2 5-112-16,-6 5-52 0,2-3-120 0,-2 1-92 15,2-2-20-15,-2-5-76 0,2-7 64 16,7-5-76-16,-4-8-36 0,8-8-96 0,0-11-64 15,4-8-48-15,0-8-52 16,0-9-84-16,4-6-136 16,4 0-80-16,4-11-248 0,4-9-548 15,0-5-928-15,-1-7-569 0,2 7-1475 0,2-23-932 0</inkml:trace>
  <inkml:trace contextRef="#ctx0" brushRef="#br0" timeOffset="34902.088">21212 5896 7916 0,'0'0'2268'0,"0"0"-1223"0,0 0-725 0,0 0 308 16,0 0 816-16,0 0-136 0,-9 76-216 15,6-41-388-15,3 3-116 0,-4 9 16 16,4 1-8-16,-4 9-252 0,0 7-76 0,0 3-20 15,-3 2-124-15,-2 1-112 16,1-1-24-16,-3-1-52 0,2-2-20 16,1-8-140-16,-3-8 80 0,3-5-68 15,3-9-44-15,1-9 8 0,4-7-84 16,0-9-56-16,4 0-156 0,5-11-68 0,-2 0 20 16,5-6-12-16,1-7-192 0,-2-4-656 15,-3 2-1089-15,4-14-2291 0</inkml:trace>
  <inkml:trace contextRef="#ctx0" brushRef="#br0" timeOffset="35105.041">21177 6388 9652 0,'0'0'2925'0,"0"0"-1433"0,0 0-644 15,0 0 220-15,0 0 60 16,0 0-148-16,0 0-56 0,86-29-324 0,-49 23-84 0,3 0-4 15,-1-5-100-15,6 6-204 0,-2-4-208 16,5-2-220-16,-8 5-340 0,-1-1-416 16,-3 1-196-16,1 3-328 0,-10 3-1092 15,-7-3-2321-15,0 3-3179 0</inkml:trace>
  <inkml:trace contextRef="#ctx0" brushRef="#br0" timeOffset="35859.128">21762 6654 7460 0,'0'0'2992'0,"0"0"-1367"0,0 0-653 0,0 0 60 16,0 0 432-16,0 0-196 0,0 0-236 15,-12 89-392-15,12-54-172 0,0 6-60 0,0 4 168 16,3 6 132-16,1 3-268 16,-4 3-164-16,0 6-44 0,0 1-12 0,0 2-75 0,-4-2-21 15,-3-6-124-15,3 1-36 16,0-7-173-16,0-1-71 0,-5-11 36 15,9-1-24-15,-3-11-120 0,3-6-112 0,0-5-212 16,0-12-112-16,0-2-152 16,0-3-16-16,3-5-316 0,6-11-200 15,-5-1 196-15,4-8-513 0,-4 6-607 0,3-20-1516 16</inkml:trace>
  <inkml:trace contextRef="#ctx0" brushRef="#br0" timeOffset="36134.653">21798 6788 6504 0,'0'0'2920'15,"0"0"-1704"-15,0 0-855 0,0 0 207 0,0 0 252 16,0 0-116 0,79-64-220-16,-59 64-296 0,-3 0 272 15,2 0 260-15,-6 10-316 0,2 3-256 0,-7-1 68 16,0 4-92-16,0 0 16 0,-8 3-28 0,0 0-24 15,0-3-36-15,-12 6-52 16,0-3 0-16,-3 1-8 0,-2 2-56 0,-3-3 52 0,1-3-48 16,-6-1 8-16,5-5-8 15,1-4-216-15,-1-3-192 0,8-3-148 0,-4 0-248 16,8-9-708-16,0-4-837 16,3 4-1467-16,1-14-428 0</inkml:trace>
  <inkml:trace contextRef="#ctx0" brushRef="#br0" timeOffset="36708.018">22247 6309 9672 0,'0'0'1637'0,"0"0"-393"0,0 0-248 0,0 0 412 0,28 79-240 16,-24-50-140-16,1 6-208 15,-5-1-192-15,0 8-36 0,0 2 56 0,-5 1 280 16,-2-3-548 0,-1-2-248-16,-9 2-132 0,2-1-56 0,-1-4-40 15,0-4-88-15,0-1-72 0,0-7-108 0,4-6-4 0,8-6 84 16,0-7 140-16,0-3-40 15,4-3-148-15,0 0-52 0,0-3 16 0,0-8 132 16,4-1-36-16,4-3 136 0,1-5 12 16,2 1 116-16,1-6-4 0,0-1 0 15,0 1-40 1,4 0-8-16,0 3 56 0,-4 6 4 0,4 2-8 16,-4 6 8-16,4 4 48 0,-5 2 128 15,-2 2 72-15,2 0-76 0,-3 2-100 0,-3 2-60 16,-1 2 0-16,-4 3 0 0,0-2 48 15,0 3-60-15,-9-1-4 0,-2 4-96 0,-1-1-120 16,-8 1-92-16,-1-1 28 0,-2 5-92 16,-1-5 104-16,4-3 96 0,0 1 120 15,4 1 56-15,5-6 112 16,-2 1 12-16,9 1 52 0,4 0 20 0,0 1-32 16,4-1-140-16,4 5-24 15,8-1-48-15,0-2 48 0,4 3 72 0,4 1-8 16,0 0-16-16,4 0 16 0,-5-1 284 15,5 1-184-15,-4-1-164 0,1 1-100 16,-1-3-160-16,-5 0-376 0,5-1-492 0,-4-3-1660 16,-4 1-1981-16,4-1-2099 0</inkml:trace>
  <inkml:trace contextRef="#ctx0" brushRef="#br0" timeOffset="37829.892">23284 4778 4984 0,'0'0'4476'0,"0"0"-3432"0,0 0-319 0,39-67 327 0,-18 42 20 0,-1-1-132 16,-1 1-344-1,5 0-228-15,-3-1-132 0,2 1-220 16,1 2 184-16,-4 4-88 0,-4 4-104 15,0 2-8-15,-5 3-4 0,-7 8 0 16,5-2-60-16,-9 4 16 0,0 0-80 0,0 4 92 16,0 8 36-16,0 8 328 0,0 7-128 0,-4 5-76 15,-5 13-20-15,-2 2-40 0,-1 7-64 16,-4 10-12-16,1 6-104 16,-6 3-36-16,-7 3 40 0,4 6 36 15,-8 5 76-15,4-2 88 0,0-5-4 0,9-8-80 16,-1-11 272-16,12-10-4 0,4-13-72 15,4-10-200-15,0-11-100 0,4-8 52 0,8-9-28 16,0 0 76-16,4-9-64 0,4-8-208 16,3-5-36-16,5-6-80 15,0-5 188-15,0 5 84 0,-4 3 116 16,0 0 104-16,-8 8 8 0,-4 5 140 16,-8 6-16-16,0 6-32 0,0 0 24 15,-4 6 72-15,0 4 308 0,0 2-60 0,4 7-312 16,-1 3-228-16,10 8-4 0,-5-3 180 15,7 9-176-15,2 2-8 0,3 0 8 0,-5 6-4 16,2 4 96-16,-2 3 12 0,-2 5 72 16,-2 2-12-16,-7 5 0 0,0 1 96 15,-4 2-44-15,-4-3 116 0,-4 5-144 0,-8-2-120 16,4-2 32 0,-4-1-20-16,4 1-80 0,-3-8-8 15,2-1 12-15,2-8-4 0,-2-2-8 0,6-4-8 16,3-5-56-16,-4-8 52 0,8 0-60 15,0-2 24-15,0-4 40 0,0-6-4 16,0 3 0-16,0-3 0 0,0-3-40 0,0 0 40 16,0-1 8-16,0-3 0 15,0 1 4-15,0 0-8 0,0-1-88 0,-4-3-16 16,-1 1-36-16,1-1-20 0,1-3 20 16,-1 0 60-16,0-3-48 0,0 0-20 15,0 0 32-15,-4 0-24 0,0-3-24 16,-4-3-164-16,0-4 28 0,4 1-88 15,-7 3-252-15,2-7-416 0,-6 4-312 16,2-4 284-16,6 2-1913 0,-13-3-2739 0</inkml:trace>
  <inkml:trace contextRef="#ctx0" brushRef="#br0" timeOffset="42245.564">3697 8651 4528 0,'0'0'1800'0,"0"0"3801"0,0 0-3569 16,16 67-892-16,-16-35 220 0,0 6 192 16,0 6-48-16,0 4-356 0,-5 3-1088 15,5 3 768-15,0 4-548 0,0 8-147 0,0 7-21 16,0 2-4-16,5 6-96 16,-1 1 108-16,-4-3-36 0,0 1-20 0,0-4-64 15,0 0 0-15,-4 0 0 0,-4-2-64 16,-4-5 4-16,4-2 12 0,-4-8-12 0,4-4-60 15,0-7-76-15,4-7-157 16,1-3-119-16,-2-9-16 16,1-4-28-16,4-3-316 0,0-6-92 15,4-3-476-15,1-7-180 0,6-3-564 16,-7 1-885-16,12-4-2063 0</inkml:trace>
  <inkml:trace contextRef="#ctx0" brushRef="#br0" timeOffset="44012.53">4589 9064 2752 0,'0'0'520'15,"0"0"4008"-15,0 0-2688 0,0 0-355 0,0 0-213 16,0 0-136-16,0 0-20 16,0 0-196-16,0 0-444 0,0 0-360 0,-11 52 112 15,7-18 196-15,4 10 112 0,-5 7 168 0,5 13 12 16,-4 6-148-16,0 8-68 0,-3 5-60 15,-1 3-132 1,-5 3-164-16,2 0-144 0,-6-6-52 0,10-7-8 16,-5-10-16-16,12-14 28 15,0-11-24-15,4-13-24 0,8-12 8 0,0-3-72 0,7-7-72 16,6-6 100-16,3 0 124 0,0-9-56 16,3-10-120-16,1-7-36 0,0-6-148 0,4-3-64 15,-1-5 0-15,1-9-76 16,1-4-88-16,-1-1-40 15,-1-7 28-15,-3 1-172 0,0-6 8 0,-4 2-40 16,-4-3 120-16,-5 0 52 0,2 4 176 16,-10 0 208-16,2 5 48 0,-6 10 95 15,1 4 113-15,-4 9 253 0,0 7-33 0,-4 5 316 16,0 8-20-16,0 5 72 0,0 7 200 16,0 0-256-16,0 3-88 0,0 0-168 15,0 3-24-15,0 7-76 0,0 3 64 0,0 5 12 16,0 8 116-16,-4 8 68 0,0 8 100 15,0 5-4 1,0 4-76-16,-3 9-24 0,-6 3-148 0,2 5-100 16,-6 1-124-16,2 1-60 0,-6 0-40 15,6 0 32-15,-1-10-116 0,4 1 28 16,4-11-40-16,3-5-232 0,2-8-412 0,3-4-188 16,3-8-604-16,2-6-1124 0,11-13-2929 15</inkml:trace>
  <inkml:trace contextRef="#ctx0" brushRef="#br0" timeOffset="44354.242">5358 9925 5956 0,'0'0'6749'0,"0"0"-5729"0,0 67-816 0,0-35 24 0,-3-1 516 16,-1 4 632-16,0-3-268 0,4-1-476 15,-5-2-360-15,5-7-100 0,0-2-124 16,0-5-48-16,5-5-16 0,3-4 8 15,-1-3 4-15,6-3 4 0,2-3 52 16,6-6-52-16,-2-8-8 0,9-5-68 16,-4-3-72-16,0 0-100 0,0 2 28 15,-5 1 84-15,2 9-28 16,-10 1 4-16,2 8-12 0,-5 4 80 0,-5 0 92 16,5 0 8-16,1 10 152 0,-5 3 40 15,3 6-40-15,-3 0-156 0,4 3-4 16,1 0-88-16,-5 3 80 0,3-2-76 0,-3 3-52 15,0-5-128-15,0-1-244 16,0-1-100-16,4-4-44 0,-4-5-320 0,4-4-992 16,0 0-2269-16,4-6-1375 0</inkml:trace>
  <inkml:trace contextRef="#ctx0" brushRef="#br0" timeOffset="44723.253">6494 9106 1356 0,'0'0'7308'16,"0"0"-6000"-16,0 0-716 0,0 0 237 16,-84 6 1191-16,65 0-68 0,2 7-532 0,1 0-576 15,1 6-360-15,3 6-176 0,-1 11 76 16,2 4 8-16,-2 11 148 0,6 6 144 16,-5 7-148-16,-1 3-108 0,2 2-128 0,-1-2-115 15,4 0-77-15,0-4-32 16,4-8-32-16,0-8-40 0,4-6-8 0,8-9 0 15,0-7-84-15,4-2-117 0,7-8-111 16,-2-2-196-16,3-4-144 16,3-2-164-16,-2-4-424 0,3-3-696 15,-9 0-1964-15,5-3-2345 0</inkml:trace>
  <inkml:trace contextRef="#ctx0" brushRef="#br0" timeOffset="44956.789">6777 9360 5776 0,'0'0'6849'16,"0"0"-4649"-16,0 0-1104 16,0 0 144-16,0 0 604 0,0 0-304 0,88 12-564 15,-64-9-587-15,4 1-229 0,-1-4-160 16,6 0 0-16,-2-4-148 0,1-2-253 0,0 0-135 15,0-4-316-15,-4-3-276 0,-5 4-604 16,-3-4-588-16,-3 4-1492 0,-10-4-1405 16</inkml:trace>
  <inkml:trace contextRef="#ctx0" brushRef="#br0" timeOffset="45174.121">6921 9379 4560 0,'0'0'128'0,"0"0"2384"0,-32 70-84 15,23-38-403-15,1 9-245 0,1 0 132 0,-1 6-96 16,-5 0-664-16,6 5-412 0,-5-1-200 0,-1 2-160 16,2-2-64-16,-6 0-96 15,2-3-84-15,2 0-128 16,-2-8-4-16,2-4-4 0,6-5-60 0,-5-5-100 16,8-4-168-16,1-6-336 0,3-6-60 15,0-8-40-15,3-2-180 0,5-2-372 0,4-8-88 16,0-9-468-16,0 3-921 0,4-16-1863 15</inkml:trace>
  <inkml:trace contextRef="#ctx0" brushRef="#br0" timeOffset="45660.212">6992 9464 1212 0,'0'0'9104'0,"0"0"-7595"0,0 0-857 0,0 0 24 0,0 0 724 16,0 0 160-16,-20 70-184 15,16-38-484-15,-4 3-316 0,0 7-108 0,0-2-64 16,0 8-48-16,-4 3-100 0,5-1-96 15,-10 1-64-15,6 0-88 16,-2 0 0-16,-2-7-8 0,2-2-12 0,2-1-60 0,-6-6 24 16,6 0-40-16,3-6-80 15,0-8-28-15,-1-2-64 0,6-2-32 16,3-9-64-16,0-3-136 0,0-3-100 0,0-2-76 16,7-2-404-16,2-8-252 0,3-3-540 15,-1-6-829-15,2 4-1623 0,2-17-1248 16</inkml:trace>
  <inkml:trace contextRef="#ctx0" brushRef="#br0" timeOffset="45841.396">6936 9857 2216 0,'0'0'8552'16,"0"0"-6879"-16,0 0-757 0,0 0 12 0,0 0 312 0,0 0-124 15,0 0-44-15,0 0-108 0,88-8-340 16,-64 2-268-16,8-1-136 0,0-3-96 0,-1 1-124 15,-3-4 0-15,0 1-268 0,0-1-420 16,-5 0-336-16,2 0-328 0,-5 4-956 16,-9-1-2977-16,10 1-3223 0</inkml:trace>
  <inkml:trace contextRef="#ctx0" brushRef="#br0" timeOffset="46156.942">7303 10083 8976 0,'0'0'4873'15,"0"70"-4249"-15,0-31-460 0,-4 8 292 16,0 10 828-16,-4 4 8 0,3 2-328 0,1 0-248 15,4 1-252-15,-3 0-156 0,3-4-152 16,0 0-44-16,-4-2-112 0,4-4-12 0,0-4-88 16,-4-6-68-16,4-3-92 15,0-5-8-15,0-11-100 0,0-2 36 16,0-7-136-16,0-7-52 0,0-3-36 16,0-6-156-16,4 0-180 0,3-12-228 15,2-4-700-15,-5-1-1089 0,11-17-2107 0</inkml:trace>
  <inkml:trace contextRef="#ctx0" brushRef="#br0" timeOffset="46392.792">7398 10382 8036 0,'0'0'1880'0,"0"0"-755"0,0 0-137 16,0 0 48-16,0 0 148 0,20-67-100 16,-16 61-392-16,4 0-324 0,1 3-232 0,-2 3-8 15,1 0 56-15,0 0 116 16,4 6 48-16,-4 10-288 15,0 3 40-15,-4 6-100 0,-1 1-80 0,-3 2 16 16,0-2-60-16,-3 2 48 0,-1-2 76 0,-8-4-236 16,0-3-160-16,-4-1-108 0,5-1-48 15,-6-8 36-15,6-6-28 0,2-3-40 16,-3 0-420-16,9-12-188 16,-1-5-253-16,0 2-1743 0,4-14-1084 15</inkml:trace>
  <inkml:trace contextRef="#ctx0" brushRef="#br0" timeOffset="46828.814">7777 9693 9960 0,'0'0'1649'0,"0"0"-545"0,0 0 132 15,12 76 268-15,-8-41-36 0,-4 0-424 16,0 2-380-16,0-1-232 0,0-4-136 15,-4-1-124-15,0-5-128 0,-4-1-44 0,3-2-48 0,-2-8-64 16,3-3-96-16,0-1-64 16,0-5 28-16,4-3-52 0,0-3 24 15,0 0-36-15,4 0 8 16,0-6 292-16,4-3 8 0,8-1 36 16,-4-4 16-16,8 3-4 0,-5 1 28 15,6-2-76-15,-1 5 0 0,-5 1-12 0,-2 6 12 16,-2 0 72-16,-3 6-72 0,-4 1-24 15,-4 5-132-15,0-2 152 0,-8 6-68 16,1-2 72-16,-14 3 4 0,6-1 84 0,-5 0 48 16,-1-1-72-16,2-2 132 15,3 0-48-15,-4-3-36 0,8-4 0 0,4-3 96 16,0 0 52-16,5 1-176 0,3-2-76 16,0 3-4-16,0-3 8 0,11 4 248 0,-3 0 72 15,12-1-64 1,-5-3-156-16,10-2-112 0,3 0-44 0,-4-2-112 15,4-9-276-15,-5-2-232 0,1 1-284 16,0-4-124-16,-7 0-640 0,-2 3-1420 0,1-9-3429 16</inkml:trace>
  <inkml:trace contextRef="#ctx0" brushRef="#br0" timeOffset="47161.526">8251 9363 5744 0,'0'0'2288'0,"0"0"-1468"16,0 0 188-16,0 0 1065 0,0 0-257 0,0 0-260 16,0 0-224-16,0 0-88 0,0 0-196 0,84 73-40 15,-72-47-288 1,4 2-280-16,-4 7-148 0,-1 0-40 15,2 6-80-15,-6 1-164 0,1 2-8 16,0 0-8-16,-8 0-52 16,0 5-64-16,0-2-44 0,-8-6-28 0,-3 4-24 0,-6-3 40 15,2-2-64-15,-6-5-160 0,1-3 24 16,1-4-48-16,-5-3-28 0,4-2-196 16,4-6-364-16,0-9-712 0,8-4-384 0,0-4-116 15,4-4-1929-15,4-15-2107 0</inkml:trace>
  <inkml:trace contextRef="#ctx0" brushRef="#br0" timeOffset="47575.466">9016 8569 5380 0,'0'0'4936'15,"0"0"-2099"-15,0 0-593 0,0 95-500 0,4-47-208 16,-4 3-188 0,4 10-200-16,0 2-247 0,0 3-285 0,4 5-84 0,-4 4-108 15,0 1-160-15,-4 11-140 16,0 1-124-16,0 5 0 0,-12 1-52 16,0 5 4-16,-3 2-84 0,-6 5-216 0,1-2-124 15,5 4-88-15,-2-4-69 0,2 1 45 16,11-3 36-16,4-6-16 0,0-11-32 0,8-8-292 15,3-11-284-15,6-15 200 0,-2-10 164 16,1-9-972-16,-4-14-1269 0,4 1-2691 16</inkml:trace>
  <inkml:trace contextRef="#ctx0" brushRef="#br0" timeOffset="48265.946">9913 9722 4152 0,'0'0'5020'0,"0"0"-2167"15,0 0-901-15,0 0-436 0,0 0-72 0,0 0-228 16,0 0-60-16,99 15-296 0,-67-12-216 15,7 4-144-15,2-4-184 0,6-3-144 16,-2 0-119-16,-2 0-53 0,-3 0-109 16,0-3-159-16,-4-4-292 0,-4 4-308 15,-8 0-184-15,-5 3-616 0,-10 0-1436 0,-9 6-2625 16,-17 7-1183 0,2-3 6036-16,-30 9 169 0</inkml:trace>
  <inkml:trace contextRef="#ctx0" brushRef="#br0" timeOffset="48413.309">9997 9999 600 0,'0'0'8372'0,"0"0"-6536"16,0 0-395-16,0 0-317 0,0 0 320 0,0 0-196 16,0 0-384-16,0 0-44 0,99 8-52 15,-56-4-128-15,6-2-308 0,7-2-332 16,-1 4-28-16,0-4-116 0,1 0-176 16,4 0-544-16,-8 0-476 0,0 0-1028 15,-12 0-3189-15,7-4-2567 0</inkml:trace>
  <inkml:trace contextRef="#ctx0" brushRef="#br0" timeOffset="49490.098">11705 9563 7700 0,'0'0'2552'0,"0"0"-571"0,0 0-421 16,0 0-32-16,0 0-344 0,0 0-324 16,0 0-288-16,-4 66 20 0,1-21 280 15,3 6 96-15,0 12-336 16,7 6-240-16,-3 5-92 0,4 6-79 16,-3 5 23-16,-1 1-88 0,-4 3-48 15,0 3-104-15,-4 0 0 0,-5-6-4 0,1-3-12 16,-3-7-72-16,-2-7-36 0,5-8 0 15,-3-8-4-15,2-5-181 0,5-7-83 16,-3-6-36-16,3-3-112 0,0-9-76 16,4-4-28-16,-4-10-184 0,4-3-204 0,0-6-300 15,4-3-388-15,0-7-544 0,0-2-477 0,3-20-2571 16</inkml:trace>
  <inkml:trace contextRef="#ctx0" brushRef="#br0" timeOffset="49765.082">11789 9824 8776 0,'0'0'1048'0,"0"0"-532"0,0 0-128 16,0 0 489-16,0 0 367 16,44-74-300-16,-28 68-348 0,3 2-228 15,5 4 72-15,4 0 24 0,-3 7-148 16,3 3-192-16,-9 2-88 0,1 1 16 15,-3 4-64-15,-10-3 24 0,1 2-12 16,-8 4 92-16,0 2 44 0,-12 3-36 0,-8 4-100 16,-4-1-172-16,-8 7-236 0,0-3 32 15,0-3 88-15,1-4-4 16,3-3-112-16,0-6-292 0,8-6-504 0,4-7-532 0,1-3-685 16,2-3-899-16,5-10-1796 15</inkml:trace>
  <inkml:trace contextRef="#ctx0" brushRef="#br0" timeOffset="50462.708">12542 8810 1084 0,'0'0'1748'0,"0"0"3352"15,0 0-2704-15,0 0-503 0,0 0-589 0,0 0-136 16,0 0 128-16,0 0-332 15,0 0-380-15,0 0-124 16,0 0 60-16,52 64-64 0,-40-26 120 0,0 6-40 16,-4 7-8-16,-4 4-52 0,-4 1-112 15,0 5-96-15,0-4-111 0,-8 0-157 16,0 0-45-16,-4-6-27 0,0-7-52 0,0-2-68 16,0-7 32-16,4-7 52 0,1-6 36 15,2-6-76-15,1-3-60 16,0-7-36-16,0-3-72 0,4-3 72 0,0 0 96 15,0 0-48-15,0 0-72 0,4-6 32 16,4-4 152-16,0-5-64 0,0-7-36 0,4-1 84 16,4-5 12-16,0-2-8 0,-4 3 96 15,4-2-160-15,0 8 72 0,-1 1-84 16,2 7 36-16,-6 4 100 0,6 5 36 16,-2 4 244-16,-2 0 92 0,2 7-116 0,-2 5-84 15,-2 1-48 1,-7 3 72-16,0 0 0 0,-4 3 36 15,0-4-128-15,-4 5-68 0,-11-1-4 0,-2-3-8 16,-3 0-160-16,1-4-100 0,-2 1 52 16,1-7 120-16,1 1 100 0,3-1 0 0,4-6-84 15,-1 0-52-15,6 0 136 0,3 0 220 16,4 0 16-16,0 0-152 0,0 0-84 16,0 0-8-16,4 0 4 0,3 0-8 0,2 0-220 15,7 0 120-15,0 0 112 16,8 6 100-16,-1 1 8 0,5 2 28 0,4 2 12 0,0 0-148 15,0-1-148-15,3 2-492 16,-3-1-836-16,-4-3-2504 16,4 3-2341-16</inkml:trace>
  <inkml:trace contextRef="#ctx0" brushRef="#br0" timeOffset="58810.066">26650 1956 756 0,'0'0'12525'15,"0"0"-10193"-15,0 0-1476 0,0 0-344 0,0 0-4 16,0 0 136-1,0 0 180-15,0 0 36 0,0 82-100 0,0-47-188 16,0 9-88-16,-4 8-67 0,0 11-81 0,1 3-68 0,-5 17-52 16,-5 3-104-16,-2 5-104 15,-9 8-8-15,0 0-104 0,-8 2 4 16,4-2-152-16,0-7-148 0,5-10-53 16,2-9 101-16,5-9 24 0,8-10 72 0,8-12-132 15,0-9-188-15,13-3-76 0,2-8-420 16,9-10-656-16,4-5-504 0,-3-4-376 15,14-19-3093-15</inkml:trace>
  <inkml:trace contextRef="#ctx0" brushRef="#br0" timeOffset="59068.957">27029 2251 1748 0,'0'0'1252'15,"0"0"5348"-15,0 0-4703 0,0 0-421 0,0 0-156 16,96 28 144-16,-49-21-36 0,5-1-548 16,4-6-384-16,8 3-236 0,0-3-140 15,3 0 28-15,5-6-148 0,-4-4-84 0,-4 4-152 16,-1-4-32-16,-7 1-440 0,-8 0-548 15,-13 2-772 1,-10-3-1148-16,-9 3-3577 0,-16-1 2617 0</inkml:trace>
  <inkml:trace contextRef="#ctx0" brushRef="#br0" timeOffset="59333.852">27419 2365 1304 0,'0'0'6960'0,"0"0"-4143"16,0 0-701-16,-15 95-680 0,11-53-52 16,-5 5-56-16,2 14-164 0,-5 2-392 15,-4 8-268-15,-4 4-272 0,-4 1-96 0,0-2-48 16,-4-2-80-16,4-8-8 0,1-4 0 16,2-6-60-16,1-9 12 0,9-7-28 15,-1-10-32-15,7-2-76 0,1-13-84 0,4 0-140 16,0-11-180-16,13 2-180 0,-2-4-52 15,6-13-296-15,6-6-552 0,1-10-936 16,-4 7-2653-16,5-29-1018 0</inkml:trace>
  <inkml:trace contextRef="#ctx0" brushRef="#br0" timeOffset="59623.676">27535 2363 9040 0,'0'0'2337'0,"0"0"-901"16,0 0-480-16,0 0 20 0,0 0-28 0,0 0-256 0,0 0-80 15,0 0-80-15,-12 100-48 0,9-55 244 16,-6 12 8-16,1 10-36 16,-7 5-152-16,-2 12-72 0,-7-2-160 0,0 0-220 15,1-2-96-15,3-10-4 16,-1-7-44-16,6-9-96 15,7-9 8-15,0-11-8 0,8-5-124 0,0-7-88 0,0-6-84 16,0-4-84-16,3-1-212 0,2-5-340 16,-1-6-660-16,4 0-348 15,0-6-664-15,0-7-1241 0,-4 1-831 0,0-17 3388 16</inkml:trace>
  <inkml:trace contextRef="#ctx0" brushRef="#br0" timeOffset="59800.159">27316 2923 912 0,'0'0'92'0,"0"0"8500"16,0 0-7143-16,0 0-397 0,0 0 596 0,0 0 124 15,95 7-380-15,-59-7-288 0,0 0-288 16,8 0-216-16,0 0-208 0,0-7-344 16,0 1-48-16,0-3-168 0,-5-1-164 0,1 4-480 15,-4 0-424-15,-4-1-1224 0,-8 1-2877 16,-4 3-2359-16,-5-4 7132 0</inkml:trace>
  <inkml:trace contextRef="#ctx0" brushRef="#br0" timeOffset="60110.389">27862 3327 8020 0,'0'0'5605'15,"0"0"-4489"-15,-9 89-272 0,2-48-480 16,-9 11 244-16,4 4 288 0,-4 5-192 0,-4 2-384 16,5 0-232-16,-2 4-88 0,2 0-4 15,-2-4-8-15,6 1 8 0,-6-10 4 16,10-4-4-16,-6-5-4 0,5-11 4 15,1 2-108-15,3-8 0 0,-4-2-36 16,3-7-12-16,1-3-188 0,4-6-296 16,0-7-296-16,0-1-256 0,4-2-468 15,1-5-604-15,-1-5-1965 0,8-13-1575 0</inkml:trace>
  <inkml:trace contextRef="#ctx0" brushRef="#br0" timeOffset="60376.602">27822 3423 980 0,'0'0'10637'16,"0"0"-9685"-16,0 0-416 0,4-79-64 15,0 58 480-15,4 9 280 0,0 3-200 0,4 5-300 16,4 1-236-16,0 3-88 0,3 0 120 16,5 7-72-16,-7 2-212 0,-2 3-156 15,2 5-4-15,-10-1-72 0,1 3 100 16,-4 0-76-16,-4 0-36 15,-4 3-60-15,-7 0 60 0,-6 0 4 16,2 1 32-16,-6-2-36 0,-3-4-112 0,9-1-20 16,-1-7-64-16,0-3-112 15,7-2-220-15,-2-4-128 0,3 0-224 0,0-10-536 16,4-6-948-16,0-3-1797 0,4 1-555 16,0-18 217-16</inkml:trace>
  <inkml:trace contextRef="#ctx0" brushRef="#br0" timeOffset="60909.248">28284 2828 1696 0,'0'0'5048'0,"0"0"-3012"0,0 0-380 0,0 0 57 15,0 0 175-15,0 0-260 0,48 93-320 16,-40-62-380-16,-4 5-172 0,-1 2-156 0,-3 0-24 16,0 0-208-16,-3 0-124 0,-5-3-84 15,-4 0-76-15,-4-4-84 0,0 1-72 16,0-7-148-16,4-2 24 0,0-7-36 16,4-4 48-16,4-2-60 0,0-6-52 15,4-2-24-15,0 2-24 0,0-4-112 0,0 0-116 16,0 0-96-16,8-4 268 0,-4-5 264 15,5-3-184-15,2-5 232 16,1 1-12-16,0-3 100 0,0 0 0 16,0 3 64-16,-4 4 36 15,4 2 76-15,-4 7 92 0,0-3-20 0,0 6-24 16,-4 0 88-16,4 0-4 0,-5 3 28 16,1 0-136-16,1 3-200 0,-5 1 0 15,0 2-28-15,0-3-20 0,0 4-212 0,-12-1 12 16,0 1 172-16,-4 3-20 0,0-4-192 0,-4 1 0 15,1-1 140-15,2-2 24 16,2 0 24-16,2-5 48 16,5 4 40-16,5-2-92 0,3-1-72 0,0 1 76 15,3 2 100-15,9 2 292 0,4 3 8 16,0-3-156-16,4 3-144 0,4-5-52 0,4 0 44 16,-1-2-4-16,1 2-100 0,-4-3-280 15,4 0-616-15,0-3-1660 0,-7 3-2061 16,7-3-1411-16</inkml:trace>
  <inkml:trace contextRef="#ctx0" brushRef="#br0" timeOffset="61295.542">29033 2124 1252 0,'0'0'1044'0,"0"0"4048"0,0 0-1227 16,4 70-1993-16,-4-38-80 0,4 2-256 15,-4 8-72-15,0 0-328 0,0 5-376 16,0 0-148-16,0 7 180 0,0 6-111 15,0 4-305-15,0 6-108 0,0 2-76 0,-4 8-72 16,0-4-44-16,-4 4 20 0,0-4-96 16,0 0-24-16,-3-6-124 0,2-7 52 0,1 2-24 15,4-6-48-15,1-5-88 0,-1 1 12 16,4-8-61-16,0-10 41 16,0-7-432-16,4-5-148 0,3-6-124 0,1-3-476 15,5-4-372-15,-6-1-16 16,1-8-572-16,0-1-2057 0,0-2-1283 0</inkml:trace>
  <inkml:trace contextRef="#ctx0" brushRef="#br0" timeOffset="61619.592">29475 2949 3908 0,'0'0'11361'0,"0"0"-9257"16,0 0-1656-16,0 0 192 0,104-12 380 15,-68 8 108-15,8-2-508 0,-5 2-304 16,6 4-220-16,2-2-96 0,-3 2-180 16,0-4-88-16,-5 4-440 0,-7 0-440 0,-8 0-196 15,-4 0-852-15,-12 0-2124 0,-4 0-2641 16,-12 0 2713-16</inkml:trace>
  <inkml:trace contextRef="#ctx0" brushRef="#br0" timeOffset="61760.384">29575 3067 5440 0,'0'0'6757'0,"0"0"-4985"0,0 0-1076 16,0 0-100-16,0 0 600 0,0 0-152 16,0 0 340-16,0 0-572 0,95 22-396 15,-46-19-224-15,6-3-192 0,1 0-24 0,4 0-488 16,-5 0-852-16,1-6-748 0,-11 6-3401 16,2-10-5095-1</inkml:trace>
  <inkml:trace contextRef="#ctx0" brushRef="#br0" timeOffset="62412.102">31097 2673 952 0,'0'0'9348'0,"0"0"-7507"0,0 0-513 15,0 0 80-15,8 98 40 0,-4-48 20 0,0 11-320 16,0 9-348-16,-4 10-140 15,0 2-64-15,0 4-144 0,-8 6-296 16,-8 0-32-16,4 3-64 0,-4-3 5 0,-4 1-65 16,9-5-73-16,-6-8-39 0,10-7-32 0,-1-7-148 15,4-11-48 1,4-8-4-16,0-11-68 0,0-11 20 0,4-10-76 16,4-5-96-16,-1-7-376 0,1-3-276 15,1 0-80-15,2-16-264 0,6-2-368 16,-6-1-861-16,9-26-2035 0</inkml:trace>
  <inkml:trace contextRef="#ctx0" brushRef="#br0" timeOffset="62719.864">31245 2821 784 0,'0'0'11437'15,"0"0"-9893"-15,0 0-480 0,0 0-244 16,0 0 124-16,0 0-72 0,19-65-364 15,-11 65-336-15,1-4-172 0,-2 4 48 16,9 0 140-16,-4 11 68 0,4-3-168 0,-4 9 84 16,0-2-72-16,0 8-4 0,-4 2 4 15,-4-3-96-15,-4 7-4 0,0-1-128 16,-4 0 128-16,-8 2-24 0,0-2-24 0,-8 1 24 16,4-7 24-16,0-3 4 0,0-7 4 15,0 1-16-15,1-7 8 0,2 0-360 16,2-2-168-16,-1-4-144 0,-1 0-172 0,2-6-388 15,3-10-684 1,-1 0-993-16,2-9-2603 0,3-7 509 16,4 10 5003-16,0-19 0 0</inkml:trace>
  <inkml:trace contextRef="#ctx0" brushRef="#br0" timeOffset="63429.682">31846 1889 1716 0,'0'0'1020'0,"0"0"5268"0,0 0-3795 16,0 0-997-16,0 0-400 0,0 0 104 0,0 0-204 16,0 0-248-16,0 0 256 0,0 0-324 15,0 0-188-15,32 74 184 16,-24-41-4-16,-5 9-76 16,-3 0-24-16,0 5-183 0,0 3-197 0,-3 8-56 15,-5-1-4-15,-8 3-120 0,0 1-8 16,-4-1-4-16,0-6-60 0,4-6 12 0,1-4 36 15,-2-6-64-15,6-6 16 16,-2-4-132-16,2-6-285 0,3-5-143 16,4-2-84-16,0-9-8 0,-1 1-12 0,5-7-76 15,0 0-20-15,5-3 112 16,3-7 180-16,3-5 112 0,2-8-188 0,6-6 240 16,-2-2-4-16,2-4-104 0,5 0 424 15,-8 1 48-15,4-2 340 0,0 5-172 16,-5 5-44-16,6 4-124 0,-5 6 432 15,-4 4 148-15,4 7 20 0,-4 3-120 0,-1 2-80 16,2 0-16-16,-2 0 76 0,-3 7 24 16,1 2-188-16,-5 1-248 0,0 2-40 15,-4 1-8-15,0 3 52 0,-8 0-52 0,-5 3-136 16,-2-1-100-16,-5-1 28 16,4-2-52-16,-4 2 60 0,3-9 112 0,2 3 80 15,-1-5 8-15,4-3 0 0,0 0 64 0,0-3-4 16,4 0-52-16,0 0-8 15,8 0-4-15,-3 0 4 0,3 0-12 0,0 0-100 16,0 0-60-16,3 2-28 0,5 5-48 16,4 0 248-16,0 6 200 0,8-1 220 15,0 4-60 1,4 3 148-16,4 0-16 0,0 0-64 0,4 0-20 16,0 0-32-16,-1 4-180 0,1-4-196 15,4 0-120-15,0 0-16 0,-1-3-400 0,6-1-328 16,-5 1-248-16,-1-6-700 15,-11-1-2072-15,12-5-2025 0</inkml:trace>
  <inkml:trace contextRef="#ctx0" brushRef="#br0" timeOffset="72015.234">13973 4416 6384 0,'0'0'636'0,"0"0"1544"0,0 0 53 16,0 0-785-16,0 0-352 0,0 0 144 0,0 0-44 15,0 0-212-15,-41-6-364 0,30 9-324 0,-1-3-48 16,-4 3 184-16,0 0 96 0,-4 1-296 15,0-4-72 1,0 6-28-16,-4-3 64 0,-4 3-12 0,0 1 84 16,-4-4 24-16,-7 6-72 0,3-2-148 15,-8 2-64-15,0-3-8 0,0 1-12 0,-3-1-48 16,-1 0 48-16,-8-6-60 0,4 4 60 16,-4-1-88-16,-3 1 52 0,-1-4-60 15,0 2-52-15,-4 1-120 0,1 0-100 16,-1 4-512-16,-4-3 200 0,5 2 212 0,3 0 168 15,0 1-32-15,4-5 8 0,8 2-364 16,1-1 256-16,-2 0 180 16,6-1-36-16,3-2-420 0,-4 5-284 0,4-3 136 0,-4-2 100 15,4 4-325 1,5-4-31-16,-1 3-120 0,4-3-276 16,-3 3 364-16,7 1-512 0,0-4 1068 0,3 0 80 15,5 0 520-15,1 0 416 0,2 0 316 16,6 0 192-16,3 0-144 0,0 0-156 15,0-4-24-15,4 4-212 0,0-3-36 0,0 3-92 16,-1 0-144-16,2-3-116 0,3 3 4 0,-4 0 136 16,0 0 172-16,0 0-4 15,-4 0 96-15,-4 0-212 0,4 3 160 0,-4 0 228 16,4-3 233-16,0 4-81 0,0-2-144 16,1 2-204-16,-2-4-64 0,5 3-52 15,-4 0 72-15,4-3 28 16,1 3-64-16,-1-3-112 0,4 0-52 15,0 0-28-15,-5 0-36 0,5 0 12 0,-4 4-40 16,0-2-36-16,0 2-8 16,-3 2 4-16,-1-3 116 0,3 0-36 0,1 1 0 0,4-4 12 15,0 0 16-15,0 0 84 16,0 0 156-16,0 0 180 0,0 0-200 0,0 0-100 16,0 0-52-16,0 0-36 0,0 0 4 15,0 0-44-15,0 0-44 0,0 0-64 16,0 0-4-16,0 0-48 0,0 3 52 0,0 0 0 15,0 0 52-15,9 7 8 16,-5-4-56-16,0 3 244 16,7 1 36-16,-3 0 428 0,1-1-220 0,2 3-140 0,2 1-84 15,2 0-84-15,-3-1-48 16,4 1-128-16,0 4-4 0,0-2 36 16,4 1-40-16,3 3 0 0,-2 3 0 0,7 1-124 15,-4-5 120-15,8 8-80 0,-1 0 76 16,-3-1-48-16,8 0 56 0,-4 1 0 15,0 2-44-15,3-2 44 0,-3 2 96 16,0 0-88-16,0 2 52 0,-4-5-12 0,4 0-48 16,0 1 0-16,0-1-96 0,-1 0 48 15,1 0 48-15,0 1-124 0,0 0 52 16,-4-1-36-16,4 3 32 0,-4-2 4 16,4-1-28-16,-4 0 16 15,3 1 12-15,-7-3-4 0,4 2 4 0,-7-3 16 16,2 1 52-16,-3-1-44 0,0 0 44 15,0-3-8-15,0 4 12 0,4-4-76 0,-1 2 76 16,1-2 4-16,0 1 4 0,1-2-4 16,-1 1-4-16,-1 1-84 15,1 2 32-15,-4-3 4 0,0 4 44 16,0-2-8-16,0 2 4 0,-4-1 8 0,4 0 132 16,-5 0 12-16,5 0-92 15,-3 1-40-15,-2-1 172 0,2 1-76 0,2-4-104 0,-3 0 44 16,0-1-36-16,0 1 88 0,0-3-16 15,0 0-72-15,0 0 52 0,-4-1 56 0,0-2 136 16,4 0-60-16,-8 0-124 16,3-1-68-16,6 1 68 15,-6-1 88-15,2 1-40 0,2-2-20 16,-7-2-16-16,5-4-12 0,-6-1-60 16,1 3 48-16,0-4 4 0,0 0-56 0,0-3 52 15,-4 0-48-15,0 3 85 0,-4-3-37 0,4 0 28 16,-4 0-4-16,0 0-72 15,5 3-4-15,-5-3 4 0,3 0-12 16,-3 0-4-16,4 0 4 0,-4 4-4 0,0-4-44 16,4 0 48-16,-4 0 0 0,0 0 0 15,0 0 0-15,0 0 8 0,0 0 40 0,4 0-40 16,-4 0 4-16,4 0 48 16,-4 0-52-16,4 0-4 0,4 0-4 0,-8 0 0 15,8 0-8-15,-4 0-4 16,0 0-36-16,-4 0 48 0,4-4 0 15,0 4 8-15,-1 0 52 0,-3-3-12 0,5 0 12 0,-5 3 4 16,4-6 8-16,0-1-12 16,0 1-12-16,4-4 12 0,-5-3-48 0,6 0-12 15,-1-1-8-15,0-9-88 16,4 1-36-16,-4-4-16 0,3 1-56 16,2 0 68-16,-2-4 28 0,-3 0 35 0,5 1 69 15,-2-4 0-15,-3 0-44 0,0 0 44 16,4-2-84-16,-4-2 16 0,5 2-36 15,-6-8 24-15,1 1 8 0,4 0 64 16,-4-3-132-16,0-4 96 0,0 0-28 0,-1-4 28 16,2 2 36-1,-1 0 4-15,-4-1 4 0,0 0-64 0,-4 1-56 16,3-2-144-16,-3 2 60 0,0-1-96 16,0-2-16-16,0 1 64 0,-3-2-100 15,3 4 0-15,0 1 96 0,0 5-60 0,0 0-128 16,3 2 4-16,6 5 132 0,-1 2 148 15,0 3-8-15,-1 3 8 0,6 7 160 16,-5 3 4-16,-5 3 0 0,5-1 52 16,-3 5-44-16,-5-1-8 0,4 5-76 15,0-3 12-15,-4 5-8 0,3-3 64 16,-3 5-100-16,0-2-16 0,0 3 36 0,0 0 12 16,4 1 64-16,-4 2-48 0,0-5-4 15,0 3 12-15,4 2 52 0,-4-7 12 16,4 1-12-16,0-1-364 0,1-2-620 15,-1 3 628-15,-1-1-52 0,1 4-48 16,0 0-364-16,-4 0 168 0,4 0 44 0,-4 3 247 16,0 0 169-16,4 0 12 0,-4 0 12 15,0 0-40-15,5 0-140 16,-5 0-236-16,0 0-244 0,4 0-408 16,-4 0-1028-16,0 0-436 0,3 0 1552 0,-3 0 796 15,0 6 0-15</inkml:trace>
  <inkml:trace contextRef="#ctx0" brushRef="#br0" timeOffset="73505.009">14295 4324 3392 0,'0'0'496'0,"0"0"-248"0,0 0 1572 16,0 0-128-16,0 0-148 0,0 0-124 16,0 0 21-16,0 0-121 0,0 0-140 15,-40 10-184-15,40-10-288 0,0 0-112 0,4 0-132 16,0 0-132-16,0-3-132 0,9-7-176 16,-2 0-24-16,13-6 0 15,4-2-8-15,8-2 16 0,7-2-4 0,10-3 72 16,6-3-28-16,1 2-48 15,8 0 52-15,-1-2-48 0,6 3-4 16,2-4 0-16,-4 0 68 0,2 4-68 0,-6-1-112 0,-7 0-60 16,-4 8-116-16,-9 3-68 15,-6-2-208-15,-9 9-440 0,-5-3-436 16,-11 5-512-16,-4-1-713 0,-12-2-2247 0</inkml:trace>
  <inkml:trace contextRef="#ctx0" brushRef="#br0" timeOffset="73981.011">14590 3864 4000 0,'0'0'104'0,"0"0"664"16,0 0 3144-16,0 0-2708 0,-48 85-352 0,33-59-51 15,-6 6 31-15,1-4-140 0,1 4-172 16,-5-1-136-16,3-1-56 0,-2 1 24 16,-1-2-36-16,4-7-12 0,4-3 12 0,4-3-28 15,4-4-116-15,4-5-80 0,4-7 12 16,0 3 20-16,0 0-120 16,8 0-4-16,8 3 224 0,0 4-88 0,4-4-36 0,8 1 36 15,-5 2-36-15,5-3-48 16,4 1 8-16,0 0 4 0,5-2-64 15,-6 1-52-15,5 5-172 0,0-5 12 0,3 1-48 16,2 2-384-16,-2-2-448 16,5-1-176-16,4 0-560 0,-16 1-1401 0,20-5-2999 15</inkml:trace>
  <inkml:trace contextRef="#ctx0" brushRef="#br0" timeOffset="75046.361">16546 3591 4548 0,'0'0'520'16,"0"0"4748"-16,0 0-3527 0,0 0-5 15,0 0-308-15,0 0-304 0,0 0-476 16,0 0 48-16,0 0 108 0,0 0-252 0,0 0-72 16,56 86-124-16,-48-54-76 15,0-1-36-15,-8 4-124 0,4-3-8 0,-4-1-112 16,0-2 0-16,0-4 0 0,-4-3 0 15,4-6-124-15,-4-4 124 0,4-1-4 0,-4-5-128 16,4-2-40-16,0-4-12 0,0 0-60 16,0 0-184-16,0 0-136 15,0 0 32-15,0-4 188 0,4-6-68 16,4-2 104-16,4-4 72 0,-4-7 48 16,4 4 12-16,0-3 64 0,0-3-88 0,0 3 152 15,-1-4-20-15,-2 1 16 0,3 0 52 16,-1 5 28-16,2 1 100 0,-5 6 60 15,-1 4 24-15,2 6 124 0,-1 0 24 16,-1 3-100-16,-3 0-24 0,9 6 36 0,-6 7 48 16,1-1-60-16,0 4-76 0,-4 4 36 15,4-2-120-15,-4-2-40 0,-4 4-48 16,4-1 4-16,-4 0-16 0,0 0-108 16,0 0-76-16,0 1-396 0,-4-6-284 15,0 5-56-15,4-2-428 0,0-5-1072 16,0-2-2305-16,0-1-2007 0</inkml:trace>
  <inkml:trace contextRef="#ctx0" brushRef="#br0" timeOffset="75616.326">17223 3563 1668 0,'0'0'1372'0,"0"0"-876"16,0 0-356-16,0 0 200 0,0 0 2696 0,0 0-704 15,0 0-908-15,0 0-179 0,0 0-117 16,0 0-72-16,0 0-224 0,-63 47-264 16,55-34-116-16,0 5-48 0,0-2-104 0,0 6 12 15,4 4-4-15,0 3-60 0,0 0 76 16,4 2-28-16,0-2-48 0,0-1 48 15,4 0-148-15,0-2-112 16,8-3-36-16,-4-5 0 0,4 1-64 16,-1-6-44-16,2-3 8 0,2-2-392 15,2-1-216-15,-2 0-336 0,2-7-620 16,-6 0-1252-16,10 0-3337 0</inkml:trace>
  <inkml:trace contextRef="#ctx0" brushRef="#br0" timeOffset="76566.135">17495 3626 1684 0,'0'0'1120'0,"0"0"-716"16,0 0-128-16,0 0 4656 0,0 0-3052 0,0 0-463 16,0 0-341-16,0 0-20 0,0 0-168 15,0 0-168-15,39-7-180 0,-35 17 388 16,1 6-332-16,3 6-172 0,-5 3-56 16,-3 4 88-16,4-1-24 0,-4 0-52 0,4-2-88 15,-4 0-72-15,0-4-144 0,0 0-32 16,0-3-44-16,4 1 0 0,-4-8-60 15,5-2 52-15,-5-4-80 0,0-4 40 16,4 2-76-16,-4-4 52 0,0 0-100 16,0 0-60-16,0 0-64 0,0 0 28 15,0 0 8-15,4-4-36 0,3-4 48 16,-3-2-12-16,9-2 136 0,-6-5 76 0,1 1-52 16,0-3-12-16,4 1-36 0,-4-5-40 15,4 5 20-15,-4-6 164 0,4 3 8 16,-4 2-16-16,0 3-28 0,0 0 40 0,0 9 52 15,-4-2 20-15,-4 9 28 16,3-3-36-16,-3 3-52 0,4 0-8 0,1 3 172 0,-1 3 168 16,4 8 92-16,-4 0-140 15,-1 5-88-15,5 2 4 16,-3 0-80-16,-1-2 68 0,-4 4-68 16,0-4-60-16,4 0-72 0,-4 1-124 0,0-6 36 15,0 2 4-15,4-2-16 16,-4-2 40-16,3 1-100 0,1-3-224 0,0-5-568 0,1 2-192 15,3 0-980-15,-4-1-1793 16,3-6-2099-16</inkml:trace>
  <inkml:trace contextRef="#ctx0" brushRef="#br0" timeOffset="78057.726">18112 3838 1488 0,'0'0'9717'16,"0"0"-8049"-16,0 0-888 0,0 0-108 0,0 0 464 16,0 0-152-16,0 0-164 0,0 0-88 15,0 0-128-15,0 0-220 16,0 0-188-16,44 4-36 0,-28-4-40 0,0 3-112 0,0-3-4 16,0 3-4-16,3-3 0 15,-2 0-12-15,2 0-120 0,-2 0-140 16,-2 0-256-16,1-3-288 0,5-4-192 0,-6 1-364 15,-2 0-1036-15,-2-7-2785 0</inkml:trace>
  <inkml:trace contextRef="#ctx0" brushRef="#br0" timeOffset="78356.787">18698 3542 6696 0,'0'0'232'0,"0"0"4057"16,0 0-3597-16,0 0-460 0,0 0 216 0,0 0 788 15,0 0 16-15,-12 87-344 0,12-59-368 0,0 1-128 16,0 2-148-16,0 1-16 0,0 1 24 0,0-2-136 15,0 1-136-15,0-4-148 0,0-6-16 16,0 0-244-16,8-2-204 16,-4-4-128-16,3-4-372 0,2-2-320 0,3-3-580 15,-5-5-937-15,10-2-2151 0</inkml:trace>
  <inkml:trace contextRef="#ctx0" brushRef="#br0" timeOffset="78652.923">19117 3563 5460 0,'0'0'3236'15,"0"0"-1232"-15,0 0-935 16,0 0-337-16,0 0 388 15,31 82 200-15,-23-57-276 0,0 3-140 0,-4 1-420 16,4 3-188-16,0 0-132 0,-4 0 20 16,4 2-96-16,-8-2 24 0,3 0-104 15,-3 0-4-15,0-3-4 0,-3-4 0 0,-9-3-76 16,-4 0-12-16,-8 0-44 0,0 0-268 0,-7-3-308 16,-1 1-196-16,0-5-292 0,0-2-748 15,8-4-2041-15,-21 2-2959 0</inkml:trace>
  <inkml:trace contextRef="#ctx0" brushRef="#br0" timeOffset="79294.859">16347 4356 4136 0,'0'0'336'0,"0"0"44"15,0 0 2260-15,0 0 108 0,0 0-1127 16,107-7-581-16,-71 4 56 0,9-3-112 0,2 0-188 0,5 0-216 16,4 2-196-16,4 1 4 15,3-1-152-15,5 1-88 0,3 3-96 16,6-3 56-16,6 1 44 0,4-2-104 0,1-3 64 16,8 4-12-16,0-3-100 0,0-4-8 15,-1 4-56-15,1 0 52 0,-1-1-148 16,1 1 24-16,-5 0 48 0,1 3 80 15,0 0 8-15,-1-1-112 0,-3 1 100 0,4-3-88 16,-4 3-12-16,-2 0-48 0,-5 3-40 16,-5-4-76-16,-13 1 4 0,1 3-8 15,-13-6 80 1,-2 6 112-16,-6-7-12 0,-11 5-16 0,-4-3-108 0,-8 3-268 16,-8 2-244-16,-4 0-88 15,-8-3-32-15,-5 3 20 0,-6 0-725 0,-9 0-83 16,4 0-3272-16</inkml:trace>
  <inkml:trace contextRef="#ctx0" brushRef="#br0" timeOffset="79790.888">17885 4435 4168 0,'0'0'196'0,"0"0"6365"0,0 0-5393 16,0 0-388-16,79-3 216 0,-51 0 496 0,4-3-360 15,-4 6-432-15,4-4-192 0,0 1 24 0,-4 3-64 16,0 0-212 0,-4 0-108-16,-5 0-72 0,-2 0-76 15,-6 3-108-15,-2 1-52 0,-5 2 36 0,-4 3 116 16,0 1 8-16,0-1 12 16,-4 7 0-16,-5 0 48 0,-6 0 24 0,-2 3-20 15,-2-1 32-15,3 1-32 0,-4 2-64 16,4-9 4-16,1 1 80 0,6-1-76 15,1-5 44-15,4-1-52 0,4 0-16 0,0 1 16 16,4-1 136-16,8 3 60 0,8 1 12 16,0-1 64-16,8-2 56 0,4-4-60 0,4 0-108 15,0-3-96-15,7 0-64 0,1 0-136 16,0 0-8-16,4-6-76 16,3 4-72-16,-3-5-212 0,1 0-268 15,-2 1-228-15,-3-1-356 0,-4 1-696 16,-12 3-1921-16,8 0-2163 0</inkml:trace>
  <inkml:trace contextRef="#ctx0" brushRef="#br0" timeOffset="80588.289">19845 4112 3496 0,'0'0'584'0,"0"0"6593"0,0 0-5293 16,0 0-156-16,0 0-356 0,0 0-272 16,0 0-24-16,0 0-216 0,0 0-248 15,0 0-168-15,0 0-152 0,41 9-84 16,-26-9-124-16,1 0-84 0,4-7-36 15,0 2-244-15,4-6-236 0,0 2-132 0,-1-3-212 16,1-5-276-16,1 5-680 0,-10 2-1980 16,9-9-2417-16</inkml:trace>
  <inkml:trace contextRef="#ctx0" brushRef="#br0" timeOffset="80987.505">20462 4038 5460 0,'0'0'8729'0,"0"0"-7529"16,0 0-796-16,0 0 212 0,0 0 220 15,0 0 68-15,0 0-116 0,81 10-380 0,-53-20-260 16,0-9-148-16,3 3-260 0,-3-5-244 16,0-2-124-16,-5 1-228 0,2-1-140 15,-5 1-116-15,-9 7-52 0,2-2 108 16,-5 2 196-16,-8 2 324 0,0 4 536 0,0-1 88 15,-8 0 52-15,-5 3-124 0,-2-1 148 16,-1 2-84-16,0 1 8 16,0 5-76-16,-4 0-12 15,4 5 256-15,-4 7 128 0,1 4 216 0,2 6-40 16,-2 6 76-16,-1 4-56 0,-1 6 88 16,2 3 0-16,-1 1-8 0,8-1-28 15,0-3-88-15,4-2 72 0,8-8 24 0,0-2 8 16,4-7-220-16,3-4-124 0,10 1-120 15,-2-6-52-15,2-1-132 0,7-6-36 16,-1 0-100-16,1-3-32 0,4 0-100 0,0-6-184 16,0-7-124-16,0 1-308 0,4-4-304 15,-4-6-912-15,-4 9-2020 16,3-20-1809-16</inkml:trace>
  <inkml:trace contextRef="#ctx0" brushRef="#br0" timeOffset="81318.808">21012 3813 1472 0,'0'0'6736'0,"0"0"-4640"16,0 0-475 0,0 0-225-16,17 76 204 0,-17-48-140 0,0 1-228 15,0 3-280-15,-4-3-252 0,0-4-220 16,-1 0-260-16,1-5-128 0,1-5-92 0,3-2-48 16,0-6-24-16,0-5-16 0,0-2-32 15,3 0-284-15,10 0-64 0,-1-5 96 16,8-9 28-16,-5-2-100 0,6 1-104 0,-1-1 124 15,-5-3 52-15,2 3 256 16,-6 4 116-16,1 2 52 0,-8 1 148 16,4 2 0-16,-8 3 72 0,4 4 28 0,0 0 48 15,-4 11 0-15,4 1 108 0,0 4 12 16,-4 6-160-16,4 0 24 0,-4 1-64 16,0 2-36-16,3-6-60 0,-3 0-136 0,5-3-36 15,-1-4-108-15,0-2-28 0,0-4-72 16,4-2-208-16,4-1-260 0,0-3-200 15,4 0-408-15,-8 0-1160 16,11-13-3409-16</inkml:trace>
  <inkml:trace contextRef="#ctx0" brushRef="#br0" timeOffset="81743.488">21650 3607 4272 0,'0'0'1824'0,"0"0"1072"0,0 0-1836 15,0 0-115-15,0 0 263 0,0 0 68 16,0 0-184-16,0 0-132 0,0 0-92 16,-20 98-20-1,12-54-92-15,1 8 84 0,-1 1-32 0,3-2-208 16,-3-3-332-16,8-5-192 0,0-4-72 15,0-7-4-15,8-7 0 0,1-3-8 0,-2-8-92 16,5-2-68-16,1-6 56 0,-2 1-120 16,-3-4-148-16,4-3-232 0,-4 0-180 15,0-3-272-15,1-8-428 0,-9 3-924 16,0-2-1597-16,0-5-1039 0</inkml:trace>
  <inkml:trace contextRef="#ctx0" brushRef="#br0" timeOffset="81896.501">21475 3940 2752 0,'0'0'6648'0,"0"0"-4815"0,0 0-165 16,0 0-420-16,0 0 276 0,0 0-20 16,0 0-176-16,0 0-456 0,0 0-320 15,0 0-236-15,80-31-72 0,-45 20-108 0,1-3-136 16,5-3-132-16,-6 1-208 0,1 0-628 16,0 0-464-16,-12 4-1132 0,8-7-3501 15</inkml:trace>
  <inkml:trace contextRef="#ctx0" brushRef="#br0" timeOffset="82110.705">22028 3835 1552 0,'0'0'9701'0,"0"0"-8225"16,0 0-520-16,0 0 48 0,9 77 404 0,-5-55-244 16,-4 3-384-16,4 0-260 0,-4 1-200 15,4-1 0-15,0-3 36 0,-4 0-148 16,3-3-112-16,-3-3-96 0,0-6-4 0,4 0-8 15,0-4-36-15,-4-4 36 0,0-2-320 16,5 0-120-16,-5 0-204 16,4-5-344-16,-4-4-680 0,4 2-2984 15,-4-12-4921-15</inkml:trace>
  <inkml:trace contextRef="#ctx0" brushRef="#br0" timeOffset="82548.215">21949 4079 340 0,'0'0'1524'0,"0"0"-1524"0,0 0-312 0,0 0-652 15</inkml:trace>
  <inkml:trace contextRef="#ctx0" brushRef="#br0" timeOffset="82973.377">21949 4079 2140 0,'60'-19'624'0,"-60"19"-116"0,0 0-324 16,0 0-92-16,0 0 196 0,0 0 152 15,0 0-400-15,0 0-40 0,0-3-144 0,4 3 88 16,0-3 56-16,-4 0 340 15,4 3 220-15,0-3 156 0,-1 3 52 16,1-3 36-16,-4 3-12 0,5 0-76 16,-5 0-120-16,0 0-196 0,0 0-324 15,4-3-76-15,-4 3-116 0,0 0-24 16,0 0-4-16,0 0 16 0,0 0 64 0,0 0-40 16,0 0 24-16,0-4 76 0,0 4 4 15,4-3 48-15,-4 3-48 0,4-3-76 16,-4 0 24-16,4 0-28 0,-4 3 80 0,3-3 92 15,-3-1 76-15,4 4 128 0,-4-3 144 16,4 3 116-16,-4-3 269 16,0 0 191-16,0 3-160 0,5-7-132 0,-5 5-100 0,4-5-68 15,0 1-28 1,0-7-104-16,3 3-168 0,1-2-20 16,5-4-224-16,-2 0 0 0,2 0-12 0,2 0-12 15,2 0-4-15,-2 0 4 0,-2 1 4 16,2 2-92-16,-2 3 96 0,-2 1 4 0,-3 2 76 15,-1 0-76-15,2 7-100 0,-5-2-76 16,0-1-140-16,0 3-72 0,0 0-432 0,-1 0-528 16,6 0-728-16,-9 3-909 0,8-1-2135 15</inkml:trace>
  <inkml:trace contextRef="#ctx0" brushRef="#br0" timeOffset="83191.039">22447 3934 3240 0,'0'0'884'16,"0"0"5752"-16,0 0-5671 0,0 0-69 16,-4 73 204-16,4-64 216 0,0 1-360 15,0-1-516-15,0-6-340 0,4 4-100 16,-4-1-180-16,4-3-300 0,-4-3-492 0,0 0-372 15,0 0-728-15,0 0-2477 16</inkml:trace>
  <inkml:trace contextRef="#ctx0" brushRef="#br0" timeOffset="83375.939">22543 3664 3268 0,'0'0'9525'0,"0"0"-7733"15,0 0-708-15,0 0-52 0,0 0 60 0,0 0-520 16,0 0-340-16,0 0-232 16,0 0-112-16,0 0-8 0,52 6-288 15,-37-3-476-15,-2 1-420 0,2-2-856 0,-7 1-2597 16,5 1-2931-16</inkml:trace>
  <inkml:trace contextRef="#ctx0" brushRef="#br0" timeOffset="83652.684">22706 3835 4860 0,'0'0'232'0,"0"0"2812"0,0 0-1436 0,0 0-267 16,0 0 199-16,0 0-60 0,0 0-368 16,0 0-284-16,0 0-272 0,88 57-296 0,-64-63-260 15,0-3-240-15,-1-4-388 0,1 0-228 16,-4 0-40-16,1 4 32 0,-10-4 84 16,1 7 128-16,-3-3 572 0,-9 2 80 0,0 4 412 15,0-4 380-15,-9 5 124 16,-3 2-192-16,-4 0-92 0,0 0-244 15,0 6-124-15,-7 7 92 0,3 5 152 16,-1 1 164-16,-2 3-28 0,3 4-100 16,0 0-64-16,4-4-112 0,4 0-172 15,4-7-60-15,4-2-40 0,4-6 52 0,4-2-148 16,8-5-96-16,8 0-24 0,8 0-236 16,0-8-356-16,11-5-684 15,-11 1-1224-15,17-14-3669 0</inkml:trace>
  <inkml:trace contextRef="#ctx0" brushRef="#br0" timeOffset="83960.741">23300 3698 6020 0,'0'0'6953'0,"0"0"-4885"16,0 0-1048-16,0 0-368 0,0 0 480 0,-76 51 40 16,61-37-448-16,6-6-444 15,-3 5-272-15,8-3-8 0,-3-1-4 16,7 1 4-16,0 0 88 0,0-1-88 0,0 1-92 15,7-1 80-15,5 0 12 0,1 1 0 16,-2-1-4-16,5 1-80 0,0-1-88 0,4 5-84 16,-4-5-4-16,0 4-12 15,3-1-44-15,-2-2 32 0,-2-1 136 0,2 1-16 16,-6 3 16-16,2-5 148 0,-2 3 12 16,1-2 100-16,-3 1 100 0,-6-1 108 15,1 1-320-15,-4 2-212 0,-11-2-180 16,-2 0 228-16,-6 2-108 0,-5-3-76 0,-4 5-24 15,-4-5 172 1,-4 0-12-16,4 1-332 0,-8-4-1144 0,8-3-2489 0,-15-3-4887 16</inkml:trace>
  <inkml:trace contextRef="#ctx0" brushRef="#br0" timeOffset="87058.054">11044 9201 3476 0,'0'0'340'0,"0"0"2396"16,0 0 312-16,0 0-1447 0,0 0-509 15,0 0-80-15,-80 63-172 0,65-44-160 0,2 4-136 16,-2 5-144-16,2 1-96 0,6 7 0 15,-1 4 32-15,4 2 40 0,4 5 108 16,4 4-52-16,4 6-88 0,3 3-60 0,2 10-72 16,-2 0-76-16,-3 9-136 0,5 0 0 15,-2 1-100 1,-3-1-60-16,-3 4 72 0,2-7 4 0,1 0-52 0,0-2-60 16,1-11-64-16,6-6-260 15,1-7-80-15,8-6-140 0,4-11-140 0,7-5-536 16,6-6-464-16,6-9-493 0,-3-3-375 15,-8-10-1632-15,20-4 2176 0</inkml:trace>
  <inkml:trace contextRef="#ctx0" brushRef="#br0" timeOffset="87610.489">13606 9217 1828 0,'0'0'4012'0,"0"0"1629"0,0 0-3325 16,0 0-612-1,0 0-96-15,0 0-284 0,0 0-364 16,84 32 228-16,-69-10-448 0,-3 6-215 0,4 4-53 15,-4 3-84-15,1 3-60 0,-2 3-52 0,1 1 16 16,0-1-64-16,0 3-44 16,0 4-124-16,-4 0-60 0,0 2-68 0,0 1-44 0,-4 4 40 15,-4-3-48-15,0 3 0 16,0-1-12-16,0-3-16 0,0 3 40 16,0-7-60-16,-8 4 48 0,0-3 20 15,0-3-8-15,-8 2-12 0,4-3-64 0,-4-3-116 16,0 1-17-16,-4-1-99 0,1-3-20 15,-5 4-76-15,0-7-100 0,0 3-36 16,-1-6-192-16,-2-4-24 0,3 0-308 0,-4-6-556 16,4 1-424-1,4-11-697-15,-7 1-2231 0</inkml:trace>
  <inkml:trace contextRef="#ctx0" brushRef="#br0" timeOffset="89415.25">14538 8413 2068 0,'0'0'1304'0,"0"0"-1276"0,0 0 5524 0,0 0-4076 0,0 0-547 16,0 0 355-16,0 0 80 0,0 0-352 16,0 0-184-16,0 0-96 0,56 58-48 15,-48-36-200-15,-4 3-136 0,0 4-104 0,-4 3-56 16,0-1-52-16,0-3-64 0,-4 2-72 15,0-5 0-15,0-6-132 0,0-3 128 16,4-3-80-16,-4-10-28 0,4 0 0 0,0-3 40 16,0 0-28-16,0 0 36 0,0 0-120 15,0 0-360-15,4-6 44 0,4-4 16 0,4-9 176 16,-4 0-104-16,4-3-104 16,4 0 312-16,-8-1-288 0,3 1 480 0,2 0-80 15,-1 3 92-15,-5-1 76 0,2 5 124 16,-5 2 28-16,4 4-128 0,-5 2 140 15,1 7-140-15,0 0-36 0,-4 0-60 0,5 4 200 16,3 5 576 0,-5 10-268-16,1 0 60 0,0 3-212 15,0 0-124-15,-4 1-76 0,0-2-100 0,0 3-48 16,4-6-12-16,-4-2-60 0,0 0-28 16,0 0-8-16,5-3-92 15,-1 2-84-15,-4-2-572 0,3 0-540 0,1-1-936 0,0-2-2073 16,-4-4-1667-16</inkml:trace>
  <inkml:trace contextRef="#ctx0" brushRef="#br0" timeOffset="89956.423">15172 8375 1656 0,'0'0'1072'15,"0"0"3756"-15,0 0-2208 0,0 0-523 0,0 0-745 16,0 0-476-16,0 0-244 0,0 0-40 16,0 0 28-16,-20 70-24 0,20-47-124 15,0 6-72-15,0-1-128 0,0 3-112 16,0 4 36-16,0 0 16 0,0 1-172 15,-4-5-40-15,0 1-76 0,0-10 4 0,4-3 20 16,0-6 48-16,0-4-4 0,0-3-140 16,0-3 0-1,0-3 24-15,4 0-160 0,-4 0-112 0,8 0 160 0,0-3 124 16,-1-6-64-16,6-4-84 16,-2-6 112-16,2 0-296 0,2 0 32 0,-2-3 196 15,-1 3 128-15,-1 0-132 0,2 0 212 16,-6-4 16-16,1 4 32 0,1 0-40 0,2 0 0 15,-3 4 0-15,0-1 64 0,0 6-16 16,0 3 104-16,-4 5-64 16,4 2-12-16,0 0 188 0,0 2 152 15,4 8-64-15,-5 0 60 0,2 5-16 16,-1 2 40-16,0-2-116 0,-5 4-60 16,6 4 24-16,-9-4-28 0,4 2-72 0,-4 5-60 15,0-3-116-15,0 2-8 0,0 0-60 16,0-2-16-16,-4-1-72 0,4-3-196 15,0-1-284-15,0-5-128 0,0 0-56 16,0-6-208-16,4-4-712 0,4-3-1061 0,3 0-2795 16</inkml:trace>
  <inkml:trace contextRef="#ctx0" brushRef="#br0" timeOffset="91014.315">15021 8347 2644 0,'0'0'128'0,"0"0"240"0,0 0-16 15,0 0 2512-15,0 0-1276 0,0 0-732 16,0 0-260-16,0 0 60 0,0 0 96 16,0 0 21-16,-52 66-29 15,48-50 8-15,4 4-88 0,0 2 96 0,0 6-16 16,0 1-100-16,4 6-16 0,-1-1-240 15,1 1-76-15,0 4-4 0,1-2-108 0,-1-4-16 16,3-2-176-16,-3-2-8 16,4-1-104-16,5-6 100 0,-6-2-80 0,5-1-104 15,0-3-8-15,4-4-264 0,4 1-256 16,0-6-252-16,4-4-324 16,7-3-996-16,-10 0-1713 0,18-7-2611 15</inkml:trace>
  <inkml:trace contextRef="#ctx0" brushRef="#br0" timeOffset="91290.011">15726 8579 12057 0,'0'0'1928'0,"0"0"-1484"16,0 0-216-16,0 0 616 0,0 0 488 0,0 0-400 16,0 0-252-1,0 0-124-15,0 0-80 0,79 25-72 16,-55-22-48-16,4 0-268 0,4 0-88 16,-4-3-64-16,0 0-144 0,0 0-208 0,0 0-320 15,-5-3-164-15,1 0-328 16,0-3-1052-16,-8 2-2673 0,0-8-4115 0</inkml:trace>
  <inkml:trace contextRef="#ctx0" brushRef="#br0" timeOffset="91542.203">16228 8451 4668 0,'0'0'2356'0,"0"0"3717"16,0 0-4969-16,0 0-468 0,0 0-84 0,0 67 308 15,0-44 112-15,0 2-476 0,0-3-300 0,0 3-96 16,4-2-100-16,-1-2-60 0,1 5-4 16,0-3-48-16,-4-4-48 15,5-3-260-15,-1-1-268 0,0-5-116 0,3-4-344 0,-3-3-788 16,4 1-1217-16,4-8-3055 0</inkml:trace>
  <inkml:trace contextRef="#ctx0" brushRef="#br0" timeOffset="91906.4">16566 8391 8036 0,'0'0'5309'0,"0"0"-3457"16,0 0-1124-16,0 0-464 0,0 0 252 16,0 0 552-16,0 0-216 0,0 0-420 0,0 0-136 15,0 0 72-15,0 0 8 0,21 80 116 16,-18-61-188-16,1-1-96 0,-4 2-88 0,4 2-12 15,-4-3-56-15,0 0-52 0,0 0-8 16,0-2-40-16,0 2 36 16,0-5-60-16,0 3-12 0,0-4 72 15,-4 3-64-15,0-1-20 0,1 1-64 16,-6-3-132-16,1 6-60 0,-3-3-16 16,-6 3-60-16,-3 4-236 0,1-4-224 0,-9 2-480 15,0 2-564-15,7-11-1192 0,-10 4-2593 16</inkml:trace>
  <inkml:trace contextRef="#ctx0" brushRef="#br0" timeOffset="92412.239">14527 9232 2632 0,'0'0'364'0,"0"0"1616"0,0 0 3008 15,0 0-3107-15,0 0-549 0,0 0-176 16,0 0-172-16,0 0-192 16,0 0-224-16,0 0-144 0,35 13 48 15,-15-9-28-15,4-2 0 0,4 2-60 0,4-4-92 16,3 0 80-16,13 0 80 16,0 0 108-16,8-4-292 0,7-2-120 0,1-1-76 0,8-2-12 15,8 0 0-15,0-1-60 16,7-3-68-16,5-2 68 0,0 2 0 15,3-3-60-15,-7 1 0 0,0-2 0 0,-5 2-64 16,-7 2 4-16,-4 3 20 0,-9 1 16 16,1 3 0-16,-8 0 72 0,0-1-88 0,-13 3-60 15,2 2 4-15,-10-2 44 0,-3 2-48 16,-4 2-84-16,0-5-236 0,-9 3-148 16,2 2-152-16,-10-4-328 0,2 4-756 0,-9 0-940 15,-4 0-1681-15,-4 0-1839 0</inkml:trace>
  <inkml:trace contextRef="#ctx0" brushRef="#br0" timeOffset="92777.309">15846 9318 1356 0,'0'0'7504'0,"0"0"-2835"0,0 0-4237 0,0 0-216 0,0 0 404 16,0 0 536-16,0 0-40 0,79 22-420 16,-63-15-348-16,0-1-140 15,0 1-96-15,-1 2-100 0,-2-3 0 0,-5 7 40 0,-1-2-40 16,-3 0 36-16,-4 3 64 16,0 1-28-16,-4 1-20 15,-3 0-56-15,-6 6 44 0,2 0-52 0,-5 3-72 16,0-2-28-16,4-4 40 0,0 0 48 15,4-7-52-15,4-1 4 0,4-6-28 16,0 2 88-16,8-4 12 0,8 4 320 0,3-4 24 16,6-3 76-16,6 0 168 0,5 0-344 15,5-3-152-15,-6-7-104 0,1 3-96 0,4-2-124 16,-5-1-160-16,-3 1-268 16,5 2-252-16,-10 1-640 0,-7 3-1396 15,12 0-2709-15</inkml:trace>
  <inkml:trace contextRef="#ctx0" brushRef="#br0" timeOffset="93221.772">17195 10024 6620 0,'0'0'6497'0,"0"0"-4857"16,0 0-496-16,0 0-52 0,81 0 160 15,-50 2-132-15,5 1-336 0,4 0-368 0,4 1-188 16,-1-4-216-16,2 3-12 0,-6-3-168 15,-3 4-188-15,0-1-180 16,-8-3-384-16,-8 3-404 0,0-1-1132 0,-8 4-2257 16,-8-6-2155-1,-4 11 3820-15</inkml:trace>
  <inkml:trace contextRef="#ctx0" brushRef="#br0" timeOffset="93372.591">17506 10204 1632 0,'0'0'9609'0,"0"0"-7305"16,0 0-1288-16,0 0-660 0,0 0 132 0,0 0 228 0,0 0 252 15,0 0-64-15,0 0-336 16,80 47-188-16,-40-47-60 0,4 0-208 0,3-5-112 16,2-5-160-16,-2 0-232 0,1 2-348 15,4-3-540-15,-16 3-1452 0,11-6-5153 16</inkml:trace>
  <inkml:trace contextRef="#ctx0" brushRef="#br0" timeOffset="93770.169">18690 9604 1384 0,'0'0'9929'0,"0"0"-7725"16,0 0-948-16,0 0-540 0,0 0 456 16,0 0-116-16,0 0-144 0,64 79-332 0,-57-31-224 15,6 6-12-15,-5 10 96 0,-4 9 156 16,-1 4-12-16,1 5-135 0,-4 3-121 15,0 7-132-15,0-3-124 0,0 0-72 16,0-3-52 0,-4-4-108-16,1-5-68 0,-1-8-125 0,4-8-159 15,0-10 0-15,0-10-160 0,0-10 220 0,4-8 196 16,-1-8-124-16,1-5-300 0,4-3-608 16,-3-7-872-16,-1-7-1076 0,0 1-1873 0</inkml:trace>
  <inkml:trace contextRef="#ctx0" brushRef="#br0" timeOffset="94057.621">18814 9801 1264 0,'0'0'11281'0,"0"0"-9953"15,0 0-808-15,0 0-356 0,0 0 264 0,0 0 540 16,0 0 12-16,0 0-360 0,87-41-136 0,-64 50-112 15,2 4-124-15,-1 6-88 16,0 0 0-16,-5 4-28 0,1-2-132 16,-3 5 0-16,-6-1-60 0,-7 0 12 0,0 4-16 15,-4-4-28-15,0 5 92 16,-8-5 8-16,-3 2 4 0,-6-4-8 16,2 0 8-16,-5-5-4 0,-1 1-8 0,2-9-160 15,-1 0-124-15,0-7-84 0,0 0-116 16,0-3-300-16,5-3-308 0,-2-7-752 15,6 1-2501-15,-6-14-3171 0</inkml:trace>
  <inkml:trace contextRef="#ctx0" brushRef="#br0" timeOffset="94889.687">20032 8868 1748 0,'0'0'704'0,"0"0"116"0,0 0 4268 0,0 0-3364 16,0 0-355-16,37-67-177 16,-33 60-276-16,3 4 64 0,-3 3-224 15,0 0-104-15,0 0 204 0,5 13-148 16,2 7 356-16,1 11-228 0,0 7-212 0,0 10-112 16,-4 8 124-16,-3 4 33 0,-5 8-185 15,0-5-144-15,0 0-220 0,0-2-32 0,-9 2-88 16,1-6-4-16,0 1-48 0,-4-11 4 15,4-5 0-15,0-11-12 16,1-5 0-16,3-11-12 0,4-4 24 0,-5-9-76 0,5-2-252 16,0 0-109-16,0 0 85 15,0-2 80-15,5-9 152 16,3-4-40-16,3-8 60 0,2-5-24 0,2-4 112 0,-3-3-48 16,4-2 8-16,-1-1-48 15,2-4 136-15,-1 4-60 0,4 3-76 16,-4 3 12-16,3 7 88 0,-2 9-36 15,-2 6 20-15,-2 3 4 0,-2 5 52 16,2 2 8-16,-5 2 124 16,-5 5 48-16,1 5 96 0,0 2 28 0,-4 5-76 0,0 0-88 15,-8 0-72-15,-3 3-60 0,-6 0-88 16,-3 0-192-16,5 1-172 0,-6-4-16 16,6-4 88-16,-1-2 96 0,4-3 148 0,-1-3 124 15,6-1-64-15,3-6 72 0,4 3-4 16,0-3-80-16,0 3-96 0,0-3 184 15,11 6 196-15,2 4 4 0,2 3-28 16,2-1 12-16,7 1-60 0,-1 0-36 16,1 2-80-16,4-2 152 0,0 3-116 0,4-7-44 15,-4 4-60 1,0-7-276-16,0-2-228 0,0-1-592 0,0-3-1412 16,-9 0-2641-16,9-3-3711 0</inkml:trace>
  <inkml:trace contextRef="#ctx0" brushRef="#br0" timeOffset="95432.924">20925 8934 3556 0,'0'0'1524'15,"0"0"1428"-15,0 0-1656 0,0 0-156 16,0 0 813-16,0 0-81 0,0 0-220 0,0 0-636 16,0 0-344-16,0 76 20 0,0-50 48 15,0 0-112-15,0-5-104 16,0-1-184-16,5-2-120 0,-5-1-36 0,0-5-60 15,0 1-52-15,3-4-24 0,-3-2-48 16,0-1-60 0,0 1 56-16,0-5-60 0,0 1 16 0,0 1-120 15,0-4-100-15,0 3-112 0,4-3-48 16,-4 0 24-16,4 0 72 0,-4 0 136 16,8-3 196-16,-1-6 120 0,2-4 36 0,3-3-68 15,4-6-88-15,0-7-60 0,0 0-64 16,-1 3-48-16,2 5-52 15,-2 2 92-15,2 6 8 0,-6 6 12 0,6 4 32 0,-6 3 80 16,1 3 296-16,4 7-12 16,-4 3-12-16,0 3 24 0,0 5-40 0,-4 2-60 15,0-4-72-15,-4 3 8 0,4 1-20 16,-4-4-28-16,-4 0-36 0,4-4-44 16,-4 5-4-16,0-8-48 0,0 4-112 0,0 1-256 15,0-5-172 1,0 4-176-16,0 0-152 0,0-1-448 15,-4-2-908-15,0 0-2193 0,0-3-2791 0</inkml:trace>
  <inkml:trace contextRef="#ctx0" brushRef="#br0" timeOffset="96160.795">21734 8887 1656 0,'0'0'876'16,"0"0"-408"-16,0 0-324 0,0 0 3776 0,0 0-2428 15,0 0-364-15,0 0-224 16,0 0-247-16,0 0 715 0,0 0 44 0,-28 95-404 0,21-57-156 16,2-1-188-16,1 5-156 15,4 0-56-15,-4-4 28 0,4-7-112 16,0 2-200-16,0-12-172 0,4-2-48 0,0-3-16 16,8-6 52-16,4-7-196 15,0-3-336-15,3-6-276 0,5-4-512 16,-7-3-796-16,7-13-3161 0</inkml:trace>
  <inkml:trace contextRef="#ctx0" brushRef="#br0" timeOffset="96509.241">22025 8925 5044 0,'0'0'2800'0,"0"0"1421"15,0 0-2677-15,0 0-24 0,0 0-48 16,0 0-264-16,0 85-172 0,-4-59-228 0,0-5-232 15,4 5-272-15,-4-6-108 0,4-2-132 16,-4-1-64-16,4-5-72 0,0-5-24 16,0-1-28-16,0-3-108 0,4-3-220 15,0 0 84-15,0 0-12 0,3-3 208 0,6-3 24 16,-1-4-24-16,4-3-76 0,-4-3 16 16,3 4 32-16,-2 2 28 0,-2 1 72 15,-2 5-24-15,-1 1 28 0,3 3 96 16,-3 0 236-16,1 3 272 15,-2 7-136-15,5 0-128 0,-3 3-32 16,-2-1 20-16,1 1 36 0,0 3-144 0,4-4-36 16,-8 1-88-16,4-3-12 0,-1-5-60 15,-2 5-12-15,3-7-164 0,-4 4-328 0,0-4-376 16,0-3-608-16,-4 4-1616 16,3-4-3717-16</inkml:trace>
  <inkml:trace contextRef="#ctx0" brushRef="#br0" timeOffset="96701.495">22522 9036 288 0,'0'0'12953'16,"0"0"-10813"-16,0 0-1056 0,0 0 244 0,0 0 68 0,0 0-172 16,0 0-348-16,77 13-448 15,-49-19-271-15,0-5-157 16,0 3-193-16,4-9-387 0,-5 2-176 15,4-2-188-15,-3 2-400 0,-4-4-1140 16,-3 6-2773-16,-2-6-3315 0</inkml:trace>
  <inkml:trace contextRef="#ctx0" brushRef="#br0" timeOffset="96875.229">22985 8813 1788 0,'0'0'10085'0,"0"0"-8677"0,0 0-1052 0,-16 67-100 16,12-41 1096-16,1 2 344 16,-2-2-540-16,5-1-576 0,0 0-432 0,-4-3-148 15,4 1-12-15,0-2-40 0,-4 2-44 16,4-4-412-16,-4 1-644 0,0-5-784 16,4-5-2821-16,-4-4-4911 0</inkml:trace>
  <inkml:trace contextRef="#ctx0" brushRef="#br0" timeOffset="97130.765">23424 8810 3360 0,'0'0'10357'0,"0"0"-8993"16,0 0-896-16,0 0-16 0,0 0 428 15,43 83 312-15,-39-55-428 0,-4 4-408 0,0 0-260 16,0 3-44-16,-4 0-52 0,-7-3 0 16,-6 6-88-16,2-3-36 15,-13-1-96-15,0 1-248 0,-8 0-200 0,-5 0-264 0,2-3-412 16,7-10-856-16,-16 7-3033 0</inkml:trace>
  <inkml:trace contextRef="#ctx0" brushRef="#br0" timeOffset="97972.862">21016 9696 4400 0,'0'0'116'0,"0"0"4276"0,0 0-3384 16,0 0 101-16,0 0 459 0,0 0 152 0,77 3-448 16,-49-6-476-1,0-3-284-15,7-1-176 0,1 0 72 0,7 2 136 16,2-2 0-16,2-2-76 0,5 0-160 16,4-1-112-16,0 3-88 0,4-2-36 0,0 2-28 15,3-2-44-15,1 4-124 0,4-2 28 16,3 0-16-16,1 1 28 0,7-4-16 0,5 4-24 15,8-4 76-15,0 4 36 16,3-7 0-16,-3 4-48 0,-4-1 60 0,-4 1 0 16,-1-1 0-16,1 1-16 0,0-2-32 15,-5 3-12-15,-3-3-28 0,-5 3 80 16,-3-2 8-16,-8 0 0 0,-8 5 0 0,-9 1 0 16,-2 1-4-1,-14-1-8-15,-7 1-72 0,-4 3-52 16,-8-3-76-16,-8 3-32 0,0 0-140 0,0 0-360 0,0 0-144 15,-4 0 20-15,-3 3 124 16,-2 0-172-16,5 1-668 0,-4-1-361 0,-4-3-399 16,4 0-828-16,4 0-1475 0</inkml:trace>
  <inkml:trace contextRef="#ctx0" brushRef="#br0" timeOffset="98575.203">21579 9912 1448 0,'0'0'5776'16,"0"0"929"-16,0 0-5517 0,0 0-824 15,83-29 12-15,-46 22 180 0,-2 2 280 16,5-2-32-16,3 5-172 0,5-5-104 0,5 3 12 16,-2 2-76-16,5-1-160 15,-8 0-72-15,-5 3-48 0,-7 0-124 0,-12 3-60 16,-4 2-108-16,-8 6-4 0,-8-2-32 15,-4 3-40-15,0 8 64 0,-8 2 36 0,-8 0 84 16,-4 0 4-16,-4 3 0 16,0-2-4-16,0-1 48 0,1-4 40 0,3-1 56 15,4-1 4-15,4-3-76 0,8-4-72 16,0-3-60-16,4 1-76 16,4-1 136-16,12 0 40 0,3 1 140 15,9-1-8-15,8-3-76 0,5 1-92 0,-2-4-4 16,5 0-12-16,0-4-60 0,-4-2-184 15,-5 3-292-15,1-1-296 0,-4 1-416 0,-8 3-960 16,8-3-3393-16</inkml:trace>
  <inkml:trace contextRef="#ctx0" brushRef="#br0" timeOffset="114858.768">3128 13360 5076 0,'0'0'4456'0,"0"0"745"0,0 0-4069 0,0 0-488 15,0 0 216-15,0 0 340 0,0 0-276 16,0 0-228-16,-9 0-292 0,21 0-224 0,4 0-104 16,8 4 8-16,12-4-80 0,8 2-4 15,3-2-44-15,2 3-68 16,-2 0 112-16,1 1 196 0,-4-1-136 0,0-3-60 0,-1 4-4 15,-7-4-68-15,0 3-24 16,-4 0-40-16,-4-3-60 0,-4 2-168 16,0-2-296-16,-9 0-228 0,2 0-348 0,-10 0-920 15,-3 0-2205-15,-4 0-2487 16</inkml:trace>
  <inkml:trace contextRef="#ctx0" brushRef="#br0" timeOffset="115160.254">3278 13379 8928 0,'0'0'1912'0,"0"0"-1151"0,0 0-337 0,0 0 368 16,0 0 408-16,-11 79-152 15,11-53-392-15,0 2-180 0,0 4-208 16,3 7-20-16,1 5-100 15,0 6 52-15,-4 12-48 0,0 1 8 0,0 6-148 16,0 4 64-16,-4 1-76 0,0 2 0 0,1-4-8 16,-5-2-80-16,4-6-36 0,-5-6 36 15,9-8 16-15,-4-12-56 16,4-7 4-16,0-11-188 0,4-10-268 0,1-8-212 16,7-2-408-16,-5-12 116 15,1-11-544-15,5 4-1049 0,-6-25-1771 0</inkml:trace>
  <inkml:trace contextRef="#ctx0" brushRef="#br0" timeOffset="115425.123">3426 13500 9096 0,'0'0'3017'0,"0"0"-1953"0,0 0-720 0,0 0 240 16,0 0 428-16,0 0-232 0,0 0-312 15,4 70-120-15,-4-35-84 0,3 3 72 0,2 3-52 16,3 7-24-16,-4 6 12 16,0 0-64-16,0 3-8 0,-4 4-88 0,0-1-112 15,0-4-12-15,-8 2-60 0,4-4-64 16,-4-10-100-16,3-3 4 0,-2-12-104 0,3-4-224 16,0-9-136-1,4-6-100-15,-4-1-248 0,4-5-76 16,-4-4-416-16,4 0-769 0,-4-4-1999 0,0-9-156 15</inkml:trace>
  <inkml:trace contextRef="#ctx0" brushRef="#br0" timeOffset="115609.598">3375 14055 8748 0,'0'0'2945'16,"0"0"-1857"-16,0 0-720 0,0 0 652 0,0 0 304 15,0 0-216-15,0 0-360 16,0 0-128-16,0 0-164 0,99-6-160 15,-71 6-184-15,4-6-76 0,0 3-36 16,3-4-136-16,-3 1-24 0,8 0-308 16,0-1-200-16,4 1-132 15,-1 0-744-15,-11 2-1616 0,9 1-3809 0</inkml:trace>
  <inkml:trace contextRef="#ctx0" brushRef="#br0" timeOffset="115975.249">4052 14202 5276 0,'0'0'5196'0,"0"0"-1019"16,0 0-4089-16,0 0 104 0,0 0-192 0,-9 66 768 16,9-34 160-16,4 7-240 15,5 5-244-15,-1 6-84 0,-1 7-16 16,-3 6-36-16,5 5-48 0,-5 1-16 16,0 5-156-16,-1-1-16 0,-3-1-72 15,0-2-4-15,0-6-80 0,4-7-100 16,-4-6-28-16,4-11 80 0,-4-10-104 0,0-8-72 0,0-10-212 15,0-5-88-15,0-7-288 0,0-10-292 16,0-12-636-16,0-10-228 0,0-8-325 0,0 1 233 16,0-28-876-1</inkml:trace>
  <inkml:trace contextRef="#ctx0" brushRef="#br0" timeOffset="116196.841">4071 14402 2100 0,'0'0'1304'0,"0"0"4480"16,0 0-4672-16,0 0-379 0,0 0-37 0,0 0 420 15,0 0-96-15,0 0-348 0,0 0-204 0,0 0-40 16,84-49 72-16,-72 62-92 16,0 10-96-16,-4-4 24 0,0 9-188 15,-4 1 28-15,-4-1-92 0,0 4-76 0,0-4-4 16,-4 2 0-16,-4-8 0 0,0-3 40 16,-4-7-44-16,0 1-236 0,1-7-28 15,-2-2-60-15,-2-1-228 16,2-3-76-16,-2-7-140 0,-2 1-260 15,2-7-72-15,-2-5-657 0,2-2-1275 16,6 5-2496-16</inkml:trace>
  <inkml:trace contextRef="#ctx0" brushRef="#br0" timeOffset="124643.411">4223 13877 1540 0,'0'0'1812'0,"0"0"3608"16,0 0-3724-16,0 0-499 0,0 0 239 0,0 0 0 16,0 0-228-16,0 0-328 0,-4-6-304 15,4 9-68-15,4 0 12 16,3 4 256-16,-3-1-236 0,1 3-64 15,3 4 100-15,0 3-140 16,-5 3-156-16,6 6-144 0,-1 11-128 0,0 2 0 16,-1 10-8-16,-3 9-136 0,1 3 76 0,-1 10-72 15,0 0-16-15,0 3-96 0,-4-7-36 0,3-9 96 16,-3-6 76-16,0-9 64 0,0-14 40 16,0-6-44-16,0-5-108 15,0-8-140-15,0-7 52 0,0-2-4 16,0 0-56-16,0-4-16 0,4-6-200 0,-4-7-76 15,4-5 224-15,0-3 112 0,1-7-104 16,-1-4-204-16,0-1-236 0,-1 2 488 16,1 0 164-16,0 3 76 0,5 1 76 15,-1 1 84-15,3 5 156 0,6 3 88 16,-2 0-12-16,1 3 72 0,4 3-136 0,-4 0-48 16,4 7-104-16,-8 6 24 0,-1-1-24 0,-2 4-92 15,-5 0 44-15,0 4 48 16,-4 2-40-16,0 3-12 0,0 4-44 0,0 0 64 15,-8 6 60-15,-1-3 20 16,-2 3-148-16,-1-3-64 0,0-3-120 16,0 0 8-16,0-4-36 0,0 0 64 15,0-2 32-15,0-1 116 0,4 0 0 0,1-2-8 16,3 2-52-16,4-3-20 16,0 0-8-16,0 3-16 0,0 1 104 0,7-1 304 15,5 0-16-15,4 4 24 0,4 2 48 31,0-2-24-31,4-4-100 0,0 4 36 0,-1-1 36 0,1-3 0 0,1 4-24 16,3-3 8-16,-4 2-144 0,3 0-144 0,-3 2 32 16,4-3-36-16,-8 6 0 15,-1-2-292-15,-2 1 44 16,-2 0 100-16,-2-1-528 0,-2 1-20 0,2 0-236 16,-5-1-516-16,-1-2-904 0,1-4-1513 0,1-6-1627 0</inkml:trace>
  <inkml:trace contextRef="#ctx0" brushRef="#br0" timeOffset="125693.06">2107 13544 3868 0,'0'0'328'15,"0"0"6072"-15,0 0-4407 0,0 0-641 0,0 0 164 16,0 0-396-16,0 0-460 16,0 0-104-16,0 0-48 0,0 0-112 15,-23 42-140-15,10-26-108 0,5 9-144 16,-3 6 84-16,-2 5 20 0,2 5-44 15,-2 7 60-15,2 5-72 16,-1 8-52-16,-1 2 0 0,2 7-184 0,3 3 172 16,-4 3-132-16,4 0 144 0,0-3 96 15,4 1-96-15,-4-8 0 0,8-2 96 16,0-7 4-16,0 0 20 0,0-3-72 0,3-3 64 16,10-6 96-16,-1-1-88 0,0-3-20 15,4-6-40-15,4-4-24 0,-1-1-28 16,1-5-8-16,-3-6 52 0,2-3-40 15,1-4 36-15,-4-2-40 0,0-4 140 16,0-6-64-16,0 0 48 0,4 0-8 0,0-3-52 16,4-7 76-16,4-2-64 15,0-4 136-15,0-6-208 16,3-3 48-16,1-5-48 0,0 2-12 0,-4-10-60 0,0 0-124 16,0-3 64-16,-5-3-40 15,1-5 100-15,4-5 60 0,-3 1-72 0,-6-5-64 16,1-2-36-16,0 0-84 0,-4-4 76 15,-4-2 8-15,-4-4 12 0,0-1-84 16,-4-1 72-16,-4 2 12 0,0 3 72 16,-4 4-84-16,-4 5-36 0,4 5 112 15,0 5 8-15,0 7 0 0,0 9 88 16,0 4 12-16,4 5 40 0,0 8 108 0,0 4-24 16,-4 3-40-16,4 4-20 0,0 2-68 15,0-3-8-15,0 5-124 0,0 0-96 16,0 0-188-16,-4 0-472 0,0 7-560 0,4-3-564 15,-4 4-980-15,0 9-2461 0,-4-8-62 16,4 16 5507-16</inkml:trace>
  <inkml:trace contextRef="#ctx0" brushRef="#br0" timeOffset="126353.256">5302 14462 1756 0,'0'0'964'0,"0"0"6464"16,0 0-5727-16,0 0-433 0,0 0 180 15,0 0 256-15,77-13-236 0,-42 10-368 16,5 0-108-16,-1 0-428 0,6-4-152 0,-2 4-168 15,2-3-184-15,-6 0-60 0,1-1-196 16,-5 4-48-16,-3-3-108 0,-4-1-272 16,0 3-200-16,-7 2-76 0,-6 2-1048 0,-2 0-2004 15,-10 2-1957-15</inkml:trace>
  <inkml:trace contextRef="#ctx0" brushRef="#br0" timeOffset="126541.84">5577 14672 3720 0,'0'0'80'0,"0"0"5652"0,0 0-3707 0,0 0-537 16,0 0 304-16,0 0-648 0,0 0-40 15,0 0-28-15,0 0-496 0,100 18-284 0,-65-18-236 0,10-6 124 16,-2-4-184-16,6 1-172 0,-2-1-220 16,1-2-312-1,0 2-688-15,0 1-532 0,-9 3-2497 0,-7-1-4011 16,5-2 6589-16</inkml:trace>
  <inkml:trace contextRef="#ctx0" brushRef="#br0" timeOffset="127173.134">6908 13703 1212 0,'0'0'7080'0,"0"0"-4596"0,0 0-699 0,0 0-749 15,0 0 660-15,0 0 36 16,0 0-284-16,84 29-424 16,-45-22-96-16,6-5-232 0,11 1-16 0,-1-3-219 15,5-3-169-15,3-3-100 0,-3-4-132 16,0 1-56-16,-4-4-4 0,0-3-204 0,-4 3-136 16,-5-3-12-16,-7 1-341 0,-3-1-171 15,-6 3-348-15,-11 4-740 16,-8 6-1156-16,-8-1-2641 0,-8 4-2586 0</inkml:trace>
  <inkml:trace contextRef="#ctx0" brushRef="#br0" timeOffset="127422.602">7196 13833 6248 0,'0'0'12'15,"0"0"5577"-15,0 0-4745 16,-21 76-320-16,21-41 468 0,-4 10 576 0,4 9 192 0,0 3-460 15,0 3-380-15,0 7-504 16,0-4-64-16,4 7-108 0,-4 0-196 16,0 3-36-16,0 1 24 0,0-2-36 0,-4-3-64 15,1-4-8-15,-1-8-72 16,4-7 140-16,0-8-144 0,0-8-156 16,0-9-320-16,0-8-92 0,4-7-120 0,-1-7-160 15,-3-3-396-15,4-7-568 0,0-9-252 0,0-3-865 16,-4-9-1691-16,4 9 3516 15,-4-16 64-15</inkml:trace>
  <inkml:trace contextRef="#ctx0" brushRef="#br0" timeOffset="127906.31">7334 14011 9992 0,'0'0'2037'16,"0"0"-465"-16,0 0-672 0,0 73 72 16,0-41-76-16,0 5 248 0,4 5-612 15,5 6-184-15,-5-4-88 0,0 4 72 0,3 3 172 16,1-4-312-16,-4 4-192 0,1-3-12 15,-5 3 0-15,0-4-48 0,0 0-112 0,-9 1 12 16,5-3-120-16,-3-4-4 16,-1-6 12-16,4-2 48 0,-1-8-32 0,1-7-44 15,0-5-8-15,4-7-164 0,0-6-168 16,0 0-192-16,0-6-444 16,0-4 104-16,0-6-816 0,0-3-337 0,0-3-979 15,0 3-872-15,0-6 3852 0</inkml:trace>
  <inkml:trace contextRef="#ctx0" brushRef="#br0" timeOffset="128157.455">7247 14468 6552 0,'0'0'4292'16,"0"0"-2759"-16,0 0-1085 0,0 0-436 15,0 0 704-15,0 0 656 0,0 0-444 0,80-44-248 16,-48 38-192-16,3 2 20 15,5-2 272-15,8 0-312 0,-5 2-160 0,6-3-260 16,-2 5-36-16,-3-1-12 0,0 0 0 16,-4-1-100-16,0 2-48 15,-1 2-136-15,-3 0-160 0,1 0-12 16,-10 0-164-16,1 2-180 0,-4 5-220 16,-4-4-348-16,-4-1-636 0,0 2-1005 0,-8-1-2059 15,-1 1 1644-15</inkml:trace>
  <inkml:trace contextRef="#ctx0" brushRef="#br0" timeOffset="129747.965">8195 14732 1604 0,'0'0'5612'16,"0"0"-3164"-16,0 0-1324 16,0 0-671-16,0 0 279 0,0 0 588 0,0 0-28 15,0 0-420-15,0 89-372 16,4-61 8-16,5 4-96 0,-5 3 8 16,-1 3-48-16,1 4-84 0,-4 5-192 15,0 0 4-15,0 4-100 0,0-1-4 16,-4 2 0-16,1-2-56 0,-6 1 52 0,5-6-92 15,-4-4 0-15,4-9-432 0,1-3 408 16,-1-11 24-16,4-8-24 0,0-6-100 16,0-4-176-16,0-4-332 0,0-6 28 15,4-8-284-15,-1-8-288 0,5-9-817 0,-4-4-3083 0,-4 9 520 16,4-22 4148-16</inkml:trace>
  <inkml:trace contextRef="#ctx0" brushRef="#br0" timeOffset="129988.147">8259 14814 2640 0,'0'0'1420'0,"0"0"4216"0,0 0-4860 16,0 0-311-16,0 0 279 15,0 0 384-15,80-25-172 0,-65 25-192 16,6 0-284-16,-6 2-180 0,1 5 16 0,0 3-92 16,-4-4-72-16,-4 4-64 0,-4 3-84 15,0-1 60-15,-4 1-16 0,0 4-36 0,-4-3 76 16,-8 6-36-16,0 2 8 15,-4-3-48-15,5 4 4 0,-6-2-12 16,2-5-4-16,2 0-64 0,-2-3-48 0,2-4-180 16,6-6-412-16,-1-3-220 0,-5 0-680 15,6-9-1249-15,-5 0-1847 0,0-4 1520 16,-4-9 3076-16</inkml:trace>
  <inkml:trace contextRef="#ctx0" brushRef="#br0" timeOffset="130673.409">6665 13208 2792 0,'0'0'1692'16,"0"0"3864"-16,0 0-2919 0,0 0-853 0,0 0-312 15,0 0-68-15,0 0-256 0,0 0-496 16,0 0-160-16,0 0-136 0,0 0-76 0,-8 25 404 16,21-25-52-16,6 0-143 15,9 0 67-15,4 0-192 0,3-3-136 16,6-4-32-16,-1 0 20 0,7 2 0 0,1-2-68 15,8-2 8-15,4 0-48 16,4-5-60-16,3 2-44 16,8-1 0-16,5-2-4 0,4-1-12 0,-1 0-72 0,9 0-96 15,0 3 92-15,-1 0-44 16,-3 1 12-16,-4 2 24 0,-9 1-60 16,-10 3-4-16,-6-1-80 0,-11 4-124 0,-12 0-132 15,-8 3-185-15,-8 0-439 0,-5 0-1216 16,-11 0-2412-16,0 0-2445 0,-12 6 1086 15</inkml:trace>
  <inkml:trace contextRef="#ctx0" brushRef="#br0" timeOffset="151005.582">14263 13739 5804 0,'0'0'1328'0,"0"0"1384"16,0 0-1808-16,-4-84 21 0,4 65 151 0,0 4 452 0,0 2-76 15,0 7-148-15,0 2-336 16,0 4-116-16,0 0-56 15,0 0-136-15,0 0-172 0,0 0-108 0,0 0-100 0,0 0-88 16,0 0-20-16,0 4-3 16,0-1 3-16,0 6-112 0,0 7-60 0,-7 9-72 15,-2 7-12-15,-3 13 80 0,1 6-8 16,-2 9-64-16,2 3 16 0,-1 8-13 16,0 4-23-16,0 5-4 0,-4 2-32 15,4 1 48-15,4-3 8 0,3-2 0 0,2-5 76 16,3-3 124-1,3-9-76-15,6-6 96 0,7-11-136 16,0-4-8-16,-1-8-48 0,6-7 8 0,-1-1 40 16,3-13 4-16,1-4-4 0,0-7 0 15,4 0 0-15,0-7 0 0,0-4-12 16,0-13-84 0,4-1 88-16,0-7-44 0,0-2-44 0,3-8-24 0,-3-3-16 0,4-5 28 15,-4-5-28-15,4 1-32 0,-5-2 56 16,1-1-84-16,-4-1 76 0,0 1 8 15,-4-3 52-15,0 2-100 0,-4-2-60 0,0-3-124 16,-5 3-220-16,2 3 20 0,-9-1-48 16,-1 5-56-16,2 2 36 0,-5 9 220 15,0 4 168-15,-4 10 224 0,0 9 24 0,4 6 152 16,-4 6 252 0,0 7 296-16,0 0-152 0,0 0-176 0,0 0-148 15,0 7-112-15,0-4-36 0,0 7-100 16,-4-1-44-16,0 4 44 0,0-1 48 15,0 5-32-15,-1 1 68 0,1 5-20 16,1 0 44-16,-1 2 16 0,-4 6-12 16,0 4-28-16,3 3-20 0,-6 7 0 15,-1 2-56-15,0 4-8 0,0 6 0 16,1 3-36-16,-6 4-40 0,6-1 76 0,-2 2 0 16,1-6 12-16,0 5 32 0,4-8-44 15,4 5 0-15,-3-4 44 0,3-3-40 16,0-3-4-16,-1-6-76 0,5-10 76 0,0-4 16 15,0-9-16-15,0-3 0 0,0-3-76 16,0-6-84-16,0-4-60 0,5-6-200 16,-5 0-188-16,4 0-484 0,3-3-92 15,-3-6-840-15,0-4-477 0,4-6-1599 0,-3 3-1980 16,-1-16 5988-16</inkml:trace>
  <inkml:trace contextRef="#ctx0" brushRef="#br0" timeOffset="151809.289">15160 14525 10708 0,'0'0'1865'0,"0"0"-745"16,0 0-204-16,0 0 204 0,0 0 148 15,0 0-364-15,24 93-360 0,-20-56-212 0,-1 12-120 16,-3-6-52-16,0 8-4 0,0-3 4 16,-3-1 24-16,-5-5-12 15,0-5 0-15,3-11 0 0,-2-6-100 16,7-11-12-16,0-6-52 0,0-3 20 16,0-3-28-16,0-6-172 0,12-11-48 0,0-6 108 15,4-5 52-15,3-3-52 0,-2-1-84 16,2 0 52-16,1 6-4 0,-3 0 0 15,-2 10-60-15,2 0 60 0,-2 10 0 0,-3-1 24 16,0 6 116-16,0 4 8 16,0 0 4-16,-4 4 4 0,4 6 76 15,0-1-8-15,-4 8 24 0,0 2-16 0,-5 6-76 16,-3 3 56-16,0 7-56 0,0 0 44 0,-3 3-52 16,-1 3-76-16,0-6 28 15,0-6-100-15,4-7-260 0,0-8-72 0,0-9-152 16,8-5-624-16,3 0-548 0,6-12-72 15,-2-8-457-15,9-5-1879 0,-4 6 60 16</inkml:trace>
  <inkml:trace contextRef="#ctx0" brushRef="#br0" timeOffset="152134.653">16299 13646 9004 0,'0'0'5497'0,"0"0"-4977"0,0 0-520 15,0 0 0-15,0 0 252 0,0 0 732 16,-88 25-176 0,69 1-284-16,-1 5-216 0,-1 7 52 0,2 12 96 15,-1 5 132-15,1 9-232 0,-2 6-84 16,-3 2-128-16,4 11 16 0,-3 0-36 15,6 2-28-15,2-2-12 0,2-4-32 0,10-3 44 16,3-9-96-16,3-10-148 0,10-8-96 0,-1-11-184 16,8-10 52-16,3-9-316 15,1-10-48-15,8-5-176 0,0-8-200 0,0-15-432 16,3-9-1056-16,-2-11-2181 0,-6 8-1515 16,1-20 5528-16</inkml:trace>
  <inkml:trace contextRef="#ctx0" brushRef="#br0" timeOffset="152371.96">16423 13998 1684 0,'0'0'12025'0,"0"0"-10277"0,0 0-1208 0,0 0-184 0,84 16 216 16,-49-16 520-16,5-3-240 0,4-3-348 15,0-4-272 1,4 1-60-16,-1-5-92 0,-3 6-80 0,0-3-108 16,0 2-28-16,-4 0-96 0,-12-1-372 15,0 7-368-15,-13 0-212 0,-2 3-676 16,-5 0-2185-16,-12 3-3367 0</inkml:trace>
  <inkml:trace contextRef="#ctx0" brushRef="#br0" timeOffset="152612.06">16729 14084 1708 0,'0'0'156'15,"0"0"9177"-15,-19 67-7909 0,14-35-440 16,1 9-8-16,1 3 296 0,-1 6-168 0,0 4-284 0,0 7-212 16,4 3-116-1,-4 3-160-15,4 5-12 0,0-1 96 0,0-8-148 16,-4-3-268-16,4-11-36 0,0-15-112 15,0-3-156-15,0-9-76 0,0-9-160 16,4-9-80-16,4-4-384 0,0-4-224 16,-1-9-4-16,2-6-124 0,-1-9-412 0,-1-4-633 15,-3-6-1783-15,0 0-380 0,1 6 4117 16</inkml:trace>
  <inkml:trace contextRef="#ctx0" brushRef="#br0" timeOffset="152998.239">16666 14484 9928 0,'0'0'1945'15,"0"0"-805"-15,0 0-312 16,0 0 300-16,0 0 92 0,0 0-304 0,0 0-308 16,0 0-200-16,0 0 48 0,0 0 72 15,0 0-24-15,95 0-148 16,-71 0-64-16,0 0-96 0,1-3-12 15,-2-1-64-15,-3 1-84 0,0 0-36 16,0 0-108-16,-4 0-12 0,-4 0-76 0,0 3-172 16,-4-3-196-16,0-1-136 0,-8 4-88 0,3 0-468 15,-3 0-1012-15,0 0-1853 0,-3 0-2579 16,-9 0 4224-16</inkml:trace>
  <inkml:trace contextRef="#ctx0" brushRef="#br0" timeOffset="153422.703">17156 14672 9976 0,'0'0'1945'0,"0"0"-905"0,0 0-480 15,0 0 12-15,0 69 364 0,0-27-56 16,0 8-136-16,0 10-224 0,0 5-108 0,0 4-92 16,4 4 16-16,0 6-76 15,-1-3-88-15,2-5-168 0,-5-6-4 0,0-10-100 16,4-14 12-16,-4-9-72 16,0-14-148-16,4-4-176 0,0-7-48 0,-4-7-68 15,4 0-180-15,0-10-368 0,-1-9-788 16,1-10-457-16,1-6-2271 0,-1 3 236 15,0-24 3752-15</inkml:trace>
  <inkml:trace contextRef="#ctx0" brushRef="#br0" timeOffset="153639.349">17244 14808 872 0,'0'0'968'0,"0"0"1900"16,0 0 344-16,0 0-2136 0,0 0-492 0,0 0 140 15,0 0 385-15,80-54-57 0,-65 54-144 0,-3 10-324 16,4 3-280-16,-4 6 24 0,-4-1-100 15,-4 11-12-15,-4 0-40 0,0 3-52 16,-4-1-108-16,-8 4-4 0,-4 0-12 0,0-3-72 16,-3-4-16-16,2-3 0 0,-3-8-88 15,9-12-380-15,-6-5-196 0,6-5-384 16,-5-18-276-16,0-2-565 0,-1-7-1139 16,6 7-2072-16,-13-19 5004 0</inkml:trace>
  <inkml:trace contextRef="#ctx0" brushRef="#br0" timeOffset="153958.627">16398 13643 1016 0,'0'0'7644'16,"0"0"-5948"-16,0 0-651 0,0 0-265 15,0 0 652-15,0 0 12 0,0 0-364 16,0 0-312-16,0 0-12 0,0 0-88 16,92-22-100-16,-64 17-148 0,4 3-116 15,5 2-8-15,2 0-116 0,8-3 44 0,2 3-140 16,7-3-84-16,3 3-80 0,1 0-32 15,0 0-48-15,0 0-48 0,-5 0-256 0,1 0-248 16,-4 0-292-16,-5 0-608 0,-15 0-1460 16,5 0-3273-16</inkml:trace>
  <inkml:trace contextRef="#ctx0" brushRef="#br0" timeOffset="154273.097">17857 13649 8552 0,'0'0'6021'16,"0"0"-5249"-16,0 0-484 0,72 90-124 16,-44-52 200-16,4 6 200 0,3 3 976 15,1 4 20-15,1 0-900 0,-6 0-332 16,1-1-168-16,0 7-12 0,-9-2-124 0,1 2-24 0,-3 0-100 15,-6-1 4-15,-6-1-12 0,-9 2 8 16,0-4-120-16,-13 1-96 0,-2-2 24 16,-9-2 20-16,0-2 4 0,-8-4-76 15,-4-5-36-15,-4-4 32 0,0-3 16 16,-7-7-104 0,-5-3-296-16,-8-3-752 0,0 1-1016 0,-8-12-2029 0,16 3-1727 0,-23-5 5836 15</inkml:trace>
  <inkml:trace contextRef="#ctx0" brushRef="#br0" timeOffset="154563.478">20459 14195 328 0,'0'0'0'0,"0"0"-327"0</inkml:trace>
  <inkml:trace contextRef="#ctx0" brushRef="#br0" timeOffset="154791.114">20339 14005 1500 0,'0'0'3064'15,"0"0"2088"-15,0 0-4080 0,0 0-299 0,0 0 23 16,0 0 456-16,0 0 92 0,24 82-364 16,-11-47-248-16,-6 9-248 15,-3 4 52-15,0 6-140 0,-4-4-112 16,-4 4-100-16,-3-5-48 0,3-8-136 0,-5-6-72 16,5-10-88-16,0-6-344 0,4-9-180 15,-4-3-100-15,4-7-348 0,-3 0-732 0,-1-11-2093 16,0 3-4167-16,-9-15 7800 0</inkml:trace>
  <inkml:trace contextRef="#ctx0" brushRef="#br0" timeOffset="154966.183">20172 13783 7352 0,'0'0'6837'0,"0"0"-6001"16,0 0-460-16,0 0-124 0,0 0 200 0,103 6-148 15,-71-4-304-15,9-2-580 0,2 0-1224 16,1-2-2313-16,-8-1-2147 0,11 0 3184 16</inkml:trace>
  <inkml:trace contextRef="#ctx0" brushRef="#br0" timeOffset="155237.91">20893 13947 3040 0,'0'0'10689'0,"0"0"-9273"0,0 0-860 0,-75 67-16 0,50-45 484 0,6 1-156 16,3-8-436-16,8 1-332 0,-1 0-88 16,9-3-4-1,0 0 4-15,9-1-4 0,3 2-8 0,4-2-8 0,3 1-40 16,5-5-52-16,4 6 52 16,4-5-88-16,-4 4-12 0,0 0 12 15,-4-1 120-15,-1 4 4 0,-2-3-60 0,-5 3 60 16,-4 3 0-16,-1 0 4 0,-2-1 8 15,-5 6 0-15,-4 1-4 0,-4 0-96 16,-12 0-60-16,0 0-264 0,-12 1-60 0,4-4 96 16,-8-3-56-16,0-5-144 15,1-6-232-15,3-4-772 0,0-4-1377 0,3 0-3783 16,-6-17 4640-16</inkml:trace>
  <inkml:trace contextRef="#ctx0" brushRef="#br0" timeOffset="155788.463">22348 14097 2180 0,'0'0'6092'0,"0"0"-3816"0,0 0-143 16,0 0-973-16,0 0 144 0,0 0-248 15,0 0-152-15,0 0-224 0,-84-38-420 16,67 47-108-16,6 7-152 0,-9 6-84 0,0 7 76 16,0 8 4-16,-4 5 4 15,1 6 8-15,-1-1 88 0,0-3 16 0,7-2 24 16,2-10-28-16,7-13-108 0,8-6-184 16,0-10-88-16,12-3-52 0,4 0 232 15,3-10 88-15,5-6-80 16,8-6-116-16,-4-3-108 0,4 0-16 0,-8 5 172 15,4 4 28-15,-9 6-40 0,-2 4-40 16,-2 6 204-16,2 6 180 0,-6 4 144 0,2 6 140 16,-5 4-56-16,3-1-84 15,2 3-128-15,-6 0-84 0,5-3-112 16,1-3 0-16,2-1-48 0,1-2 40 0,9-3-116 16,1-3-52-16,2-5-172 15,13-2-360-15,-5-2-484 0,7-5-1052 16,-15-3-1989-16,20-3-2463 0</inkml:trace>
  <inkml:trace contextRef="#ctx0" brushRef="#br0" timeOffset="156440.267">23817 14151 8288 0,'0'0'4961'0,"0"0"-4109"0,0 0-344 16,0 108 224 0,0-51 476-16,0 13-128 0,-4 9-300 0,-3 9-176 15,-1 8-100-15,-1 2 96 16,2-2-52-16,3-7-220 0,0-3-144 0,4-14-184 16,0-8-136-16,0-10-108 0,4-13-108 0,3-6 8 15,2-12-20-15,-1-7-140 16,0-7-556-16,-1-9-156 0,2 0-652 15,-5-13-828-15,0-13 83 0,-4-5-2163 0,0 2-227 16</inkml:trace>
  <inkml:trace contextRef="#ctx0" brushRef="#br0" timeOffset="156688.285">23866 14122 7504 0,'0'0'4197'0,"0"0"-3341"0,0 0-852 15,0 0 268-15,0 0 248 0,0 0 296 0,0 0-20 16,95 19-392-16,-78-7-152 0,-2 1-88 16,1 4-4-16,-4-2-156 0,-8 8-4 15,0-1 0-15,-4 6-124 0,-8 4-152 0,-8 4 176 16,-4 2-368-16,-8 3-100 0,0-4-68 16,-4-2 168-16,-3-7 44 0,7-2 44 15,0-6 32-15,4-7-240 0,8-7-497 0,0-6-351 16,8-4-2688-16,4-5 408 15,4-10 3144-15</inkml:trace>
  <inkml:trace contextRef="#ctx0" brushRef="#br0" timeOffset="156836.664">24124 14312 184 0,'0'0'11609'15,"0"0"-10237"-15,0 0-560 0,0 0 228 16,88-3 508-16,-60 1-380 0,4 2-316 15,3-4-432-15,6 1-348 16,-1-3-72-16,-1-4-220 0,1 3-384 0,-4 1-352 0,0 0-468 16,-17 3-1376-16,5 3-3585 0</inkml:trace>
  <inkml:trace contextRef="#ctx0" brushRef="#br0" timeOffset="157522.528">25228 14087 1108 0,'0'0'7352'15,"0"0"-5692"-15,0 0-783 16,0 0 123-16,0 0 436 0,0 0-460 0,0 0-368 15,-79 38-80-15,62-3-100 0,-7 10-60 16,5 12-20-16,-5 6-12 0,4 1 48 0,4-1 28 16,4-6-412-16,0-13 0 0,8-6-224 15,4-15-76 1,8-7-20-16,8-13-32 0,4-3 80 16,8-9-148-16,3-10-120 0,-3-7-104 0,4-2-88 15,0-5 44-15,-8 2 292 0,-3-1 180 16,-6 7 164-16,1 3-88 0,-8 3 140 15,0 2 0-15,-4 9 116 0,0 2-28 0,-4 1 104 16,3 5-76-16,2 0 60 0,3 11 348 16,4 2-144-16,0 5-276 0,0 11-96 0,4 6 40 15,3 3 132-15,-6 12-16 16,-2 5-156-16,-3 11-8 0,-4 5 8 0,-4 8-4 16,-4 3 148-16,-7 1 176 0,-6-1 12 15,-2 0 0-15,-5-5 152 16,0-8 56-16,0-4 0 0,0-12-52 0,4-12-112 0,4-9-164 15,0-7-84-15,9-11 12 16,-6-8-12-16,5-6 24 0,-3-6-160 16,-6-13-220-16,-3-6-40 0,1-14-12 0,-2-5 160 15,-3-15-332-15,5-4-140 0,-5-9-136 16,4-5-352-16,4-2-816 0,4-1-753 0,0-5-1863 16,8 25-776-16,4-32 4680 0</inkml:trace>
  <inkml:trace contextRef="#ctx0" brushRef="#br0" timeOffset="157785.749">25503 14068 10296 0,'0'0'1277'15,"0"0"-613"-15,0 0 116 16,88 6 684-16,-68 4-328 0,3 6-380 16,-6 3-368-16,-2 3-276 0,-2 7 12 15,-2 3 76-15,-7-1-76 0,0 7-116 16,-4 0 4-16,-4 4-4 0,-4-4-8 15,1 0 0-15,-6 0-64 0,1-10 52 0,5-3 12 16,-2-8 0-16,5-5 136 0,4-8 64 16,0-4 0-16,0 0-4 15,0-7 100-15,9-5 224 0,6-8-376 0,6-8-44 16,3-7-60-16,-1 0-40 0,5-2-108 0,-4 1-28 16,0 4-60-16,4 4-52 0,-5 2-408 15,1 4-424-15,0 3-644 16,1 3-1216-16,-10 4-3089 0,5-2 121 0</inkml:trace>
  <inkml:trace contextRef="#ctx0" brushRef="#br0" timeOffset="158096.5">26089 14284 4892 0,'0'0'7437'0,"0"0"-6441"0,-16 76-336 16,8-41 592-16,0 0 396 0,0-3-396 15,4-4-548-15,4-9-496 0,0-6-208 16,8-7-12-16,12-6-160 0,0 0 124 15,7-6 44-15,1-9-96 0,4-8-96 0,4-6-140 16,-8 1 4-16,4-4 132 0,-8 1 88 16,-4 2 40-16,-8 6 72 0,-1 1 0 15,-6 3 72-15,-1 0 16 0,-4 0 24 0,-9 0 12 16,-2 0 48-16,-6 3-24 0,-2 3 76 16,3 7-16-16,0 6 28 0,-4 0-36 15,5 10-200-15,-6 9-72 0,1 10-4 16,-3 2 76-16,6 4 184 0,-3-1-108 0,9-1-76 31,-1-5-160-31,3-2-196 0,6-10-288 0,3-4-236 0,0-2-260 16,7-10-1136-16,10 0-1573 0,-6-3-1943 15,9-16 1868-15</inkml:trace>
  <inkml:trace contextRef="#ctx0" brushRef="#br0" timeOffset="158405.332">26559 14277 9480 0,'0'0'5869'0,"0"0"-4989"0,0 0-480 16,-16 76 732-16,12-52 472 0,0-6-404 16,4 1-460-16,0-9-424 0,0-1-168 15,8-2-88-15,0-4-60 0,3 0-12 0,2-3-60 16,2 0-76-16,2-3-120 0,3-10-48 16,-5 1-48-16,6-4 8 15,-6-3-96-15,2 2 184 0,-10-2 36 0,5 7 20 16,-7-1 92-16,-1 3 120 0,-1 7 64 15,-3 3-4-15,0 0 224 0,0 3 48 16,-3 7 84-16,-6 3-40 0,5 5-240 0,-4 1-128 16,4 4 40-16,1-4 88 0,-1-3-80 15,0 0-56-15,4-3-96 0,0-1-100 16,0-2-208-16,4-1-120 16,3-2-216-16,1-4-108 0,0-3-56 15,1 0-2140-15,2-7-3065 0,-3 1-283 0,8-7 4880 16</inkml:trace>
  <inkml:trace contextRef="#ctx0" brushRef="#br0" timeOffset="158653.216">27041 14284 5228 0,'0'0'4352'0,"0"0"-2059"0,0 0-1689 0,-20 93-296 16,12-49 444-16,-4 6 792 0,9 7-56 15,-2 4-444-15,5-1-388 0,0 5-4 0,5-2 0 16,2 3-420-16,1 4-24 15,0 3-60-15,0 0-148 0,-4 3-64 0,-4 3 52 16,0 0-208-16,-4 5 52 0,-4-2-372 0,-4-4-76 16,1-4 320-16,-2-4 60 0,-2-10-236 15,-2-5-212-15,-2-11-80 16,6-12 188-16,2-6 184 0,3-15 40 0,3-8-296 0,5-3-496 16,-4-14-1273-16,4-10-247 0,0-7-2612 15,4 3 4900-15,9-31-536 16</inkml:trace>
  <inkml:trace contextRef="#ctx0" brushRef="#br0" timeOffset="158968.887">27112 14395 964 0,'0'0'9484'15,"0"0"-8347"-15,0 0-1125 0,45-70 76 16,-26 54 272-16,9 1 52 0,0 5-220 0,0 3-192 15,4 4-92-15,0 3-8 0,0 3-56 16,-4 10-88-16,-4 4-36 0,-9 1 280 0,1 8 128 16,-12 2 92-16,0 4 136 15,-4 0 28-15,-11 2-24 16,-6 1 136-16,-2 0 60 0,-1 1 140 0,-8-5-204 16,0 4-140-16,-4 0-128 0,-4-1-96 15,4-1-72-15,0-5-56 0,1-2-12 0,-1-7 0 16,4-3 4-16,8-1-68 0,0-5-36 15,4-3-112-15,8-5-68 16,4-2-248-16,4 0-488 0,0 0-836 0,0-2-2493 16,4-2-2511-16,8 1 6748 0</inkml:trace>
  <inkml:trace contextRef="#ctx0" brushRef="#br0" timeOffset="159120.046">27686 14966 4304 0,'0'0'8925'16,"0"0"-6973"-16,0 0-856 0,0 0 436 0,0 0 216 16,0 0-260-16,0 0-816 0,0 0-672 0,0 0-488 15,0 0-364-15,0 0-288 0,-3 0-1048 0,-1-3-3961 16,-16 1-4103-16</inkml:trace>
  <inkml:trace contextRef="#ctx0" brushRef="#br1" timeOffset="211551.919">2593 16567 10828 0,'0'0'1529'16,"0"0"-417"-16,0 0-348 0,0 0 144 15,0 0 176-15,0 0-248 0,0 0-240 16,0 0-212-16,0 0-136 0,0 0-64 0,8-4-24 16,8 2 88-1,8-3 440-15,12 3 72 0,4-1-396 0,0 0-216 16,0 0-64-16,-1 3-84 16,1 0-36-16,0 0-100 0,-4 0-84 0,0-7-108 0,-4 4-136 15,-1-3-248-15,-3 0-188 0,-4 2-540 16,-4-3-788-16,-8 5-1653 0,-8 2-1815 0</inkml:trace>
  <inkml:trace contextRef="#ctx0" brushRef="#br1" timeOffset="211775.341">2896 16706 9828 0,'0'0'816'15,"0"0"-596"-15,8 83 217 0,-4-42 691 0,0 4 608 16,0 3-560-16,0-4-688 0,-4 0-264 0,0-3-172 16,0-2-52-16,0-1-76 15,-4-3-124-15,0-7-228 0,-4 1-428 0,0-1-952 16,0-5-1113 0,-4 3-2643-16,0-12 1556 15,-8 9 3800-15</inkml:trace>
  <inkml:trace contextRef="#ctx0" brushRef="#br1" timeOffset="211948.1">2665 17373 9536 0,'0'0'1292'0,"0"0"-1059"0,0 0-145 16,0 0 748-16,0 0 432 0,0 0-352 16,0 0-336-16,76 26-252 0,-52-20 28 15,0-3 68-15,3 1-28 0,1-1-136 0,0-3-92 16,0 0-168-16,0 0-100 0,0 0-264 15,4-3-64-15,0-4-468 0,-4 1-664 16,3-4-784-16,-3 1-2209 0,-7 2-891 0,2-5 4453 16</inkml:trace>
  <inkml:trace contextRef="#ctx0" brushRef="#br1" timeOffset="212138.085">3338 17186 3240 0,'0'0'7064'0,"0"0"-6251"16,0 0-645-16,0 0-68 0,80 9 312 0,-52-9 408 0,0-3-284 15,0-3-408-15,4-7-128 0,0 1-356 16,-4-7-580-16,0 0-361 0,-9-4-891 0,5 4-1896 16,-12 3 1152-16,4-6 2072 0</inkml:trace>
  <inkml:trace contextRef="#ctx0" brushRef="#br1" timeOffset="212535.185">3581 16796 912 0,'0'0'860'0,"0"0"6832"16,0 0-7136-16,0 0-480 0,0 0 376 0,0 0 669 0,0 0 19 15,-75 6-412-15,67 0-268 0,3-3-80 0,1 7-52 16,-3-1-24-16,3 7-116 0,0 6 24 15,4 3-36-15,0 5 16 0,0 5 20 16,0 2 28-16,8 5-52 0,-1 2-64 0,2 1 28 16,3 2-52-16,-5 1-88 0,6-4 64 15,2 1-28 1,-2-4-48-16,-1-3 0 0,-1-3-48 16,6 0 48-16,-6-3-4 0,2-4-4 0,-2 1 0 15,-3-7 8-15,1 0 52 0,-2-2-4 16,-3-5-32-16,0 1-4 0,0 0 88 0,-4-3 12 15,0-4-16-15,0 4-20 0,-4-3 12 16,-4-2 48-16,1 6-128 0,-10-4-8 16,-3-1-40-16,5 0-36 0,-10-2 0 15,1-1 28-15,0-3-88 0,1 0-140 16,-1-3-84-16,0 0-108 0,3 0-96 0,-2-6-92 16,3 0-152-16,5-4-56 0,2-3-596 15,2 4-1161-15,3-8-2291 16,-1 9 2144-16,5-12 1360 0</inkml:trace>
  <inkml:trace contextRef="#ctx0" brushRef="#br1" timeOffset="-206941.316">5100 16363 8280 0,'0'0'2368'0,"0"0"-1223"0,0 0-645 0,0 0 88 0,0 0 180 16,0 0 2148-16,0 0-1672 0,0 0-580 16,0 0-280-1,-17-12 168-15,17 17 368 0,0 6-324 0,0 5-72 16,0 6-208-16,0 3-87 0,0 10 15 0,0 6-76 15,0 4-8-15,8 2-112 16,-8 11-48-16,9 5-96 0,-9 7 84 0,0 3-64 16,0 3 16-16,0-3 48 0,0 0-72 15,-9 1-36-15,5-8-4 0,-3-3 4 16,-1-5-13-16,4-4-3 0,-5-10-32 16,5-3-52-16,4-13-12 0,-3-4 0 0,3-9-144 15,0-8-164-15,0-4-72 16,3-3-164-16,10 0-372 0,-1-7-304 15,3-5-520-15,5-4-740 0,-3 0-509 0,11-13-2539 16</inkml:trace>
  <inkml:trace contextRef="#ctx0" brushRef="#br1" timeOffset="-206538.3">6043 16563 10997 0,'0'0'1324'16,"0"0"-624"-16,0 0-72 0,0 0 600 15,0 0 284-15,0 0-392 16,-79-15-476-16,59 21-272 0,0 3-76 0,-8 4-88 16,5 7 0-16,-9 2-112 0,4 3-92 0,-4 11-4 15,0 2 4-15,0 6-4 0,1 3-12 0,-1 10 8 16,4 1 4-1,0 2 132-15,0 4-20 0,7-5-4 16,2 2 28-16,10-4-12 16,2-2-76-16,7-8 76 0,7-3-52 0,10-12-72 0,2-4-12 15,9-9-148-15,4-6-72 16,5-3 184-16,-2-10-284 0,5-4 324 0,-1-8-52 16,2-4-76-16,-5-7-36 0,-1 1 0 15,1 0 12-15,-4 0 48 0,-8-3-148 16,-4 5-356-16,-4-2 68 0,-5 3-136 15,-6 3-524-15,-5 1-872 0,0 2-877 16,0 3-1539-16,-12-2 540 0</inkml:trace>
  <inkml:trace contextRef="#ctx0" brushRef="#br1" timeOffset="-206380.815">5789 17119 600 0,'0'0'8352'0,"0"0"-6424"0,0 0-771 0,0 0 607 0,0 0 92 16,88 29-252-16,-60-26-540 0,3-3-520 15,1 0-276-15,0-3-268 16,0-7-120-16,-4-2-88 0,0-2-348 0,-5 2 284 16,-3-4-748-16,1 0-256 0,-10-3-840 15,2 7-961-15,-6-1-1995 16,-7 0-332-16</inkml:trace>
  <inkml:trace contextRef="#ctx0" brushRef="#br1" timeOffset="-206239.062">6092 17021 7324 0,'0'0'2228'16,"0"0"-988"-16,0 0-55 0,0 0 171 0,0 0-264 15,-24 89-332-15,24-64-284 0,0 4-100 16,3 2-132-16,5 1 144 0,-3 3-104 0,-1 1-44 16,4-3-80-16,-5-3-148 0,1 1-12 15,-4-6-224 1,4-2-148-16,0-4-232 0,1-6-328 0,-1-6-572 16,0-7-1288-16,3-4-2961 0</inkml:trace>
  <inkml:trace contextRef="#ctx0" brushRef="#br1" timeOffset="-205966.532">6438 16526 13373 0,'0'0'2140'0,"0"0"-1964"15,0 0 84-15,0 0-96 0,0 0 776 0,8 67 264 16,-4-33-440-16,1 11-408 15,2 2-112-15,-3 7-60 0,0 7-12 0,-4 3-112 16,4 2-60-16,-4 0-4 0,0 2-80 16,0-8 20-1,0-3-92-15,0 0-52 0,0-6-28 0,0-4-96 16,0 0-24-16,4-2-200 0,-1-3 60 16,-3-10-48-16,5-10 132 0,-1-7-304 0,0-8-1168 15,0-4-2321-15,0-3-3067 16</inkml:trace>
  <inkml:trace contextRef="#ctx0" brushRef="#br1" timeOffset="-205393.793">6952 17104 9744 0,'0'0'2857'0,"0"0"-1389"0,0 0-736 16,0 0 176-16,79 8 272 0,-47-3-300 15,5 1-472-15,-1-3-356 0,-1-3-48 0,-7 0-4 16,0 0-64-16,0 0-280 0,-5 0-376 16,-2-7-384-16,-5 5-520 0,-4-3-1520 15,-8 5-4065-15</inkml:trace>
  <inkml:trace contextRef="#ctx0" brushRef="#br1" timeOffset="-205242.258">7151 17298 9460 0,'0'0'2153'0,"0"0"-897"0,0 0-260 16,0 0 292-16,0 0-344 0,92 63-328 15,-64-60-304-15,7-3-312 0,-3 0-124 16,4-10-52-16,1-6-248 0,-2-3-520 0,1-7-436 16,-12 12-1152-16,16-18-3109 0</inkml:trace>
  <inkml:trace contextRef="#ctx0" brushRef="#br1" timeOffset="-205002.201">7888 16808 12117 0,'0'0'1852'0,"0"0"-1192"0,0 0-368 16,0 0 448-16,-11 96 304 15,11-49-24-15,0 7-452 0,0 6-100 0,4 6 72 16,-1 2-132-16,1-2-228 0,-4 0-96 15,0 2-84-15,0-5-100 0,0-2 52 16,0-4-160-16,-4-10-12 0,1-2-184 16,-1-11-128-16,0-4-48 0,4-15-16 15,0-8-88-15,-5-7-472 0,5-4-1420 0,0-5-1937 16,-4-17-635-16</inkml:trace>
  <inkml:trace contextRef="#ctx0" brushRef="#br1" timeOffset="-204748.381">7789 16983 3024 0,'0'0'5940'16,"0"0"-4544"-16,0 0-351 0,0 0 671 0,0 0 72 15,64-71-592-15,-44 63-504 16,-5 2-256-16,2 6 12 0,-2 0 44 16,2 0 88-16,-2 6-172 0,1 7-116 0,-4 1-84 15,-4 6 76-15,-3 2-88 0,-2 7-76 16,-3-1-8-16,0 4-52 15,-8 4-48-15,0-3-12 0,-4 0-48 0,4-5-24 0,-4-3 8 16,1-2 56-16,-2-7-40 16,1-7-112-16,5-2-156 0,-6-4-176 0,5-3-136 15,1 0-36-15,-6 0-144 0,2-10-296 16,3 1-760-16,-5 2-1296 0,2-12-3913 16</inkml:trace>
  <inkml:trace contextRef="#ctx0" brushRef="#br1" timeOffset="-204020.825">9076 16929 9548 0,'0'0'2077'16,"0"0"-949"-16,0 0-476 0,0 0 480 0,0 70 204 16,0-32-396-16,0 4-392 0,4 5-312 15,0 3-88-15,0 4-12 0,-4 7-80 0,3-1-56 16,-3 1-4-16,0-1-172 15,0-3-36-15,0-9 104 0,0-11-240 16,0-8-76-16,4-10-80 0,-4-9-88 0,4-3-176 16,-4-7-740-16,0-4-2533 0,0-17-2595 0</inkml:trace>
  <inkml:trace contextRef="#ctx0" brushRef="#br1" timeOffset="-203756.36">9052 16923 9292 0,'0'0'1757'0,"0"0"-845"16,0 0-336-16,0 0 712 0,92-83-124 0,-68 70-384 15,4 1-376-15,-9-1-88 0,5 10 56 0,-4 0-48 16,-4 3 12-16,-4 3-136 0,-4 9 12 16,-4 11 20-16,0 2-48 0,-4 9-132 15,-4 8-52-15,-8 3 0 0,0-1-88 16,-4 4 4-16,-4-1 8 15,4-5 28-15,-4-8 44 0,8-2-96 16,-4-10 12-16,9-3-144 0,-2-8-156 0,5-6-144 16,0-5-148-16,0 0-352 15,4-9-652-15,0-7-985 0,0 4-2159 16,8-11 112-16</inkml:trace>
  <inkml:trace contextRef="#ctx0" brushRef="#br1" timeOffset="-203461.658">9406 17011 9532 0,'0'0'1781'0,"0"0"-905"0,0 0 44 0,28 76 628 16,-19-51 92-16,-5 5-284 0,3-5-404 15,1-3-276-15,-4-3-208 0,5-10-140 0,-2-2-184 16,5-4-144-16,-3-3-136 0,6-6 28 16,-3-4 36-16,4-9-136 15,-1-3-16-15,2-3-120 0,-1-3-48 16,-4-5 84-16,-5 5 60 0,6-1 4 15,-9 4 80-15,-4 6 92 0,0 0 8 0,-4 3-108 16,-9-1 72-16,-2 9 100 0,-5-3 0 16,0 9 92-16,0 2-80 0,0 0 84 15,0 9-96-15,0 7-124 0,4 3 24 16,4 7-36-16,0 2-28 0,4 1 28 0,0-1 36 16,5-2-48-16,3 0-252 0,0-8-864 15,0-5-1136-15,0-3-2209 0,7-4-1391 16</inkml:trace>
  <inkml:trace contextRef="#ctx0" brushRef="#br1" timeOffset="-203083.689">9733 16923 9336 0,'0'0'2261'0,"0"0"-1133"0,0 0-528 16,28 79 668-16,-24-47 388 0,0 2-424 15,0-4-244-15,4-2-76 0,-4-6-164 16,4-6-360-16,-4-7-388 0,7-6-24 15,-2-3-184-15,3 0 100 0,4-12-28 16,-1-1 76-16,2-7-88 0,-2-5-108 16,2 3-148-16,-2-3 8 0,-2 3 100 0,-2 0 88 15,1 9 60-15,-3 0-76 0,-2 13 28 16,-3 0 96-16,4 4 100 0,1 11 160 0,-2 1 16 16,-3 9 80-16,4-2 16 15,0 3-24-15,4-1 12 0,-4 0-116 16,0-3 16-16,0-3 0 0,4-6-36 0,-4-4-76 15,4-3 64-15,0-2-4 0,-5-4 76 16,6-6-12-16,-2-7-24 16,6-3-76-16,-6-6-72 0,6-4-52 0,-6 0 0 15,1-2-68-15,1 3-16 16,-6 0-48-16,1-1-132 0,-4-2-164 0,0 2-48 16,-4-2-116-16,0 0-272 15,0 2-580-15,0 0-1128 0,0 7-1845 0,0 0-1715 16</inkml:trace>
  <inkml:trace contextRef="#ctx0" brushRef="#br1" timeOffset="-202777.173">10403 17056 10164 0,'0'0'1933'0,"0"0"-1089"0,0 0-396 0,0 0 528 16,0 0 48-16,0 0-308 0,0 0-336 15,88-7-280-15,-73-8-40 0,5-1-44 16,-4-3-4-16,4 0-12 0,-8 0-4 15,4 0-172-15,-8 0 64 0,-1 2 0 16,-3 2 44-16,-4 3-44 0,0 1-88 16,0 2 200-16,-8 6 0 0,-3-1 76 0,-2 4-40 15,-2 0-24-15,-1 7 100 0,0 6 132 16,0 6 80-16,0 7 48 0,5 5-12 16,-2 4-48-16,2 0-76 0,2 3-64 15,1-1 12-15,4 1-24 0,0-5-108 0,4-2-52 16,0-9-124-16,0-2-24 15,4-8-124-15,4-9-160 0,5-3 32 0,-2-3 104 0,2-9 20 16,2-8-292-16,2-5-376 16,-2-3-360-16,1-1-484 15,0-2-117-15,-5 8-611 0,6-11-1828 0</inkml:trace>
  <inkml:trace contextRef="#ctx0" brushRef="#br1" timeOffset="-202674.785">10734 16808 8596 0,'0'0'2457'16,"0"0"-1341"-16,0 0-132 0,0 0 468 15,87-9-608-15,-67 12-328 0</inkml:trace>
  <inkml:trace contextRef="#ctx0" brushRef="#br1" timeOffset="-200992.633">10801 16679 692 0,'0'0'8036'0,"0"0"-5207"16,0 0-1561-16,0 0-652 0,0 0 68 15,0 0 340-15,0 0-104 0,0 0-356 16,0 0-324-16,68 66-128 0,-57-50 72 16,2-4 92-16,2 8-92 0,-2-2-48 0,-2 5 224 0,1-1-76 15,1 3-100-15,-6 4-108 16,1-1-72-16,-4 1 0 0,1 6-4 16,-1 0 0-16,-4-4-64 0,0-1-44 15,0-5 8-15,0-3 36 0,0-9-32 0,0-4 88 16,0-3-44-16,0-3 40 0,0-3 12 15,0 0 4-15,0 0 96 0,0 0-100 0,0-6-268 16,0 0 120 0,0-4 100-16,0-6 40 0,0-5-92 15,-4-3 92-15,4-4 0 0,-5 3-68 0,5 0 12 16,-4-1 20-16,4 1 40 0,0 3-44 16,0 3 40-16,0 2 4 15,0 2-12-15,4 3-92 0,1 1-44 0,2-1 40 16,1 2 12-16,4 1 92 0,0-1-4 0,4 4 8 15,4 0-76-15,0-1 80 16,0 1 188-16,4 0-176 0,4-4-12 0,0 4-4 16,-4-4-8-16,4 3-200 0,-5 2-100 15,1-2-368-15,0 1-252 0,-4 3-348 0,4 3-612 16,-4 0-857-16,-9 0-487 16,6 0-1556-16</inkml:trace>
  <inkml:trace contextRef="#ctx0" brushRef="#br1" timeOffset="-200289.18">12323 17049 2740 0,'0'0'5936'0,"0"0"-4008"16,0 0-435-16,0 0 91 0,0 0-140 0,0 0-400 15,0 0-404-15,0 0-228 0,0 0 356 16,0 0 72-16,99 0-228 16,-62 3-268-16,-1 1-112 0,3-1-96 0,5 0-40 0,0-3-88 15,3 0-8-15,1 0-4 0,5-6 0 16,2-7-8 0,4 4 4-16,1-4 8 0,0 0-96 0,-4 0-76 15,-4 1-48-15,-1 2-148 0,-6 4-12 16,-2 3-288-16,-7 0-84 15,-4 3-132-15,-8 0-96 0,-4 0-268 0,-8 0-380 0,-4 0-377 16,-4 3-467-16,-4 0-360 0,0 0-1536 0</inkml:trace>
  <inkml:trace contextRef="#ctx0" brushRef="#br1" timeOffset="-199869.978">12467 17202 4400 0,'0'0'584'0,"0"0"5989"0,0 0-5097 0,0 0-904 0,0 0 100 15,0 0 376-15,0 0 60 0,0 0-248 16,0 0-312 0,0 0-204-16,19 3 152 0,-7 3 300 0,4 0-256 15,4 1-148-15,4-4-124 0,0 0-84 16,3 1-16-16,1-4-32 0,4 0-40 16,5 0 0-16,2-4-32 0,5 1-56 15,0-3-4-15,7 0 0 0,5-4-4 16,0 4-100-16,0-4 96 0,0 1-56 15,4-1-24-15,-5 1-64 0,1-1-168 0,-4 1-124 16,-5-2-12-16,-2-1-136 0,-2 3-112 16,-11-3-104-16,0-2-92 0,-12 2-44 15,0-1-168-15,-4 1-684 0,-4-1-893 0,-8 3-2147 16,0-3-644-16</inkml:trace>
  <inkml:trace contextRef="#ctx0" brushRef="#br1" timeOffset="-199317.255">13128 16662 132 0,'0'0'9988'0,"0"0"-7879"0,0 0-677 15,0 0-684-15,0 0 352 0,0 0 216 0,0 0-208 16,0 0-260-16,0 0-320 16,0 0-220-16,0 0-64 15,8 0-36-15,-4 0 24 0,4 0 64 0,0 0-64 16,-1 0-40-16,-2 0-104 0,3 3 8 0,0-3 12 15,3 3 28-15,-2 1-28 16,2-1-96-16,2 1 60 0,2-2-60 0,2 4 64 16,-2 0 20-16,5 1-35 0,0-1-57 0,0 5 4 15,4-2 0-15,-5 0 36 16,6 1-44-16,-1-1-60 0,0 4 60 16,4-4-8-16,0 1 4 0,-5 3 4 0,5-1-49 15,-4-2 49 1,0 6-8-16,0-4 0 0,-8 1 4 0,0 0-40 15,0-1 40-15,-9 1 4 0,2-1 0 0,-1 2 8 16,-5 2 0-16,-3 6-8 0,-3 0-136 16,-5 3 76-16,-8 7 12 15,-5 0-84-15,-2-1 20 0,-1 5 28 0,-4-2-36 0,0 1-16 16,-4 3-60-16,-4 0-96 16,1 1 36-16,-1-4 36 0,4-1-12 0,-1-2-24 15,10-10-128-15,3 1-380 0,5-11-460 16,2-2-544-16,9-4-1076 0,4-6-3373 15</inkml:trace>
  <inkml:trace contextRef="#ctx0" brushRef="#br1" timeOffset="-198042.347">15511 16742 2840 0,'0'0'1796'0,"0"0"2144"15,0 0-3160-15,4-63-288 0,-8 40-16 0,0 4 429 16,-1 0 303-16,1 3-188 0,-3 3-296 16,-1 4-28-16,-5-1 8 0,6 7-124 0,-9-1 36 15,4 2-132-15,0 2-24 0,-8 2-16 16,-1 8-296-16,-2 6-48 15,-1 6-100-15,-4 10-88 0,4 4 52 0,0 4 36 16,1 11 124-16,3 3-24 0,-1 6 20 16,6 4 16-16,2 6 12 0,6-1 60 15,7 2-72-15,0-8 12 0,3-5 24 0,10-14 232 16,2-6 144-16,10-10-328 0,-5-9-208 16,3-3-12-16,5-10 72 0,-4-2-72 15,4-4-4-15,-4-4-120 0,0-9-36 16,-1-2-168-16,-2-7-64 15,-1 3-84-15,-5-4-152 0,-7 4-436 0,1 0-560 16,-5 3-660-16,-4 0-625 0,-4 7-1219 16,-9-1 988-16</inkml:trace>
  <inkml:trace contextRef="#ctx0" brushRef="#br1" timeOffset="-197879.404">15351 17205 1332 0,'0'0'796'0,"0"0"2160"0,0 0 12 16,0 0-832-16,0 0-463 0,0 0-61 0,0 0-480 15,0 0-64-15,0 0-148 0,0 0-100 16,-36-22 72-16,56 25-200 0,4 0-360 15,-1 0-284-15,2-3 48 0,-1 0-96 0,0-6-88 16,-5-4-452-16,5-2-212 0,-4-4-304 16,5-1-384-16,-10 5-776 15,1-3-1713-15,-8 4 17 0,0 2 1176 16</inkml:trace>
  <inkml:trace contextRef="#ctx0" brushRef="#br1" timeOffset="-197737.113">15543 17117 2856 0,'0'0'4920'0,"0"0"-2472"16,0 0-783-16,0 0-361 0,-25 63-160 0,25-41-260 15,0 3-168-15,0 0-148 0,8 7 68 16,0 1-4-16,4-2-100 0,0 1-148 16,1 3-76-16,-6-3-136 0,5 0-172 15,0-5-40-15,0 3-276 0,3-12-660 16,-2 1-220-16,7-3-588 0,-8-10-1352 0,8 1-3413 16</inkml:trace>
  <inkml:trace contextRef="#ctx0" brushRef="#br1" timeOffset="-197283.649">17072 17195 3804 0,'0'0'376'0,"0"0"2348"16,0 0-324-16,0 0-207 0,0 0-589 0,0 0-32 16,0 0-32-16,0 0-180 0,0 0-236 15,0 0-388-15,44 64-344 0,-40-36-84 0,4 4-124 16,-4 3-128-16,-4-3-56 0,4-3-76 15,-4-4-32-15,0-6-124 0,0-3-232 16,0-7-276-16,0-2-372 0,0-7-576 16,0 0-1028-16,-4-12-4185 0</inkml:trace>
  <inkml:trace contextRef="#ctx0" brushRef="#br1" timeOffset="-197104.744">16973 16948 6688 0,'0'0'7129'0,"0"0"-5449"0,0 0-1104 0,0 0-572 0,0 0 532 16,0 0 124-16,0 0-536 0,84-36-124 15,-53 24-484-15,5-1-556 0,0 1-336 16,3-1-560-16,-2 3-945 0,-1 1-2031 16,-8 0 412-16,11-1 4233 0</inkml:trace>
  <inkml:trace contextRef="#ctx0" brushRef="#br1" timeOffset="-196843.536">17558 16802 2060 0,'0'0'3312'0,"0"0"916"0,0 0-3052 16,0 0-67-16,-24 79 91 0,13-54 148 16,-10 4-236-16,6 0-232 0,-5 0-244 15,-1-1-64-15,10 0 24 0,-1-5-32 16,3-2 4-16,6-4-152 0,3-1-256 16,3-4-112-16,6-2-36 0,7 3 124 0,0-4-64 15,3 1-72-15,2-4-64 0,3 3-84 16,0 1 24-16,-1-4 112 15,5 4-84-15,-4-1 88 0,0 1 8 0,0 2 0 0,-1-2 0 16,-2 3-60-16,-5-4 56 0,0 5-4 16,-5-6-100-16,-2-2 36 15,-1 5-16-15,-8-3-84 0,0 3-320 0,0-2-88 16,-4 1 124-16,-9 2-40 16,2-5-240-16,-10 5-144 0,2-5-192 15,-1 2-788-15,-1-5-777 0,-6-1-3107 0</inkml:trace>
  <inkml:trace contextRef="#ctx0" brushRef="#br1" timeOffset="-196209.587">19164 17183 1004 0,'0'0'9556'0,"0"0"-7803"0,0 0-709 0,0 0-356 0,0 0-4 16,0 0 188-1,0 0-68-15,0 0-404 0,0 0-76 16,-79 3-52-16,58 13-24 0,1 3-60 0,5 9 8 16,-6 4 4-16,6 6 72 0,2 1 108 15,2-2-12-15,7-5-120 0,-4-5-236 16,8-9-12-16,0-9-136 0,8-3 60 0,4-6-32 16,0 0-4-16,7-3 100 15,2-13-184-15,3-5-52 0,4-5-72 16,-5-3-172-16,1-2 68 0,-4 1 100 0,0 11 152 15,-4 0-4-15,-4 7 52 16,-4 6-12-16,4 6-52 0,-8 0 188 0,3 9 260 16,-3 7 176-16,5 3-36 0,-5 0-92 15,4 4-84-15,-5-1-36 0,1-3-52 16,5 0-76-16,-1 0-48 0,-1-3 88 0,6-4-88 16,-5-1-12-16,7-6-212 15,-2-2-580-15,6-3-304 0,1 0-352 0,4-3-460 0,0-2-945 16,0-6-2071-16</inkml:trace>
  <inkml:trace contextRef="#ctx0" brushRef="#br1" timeOffset="-195763.884">20591 17135 1500 0,'0'0'8876'15,"0"0"-7087"-15,0 0-905 0,11 73-4 0,-3-34 308 16,-4 5-52-16,5 7-240 0,-2 6-312 16,1 6-200-16,0 4-88 0,-3 6 84 0,-5 0 28 15,0 3-16-15,0-3-220 0,0-3-164 16,0-6-8-16,0-10-124 0,0-12-120 15,4-12-40-15,-1-10-32 0,1-7-32 16,0-11-132-16,0-2-340 0,0-9-332 16,4-7-144-16,-4-6-268 0,0-10-681 0,0 6-1651 15,-4-18-1912-15</inkml:trace>
  <inkml:trace contextRef="#ctx0" brushRef="#br1" timeOffset="-195526.676">20662 17247 5804 0,'0'0'2704'16,"0"0"397"-16,0 0-1693 0,0 0-464 0,0 0 272 16,0 0-60-16,0 0-244 0,88-39-244 0,-69 39-136 15,5 0-136-15,-3 0-52 0,-6 7-148 16,-2-5-196-16,-2 5-88 0,-7-1 80 16,0 7 0-16,-4 3 4 0,-4 4-68 0,-4 1 24 15,-8 5-52-15,-3-1-24 16,-2 0-48-16,-7 1-84 0,4-7 8 0,1 0-24 0,-1-3 0 15,4-4-88-15,4-1-336 16,4-9-212-16,0-2-416 0,5 0-828 0,-2-6-2841 16,5-1-1503-16,0-7 6364 0</inkml:trace>
  <inkml:trace contextRef="#ctx0" brushRef="#br1" timeOffset="-194802.729">21037 17331 3880 0,'0'0'772'0,"0"0"4540"16,0 0-3715-16,0 0-197 0,0 0-128 15,103 7-60-15,-75-7-460 0,0 0-552 0,0 0-200 16,0 0-124-16,0 0 8 0,-4-7-224 15,4 2-492-15,0-4-700 0,-9 2-1109 16,13-5-3343-16</inkml:trace>
  <inkml:trace contextRef="#ctx0" brushRef="#br1" timeOffset="-194322.709">21957 17176 9640 0,'0'0'1653'0,"0"0"-1333"16,0 0 28-16,0 0 868 0,0 0 116 15,0 0-184-15,-92 26-684 0,72-4-232 16,-8 10 28-16,5 5 76 0,3 5 40 16,-1 3 80-16,6-8-36 0,2 0-108 0,6-12-312 15,3-6-12-15,4-7-176 0,0-5 52 16,4-7-136-16,8 0-60 0,4-11 256 15,0-4-72-15,3-4-176 0,2-4-224 16,-1-2-120-16,-5 0 204 0,2-1 212 0,-6 7 188 16,1 3 64-16,-3 7 0 0,2-1-12 15,-3 10 0-15,1 0 12 16,2 4 352-16,1 8 176 0,0 4-176 0,0 6-212 0,4 7-132 16,-4 3-4-16,3 2 4 15,-2 8 68-15,-2-1-76 0,2 3 88 16,-5 1 48-16,-4 6 164 15,-4 0 148-15,0 2 20 0,-4 1-36 0,-4 1-108 16,-5-5-68-16,6-2-8 0,-1-3-64 16,4-13-12-16,-5-5-64 0,6-10 40 15,3-9-52-15,-4-1-80 0,0-7 56 16,0-7-72-16,0-1-232 0,-4-9-12 0,0-5 84 16,-4-3-260-16,0-7 176 0,0-3-92 15,-3-6-132-15,-2 0-140 16,2-4-340-16,2 1-436 0,2 0-664 0,2 12-2057 0,1-19-2259 15</inkml:trace>
  <inkml:trace contextRef="#ctx0" brushRef="#br1" timeOffset="-194037.839">22084 17323 168 0,'0'0'11073'0,"0"0"-9381"15,0 0-572-15,84 3 320 0,-56 0 452 16,-3-1-876-16,1 5-476 0,-1 0-244 15,-1 2-172-15,0 4-44 0,-5-4-80 16,-2 1-72-16,-6 3-16 0,-2 3 16 0,-5-1 64 16,-4 4 0-16,0 0 8 0,-4-3 12 15,-5 0 60-15,1-6 28 16,1-3 24-16,7-5 44 0,-4-2 40 0,4 0-60 16,0-7-60-16,0-5-88 15,0-4-260-15,4-6 4 0,7-6 72 0,2-1 24 16,2 0 24-16,2 4-8 0,-2 3 32 0,2 3-12 15,-2 2-12-15,-2 3-108 16,2 0-340-16,1 1-248 0,0 4-408 0,-9 3-1104 16,10-4-3641-16</inkml:trace>
  <inkml:trace contextRef="#ctx0" brushRef="#br1" timeOffset="-193444.341">23020 17281 4392 0,'0'0'804'0,"0"0"2960"16,0 0-2460-16,0 0-579 0,0 0 19 15,0 0 296-15,0 0 56 0,0 0-576 0,0 0 24 16,-39 86 36-16,35-51 20 16,4 0 4-16,-4-4 120 15,4-1-256-15,0-9-244 0,4-4-224 0,4-8-60 16,0-6 8-16,4-3-84 0,-1-3 48 16,10-11-132-16,-1-5-216 0,3-9-176 0,-3 0-68 15,5-7 16-15,-10 3 108 0,1 4 228 0,-4 2 328 16,-3 3 0-1,-5 2 124-15,-1 5 68 0,-3 3 60 16,-3 3 36-16,-6 1 128 0,1 3 124 0,-3-1-24 16,-2 7-52-16,5 0-20 0,1 0-132 15,-1 0-76-15,-1 7-116 0,-2 3-120 0,3 5-72 16,-1 4 72-16,-2 4 44 0,3 2-44 16,0 0-52-16,3-6-132 0,1 3-116 15,1-5-456-15,3-2-412 0,0-5-208 0,0 0-280 16,0-8-529-16,3 3-1027 15,6-5-1364-15</inkml:trace>
  <inkml:trace contextRef="#ctx0" brushRef="#br1" timeOffset="-192970.53">23344 17202 5004 0,'0'0'300'0,"0"0"232"0,0 0 2028 0,0 0 65 16,0 0-737-16,0 0-564 0,0 0-100 0,0 73-228 15,0-42-288-15,-4 1-76 16,0 3-24-16,0-3-56 0,-1-3-144 0,5-7-232 16,0-6-176-16,0-4-100 0,0-9-20 15,0 1-52-15,9-4-124 16,-1-7 24-16,3-2-172 0,6-10-140 0,-2 0 28 16,5-3-168-16,-8-4 180 0,4 4 280 15,-4 0 136-15,0 3 40 0,-4 5 76 16,0 0-24-16,-4 3 36 0,1 8 136 15,-2 3 68-15,-3 0 348 0,0 3 228 16,0 8-320-16,0 3-176 0,-3 3-236 0,-2 5-40 16,1 0 44-16,0 0 144 0,4 0 40 15,0 1-40-15,0-4-196 0,0-3-72 16,4-4-100-16,5-5-572 0,-2-3-316 0,1-4-112 16,0-7-704-16,4 0-1401 0,0-15-2803 15</inkml:trace>
  <inkml:trace contextRef="#ctx0" brushRef="#br1" timeOffset="-192723.441">23706 17268 9744 0,'0'0'1637'16,"0"0"-1405"-16,0 0-140 16,8 86 652-16,-8-48 580 0,4 4 8 15,0 5-264-15,0 3-204 0,1 5-80 0,-2 2-8 16,1 1-332-16,-4-1-188 0,0 3-132 15,0-3-112-15,0 4-12 0,-4-5-8 16,4 6-40-16,-3-4 0 0,-2-3-112 0,1-4-224 16,4-3-292-16,0-10 268 0,0-4 48 15,0-8-16-15,4-7-160 0,1-7-144 16,-5-5-264 0,3-7-400-16,-3-3-780 0,4-13-837 0,0 0-187 15,0-22-2079-15</inkml:trace>
  <inkml:trace contextRef="#ctx0" brushRef="#br1" timeOffset="-192433.083">23838 17279 4744 0,'0'0'5180'0,"0"0"-3955"15,0 0-849-15,0 0-144 0,0 0 252 0,80-77 336 16,-61 70-92-16,-3 4-284 15,0 3-104-15,0 0-24 0,-4 10 152 0,0 3-128 16,-4 2-164-16,0 2-116 16,-4 4 104-16,0 2 4 0,-4 3-56 0,0-1 36 15,-4 0 76-15,-4 3-48 0,-4-2-12 16,0 2-68-16,-4 2-32 0,4-5-64 16,-4 0-64-16,0-6 16 0,4 0-88 15,0-6-228-15,0-1-176 0,1-5-100 0,-2-4-296 16,2-3-372-16,3 0-1217 15,-1-3-323-15,-2-10-2060 0</inkml:trace>
  <inkml:trace contextRef="#ctx0" brushRef="#br1" timeOffset="-191876.798">25204 16976 2480 0,'0'0'740'0,"0"0"3484"0,0 0-2108 16,0 0-479-16,0 0-377 0,0 0-176 16,0 0-56-16,0 0 156 0,0 0-304 15,0 0-168-15,-16-9-80 0,0 22-276 0,1 6-84 16,-6 6 72-16,2 7 88 0,-1 5 44 16,3 8-36-16,2 9-24 0,-1 1-100 15,4 8-96-15,4 0-48 0,0 7-40 0,4-1-36 16,-4 2-32-16,8-5-16 0,0-3-36 15,0-5-12-15,4-7-12 0,8-10-112 16,0-5-180-16,8-11-84 0,8-10-40 16,-1-2-72-16,10-10-136 0,2-3-288 15,1-6-400-15,8-4-720 0,-16-2-1764 0,15-8-1473 16</inkml:trace>
  <inkml:trace contextRef="#ctx0" brushRef="#br1" timeOffset="-191138.67">25918 16656 8400 0,'0'0'2136'16,"0"0"-515"-16,0 0-305 0,0 0-476 15,0 0 20-15,23 73 248 0,-10-29 0 0,-2 17-264 16,6 9-192-16,-10 6 12 16,1 3-212-16,-4-3-160 0,-4-6-60 0,0-7-160 15,0-8-72-15,0-8-64 0,0-9-56 16,0-9-28-16,-4-10-36 0,4-3-72 16,0-7-136-16,0-3-88 0,0-2-48 15,0-4-16-15,0 0-176 0,0-4-40 16,4-2 180-16,5-3 128 0,-2-1 444 15,1-3 8-15,4 4 4 0,-4-4-4 0,4 7 0 16,-1 0-12-16,2 3 12 0,-1-1 100 16,0 4 112-16,3 0 4 0,-7 4-80 15,5-1-12-15,-6 3 168 0,-3 3 84 16,0 1-28-16,-4-1 0 0,0 4 0 0,0 4-100 16,-8-2-88-16,-3 1-152 0,-6 0-8 15,6 0-76-15,-9-4-32 0,4-2-92 16,-4-1-108-16,0-2-52 0,0-7-28 0,0 3-12 15,5-3-180-15,-2-3 4 16,1-7-156-16,4-2-336 16,1-4-760-16,2 0-417 0,5 0-1635 0,4-10 920 15</inkml:trace>
  <inkml:trace contextRef="#ctx0" brushRef="#br1" timeOffset="-190742.764">26304 17268 2984 0,'0'0'1380'0,"0"0"3492"15,0 0-2755-15,20 83-605 0,-20-54-428 0,0-1 40 16,-9 1-40 0,2-4-196-16,-1-3-292 0,4-2-308 0,0-12-288 15,4-1-28-15,0-7-192 0,0 0 20 16,8 0-172-16,4-7 220 16,0-5-120-16,7-1-52 0,2-6 32 0,-1 0 152 15,-1 0 64-15,1 4 28 0,-3 5 36 16,-2 4-76-16,-3 6 76 0,4 0 12 15,0 13 336-15,0 2 68 0,0 7-352 0,4 10-52 16,0-1 0-16,-1 8-12 0,6-1 12 16,-5 0 0-16,-1 3 0 0,-3-5 60 15,-4 5-8-15,1 0 108 0,-10 3 228 16,-3 1 108-16,-3 3-64 0,-10-1-48 16,-6 1-148-16,-2-7-28 0,-3 1-24 0,5-12-36 15,-1-3-24-15,0-8 24 16,4-10-64-16,4-3-48 0,0-6-36 0,4 0 0 15,1-9 0-15,-2-4 12 0,1-6-12 16,-3-6-8-16,2-7-88 0,5-3-76 16,0-3-12-16,4-3-64 0,0 3-132 15,0 0-152-15,13-4 12 0,2 4-152 0,2-3-384 16,6 0-408-16,5-3-456 0,-4 8-721 16,12-14-1723-16</inkml:trace>
  <inkml:trace contextRef="#ctx0" brushRef="#br1" timeOffset="-190224.646">27471 16679 1712 0,'0'0'888'0,"0"0"5048"0,0 0-3676 0,0 0-691 16,0 0-597-16,0 0 84 0,0 0 4 16,0 0-292-1,0 0 8-15,17 84-168 0,-10-39-248 0,-3 9-4 16,4 7 4-16,0-1 20 0,-3 4-24 16,-2-5-100-16,1-4-84 0,-4-5-108 15,4-5-16-15,-4-3-36 0,0-9 84 0,4 0 28 16,-4-11 24-16,8-6-64 15,-4-6 12-15,4-5-8 0,0-1-88 0,4-1-76 0,0-3 16 16,7 0 56-16,2 0 4 16,3 0-12-16,0 0 4 0,4 0-76 15,-1 0 20-15,1 0-8 0,-4 0 12 0,0 0-224 16,0 0-512-16,-1 0-76 0,-2-3-132 16,3-1-352-16,-5-5-700 15,-3 3-1045-15,5-7-2927 0</inkml:trace>
  <inkml:trace contextRef="#ctx0" brushRef="#br1" timeOffset="-189827.055">28216 17202 11309 0,'0'0'2344'0,"0"0"-2140"0,0 0-128 16,0 0 380-16,0 0 300 0,0 0 328 0,0 0-220 15,0 0-108-15,0 0 32 0,-60-32 24 16,45 42-356-16,-5 5-224 0,-1 5 36 0,2 5-60 16,-1 7-52-16,1 0 28 0,-2-5-64 15,5 6-108-15,4-11-8 16,1-3 0-16,6-7 44 16,5-8-48-16,0-4-44 0,9 0-252 0,6-4-44 15,5-8 96-15,8-7 24 0,0-3-220 0,4-7-16 16,0 0 40-16,-4 4 204 0,-5 3 128 15,-3 6 76-15,-3 3-80 0,-10 7 28 16,1 3 60-16,-4 3 96 0,0 3 548 0,1 7-144 16,-1 3-44-16,-1 5-248 0,1 4-124 15,4 1-36-15,0-2-44 0,-3 2-4 16,6-1-96-16,1-6-16 0,0 0 4 0,4-3-236 16,0-4-280-16,3-5-288 15,2-1-404-15,3-3-788 0,-9 0-904 16,13-3-2553-16</inkml:trace>
  <inkml:trace contextRef="#ctx0" brushRef="#br1" timeOffset="-189060.942">28639 17112 1720 0,'0'0'512'0,"0"0"-124"15,0 0 4596-15,0 0-3040 16,-76 64-431-16,56-41-665 0,8-1-256 16,-4 4-32-16,5-1-100 0,2 1-332 0,5-1-128 0,0-6-140 15,4-3 128-15,0-4-88 0,8-6-244 16,1 1-220-16,2-7 28 0,5 0-148 16,-4-3 648-16,8-7 36 15,-4 1 4-15,-1-7-4 16,6 0-52-16,-9-1 40 0,4 3-40 0,-9 0 48 0,6 2-72 15,-5 2-81-15,-1 0 29 0,-3 5 76 16,0-2 48-16,-4 4 4 0,0 3 116 16,0 0 77-16,0 0 63 0,0 0 120 15,0 0 176-15,0 0 36 0,0 6-192 0,0-2-40 16,0-2-76-16,0 5-180 0,0-4-84 16,-4 0 44-16,4 3 208 0,0-2-52 15,0-4-64-15,0 3-76 16,0-3 64-16,0 4 60 0,0-4 0 15,0 0-8-15,4 0-4 0,-4 2-12 0,0 1 0 16,5 6 164-16,-1 2-40 16,0 4-100-16,3 1-64 0,-3 3-84 0,0 7 8 15,1-1 40-15,3 4-48 0,-5 2 20 0,1 2 104 16,0 0-104-16,0 3 16 0,0-1-12 16,-4 3 60-16,0-3 160 0,0 2 148 15,-8-1-248-15,-3 2-132 16,-2-3-60-16,1 3 0 0,-4-3 4 15,1 0 0-15,-2 0 52 0,2-7-52 0,-5 1 56 16,4-7-52-16,0-6 96 0,4-3-56 16,0-6 32-16,0-5 16 0,4-2-100 15,1-2-124-15,-6-9-12 0,5-3-48 0,-3-10-36 16,-2-1 48-16,5-7 36 0,-4-3-12 16,4 1 12-16,4-2 48 0,0-2-360 15,4 7 64-15,0-1-100 0,0 3-184 16,8 3-212-16,5 1-244 0,-2 0-536 0,1 0-581 15,0 6-1039-15,8-10-2192 16</inkml:trace>
  <inkml:trace contextRef="#ctx0" brushRef="#br1" timeOffset="-188020.225">28312 17208 1304 0,'0'0'784'0,"0"0"220"15,0 0 3144-15,0 0-2860 0,0 0-460 0,0 0-232 16,4 67 140-16,-4-49-55 0,0 1-193 15,-4-2-280-15,4-1-132 0,0 0 0 16,-4-7-76-16,4 1 104 0,0-4 60 16,0-3 4-16,0-3-68 0,0 0 80 15,0 0 128-15,0 0 20 0,0 0 44 0,0 0-92 16,4-6 20-16,0-4-72 0,8-5 128 16,0-5-180-16,4-1-132 0,0-5-44 0,0 0 0 15,-1 1-48-15,6 0-68 16,-6 5-60-16,5 1-36 0,1 7-16 0,-2-1-140 15,1 0-180-15,-3 6-88 16,-2 2-68-16,1 2-128 16,-4-1-381-16,-4 2-483 0,-1 2-656 0,2 0-644 15</inkml:trace>
  <inkml:trace contextRef="#ctx0" brushRef="#br1" timeOffset="-185157.037">28682 17199 980 0,'0'0'1148'0,"0"0"-920"16,0 0-224-16,0 0 2820 0,0 0-352 16,0 0-1188-16,0 0-572 0,0 0-464 15,0 0 188-15,0 0-164 0,-55-32-92 16,47 26-48-16,0 3 73 0,0-1 155 16,-1 1 0-16,2 0 64 0,-5 3 76 0,4 0 48 15,-4 0-64-15,0 0-116 0,0 3-360 16,0 0 80-16,-3 4 0 0,2-1 0 0,2 0 116 15,-2 4-88-15,5-4-116 16,-3 0 4-16,2 1 40 0,1-1 8 0,1 1-40 16,-1 2-8-16,-1 1 8 0,5 5 40 15,-3 1 84-15,3 6 16 0,4 3 76 16,0 5 100-16,0-2-40 0,8 1-20 0,4-1-8 16,0-1-148-16,3-6 24 15,5 2-136-15,1-9 88 0,-2 0-88 16,1-4 12-16,4-4 32 0,-4-3-44 15,4-3-8-15,-4 0-80 0,0-3-76 16,0-10-84-16,0 1 12 0,-1-7 180 0,1-7-108 16,1 1-148-16,-2-1-140 0,-3-3 24 15,5 1 124-15,-10-1 164 0,5 0 0 0,-4 2 24 16,-4 0-112-16,0 2 0 0,-5 3 64 16,2 3 60-16,-5 3 36 15,0 0 68-15,0 7 92 16,-5-1 96-16,2 4 16 0,-1 0-88 0,0 2-4 15,0 2-8-15,4-3 72 0,-4 5-36 16,4 0-40-16,0 0-24 0,0 0-24 0,0 0 24 16,0 5-76-16,-4-5 100 0,4 2 0 15,-4 5-100-15,4-2 4 0,-4 6 0 0,4 5-4 16,-4-1 164-16,4 4 88 16,0 4-76-16,-4-1-60 0,4-3-68 0,0 4-36 15,0-2-12-15,4 2-100 16,0-1-36-16,0-3 8 15,4 0-200-15,-4-3-76 0,4 2-176 0,-1-1-120 16,2-4-16-16,-1 2-308 0,0-2-821 0,-5-4-879 16,10 1-2036-16</inkml:trace>
  <inkml:trace contextRef="#ctx0" brushRef="#br1" timeOffset="-184294.335">28950 17065 2784 0,'0'0'844'0,"0"0"3744"16,0 0-3616-16,0 0-172 0,0 0 64 15,0 0 385-15,91 47-481 0,-71-21-372 0,0 6-228 16,-8 3-168-16,0 7 8 0,-4-5-4 15,-8 5 60-15,0-1-60 0,0-6 96 16,0-3 64-16,0-4 116 0,-4-9 52 0,0-6 160 16,4-3-100-16,0-8-128 0,0-2-88 15,0 0 60-15,0 0-236 0,4-12-60 16,8-3 60-16,0-10 88 0,3-8-88 0,2-2-88 16,-1-3-52-16,0-4-124 15,0 4 40-15,-1 0 72 0,-3 3-12 16,0 4-128-16,0 5-124 0,4 7-184 0,-8 4-252 15,4 4-776-15,0 2-1077 16,0 9-2395-16,0-3 3144 0,8 3 1068 16</inkml:trace>
  <inkml:trace contextRef="#ctx0" brushRef="#br1" timeOffset="-183452.934">29627 17138 1448 0,'0'0'156'0,"0"0"484"0,0 0 5936 15,0 0-4792-15,0 0-703 0,0 0-169 0,0 0 212 16,0 0-84-16,0 0-172 0,0 0-468 15,-68 10-208-15,52 9-104 16,0 6 0-16,4 4 48 0,-4 6 76 0,0 2 16 16,8-1-80-16,1-4-84 0,-1-4-64 15,3-9-112-15,5-6 0 0,0-4-12 16,9-5-100-16,-2-4 36 0,9-4 64 0,4-5-80 16,4-10-72-16,4-3-100 15,0-7-80-15,-5-3 28 0,5 0 36 0,-7 4 112 16,-1-1 184-16,-5 7 96 0,-2 3 64 15,-5 3 48-15,-4 7 144 0,-1 6 312 16,-3 3 124-16,0 0 24 0,0 3-64 16,0 6-92-16,0 4 24 0,-3 6-388 15,-1 0-32-15,0 6-56 0,0-2 28 16,-1-4 0-16,5 2-136 0,-4-7-100 16,4-2-108-16,0-5-148 0,0-1-116 0,0-6-164 15,0 0-128-15,0 0-392 0,4-6-672 16,5-8-633-16,-1 6-1459 0,-1-15-808 0</inkml:trace>
  <inkml:trace contextRef="#ctx0" brushRef="#br1" timeOffset="-183140.528">29799 17138 1500 0,'0'0'4912'0,"0"0"-2496"0,0 0-388 16,0 0-407-16,0 0-321 0,0 0-348 0,0 0-272 16,0 70-300-16,-5-48-56 0,5-3 232 15,0 4-8-15,-4-8-288 16,4 2-260-16,0-9-36 0,0-1-128 0,0-3-48 0,0-4-36 15,4 0-88-15,8-4 96 16,0-5-100-16,4-3 100 0,4-5-60 16,-4-2-28-16,4 0 124 0,-4 0 104 15,0 6 0-15,-4 1 100 0,-5 5 4 16,-3 4-4-16,-4 3 152 16,0 0 388-16,0 3 408 0,0 7-88 0,0-1-400 15,0 7-264-15,-4 0-96 0,4 0-24 16,-3 0 36-16,3-4-28 0,0 1-84 15,0-3-80-15,3-1-32 0,1-2-64 0,9-2-8 16,-2 2-324-16,6-3-152 16,2-4-172-16,9-4-496 0,4-8-516 0,-12-2-1069 0,24-7-2319 15</inkml:trace>
  <inkml:trace contextRef="#ctx0" brushRef="#br1" timeOffset="-182427.643">30388 17112 4396 0,'0'0'5652'0,"0"0"-3819"0,0 0-593 0,0 0-376 15,0 0 100-15,-40 74-248 0,24-45-132 16,5-1-100-16,-6 4 40 0,6-3 96 0,2-4 36 16,1-3-240-16,4-6-416 15,4-3-72-15,0-7-348 0,4-3 40 0,4-3 180 16,4 0 128-16,4 0-28 0,4-6-12 16,0-4 100-16,4 1-64 15,-4-1 28-15,-5 1-28 0,6 2 0 16,-5 0 4-16,-1 7-16 0,-2 0 88 0,2 7 68 15,-3 6 180-15,0 6 124 0,0 6-152 16,-3 1-20-16,-2 7-128 0,1 4-72 16,0 1-4-16,-4 0 4 0,1 3 64 15,-5 0-52-15,0 1 160 0,0 3 148 0,-9-1-60 16,-7 0 168-16,-4 4 60 16,0-3 124-16,-7-1-296 0,3-3-108 15,4-3-76-15,-5-6-8 0,10-10-52 0,2-6-60 16,6-3-4-16,3-10 0 0,0-3-8 15,4 0-440-15,0-7 208 0,0-8 12 16,4-8-172-16,0-9 124 0,0-9-148 0,4-6 120 16,4-10-84-16,3 2-112 15,2 1-176-15,3 1-88 0,8 9-272 0,-5 2-272 16,5 7-632-16,4 3-641 0,0 4 21 16,0 3 264-16,-1 6 868 0,1 6 1420 0,-4 7 64 15,0 6 1708 1,-4 0 608-16,-3 2-152 0,-6 8-131 0,1-1-37 15,-4 3-460-15,0 2-508 0,4-5-500 16,-1-2-232-16,6-7-136 0,-1 0-92 0,12-7-132 16,0-9-76-16,7-5 4 0,1-5-240 15,0 0-96-15,0-2 36 0,-4-1 136 16,-1 1 36-16,-7 2 40 0,-4 3 8 16,-7 2-20-16,-6 2 156 0,-3 3 16 0,-8 3 252 15,0 3 248-15,-12 1 32 16,-8 6-148-16,1 0-148 0,-9 3-52 15,0 3 12-15,0 6-44 0,-4 10-144 16,4 4 72-16,0 12 164 0,0 0 592 0,8 6-164 16,5 4-148-16,-2-5-148 0,9 2-96 15,5-4-135-15,3-3-49 0,0-10 4 16,3-3-100-16,10-9-100 0,6-3-289 16,5-3-11-16,8-7 36 0,8 0 180 0,0-4-36 15,4-6-292-15,4-6 132 0,-1-3 36 16,1 1-344-16,4-5-376 0,-4 1-212 15,4 0-348-15,-9 3-68 16,-7 3-2153-16,4-7-3035 0</inkml:trace>
  <inkml:trace contextRef="#ctx0" brushRef="#br1" timeOffset="-182037.362">31942 16618 4528 0,'0'0'1640'0,"0"0"1504"16,0 0-1335-16,84 16-193 0,-45-4 240 15,1 4-480-15,0 6-448 0,0 4-368 0,-1 6-76 16,2 2 96-16,-9 5 72 0,3 5-124 16,-7 3-28-16,4 5-108 0,-8-2-88 15,-1 1-24-15,-6 0-72 0,-6 0-120 16,-7-1-88-16,-4 1-136 0,-7-1-144 0,-9 2-72 16,-4-4 12-16,0 2 192 0,-8-6-220 0,0 1 76 15,1-7 96-15,-5 0 0 16,4-3-40-16,0 1-108 0,0-11-136 0,0 0-512 15,4-6-1132-15,3-6-2345 16,-2-4-2171-16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1462.8125" units="1/cm"/>
          <inkml:channelProperty channel="Y" name="resolution" value="2213.98657" units="1/cm"/>
          <inkml:channelProperty channel="F" name="resolution" value="22.75278" units="1/deg"/>
          <inkml:channelProperty channel="T" name="resolution" value="1" units="1/dev"/>
        </inkml:channelProperties>
      </inkml:inkSource>
      <inkml:timestamp xml:id="ts0" timeString="2023-04-11T08:52:54.963"/>
    </inkml:context>
    <inkml:brush xml:id="br0">
      <inkml:brushProperty name="width" value="0.05292" units="cm"/>
      <inkml:brushProperty name="height" value="0.05292" units="cm"/>
      <inkml:brushProperty name="color" value="#FF0000"/>
    </inkml:brush>
  </inkml:definitions>
  <inkml:trace contextRef="#ctx0" brushRef="#br0">4917 11024 1067 0,'0'0'16'0,"0"0"1054"0,0 0-756 16,0 0 47-16,20-73-11 16,-16 65-22-16,3 1-53 0,-5 3-30 15,1 3-25-15,-3 1-34 0,1 0-22 0,-1 0-13 0,3 1-19 16,0 11-1-16,0 6 4 15,3 6-1-15,1 9-13 0,-4 8-42 16,-2 6-21-16,-1 11-22 0,0 5-33 0,-3 10 9 16,-5 7-10-16,-2 7 16 15,-1 1-18-15,0-1-12 0,2-5-12 0,-1-7 6 16,3-6-24-16,0-9-7 0,4-6 0 16,0-9-36-16,2-9-3 0,-1-10 15 0,2-9-25 15,0-8-36-15,0-7-124 0,0-2-200 0,0-4-184 16,0-4-348-1,2-18-241-15</inkml:trace>
  <inkml:trace contextRef="#ctx0" brushRef="#br0" timeOffset="196.511">4889 11637 1997 0,'0'0'1115'16,"0"0"-898"-16,0 0-128 0,0 0 29 0,0 0 153 15,0 0 63-15,97-27-79 0,-67 27-39 0,5 4-62 16,5 0-31-16,3 0-16 0,2-1-34 15,1 0-54-15,0-2-19 0,2-1 0 16,-3 0-19-16,-1 0-5 0,-2 0-7 16,-4 0-54-16,-5 0-69 0,-5-1-105 15,-3 1-85-15,-4-2-198 0,-6 1-555 16,-1-7-613-16</inkml:trace>
  <inkml:trace contextRef="#ctx0" brushRef="#br0" timeOffset="457.577">5551 11072 821 0,'0'0'1086'15,"0"0"-16"-15,0 0-843 0,0 0-93 16,0 0 57-16,0 0 141 0,0 0-21 16,0 0-28-16,0 0-101 0,0 0-68 0,10 77 21 15,-6-41 27-15,-1 7 33 0,0 5-67 16,-3 7-52-16,0 3-49 0,0 2-12 0,0 3-15 15,-1 3 0-15,-5 2-12 16,-3-2-12-16,2-3-7 0,1-5-35 16,-1-7-10-16,4-6-10 0,0-8-17 0,1-7-29 15,2-5-55-15,0-7-140 0,2-7-110 16,1-3-124-16,0-7-185 0,1-1-533 16</inkml:trace>
  <inkml:trace contextRef="#ctx0" brushRef="#br0" timeOffset="1623.961">5882 12116 460 0,'0'0'398'0,"0"0"-340"0,0 0-32 15,0 0 248-15,0 0 897 0,0 0-774 0,0 0-137 16,0 0-29-16,0 0 26 0,0 0 6 15,-3 2-12-15,3 1-63 0,0-2-45 0,0 2-13 16,0 3 9-16,0 2-19 0,0 4-43 16,0 3-31-16,3 3-12 0,0 1-19 15,3-1-12-15,0-2 9 16,4-3-12-16,-3-4-9 0,2-2 9 16,1-4-3-16,0-2-15 0,2-1 5 0,3-2-11 15,1-8 22-15,1-5-44 0,2-4-37 16,-2-3-13-16,1-2 13 15,-5 4 12-15,-3 1 0 0,-2 2 6 16,-3 4 12-16,-5 1 16 0,0 4 21 16,0 2-17-16,-9 0 33 0,-5 4 13 0,-1-2-11 15,-5 1 1-15,0 3 19 0,-2 0 24 16,-1 0-46-16,-1 3-18 16,1 3-20-16,1 0 26 0,3 2-1 0,1 0-55 15,5-1-7-15,1 1-42 0,1-3-185 0,5 4-162 16,0-3-163-16,3-1-520 0</inkml:trace>
  <inkml:trace contextRef="#ctx0" brushRef="#br0" timeOffset="2243.095">4241 11684 170 0,'0'0'684'16,"0"0"928"-16,0 0-1042 0,0 0-98 0,0 0-24 15,0 0-60-15,0 0-36 0,0 0-103 16,0 0-99-16,0 0-83 16,0 0-21-16,84-22-7 0,-50 19-8 0,-1-1-31 15,-1 2-16-15,-2-1 1 0,-1 1-3 16,-6 1-13-16,0-3-26 0,-4 4-63 16,-5-2-48-16,-6 2-47 0,-3 0-63 15,-5 0-198-15,0 2-493 0,-13 8-436 16</inkml:trace>
  <inkml:trace contextRef="#ctx0" brushRef="#br0" timeOffset="2402.263">4118 11896 1587 0,'0'0'36'16,"0"0"645"-16,0 0-387 0,0 0-68 16,0 0 178-16,0 0-64 15,0 0-87-15,78 41-71 0,-46-39-56 0,3-2-82 16,2 0-44-16,-1-7-28 0,-2 0-114 0,0 0-78 15,-4-1-80-15,0-1-182 16,-10 5-338-16,5-4-827 0</inkml:trace>
  <inkml:trace contextRef="#ctx0" brushRef="#br0" timeOffset="3135.142">3566 11722 1035 0,'0'0'26'0,"0"0"19"0,0 0 1002 16,0 0-668-16,0 0-67 0,15 72-17 15,-2-63-49-15,1-3 8 0,0-3-40 16,4 0-50-16,1-3-20 0,0 0-47 15,1-7-25-15,1-4-4 0,1-6-31 0,1-2-34 16,0-5-3-16,-3-3-1 0,-4 0-67 16,1-1-3-16,-4 1 8 0,-4 0 26 15,1 5 3-15,-6 1-13 0,-2 2-6 0,-2 1 17 16,-2 3-11-16,-7 2 13 16,-3 7 12-16,-1 0 22 0,-6 5 11 0,0 1-9 15,-1 4-1-15,-3 5 12 0,0 4 18 0,1 3 10 16,-2 4 13-16,-1 4 6 0,1 3-1 15,2 2 0-15,-1 4-12 0,2 2-7 16,0 0-12-16,7 1-3 16,1 0-10-16,3-3-13 0,6-1 23 15,2-3-10-15,2-1-14 0,4-6 10 16,8-1-8-16,1-4 9 0,1-1-12 0,5-3-21 16,3-2-7-16,-1-1 6 0,5 0-27 0,3-3-4 15,3 0-13-15,2-2-55 16,5-4-87-16,0 1-19 0,3-2-112 15,4 0-222-15,-10-4-485 0,19-7-547 0</inkml:trace>
  <inkml:trace contextRef="#ctx0" brushRef="#br0" timeOffset="4066.074">7100 11257 1448 0,'0'0'1110'0,"0"0"-468"0,0 0-358 16,0 0-66-16,0 0 68 0,0 0-16 16,0 0 52-16,0 0-82 0,0 0-117 15,0 0-123-15,-43 39-12 0,10-11-10 0,-6 3 4 16,-3 5 0-16,2-1 15 0,1 3 0 16,0-3-30-16,2 1 16 0,2-2 17 15,2-5 0-15,2-2-1 16,6-2-2-16,1-3 3 0,6-3 1 0,3-5 15 0,2-1-1 15,6-5 0 1,3-1-2-16,1-3-13 0,1-2-1 0,2-1 1 16,0-1 0-16,0 0 3 0,0 1 0 15,0 1 9-15,0-2-9 0,0 1 12 16,0 0-14-16,0 0 1 0,0 3 29 0,2 0-7 16,1 0-5-16,1 2-7 0,-1-1 19 15,3 2-10-15,0 1-19 0,2 0 35 0,-1-3-22 16,1 2 6-16,2 0-18 15,1-2 19-15,2 2-19 0,1 3 12 0,2-3 2 16,3 2-16-16,0 1 1 16,5 1 10-16,4 2 4 0,1-2-13 0,4 3-1 15,4 2-2-15,3 1 0 0,2 1 28 16,2-1 0-16,-3-2-13 0,0 2-13 16,-4-6-1-16,-2-1 2 0,1 1 9 15,-5-5-10-15,-4 1-2 0,-3-1-2 0,-4-1-16 16,-1-1-4-16,-8-1 1 15,-5-2-21-15,-1 2-13 0,-4-2-25 16,-1 0-36-16,0-1-25 0,0 0-3 0,0 0-41 16,0 0-82-16,-4 0-230 0,-4 0-553 0,1 0-1070 15,-7-12 1602-15</inkml:trace>
  <inkml:trace contextRef="#ctx0" brushRef="#br0" timeOffset="5090.557">7254 11253 307 0,'0'0'361'16,"0"0"-292"-16,0 0-33 0,0 0 9 16,0 0 109-16,0 0 676 0,0 0-227 15,0 0-178-15,0 0-50 0,0 0-18 0,0 0-38 16,-5 11-130-16,8-7-61 0,-1 2-16 16,2 7 15-16,2 6 25 0,-3 8 29 0,2 9-24 15,-1 7-53-15,-3 4-19 0,1 5-24 16,-2 2-18-16,0 0-16 15,-3-1 1-15,-1-3-26 0,-1-3-2 16,2-2-22-16,-1-8 4 0,4-4-9 16,0-5-10-16,0-7 3 0,0-4-69 15,7-5-44-15,1-5 27 0,4-2-28 0,0-1-65 16,4-4-82-16,1 0-184 0,2-6-191 16,-6-2-443-16,4-8-703 0</inkml:trace>
  <inkml:trace contextRef="#ctx0" brushRef="#br0" timeOffset="5405.157">8132 10871 466 0,'0'0'2439'0,"0"0"-2070"16,0 0-245-16,0 0 73 0,7 101 168 16,-11-55 36-16,-5 11-101 0,-4 5-64 0,0 8-104 0,-4 5-32 15,0 3-30-15,-3 2-34 0,-1 0-36 16,0-4-1 0,-1-4-23-16,3-9-10 0,2-9-60 0,0-9-26 15,7-10-11-15,2-11-14 0,4-8 3 0,1-9-16 16,3-4-106-16,0-3-158 0,0-3-179 15,0-9-221-15,0-5-350 0,0-7 122 0</inkml:trace>
  <inkml:trace contextRef="#ctx0" brushRef="#br0" timeOffset="5554.986">7926 11631 261 0,'0'0'473'0,"0"0"769"16,0 0-434-16,0 0-282 0,0 0-136 16,0 0-44-16,0 0-64 0,94 12-69 15,-73 0 27-15,2 1-37 0,0-2-54 16,2 0-54-16,4-4-77 0,1-3-16 0,2-4-2 15,1 0-23-15,1-8-78 16,1-6-88-16,-1-3-41 0,1-5-73 0,1-4-241 16,-10 5-639-16,6-16-792 0</inkml:trace>
  <inkml:trace contextRef="#ctx0" brushRef="#br0" timeOffset="5764.744">8507 11172 300 0,'0'0'359'15,"0"0"1830"-15,0 0-1878 0,0 0-177 16,0 0 31-16,-25 75 193 0,21-46 0 16,0 7-35-16,1 0-132 0,-2 6-62 15,2 5-34-15,-4 3 12 0,-1 5-24 16,-4 4-40-16,0 2-33 0,-3-1-10 0,-1 3-25 0,-4-2-66 16,-2-4-53-16,3-1-19 15,1-6-25-15,0-6-94 0,5-2-182 0,3-9-495 16,3-8-599-1</inkml:trace>
  <inkml:trace contextRef="#ctx0" brushRef="#br0" timeOffset="7457.547">8805 12053 89 0,'0'0'121'0,"0"0"-10"0,0 0 0 16,0 0-4-16,0 0-42 0,0 0-61 15,0 0 28-15,0 0-29 0,0 0 14 16,0 0 28-16,0-13 242 0,0 13 176 15,0 0-177-15,0 0-65 0,0 0 12 16,0 0 13-16,0 0 25 0,0 0 9 16,0 1-69-16,0-1-80 0,0 0-35 15,0 2-14-15,0 0 1 0,0-1 2 16,3 5 7-16,-2-2 30 0,1 2-24 16,-1 0-19-16,1 1-10 0,-2 1-19 15,1 3 15-15,-1-1-18 0,0 2-16 16,0 0-30-16,0 0 20 0,0 2 1 15,0 3-12-15,0 1-10 0,0-4-15 0,-1 4-4 0,-1-2 16 16,1-2 3-16,-1 0-37 0,-1-1 12 16,2 0-34-16,-1-4-10 0,1 1-57 15,1-2-43-15,0-4-49 16,0 0-102-16,0-3-135 0,0 0-155 0,0-1-114 16,3 0-413-16</inkml:trace>
  <inkml:trace contextRef="#ctx0" brushRef="#br0" timeOffset="9590.047">10030 11368 267 0,'0'0'405'16,"0"0"1279"-16,0 0-1200 0,0 0-128 0,0 0-69 15,0 0-9-15,0 0-92 0,0 0-22 0,-78 33-93 16,46-16-52-16,-5 2-17 0,-4 3-3 15,-3 4 2-15,1 0 10 16,-5 2 2-16,3-1-2 0,1 1-11 16,0 0-3-16,4 0 2 0,6-2 1 15,5-1-1-15,3-4-1 0,6-3-23 0,5-1-3 16,2-5 3-16,6-1-3 0,4-4-16 16,3 0-10-16,0-1 5 0,2 0 49 15,5 0 16-15,3 3-5 0,4-2-10 16,1 2-1-16,5 0 25 0,0-1-24 15,0 4 25-15,3 0-26 0,0 0-2 16,2-1 2-16,-3 4 0 0,2-2-6 16,-1-1 6-16,0-2 0 0,-3 1 0 0,2-5 4 15,1-2 18-15,-3-2-19 0,0 0 32 16,3-2-4-16,-4 0-6 0,4-5 9 16,-1-4 16-16,-2-2 12 0,2-3 9 0,-1-4-27 15,-3-1-10-15,0-3-3 0,-2 0-16 16,-3-1 4-16,-3 1 2 0,0-2-8 15,-4 1-12 1,-2-2 1-16,-1 0-2 0,-3-5-34 0,0 1-56 16,-6 2-80-16,-1 0 64 0,-3 1-42 0,0 2-47 15,1 3-39-15,-3 5-55 0,1 1-24 16,3 6-157-16,-1 2-45 0,2 2-113 16,1 5-140-16,3 0 246 0</inkml:trace>
  <inkml:trace contextRef="#ctx0" brushRef="#br0" timeOffset="10599.902">10455 11239 691 0,'0'0'824'0,"0"0"-51"15,0 0-398-15,0 0-166 0,0 0 51 0,0 0 11 16,0 0 106-16,0 0-68 0,36 75-88 15,-26-32-72-15,-2 9-44 0,1 5-19 16,-6-1 10-16,0 1 11 0,0-4-46 16,-1-2-10-16,-2-6-51 0,0-1-12 15,0-4-43-15,0-1 9 0,-3-5-22 16,-2-4-61-16,2-4-68 16,-1-9-70-16,1-6-88 0,2-5-95 0,-2-3-142 15,-1-3-203-15,-1 0-440 0</inkml:trace>
  <inkml:trace contextRef="#ctx0" brushRef="#br0" timeOffset="10765.079">10416 11797 33 0,'0'0'2617'0,"0"0"-2205"15,0 0-166-15,0 0 30 0,87-8 99 16,-60 8-127-16,2 0-43 0,0 0-41 0,-1 1-34 16,3-1-54-16,0 0-53 0,1-7-23 15,1-4-61-15,-1-3-109 0,1-4-12 16,3-5-39-16,-4-4-232 0,-5 5-647 15,4-15-1020-15</inkml:trace>
  <inkml:trace contextRef="#ctx0" brushRef="#br0" timeOffset="10945.186">10952 11281 424 0,'0'0'2417'0,"0"0"-2090"16,0 67-212-16,2-32 51 0,1 10 182 0,-1 5 48 15,1 0-46-15,-3 0-146 0,0-3-118 16,0 0-86-16,0-1-3 0,0-3-47 16,-5-4-119-16,-1-2-85 0,0-2-102 15,-1-1-206-15,3-11-528 0,1 1-352 16</inkml:trace>
  <inkml:trace contextRef="#ctx0" brushRef="#br0" timeOffset="11158.061">11153 11858 59 0,'0'0'2749'15,"0"0"-2355"-15,0 0-237 0,92-28-81 0,-68 23 22 16,-4 2 13-16,-8 1 9 0,-2 2-10 16,-4 0-37-16,-2 5 11 0,-4 7-4 0,0 4-9 15,-4 6 4-15,-5 4-47 0,-4 6 3 16,-2 1-12-16,0 1-17 0,1-1-2 16,4-2-22-16,4-6-12 0,4-2 0 15,2-4-1-15,6-3 4 0,6-4-3 16,8-1 34-16,3-3 23 0,6-4-23 0,2-3-47 15,2-1-101-15,4-5-47 16,-1-2-74-16,1 0-164 0,-8-1-543 16,12-1-276-16</inkml:trace>
  <inkml:trace contextRef="#ctx0" brushRef="#br0" timeOffset="11508.534">12305 11847 3246 0,'0'0'671'16,"0"0"-450"-16,0 0-200 0,107 0-20 0,-65-1-1 16,-3-6 35-16,-2-1 8 0,-5 0-43 15,0-3-131-15,2-2-45 0,1-3-98 16,3-3-472-16,-8 5-1564 0,14-6 2114 0</inkml:trace>
  <inkml:trace contextRef="#ctx0" brushRef="#br0" timeOffset="11645.634">13433 11793 2338 0,'0'0'1467'0,"0"0"-1366"0,0 0-101 0,0 0-132 16,80-26-17-16,-55 10-194 0,-4-2-431 0,-3 4-1000 15,13-10 1487-15</inkml:trace>
  <inkml:trace contextRef="#ctx0" brushRef="#br0" timeOffset="11780.552">14134 11612 290 0,'0'0'1429'0,"0"0"-161"0,0 0-1188 0,0 0-80 0,0 0-51 0,81 48 28 16,-59-43 23-16,4-3 0 0,4-2-341 0,5-3-485 15,5-6-203-15,-9 2 611 0,22-4 226 0</inkml:trace>
  <inkml:trace contextRef="#ctx0" brushRef="#br0" timeOffset="12318.58">15994 11343 2191 0,'0'0'1386'16,"0"0"-1219"-16,0 0-167 0,0 0-69 16,0 0 69-16,0 0 28 0,0 0 54 0,-81 67-48 15,41-35-33-15,-2 1 0 0,0 3 24 16,-3 0 47-16,3-1-28 0,3 1-12 16,-1-1 2-16,6-2 5 0,3-2-5 0,5-3-34 15,3-2 0-15,7-3-19 0,5-5-9 16,2 0 5-16,9-4 1 15,0 0 10-15,9-1 12 0,5 0 3 16,6 1 31-16,5 2-1 0,4 1 17 0,2-1-16 16,2-1 22-16,-1 2 19 15,3-3 12-15,-2 1-7 0,2-4-2 16,-1-2 2-16,2-3-6 0,-1-3 0 0,2-3-10 16,-2-3 10-16,-1-5-22 0,-2-4-21 15,-2-5 5-15,-2-2-8 0,-4-3 2 16,-3 0-27-16,-4 0 16 0,-6-1 2 15,-5-2-12-15,-4 0-9 0,-2-2-52 0,-8-4-18 16,-5-4-49-16,-4-3-63 16,0-5-27-16,-2-2-21 0,-1-1-102 0,5 0-187 15,1 1-250-15,4 4-403 0,4 11-42 16,2-8 967-16</inkml:trace>
  <inkml:trace contextRef="#ctx0" brushRef="#br0" timeOffset="12720.752">16482 11135 2285 0,'0'0'1351'0,"0"0"-1159"15,0 0-97-15,50 74-77 0,-31-37-5 0,-4 3 101 0,-4 5 79 16,-2 2-7-16,-7 5-74 15,1 2-17-15,0 2-9 0,-3 2-12 0,2-3-34 16,-2 0-15-16,0-6-25 0,0-6 0 16,0-2-34-1,0-7-74-15,0-8-36 0,0-3-17 0,0-8 0 16,1-4-65-16,-1-5-174 0,2-4-330 0,-2-2-664 16,0-2 10-16</inkml:trace>
  <inkml:trace contextRef="#ctx0" brushRef="#br0" timeOffset="12878.829">16653 11762 1816 0,'0'0'1240'15,"0"0"-914"-15,0 0-237 0,87-5-48 16,-57-5 16-16,3 0 22 0,0-5-18 16,-4 0-27-16,1-5-34 0,-3 0-82 0,0-4-99 15,-3-1-124-15,-1-4-251 0,-5 2-743 16,-5 7 108-16,-5-13 1087 0</inkml:trace>
  <inkml:trace contextRef="#ctx0" brushRef="#br0" timeOffset="13107.053">17022 11159 1679 0,'0'0'403'0,"0"0"182"0,0 0-424 15,0 0-122-15,0 0 112 0,0 0 143 0,0 0 87 16,0 0-39-16,22 73-119 0,-19-40-71 0,-2 8-25 15,-1 4 18 1,0 5-37-16,-1 5-44 0,-8 0-30 16,1 4-13-16,-3-1-19 0,-3-3-2 15,0-1-3-15,-1-2-27 0,-1-4-59 16,2-4-31-16,2-5-10 0,4-4-12 16,-1-6-29-16,6-3-61 0,2-3-168 0,1-3-235 0,0-5-406 15,0-6-159-15,4-1 734 0</inkml:trace>
  <inkml:trace contextRef="#ctx0" brushRef="#br0" timeOffset="13745.102">17289 11834 1261 0,'0'0'300'0,"0"0"981"0,0 0-941 15,0 0-110-15,0 0-97 0,0 0 28 16,0 0 75-16,0 0 37 0,0 0-33 0,0 0-126 16,56 80-18-16,-53-41-26 0,-1 3-5 15,-2 2-1-15,0 0-12 0,-5-4-30 16,-1-1-22-16,1-4 0 0,0 0-2 15,-5-5-23-15,3-5-36 0,-2-3-50 0,1-5 10 16,-1-6-10-16,5-4 9 16,0-5-7-16,2-2-19 0,2-2-13 15,0-9-38-15,0-6-13 0,7-6 24 16,6-2 79-16,0-6 44 0,4 0 21 0,-1 2 23 16,0 1-27-16,-1 7 28 0,0 4 32 15,-3 3 51-15,-2 6 22 0,-1 6 9 16,-4-2-29-16,-2 4-53 0,-3 0-30 15,2 4 45-15,-2 6 54 0,0 2-23 16,-2 7-21-16,-6 0-16 0,-1 0 12 16,2 5 28-16,1-2-3 0,5-1-16 0,1-1-6 15,1-1-16-15,11 0 13 0,5-1 18 16,3-1 9-16,8-2-28 0,3-3-35 16,5 0-17-16,0-2-12 0,2-5-65 15,-1-2-96-15,-1-3-56 0,2 0-72 16,-4-6-278-16,-8 1-891 0</inkml:trace>
  <inkml:trace contextRef="#ctx0" brushRef="#br0" timeOffset="14757.454">6281 13886 460 0,'0'0'300'16,"0"0"1225"-16,0 0-1050 0,0 0-141 15,0 0-69-15,0 0-8 0,81-38-17 16,-69 43-77-16,-2 8-31 0,4 8-32 15,-2 8-26-15,-2 10 41 0,1 8-31 16,-5 12-10-16,-1 5 9 0,-3 5 9 16,-2 8 55-16,0-1-85 0,0 4-26 15,-5-5-19-15,-3-3-17 0,1-6-16 16,0-9-17-16,1-7-4 0,0-10-58 16,4-11-19-16,-1-8 13 0,0-7 8 0,1-7-58 15,2-5-101-15,-1-2-138 0,1 0-163 0,-2-11-125 16,1-4-333-16,-3-8 239 0,4 3 48 15</inkml:trace>
  <inkml:trace contextRef="#ctx0" brushRef="#br0" timeOffset="14895.927">6476 14493 627 0,'0'0'1450'0,"0"0"-664"0,0 0-306 0,82-14-220 16,-50 14-45-16,4 0 34 0,-1 3-65 16,-1-1-82-16,-2 1-43 0,0-1-18 15,-2-2 2-15,0 0-28 0,1 0-15 0,-3-6-34 16,-2-2-124-16,-1-1-57 0,-5 1-56 0,-4-3-121 15,-6 5-331 1,0-2-856-16</inkml:trace>
  <inkml:trace contextRef="#ctx0" brushRef="#br0" timeOffset="15128.563">6983 13972 209 0,'0'0'257'0,"0"0"1705"16,0 0-1736-16,28 80-110 0,-21-41 48 0,2 9 156 16,-3 2 81-16,-1 2-68 0,-2 6-103 15,-2-2-78-15,-1 3-71 0,0-2-38 16,0 1-43-16,-4-4-25 0,-1-2-6 16,0-4-28-16,2-8-96 0,2-4-34 15,-1-6-49-15,2-7-110 0,0-6-131 0,0-9-134 16,6-8-153-16,0-1-226 0,5-15 411 15,1-6 565-15,-2 4 14 0</inkml:trace>
  <inkml:trace contextRef="#ctx0" brushRef="#br0" timeOffset="15290.554">7244 14591 627 0,'0'0'196'15,"0"0"35"-15,0 0 945 0,0 0-950 16,88-26-168-16,-74 26 17 0,-3 4 147 16,-3 6 77-16,-5 1-54 0,0 3-16 0,-3 4-36 15,0 3-67-15,0 0-60 0,-6 1-32 16,-1 0-34-16,1-3-16 15,-5-3-97-15,1-1-152 0,-2-5-113 0,-1-1-209 0,2-9-472 16,2 0-94 0,-4-7 960-16</inkml:trace>
  <inkml:trace contextRef="#ctx0" brushRef="#br0" timeOffset="15415.587">7381 14403 1820 0,'0'0'1680'0,"0"0"-1456"0,0 0-173 0,0 0-5 15,0 0-46-15,0 0-2 0,77-23-36 16,-65 11-164-16,-3-2-126 0,1-1-159 0,-2 0-636 16,-3 5-455-16,-5-4 1515 0</inkml:trace>
  <inkml:trace contextRef="#ctx0" brushRef="#br0" timeOffset="15798.417">5730 13899 10 0,'0'0'319'0,"0"0"1546"16,0 0-1367-16,0 0-125 0,0 0 19 15,0 0 16-15,63 81-100 0,-57-50-81 16,2 5-45-16,-2 10-65 0,1 5-24 0,1 6-26 16,-1 6-21-16,3 6 3 0,-1 6-9 0,-2 6-6 15,1 7-25-15,-2 6-9 16,1 3-25-16,-2 3-33 0,1 1 0 0,2-4-22 15,1-3-30-15,1-6 23 16,6-9 4-16,1-8-103 0,3-8-100 0,3-12-197 16,4-9-56-16,4-12-79 15,-1-10 18-15,-5-8-106 0,16-12-412 0</inkml:trace>
  <inkml:trace contextRef="#ctx0" brushRef="#br0" timeOffset="16109.231">7953 13847 1076 0,'0'0'2360'16,"0"0"-2097"-16,0 0-197 0,31 81-44 0,-24-38 60 15,1 8 239-15,-3 10-11 0,-2 7-146 16,-2 8-63-16,0 5 10 0,1 5 26 16,-2 4-45-16,0 3-40 15,0 1-52-15,0 0-3 0,0-1-25 16,0-6-63-16,0-3-4 0,0-8-43 0,4-7-3 0,-1-7-1 16,3-11-13-16,1-8-79 15,2-11-109-15,0-10-129 0,-3-9-31 0,5-13-253 16</inkml:trace>
  <inkml:trace contextRef="#ctx0" brushRef="#br0" timeOffset="16388.828">8525 14518 2508 0,'0'0'1521'0,"0"0"-1485"0,0 0-36 0,87-4-73 16,-51-2 73-16,-3 0 39 0,-3 0 28 0,-2-1-67 16,-1 0-38-16,-2-3-82 0,-2 2-68 0,-3-1-253 15,-6 1-602-15,-4 5-563 0,-10 3 1332 0</inkml:trace>
  <inkml:trace contextRef="#ctx0" brushRef="#br0" timeOffset="16544.52">8569 14772 881 0,'0'0'2644'0,"0"0"-2234"0,0 0-289 16,0 0-119-16,3 74 46 0,12-62 37 0,4-4 67 15,4-2 15-15,5-2-167 0,2-4-27 16,2 0-29-16,-1-8-37 0,1 1-32 0,4-3-123 15,4-1-174-15,2 0-326 16,3-3-28-16,-6 5-781 0,14-3 1449 0</inkml:trace>
  <inkml:trace contextRef="#ctx0" brushRef="#br0" timeOffset="16898.478">9668 14178 1121 0,'0'0'1319'15,"0"0"-768"-15,0 0-372 0,0 0-137 16,12 70-13-16,-4-27 143 0,0 11 195 0,0 10-52 16,1 9-91-16,2 6-69 0,1 6 9 15,1 4 33-15,0 3-60 0,-1 2-63 16,-1 0-25-16,-2-1-49 16,-2 1-9-16,3-5-40 0,0-3 6 0,0-7-9 15,4-8-9-15,0-10-13 0,1-9-12 0,0-12-28 16,-1-11 18-16,1-11-6 0,-4-8-81 15,2-10-175-15,-3-8-273 16,-1-15-330-16,-1-6-241 0,-5 2 465 0,-3-24 528 16</inkml:trace>
  <inkml:trace contextRef="#ctx0" brushRef="#br0" timeOffset="17164.975">9709 14309 1592 0,'0'0'1367'0,"0"0"-1178"0,0 0-139 16,0 0-49-16,60-75 94 0,-38 62 80 16,1 2 59-16,0 6-73 0,0 3-26 15,1 2-34-15,-1 5-14 0,-2 5-12 16,-4 2-47-16,-5 6-15 0,-3 3 2 16,-4 6-2-16,-5 4 18 0,-2 6-18 0,-12 2-13 15,-3 4-40-15,-5 0-19 0,-2-2 0 0,-2-2-7 16,-2-6-47-16,4-5-51 0,-1-8-34 15,1-6-24 1,2-6-62-16,3-7-27 0,4-1-111 0,3-12-259 16,2-6-349-16,4 1 707 0,3-18-13 0</inkml:trace>
  <inkml:trace contextRef="#ctx0" brushRef="#br0" timeOffset="17459.431">10305 13989 1702 0,'0'0'1347'15,"0"0"-1108"-15,0 0-175 0,0 0-42 0,0 0 26 0,88-61 38 16,-72 51 15-16,3 3-37 0,-3 5-30 16,1 2 14-16,-1 1-1 0,-2 10-6 0,-2 4-6 15,-4 8-7-15,-1 5 3 16,-7 7-28-16,0 4 22 0,-8 2-9 0,-1 1-15 15,-1 0 12 1,0-6-11-16,4-5 1 0,0-6 51 0,5-9 15 16,1-8 46-16,0-6-28 0,0-2-71 15,9-5-1-15,1-10-30 0,1-5-16 0,2-8-100 16,0-6-158-16,-1-4-166 0,-5-4-320 16,0 13-876-16,-7-17 1057 0</inkml:trace>
  <inkml:trace contextRef="#ctx0" brushRef="#br0" timeOffset="17602.372">10377 13580 39 0,'0'0'2577'0,"0"0"-2134"16,0 0-238-16,0 0 78 0,0 0 30 0,91-60-175 0,-65 37-138 16,0-3-119-16,-1-2-203 0,-5 7-195 15,7-7-906-15</inkml:trace>
  <inkml:trace contextRef="#ctx0" brushRef="#br0" timeOffset="27606.777">14668 14640 1322 0,'0'0'137'0,"0"0"1175"16,0 0-949-16,0 0 10 0,0 0-174 0,0 0 28 15,0 0-26-15,0 0-48 0,0 0-72 16,0 0 49-16,60 31-25 0,-44 7-19 0,-4 11 0 15,0 8-6-15,-7 7-28 0,-4 2-21 16,-1 1-31-16,-3 4 0 0,-7-5-31 16,2-3-9-16,-3-3-21 0,0-6-53 15,4-9-40 1,1-8-4-16,0-9-3 0,3-8-87 0,2-8-99 16,-2-5-111-16,3-5-175 0,-1-2-174 0,-1-11-474 0,1 3 1085 15</inkml:trace>
  <inkml:trace contextRef="#ctx0" brushRef="#br0" timeOffset="27748.507">14712 15241 293 0,'0'0'1255'0,"0"0"-162"0,0 0-639 16,80-8-116-16,-42 9-100 15,3 5-49-15,1-3-20 0,1 2-5 16,0-1-49-16,-2-4-25 0,2 0-37 0,-3-6-53 16,-1-6-15-16,1-4-44 0,-2-4-96 15,-2-6-74-15,-2-5-89 0,-3-1-207 16,-4 0-543-16,-7 6-724 0,-2-13 1685 0</inkml:trace>
  <inkml:trace contextRef="#ctx0" brushRef="#br0" timeOffset="27955.655">15294 14697 706 0,'0'0'1212'0,"0"0"-242"15,0 0-796-15,-4 67-88 0,4-35 7 0,0 5 107 0,0 7 101 16,7 5-18-16,-2 4-88 0,2 1-80 15,0 0-32-15,0 3-21 0,-4-3-28 16,1 0-34-16,1-4-12 16,-2 0-75-16,0-4-52 0,1-4-5 15,0-2-38-15,0-4-98 0,-2-6-162 0,-1-5-188 16,4-9-577-16,-2-7-106 0,5-9 1235 0</inkml:trace>
  <inkml:trace contextRef="#ctx0" brushRef="#br0" timeOffset="28173.59">15718 15291 957 0,'0'0'1592'0,"0"0"-1370"0,3 75-167 15,-3-37-26-15,-1 6 141 0,-5 6 115 0,-1 4 7 16,-1 5-68-16,-1-4-86 0,1 0-21 16,-1-5-35-16,4-5-82 15,-1-7 0-15,0-6-63 0,6-6-41 16,0-7-6-16,0-7 22 15,3-5-19-15,3-7-87 0,2-3-99 0,3-13-43 16,1-4-103-16,-1-7-40 0,0-2-123 0,1-3-183 16,-1-2 602-16,-3 8 92 0,7-10-36 15</inkml:trace>
  <inkml:trace contextRef="#ctx0" brushRef="#br0" timeOffset="28866.624">17390 15162 1023 0,'0'0'104'16,"0"0"1313"0,0 0-1134-16,0 0-119 0,31 72-42 0,-25-40 31 15,-1 6 45-15,-5-1-30 0,0 5-61 0,0-2-25 16,-3-3-38-16,0-6-25 0,0-8-19 16,0-8-28-16,2-6-80 0,1-7-141 15,-2-2-102-15,-2-6-237 16,0-7-692-16,-1 1 465 0</inkml:trace>
  <inkml:trace contextRef="#ctx0" brushRef="#br0" timeOffset="29027.367">17233 14886 1843 0,'0'0'1322'0,"0"0"-1086"15,0 0-118-15,0 0-1 0,0 0 15 0,78 4-9 16,-51-3-60-16,2-1-63 0,1 0-37 0,5 0-148 15,2-1-145-15,6-3-149 0,2-3-509 16,-10 4-560-16,19-5 1427 0</inkml:trace>
  <inkml:trace contextRef="#ctx0" brushRef="#br0" timeOffset="29281.636">18031 14943 320 0,'0'0'2867'0,"0"0"-2431"0,0 0-275 0,-58 90-95 0,35-58 60 16,-4 0 150-16,1 1-25 0,0-2-131 15,6-2-120-15,4-8-6 0,8-3-6 16,5-4-3-16,3-2-16 0,5-1 6 16,10 2 3-16,7-2-27 0,3 1 46 15,4 1 3-15,1-1-22 0,2 1 4 0,0 2-38 16,-3 1 18-16,-2 0 35 0,-3 1-37 16,-7-1-7-16,-3 0-15 0,-7-1-22 15,-4 2-43-15,-3-1 11 0,-6 2-4 16,-7-1 0-16,-3 0-3 15,-5-3 2-15,-4-2 25 0,0-1-121 0,-4-3-243 16,-3-5-279-16,0-3-590 0,7 0 1290 16,-9-7-366-16</inkml:trace>
  <inkml:trace contextRef="#ctx0" brushRef="#br0" timeOffset="29890.109">19622 15148 621 0,'0'0'104'15,"0"0"-104"-15,0 0 697 0,0 0-375 16,0 0-39-16,0 0-24 0,0 0 67 15,0 0-1-15,0 0-30 16,-79-43-72-16,63 53-30 0,3 5 9 16,0 6-23-16,2 7-75 0,-1 2-54 0,4 6-31 15,2 0-17-15,1-1-1 0,4-4-1 16,1-5-21-16,0-9-7 0,4-5-9 16,4-6-39-16,6-6 48 0,2-2-10 15,5-11 3-15,2-7-12 0,1-5 10 16,0-4-4-16,0 0 25 0,-3 0 16 15,-4 1-3-15,0 2 3 0,-4 5 16 16,-1 3 2-16,-4 5 1 0,-3 5 10 16,-1 5 21-16,-2 3 47 0,1 3 17 15,-1 8-30-15,5 3 0 0,-1 9-28 0,1 1-31 16,2 2-23-16,2 0-2 0,1-2-22 16,5-4-9-16,2-5 15 0,4-4-33 15,6-3-123-15,1-5-23 0,3-3-19 0,4-3-33 16,2-7-168-16,1-2-346 0,-10 1-886 15,10-8 1510-15</inkml:trace>
  <inkml:trace contextRef="#ctx0" brushRef="#br0" timeOffset="30606.134">21328 15039 88 0,'0'0'2353'0,"0"0"-1911"0,0 0-195 16,0 0-27-16,0 0 88 0,0 0 16 0,0 0-57 16,0 0-72-16,0 0-99 0,0 0-43 0,-6 88-19 15,6-38-22-15,0 13 19 0,0 9 21 16,0 5-6-16,0 4-6 0,0 1-3 15,-3 0-37-15,-2-3-12 0,2-5-44 16,-1-5-67 0,2-8-22-16,1-11 62 0,1-8 18 0,0-8 21 0,0-7-37 15,-1-6-68-15,-4-6-85 0,1-3-110 16,1-6-122-16,-3-3-200 16,2-3-502-16,-2-9 507 0,2 1 439 0</inkml:trace>
  <inkml:trace contextRef="#ctx0" brushRef="#br0" timeOffset="30839.78">21182 15415 183 0,'0'0'401'0,"0"-82"594"16,8 54-404-16,3 2-290 0,3-1-33 15,0 4-1-15,3 9 24 0,-1 3-30 16,3 3-34-16,0 3-1 0,0 2-99 16,1 2-37-16,0 1-22 0,-4 3-15 15,2 5-25-15,-5 3-12 0,2 3-13 0,-4 3 11 16,-5 5-14-16,-1 2-2 0,-5 6-20 15,-3 2-5-15,-8 3-4 0,-3 0-19 16,-3 3 0-16,-3-3-9 16,-2 1-25-16,0-5-24 0,1-5-5 15,-1-5-29-15,5-7-22 0,1-6-65 0,4-6-113 16,2-2-148-16,3-8-285 0,3-7-300 16,2 4 811-16,2-10-95 0</inkml:trace>
  <inkml:trace contextRef="#ctx0" brushRef="#br0" timeOffset="31023.333">21615 15343 756 0,'0'0'1677'0,"0"0"-874"0,0 0-573 0,0 0-145 16,0 0 70-16,81 0 53 0,-64 0 31 16,2 0-55-16,-3 0-94 0,1 0-59 15,-1-3-31-15,1-2-42 0,-1-3-107 0,0 2-41 16,-3-3-30-16,1 2-77 0,-5 1-194 15,0 0-503-15,-5 1-460 16,0 3 1330-16</inkml:trace>
  <inkml:trace contextRef="#ctx0" brushRef="#br0" timeOffset="31922.556">22784 15147 734 0,'0'0'0'16,"0"0"0"-16,0 0 905 0,0 0-561 0,0 0-65 15,0 0-224-15,0 0 29 0,0 0 55 16,0 0 45-16,0 0 25 0,0 0-39 16,-83-43-26-16,69 45 28 0,2 5-1 0,0 7-44 15,-2 5-23-15,-1 7-13 16,0 10 3-16,1 4-27 0,-3 3-20 15,4 0-10-15,3-2-15 0,2-7-22 0,3-4-15 0,4-9 14 16,1-7-15 0,0-6-28-16,4-6-13 0,7-2-6 15,4-2 26-15,4-7 5 0,0-4 17 0,1-3-7 16,1-1 22-16,-2-2 2 0,0-2 9 16,-1 4-11-16,-5 2-1 0,1 3-21 15,0 4 9-15,-3 6 13 0,1 2 23 0,-1 0 27 16,4 10 6-16,-4 5-12 0,4 6-12 15,1 6-28-15,-2 4-2 0,2 5 10 0,-3 3-12 16,0 6-1-16,-2 0-2 16,-2 5 3-16,-1 2 12 0,-5 0 0 15,-3 4 50-15,0 0-24 0,-9-1-16 16,-2-5 9-16,0-3 25 0,-4-5-22 16,1-6-15-16,-2-7-4 0,2-8-3 0,-2-7 10 15,1-7 3-15,1-7-25 0,1-2-57 16,-3-13 11-16,2-8-26 0,-2-7 10 0,3-6 12 15,0-9 6-15,-1-6-48 0,2-7-131 16,-2-6-77-16,4-4-144 0,1-1-261 16,0 2-372-16,7 19-2 15,2-18 902-15</inkml:trace>
  <inkml:trace contextRef="#ctx0" brushRef="#br0" timeOffset="32189.336">23064 15098 772 0,'0'0'1932'0,"0"0"-1681"16,0 0-232-16,0 0-16 0,86 39 77 0,-68-25 147 16,-3 3 44-16,-4 1-41 0,-3 3-98 15,-1-2-38-15,-2 1-30 0,-4-1-26 16,-1-1-26-16,0 3-10 0,-1-4 0 0,-2-3-2 16,0-2-1-16,-1-5-2 0,4-3 3 15,0-4 30-15,0 0 23 0,0-4-6 16,7-4-3-16,1-4 2 0,3-6 13 15,4-3-37-15,4-5-22 0,1 0-19 16,0-6-83-16,-1 5-51 16,1 1-20-16,0 0-41 0,-1 2-121 0,1 0-296 15,2 1-502-15,-3 2-182 0,-4 5 1227 16</inkml:trace>
  <inkml:trace contextRef="#ctx0" brushRef="#br0" timeOffset="32481.957">23573 15204 261 0,'0'0'2753'15,"-13"68"-2293"-15,7-41-339 0,1 0-118 16,2-1 101-16,3-8 92 0,0-6 11 16,3-9-126-16,3-3-68 0,7 0-11 0,3-10-4 15,4-4 2-15,3-6-78 0,3-5-23 16,2-3-18-16,-1-1-32 0,-3-1-17 16,-2 3 38-16,-3-1 69 0,-3 3 47 15,-3 3 14-15,-5 1 25 0,-3 2 61 0,-4 3 9 16,-1 6 38-16,0 7 37 0,-6 3 3 15,-1 4-4-15,-2 9-42 0,-3 5-43 16,-2 5 6-16,-3 2-44 0,4 5-24 16,-3-2 15-16,5 0-3 0,-2-5-34 15,3-4-20-15,1-5-51 16,3-4-121-16,3-4-44 0,3-5 19 16,0-1-22-16,9-9-126 0,7-5-315 15,7-5-591-15,7-3 92 0,-7 4 1110 0,13-9-12 0</inkml:trace>
  <inkml:trace contextRef="#ctx0" brushRef="#br0" timeOffset="32840.189">24027 15143 470 0,'0'0'2007'16,"0"0"-886"-16,0 0-749 0,0 78-187 0,-2-56-38 15,1-3 51-15,-1 0 30 0,2-7-16 16,0-5-93-16,0-5-82 0,2-2-7 16,3 0-30-16,7-7-49 0,2-2 1 15,3-4-1-15,4-3-9 0,2-4-16 0,1-2-18 16,-1 2 18-1,-1 2 22-15,-2 2 33 0,-1 3-33 16,-5 6 30-16,-3 3 20 0,0 3 2 0,-4 1 19 16,2 1 21-16,-3 6 31 0,1 3-13 15,-3 1-18-15,0 4-9 0,-1 4 6 16,-1 3-1-16,-1 0-5 0,1 1 0 0,1 2 11 16,0-1 7-16,-1-3-33 15,2 1-16-15,-1-3-22 0,0-2-21 0,0-2-2 16,-1 1 26-16,1-2 16 0,-3-2-15 15,0-1-34-15,0-1-13 0,0-3-12 0,0 0-12 16,-3-3-41 0,0-1-19-16,0 0 0 0,0-1 17 0,0-2-25 15,-1 0-152-15,3 0-169 0,-1-4-153 16,2-3 6-16,0-3 163 0,0-5-1 0,0-1-91 16,2 3 482-16,0-12 40 0</inkml:trace>
  <inkml:trace contextRef="#ctx0" brushRef="#br0" timeOffset="33664.27">24553 15033 536 0,'0'0'391'15,"0"0"964"-15,0 0-974 0,0 0-175 0,25 69-87 16,-17-32 95-16,2 10 124 0,-6 10-13 16,-1 8-51-16,-3 10-91 0,0 3-31 15,0 6-4-15,-5 2 6 0,0 1-46 16,-2 0-56-16,-1-6-37 0,0-5-15 16,-2-8-57-16,3-9-11 0,-1-6 16 0,2-8 28 15,2-8-35-15,0-5 10 0,0-7-7 16,1-2 1-16,-2-11 12 15,2-7-44-15,1-5-65 0,-4-4-115 0,1-13-196 0,-2-9-147 16,3-6-201 0,-2-10-271-16,0-4 512 0,3 9 335 0,-4-32 24 15</inkml:trace>
  <inkml:trace contextRef="#ctx0" brushRef="#br0" timeOffset="33856.71">24538 15168 825 0,'0'0'117'0,"38"-67"1034"0,-16 55-811 16,3 3-101-16,4 4-24 0,1 5 45 0,1 9 55 15,-3 8-30-15,1 6-52 0,-1 4-60 16,-6 5-67-16,-5 1-41 16,-5 3-6-16,-9 0 0 0,-3 3-18 15,-9 0-11-15,-12 1-30 0,-8-2-21 16,-5 0-29-16,-6-2-43 0,-4-4-56 0,-4-2-52 16,-5-4-123-16,-5-1-185 0,-5-2-609 15,13-7-633-15,-36 3 1689 0</inkml:trace>
  <inkml:trace contextRef="#ctx0" brushRef="#br0" timeOffset="38498.03">15501 15519 760 0,'0'0'1439'0,"0"0"-1238"0,0 0-201 16,0 0 0-16,0 0 107 0,0 0 12 15,0 0-35-15,0 0 157 0,0 0-93 16,0 0-23-16,21-71-7 0,-8 66-20 15,3 1-9-15,-3 2 22 0,3 1-26 0,-2 1 0 16,-1 0-47-16,-1 0-19 16,1 0-6-16,-2 1-13 0,1-1-16 0,-1 3 16 15,1-2 0-15,-3 2 19 0,0 1-19 16,-1-1-6-16,-2 4 6 0,-1 3 15 16,-3 6 26-16,-2 4-13 0,0 5-28 15,-4 3-28-15,-5 2-16 0,0 4-6 16,-4 1-29-16,3 3-13 0,1 2-25 0,-2 3 22 15,5 1 95-15,0-3 3 0,3-1 23 16,3-9 2-16,0-5-5 16,0-6-17-16,6-7-4 0,3-3-2 0,5-3 25 15,-1-3 35-15,1-1-12 0,1-3 15 16,1 0-19-16,-2-7-3 0,-3-1-19 16,1-6-22-16,-3-2-21 0,-2-5-58 15,-1-3-117-15,0-3-109 0,-5-3-128 16,1 7-229-16,-2-17-712 0</inkml:trace>
  <inkml:trace contextRef="#ctx0" brushRef="#br0" timeOffset="38707.331">15548 15113 2433 0,'0'0'608'15,"0"0"-276"-15,0 0-103 0,0 0 5 16,0 0 77-16,0 0-134 16,98-30-102-16,-72 22-75 0,1-2-28 0,-1 0-9 15,-1 1 12-15,-2-1-103 0,-1 1-154 0,-6 2-158 16,-2 2-563-16,-4 1-875 0</inkml:trace>
  <inkml:trace contextRef="#ctx0" brushRef="#br0" timeOffset="63975.03">20408 4453 1045 0,'0'0'248'0,"0"0"-137"0,0 0-82 0,0 0 56 16,0 0 54-16,0 0 14 0,0 0-7 16,0 0 537-16,0 0-380 0,0 0-21 0,-9-32-85 15,6 22-10-15,-3-3 25 0,-2-1-43 16,0 0-39-16,-4 1-34 0,-2-2-24 15,-1 2-28 1,-3 4 2-16,-5-2 7 0,0 5 0 0,-5 1 2 16,0 3-6-16,-3 2-11 0,-3 0 2 15,0 7-22-15,-4 1 10 0,1 5-7 16,-2 2-8-16,3 3 14 0,1 3-24 0,1 2 22 16,3 2-9-16,0 3-16 0,0 3-24 15,3 4 8-15,0 0 4 0,1 1-13 16,4-1 24-16,0-1 1 0,4 1 0 15,3 0 2-15,3-2-2 0,4 1-28 0,2 0 12 16,4-1-21-16,0 1-3 16,3 3 28-16,0 1-13 0,8 0-9 15,2 4 0-15,4-3 22 0,1 3-3 16,5-3-26-16,2-2 38 0,2-4-25 0,3 2-9 16,1-6 15-16,2 2-12 0,3-2 6 0,3 1 28 15,3 0 19-15,1-3-19 0,4 1-12 16,0-4-19-16,4 1 31 0,2-3-13 15,5-3 14-15,1 1-2 0,6-2 2 16,0 0 12-16,4 1 15 0,2-3-28 16,1 1 0-16,5-3-4 15,4-1 4-15,5-2 0 16,3-1 0-16,4-4-28 0,4-2 10 0,2-1 15 0,2-3-19 16,0 0-34-16,0 0 37 0,3 0 19 15,-1 1-3-15,-2-1 0 0,-2 0 3 16,-1 0-22-16,-1 0-3 0,0-7 25 15,-3-1 16-15,-1-6-7 0,-5-1-9 0,-7-3-25 16,-4-1 6-16,-10-4-26 16,-9-1 14-16,-9-4 3 0,-4 1-10 15,-6-3 4-15,-6-3 18 0,-5-2 4 16,-2-3 12-16,-4 0 16 0,-3-3-3 0,-2 0-11 16,-4-3 17-16,-1-4 31 0,-2 1-25 15,-4-2-6-15,-3-5 29 0,0 2 2 0,0 2 15 16,0-5-31-16,1-1-30 0,-1 0-2 15,2 0 0-15,-1 2 10 0,-1-4 4 16,0 4 6-16,-6 3 21 0,-6-1-6 16,-7 5-12-16,-6 2 59 0,-4 2-53 15,-8 2 31-15,-5 3-62 0,-6 0 2 16,-5 1-2-16,-9 1-29 0,-7 4 4 16,-10-2-18-16,-7 3-10 0,-8 3 19 15,-6 3-6-15,-4 4 9 0,-6 1 15 16,-3 5 16-16,-1 3-1 0,-2 5 13 0,-1 2 13 15,-1 0 1-15,-2 5-26 16,2 0-31-16,-6 2 0 0,1 6-6 16,-1 3 15-16,5 3 22 0,1 4-13 0,5 4-33 15,6 5 33-15,3-2 1 0,7 4-60 16,8 0-20-16,11-1-27 0,11-3 5 16,15-5-50-16,16-3-208 0,10-4-145 0,15-5-572 15,8-2-378-15</inkml:trace>
  <inkml:trace contextRef="#ctx0" brushRef="#br0" timeOffset="65188.448">21429 2373 2108 0,'0'0'772'0,"0"0"-551"15,0 0-36-15,0 0-60 0,0 0 36 16,0 0 89-16,0 0-37 0,0 0-27 16,0 0-43-16,0 0-50 0,0 0-19 15,0 10-46-15,6 20 27 0,2 8 7 16,1 10-1-16,-3 10-15 0,-1 8-27 16,-2 6-1-16,-3 7-17 0,-2-1-1 15,-5 1-12-15,-2-2 10 0,-1-3-13 16,1-7-19-16,-2-3-12 0,2-8-44 0,1-9-11 15,2-8-14-15,-1-8 3 16,3-8-9-16,1-9-5 0,1-7-25 0,2-5-56 16,0-2-149-16,0-9-205 0,0 0-195 15,-1-21-520-15</inkml:trace>
  <inkml:trace contextRef="#ctx0" brushRef="#br0" timeOffset="65456.458">21393 2369 362 0,'0'0'567'16,"0"0"1135"-16,0 0-1506 0,0 0-183 15,0 0 71-15,0 0 210 0,0 0-112 0,0 0-20 16,95-64-42-16,-67 59-35 16,2 1-6-16,2 4-19 0,-3 0 12 0,-3 0-3 15,-2 6-15-15,-4 4-20 0,-7 1-9 0,-1 2-9 16,-5 3-4-16,-6 3-9 0,-1 6-3 15,-4 4-1-15,-7 0-34 0,-5 2-8 16,-3 1-27-16,0-3 10 16,-1 1 13-16,-1-6 28 0,2-5-15 0,-1-3-39 15,0-3-75-15,2-7-42 0,0-1-52 16,1-5-53-16,0 0-43 0,4-5-322 16,-5-11-147-16</inkml:trace>
  <inkml:trace contextRef="#ctx0" brushRef="#br0" timeOffset="65871.693">21759 1932 1094 0,'0'0'192'0,"0"0"-71"0,0 0 629 0,0 0-261 16,0 0-139-16,0 0-62 0,0 0-40 15,0 0-48-15,0 0-52 0,0 0-60 16,64 73-45-16,-63-45-5 0,-1 3-38 16,0 0-1-16,0-1-24 0,0-6-22 0,0-4 31 15,0-5-9-15,0-5-6 16,0-5 6-16,2-2-4 0,-1-2-40 16,4-1 0-16,-3 0 28 0,4-4 21 15,-1-3 17-15,4-5 2 0,-3-2 1 0,3-4-31 16,-2 0 28-16,3 1 1 0,-3-1 0 15,2 1-17-15,3 3 19 0,-4 2-2 0,0 2-20 16,0 4-16-16,4 2 38 0,-4 3 0 16,3 1 79-16,-2 1 4 0,0 7 2 15,1 1-22-15,-4 2-13 16,3 3-19-16,-4 2-28 0,-2 2-3 16,2 1 0-16,-2 2-15 0,-2 1-64 0,4 2-113 15,-2 1-18-15,0 1-221 0,0-8-259 16,0 8-568-16</inkml:trace>
  <inkml:trace contextRef="#ctx0" brushRef="#br0" timeOffset="67840.657">23098 2492 889 0,'0'0'2182'16,"0"0"-2035"-16,0 0-147 0,0 0 0 0,0 0 19 15,29 66 211-15,-24-33 42 0,0 3-17 16,-2 0-70-16,-3 3-70 16,3-5-65-16,-3-1-48 0,0-6-2 15,0-2 0-15,0-7-22 0,0-5-52 0,0-4-82 16,0-4-93-16,0-5-105 0,0 0-234 16,0-3-647-16</inkml:trace>
  <inkml:trace contextRef="#ctx0" brushRef="#br0" timeOffset="67963.429">23092 2253 646 0,'0'0'612'0,"0"0"801"0,0 0-1310 16,0 0-103-16,0 0-17 0,0 0 5 16,0 0-46-16,0 0-168 0,0 0-361 0,85 10-841 15</inkml:trace>
  <inkml:trace contextRef="#ctx0" brushRef="#br0" timeOffset="68258.544">23650 2302 1800 0,'0'0'823'15,"0"0"-556"-15,0 0-196 16,0 0 112-16,0 0 231 0,-17 65 74 0,5-49-141 16,-1 3-190-16,-2 0-126 0,4-2-31 15,2-1-3-15,4 0-12 0,2-4 2 16,3 0-21-16,0 0 10 0,8-2 11 15,6 1 10-15,0 1 3 0,6 1 11 0,2 0-11 16,-2 1 0-16,3 1-3 16,-3-2-1-16,-2 0-8 0,1 3 2 15,-6-3 10-15,1 1 2 0,-4 0-2 0,-3-1-1 16,0-1 1-16,-7 2 21 0,0-1-2 0,-4 2-19 16,-6 0-10-16,-2 2-24 0,-5-1-44 15,1-2-71-15,-4-3-23 0,-1-1-80 16,-1 0-163-16,5-5-386 0,-11-3-836 0</inkml:trace>
  <inkml:trace contextRef="#ctx0" brushRef="#br0" timeOffset="68886.396">24722 2241 1028 0,'0'0'1414'0,"0"0"-1272"16,0 0-142-16,0 0 0 0,0 0 46 0,0 0 99 15,0 0 60-15,0 0-48 0,0 0-32 0,0 0-36 16,59 10-38-1,-47-10 13-15,-2 0-29 0,-1 0 9 0,-2-1-16 0,-3-1-28 16,-1 0-10-16,0 2-9 0,-3 0-13 16,0 0 4-16,0 0 12 15,0 0 3-15,0 0 12 0,0 0-1 0,0 0-14 16,2 0 13-16,1 0-39 0,4 0 42 16,1 0 4-16,3 0 21 0,3 0-10 15,2-1-15-15,2-2 0 0,0-1-19 16,0 0-29-16,2-3-207 0,-1 0-60 15,-6 1-214-15,3-9-727 0</inkml:trace>
  <inkml:trace contextRef="#ctx0" brushRef="#br0" timeOffset="69154.883">24858 1849 1068 0,'0'0'23'0,"0"0"1198"0,0 0-1043 0,3 92 19 0,1-50-24 15,2 8 94-15,-2 6 7 0,1 3-65 16,-3 1-57-16,1 2-35 0,0-1-36 16,-3-3-56-16,3-3-25 0,-1-8-1 15,1-5-43-15,2-9 19 0,-1-5-25 16,4-12 9-16,3-7-98 0,2-7 19 15,2-2-36-15,5-13-89 0,1-7-127 0,-5 1-372 0,7-23-607 16</inkml:trace>
  <inkml:trace contextRef="#ctx0" brushRef="#br0" timeOffset="69522.371">25257 1545 368 0,'0'0'1835'15,"0"0"-1412"-15,0 0-223 0,0 0-81 16,0 0 134-16,20 82 50 0,-14-40-31 0,-1 8-37 16,-3 4-62-16,-2 6-23 15,0 3-60-15,0-2-19 0,-2 1-71 0,-4-1 0 16,0-4-47-16,1-9 16 0,-1-6-3 16,4-6 16-16,2-11-13 0,0-6 12 15,0-5-12-15,2-4-31 0,4-6 9 0,-1-1 3 16,4-3-7-16,-1 0-38 0,7-6 23 15,1-2 57-15,1 1-30 16,0-3 17-16,3 3 9 0,-3 1 7 16,-1 0-4-16,2 6-12 0,-5 0 28 0,1 0 25 15,-2 8 104-15,-1 1 12 0,3 1-37 16,-3 1-23-16,1 1-34 0,0-2-14 16,0 0-32-16,0-2 1 0,0-1 11 0,2-3-10 15,0 0 22-15,-3-3-25 0,3-1-53 16,-2 0-103-16,-1-1-30 0,0-4 1 15,-1-2-59-15,-3 1-174 0,1-2-190 16,-2 3-150-16,0 1-257 0</inkml:trace>
  <inkml:trace contextRef="#ctx0" brushRef="#br0" timeOffset="69789.035">25764 2340 450 0,'0'0'362'0,"0"0"-134"0,0 0 1088 16,0 0-951-16,95-40-194 0,-71 23-75 15,-1-2-3-15,-2 0-39 0,-2-2-39 16,-2 2-15-16,-5 1-29 0,-1 0-3 0,-3 4 0 0,-5 1 0 15,-3 3 32-15,0 4 7 0,-8 1 12 16,-3 5 80-16,-2 0 74 0,0 0-8 16,-1 9-51-16,-3 5 0 0,0 2-4 15,1 6-6-15,-1 4 9 0,1 4-6 16,0 1-7-16,3-4-19 16,2 0-47-16,4-5 9 0,5-4 13 0,2-4 9 15,2-3-40-15,6-4-7 0,7 0-16 16,-1-1 14-16,6-4-16 0,2 1-22 15,1-3-61-15,5 0-51 0,-1-9-52 0,2 1-34 16,-1-3-51-16,3-1-206 0,-8 2-568 0,8-7-645 16</inkml:trace>
  <inkml:trace contextRef="#ctx0" brushRef="#br0" timeOffset="70532.137">26802 1492 1615 0,'0'0'734'15,"0"0"-122"-15,0 0-362 16,0 0-110-16,0 0 26 0,0 0 127 16,0 0 19-16,0 0-72 0,0 0-61 15,14 66-68-15,-11-26-25 0,0 11 16 0,0 8-13 16,-1 6 33-16,-2 6-27 0,0-1-41 16,1-1-23-16,1-3-31 0,0-2 0 15,1-8-40-15,3-4-8 0,0-4-56 16,2-10-6-16,3-3-4 15,4-8-6-15,1-7-28 0,4-7-81 0,5-5-131 16,1-5-167-16,-6-3-223 0,13-11-647 0</inkml:trace>
  <inkml:trace contextRef="#ctx0" brushRef="#br0" timeOffset="70875.613">27409 2010 1944 0,'0'0'1354'16,"0"0"-1030"-16,0 0-128 15,0 0 65-15,0 0 7 0,0 0-26 16,-92 35-55-16,69-11-76 0,5 2-35 0,1 0-8 16,5 2-7-16,3-4-10 0,3-5-51 0,4-4-34 15,2-5 10-15,0-4-25 0,2-4-9 16,4-2-1-16,5 0 10 0,0-4 0 16,7-4 19-16,-1-4-7 0,2-5-9 15,1 0 15-15,-4-1-9 0,-1 1 6 0,-3 4 6 16,-2 1 10-16,-1 6-4 0,-3 1-9 15,-4 4 31-15,1 1 43 16,0 3 53-16,0 5 15 0,2 2 2 16,0 6-33-16,4 0-34 0,-3 2-3 0,-1 1-16 15,1-2-26-15,0-2-1 0,2-3-3 16,-2-2-18-16,2-3-47 16,0-3-42-16,1-2-16 0,0-2-37 0,1-1-26 0,0-6-122 15,0-7-311-15,-4 4-650 16,1-12-814-16</inkml:trace>
  <inkml:trace contextRef="#ctx0" brushRef="#br0" timeOffset="71131.081">27668 1917 2134 0,'0'0'627'0,"0"0"-364"0,0 0-180 0,0 0 147 15,0 0 135-15,0 0-44 0,66 66-92 16,-57-53-111-16,0 0-50 15,-2 1 0-15,0 3 19 0,-3 0-29 16,-4 2-24-16,0 1-15 0,0 3-16 16,-8-2-3-16,1-1-2 0,-1-5-1 0,3-3-17 15,2-5 20-15,1-5 25 0,2-2 18 16,0 0 3-16,0 0-46 0,0-5 0 16,3-7-3-16,4-4-13 0,2-9-21 0,1-5-2 15,2-2-23-15,-1-4-80 0,4 1-47 16,1 3-14-16,2 3-49 15,2 4-136-15,-7 7-271 0,15-4-679 0</inkml:trace>
  <inkml:trace contextRef="#ctx0" brushRef="#br0" timeOffset="71548.192">28158 1851 2406 0,'0'0'721'16,"0"0"-393"-16,0 0-90 0,-79 54 32 0,52-32-9 15,1 3-38-15,3 0-87 0,7-3-136 0,1-2-12 16,5-6-40-16,7-2-32 0,0-5-84 16,3-4 16-16,3-3 7 15,8 0-38-15,3-3 29 16,2-7 81-16,2-2 19 0,3-4-54 0,0 0-7 0,-1-5 32 16,-1 6 35-16,-2-2 32 0,-3 6 6 15,-2 4 10-15,-1 6 38 0,-3 1 35 16,-1 0 84-16,0 6 8 0,1 7-26 0,-2 4-22 15,2 3-10-15,-1 5-13 16,-1 6-3-16,0 2 3 0,0 9-4 16,-3 1 10-16,1 4-4 0,-4 2 6 15,0 4-19-15,-4-1-16 0,-4 1-45 0,-2 1-10 16,0-1 3-16,-3-1-15 0,4-4 0 16,-1-5 17-16,-1-5-2 0,2-8-12 15,2-6 10-15,0-5-12 0,3-7 0 16,1-3 11-16,1-7-6 0,1-2-6 0,-2-6-83 15,0-11-31-15,-1-8-120 16,-1-11 116-16,1-8-85 0,3-10-159 16,1-10-168-16,0 15-271 0,0-34-591 0</inkml:trace>
  <inkml:trace contextRef="#ctx0" brushRef="#br0" timeOffset="71846.909">28327 1927 1433 0,'0'0'325'0,"0"0"662"0,0 0-772 0,0 0-16 15,0 0 94-15,48 68 86 0,-42-58-86 16,0-2-153-16,0-2-90 0,3-4-47 16,4-2 16-16,3 0-19 0,4-8-40 15,3-5-97-15,2-4-20 0,0-3-38 16,1-4 9-16,-3 0-33 0,-4 1 2 16,-2 2-1-16,-6 1 32 0,-3 2 115 15,-7 2 71-15,-1 1 151 0,-7 4 16 0,-4 3-32 16,-2 1 15-16,-2 6 76 0,2 1 30 15,1 8-115-15,-2 10-5 0,-1 6-27 0,-1 7 10 16,-1 7 23-16,0 1 7 0,0 1-11 16,1-1-52-1,4-7-52-15,1-6-34 0,6-8-58 16,5-8-75-16,0-6 1 0,5-4-20 0,11 0-75 16,7-11-81-16,-3 2-234 0,19-21-872 15</inkml:trace>
  <inkml:trace contextRef="#ctx0" brushRef="#br0" timeOffset="72092.739">28991 1751 1512 0,'0'0'1994'15,"0"0"-1618"-15,0 0-266 0,0 0 31 16,-53 65 214-16,36-48-66 0,3-2-96 16,3-3-110-16,5-3-68 0,3-2 25 15,3 0 33-15,0-1-73 0,3 3-6 0,5 0-31 16,3 0 16-16,-1 2 18 0,2 0-12 15,1 1 12-15,-3-4 0 16,-1 3-16-16,0 0-2 0,-4-3 3 0,-4 3-1 16,-1-1-2-16,0 2 21 0,-4 2 0 15,-7-1-1-15,-3-1-42 16,-4-1-46-16,-1 0-49 0,-3-2-35 0,1-4-65 0,2 0-88 16,0-5-213-16,8 0-525 15,-4-9-803-15</inkml:trace>
  <inkml:trace contextRef="#ctx0" brushRef="#br0" timeOffset="72571.764">29524 1232 1583 0,'0'0'191'15,"0"0"332"-15,0 0-268 0,0 0-106 0,0 0 44 16,31 101 127-16,-31-53-62 0,-9 10-115 0,-5 8 5 16,-3 6 63-16,0 3 6 0,0 3 3 15,3-3-44-15,4-5-68 0,6-7-77 16,4-12-31-16,1-9-28 0,12-10-8 15,1-9 5-15,3-7 12 0,2-5-21 16,1-10-19-16,-1-1-21 16,-1-5-57-16,-1-9-81 0,-4-8-97 15,-3-5-148-15,-5 4-304 0,-5-14-756 0</inkml:trace>
  <inkml:trace contextRef="#ctx0" brushRef="#br0" timeOffset="72708.415">29326 1714 346 0,'0'0'2144'0,"0"0"-1552"0,0 0-159 15,0 0-173-15,0 0-6 0,0 0 56 16,0 0-103-16,0 0-96 0,0 0 71 0,0 0-35 16,116 9-43-16,-54-11-77 0,5-7-27 15,-2-5-73-15,-2-2-132 0,-4 3-122 16,-6-1-209-16,-14 4-558 0,3 0-939 0</inkml:trace>
  <inkml:trace contextRef="#ctx0" brushRef="#br0" timeOffset="73159.876">26194 3842 1106 0,'0'0'218'15,"0"0"780"-15,0 0-804 0,0 0 35 0,0 0 47 0,36 70 28 16,-26-29 4-16,0 8-69 0,-1 8-60 16,-4 2-53-16,1 2 14 0,-1-4 18 15,-1-8-56-15,0-6-31 0,3-8-68 0,-1-6-3 16,0-8-83-16,0-5-3 0,-2-9-11 15,2-2-36-15,-3-5-57 0,0-7-113 16,-1-10-106-16,1 2-267 0,2-24-630 0</inkml:trace>
  <inkml:trace contextRef="#ctx0" brushRef="#br0" timeOffset="73404.73">26262 3567 995 0,'0'0'1915'0,"0"0"-1518"0,0 0-99 15,0 0-112-15,0 0 6 16,0 0-31-16,0 0-40 0,0 0-9 16,0 0-34-16,83-22-7 0,-60 28-10 15,2 3-23-15,-4 2-26 0,-2 4 9 0,-5 0 10 16,-3 3 12-16,-5 3-6 0,-5 3-25 16,-1 1-10-16,-4 4 11 0,-7 4-13 15,-6 1-27-15,-2 1-31 0,-4-2-41 16,0-4-21-16,0-4 2 0,4-5-22 15,2-6-48-15,3-7-57 0,2-2-119 16,4-5-240-16,2-5-544 0,1-12-271 0</inkml:trace>
  <inkml:trace contextRef="#ctx0" brushRef="#br0" timeOffset="74371.528">26143 3589 696 0,'0'0'387'0,"0"0"-71"0,0 0-199 16,0 0 309-16,0 0-231 0,0 0-108 16,0 0-22-16,0 0 48 15,0 0-6-15,0 0-10 0,37-22 9 16,-37 22-3-16,0 2-3 0,0-1-7 0,0 0 0 16,0 2 0-16,0-1-13 0,0 1-33 15,0 2 23-15,0-1-31 16,2 3 8-16,1 0-2 0,3 4 5 0,0 2 23 15,0 3-9-15,-1 5 11 0,0 2 4 0,-1 4-19 16,1 2-1 0,-2 5-2-16,2 3 0 0,-2 3-10 0,1 2-22 15,1 1-22-15,-3 1-1 0,3 0-1 16,-2 0-1-16,-2-1-22 0,-1-3-3 0,0-8-6 16,3-3-10-16,-3-4-32 0,1-1-159 15,-1-1-69-15,0 0-34 0,2-6-73 16,-2-3-194-16,4-1-658 0</inkml:trace>
  <inkml:trace contextRef="#ctx0" brushRef="#br0" timeOffset="75086.681">26632 3784 1770 0,'0'0'1102'15,"0"0"-682"-15,0 0-175 0,0 0-125 0,0 0 50 0,0 0 47 16,0 0-35-16,0 0-17 16,0 0-42-16,0 0-39 0,94 4-53 15,-66-4-31-15,1-3-2 0,-1-6-57 0,-1-3-117 0,1-3-123 16,-2-2-133 0,-9 5-330-16,2-10-921 0</inkml:trace>
  <inkml:trace contextRef="#ctx0" brushRef="#br0" timeOffset="75295.845">27125 3427 1888 0,'0'0'787'16,"0"0"-578"-16,14 69-170 0,-6-31 66 16,4 10 234-16,-1 6 98 0,1 5-66 0,0 3-147 15,1 1-88 1,1 1-46-16,-2-3-29 0,-1 1-36 0,-2-6-25 0,-2-3-13 15,-1-8-45-15,-3-3-78 0,-3-9 0 16,0-6 8-16,0-5-37 0,0-4-119 0,0-5-287 16,0-3-549-1,-6-7-406-15</inkml:trace>
  <inkml:trace contextRef="#ctx0" brushRef="#br0" timeOffset="75532.887">27214 3607 2921 0,'0'0'404'16,"0"0"-293"-16,0 0-109 0,0 0 163 15,0 0 88-15,0 0-39 0,92-40-61 0,-76 40-72 16,0 0-32-16,-3 2 13 0,-3 6-62 0,0 3-12 16,-5 2-22-16,-4 6 33 0,-1 4 1 15,-6 5 0-15,-6 3-42 0,-5 4-54 0,0-4 9 16,-2 0-11-16,-1-7-21 15,3-5-54-15,6-7-52 0,0-9-90 0,5-3-150 16,3-4-608-16,1-17 458 0</inkml:trace>
  <inkml:trace contextRef="#ctx0" brushRef="#br0" timeOffset="75865.059">27524 3564 1304 0,'0'0'1794'0,"0"0"-1437"0,0 0-189 15,12 84-19-15,-9-59 144 0,0-4 30 16,-1-2-32-16,1-11-162 0,4-1-129 16,3-5-12-16,2-2-80 0,5-4 11 15,2-8-11-15,1-6-63 0,3-4-7 16,0-4-57-16,-2-1 18 0,-3 2 17 0,-1 2 48 16,-6 1 50-16,-3 3 59 0,-3 2 27 15,-2 1 25-15,-3 6 32 0,0 1 42 16,0 6 78-16,-2 3 46 0,-1 0-59 15,0 0-67-15,2 0-38 0,-1 0-21 0,1 2-26 16,-1-2-9-16,2 0-3 0,0 0-2 16,0 0-1-16,0 0 2 15,-2 1 1-15,-3-1-19 0,1 2-27 16,-5 0-7-16,1-1-44 0,-4 3-39 0,-1-1-27 16,-1 1-36-16,-2 2-52 0,1 1-139 15,-2 0-74-15,9 0-214 0,-10 4-522 0</inkml:trace>
  <inkml:trace contextRef="#ctx0" brushRef="#br0" timeOffset="76421.768">28074 3334 2779 0,'0'0'646'16,"0"0"-307"-16,0 0-229 0,12 68 28 0,-9-38 60 15,-1-1 113-15,-2-3-96 0,2-4-129 16,0-5-69-16,2-5-17 0,-1-5 0 16,6-6-2-16,-2 1-29 0,2-2-34 15,5-3-21-15,0-8-28 0,5-4 31 0,-1-6 11 16,2-4 20-16,0 0-17 0,-3-2-5 15,0 1 14-15,-4 2 14 0,2 4 4 0,-5 3-2 16,-1 4 19-16,-5 9-13 0,1 4 38 16,-2 2 75-1,0 8 30-15,2 6 7 0,-1 2-34 0,0 4-32 16,2 2 1-16,-2-1 46 0,3-4-13 16,-1-3 13-16,2-3-7 0,1-4-6 0,0-5-10 15,1-1-3 1,-1-3-8-16,4-3-26 0,-1-5-33 0,3-4-1 0,0-1-29 15,0-8-44-15,2-1-39 0,0-5-90 0,-3-3-79 16,2 1-184-16,-7 7-318 0,2-9-911 16</inkml:trace>
  <inkml:trace contextRef="#ctx0" brushRef="#br0" timeOffset="76729.679">28699 3276 228 0,'0'0'2862'15,"0"0"-2352"-15,0 0-355 0,0 0-117 0,0 0 84 0,0 0 4 16,0 0 6-16,75-42-85 0,-52 21-47 16,0-1-94-16,0-2-13 0,1 3-25 0,-1 0-48 15,3 0 19-15,-4 4 98 0,-5-3 63 16,-5 1-96-16,-7 3-22 0,-5 3 118 0,0 3 4 16,-5 6 56-16,-10 4 80 0,1 2-19 15,-3 7 30-15,1 4-91 16,-4 6 25-16,1 3-19 0,1 4 101 15,-2 3 39-15,4 2-55 0,-4 1-67 0,3-1-26 16,3-2-5-16,-1-3-25 0,4-4-13 0,5-6 0 16,1-7-15-16,4-4-21 15,1-4-87-15,0-1-9 0,0 0-69 16,4-6-109-16,4-3-133 0,3-5-262 16,8-3-302-16,2-4 217 0,5-1 153 0,-7 3 534 15,15-11-228-15</inkml:trace>
  <inkml:trace contextRef="#ctx0" brushRef="#br0" timeOffset="76951.614">29050 3026 548 0,'0'0'596'0,"0"0"-114"0,0 0-11 16,85-30 30-16,-62 30-86 0,-4 2-60 16,0 10-76-16,-1 2-83 0,-4 4-48 0,1 3-25 15,-3-2-2-15,-3 3 10 16,-3-1 8-16,0-2-22 0,-4 0-21 0,-1-2-32 16,-1-2 1-16,0-1 8 0,-3-4-14 15,-1-2-23-15,2-3-20 0,0-3-15 16,1 2-1-16,1-4 0 0,0 0-22 15,0-4-21-15,5-6-12 0,5-4 9 16,3-4-6-16,6-7 15 0,2-4 10 0,4-5 5 16,1-3-52-16,4-1-49 15,1 1-1-15,0 5-25 0,1-1-19 0,-2 6-150 0,-2 3-276 16,-7 5-637-16,5-4-631 0</inkml:trace>
  <inkml:trace contextRef="#ctx0" brushRef="#br0" timeOffset="77788.822">28481 4622 218 0,'0'0'2315'0,"0"0"-2015"16,0 0-150-16,0 0-63 0,0 0 70 0,-86-30 78 15,72 30 41-15,2 0-34 0,1 1-81 0,0 9-43 16,2 4-9-16,1 9 9 0,0 7-10 15,2 6-16-15,-2 6-18 0,2-1 6 16,3 1-7-16,0-8-2 0,3-7-16 16,0-9-3-16,0-9-10 0,3-5-42 15,0-4-9-15,5 0-21 16,1-10 30-16,6-6-19 0,2-11 16 0,2-8-64 16,1-8-55-16,-2-4-32 0,0-4-6 15,-5-2 30-15,-1-2-28 0,-2 0-10 0,-3-3 35 16,2 2 36-16,-7 0 18 0,1 0 22 15,-3 2 7-15,0 4 28 16,0 2 19-16,-3 6 3 0,1 7 25 16,0 8 57-16,1 10 38 0,1 6 21 15,0 8 13-15,0 3 7 0,0 0-24 16,0 7-26-16,0 3-46 0,4 11 12 0,3 8-16 16,4 9 28-16,0 12 12 0,-1 4 12 15,-3 3 9-15,1-2-43 0,-1-2-43 0,-6-1-36 16,0-7-25-16,-1-3-45 0,0-6-91 15,0-5-87-15,-2-5-66 0,2-6-179 16,0-7-472-16,0-10-476 0</inkml:trace>
  <inkml:trace contextRef="#ctx0" brushRef="#br0" timeOffset="77932.444">28803 4442 2824 0,'0'0'601'0,"0"0"-306"16,0 0-172-16,9 82 78 0,-9-52 84 0,0 0-13 15,-4-3-51-15,1 1-132 0,1-7-89 16,-1-3-9-16,0-6-28 0,1-3-116 0,-1-5-119 16,0-1-104-1,0-3-317-15,-8-2-773 0</inkml:trace>
  <inkml:trace contextRef="#ctx0" brushRef="#br0" timeOffset="78089.023">28694 4231 1056 0,'0'0'1764'0,"0"0"-1389"16,0 0-203-16,0 0 38 0,0 0 49 0,77-28-153 16,-59 21-93-1,1 0-13-15,0 0-179 0,-1 1-163 0,-4 0-173 16,6 0-689-16</inkml:trace>
  <inkml:trace contextRef="#ctx0" brushRef="#br0" timeOffset="78267.639">28991 4411 2692 0,'0'0'363'0,"10"66"-251"16,-3-36-110-16,2 4 174 0,3 4 170 15,-2-4 38-15,1-7-100 0,4-4-154 0,-4-8-81 0,2-5-6 16,-1-6-30-16,-1-2-13 0,4-2-11 0,-4-2 11 0,3-6 16 16,-2-6-16-16,1-5-15 0,1-6-6 15,-3-3-56-15,1-3-29 16,-4-2-49-16,1-1-65 0,-4-2-142 15,-2 0-188-15,1 9-433 0,1-7-555 0</inkml:trace>
  <inkml:trace contextRef="#ctx0" brushRef="#br0" timeOffset="78607.218">29555 4329 2481 0,'0'0'672'0,"0"0"-363"16,0 0-229-16,0 0 69 0,8 75 99 16,-5-56 35-16,-1-1-66 0,1-6-140 0,0 0-77 15,0-4-23-15,-1-3-24 0,2-3-21 16,-4 2-34-16,3-4-42 0,-3 0-66 16,0-4-96-16,0-3-175 0,0 1-233 15,-3-8-286-15</inkml:trace>
  <inkml:trace contextRef="#ctx0" brushRef="#br0" timeOffset="78750.371">29498 4134 2459 0,'0'0'608'0,"0"0"-206"16,0 0-190-16,0 0 21 0,0 0-19 0,0 0-70 16,0 0-82-16,0 0-50 0,0 0-12 15,0 0-43-15,48-13-110 0,-34 9-168 0,0 2-176 16,-3 0-222-16,1 0-674 15</inkml:trace>
  <inkml:trace contextRef="#ctx0" brushRef="#br0" timeOffset="79462.995">29839 4239 3409 0,'0'0'563'0,"0"0"-563"15,0 0-13-15,0 0-153 0,0 0 166 16,0 0 114-16,0 0 81 0,0 0-73 15,98-22-79-15,-72 12-27 0,-2-6-16 0,-1 1-24 16,-3-4-60-16,-1 1-19 0,-4 0 30 16,-1-1-24-16,-4 1-14 15,-3 1-5-15,-5 3-11 0,-2 3 13 16,-2 1 34-16,-7 4 77 0,-1 1 6 16,-2 4 7-16,-2 1 76 0,2 0 28 0,-2 1-32 15,0 10-28-15,1 2 28 0,-1 6 16 0,-1 5 21 16,-1 5 10-16,2 2-20 15,-1 5-43-15,3-3-32 0,2 4 15 16,1-6 20-16,2-2 8 0,5-4 3 0,2-7-21 16,0-7 2-16,5-3-61 15,5-4 0-15,4-4-58 0,3 0-7 16,8-12-28-16,4-4-33 0,1-8-92 0,3-6-166 16,-10 6-369-16,14-14-860 0</inkml:trace>
  <inkml:trace contextRef="#ctx0" brushRef="#br0" timeOffset="79745.826">30416 3813 1941 0,'0'0'809'0,"0"0"-392"0,0 0-203 16,0 0 30-16,0 0 62 0,0 0 11 0,-20 80-10 16,14-56-73-16,-1 2-87 0,0-2-71 15,3-2-36-15,2-2-24 0,2-8-16 0,0 1 0 16,3-3 11-16,6-3-11 0,2 1-25 15,1-3-2-15,4 2-10 0,0 1 18 16,2-2 1-16,-2 1 15 0,5 2 3 16,-3 0 2-16,0 1 0 0,-1 2 10 15,-1-2-9-15,-1 2 10 0,-4 1-13 16,-3-1-2-16,-1 2-14 16,-4 0-17-16,-3-1-38 0,0 3-58 0,-10 3-80 15,-3 0-14-15,-7 2-56 0,0 0-1 16,-8-2-126-16,8-3-193 0,-19 6-615 0</inkml:trace>
  <inkml:trace contextRef="#ctx0" brushRef="#br0" timeOffset="81721.567">30159 4052 1079 0,'0'0'280'15,"0"0"1019"-15,0 0-1055 0,0 0-55 16,0 0-74-16,0 0 32 0,0 0 50 0,0 0-32 16,0 0-52-16,0 0-47 0,-78-11-25 15,72 19-13-15,0 6 26 16,2 5 53-16,0 3-26 0,-1 8-3 0,-1 2-16 16,1 3 6-16,-2 0 1 0,2-4 5 15,-1-3 0-15,3-6-3 0,1-7-13 16,2-3-21-16,0-7-3 0,0-2-13 15,0-3-6-15,0 0-13 0,0 0-2 16,0 0-33-16,2-4-47 0,1-4-34 0,3-4 12 16,0-3 43-16,2-6 1 15,-2-4 5-15,2 0-6 0,-3-4-28 0,1-2 28 16,0-3-7-16,-3-3-20 0,0-4 2 16,-2-3 2-16,-1-4-12 0,0 1 34 15,0 0 3-15,-4 0 31 0,-2 2-2 16,0 4 27-16,2 3 1 0,0 4 31 0,-1 7 20 15,2 4 28-15,-1 6 12 16,1 3 35-16,-1 2-35 0,1 3 10 16,2 3-1-16,-1 2 12 0,2 3-26 15,0 1-11-15,0 0 8 0,0 0 0 16,0 1-18-16,0 2-36 0,0 4-29 0,0 2-21 16,3 6 21-16,4 7 18 0,0 7 13 15,-2 5 6-15,1 5-6 0,-4 3-16 0,1 4 0 16,-1 0 13-16,-2 0-16 0,0 0-12 15,0-2 1-15,-2-1-1 0,-1-5-27 16,-2-1-22-16,0-4-7 0,-1-2 1 16,2-5-19-16,-1-3-15 0,0-4-41 0,4-7-16 15,1-2-22-15,0-3-33 16,0-3-60-16,3-1-88 0,4-3-147 16,-2 0-176-16,1 0-326 0,2-3-71 0</inkml:trace>
  <inkml:trace contextRef="#ctx0" brushRef="#br0" timeOffset="82212.273">30269 4196 1918 0,'0'0'664'0,"0"0"-274"0,0 0-211 0,0 0 0 0,0 0-36 16,0 0-13-16,0 0-10 0,0 0-50 15,0 0-48-15,0 0-22 0,35-43-1 16,-25 24-2-16,2 0 1 0,-4-4-39 15,1 2 10-15,-3-1-29 16,-1 1 9-16,-3 2 10 0,-2 1 26 16,0 5 15-16,0 2 13 0,0 4-13 15,-6 4-16-15,2 1 10 0,0 2 6 0,-1 0 57 16,-1 2 9-16,1 0-17 0,-2 2-49 16,-1 2 0-16,1 3 22 0,-2 3 34 15,0 2 14-15,1 3-45 0,-1 6-25 16,1 1-3-16,-1 2 3 0,4 3 1 15,-3 1 24-15,2 1 19 0,1-2 0 0,1 0 4 16,1-4-8-16,1 1-12 0,2-3 0 0,0-3-16 16,5-3-12-1,4-2-1-15,2-3-24 0,0-3-101 16,6-2-34-16,-1-2-71 0,5-2-118 16,-1-3-135-16,-4 0-169 0,7-1-535 0</inkml:trace>
  <inkml:trace contextRef="#ctx0" brushRef="#br0" timeOffset="83662.07">28668 5398 1526 0,'0'0'478'15,"0"0"-151"-15,0 0-75 0,0 0 22 16,0 0 8-16,0 0-10 0,0 0 22 15,0 0-39-15,0 0-57 0,0 0-64 0,0 0-28 16,3 24-1-16,5-4-15 0,0 8-7 16,4 7-6-16,-2 7 9 0,3 6-10 15,-3 7-2-15,0 5 48 16,1 2 40-16,0 2-65 0,-1 0-39 16,0 0-34-16,-2 1-22 15,-2-3-2-15,0-3-2 0,0-3-16 0,1-3-46 0,0-6-27 0,0-6-25 16,1-4-9-1,0-10 15-15,-1-3-22 0,-2-6-53 0,1-6-90 0,-1-3-145 16,1-8-168-16,-2-1-215 0,2-6-621 16</inkml:trace>
  <inkml:trace contextRef="#ctx0" brushRef="#br0" timeOffset="84052.989">29445 5453 404 0,'0'0'1433'0,"0"0"-1014"0,0 0-128 0,0 0 8 0,0 0 54 16,0 0 7-16,0 0-16 0,0 0-68 15,0 0-74-15,0 0-44 0,-29-17-28 16,18 32-56-16,-2 6-10 0,-2 10-9 16,1 8-12-16,0 10 21 0,3 5 25 0,0 4-6 15,2 0 23-15,4 0-18 0,2-3-39 16,1-1-19-16,2-6-28 0,0-7-2 16,5-5-1-16,0-10-1 15,4-7 0-15,2-6-19 0,0-5-18 0,3-7-19 16,3-1 3-16,2-3-15 0,1-8-34 15,2-7-43-15,-1-6-6 0,-3-4-66 0,-2-1-122 16,-6 2-64-16,-4 1-77 0,-6 4-101 16,-2 3-200-16,-4 6-360 15,-14-3 500-15</inkml:trace>
  <inkml:trace contextRef="#ctx0" brushRef="#br0" timeOffset="84212.576">29374 5845 701 0,'0'0'528'0,"0"0"-4"0,0 0 98 16,0 0-73-16,0 0-19 0,0 0-128 15,0 0-113-15,0 0-62 0,0 0 5 16,0 0-112-16,0 0-31 15,32 46-9-15,-2-46-10 0,2-5-18 0,0-7-52 16,-2-2-24-16,-3-3-53 0,-1-1-30 16,-7 2 3-16,-2 2-23 0,-2-2-34 15,-4 2-87-15,-3 0-133 0,-4-1-129 16,-3 2-222-16,-1 6-515 0</inkml:trace>
  <inkml:trace contextRef="#ctx0" brushRef="#br0" timeOffset="84381.398">29588 5711 1087 0,'0'0'1187'0,"0"0"-703"0,0 0-175 0,0 0-105 16,-3 82 61-16,3-56 16 0,0 5 15 16,1 1-19-16,4 2-52 0,-1 2-46 15,0-4-41-15,-2 1-59 0,-1-3-79 16,-1-5-12-16,0-3-104 0,0-3-65 0,0-5-17 16,0-3-19-16,0-3-49 0,0-4-159 15,0-4-252-15,3 0-482 0,3-11-513 0</inkml:trace>
  <inkml:trace contextRef="#ctx0" brushRef="#br0" timeOffset="84629.245">29932 5119 1327 0,'0'0'1841'0,"0"0"-1418"0,0 0-224 0,0 0-82 16,20 88 63-16,-12-48 87 0,0 3 27 0,3 7-48 16,-2 2-84-16,2 3-52 15,-1 3-19-15,0 3-36 0,0-1-25 16,-3 6-11-16,2-1-18 0,-4 0-1 16,0-1-3-16,-2-3-22 0,-2-2-35 0,-1-4-50 15,0 0-58-15,0-2-37 0,-3-5-20 16,0-2-32-16,0-5-160 0,3-4-181 15,-1-12-574-15,-1 1-716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14:58.292"/>
    </inkml:context>
    <inkml:brush xml:id="br0">
      <inkml:brushProperty name="width" value="0.05292" units="cm"/>
      <inkml:brushProperty name="height" value="0.05292" units="cm"/>
      <inkml:brushProperty name="color" value="#FF0000"/>
    </inkml:brush>
  </inkml:definitions>
  <inkml:trace contextRef="#ctx0" brushRef="#br0">20849 9706 5672 0,'0'0'1536'0,"0"0"2601"0,0 0-2933 0,0 0-208 16,0 0-4-16,0 0 168 15,0 0 316-15,0 0-460 0,0 0-324 0,0 0-336 16,12 16-124-16,-7 15 172 0,-1 10 160 16,0 11-64-16,-4 11-160 0,0 3-120 15,0 5-148-15,-4-5 48 0,0 1-68 16,-1-7-52-16,1-6 0 0,4-10-12 15,0-5-100-15,0-8 28 0,0-2-36 0,0-7-16 16,0-6-252 0,0-3-136-16,0-7-76 0,0 1-148 0,4-7-152 0,1 0-492 15,-1 0-304-15,3-10-220 16,1-4-665-16,0 0-527 0,-3-5-1408 0</inkml:trace>
  <inkml:trace contextRef="#ctx0" brushRef="#br0" timeOffset="139.63">20898 10318 144 0,'0'0'0'0,"0"0"1172"0,0 0-232 16,0 0-560-16,0 0 5256 0,27-67-3916 15,-15 67-311-15,0 0 27 0,8 0 164 16,4 0 0-16,4 0-520 0,-1 0-384 16,5 0-252-16,-4 0-184 0,4 0-100 0,5 0-148 15,-2-8-12 1,-3-3-52-16,4-1-244 0,-4-1-420 16,-1-2-368-16,-3-1-640 0,-12-1-1088 0,8-5-2793 0</inkml:trace>
  <inkml:trace contextRef="#ctx0" brushRef="#br0" timeOffset="358.419">21340 9766 2904 0,'0'0'5876'0,"0"0"-3715"16,0 0-581-16,-12 66-192 0,12-36-120 0,0 4 40 15,0 4-224-15,4 3-332 0,0 8-196 16,0-5-248-16,-4 6-148 15,0-2-148-15,0-1-12 0,0 2-100 16,0-8-84-16,0-3-60 0,0-3-176 16,3-10-160-16,5-2-276 0,-4-4-148 15,5-4-408-15,-2-5-816 0,1-7-2189 0,5-3-2407 16</inkml:trace>
  <inkml:trace contextRef="#ctx0" brushRef="#br0" timeOffset="576.545">21667 10363 6520 0,'0'0'1780'0,"0"0"396"0,0 0-1752 16,0 0-99-16,0 0 187 15,0 0 704-15,0 0 20 0,0 0-288 0,0 0-332 0,47 76-96 16,-43-53 64-16,-4-2-96 0,4 5-140 16,-4-4-76-16,0 0-176 15,0-3-96-15,0-6-96 0,3-4-52 0,-3-2-28 16,0-1-380-16,0-6-476 15,5 0-236-15,-1-3-256 0,-4-7-925 16,0 1-2515-16</inkml:trace>
  <inkml:trace contextRef="#ctx0" brushRef="#br0" timeOffset="732.636">21678 10112 2824 0,'0'0'7732'16,"0"0"-5839"-16,0 0-773 0,0 0-532 0,0 0 512 15,0 0 356-15,0 0-536 0,0 0-512 16,0 0-396-16,0 0-12 0,79 28-36 0,-58-28-608 16,-1 0-744-16,8 0-592 0,-13-6-2501 15,9-3-5042-15</inkml:trace>
  <inkml:trace contextRef="#ctx0" brushRef="#br0" timeOffset="1482.158">23145 9785 2540 0,'0'0'5044'15,"0"0"-3412"-15,0 0-1152 16,0 0 140-16,0 0 541 0,-97 44 43 0,69-27-540 0,-3-1-396 16,-1 5-216-1,-4-1 0-15,0 2 60 0,1 3 92 16,-1 4 12-16,-5-1-28 0,2 1-84 0,3-1-104 16,4 1 76-16,0-4 24 0,8-3-48 15,5-3-44-15,-1-2-8 0,7-5 4 16,5 1 0-16,1-3 136 0,7-1-92 0,0-3 68 15,4 4 8-15,7-3 180 16,2 1 60-16,2 3-128 0,5-2-32 0,1 1-92 16,2-1-24-16,1 1-24 0,0-4-8 0,0 0-56 15,0 4-4 1,3-4 4-16,1 0 128 0,0-3-4 16,4 1-12-16,0 2 0 0,0-6-52 0,0 3 28 15,0-3-76-15,-5 0 40 0,-2 3-4 16,3-3 0-16,-8 4 40 0,-1-2 0 15,-2-2 60-15,-6 4 40 0,2-1 20 0,-6-3 28 16,-3 3-40-16,0-3-36 0,4 0 48 16,-3 0 28-16,-1 0 32 0,-1 0 76 15,1 0 156-15,0 0-48 0,0 0-84 16,0-3 8-16,-4 0 37 0,4-1-25 16,-4-5-72-16,5-7-172 0,-2 0-72 0,1-9 4 15,0 0-72-15,-4-7 36 0,0-3-40 16,0-3-76-16,0-7-20 0,0 1-192 0,4-1-200 15,-4 1-45-15,4 3 21 0,0 3 0 16,-4 8-76-16,0 9-60 16,0 2-204-16,0 7-396 0,0 1-448 0,-4-1-672 15,0 5-1721-15,0-2-1239 16</inkml:trace>
  <inkml:trace contextRef="#ctx0" brushRef="#br0" timeOffset="2338.747">23929 9515 6352 0,'0'0'5349'16,"0"0"-4337"-16,17 67-284 0,-10-36-56 0,1 11 352 16,0 2 224-16,1 4-188 0,-6 6-256 15,5 2-300-15,-8 2-196 16,4-1-76-16,-4 0-84 0,0 1-56 0,-8-5-92 0,1-1-52 16,-2-8-4-16,1-6 52 15,4-12-40-15,0-8-56 0,4-5-32 0,0-7-28 16,0-2-28-16,0-1-168 0,0-3-236 15,0 0-264-15,8 0-260 0,0-3-488 0,1-10-344 16,-2 0-617-16,-3-9-679 0,-4 5-1892 16,0-10 5136-16</inkml:trace>
  <inkml:trace contextRef="#ctx0" brushRef="#br0" timeOffset="2499.225">23981 10011 2612 0,'0'0'444'15,"0"0"1288"-15,0 0 2444 0,0 0-2456 0,0 0-51 16,0 0 295-16,0 0-288 0,0 0-376 15,92 0-260-15,-64 0-312 0,-1 0-116 16,1 0-132-16,4-10-164 0,0 3-156 16,4-5-112-16,-4-1-48 0,-4-3-96 0,-1 0-320 15,1 1-356-15,-4-4-224 0,-3-1-568 0,-6 1-1028 16,-2 6-2501-16,-6-12-2639 0</inkml:trace>
  <inkml:trace contextRef="#ctx0" brushRef="#br0" timeOffset="2748.405">24427 9506 6616 0,'0'0'496'0,"0"0"3769"0,0 0-2993 0,0 0-136 16,0 0 192-16,0 0-56 0,-8 88-228 15,8-56-336-15,4 6-176 0,0 7-240 16,0 3-80-16,0 8-104 0,-4 2-44 0,0 5 96 15,0 2-160-15,0-9-60 16,0-2-100-16,0-10 0 0,0 2-24 0,0-13-208 16,9-3-104-16,-6-9-184 0,5-1-228 0,4-5-340 15,0-2-804 1,-4-7-2233-16,5-2-2487 0</inkml:trace>
  <inkml:trace contextRef="#ctx0" brushRef="#br0" timeOffset="3061.536">24774 10325 6292 0,'0'0'6681'0,"0"0"-5601"0,0 0-776 0,0 0-304 16,0 0 152-16,0 0 416 0,0 0 200 15,0 0-428-15,96-76-340 16,-77 63-84-16,2 1 8 0,-2 1-24 0,-3 5 0 15,-4 6-12-15,0 0 112 16,-4 4 36-16,-4 5 404 0,0 3 0 16,-4 5-76-16,4 5-116 0,-4 3-88 0,0 1 28 15,-4 2-28-15,-4-2 28 0,4-1-40 16,-3-2-64-16,3-4-84 0,-1-7-84 16,5 1 72-16,0-7-112 0,0-4 0 0,0-2-52 15,0 0 52-15,0 0-248 0,0-2-524 16,0-7-592-16,5-1-700 0,-1-9-2649 15</inkml:trace>
  <inkml:trace contextRef="#ctx0" brushRef="#br0" timeOffset="3218.905">24957 9969 1684 0,'0'0'9997'15,"0"0"-8181"-15,0 0-1140 0,0 0 232 16,0 0 304-16,0 0-340 0,0 0-436 0,0 0-224 15,0 0-212-15,0 0-16 0,80 0-428 16,-60 0-628-16,-1 0-556 16,-6 0-1356-16,2 0-4065 0</inkml:trace>
  <inkml:trace contextRef="#ctx0" brushRef="#br0" timeOffset="3389.779">25209 10243 3436 0,'0'0'7573'16,"0"0"-5073"0,0 0-1524-16,0 0-332 0,0 0 300 0,83 25 404 15,-59-25-540-15,4 0-488 0,0-10-320 16,0 1-36-16,4-8-508 0,-4 3-388 16,0-3-336-16,0 1-372 0,-13 3-1520 0,1-6-3549 0</inkml:trace>
  <inkml:trace contextRef="#ctx0" brushRef="#br0" timeOffset="3631.787">25376 10017 3604 0,'0'0'2084'15,"0"0"2808"-15,0 0-3875 0,11 70 163 0,-7-45 548 16,5 0 188-16,-5 4-436 0,-1-1-540 15,-3 2-388-15,0 1-284 0,0-3-144 0,0-2-124 16,-3 2-8-16,-5-2-76 0,3-4-164 16,1 0-180-16,0-5-88 0,4-5-128 15,0-2 12-15,0-5-68 0,8-1-292 0,1-4-640 16,2 0-656-16,-3-4-889 16,8-15-2199-16</inkml:trace>
  <inkml:trace contextRef="#ctx0" brushRef="#br0" timeOffset="3829.398">25853 9937 7400 0,'0'0'4677'16,"0"0"-3553"-16,0 0-512 0,-4 70 172 16,4-38 932-16,-3 0 88 15,3 9-548-15,-4-3-632 0,0 6-344 0,4 1-156 0,0-3-56 16,0 2-64-16,8-3 76 15,-1 0 56-15,2-9-136 0,-1-6-232 16,-1-4-660-16,6-3-264 0,-5 0-468 0,-1-10-1148 16,1 4-2889-16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1:26:00.852"/>
    </inkml:context>
    <inkml:brush xml:id="br0">
      <inkml:brushProperty name="width" value="0.05292" units="cm"/>
      <inkml:brushProperty name="height" value="0.05292" units="cm"/>
      <inkml:brushProperty name="color" value="#7030A0"/>
    </inkml:brush>
  </inkml:definitions>
  <inkml:trace contextRef="#ctx0" brushRef="#br0">1708 4467 3452 0,'0'0'300'16,"0"0"4376"-16,0 0-3228 0,0 0-283 0,0 0 107 15,0 0 384-15,0 0-252 0,0 0-332 16,0 0-252-16,0 0-176 15,-27-7-184-15,31 7-152 0,0-3-172 0,11 0-88 0,2-3 148 16,11 0 100-16,4-4-136 16,3 4-40-16,5-4-8 0,0 4-64 0,0-3 76 15,0-1-56-15,-1-3-64 0,-2 3-8 16,-2 1 0-16,-3 3-108 0,-4-5-68 16,-8 5-32-16,0 4-228 0,-4-1-212 0,-4 3-164 15,-1 0-304-15,-7 0-468 0,1 3-600 16,-5 3-825-16,0 3-1563 0,-5-2-380 15,-10-2 4829-15</inkml:trace>
  <inkml:trace contextRef="#ctx0" brushRef="#br0" timeOffset="214.406">2056 4445 2936 0,'0'0'468'0,"0"0"3652"0,0 0-2992 16,0 0-352-16,0 0 232 0,-13 76 385 15,13-50-101-15,0 2-124 0,4 4-456 16,5 3-20-16,-2 2-76 0,5 1-40 15,-3 4-92-15,2 0-24 0,-3 2-40 0,-4-3-124 16,4 1-172-16,0-2-124 0,-4-1 0 16,0-1-108-16,-4-6 104 0,4-4-152 15,0-5-300-15,-4-4-92 0,0-7-284 0,0 1-592 16,0-4-504-16,-4 1-649 0,0-4-27 16,-4 0 224-16,0 1 116 0,-4-4-556 15</inkml:trace>
  <inkml:trace contextRef="#ctx0" brushRef="#br0" timeOffset="408.322">1976 5197 1356 0,'0'0'784'0,"0"0"-368"0,0 0 6052 0,0 0-5500 0,0 0-476 16,0 0 101-16,0 0 511 0,0 0 252 15,0 0 88 1,0 0-736-16,-44 6-396 0,52-2 32 0,3-1 128 0,6 3 28 16,-2-2-68-16,6-1-148 0,-1-3-124 0,3 0 112 15,1-3-84-15,4-4-128 16,0-5-60-16,4-4-124 0,0-1-72 15,3-4-224-15,-3-2-448 0,0 4-324 16,-4-2-1004-16,-8 7-1809 16,1-8-2819-16</inkml:trace>
  <inkml:trace contextRef="#ctx0" brushRef="#br0" timeOffset="564.943">2501 4921 7292 0,'0'0'4529'0,"0"0"-2933"16,0 0-592-16,0 0-120 0,81 13 324 0,-54-13-648 0,5 0-184 16,4-10-16-16,0-3-360 0,-1-2-40 15,6-8-232 1,-1 1-300-16,-1-3-668 0,-7 6-1804 0,4-16-2189 0</inkml:trace>
  <inkml:trace contextRef="#ctx0" brushRef="#br0" timeOffset="938.881">2752 4531 8968 0,'0'0'1768'0,"0"0"-1263"0,0 0 35 16,0 0 792-16,0 0 0 0,0 0-372 16,-47 76-332-16,43-60-124 0,4 6-116 15,0 6-140-15,0 1-84 0,4 3-80 16,4 2-20-16,-1 5 20 0,-3-1-80 0,5 6 40 15,3 1 4-15,-5-1-48 0,2 1-48 16,3-1-64-16,-5 0 100 0,6-2 8 0,-5-4-120 16,3 0 124-1,-2-6-4-15,-1-4 52 0,-1-3-48 0,1-5 0 16,1-1-12-16,-6-4 8 0,1-2-8 16,-4-3 12-16,4-4 0 0,-4-2 12 15,0-2-4-15,0 2 92 0,0-4 88 16,-8 0-152-16,-4 0-36 0,-3 0-160 15,-10-6 20-15,-3-4-108 0,0-6-136 0,-3 0-64 16,3-7-400-16,0 4-32 0,4 0 296 16,4 5-232-16,0 0-360 15,1 1-821-15,-2 1-983 0,1-1-2188 0,9 4 3564 16</inkml:trace>
  <inkml:trace contextRef="#ctx0" brushRef="#br0" timeOffset="1431.072">3841 4803 3656 0,'0'0'768'0,"0"0"3308"0,0 0-2484 16,0 0-764-16,0 0 161 0,0 0 483 15,0 0-268-15,35 89-92 0,-27-47-220 16,-4 9 16-16,5 12-4 0,-6 0-140 0,1 11-128 16,-4-2-184-16,0-1-196 0,0 2-144 15,0-7-64-15,-4 1-36 16,4-10-12-16,0-6 0 0,0-7 0 15,0-13-108-15,8-5-52 0,-4-6-60 0,4-8 0 16,0-2-48-16,-4-4-128 0,0-6-204 16,0 0-252-16,-4-3-80 0,4-13 92 15,0-3-508-15,-4-12-480 0,0-7-1285 0,0 2-2027 16</inkml:trace>
  <inkml:trace contextRef="#ctx0" brushRef="#br0" timeOffset="1689.081">3837 5035 220 0,'0'0'1412'15,"0"0"7060"-15,0 0-6951 0,0 0-709 0,0 0 44 16,0 0 324-16,23-67-348 0,-10 60-380 16,2 5-200-16,1-1-48 0,4 3 72 15,0 0-40-15,0 0-84 0,-4 0-152 16,0 10-60-16,-1-1-52 0,-2 1 100 16,-1 2 12-16,-9 4 60 0,1 0 68 15,-4 3-16-15,0 0-108 0,-7 0 120 16,-5 0 100-16,-4-3-28 0,0-1-32 15,0-1-52-15,0-3-72 0,4-6-40 0,0-3-272 16,4-2-224-16,0 0-92 0,0-7-204 16,4-1-152-16,4-9-188 15,0-2-644-15,0-6-1413 0,8 0-2231 0,0 3 2656 16</inkml:trace>
  <inkml:trace contextRef="#ctx0" brushRef="#br0" timeOffset="1955.548">4621 4232 328 0,'0'0'7508'16,"0"0"-5564"-16,0 0-783 0,0 0 251 0,0 0 196 16,-7 92-180-16,7-60-284 0,0 8-284 15,0 9-104-15,0 2 156 0,3 6-324 16,1 3-316-16,-4 4-140 0,0 6-20 0,0 3-112 15,0-1 0-15,0 4-4 0,0 1-8 16,0-1-76-16,4 0 88 0,0-3 0 16,0-3-264-16,1-7 8 0,-1 1 132 15,-1-7-232-15,5-3-444 0,0-3-16 16,-4-7 268-16,0-2-632 0,4-7-1660 16,-4-7-1793-16,4-12-2107 0,-8 3 6400 15</inkml:trace>
  <inkml:trace contextRef="#ctx0" brushRef="#br0" timeOffset="2682.438">5108 4705 2520 0,'0'0'1044'0,"0"0"5052"0,0 0-4431 0,0 0-561 16,0 0 8-16,0 0 44 0,0 0-72 16,0 0-144-16,0 79-144 0,0-37-236 0,0 2-80 15,-4 7-48-15,4 6-52 0,-4 0-60 16,-1 0-140-16,1 4-92 0,0-11-88 15,4 1 0-15,0-9-76 0,0-7-144 16,0-5-60-16,8-6-52 0,1-2-72 16,2-6-116-16,6-4-200 0,2-5-388 15,5-7-316-15,0 0-416 16,0-10-1145-16,8-19-2923 0</inkml:trace>
  <inkml:trace contextRef="#ctx0" brushRef="#br0" timeOffset="2966.189">5864 4566 5308 0,'0'0'6497'15,"0"0"-5689"-15,0 0-588 16,0 0 212-16,-87 44 736 0,59-16 96 0,4 13-472 16,-4 4-256-16,4 12 12 0,0 10 56 15,-3 9-84-15,7 1-104 0,-1 1-8 16,6-7-92-16,6-8-8 0,5-15-100 15,4-11-76-15,0-11-120 0,13-7 88 0,2-3-52 0,2-7-44 16,7-5 56-16,-1-4-12 16,5-4 0-16,4-8-48 0,0-8-4 15,-1 1-224-15,-3-2-224 0,-3-5-28 0,-5 1-196 16,-5 3-100-16,-2-4-452 16,-9 1-768-16,-4-4-648 15,-4 0-1773-15,-9 11-1479 0,-19-14 3916 0</inkml:trace>
  <inkml:trace contextRef="#ctx0" brushRef="#br0" timeOffset="3122.269">5633 5029 3088 0,'0'0'104'16,"0"0"5180"-16,0 0-2391 0,0 0-933 0,0 0-740 16,0 0-248-16,0 0 32 0,0 0 104 0,0 0-92 15,0 0-196-15,48 60-256 16,-17-70-256-16,2-2-204 0,3-4-104 16,0-3-108-16,-4 0-200 0,-1 0-612 0,-3 3-100 15,-3-1-272-15,-10 5-1064 0,-3 6-1541 16,-8 3-871-16,-4-1-1007 0</inkml:trace>
  <inkml:trace contextRef="#ctx0" brushRef="#br0" timeOffset="3250.716">5877 5013 1604 0,'0'0'1068'0,"0"0"5612"15,0 0-5103-15,-21 64-665 0,17-38 152 0,4 2 284 0,0-3-48 16,0 4-268-16,0-1-324 16,4 1-148-16,4-4-140 0,1 0-184 15,-5 0-232-15,3-2-4 0,1-2-164 0,1-1-92 16,-2-7-400-16,5 0-244 0,-3-7-344 0,2-6-744 15,5 0-813 1,-4-6-1951-16,4-16-192 0</inkml:trace>
  <inkml:trace contextRef="#ctx0" brushRef="#br0" timeOffset="3477.217">6399 4578 3044 0,'0'0'1744'15,"0"0"1328"-15,0 0-1272 0,0 0-107 16,3 70 191-16,-3-39-212 0,0 4-272 0,0 10-280 16,0 3-128-16,0 6-264 0,0-1-336 15,0 8-244-15,0 2-148 16,0 2 8-16,0-7 76 0,0 4-84 0,0-8-48 16,0-7-568-16,4-3-120 0,4-5 192 15,1-8-452-15,2-5-1316 0,1-4-2009 16,0-10-2591-16,8-1 5072 0</inkml:trace>
  <inkml:trace contextRef="#ctx0" brushRef="#br0" timeOffset="3914.237">6928 4917 3068 0,'0'0'8317'16,"0"0"-7277"-16,0 0-808 0,0 0 456 16,0 0 480-16,84-3-32 0,-44-2-268 0,3-1-244 15,9-5-164-15,0 3-88 0,8-3-100 16,0 2 12-16,-5-1-228 15,5 4-56-15,0-4-124 0,-4 1-12 0,-4 0-136 16,0-4-72-16,-5 3-428 0,-2 4-420 16,-14-1-484-16,-8 4-960 0,-10 3-2669 15</inkml:trace>
  <inkml:trace contextRef="#ctx0" brushRef="#br0" timeOffset="4105.823">7171 5117 10092 0,'0'0'1253'16,"0"0"-1037"-16,0 0 388 0,0 0 484 16,0 0 272-16,104 7-316 0,-60-7-360 15,7-3-248-15,1-7-112 0,8-3-200 16,-4 1-124-16,0-7-188 0,-5 0-124 0,1 0-492 16,-3-3-504-16,-2-4-296 0,-8 1-809 15,-11 3-2719-15,0-9-268 0</inkml:trace>
  <inkml:trace contextRef="#ctx0" brushRef="#br0" timeOffset="4391.732">7538 4667 6460 0,'0'0'4493'0,"0"0"-3389"0,0 0-628 15,0 0-104 1,0 0 176-16,0 0 212 0,0 0 216 0,0 0-284 15,96-22-212-15,-68 22-168 0,3 0-12 16,1 6-52-16,0 7-40 0,-4 2-44 16,0 11-116-16,0 3 64 0,-9 3-60 0,-2 5 96 15,-6 5 0-15,-7 5-144 0,-4 8-4 16,0-1-4-16,-11-1 4 16,-6 2-12-16,-2-3 0 0,-5 3-4 0,0-7-56 15,-1 2-40-15,2-3-100 0,-5-1-148 16,0-5-72-16,4 0-144 0,-4-2-396 15,8-6-432-15,-7 0-624 0,11-11-993 0,-12 4-2795 16</inkml:trace>
  <inkml:trace contextRef="#ctx0" brushRef="#br0" timeOffset="5738.199">9566 4556 2564 0,'0'0'536'0,"0"0"808"0,0 0 3676 15,0 0-3071-15,0 0-373 16,0 0-152-16,0 0-300 0,0 0-392 16,0 0-272-16,0 0-208 0,-16-9-128 15,24 9-76-15,4 0 140 0,7-5 20 16,5 3-8-16,8-2 12 0,0-4-112 0,4-3-100 15,-4 3-84-15,0-5 76 0,-1 3-68 16,2 1 16-16,-6-1-88 0,5 3 48 16,-8 4-64-16,-4 0-44 0,-4 3-68 0,-4 0-24 15,0 0 104-15,-4 3 32 16,4 7 8-16,-4 2 32 0,0 1 12 0,-4 9 24 16,4 4 88-16,0 6 124 0,-8 6-112 15,4 9 68-15,-4 7-72 0,0 7 48 0,-4 9 20 16,0-1-28-16,-4 8 20 0,0-1 80 15,4-6-48-15,0-7 24 16,0-6 4-16,4-13 32 0,0-6 28 0,0-13 84 16,8-5-112-16,-4-4 16 0,8-6-76 15,-4-4-40-15,-4-3-48 16,4-3-12-16,-4 0-4 0,0 0-56 16,0 0-200-16,0 0-488 0,-4 0-132 0,0-3-88 15,0-3-640-15,-4 0-957 16,-4-1-2035-16,-8-9-1500 0</inkml:trace>
  <inkml:trace contextRef="#ctx0" brushRef="#br0" timeOffset="5919.079">9641 5111 3008 0,'0'0'8273'0,"0"0"-6977"0,0 0-724 15,0 0 168-15,0 0 336 0,0 0 196 16,0 0-60-16,100-13-372 0,-64 4-308 15,8-1-364-15,-5 1-168 0,6 3-160 0,-6-1 12 16,1 1-88-16,-4 6-172 0,-8 0-372 16,0 0-536-16,-8 10-944 0,-12-1-2297 15,-8 13-3339-15</inkml:trace>
  <inkml:trace contextRef="#ctx0" brushRef="#br0" timeOffset="6084.884">9662 5492 6340 0,'0'0'832'0,"0"0"1864"0,0 0-1223 15,0 0-217-15,0 0 196 16,0 0-188-16,0 0-244 0,0 0-508 16,0 0 100-16,0 0 32 0,0 0-28 15,99-13-248-15,-59 1-368 0,4-1-48 0,-1 4-212 16,2-1-156-16,-6 1-56 0,5 3-560 16,0-1-472-16,-12 4-944 0,8 0-2597 15</inkml:trace>
  <inkml:trace contextRef="#ctx0" brushRef="#br0" timeOffset="6935.759">10992 4940 1656 0,'0'0'392'16,"0"0"40"-16,0 0 4308 0,0 0-3184 16,0 0-804-16,0 0 76 0,0 0 37 15,0 0 31-15,0 0-192 0,0 0-168 16,0 0-256-16,-71-12 128 0,58 40 304 0,-2 13 92 15,2 4-36-15,-2 5-304 0,7 1-116 0,0-6-136 16,4-7-176-16,4-7-36 0,0-9-236 16,4-5-24-16,8-8-28 0,0-5 88 15,8-4 24-15,-1-4 164 16,5-9-104-16,0-6-84 0,4-6 0 0,0-3 48 16,-4-1-64-16,0-3-60 0,-4 4-76 0,-8 0 48 15,4 4 64-15,-8 6 100 16,-1 5 64-16,2 7 64 0,-5-1-4 15,0 7-72-15,0 0-32 0,3 0 120 0,1 10 204 16,1 6 104-16,2 2-20 16,2 6-48-16,-2 7 76 0,-3 3 64 0,5 5 8 15,-6 2 44-15,1 3 104 0,-4 4-324 16,-4 0-88-16,0-1 0 16,0 4-36-16,0-6 60 0,-4-1-48 0,-4-3 36 15,-4-3-12-15,0-3 0 0,1-2 124 16,-2-8-76-16,2-4 12 0,-6-1-24 0,6-4-36 15,-6-7 36-15,6 0-24 16,-5-5 36-16,0-4-28 0,-1 0 16 0,-2-10-84 16,-1-2-4-16,-4-7-68 0,1-3-4 15,-2-7-36-15,1-2-76 0,0 1 52 16,5 2 56-16,6 3 4 16,2 3 48-16,3 5-48 0,4-3-48 0,4 6-36 15,0-2-28-15,8 0-48 0,3-3 12 16,6 2 64-16,2-1 32 0,5 2 48 15,0 3-8-15,1 4-60 0,-6 2-4 16,5 4-84-16,-4 0-84 0,-4 3-16 0,0 0-76 16,-4 0 52-16,4 3-164 0,-1 4-504 15,2-4-648-15,2 3-628 16,-2-3-1009-16,3-3-2867 0</inkml:trace>
  <inkml:trace contextRef="#ctx0" brushRef="#br0" timeOffset="7232.184">12100 4903 7564 0,'0'0'312'16,"0"0"1308"-16,0 0-1308 0,0 0 12 0,-80-17 617 15,57 20 243-15,-5 11-304 0,0 0-332 16,-4 9 76-16,4 5 348 0,0 7 36 0,0 4-260 15,0 3-128-15,4 2 60 0,5-4-36 16,2-1-216-16,6-4-172 0,7-7-132 16,4-2-40-16,0-11 16 15,7-2-28-15,9-3-60 0,0-4 64 16,8-6 20-16,4 0-84 0,-1-4-12 0,1-4-204 16,0-3-224-16,0-3-248 15,-7-3-248-15,-2 1-392 0,-7 0-888 0,-4 4-1965 16,-4-1-2043-16,-4-3 3016 0</inkml:trace>
  <inkml:trace contextRef="#ctx0" brushRef="#br0" timeOffset="7368.035">11745 5172 4796 0,'0'0'856'15,"0"0"3668"-15,0 0-3327 16,0 0-157-16,0 0 388 0,0 0-236 16,0 0-488-16,20 70-212 0,8-67-104 0,8 0 0 15,3-3-128-15,2-6-208 0,6-7-52 16,1 0-352-16,0 0-412 0,4-5-456 15,-16 8-848-15,12-9-3097 16</inkml:trace>
  <inkml:trace contextRef="#ctx0" brushRef="#br0" timeOffset="7678.115">13013 4568 5488 0,'0'0'7501'0,"0"0"-6737"16,0 0-700-16,0 0 356 0,0 0 300 16,-97-9-76-16,78 18-196 0,-5 7-228 0,4 10 40 15,-4 9 176-15,-4 6 424 16,4 13-108-16,-4 7-136 0,4 8-64 16,-4 1-76-16,5 3-12 0,7-2-60 0,4-15-112 0,7-5-64 15,5-13-128-15,5-10-60 16,11-6-40-16,8-5-8 0,0-8 4 15,4-5-60-15,0-4-104 0,7-4-40 0,-3-9-48 16,0-2-180-16,0-8-140 0,-4 1-36 16,-5-3-100-16,-7 3-340 0,-4-4-420 15,-8 3-672-15,-4 1-1081 16,-4 4-2027-16</inkml:trace>
  <inkml:trace contextRef="#ctx0" brushRef="#br0" timeOffset="7952.409">12710 5026 432 0,'0'0'11561'16,"0"0"-9401"-16,0 0-848 0,0 0-144 15,0 0 164-15,0 0-372 0,0 0 36 16,0 0-92-16,79 60-308 0,-39-69-244 16,4-7-328-16,4-3-24 0,-1-3-412 0,2-4-308 15,-10 4-160-15,1-1-52 16,-8 5-304-16,-12 1-892 16,-5 6-700-16,-10 4-393 0,-5 3 197 0,-5 4-284 15,-10 4 896-15,-5 5 2412 0,0 7 1656 16,-4 3 2740-16,4 7-1828 0,1-1-591 15,2 4-477-15,6 2-264 0,-2 2-324 0,9-3-284 16,-4 3-76-16,8-2-48 0,-3 1 168 16,3-4-100-16,0 1-288 0,0 0-284 15,7-1-216-15,-3-2-96 0,9-1-72 0,-6-3-512 16,1-3-492-16,0-3-760 0,1-3-2453 16,-6-7-3167-16,1 0 7329 0</inkml:trace>
  <inkml:trace contextRef="#ctx0" brushRef="#br0" timeOffset="9350.108">14555 4914 2368 0,'0'0'276'0,"0"0"-264"0,0 0 224 0,0 0 3852 16,0 0-2440-16,0 0-224 0,0 0-131 15,0 0 231-15,0 0-48 0,0 0-252 0,0 0-156 16,0-25-268-1,-9 25-208-15,1 0-84 0,-3 0-412 16,-10 3-96-16,-3 8-60 0,-4 0 60 16,0 9 0-16,1-1 8 0,-1 0-8 15,8-3 0-15,4-1 0 0,4-2-8 0,4-3-104 16,4-7 0-16,4 3-20 0,0-3 80 0,4 4 52 16,8 2 184-16,4 1-120 15,0-1-16-15,4 2-36 0,4-3 0 0,-1-2-12 16,1 5-4-16,-3-3-80 0,-10 6 32 0,6-5-44 15,-10 1 20-15,-3 1 76 16,0 0 4-16,-4 2 108 0,0 3-12 0,0-4-16 16,-8 1 4-16,1 3-76 0,-6-4 64 0,5-2-76 31,-7 3-16-31,2-4-144 0,2-3-184 0,3-2-88 0,-1-2-176 16,-2-2-244-16,7 0-560 0,0 0-940 15,4-2-2561-15,0-5-1659 0,4-5 5892 0</inkml:trace>
  <inkml:trace contextRef="#ctx0" brushRef="#br0" timeOffset="9504.24">14662 5248 10812 0,'0'0'1441'0,"0"0"-521"0,0 0 272 0,0 0 136 16,0 0-112-16,0 0-248 16,0 0-448-16,0 0-384 0,0 0-136 15,0 0-188-15,7 69-120 0,2-69-112 0,-5 4-364 16,8-4-356-16,-1 0-492 0,6-7-1000 15,-6 2-2705 1,13-20 81-16</inkml:trace>
  <inkml:trace contextRef="#ctx0" brushRef="#br0" timeOffset="9890.798">15212 4626 1736 0,'0'0'7740'0,"0"0"-6564"16,0 0-519-16,-17 66 691 0,10-34 408 15,-5 5-344-15,3 9-296 0,2-2-232 16,-1 3-180-16,0 4-260 0,4-3-140 0,4 0-168 16,-5-7-128-1,5-3-8-15,5-9-12 0,-1-4 4 16,8-6 8-16,-5-6-4 0,6-3-68 0,-5-4-4 16,3-3-48-16,-2-3-132 0,-1 0-16 15,-4 0-208-15,3-6-40 0,-3-1-88 16,-4-2-296-16,0-1-228 0,0-2-404 15,-11-5-680-15,-1 2-601 0,-8-4-83 0,-4-4-1204 16,-4 4 2852-16,-4-3 1144 0,-4 3 96 16,4 6 12-16,0 1 260 0,1 6 1620 0,6 2-940 15,6 4 4480-15,7 0-3596 16,0 0-327-16,12-3-357 16,0 3 28-16,0 0-232 0,0 0-56 15,12-3-148-15,8 3-444 0,4-3-40 0,8-3 24 16,3 2-60-16,5-5-128 0,4 2-84 15,-4-2-60-15,0-2-200 0,-1 3-100 16,5-2-428-16,-8-2-584 0,-4 5-1044 0,0-6-3757 16</inkml:trace>
  <inkml:trace contextRef="#ctx0" brushRef="#br0" timeOffset="10073.802">15598 5161 8248 0,'0'0'5545'0,"0"0"-4557"16,0 0-524-16,0 0 152 0,0 0 40 16,0 0-344-16,0 0-312 0,0 0-112 0,80 65-288 15,-64-59-332-15,3-3-452 0,-2-3-712 16,2 0-2017 0,-6 0-2799-16,2-12 6448 0</inkml:trace>
  <inkml:trace contextRef="#ctx0" brushRef="#br0" timeOffset="16217.025">16829 4514 8444 0,'0'0'1372'15,"0"0"-792"-15,0 0-256 0,-32 68 1681 16,24-34-465-16,1 7-528 0,-1 4-296 16,-1 6 100-16,5 3 4 0,0 3-40 15,1 3-288-15,-1 1-160 0,4-4-172 0,0-7-160 16,0-8-36-16,11-8-236 0,2-11-84 16,2-7-100-16,2-7-336 0,6-2-304 15,5-7-720-15,0-3-720 0,-4-4-2261 0</inkml:trace>
  <inkml:trace contextRef="#ctx0" brushRef="#br0" timeOffset="16837.862">17283 4734 3464 0,'0'0'6928'0,"0"0"-4575"15,-95 73-633-15,55-32-60 0,1 9-248 0,2 1-236 16,5 1-388-16,9-8-324 0,7-5-208 15,8-12-256-15,8-7-212 0,0-11-20 16,8-6 120-16,8-3 112 0,3-7 184 16,9-5-132-16,0-7-52 0,8-7-148 15,-4-2-172-15,0-3-36 16,-1 2-112-16,1-1-100 0,-4 3-76 0,-4-2-16 16,0 3 288-16,-4 1 52 15,-4 3 32-15,-4 3-52 0,-4 7 164 16,0 2 176-16,-4 3 164 0,0 7-36 0,-4 0 108 15,0 7 156-15,0 5 236 0,0 5-192 16,4 8-164-16,-4 3 88 0,4 8-28 16,-4 2 200-16,3 3 8 0,2 6 124 15,-1 2-236-15,0-2-112 0,0 3-84 0,4-2-112 0,-1 0-76 16,2-4-44-16,-5 1-108 16,0-4 12-16,0 3 84 0,-4-3 12 0,0 3 0 15,-4 1 8-15,0 0 40 16,-9-1-36-16,6-3-8 0,-9 4 0 15,0-7 8-15,0 0 48 0,0 0-12 16,0-5 40-16,-4-2 20 0,5-6-60 0,-2-6 64 16,-3-3-40-16,5-3-12 15,-6-10-60-15,2 0-64 0,-1-3-8 0,0 0-4 16,-5-9 4-16,6-4-48 0,-5-3-28 16,0-6-24-16,0 0 128 0,1-4 44 0,-1 1 124 15,3-4-124-15,2 0-76 16,-1 1 16-16,3 2-60 0,6 5 44 0,3-2 64 15,4 4-96-15,0 0 48 0,4 0-28 16,0 3-92-16,12 0-104 16,-4 1 52-16,8-2 96 0,-4 5 64 0,8 2 60 0,-5-3 4 15,6 4-128-15,-1 3-24 16,-1-4 100-16,1 3-136 16,1-1-224-16,2 1-1896 0,-3 1-620 0,-5 0-1649 15,10-5-2451-15</inkml:trace>
  <inkml:trace contextRef="#ctx0" brushRef="#br0" timeOffset="17238.763">17936 4601 5776 0,'0'0'4136'0,"0"0"-2243"0,0 0-521 0,0 0-52 15,0 0-236-15,0 0-164 0,0 0-148 16,0 0-112-16,-47 72-8 0,43-53-100 0,0 6-72 15,-4 0-40-15,4 8-24 0,0 2-48 16,4 6-88-16,-4 0-100 0,4 7-20 0,-4 3 8 16,0 0-44-16,1 3-40 0,-6-3-84 15,1-1-4-15,4 1-56 0,-3-10-28 16,3 1-80-16,-1-12-196 0,5-3-272 0,0-8-60 16,0-6-88-16,5-7 32 0,3-3-612 15,-1-3-684 1,5-3-1856-16,4-13-2757 0</inkml:trace>
  <inkml:trace contextRef="#ctx0" brushRef="#br0" timeOffset="17521.98">18383 4961 10965 0,'0'0'2756'0,"0"0"-1000"0,0 0-488 16,0 0 224-16,0 0-324 0,100 46-384 16,-72-43-236-16,3 0-192 0,1 0-104 0,0-3-44 15,0 0-36-15,0 0-120 0,-4 0-52 16,-4-3-76-16,-4 0-56 15,-4 3-136-15,-5 0-268 0,-6 0-136 0,-5 0-256 0,0 0-580 16,0 0-820-16,-9 0-2121 16,-6 6-2903-16</inkml:trace>
  <inkml:trace contextRef="#ctx0" brushRef="#br0" timeOffset="17751.846">18323 5159 10272 0,'0'0'2177'0,"0"0"-877"0,0 0-44 16,0 0 116-16,0 0-364 0,0 0-312 16,0 0 288-16,0 0-124 0,84 16-164 0,-56-13-100 15,-1 0 49-15,6 1-161 0,-1-1-192 16,0-3-184-16,0 0-108 16,-1 0-8-16,-3 0-88 0,-1 0-36 15,1-3-184-15,0-1-157 0,-3-2-175 0,-1 3-44 16,-9-1-240-16,2-3-692 15,-2 5-1432-15,-2-7-4041 0</inkml:trace>
  <inkml:trace contextRef="#ctx0" brushRef="#br0" timeOffset="18193.822">19431 4753 11609 0,'0'0'2884'0,"0"0"-1396"0,0 0-52 0,0 0-64 16,0 0-596-16,0 0-104 15,0 0-160-15,0 0 60 0,-4 85-11 16,0-44-77-16,-4 8 136 0,-4 4-160 0,-3 4-208 16,-2 3-96-16,-3 8-100 0,1-2-56 15,-2 5-48-15,1-2-108 0,1 1 24 0,2-1 84 16,2 1-76-16,2-6-20 0,10-11 48 15,-1-1 12-15,4-11-36 16,0-6-40-16,4-7-80 0,3-9-124 0,6-3-377 16,-2-2 169-16,2-8-4 0,-1-4-316 15,4-2-240-15,-1-2-44 0,-3-11-772 16,4-3-732-16,-4 3-1429 0,4-15-1207 0</inkml:trace>
  <inkml:trace contextRef="#ctx0" brushRef="#br0" timeOffset="18583.794">19439 4797 5928 0,'0'0'1612'0,"0"0"-200"16,0 0-28-16,0 0 165 0,0 0-333 15,0 0-376-15,0 0-244 16,0 0-80-16,76-69 40 0,-61 62-44 16,-2 3 4-16,2 1 20 0,-3 3 0 0,4-3-68 15,-4 3-172-15,8 0-120 16,1 0-32-16,2 3-20 0,1 0-48 0,0 4-16 0,0 3-60 16,-5-2 12-16,2 9 124 15,-1-1-136-15,-9 0-64 0,1 6 16 16,-7-3 48-16,-5 3 0 0,-5 3 12 15,-10 1 76-15,-6 3 32 0,2-2-8 0,-9 0-12 16,-4 1-40-16,0-9-56 0,1 0-4 0,-1 0-12 16,4-6-208-16,4-1-4 15,-1-5-68-15,10-1-164 16,2-3-164-16,6 0-124 0,-1 1-336 0,-1-1-468 16,5 1-852-16,1-1-1973 0,-1 0-2971 15</inkml:trace>
  <inkml:trace contextRef="#ctx0" brushRef="#br0" timeOffset="18793.323">20247 5610 12317 0,'0'0'4080'0,"0"0"-2068"0,0 0-956 0,0 0-420 16,0 0-280-16,0 0-112 0,0 0-244 16,0 0-380-16,0 0-688 15,0 0-572-15,0 0-3544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1:32:12.844"/>
    </inkml:context>
    <inkml:brush xml:id="br0">
      <inkml:brushProperty name="width" value="0.05292" units="cm"/>
      <inkml:brushProperty name="height" value="0.05292" units="cm"/>
      <inkml:brushProperty name="color" value="#FF0000"/>
    </inkml:brush>
  </inkml:definitions>
  <inkml:trace contextRef="#ctx0" brushRef="#br0">15068 6566 664 0,'0'0'1764'0,"0"0"2488"0,0 0-2252 0,0 0-328 16,0 0-203-16,0 0-101 0,0 0-200 0,0 0-268 15,0-13-284 1,0 13-176-16,0 0-100 0,0 0-56 0,4 0-60 16,-4 0-48-16,0 0-16 0,5-3-36 0,-5 3-36 15,0 0-40-15,0 0 16 0,3 0-4 16,-3 0 28-16,4 0 108 0,4 0 88 15,-4 0-112-15,4 0 0 0,4 3 16 16,-4-3-44-16,3 0-32 0,6 0 0 16,-2 0-40-16,2 0 4 15,-1-3-64-15,3 0-12 0,2-1 72 16,-2 2-24-16,1-3-48 0,0 3 0 0,0-1 0 16,0 0-12-16,4-1 4 0,0 2 8 0,-1 2 4 15,5-5 0-15,0 3 40 0,4-2-44 16,0 2-8-16,-4-2-64 15,0 4 24-15,-4 0 48 0,0 0-12 0,-4 0 0 0,0 0-124 16,-5 0 48-16,2 0 84 0,-2 0 4 16,-2 0-36-16,-6 4 24 15,1-4-24-15,1 0-12 0,-5 0-16 16,0 0-32-16,-4 0-40 0,0 0 12 0,0 0-12 16,0 0-184-16,0 0-188 0,0 0-124 15,0 0-332-15,0 0-536 0,-4 0-956 16,-4 0-3129-16</inkml:trace>
  <inkml:trace contextRef="#ctx0" brushRef="#br0" timeOffset="5555.194">9909 4816 2640 0,'0'0'780'0,"0"0"888"0,0 0 2292 16,0 0-2332-16,0 0-519 0,0 0-325 15,0 0-200-15,0 0 196 0,0 0-48 16,0 0-100-16,-24-19-116 0,7 29-140 0,6-1-196 16,-5 4-120-16,0 0 304 15,-4-1-140-15,0 4-112 0,0 0-112 16,-4 1-4-16,1 1 4 0,-1 1 4 0,-1 0 4 16,-3 0-8-16,0 0-8 0,4-3-56 15,-4 0 56-15,5 0-4 0,-1 0-76 16,0-4-108-16,0 4-168 0,1-2-40 0,2 0-24 15,1 3-264-15,1-1-284 0,2 0-96 16,2-4-348-16,-1-2 11 0,8-1 649 16,4-9-344-16,4 0-1312 0,0 0-792 0,0-9 856 15</inkml:trace>
  <inkml:trace contextRef="#ctx0" brushRef="#br0" timeOffset="5852.263">9366 4985 560 0,'0'0'1408'0,"0"0"-1120"0,0 0 3956 15,0 0-2400-15,0 0-728 0,0 0-740 0,0 0 60 16,0 0 108-16,0 0 21 16,-59 79-89-16,47-54-52 0,-4-3-28 0,4 3-24 15,1-2 48-15,-2-1-88 0,1 0 60 16,9-5-64-16,-6-2 68 0,5-2-120 0,4-4-124 15,0 1 12-15,0-4-156 0,4 0 52 16,5-1 16-16,-2 0 36 0,5-2-24 16,0-3-12-16,8 0 48 15,-4 0-8-15,3-3-36 0,5-2-80 0,-3-6-124 16,3 2 64-16,-1-1-128 16,1 4-176-16,0 0-216 0,0-1-280 0,1 4-300 0,2-3-548 15,-3 3-965-15,-4 0-1715 0</inkml:trace>
  <inkml:trace contextRef="#ctx0" brushRef="#br0" timeOffset="22200.152">10542 3752 7928 0,'0'0'4417'0,"0"0"-2493"0,0 0-724 16,0 0-548-16,0 0 204 15,0 0 272-15,0 0-216 0,-23 80-188 0,18-39-164 16,5 14 148-16,-4 5-64 0,4 9-179 15,0 8 19-15,0 8-108 0,0 7-208 0,-4 0-168 16,0 1-12-16,-4-5-96 16,5-2-220-16,3-9-156 0,0-11-13 15,0-9-3-15,7-10-60 16,1-11-112-16,5-14-556 0,6-9-828 0,-7-7-1164 16,20-15-2329-16</inkml:trace>
  <inkml:trace contextRef="#ctx0" brushRef="#br0" timeOffset="22488.28">11247 4077 3556 0,'0'0'8265'0,"0"0"-6617"0,0 0-580 0,0 0 192 16,0 0 16-16,-107 69-244 0,71-33-356 0,0 5-244 15,-4 3-124-15,4 3 96 16,-3 5 96-16,7-2-256 0,4-2-172 15,0-1-72-15,12-5-72 0,4-7 64 0,4-7-4 16,8-6-72-16,0-3 8 0,12-3-20 16,4-3 24-16,3-1-4 0,6-5 16 15,6 2 60-15,5-6 60 0,4 1-48 0,0-4-12 16,-4-7-24-16,3-2-220 0,-3-7-208 16,-4 0-272-16,-4-3-228 0,-4 0-552 15,-7-3-704-15,-6 3-2061 0,-11-7-2523 16</inkml:trace>
  <inkml:trace contextRef="#ctx0" brushRef="#br0" timeOffset="22627.06">10968 4561 3636 0,'0'0'9037'0,"0"0"-6813"0,0 0-524 15,0 0-260-15,0 0-172 0,0 0-276 16,0 0-464-16,0 0-372 0,0 0 172 16,0 0-168-16,0 0-160 0,76 42-328 0,-32-63-172 15,-5 0-320-15,2 0-308 0,-9 2-820 16,-4 3-1900-1,-9 3-1333-15,-6 5-2099 0</inkml:trace>
  <inkml:trace contextRef="#ctx0" brushRef="#br0" timeOffset="22765.155">11211 4521 6320 0,'0'0'4825'0,"0"0"-3605"0,0 0-120 16,-4 63 436-16,8-34-76 0,0-4-268 0,0 4-288 15,5-4-288-15,-5 4-284 0,3-8-332 16,1 3-88-16,0-6-316 0,0 1-248 15,0-2-140-15,0-2-228 0,-4-2-428 0,4-4-1160 16,4-9-2685-16</inkml:trace>
  <inkml:trace contextRef="#ctx0" brushRef="#br0" timeOffset="22985.95">11610 4054 6732 0,'0'0'4733'0,"0"0"-3377"0,0 0-4 0,0 0 288 16,-4 92-100-16,4-56-156 0,0 8-452 15,0 0-244-15,4 10 4 0,-4 0-20 0,0 6-295 16,0 4-305-16,-8 0-72 0,-4-1-220 16,0 0-217-16,0 1-87 15,0-10-232-15,0-7-420 0,8-12-1100 0,4-13-1664 16,0-8-2317-16</inkml:trace>
  <inkml:trace contextRef="#ctx0" brushRef="#br0" timeOffset="23396.46">12112 4477 820 0,'0'0'9820'15,"0"0"-8611"-15,0 0-237 0,80 15-104 0,-52-11-132 16,3 2-648-16,-3-3-88 0,0-3-416 15,-4 4-744-15,0-4-648 0,-8 0-1453 16,-4 0-3687-16</inkml:trace>
  <inkml:trace contextRef="#ctx0" brushRef="#br0" timeOffset="23548.2">12160 4607 10164 0,'0'0'1869'15,"0"0"-629"-15,0 0 120 0,0 0-440 0,84 0-432 16,-57 0-448-16,9 0-40 0,4 0-264 16,0 0-644-16,4-4-716 15,-8 4-2353-15,11 0-1483 0</inkml:trace>
  <inkml:trace contextRef="#ctx0" brushRef="#br0" timeOffset="24116.939">13156 4142 9472 0,'0'0'1589'0,"0"0"-585"0,0 0 272 0,7 74 96 15,-7-39 100-15,5 12-196 0,-1 4-264 16,-4 10-260-16,0 6-188 0,-4 3-76 0,-8 9 100 16,0 0-92-16,-4 0-256 0,-4 1-240 15,4-8-132-15,0-5-52 16,8-13-108-16,0-13-160 0,8-11-36 16,0-11-12-16,0-10-92 0,4-4-208 15,0-5-700-15,8 0-616 0,0-8 16 16,-4-2-2149-16,8-16-1703 0</inkml:trace>
  <inkml:trace contextRef="#ctx0" brushRef="#br0" timeOffset="24356.493">13159 4321 7948 0,'0'0'2316'0,"0"0"-1219"15,0 0-533-15,0 0 728 0,0 0 20 0,0 0-392 0,0 0-344 16,96-51-144-16,-72 48-48 0,4 3-20 15,-8 0-56-15,0 3-208 0,0 6-100 16,-12-2 76-16,0 5-16 0,-8 4 100 16,0 4-84-16,-8 2-76 15,-8 4-24-15,-8 2-152 0,4 0-120 16,-3-2-112-16,-2-4-44 0,1-3-40 16,4-7 56-16,5 2-156 0,2-9-268 0,2-1-348 15,3-2-564-15,4-2-809 0,4 0-711 16,0 0-2103-16</inkml:trace>
  <inkml:trace contextRef="#ctx0" brushRef="#br0" timeOffset="24578.269">13578 4498 9592 0,'0'0'1757'0,"0"0"-1269"0,0 0 256 16,0 0 772-16,0 0-64 0,0 0-408 16,88-12-472-16,-60 10-236 0,4-3-148 15,-4 3-176-15,-1-2-12 0,6 4-164 0,-6 0-208 16,4 0-412-16,-3 0-792 0,-7 0-1276 16,7 0-3253-16</inkml:trace>
  <inkml:trace contextRef="#ctx0" brushRef="#br0" timeOffset="24962.423">14347 4317 9984 0,'0'0'1817'15,"0"0"-473"-15,0 0 284 0,4 96 72 16,-4-52-272-16,0 8-380 0,-8 5-360 0,0 6 0 15,-4 0-44-15,0 1-244 0,-4-4-228 16,8-3-172-16,1-9-292 0,3-3-172 16,4-14-180-16,0-5-68 0,4-14-124 15,7-2-264-15,-3-10-440 0,8 0-60 16,-4-13-1144-16,0 1-2013 0,0-17-1891 16</inkml:trace>
  <inkml:trace contextRef="#ctx0" brushRef="#br0" timeOffset="25150.256">14447 4270 8308 0,'0'0'1984'0,"0"0"-939"0,0 0-353 15,0 0 256-15,0 0 160 0,0 0-184 16,0 0-132-16,80-6-124 0,-69 21-144 16,1 1-104-16,-4 6-36 0,-4 1-124 0,-4-2-24 15,0 6-76-15,0 1-48 0,-12 1-112 16,-4-4-12-16,-4 3-384 0,5 2-72 15,-6-9-168-15,6-2-228 0,2-9-64 16,6-4 28-16,3-6-448 0,4 0-1801 16,0-16-2823-16</inkml:trace>
  <inkml:trace contextRef="#ctx0" brushRef="#br0" timeOffset="25465.218">14757 4356 3192 0,'0'0'7324'0,"0"0"-6051"15,0 0-413-15,4 82 528 0,-4-56 656 16,0-4-420-16,0 1-524 0,4-8-500 16,-4-3-416-16,9-1-172 0,-2-9 36 15,1 2-96-15,8-4 36 0,4-6 8 16,0-5-228-16,4-4-100 0,4-8-24 0,0 2-252 16,-5-2 16-16,-2 1 92 0,-5 0 76 15,-1 3 140-15,-7-1 52 0,-8 5 224 16,0-5 8-16,0 8 256 0,-12-3-156 15,1 4-88-15,-2 5 624 0,-2 3-52 16,2 3-164-16,2 0-196 0,-6 9-220 16,2 4 80-16,2 7 40 0,-2-5 88 0,3 5 20 15,0-2-64-15,8-6-168 16,0 2-220-16,4-5-260 0,0-2-324 16,0-4-268-16,8-3-452 0,8 0-624 0,0-13-33 15,0 7-1995-15,7-13-688 0</inkml:trace>
  <inkml:trace contextRef="#ctx0" brushRef="#br0" timeOffset="25799.798">15077 4292 5276 0,'0'0'3004'16,"0"0"-560"-16,0 0-747 0,0 0-25 15,31 69-348-15,-27-42-264 0,4 1-116 16,0 1 72-16,-1-4-128 0,2-3-376 0,3-5-280 16,-1-2-224-16,2-5 128 0,2-4-64 15,6-6 88-15,-1 0-100 0,-1 0-60 16,9-9-88-16,0-8-108 0,0 1-96 15,4-5-28-15,-4-2-12 0,-4 4 124 0,-5 0 72 16,2 4 0-16,-10 2 28 0,-2 7-4 16,-5 2-12-16,0 4 124 0,-4 0 124 15,0 4 48-15,3 5 112 0,-3 3 36 0,4 1-76 16,0 6-84-16,1-3-100 16,-1-3-52-16,3 0 68 0,1-4-72 0,5-3 0 15,2-6 4-15,2 0 172 16,6-3 4-16,-3-9 12 0,4-1-124 15,-5-6-8-15,2-3-64 0,-1 2-4 0,-5-1-132 16,-2-2-180-16,-1 0-76 0,-5 1-88 16,-3 0-208-16,1 0-276 0,-5 3-912 0,0 3-2052 15,-5-3-2105-15</inkml:trace>
  <inkml:trace contextRef="#ctx0" brushRef="#br0" timeOffset="26177.474">15805 4403 11537 0,'0'0'1424'0,"0"0"-1004"0,0 0-332 16,0 0 204-16,56 70 332 0,-36-66 68 0,8-4-124 15,-1 0-304-15,6-10-88 16,-1-6-36-16,4-3-140 0,-5-3-8 0,1-4-108 15,-8 1 104-15,0 0 12 0,-8 2 128 16,-8 4 112-16,-4-3-28 0,-4 3 60 16,0 0-196-16,-4 3 60 0,-8 1-84 0,3 5 20 15,-2 7 300-15,3 3 260 0,-4 0-404 0,-4 8-220 16,5 9 32 0,-10 5 144-16,1 7 396 0,5 2 176 15,-6 5-24-15,1-1-120 0,5-5-224 0,3 0-155 16,0-5-233-16,8-3-72 0,4-6-197 15,0-7-43-15,4 2-44 0,12-9-68 16,-1-2 8-16,10-6-12 0,6-3-480 0,1-10-588 16,8-1 460-16,-8 1-3316 0,-4 0-1009 15,0-4-707-15</inkml:trace>
  <inkml:trace contextRef="#ctx0" brushRef="#br0" timeOffset="26417.085">16343 4201 3148 0,'0'0'6492'0,"0"0"-5612"16,0 0-443-16,0 0 247 0,0 0 276 15,0 0 428-15,0 0-8 0,0 0-160 16,0 0-140-16,76 85-176 0,-69-54-20 0,2 1 388 16,-5 3-628-16,0-6-340 0,0 3-83 15,-4-4-85-15,0-3-136 0,0 1-12 16,4-3-48-16,-4-4 0 0,3-7-25 16,-3-2-87-16,4-4-68 0,-4-3-76 15,5-3 20-15,3 0 224 0,3-6 72 16,6-7 252-16,2-4 52 0,5-4-108 0,8-8-184 15,4-3-12-15,4-2-136 16,0-4-192-16,3-1-352 0,2 5-696 16,-10 9-1428-16,14-5-4533 0</inkml:trace>
  <inkml:trace contextRef="#ctx0" brushRef="#br0" timeOffset="26551.872">17670 4382 15309 0,'0'0'3072'0,"0"0"-2444"0,0 0-628 0,0 0-716 16,0 0-412-16,0 0-260 0,0 0-1680 0,0 0-7573 15</inkml:trace>
  <inkml:trace contextRef="#ctx0" brushRef="#br0" timeOffset="28151.512">18180 6328 6400 0,'0'0'2052'15,"0"0"-1040"-15,0 0-404 0,0 0-272 16,0 0 1325-16,0 0-857 0,0 0-292 16,0 0-168-16,0 0 380 0,0 0-68 15,76 15-180-15,-57-15-184 0,1 0-56 0,5 0-56 16,3 0-68-16,-4 0-112 15,-1-3-92-15,1 3-24 0,0-4-224 16,0 2-376-16,-5 2-268 0,2-3-700 0,-6 3-1109 16,5 0-2727-16</inkml:trace>
  <inkml:trace contextRef="#ctx0" brushRef="#br0" timeOffset="46200.746">3897 7397 5460 0,'0'0'6557'0,"0"0"-4757"15,0 0-1000-15,0 0-472 0,0 0 300 16,0 0 1052-16,0 0-136 0,0 0-436 0,0 0-436 16,0 0 252-16,0 0-63 0,71 67-229 15,-47-35-332-15,4 6 136 0,-1 6-232 16,5 4-92-16,5 9-100 0,-2 7 144 0,5 2-96 16,-1 1-60-1,-2 3-60-15,-1-3-12 0,-4-4 0 16,3-2 0-16,-3-5 56 0,-4-4-92 0,4-11 24 15,-8-3-36-15,-1-10-48 0,-2-5-28 16,-1-8-68-16,-5-2-112 0,-2-7-204 0,-2-2-273 16,-3-4-451-16,5-4-392 0,-6-8-156 15,-3-4-520-15,4-13-508 0,-4-2-1533 16,1 3-955-16,-5-26 4164 0</inkml:trace>
  <inkml:trace contextRef="#ctx0" brushRef="#br0" timeOffset="46481.67">4589 7417 3876 0,'0'0'8589'0,"0"0"-7581"16,0 0-460-16,0 0 84 0,0 0 388 0,0 0 324 15,0 0-228-15,0 0-612 0,0 0-168 16,0 0-80-16,-63 28 136 0,42-6-96 16,2 10-52-16,-5 5-48 0,-4 9-40 0,0 8 112 15,-4 3-24-15,-3 6-12 0,-5 7-60 16,-1-3-172-1,-2 6-56-15,-1-7-16 0,0 3 0 0,5-4 24 16,-2-5-24-16,5-3-16 0,8-9-8 16,0-4-16-16,5-6-44 0,7-6-64 0,0-6 12 15,8-7-12-15,0-6-48 0,8-4-52 16,-4-6-184-16,4-3-308 0,0 0-456 0,4 0-552 16,9-3-584-16,2-10-105 0,-3 4-667 15,8-19-3636-15</inkml:trace>
  <inkml:trace contextRef="#ctx0" brushRef="#br0" timeOffset="47100.39">5167 8106 4528 0,'0'0'1628'0,"0"0"3048"0,0 0-3351 16,0 0-265-16,0 0 188 0,0 0 312 15,0 0-36-15,0 0-324 0,0 0-388 0,0 0-260 16,0 0-128-16,-63-42-144 0,54 46-72 16,-3 4-96-16,1 6-112 15,-6 7-8-15,2 9 8 0,-5 4 72 0,-1 8 84 0,6 2 16 16,-5 3-16-16,4 1 17 16,4 0-65-16,0-3 4 0,4-4 44 0,5-3-36 15,-2-3-60-15,5-7 4 0,0 1 32 16,8-11-24-16,4-1-72 0,4-8-72 15,0 1-48-15,4-8 120 16,-1 2 276-16,6-4-132 0,-5 0-128 0,4-6-16 16,-1-4-60-16,-3 1-84 15,5-8-12-15,-6 5-28 0,-3-7-132 0,4 3-169 16,-8-3-171-16,0 0-444 0,-9 0-856 16,-3 0-1164-16,0 3-2537 0,-7-7-2895 15</inkml:trace>
  <inkml:trace contextRef="#ctx0" brushRef="#br0" timeOffset="47399.003">5059 8341 11385 0,'0'0'2176'0,"0"0"-996"0,0 0-384 15,0 0 324-15,0 0 344 0,0 0-136 16,0 0-556-16,96 19-480 0,-72-19-292 16,0 0-88-1,0-7-156-15,-1-3-124 0,1 1-172 0,-3 0-112 0,-1-4-212 16,-5 2-368-16,-3 3-504 0,-3 2-696 0,-2-1-325 15,-7 3-163-15,0 4 500 0,-7 0 932 16,-6 4 1488-16,5 3 968 0,-3-1 412 0,-2 7 700 16,6-4 12-16,3 4-568 0,0 2-123 15,0 2-201-15,4-2-372 0,0 4-324 16,0 0-100-16,8 4-64 0,-4 3-24 16,3-1 8-16,2 3 20 15,-1 0 392-15,-4 4-292 0,-1-3-268 16,5-1-128-16,-4 2-48 0,5-5-48 0,-2-4-312 15,1 2-124-15,1-4-320 16,-1-6-364-16,-1-1-916 0,-3-5-1157 0,9-7-3755 0</inkml:trace>
  <inkml:trace contextRef="#ctx0" brushRef="#br0" timeOffset="47843.219">5745 7857 7764 0,'0'0'4537'16,"0"0"-2953"-16,0 0-660 0,0 0 60 0,0 0 232 15,0 0-260-15,0 0-276 16,0 0-152-16,0 0-64 0,100 11 0 0,-65-11 4 16,5 0-164-16,0 0-184 0,0 0-72 15,-4-7-48-15,-1 3-132 0,1-1-64 16,-8-2-232 0,0 0-452-16,-4 1-388 0,-4 3-688 0,-8 0-1996 0,-4 1-1629 0</inkml:trace>
  <inkml:trace contextRef="#ctx0" brushRef="#br0" timeOffset="48051.757">5828 8054 9200 0,'0'0'2349'16,"0"0"-1105"-16,0 0-32 16,0 0 228-16,0 0 116 0,0 0-340 0,0 0-700 15,0 0-48-15,0 0 132 16,0 0 24-16,0 0-320 0,108 10-156 0,-72-13-100 15,4-4-48-15,-5 2-48 0,6-1-64 16,-9-1-68-16,0 0-4 0,-1 4-72 0,1 1-468 16,-4 2-348-16,4-5-576 0,0 5-1228 15,-8 0 112-15,8 0-7109 0</inkml:trace>
  <inkml:trace contextRef="#ctx0" brushRef="#br0" timeOffset="49248.015">7235 7274 1956 0,'0'0'576'0,"0"0"856"0,0 0 1028 16,4-74-912-16,0 52-704 0,-4 0-68 0,0 2 220 15,0 6 189-15,-4-2 247 16,4 6-476-16,0 3-72 0,-4 2-68 0,0-2-160 16,4 4-80-16,-4 3-92 0,4-3-52 15,0 3-84-15,-3 0-116 0,3 0-48 16,-5 3-120-16,-3 3-64 0,-4 6-192 0,-4 11-20 15,-3 12 100-15,-5 9 112 0,-4 14 0 16,-4 5 188-16,0 7-52 0,0-1-52 16,0 5-72-16,0-5-8 0,1-2 44 15,3-9 64-15,7-11-112 0,10-12 0 0,3-13 40 16,8-5-40-16,0-8-172 16,0-7-84-16,4 1 8 0,7-3 76 0,6-3 24 15,2-6 36-15,1-4-24 0,8-2 72 0,-8-1-8 16,4 0 60-16,-4 3-48 15,-8 7-28-15,0 3 4 0,0 3 84 16,-5 9 96-16,-3 10 500 0,0 3-188 0,1 10-224 16,-1 3-132-16,-4 3 32 15,0 0 16-15,0 7 208 16,0-3-76-16,0-5-136 0,0 5 4 0,0-8-88 16,0-2-12-16,0-3-80 0,4-1-8 15,0-5-244-15,-1-1-160 0,5-4-24 16,-3 2-104-16,3-5-176 0,-4-2-464 0,3 0-524 15,1 0-933-15,1-7-2423 0</inkml:trace>
  <inkml:trace contextRef="#ctx0" brushRef="#br0" timeOffset="49884.534">7757 7794 4712 0,'0'0'5924'16,"0"0"-4111"-16,0 0-793 0,0 0-104 0,0 0 256 15,0 0-28-15,0 0-496 0,8-69-312 16,-4 50-104-16,4-1-32 16,4-2-40-16,-1 3-100 0,6-2-60 0,-6 1-60 0,6 1 60 15,-6 3 0-15,6 0 0 16,-6 4 72-16,1 2-60 0,-3 3 60 15,-2 7-12-15,1 0-60 0,5 7 0 0,-2 5 248 16,5 11 24-16,-4 5-28 0,0 7 16 16,0 7-28-16,0 2 72 0,-4 7-32 15,0-4-104-15,0 1-108 0,-4-3 4 16,4-4-64-16,-5-6 0 0,6-7-12 16,-1-6-64-16,0-5 64 0,-1-5-60 15,6-2-36-15,-5-7-4 0,3-3-168 16,2 0-284-16,2-10-136 0,2-3-400 0,2-9-400 15,5-3-644-15,-8 6-1737 0,4-13-1571 16</inkml:trace>
  <inkml:trace contextRef="#ctx0" brushRef="#br0" timeOffset="50108.311">8294 7511 3980 0,'0'0'6352'15,"0"0"-4703"-15,0 0-777 16,0 0 488-16,0 0 44 0,0 0-400 0,-82 49-244 15,57-24-152-15,1 7-16 0,0 3 120 16,1 6-12-16,-10 0-152 0,1 7-108 0,0-1-136 16,-3 2-156-16,-5-2-136 0,5-3-12 15,3 0-100-15,4-8-140 0,7-5-212 16,6-10-148-16,2-4-12 0,10-7 72 16,3-10-236-16,7 0-528 0,10-3-772 15,11-14-160-15,-9 5-729 0,25-20-2419 0</inkml:trace>
  <inkml:trace contextRef="#ctx0" brushRef="#br0" timeOffset="50345.431">8816 7508 6232 0,'0'0'6473'16,"0"0"-5073"-16,0 0-1032 0,0 0 628 15,0 0 460-15,-103 74-140 0,71-39-308 0,1 2-272 16,3 2-176-16,0 2 52 0,3 3-140 15,10-3-155-15,-1 1-205 0,8-4-112 0,4-6 4 16,4-3-4-16,0-7 96 16,8-7-96-16,3-2-48 0,6-4-52 15,3-4-20-15,3-3-89 0,1-2-155 0,-3-2-48 16,3-9-260-16,-5-5-320 0,1 4-624 16,-8-7-1252-16,-3 6-2213 0,-6-4-1611 15</inkml:trace>
  <inkml:trace contextRef="#ctx0" brushRef="#br0" timeOffset="50492.646">8545 7766 10436 0,'0'0'1817'16,"0"0"-605"-16,0 0 220 0,0 0 20 15,0 0 100-15,0 0-636 0,0 0-292 16,0 0-48-16,80 51 36 0,-48-49-148 16,4-2-224-16,5 0-240 0,6-6-328 0,1-3-368 15,-1-4-392-15,5-3-776 0,-12 1-2628 16,8-4-4773-16</inkml:trace>
  <inkml:trace contextRef="#ctx0" brushRef="#br0" timeOffset="50835.077">9319 7197 11941 0,'0'0'2676'0,"0"0"-1036"0,19 77-804 16,-6-40 304-16,2 8 224 0,2 6-192 15,-6-1-172-15,10 8-175 0,-2 2-221 16,-3 1-180-16,5 2-160 0,-2 4-140 0,1-1-76 15,-4-5-48-15,0-1-48 0,0-3-16 16,0-6-32-16,-5-6-36 16,6-8-132-16,-2-5-28 0,6-10-84 0,-1-2-108 0,-1-11-149 15,1-6-59-15,5-3-40 16,-2-5-224-16,-3-9-696 0,4-8-700 16,-8 3-736-16,4-16-2453 0</inkml:trace>
  <inkml:trace contextRef="#ctx0" brushRef="#br0" timeOffset="51077.3">9888 7369 10981 0,'0'0'1412'16,"0"0"-952"-16,0 0-180 0,0 0 432 0,0 0 692 16,-75 41-8-16,51-9-336 0,-4 4-308 0,0 8 12 15,-4 6-4-15,-3 2-160 0,-1 4-76 16,0 0-136-16,-8 5-108 0,0-4-87 15,0 0-81-15,1 1-112 0,-2-3-84 16,2-8-109-16,3 0-195 0,0-2-40 16,0-7 100-16,4-1-100 0,5-4 84 0,3-5-156 15,3-9-92-15,14 1-432 0,-2-8-280 16,13-2-472-16,0-7-760 16,0 3-509-16,17-6-1367 0</inkml:trace>
  <inkml:trace contextRef="#ctx0" brushRef="#br0" timeOffset="51547.742">10562 6852 11897 0,'0'0'2488'0,"0"0"-1328"0,0 0 60 16,0 0 68-16,0 0-264 0,0 0-252 15,0 0-148-15,-4 89-88 0,0-48-48 0,4 6 97 16,-8 13-41-16,8 4-144 16,-8 9 36-16,0 4-16 0,0 2-164 15,0 0-100-15,0 1-60 0,-4-2-92 0,5 2 0 16,-2-1-4-16,5-3-48 0,0 1-36 16,4-4 12-16,0-6-36 0,4-4-16 15,0-9 40-15,5-6 0 0,2-8-60 16,-3-4-36-16,5-5-28 0,-2-5-56 15,-3-4-76-15,0-3-24 0,0-5-133 0,0-2-111 16,-4-3-196-16,4-3-200 0,0-2-364 16,-4-2-704-16,4-2-1744 0,-4 0-1953 15</inkml:trace>
  <inkml:trace contextRef="#ctx0" brushRef="#br0" timeOffset="52545.436">11582 7722 2480 0,'0'0'3036'15,"0"0"-1240"-15,0 0-992 0,0 0 2301 0,-16-86-1489 16,8 67-380-16,0-1-212 15,0 5-184-15,1 2-24 0,-2 4 92 16,1 5-16-16,4 4-288 0,-3 0-140 16,-6 7-244-16,-2 12-48 0,-6 9 12 0,-3 7 132 15,1 13 184-15,3 0 96 16,3-4-195-16,2-3-193 0,7-10-148 0,0-8-60 16,8-10-132-16,0-7-16 0,8-6 148 15,4 0-241-15,3-3-39 0,9-10 60 16,0-6-84-16,1-7-148 0,3 1-144 0,-5 0-32 15,1-3 148-15,-8 2 100 16,0 3-4-16,0 8 52 0,-8 2 108 0,3 4 100 16,-2 6-12-16,-5 3-52 0,0 7 188 15,4 1 572-15,-1 12-52 16,2-1-212-16,-1 6-60 0,-1 3-40 0,-3 4 24 16,1 3-8-16,-1 3 44 0,0 4 40 15,-4-1-28-15,0 6 0 0,-8 1-24 16,-1-1-84-16,-6 5-124 0,2-2-40 15,-2 1 0-15,-1-4 76 0,0-2 76 16,0-4-76-16,0-9 88 0,4-7-16 16,4-5-20-16,4-8 21 0,-4-5 51 0,5-4-4 15,-2 1 4-15,1-4-4 16,-4-4 28-16,-3-6-224 0,-2-2-8 0,-2-2 4 16,-2-7-4-16,2-2-84 0,2-2 20 15,-2-3-20-15,2-1-24 0,2-1-100 0,3 5-128 16,4-2-177-16,0 4 113 15,-1-2-40-15,5 6-72 0,5-3-76 0,3 3-244 16,0-4-540-16,8 1-912 0,-8 6-948 16,16-10-2797-16</inkml:trace>
  <inkml:trace contextRef="#ctx0" brushRef="#br0" timeOffset="52698.728">11913 7836 7840 0,'0'0'6585'0,"0"0"-4741"0,0 0-424 0,0 0 352 16,0 0-428-16,0 0-480 0,0 0-864 15,0 0-84-15,0 0-340 0,0 0-64 0,0 0-256 16,43-35-644-16,-35 28-1428 0,-3 1-3401 16</inkml:trace>
  <inkml:trace contextRef="#ctx0" brushRef="#br0" timeOffset="53128.27">12184 7572 7524 0,'0'0'2656'16,"0"0"-1327"-16,0 0-177 0,0 0 492 0,0 0-384 15,0 0-516-15,0 0-308 0,0 0-124 16,92-57-76-16,-64 41-112 16,-1 3-60-16,1-2-56 0,-4 1 4 0,0 2-12 15,0 3-8-15,-5 2 4 0,-6 2 0 16,-2 0 4-16,-3 5 8 0,1 0-4 15,-5 5 120-15,-1 0 100 0,5 11 296 0,-4 6 108 16,0 7-188-16,5 6-144 0,-9 3-4 16,3 10-144-16,1-1-52 0,-4 0-96 15,8 8 136-15,0-8 20 0,0-6-104 0,4-2 32 16,4-7-48-16,-4-7-36 0,8-6-48 16,-4-3-76-1,4-7-132-15,-1-6-132 0,5-3-164 0,4-9-16 16,0-7-320-16,0-9-1120 0,-4 6-2640 15,4-13-3093-15</inkml:trace>
  <inkml:trace contextRef="#ctx0" brushRef="#br0" timeOffset="53322.138">12809 7482 11581 0,'0'0'1448'15,"0"0"-800"-15,0 0-40 0,-76 65 668 0,49-34 128 16,3 8-248-16,-4 5-344 0,0 1-172 15,0 2 8-15,0 4-112 0,0-1-108 16,-4-1-136-16,0-2-148 0,0-3-144 0,-3-2-248 16,3-4-188-16,4-6-308 0,4-4-188 15,4-9-212-15,4 0-596 0,8-9-748 0,4-7-1633 16,8-6-959-16</inkml:trace>
  <inkml:trace contextRef="#ctx0" brushRef="#br0" timeOffset="53512.914">13215 7683 13461 0,'0'0'3808'0,"0"0"-3112"0,0 0-32 16,77-19 396-16,-50 9-256 0,4 5-472 0,-3-6-332 15,4 5-200-15,0-2-252 16,1 1-272-16,-6-3-480 0,-3 7-724 0,-8 0-2200 15,-4 3-3085-15</inkml:trace>
  <inkml:trace contextRef="#ctx0" brushRef="#br0" timeOffset="53659.64">13232 7824 1408 0,'0'0'12201'15,"0"0"-11237"-15,0 0-824 0,0 0 12 16,0 0 164-16,83-17 288 0,-51 11-24 15,4-4-368-15,0 1-212 16,3-1-40-16,-3-2-464 0,0-1-704 0,-12 2-632 16,8 0-2489-16</inkml:trace>
  <inkml:trace contextRef="#ctx0" brushRef="#br0" timeOffset="54561.794">14005 7626 1616 0,'0'0'7580'0,"0"0"-5399"0,0 0-617 16,0 0-88-16,0 0-64 15,0 0-244-15,28-66-560 0,-17 42-248 0,6 3-128 16,-2-2-108-16,-3 2-60 0,4-1-56 15,-1 5 4-15,-2 4-8 0,-5 1 44 0,-1 5 28 16,2 1-68-16,-5 6 76 0,-4-3-80 16,0 3-4-16,4 0-12 15,0 6 12-15,3 7 40 16,2 9 328-16,-1 7-124 0,3 6-60 0,-3 3-72 16,-3 10-52-16,-1-1 52 0,3 2-52 0,-7-2-60 15,4-3-4-15,-4-3 4 0,0-6 0 16,4-9-4-16,-4-4-8 0,4-4-88 15,0-4-8-15,1-5-4 0,-1-7-36 16,3 3-96-16,1-5-508 0,5-7-548 16,2-5-508-16,5-7-488 0,0 5-1733 0,4-18-2119 15</inkml:trace>
  <inkml:trace contextRef="#ctx0" brushRef="#br0" timeOffset="54744.936">14478 7478 1472 0,'0'0'6476'0,"0"0"-4368"15,0 0-879-15,0 0 463 0,0 0-216 0,-84 46-80 16,65-17-516-16,-1 6-368 0,0 3-80 16,-4 4 140-16,0-2 228 0,0 2-76 0,-4 2-172 15,-4 0-176 1,1-2-168-16,-9 3-128 0,4-1-80 16,1-3-60-16,-2-2-100 0,9-8-340 15,5-10-136-15,10-4-40 0,9-10 12 0,4-7-412 16,4-3-1284-16,9-8-1997 0,10-14-2143 15</inkml:trace>
  <inkml:trace contextRef="#ctx0" brushRef="#br0" timeOffset="60983.998">14733 7185 2644 0,'0'0'7088'0,"0"0"-5875"0,0 0-493 0,0 0-168 0,0 0 12 16,92-68-144-16,-72 57-76 0,-4 1-240 15,-4 3-4-15,0 4 28 0,-4 1-76 0,-4 2-52 16,0 0 4-16,0 2 72 0,-4 1 708 16,4 7-268-16,-4-3-264 0,0 2 100 15,0 4 180-15,0 0-260 0,0 5-120 16,-8 1-68-16,4 3-80 15,-5 4 60-15,-2 6-56 0,-1 6 56 0,-4 0 84 16,4 3-144-16,-4 1-4 16,4-2 0-16,-4-5-48 0,8-3-64 15,4-9 96-15,0-7-56 0,4-4-80 0,4-9 12 16,8-3 140-16,8 0 148 0,0-9-84 16,8-10-64-16,-1-3-148 15,5-3-28-15,-4 0-112 0,-4-1 60 0,-7 3 184 0,-2 7 44 16,-7 7 140-16,-8-1 52 0,5 7-4 0,-5 0 24 15,0 3-40-15,0 0-84 0,0 0-88 16,-5 0-4-16,1 0 0 16,0 3-220-16,4 0 56 0,-4 3 168 0,0 1 140 15,1 3-56-15,-5-3 104 0,3 5 12 16,1 4-52 0,-3 3-72-16,-1 2-4 0,0 5-60 0,-4 6 128 15,0 3-16-15,3 4-64 0,-2 5 16 16,-1-1 72-16,3 6-64 0,-2-5 104 15,3 1 32-15,4-5 420 0,0-1-332 0,4-4-88 16,-4-1-12-16,4 5-48 0,0-4-4 16,-4 2-20-16,4 5-4 0,-4-1-8 0,4 4-76 15,-4-5 12-15,4 2-48 0,-4 0-4 16,4-1-8-16,0-6-60 0,0-3 0 16,0-3 16-16,0-8 44 0,0-1 0 15,0-5 8-15,0-5 44 0,-4-4 96 0,4 0 20 16,0-2-44-1,-4-1-4-15,1 0-12 0,-10 0 160 16,-2 3-268-16,-2 4-44 0,-7-4-40 16,5-3 72-16,-5 1-148 0,3-1-80 0,-3-3-32 15,1 0-92-15,-1-10 36 0,0-3-52 0,4-2-24 16,-7-4-140-16,6-3-144 0,-3-1-180 16,5 4-196-16,-1-4-132 0,3 11-324 15,2-1-824-15,7 5-761 0,-4-6-1875 16</inkml:trace>
  <inkml:trace contextRef="#ctx0" brushRef="#br0" timeOffset="62697.542">29376 6252 4772 0,'0'0'116'16,"0"0"2812"-16,0 0-28 0,0 0-1175 15,0 0-617-15,0 0 24 0,0 0-36 16,0 0-180-16,0 0-156 0,0 0-20 0,47 9-120 15,-26-9-144-15,-1 3-144 16,3 0-112-16,5 3-60 0,0-2-24 16,4 3 20-16,8-5-20 0,4 4-16 0,8 0 4 15,4 1 8-15,7-1-80 16,1 0 8 0,4 1-60-16,-1-3-4 0,1 2 4 0,-5-6-4 0,1 6-8 0,-4-3 4 15,0 1 4-15,-4-1-44 16,0 0-4-16,-4 0 40 0,3 0 0 0,1 1 0 15,0-1 4-15,0-3 8 0,3 3-4 0,1-3-8 16,0 3-72-16,0-3-16 0,0 3 28 16,-5-3-48-16,-3 0 8 0,-4 0 100 15,-12 0-60-15,0 0 60 0,-12 0 0 16,-1 0 12-16,-7 0 8 0,1 0 0 0,-6 0 88 16,1-3 16-16,-4 3-40 0,0 0-60 15,-4 0 48-15,0 0-48 0,0 0 36 0,-4 0-40 16,0 0-8-16,0 0-64 15,0 0 16-15,0 0-24 0,0 0-64 0,0 0-180 16,0 0-164-16,0 0-96 0,0 0 44 16,0 0 100-16,-4 0-52 15,4 0-72-15,-4 0-72 0,-4 3-328 16,-4 0-472-16,-4 4-312 0,4-4-785 0,-16 3-2647 16,112-28 752-16</inkml:trace>
  <inkml:trace contextRef="#ctx0" brushRef="#br0" timeOffset="105875.556">17813 9109 4484 0,'0'0'2944'0,"0"0"-1620"15,0 0-288-15,0 0-4 0,0 0 101 0,0 0-329 16,0 0 1460-16,0 0-880 16,0 0-572-16,0 0-204 0,48-45-28 0,-52 38-88 15,-3-1-112-15,-6-5-132 0,-2 1-104 16,-2 1-32-16,-7 2-16 0,-4-1 8 0,-4 1-104 16,-7 6-48-16,-5-4-76 15,-8 7 124-15,-4 0 0 16,-7 0 76-16,-1 4-76 0,-8 2-4 0,0 1 0 15,-7 2-68-15,-5 0-64 0,0 1 28 16,-8 2-4-16,1-1-72 0,-9 1-60 0,1 1 8 16,-4-1 4-16,-5 1 72 0,-3 3 36 15,-5 3 48-15,-4-3-84 0,-3 3 88 16,-1 0 72-16,-3 0 32 0,0 0-32 0,-2-1 0 16,6 1 44-16,-5 0 32 15,1-2-64-15,4-1 48 16,-5-4-60-16,1 1-12 0,3-3 4 0,-3 3-4 0,0-4 0 15,-2 0-48-15,2 1-88 16,0-3-52-16,-1 2 28 0,-3 0-76 0,-5 5 36 16,1-6 24-16,-9 5 136 0,1 4 40 15,-1-3 12-15,-3 3 0 0,4-1 48 0,-1 0 12 16,-3-1 16 0,-1 2-64-16,0-2-12 0,2 1 40 0,-2 0-36 15,0 0-8-15,5 0 4 16,0-3-12-16,3 0 12 0,1-1 0 0,-1 1-108 15,1 3 36-15,-5-4 64 0,1 7 8 16,-4-3 72-16,3 6-8 0,-7 0 36 16,3 4 0-16,-7 0-100 0,-4-1 4 0,-1 7-4 15,-3-4 4-15,3 4-4 0,-3 4 4 16,4-6 8-16,0 5 0 0,0 0-12 16,-2 0-60-16,6 3-28 0,-4-3 80 15,3 4 4-15,5 2 4 0,3 0 72 16,2 3-8-16,2 2 24 0,-4-2-88 0,6 6 8 15,-2-3 76-15,0 7-76 16,1-2-4-16,7 5 80 0,-3-3-84 0,3 6 0 16,5-3-8-16,4 3-164 0,-5 1 60 0,9-1 60 15,-6 3 52-15,6 1 0 0,3 3 8 16,2 2 4-16,2 2 88 16,0 5-36-16,4-3-52 15,1 7 52-15,-1-5-60 0,5 5-4 0,-1-1 0 16,9 3-160-16,-8 4 48 0,6 0-36 15,6 3 12-15,-1 0-28 0,8-3 16 0,5 3 144 16,3-3-48-16,4-4 44 0,9 0-80 16,-1 1 28-16,4-4 60 0,5 3 0 15,3-2 12-15,4 0 88 0,0 2 20 16,8-3-120-16,1 4-12 0,7-4 12 16,4 5 4-16,4-7 44 0,4 4 52 15,8-1-36-15,-4-8-64 0,9 4 4 16,2-6-12-16,5 0-96 0,4-7-20 0,0 0-232 15,8-2 16-15,4-4 104 0,4 0 96 16,4-2-12-16,0-2 148 0,8-2 4 16,-1-4-44-16,10 5 44 0,3-4 12 0,-1 2 88 15,5-2 16-15,4 3 8 0,0 0-116 16,3-1 132 0,5 0-128-16,4 5-8 0,0-1-4 0,3 0-12 0,5 0-76 15,4 0 36-15,4 0 48 0,0 0 0 16,3-3 4-16,5-1 0 15,4 2 4-15,-1-2-4 0,5 1 4 0,4 0 40 16,-1 2-36-16,5 1 104 0,3 4-24 16,1 0-80-16,-1-2 56 0,5 1-60 15,-1 0 8-15,2 3-12 0,1-2-44 16,2-1 44-16,4-2 52 0,8-3-44 16,-1 0 88-16,8-5-92 0,4-3 0 0,5-2 8 15,4-4 92-15,-1-3-64 0,5 0-40 16,-1 0-28-16,5-3-24 15,7 0 64-15,0-1-12 0,4 1 116 0,1 0-108 0,-5-1 32 16,8 1-40-16,-3-1 0 16,7-1-44-16,1-2 44 0,2-3 8 0,6 4 92 15,-4-6-88-15,3-2 72 0,-4 2-80 16,8-4 68-16,4-3 4 0,0 3-16 0,5-3 16 16,-4-4 72-1,3 4 4-15,-4 0 168 0,4-4-184 0,5 5-136 16,-1-4 0-16,3 2 160 15,-2-5-160-15,-1 2-36 0,5-3 24 0,3 2 12 16,0-5 16-16,0-4 80 0,4 5-32 16,-3-3-64-16,2-1 0 0,-2-3 0 15,3 3 72-15,0-1 4 0,0-2-64 16,1 4-12-16,-5-1-48 0,0-3 4 16,0 4 44-16,0-1 64 0,1 0 16 15,-6-3-80-15,-2 0-108 0,3 0 100 0,5 0 8 16,-2 0 56-16,2-6 44 0,-1-1-100 0,-4 1-36 15,5 0 32-15,-2-5-28 16,-2 5 32-16,3 0 12 0,-3-1 40 0,-6 1-52 0,-3 0-4 16,1 4-56-16,0-2 60 15,-5-3 12-15,0 4 48 0,-4-3-60 0,1-4-64 16,-1 1 52 0,4-1-52-16,0 1 64 0,0-4 8 0,1 0 4 15,-5-2-12-15,0-1-36 0,1 3-16 16,3-7 52-16,0 6 0 0,-4-5 88 15,1 0-76-15,-5-4-12 0,1 1-100 16,-2-1 92-16,1 1 4 0,1-3-4 0,-1-1 8 16,1-2 76-16,-5-1-76 0,4-3-92 15,0-2 88-15,5-1 4 0,-1-3 0 16,4 0 52-16,-3-4-52 0,3-2 0 0,0-1-68 16,-4-5 64-16,1-1-56 15,-1-3 60-15,0-3 72 16,-3-4-36-16,-9-2-36 0,-4 3-100 0,0-8 88 15,-7 2-24-15,0-7 36 0,-5 1 0 16,-8-5 12-16,-4 0-72 0,-6-2-16 16,-14 0-60-16,1 0 24 0,-13-1-12 0,-3-3-12 15,-9 1-40-15,-4-3-36 0,-7 1 52 16,-9-1-16-16,-2-1 52 0,-10 1-8 16,-3-5-32-16,-12 5 104 0,-5-5 16 15,-10 5 44-15,-5 0 128 0,-9 1 8 0,-3-1 32 16,-8 5 8-16,-7-2-52 0,-5 6 52 15,0-3-28-15,-13 3-48 0,-2 0 0 16,-6-4-96-16,-7 4 44 0,0 0-36 0,-3-4 40 16,-9 4-52-16,0 3 100 0,-8-3-92 15,-4 2 72-15,-4 2-80 0,-3 2-12 16,-1 0 4-16,-8 0-60 0,0 1 64 16,-7 1 4-16,3 5-52 0,-7-6 40 15,-1 6-148-15,-3-5 72 16,-1 5 76-16,0 2-52 0,-4 4-36 0,0 0 28 15,-4 0 56-15,6 3 16 16,-11 0 56-16,5 2-48 0,2 2 40 0,-7-1 28 0,6 4-72 16,-1-1-4-16,0 0 0 15,5 1 48-15,0 0-48 0,6-1-76 0,-1 3 64 16,1-3-40-16,1-2 4 0,5 6 36 16,-5-4-32-16,1 3 40 0,3 1 8 15,-3 3-8-15,-2-1 0 0,1 1 4 16,1 3 56-16,-1 0-56 0,1-3 0 15,-1 6-4-15,5-3 0 0,-2-1 0 16,2 4-60-16,-1 0 16 0,1 3 36 16,-1-1-88-16,4 0 96 0,-3 5-60 0,-5-1-24 15,5 4 20-15,-2-4 68 0,-3 4 116 16,5 0-104-16,-5 2-4 0,5-2-4 16,-5-1-4-16,4 4-4 0,0 0-8 15,1-1-40-15,0 2-4 0,2 2 52 16,2 0 8-16,-5-1-16 0,4 1-24 0,1 0 24 15,-6 0-104-15,6 3 112 0,-4 0-4 16,2 1-68-16,2-2 76 16,0 5 0-16,2-4-4 0,2 4 4 0,-1-2 0 15,1-2 0-15,3 4-64 0,0-1 52 16,1 1-40-16,-2-1 4 16,6 0-16-16,-1 3 52 0,-3 1-48 0,3-4 60 0,-4 7 64 15,-1-3-52-15,2 2-8 16,-1 1 8-16,0-1 52 0,4 0 0 15,1 2-60-15,4-2-4 0,-1 0-12 0,0 1 8 16,4 1 0-16,0-5 4 16,0 3 0-16,4-2 48 0,1 2 4 15,-1 1-4-15,0-2-44 0,0 1 4 16,1-3 0-16,-5 3 20 0,3 1-24 16,2 0-4-16,-1 2 64 0,1-2-56 0,-2 0-8 15,6-1 0-15,-1-2-4 0,0 3 0 16,5-4 4-16,2 1-4 0,5-4-4 0,0 3 4 15,0-2-8-15,4-2 4 0,0 6 4 16,1-5 4-16,0 1 0 0,2 1 4 16,-6 2-4-16,3-1 0 0,-4 1-76 15,0-1 8-15,0 1 68 0,-4 3 0 16,1-4-68-16,2 0 64 0,1 4-44 0,-4-3 36 16,4 2 0-16,4-2 12 0,0-1 0 15,1 1 8-15,3 0 0 0,0-1 4 16,0 1 152-16,0-2-164 15,1 6-108-15,3-5 108 0,-5 3 100 16,1-2-92-16,5 2-4 0,-5 1 68 0,0 0-72 0,0-1-12 16,4 1 0-16,-4 0-40 0,0-4 52 15,0 4-8-15,1 0 8 0,3-1 12 16,-5 1-12-16,6-4 8 0,-1 4 4 16,0-3-8-16,0 2-4 15,4-2 40-15,-3 2-40 0,-2 1 0 16,1 0 4-16,1 2-4 0,2-3 4 15,-3 2-12-15,5-2 8 0,-2 0-52 0,2 1 52 16,-2 0 0-16,6 0-4 0,-1-1-4 16,0 1-36-16,0 0 44 0,0-1 8 15,4-2 0-15,-4 4 60 0,5-2-60 0,-6 3-16 16,5-2 8-16,1 3-4 0,-2-4 4 16,1 4 12-16,4 0 52 0,1 3-52 15,-1-3-4-15,0 0 56 0,-1 0-64 0,5 3 4 16,0-4-4-16,-4 1 52 15,0 0-52-15,4 0-12 16,-4-1 12-16,4 2-16 0,-3-2 28 16,3 1-24-16,-4 0 12 0,4 0-12 0,-4-1 12 15,4 1-4-15,-4 0 4 0,-1 0-4 16,5-3-56-16,-4-1 52 0,4 4 8 16,-4-3 12-16,4-1-12 0,-3 0 96 0,3 2-96 15,-4-2-16-15,0 0 12 0,4 1-4 16,-4 0-64-16,0-1 4 0,-1-2 60 15,5 4 8-15,-4-2 0 0,1 3 8 0,-1-2 84 16,0 0-32-16,-4 2-44 0,3 1-4 16,1 1 36-16,1-2-36 15,-1 1 64-15,0 0-76 0,4 0 4 0,-4 3-8 0,0-4 4 16,4 1-48-16,-4 0 32 16,4 0 16-16,0 0 0 0,-5 0 0 15,5 0 88-15,-3-1-76 0,-1-2-4 0,4 3 4 16,-4 0 48-16,0 3 76 0,4-3-56 15,-4 3-80-15,0 0-48 0,0-4-52 16,0 4-52-16,-4 0 68 0,4 0 8 16,0-3 68-16,0 3 0 15,4 0 8-15,0 0 0 0,0 0 88 0,-4 0-76 16,4 0 48-16,-3-3 4 0,3 3-52 16,-5 0 36-16,1-3-48 0,0 3 0 0,-4-4-12 15,1 1 4-15,-2 3 4 16,1-2 4-16,1-2 12 0,-6 1 40 0,5 0-4 15,1 3-40-15,-1-3 68 0,-5-1-72 16,6 1 0-16,3 0 8 0,-4 3 0 16,3-3 64-16,-3 0-64 15,5-1-4-15,-1 1 0 0,0-1 0 16,0 4 72-16,0 0-80 0,-1 0-76 0,-2 0-36 16,3-2 104-16,-4 2-76 0,0 0 84 15,3 0 0-15,-2 0 0 0,3 0 0 16,-4 0 0-16,4 0-12 0,-1 0 12 15,2 0 4-15,-1 0 12 0,4 0-4 0,0 0-4 16,-4-3-4-16,4 3-4 0,-4 0 0 16,4 0 0-16,-4 0 0 0,4 0-4 15,-4 0 0-15,4 0 0 0,-4 0 4 16,4 0-12-16,0 0-76 0,0 0 0 0,0 0-24 16,0 0-76-16,0 0-128 0,0 0-388 15,0 0-1172-15,-4 0-276 16,4 3-381-16,-4-3-2535 0,16-3 1432 0</inkml:trace>
  <inkml:trace contextRef="#ctx0" brushRef="#br0" timeOffset="154153.845">25778 14068 6612 0,'0'0'6301'0,"0"0"-5321"15,0 0 488-15,0 0-692 0,0 0-144 16,0 0 124-16,64 83 160 15,-48-51-240-15,3 6-112 0,5 0-72 16,-3 10-128-16,2-2 40 0,-3 3-136 16,4 4-96-16,-8-5-40 0,0 2 12 0,0-5-88 15,0 0-56-15,-4-4-100 0,0-7 16 16,0 6-24-16,-1-7 56 0,6-3-32 16,-1-2 12-16,-1-5-88 0,-3-5 40 0,4-1-124 15,-4-8-120-15,4-6-140 0,5 0-96 16,-2-3-100-16,1-3-44 15,0-9-412-15,0-8-516 0,4-2-680 0,-4-6-1589 16,0-4-1343-16,-8 6 3132 0,11-21 1164 0</inkml:trace>
  <inkml:trace contextRef="#ctx0" brushRef="#br0" timeOffset="154412.918">26583 14100 156 0,'0'0'7096'0,"0"0"-6080"0,0 0-124 16,0 0 324-16,0 0-287 0,0 0 851 16,-88-23-632-16,72 33-352 0,-8 3-156 15,0 6 68-15,-4 6-24 0,-4 3-24 0,-7 8-104 16,-1 2-136-16,-12 6-124 0,-4 1-28 16,-4 3-96-16,-11 5-148 0,-4 1 40 15,-9 3-128-15,4 4-56 0,1-1 44 16,2-3 64-16,6-5-100 0,7-2 40 0,4-5-28 15,8-8-56-15,5-2-168 16,7-7 56-16,4-2-576 0,12-10-420 16,1-3-856-16,10-3-1145 0,-2-7-3671 0</inkml:trace>
  <inkml:trace contextRef="#ctx0" brushRef="#br0" timeOffset="166872.102">11984 10429 4668 0,'0'0'768'0,"0"0"4801"0,0 0-4785 15,-92-11-272-15,61 6 168 0,-5 3 352 0,-4-2-248 16,0 1-152-16,-4 0-156 0,-4 3 16 16,1-2 132-16,-1 2-64 15,-3 0 8-15,-5 0-208 0,3 0 32 0,-6 0-36 16,-1 2-24-16,-8 10-24 0,-3 1-128 16,-13 4-128-16,-4 5-52 0,-7 0 48 15,-9 6 24-15,-4 1-72 16,-11 3-184-16,-1-1 88 0,1 5 96 0,0-5-12 15,-5 4-48-15,1 0-16 16,3 3 28-16,-7 0 48 0,-5 7-4 0,0-1-4 0,-3 6-152 16,-5 5 152-16,1 5-116 15,-4 3-108-15,-5 4 148 0,-4 3-16 0,1 3 12 16,0 3-144-16,-5 4 172 0,5 0 60 16,8-5 160-16,-1 1-64 0,9 4 16 15,8-7-64-15,3 4-36 0,1-4-12 16,7 2 0-16,-4 2-72 0,8-1 24 15,1 3-176-15,3 0 64 0,1 4 12 16,3 0 88-16,8-1 60 0,9-2 8 0,8-4 0 16,6-6-8-16,14-7-152 15,7-7 40-15,13-4 52 0,11-4 60 16,7-11-112-16,10 1-24 0,11-6-64 0,0 0 112 16,11-6 4-16,14-1 40 0,10-3 36 15,9-3 4-15,8 0-96 16,8-6 76-16,15-1 24 0,9-5 100 0,7-3-100 15,18-4-88-15,10-7 76 0,9-9-100 16,7-3 36-16,12-7 76 0,9-2 4 16,10-7 108-16,6 0-16 0,4-6 28 0,7-3-112 15,1-7-12-15,7 0 0 0,3-3 84 16,6-2 64-16,3-5-24 16,4-1-124-16,-4-1-48 0,4-6-52 15,1-4 16-15,3-4 32 0,-4 1 44 0,-4-3-80 16,-3 0-96-16,-5 0 48 15,-8-1-116-15,-4 1-96 0,-12 0 56 0,-7 2 28 16,-12 4-12-16,-10 4-88 0,-13 1 364 16,-6 2 48-16,-8 0-48 0,-7 2-4 0,-12 1-60 15,-9-2 0-15,-11 8-112 0,-13 0 24 0,-7 6-48 16,-12 1-16-16,-11 5-140 16,-6 1 76-16,-11 2 40 15,-1 1 136-15,-10 6 104 0,-1-3 160 0,-4 7-60 16,-9-1 52-16,-2 3 28 0,-9 3-4 15,-4 1 52-15,0 6-24 0,-8 0-192 16,1 3 228-16,-5 1-116 0,-1 2 16 0,-2 0-136 16,-1 1 48-16,-4 1-52 0,4 3-216 0,-3 1 204 15,-5 0-88-15,4 2-216 16,-4-1 136-16,1-1 68 0,-2-3 12 0,2 3 84 16,-1 1 8-16,4 0 8 0,0 0 80 15,1-1 12-15,2 1 20 16,-2 0 116-16,3-1-152 0,4 1 0 15,0 3-76-15,-4-1-136 0,4 4 132 16,1-3 0-16,3 3 4 0,0 0-4 0,0 0 12 16,0 3 72-16,1 1-80 0,6-1 64 15,1 0 12-15,0 0-76 0,9 0 0 16,-2 1-8-16,2-2-4 0,6-2 12 0,1 4-8 16,5-4-132-16,-1 3-188 15,0-3-116-15,0 3-168 0,0 0-692 16,-1 1-1041-16,-2 2-2339 0,3-3 312 0</inkml:trace>
  <inkml:trace contextRef="#ctx0" brushRef="#br0" timeOffset="168460.291">9391 11643 848 0,'0'0'1396'0,"0"0"1640"0,0 0 200 0,0 0-1228 16,0 0-695-16,0 0-85 16,0 0-20-16,0 0-72 0,0 0-152 0,0 0-312 15,24-42-172-15,-9 30-128 16,5-8-104-16,1-2-56 0,6 0-200 15,-3 0-12-15,4 0-4 0,0-4-108 16,4 4-12-16,-4 0 28 0,0 3 8 0,-4 3 0 16,-5 4-48-16,-6 1 64 15,-2 5-28-15,-7 6 0 0,0-3 28 16,-4 3 8-16,0 3-36 0,0 3 100 0,4 5 212 16,-4 1-100-16,5 1-112 15,-5 9 4-15,3 0 96 0,5 7 24 16,0-1-28-16,0 4-44 0,0 3 32 0,0-3 40 0,-4-1-12 15,4-2-100-15,0 0 88 16,0-7-88-16,0-3 0 0,4-4-12 16,-4-5-144-16,3-4-40 0,-3-6-100 0,5 0-4 15,-2-3-8-15,2-7-316 0,-2-8-444 16,1-1-864-16,1-3-1301 0,-2-7-2643 0,-3 10 1536 16</inkml:trace>
  <inkml:trace contextRef="#ctx0" brushRef="#br0" timeOffset="168694.992">9988 11315 980 0,'0'0'208'0,"0"0"768"0,0 0-468 15,0 0 4980-15,0 0-3740 0,0 0-675 16,0 0-369-16,0 0 4 0,-83 74 20 16,63-45 24-16,-1-4-208 0,-2 6-164 0,3 1-128 15,-8 3-24-15,0 0-140 16,0 7-84-16,0 2-4 0,0-3-12 0,0-3-140 15,5-3 12-15,-1-7-176 0,7-2-64 16,6-5-228-16,-1-4-104 0,4-7-388 16,4-1-485-16,0-6-1319 0,4-3-1316 0,-4 0 1716 15,4 0 2384-15,0-3 120 0</inkml:trace>
  <inkml:trace contextRef="#ctx0" brushRef="#br0" timeOffset="169708.979">10160 11715 2492 0,'0'0'0'0,"0"0"-156"0,0 0 156 0,0 0 4 16,0 0 88-16,0 0-80 0,0 0 80 15,0 0 844-15,0 0 4 16,0 0-236-16,0-9-40 0,0 9 284 0,0-3 196 16,0 3-172-16,0 0-256 0,0 0-136 15,0 0-36-15,0-3-43 0,0 3-113 0,0 0-108 16,0 0-48-16,0 0-52 0,0 0 0 16,0 0-52-16,0-4-16 0,3 4 68 15,-3 0 24-15,0 0 64 0,0-3 100 0,0 3 104 16,0 0-68-16,0 0-12 15,0 0-40-15,0 0-12 0,0 0-24 16,0 0-36-16,0 0-20 0,0 0 28 0,0 0 24 16,0 0-164-16,0 0-36 15,0 0-100 1,0 3-8-16,0-3 120 0,0 4 12 0,0 2-36 0,0 3-24 16,0 4-64-16,0 3 124 0,-3 4-64 0,3-1-8 15,0-1 72-15,0 4-12 0,-4-2-28 16,4-1 4-16,0 0-12 0,-4 0-84 15,4-4-4-15,-5 2-52 0,5-8-8 16,0 3-16-16,0-1-20 0,0-6-104 0,0 2-32 16,0-7-16-16,5 2-176 0,-5-2-212 15,4 0-656 1,3-2-1132-16,-3-5-3117 0,0 2-1287 0,-4-6 6644 16</inkml:trace>
  <inkml:trace contextRef="#ctx0" brushRef="#br0" timeOffset="171928.144">17291 10639 4772 0,'0'0'5784'0,"0"0"-4547"0,0 0-877 16,-96-70-360-16,61 48 180 15,3-3 204-15,-4 3 76 0,1-7-128 0,-5 4 200 16,3-3-340-16,-2 2 84 0,-1 0 144 15,-4 4 96-15,0 0-152 0,1 3 104 16,-5-1-120-16,-1 8 40 0,2-1-40 0,-5 1-112 16,0 5-40-16,1-3-156 15,-5 5-40-15,0 1-124 0,-4 2 72 0,4-3-208 16,-8 5 36-16,5 0 224 0,-1 5 76 16,1 1 60-16,-1 2-136 0,4 6-112 15,0-2 12-15,4 4 100 0,1 3 76 0,7 3 24 16,0 4-100-16,8-1-12 0,0 1-188 15,9 2 192-15,6 1 0 0,1-4-92 16,13 4-36-16,3 2 96 0,4-2 40 16,0 0 0-16,7 3 0 0,6-5-124 15,6 3 76-15,5 1-52 0,0-2-112 16,8-1 84-16,-4 4 36 16,8-1-44-16,0 2-40 0,-1 2 112 15,1-4 52-15,5 4-76 0,-2 0 88 0,5 1 64 16,0 1-64-16,3 1-8 15,1 0 8-15,5 4 60 0,-2-2-48 0,1 6-12 16,8-2 0-16,-1 3-12 0,1 2 12 0,4 1 32 16,7 1-32-16,-3-1-76 0,8 1 76 15,-1 0 0-15,5-3 64 0,0 0-64 16,4 1-12-16,0 0 4 0,7-2 8 0,1 1-4 16,-1 0 4-16,1-4 0 0,4 1-64 15,-1-1 60-15,5-2 4 0,-9-2 0 0,5-1-4 16,-1-1 4-1,-3-4-12-15,-4 1-36 0,3-2 44 16,-7-2 8-16,4 1-4 0,-5-4 100 16,1-2-96-16,0-1-4 0,-5-3 0 0,1-2 0 15,4-4 0-15,-5-2 0 0,-2-3-4 16,2-2 0-16,-7-2-4 0,-1-1 8 0,-3-6 4 16,-4 0 96-16,-5 0-96 0,1-3 40 15,-4-7-44-15,-4-3 0 0,-4 1-76 16,0-4 76-16,-9-3 0 0,-3-4 12 15,-8 2-4-15,0-5 56 0,-8 4-16 16,-4-4-36-16,-9-2 152 0,-2 2 80 0,-5 1-84 16,0-1 80-16,0-2-44 15,-8 3 68-15,0-7-128 0,-4 1-64 16,0-2-72-16,0-2-104 0,-4 0-48 16,0-2 144-16,-4 2-52 0,5-4-104 15,-9 1 116-15,3 0-40 0,2-3 88 16,-5 6 12-16,0-6-4 0,0 3 44 0,0-1-44 15,4 5-8-15,-4-4 0 0,0 3 0 16,1 0 0-16,-1 0-40 16,-4 3-32-16,4-3 64 0,-4 4-8 0,3-1-132 0,-2 4 52 15,3-5 96-15,-4 5 12 16,0 2 0-16,0 1 88 0,0 0-48 16,0-1-48-16,0 3 0 0,-3 2 0 0,3-1 0 15,-4-1 0-15,4 1 64 16,-4 3-68-16,0 0 0 0,0 0 4 15,4 3 44-15,-4-4-48 0,4 6 8 0,1 1-8 16,-4-4 8-16,3 2-8 0,-4 1 12 16,0 0-12-16,0 0-48 0,-5 1 48 0,6 1 52 15,-5-1-52-15,0 1 16 0,1-5 8 16,3 5-24-16,-4-1-8 0,-1-2-56 16,2 2-24-16,3-3 40 0,-4 3-104 0,0-3 28 15,5 0 16 1,-5 4 104-16,4-1 0 0,-4 0 4 15,0 0-12-15,4 1 8 0,-4-1 0 0,0 1 4 16,1-1 4-16,-1 0 0 0,0 4 4 16,3-5-8-16,-2 2-4 0,3-1 4 0,0 0 8 15,4 1 4-15,5-4-12 0,-5 3 0 16,4 1-8-16,0-1-4 0,0 3-68 16,0-2 80-16,4 2 16 0,-4 1 84 15,5 3-96-15,-1-4-4 0,-1 1-8 0,2 2 8 16,-1-2 0-16,3 2-4 15,2 0 0-15,-2 1-32 0,2 0 36 0,2-1 8 0,2 1-4 16,-1 0 8 0,0 4 76-16,4-3-12 0,-4-1-64 15,4 6 0-15,0-6-12 0,0 6-8 16,1-3-104-16,-2 3 12 0,5-3 48 16,-4 3-16-16,5-4 60 0,-1 4-128 15,4 0 24-15,0 0-52 0,0 0-36 0,0 0-116 16,0 0-36-16,0 0-4 0,0 0-48 15,0 0-28-15,-4 0-28 16,4 0 40-16,-5 0 36 0,1 0 244 0,0 0 12 0,-3 0-260 16,3 0-925-16,-4 0-1263 0,-1 0-728 15,2 0-584-15,59 0 3224 0</inkml:trace>
  <inkml:trace contextRef="#ctx0" brushRef="#br0" timeOffset="172677.262">17431 11243 1720 0,'0'0'2048'0,"0"0"3080"0,0 0-3860 0,0 0-271 16,0 0-113-16,0 0 88 0,92-48-244 0,-72 38-372 16,-5 1-216-16,6-1-128 0,3 4-12 15,-5-1 4-15,-3 1-4 0,4 3-64 16,-8 3 40-16,4 0 24 0,-4 3 112 0,0 10 104 16,-8 3 204-16,3 5-108 15,-7 8-48-15,0 3 116 16,0 3-232-16,0 0 84 0,-7 1-96 0,3-5-36 15,0 4-100-15,0-7 0 0,4-5-64 16,0-4-60-16,0-7-56 16,8-5-156-16,3-7-104 0,6 0-396 0,3-10-548 15,3-6-937-15,1-3-2675 0,-7 0-200 16,6-10 4585-16</inkml:trace>
  <inkml:trace contextRef="#ctx0" brushRef="#br0" timeOffset="172881.088">17865 11169 3544 0,'0'0'832'0,"0"0"680"0,0 0 1308 16,0 0-1292-16,-84 57-587 0,61-35-17 0,-5 4 88 15,0 0-84 1,0-1-144-16,0 0-292 0,0 1-200 0,0-1-44 16,4 0-160-16,1-5-88 0,6-4-112 15,2-4-100-15,6-2-532 0,5-4-448 16,1 4-660-16,3-7-2009 0,0 3-1503 0,0-3 3656 15,0-3 809-15</inkml:trace>
  <inkml:trace contextRef="#ctx0" brushRef="#br0" timeOffset="173156.535">18013 11509 3300 0,'0'0'6008'16,"0"0"-4976"-16,0 0-628 0,0 0 457 0,87 6 611 0,-75-6-200 15,-4 4-436-15,-3-1-332 0,-2 0-68 16,1 0-68-16,-4 3-68 0,0 1-28 16,0 2-72-16,-4 1-112 0,-4 6-88 15,-8 0-24-15,0 3-88 0,1 0 48 16,-6 0-124-16,6 0 4 0,2-3 96 16,2 0 84-16,3-4 0 0,3 1 4 0,5-4 0 15,0-2-12-15,9-1 12 16,2-3 88-16,10 0 24 0,3-3-12 0,3 0-100 15,6-3-116-15,6-6-208 0,-3 0-356 16,3-1-452-16,-3 0-776 0,-8 4-2361 0,0 0-3115 16</inkml:trace>
  <inkml:trace contextRef="#ctx0" brushRef="#br0" timeOffset="174808.83">8869 11623 1616 0,'0'0'1072'0,"0"0"-16"0,0 0 4040 0,0 0-3208 0,0 0-535 16,0 0-865-16,0 0-44 15,-4-66 120-15,0 56-44 0,0 0-152 16,-1 4-28-16,1 0 52 0,0 3-28 16,-3 0 88-16,3 3-108 15,-4 0-208-15,-4 0 120 0,0 0-256 0,-4 6-48 16,0 3 4-16,-4 4 40 0,0 4 8 15,-3 4-4-15,2 5 84 0,1 2-80 0,1 4-4 16,-2 6 16-16,1 0 68 16,5 0-20-16,3 0-52 0,0 4 64 0,8-7 24 15,0-1 0-15,4-2 24 0,4-1 0 16,3-5 72-16,10 0 92 0,-2-7 292 16,6 0-212-16,3-3-96 0,4-4-16 0,-5-5-24 15,5-1-72-15,4-6-48 16,-4 0-104-16,3-9 4 0,-3-1-12 15,4-6 0-15,-4 1-88 0,-4-1-84 0,-3-3-168 16,-6 6-104-16,-7-3-100 16,1 6-36-16,-9 1-76 0,0-1-168 0,0 1-728 0,-13 2-1276 15,-2-2-2565-15,2 2-659 16,-15 4 5597-16</inkml:trace>
  <inkml:trace contextRef="#ctx0" brushRef="#br0" timeOffset="175125.472">8713 11909 1528 0,'0'0'1564'0,"0"0"3932"0,0 0-3868 16,0 0-467-16,0 0-93 0,0 0-316 15,0 0-700-15,0 0-52 16,84-66-716-16,-72 56-336 0,-1 0-365 16,-2 3-955-16,-1 5-480 0,-4-1-1468 15,-1 3 3801-15,-3 0 519 0,0 0 0 16,4 3 0-16,-4 3 867 0,0 4 529 0,0-1-900 15,0 1-288-15,0-1 4352 16,-4 4-3184-16,4 0-356 0,0 3-64 0,0-4 149 16,0 8 47-16,4-5-272 0,0 4-300 15,1 0-72-15,-1 0 96 0,4 0 0 0,-5 1-192 16,5-1-176-16,-4 0-164 0,1-3-72 16,-1-4-124-16,0 1-52 15,-4-7-388-15,3 0-264 0,1-1-160 0,0-3-40 16,-4-2-304-16,4 0-417 0,1 0-1427 15,-1-7-1980-15,0 1 3972 0,3-3 584 0</inkml:trace>
  <inkml:trace contextRef="#ctx0" brushRef="#br0" timeOffset="175366.4">9088 11783 1044 0,'0'0'744'16,"0"0"1224"-16,0 0 4400 15,0 0-4463-15,0 0-589 0,0 0-44 0,0 0-28 16,0 0-276-16,0 0-432 0,0 0-388 16,0 0-136-16,11-5 68 0,-6 3-80 0,-5-5-408 15,4 5-568-15,0-5-360 16,0 4-708-16,-4-1-1925 0,0 4-2271 0,-28 30 3608 0</inkml:trace>
  <inkml:trace contextRef="#ctx0" brushRef="#br0" timeOffset="176943.195">17164 10757 3160 0,'0'0'404'0,"0"0"4876"0,0 0-4228 16,0 0-512-16,0 0-11 0,0 0 191 0,0 0-104 16,-92-7-232-16,73 14-180 0,-5 2-88 15,-4 1 88-15,0 3 168 0,0-1 124 0,-4 5 72 16,4 1-100-16,-8 4-52 16,8 1-164-16,-4-1-104 0,8 3-92 0,1 0-56 15,3 0 0-15,-1 1 76 0,10 0 8 16,3-1 8-16,-1 1 96 15,9-4 64-15,0 0-4 0,5 0 124 0,3-3 88 16,4-3-88-16,4-3-40 0,-1-4-48 16,2 1-100-16,2-6 12 0,-2-2-72 15,3 1-48-15,-1-3 8 0,-3 0-72 0,4 0-12 16,-4-5-56-16,0 1-104 0,0-6-124 16,-1 3-132-16,-2-1 8 0,-1-3-28 0,-5 5-96 15,-2 0-128-15,-1 0-184 0,-4-1-268 16,0-2-424-1,-4-1-597-15,-5 1-803 0,2-1-1332 0,-5 1 1600 16,-4 3 2084-16,0-4 584 0,4 1-387 16,0-1 387-16,4 4 35 0,0-1 1541 15,4-3-976-15,4 8-444 0,0-1 40 0,0 3 4836 16,0 0-3332-16,0 0-332 0,0 0-287 16,4 0 187-16,1 5-96 0,2 2 356 15,1 0-736-15,4-1-192 0,-4 0-204 16,0-2-36-16,4-1-188 15,0-1-92-15,0 2-80 0,-1-4-148 0,2 0-236 16,-2 0-276-16,-3-4-220 0,1 2-148 16,-1-1-216-16,-5 3-440 0,1-4-457 15,0 4-555-15,-4 0 500 0,0 0 696 16,0 0 1264-16,0 0 236 0,-4 7 1436 0,-3-1-512 16,3 0 560-16,-4 4-4 0,3-1-264 15,-3 4-364-15,5 3-271 0,-5 0-121 0,4-1-72 16,0 5-32-16,-1-1-48 0,1 2 24 15,1 5 304-15,-1-3 304 16,0-4-800-16,0-4-140 16,4-2-76-16,0-4-40 0,0-5-252 0,0 2-164 0,0-3 0 15,0-3-148-15,0 0-436 0,8 0-705 16,-4 0-1031-16,3-3-1332 0,-2-7 2160 16</inkml:trace>
  <inkml:trace contextRef="#ctx0" brushRef="#br0" timeOffset="177141.605">17112 11106 3100 0,'0'0'340'0,"0"0"5636"0,0 0-4131 0,0 0-253 0,0 0-80 16,0 0-24-16,0 0-396 0,0 0-544 15,0 0-336-15,0 0-140 0,24-3-72 16,-20 0-264-16,0-1-768 0,0 1-820 15,-4 3-2297-15,0 0-4771 0</inkml:trace>
  <inkml:trace contextRef="#ctx0" brushRef="#br0" timeOffset="179306.862">11084 13862 11865 0,'0'0'1676'0,"0"0"-1344"16,-96-26-332-16,48 17-152 0,-3-2 152 15,-1 0 112-15,0 4 268 0,1 4 40 0,-1 3 20 16,7 0 240-16,-2 7 88 0,3 5-180 15,0 7-144-15,1 0-144 0,2 6-104 16,2 4-48-16,-5 4-96 0,4 0-52 0,-4 6-76 16,0 5 64-16,0 4-88 15,1 2 40-15,3 5 0 0,4 2 48 0,4 3-76 16,4 1-36-16,4 2 36 16,8 6-24-16,5 2 24 0,6-5-8 15,5 8-4-15,5-1 36 0,14 4 16 0,5-5 40 16,12 1 0-16,8 3 0 0,7-4 8 15,9 5 0-15,12-3 84 16,8-1 4-16,8-4 24 0,11 1 0 0,9 0 24 0,3-3-24 16,13-1-24-16,12-2-4 15,2-4 40-15,10 1 0 0,4-4-12 0,7-7-112 16,4-1 0-16,5-5 156 0,3 0-152 16,8-6 120-16,4 0-64 0,5-7-12 15,-1-1-48 1,5-3-124-16,-1-4 124 0,4-7 4 0,4 0 8 0,-4-6 0 15,-4-8-12-15,0-2-116 16,-3 0 68-16,-5-9 0 0,0-7 36 0,-7-3 4 16,-1-6 4-16,-8-6 4 0,-4-2-120 15,-11-2-80-15,-8-6 52 0,-9 0 72 16,-12-1-20-16,-11-5-44 0,-12-1 16 16,-16-2 28-16,-17-2 56 0,-11-1 40 0,-13-1 0 15,-11 0 100-15,-15-3-88 0,-10-1-12 16,-7-2-92-16,-11-1 4 0,-13-2-148 15,-4-3-88-15,-12-5-396 0,-8 5 44 0,-12-3-56 16,-4 4 184-16,-7 2 180 16,-5 5 204-16,-11 2 164 0,-1 5 76 15,-4 0 40-15,-7 4 148 0,-1 0-32 16,-3 1 32-16,-6 2-152 0,2 3 16 16,-5-1 0-16,1 4-40 0,0 0-36 15,0 0-52-15,3 0-92 0,-4 1 56 0,4 1 24 16,0-2 24-16,5 3-12 0,0 3 68 15,7-2-60-15,0 2 52 0,4 1-52 0,5-2-8 16,3 1 4-16,-3 1-4 16,8 2-4-16,-5 1-4 0,7 2 8 0,-2-2-88 15,7 2 36-15,1 1 0 0,-1-1 52 16,5 1-48-16,2 0 36 0,-3 3 4 16,5-1-104-16,3 4 36 0,0-3 72 0,5 2 0 15,3 2-4-15,-4 2-8 16,8 0-52-16,-3 0 60 15,2 4 0-15,2-1-92 0,-1 0 24 0,1 4 20 0,-2-1 56 16,6 0 8-16,-1 4 108 0,0-1-28 0,4 5 12 16,4-5 40-16,0 4-76 15,0 1-64-15,5-3-68 0,3 5 64 16,0-2 0-16,0 2-8 0,0 0-76 0,8 2 24 16,-4 3-52-16,4-3 56 0,5 1 60 15,-2 4 8-15,2-5 40 16,2 5 16-16,2-1-60 0,-1-2 72 15,-1 2-68-15,2 1 8 0,-2-1-12 16,2 0-4-16,-1 1-92 0,-4-1 80 16,4 0-52-16,0 3-48 0,0-2 24 0,1 3 12 15,-2-4 0-15,-2 3 0 0,2 1-28 16,1-1-72-16,-4 1 60 0,4 0 64 16,-4 2 48-16,1-2 0 0,-2-1-44 0,2 1-52 15,2-4 12-15,-2 0 88 0,7 0 8 16,-1-1 56-16,6-5-60 0,-1 0-4 0,4 0-116 15,0 0-332-15,0 0-460 0,0 0 60 16,0 0-85 0,0 0-51-16,4 0-156 0,-1 0-212 0,6-5-820 15,-5 3-1264-15,4 2 2529 0</inkml:trace>
  <inkml:trace contextRef="#ctx0" brushRef="#br0" timeOffset="180261.019">11873 14347 1644 0,'0'0'456'0,"0"0"-312"16,0 0-144-16,0 0 1680 0,0 0 652 15,0 0-1460-15,0 0-652 0,0 0 120 0,-80-44 192 16,64 44 180-16,0-3-284 16,0 3-16-16,-3 3 456 15,-2 3-636-15,1 3-91 0,1 8 3 0,-5-1 100 16,3 3 192-16,2 2 216 0,-1 2-36 16,0 6-56-16,4 2-128 0,0 7-116 15,4 1-76 1,4 1-88-16,0 5-96 0,0-4-56 0,8 4 0 15,0-7 152-15,0 0-52 0,13-6 152 0,-2-7 124 0,9-1-212 16,0-6-52-16,4-6 52 0,0-2-48 16,0-4 36-16,4-6 8 0,-1 0-96 15,-3 0-56-15,0-3-8 0,-7-6-8 0,2 0-104 16,-3-5-356-16,-4 3-124 0,0-3-136 16,-4-2-184-16,0 0-200 0,-4 1-220 15,-4-1-321-15,0 0-55 0,0 2-284 0,-4 0-376 16,-4 0-396-16,-4 2 2396 0,0 2 252 15,-8-3-212-15</inkml:trace>
  <inkml:trace contextRef="#ctx0" brushRef="#br0" timeOffset="180409.851">11717 14684 1592 0,'0'0'780'0,"0"0"-568"0,0 0 192 15,0 0 4716-15,0 0-3488 16,0 0-391-16,0 0-97 0,0 0 16 0,0 0-128 16,0 0-172-16,92 38-232 0,-72-42-304 15,0 0-80-15,-1-6-244 0,-2-1-152 16,-2 2-404-16,2 2-236 15,-6-2-144-15,2 0-456 0,-2-1-665 0,-7 4-1091 16,0 3-1348-16,-4-1 1940 16,0 4 2412-16,-8 0 144 0</inkml:trace>
  <inkml:trace contextRef="#ctx0" brushRef="#br0" timeOffset="180564.546">11913 14662 1540 0,'0'0'940'0,"0"0"-708"0,0 0 56 0,0 0 5360 16,0 0-4160-16,-36 73-611 0,32-61-41 0,4 5 264 15,0-2-16-15,0 2-260 0,0-2-168 16,4 1-120-16,0-3-92 0,0 2-196 0,0 2-176 15,-4-5-72-15,3 1-100 0,1-1-172 16,0-2-284 0,1 3-176-16,3-4-252 0,-1 4-240 0,5-4-4 15,1-6-1637-15,2-3-3939 0,-2 0 6256 16,6-5-820-16</inkml:trace>
  <inkml:trace contextRef="#ctx0" brushRef="#br0" timeOffset="180711.773">12267 14808 4316 0,'0'0'5868'0,"0"0"-3899"0,0 0-933 16,0 0-172-16,0 0 516 0,0 0-276 0,0 0-456 15,0 0-452-15,0 0-196 0,0 0-148 16,0 0-300-16,76 0-344 0,-60-3-352 16,0 0-800-16,-1-1-2509 0,6-3-2735 0</inkml:trace>
  <inkml:trace contextRef="#ctx0" brushRef="#br0" timeOffset="181376.388">12901 14602 2984 0,'0'0'388'0,"0"0"2520"0,0 0 36 0,0 0-1480 0,0 0-819 16,0 0-249-16,0 0 92 16,0 0-268-16,0 0-108 0,0 0-48 0,79-58-4 15,-51 42-60-15,-4 6-64 0,-4 4-36 16,0 3-4-16,-4 3-24 15,-1 7 104-15,2 5 24 0,-6 7 432 16,2 11 56-16,-5 1-96 0,-1 4-48 0,2 6 140 16,-5-3 32-16,4-2 4 0,-1-3-156 15,1 3-188-15,-3-8-92 0,-1 1-84 16,3-6-12-16,-3-5-60 0,0-5-104 16,0-4-216-16,5-2-200 0,2-7-192 15,-3 0-160-15,8-13-208 0,0-3-649 0,0-2-1363 16,0-8-2004-16,4 0 3373 0,-8 8 1795 15,4-14 0-15</inkml:trace>
  <inkml:trace contextRef="#ctx0" brushRef="#br0" timeOffset="181532.552">13410 14586 1760 0,'0'0'1252'0,"0"0"-588"0,0 0 4152 0,0 0-2708 16,0 0-1231-16,0 0-413 16,-87 35 228-16,63-13 32 0,0 7-112 0,-4 3-52 15,0 3-108-15,0-2 52 0,-4 6 76 0,1-1-4 16,-1-3-188-16,4 0-212 15,0-3-176-15,8-4-132 0,0-9-288 16,12-6-564-16,1-3-784 0,2-4-2201 16,5-3-3175-16,0-3 4704 0</inkml:trace>
  <inkml:trace contextRef="#ctx0" brushRef="#br0" timeOffset="181848.634">13431 14884 3040 0,'0'0'7696'15,"0"0"-6843"-15,0 0-557 0,0 0-92 16,0 0 540-16,76 13 352 16,-65-10-564-16,-7 4-400 0,4-1-128 0,-4 0 4 0,-4 4 80 15,0-1 76-15,0 0-88 0,0 5 12 16,0-3-76-16,0 0 128 16,0 2-68-16,0-4-72 0,0 4 4 0,5-1-4 15,2-2 0-15,1 2 0 0,0-2-60 0,4 0-4 16,0-1 64-16,4 0-64 0,-8-2-12 15,4 0-36-15,-4-2 36 16,0 2 24-16,-4 2 48 0,-4-2-132 0,0 5-80 0,-4 2 216 16,-9 0 228-16,-2 5-116 15,-1 1-60-15,-8-1 36 0,4 0-24 0,-4-3-56 16,0-2-8-16,5-6-164 0,-2-5-520 16,6-3-260-16,-5 0-692 0,8-3-2805 15,-8-10-1143-15</inkml:trace>
  <inkml:trace contextRef="#ctx0" brushRef="#br0" timeOffset="184359.305">22116 7280 704 0,'0'0'328'0,"0"0"-160"0,0 0-156 16,0 0-8-16,0 0-4 0,0 0-48 0,0 0-80 15,0 0-656-15</inkml:trace>
  <inkml:trace contextRef="#ctx0" brushRef="#br0" timeOffset="184457.194">22116 7280 196 0,'92'48'1084'0,"-92"-48"-380"0,0 3-560 0,0 0 120 0,0-3-260 16,0 2-8-16,0 3 0 0,0-5-88 15,0 2-116-15,0-2-236 0,0 4-288 16,0-4 432-16,4 0 132 0,0 0-108 16</inkml:trace>
  <inkml:trace contextRef="#ctx0" brushRef="#br0" timeOffset="184844.208">22208 7375 1356 0,'0'0'756'0,"0"0"-404"0,0 0 2476 0,0 0-84 15,0 0-940-15,0 0-487 16,0 0 15-16,0 0-232 0,0 0-72 15,0 0 4-15,0 0-616 0,8-32-152 16,4 20-12-16,0-2-128 0,4 0-8 0,-4 0-116 16,4 2-4-16,-4-1 0 0,3 3-4 15,-2 1 8-15,-2-1-52 0,-2 7-72 16,-1 0-36-16,-1 3-28 0,1 0-28 0,1 6 216 16,-1 4 24-16,7 6 64 0,-2 3-24 15,2 9 212-15,5 5-88 16,-4 1 24-16,4 1-36 0,-9 4-76 15,6-2-16-15,-6 1 116 0,2 1-88 16,-1-8-108-16,-5 1-4 0,2-6 4 16,-5-4-4-16,0-3 0 0,0-6-4 0,3-8-120 15,-3 2 12-15,1-7-24 0,3 0-200 16,-1-3-392-16,5-9-104 0,4-8-204 0,5-6-836 16,-2-5-985-16,1-1-2227 0,-8 10 609 15</inkml:trace>
  <inkml:trace contextRef="#ctx0" brushRef="#br0" timeOffset="185058.771">22698 7341 8212 0,'0'0'1516'0,"0"0"-756"15,0 0-51-15,0 0 551 16,0 0 128-16,0 0-324 0,-88 69-256 0,69-47-152 0,-1 0-156 16,-1 4 44-16,2 0-72 15,-5-1-76-15,4 4-136 0,1-1-120 0,-2-3-140 16,5 0-88-16,0 1-60 15,0-4-100-15,8 0-72 0,-3-2-176 16,2-5-140-16,5 2-228 0,4-8-332 0,0 0-752 16,9-5-945-16,2-4-2735 0,-3 0 2616 15,12-10 2256-15</inkml:trace>
  <inkml:trace contextRef="#ctx0" brushRef="#br0" timeOffset="185225.695">22782 7696 3604 0,'0'0'7633'0,"0"0"-6029"0,0 0-1096 0,0 0-292 16,0 0 344-16,-32 67 188 15,24-48-232-15,0 0-492 0,8-3-24 16,-4-1-124-16,4 2-192 0,0-5-444 0,4 1-192 16,4-4-264-16,4-3-833 0,0-2-2327 0,0-4-32 15,4 0 3704-15</inkml:trace>
  <inkml:trace contextRef="#ctx0" brushRef="#br0" timeOffset="185541.452">23244 7706 2212 0,'0'0'328'0,"0"0"-160"0,0 0 4560 0,0 0-3508 15,0 0-132-15,0 0 217 0,0 0 171 16,0 0-480-16,0 0-312 0,0 0-252 0,88 2-204 15,-69-4-228-15,2-5-252 0,3 4-536 16,-1-7-436 0,1 4-857-16,-4 0-3827 0,8-4 1464 0</inkml:trace>
  <inkml:trace contextRef="#ctx0" brushRef="#br0" timeOffset="185688.463">23886 7649 8744 0,'0'0'1072'16,"0"0"-1032"-16,0 0-36 0,0 0-8 0,0 0-172 16,87-6-784-16,-63 1-1132 15,-4 5-1904-15,-1 0 2848 16,9-2 364-16</inkml:trace>
  <inkml:trace contextRef="#ctx0" brushRef="#br0" timeOffset="185825.032">24403 7626 980 0,'0'0'9272'0,"0"0"-7547"0,0 0-701 16,0 0 184-16,0 0 232 0,0 0-408 0,84 19-508 0,-71-19-344 16,2 0-180-16,1 0-212 15,4 0-408-15,4 0-412 0,4 0-536 16,4-7-1248-16,-8 5-3373 0,8-8 1273 0</inkml:trace>
  <inkml:trace contextRef="#ctx0" brushRef="#br0" timeOffset="186227.08">25080 7419 2568 0,'0'0'5152'0,"0"0"-4008"0,0 0-1092 0,0 0 12 0,0 0 908 15,0 0-120-15,0 0 165 0,0 0-109 0,0 0-128 0,0 0-20 16,69-34-140-16,-58 34 0 0,1 0 124 16,4 0 16-1,-4 0-312-15,8 0-252 0,-4 0-120 16,4 0-76-16,0 0-64 0,3 0-72 0,2 0-60 16,-1 0-16-16,0 0-12 0,-5 6 48 15,5 3 68-15,-4 8 108 0,-4 4 188 0,0 5 100 16,0 6 8-16,-8 3 52 0,0 3-64 15,-4-3-12-15,-4 4-136 16,4-4 24-16,-4-2-36 16,0-3-124-16,0-2-48 0,0-6-16 15,4-6-32-15,1-4-40 0,2-2-236 0,1-3-248 16,0-5-152-16,0-2-84 0,4-2-252 0,3-8-568 16,-2-6-829-16,2-6-2843 0,-2 3 237 15</inkml:trace>
  <inkml:trace contextRef="#ctx0" brushRef="#br0" timeOffset="186426.909">25722 7366 4424 0,'0'0'5156'0,"0"0"-3515"16,0 0-1193-16,0 0-216 0,-60 70 652 0,45-42 744 16,-9 4 60-16,-1 0-536 0,1 6-420 15,-3 0-212-15,-1 3-28 0,-3 3-76 16,-1-2-108-16,0-4-140 15,4 0-160-15,4-7-8 0,3-1-124 16,6-9-172-16,6-2-404 0,6-2-76 0,3-6-128 0,0-4-328 16,16-3-684-16,-1-4-1221 15,9-6-2555-15,-3-4 1184 0,7-13 4312 16</inkml:trace>
  <inkml:trace contextRef="#ctx0" brushRef="#br0" timeOffset="186672.998">25846 7652 12417 0,'0'0'1812'16,"0"0"-1356"-16,0 0-156 16,-20 79 568-16,8-47 388 0,4-4-264 0,0-2-500 15,4 0-356-15,4-1-128 0,0-4-8 16,0 1-12-16,0-2-36 0,0-4-16 15,0-3-120-15,4-4-260 0,4-3-224 16,0-6-232-16,8 0-220 0,0 0-512 16,4-6-596-16,4-7-1833 0,4-2-1335 15,-9 2 4688-15,9-12-504 0</inkml:trace>
  <inkml:trace contextRef="#ctx0" brushRef="#br0" timeOffset="186892.303">26061 7760 3548 0,'0'0'664'16,"0"0"5508"-16,0 0-5215 0,0 0-625 0,0 0 52 15,-83 6 412-15,62 0 108 0,5 0-296 16,1 4-252-16,-2-4-240 0,6 4-116 16,-1-1 88-16,-1 2-76 0,2-6-8 0,2 4-4 15,2 5 0-15,-1-9 0 0,8 6-4 16,-4-1 0-16,4-2-44 0,4-1 48 0,7 3 88 16,10-2 216-16,3 3-64 0,4-5-112 15,4-3-128-15,-1 2-200 0,5 0-80 16,-4-5-96-1,0 2 8-15,0-2-228 0,-4 4-524 0,0-4-925 16,-4 6-2783-16,-5-3-372 0</inkml:trace>
  <inkml:trace contextRef="#ctx0" brushRef="#br0" timeOffset="187496.419">27754 7671 4548 0,'0'0'3276'16,"0"0"1157"-16,0 0-3781 0,0 0-396 15,-24 76 264-15,20-45 508 0,0-2 44 0,0 0-292 16,4-1-320-16,0-3-172 0,0-3-56 16,0-2-32-16,4-4-200 15,0-10 0-15,5 1-100 0,-2-7-408 0,5 0-404 16,4-4-324-16,-8-2-628 0,12-13-3157 15</inkml:trace>
  <inkml:trace contextRef="#ctx0" brushRef="#br0" timeOffset="187638.66">27874 7436 12345 0,'0'0'2820'0,"0"0"-1824"16,0 0-644-16,0 0-28 0,0 0-324 0,0 0-124 15,0 0-336-15,0 0-172 0,99-17-708 16,-71 15-1172-16,24 2-4037 0</inkml:trace>
  <inkml:trace contextRef="#ctx0" brushRef="#br0" timeOffset="187926.368">28424 7508 3696 0,'0'0'7617'0,"0"0"-5249"15,0 0-1836-15,0 0-304 0,-80 55 580 16,48-36 800-16,4-4-500 0,1 5-404 15,3-1-336-15,3-1-184 0,14-1-108 16,-1-5-76-16,8 1-76 0,0 2 68 16,8-1-84-16,7-3-16 0,1 6-100 0,9-1-76 15,3-3 0-15,-1 6 36 0,1-3 100 0,0 3-12 16,-4 2-128-16,0 2-36 0,-5-4 28 16,1 4 20-16,-3-4-40 0,-6 0-60 15,-3-1 88-15,1-2 160 16,-9 0 128-16,0-2 128 0,-5-6 72 0,-7 5-20 0,-4-4-180 15,0 1-88 1,-8-3-100-16,5-2-40 0,-9-5-416 0,4 4-648 16,-4-4-720-16,4 0-1153 0,5-4-3447 15,-6-8 4945-15</inkml:trace>
  <inkml:trace contextRef="#ctx0" brushRef="#br0" timeOffset="203591.877">29958 7632 6564 0,'0'0'5285'0,"0"0"-4105"15,0 0-60-15,0 0 268 0,0 0-232 0,-92-35-472 0,72 32-100 16,0 3 20-16,0 0 0 16,0 3-200-16,1 10-148 0,-5 3-84 15,3 12-24-15,-7 4 72 0,0 10 328 0,0 5 204 16,0-3-411-16,5 5-121 15,3-11-112-15,8-3-108 0,9-7-68 0,3-9-4 16,0-10-84-16,11-5 44 0,13-4 112 16,4-7 152-16,8-9-68 0,4-9-84 0,3 0-341 15,1-10 1-15,0 3-24 16,-9 0 84-16,2 4 24 0,-5-1 0 16,-9 4 48-16,-3 3 96 0,-3 3-72 0,-6-1 88 0,-3 12 96 15,-4 1 80 1,1 0 68-16,-5 7-88 0,0 0-60 15,0 14-160-15,0-3 160 0,0 11 184 16,0 3-48-16,4 5 84 16,-4 1-64-16,7 1 116 0,-3 0-32 0,8 0-152 15,0-7-88-15,4-7-76 0,0-1-8 0,4-7 72 0,4-4-60 16,-4-3-136-16,4-3-24 16,-5 0-268-16,5-9-788 0,-3-1-1412 15,-10 4-2741-15,6-7-4147 0</inkml:trace>
  <inkml:trace contextRef="#ctx0" brushRef="#br0" timeOffset="203992.063">31113 7452 6520 0,'0'0'6213'16,"0"0"-5421"-16,0 0-284 0,0 0 352 15,-83 34 148-15,51-12-240 0,-5 4-260 16,2 3-72-16,3-1 208 0,0-2-88 0,8 0-300 16,12-12-156-16,4 3-100 0,5-8-236 15,3 1-44-15,7 3 216 16,5-1 64-16,4 4 0 0,7 0-4 15,2 3-68-15,3 0 72 0,0 0 140 16,0 3-80-16,0 1 40 0,-4 3 268 0,-9-1 340 16,1-3-352-16,-8-4-196 0,-4 5 48 15,-4-7 24-15,-4 6-124 0,-7-7-36 16,-6 4 20-16,-3 0-92 0,-7 0-76 0,-1-2-44 16,0-2-88-16,-4 2-132 0,8-8-200 15,4-2-48-15,4-5-28 0,8-2-172 16,4-7-580-16,4-7-1080 0,0 0-2197 0,16-23-2123 15</inkml:trace>
  <inkml:trace contextRef="#ctx0" brushRef="#br0" timeOffset="204342.128">31292 7838 2692 0,'0'0'1224'0,"0"0"7113"15,0 0-6705-15,0 0-516 0,0 0 216 0,0 0-12 16,0 0-428-16,0 0-132 0,0 0-108 15,92-2-336-15,-60-15-316 0,3 2-252 16,1-4-300 0,-4 0-320-16,0 0-80 0,-8 3-40 0,-8 0-92 0,-4 0 188 15,-8 0 124-15,-4 1 240 16,-12-1 248-16,-4-4 152 0,-4 5 132 0,-4 2 296 0,0 3 124 16,5 7 0-16,-5 3 8 15,0 6-172-15,3 10 32 0,2 9 64 16,-1 5 100-16,4 5 44 0,-4 5 128 15,0 5 44-15,1-1-124 0,-2 4-12 0,1 0-64 16,5-10-200-16,2-3-96 0,5-7-172 16,8-8-48-16,0-5-64 15,17-5 108-15,-2-8 4 0,9-2 136 16,12-8-136-16,4-11-396 0,8-11-256 0,8-1-388 16,4-10-508-16,-4-3-1172 0,-9 9-2121 0,13-26-2755 15</inkml:trace>
  <inkml:trace contextRef="#ctx0" brushRef="#br0" timeOffset="204551.661">32133 7124 7596 0,'0'0'4361'0,"0"0"-3541"16,-20 70-296-16,8-32 832 0,-4 7 248 0,0 2-248 16,1 4-84-16,-2 3-364 0,-2-3-396 15,2 3-328-15,-3 0-108 0,5-4-76 16,-6-2-100-16,6-3-144 0,2-7-36 15,6-6 84-15,-1-7 60 0,0-6-84 0,8-7-172 16,0-1-164-16,0-8-72 0,0 0-20 16,-5-3-416-16,5-3-660 0,-3-4-1200 15,-1 0-4177-15,-8-12 3037 0</inkml:trace>
  <inkml:trace contextRef="#ctx0" brushRef="#br0" timeOffset="204691.922">31695 7604 4892 0,'0'0'8657'15,"0"0"-7389"-15,0 0-1268 0,0 0 0 0,0 0 720 16,104-48 224-16,-61 39-172 0,4-2-376 16,6 6-396-16,-1-2-136 0,0 5-360 15,-5 2-444-15,-4-4-912 0,-10 4-2849 0</inkml:trace>
  <inkml:trace contextRef="#ctx0" brushRef="#br0" timeOffset="205542.49">25647 9457 1148 0,'0'0'7852'16,"0"0"-5952"-16,0 0-523 0,0 0-137 16,-73 83 28-16,58-54-48 0,3 1-168 15,4-5-320-15,4-6-296 0,4 0-180 0,0-5-256 16,0-3-36-16,12-2 36 15,4-6 100-15,8-3 24 16,4 0-4-16,0-9-120 0,8-7-144 0,-5-1-228 16,5-4-160-16,-8 2-100 0,-4-4 108 15,-4 4 44-15,-8 4 116 16,0-5 124-16,-5 5 64 0,-7 2 116 0,0-3 60 0,0 7 60 16,-11-2 256-16,-6 3-52 15,2 2-28-15,-1 1 84 0,-4 5-72 16,0 0-148-16,5 0-24 0,-2 7 36 0,6 3-12 15,-2-1-100-15,5 1-156 16,4 0-192-16,1-1-180 0,3 1-276 0,0-1-996 0,7-3-1437 16,5-3-4119-16</inkml:trace>
  <inkml:trace contextRef="#ctx0" brushRef="#br0" timeOffset="205663.118">25993 9499 928 0,'0'0'1200'0,"0"0"6704"16,0 0-6011-16,84 13-153 0,-48-10 92 0,3-3-412 15,1 0-636-15,4-9-400 0,4-1-312 16,4-5-72-16,0-4-236 0,-5 0-480 16,1-4-928-16,-16 7-2512 0,4-13-3385 0</inkml:trace>
  <inkml:trace contextRef="#ctx0" brushRef="#br0" timeOffset="205942.9">26364 9096 3708 0,'0'0'184'0,"0"0"4216"0,0 0-2032 0,0 0-835 0,0 0-537 16,0 0 108-16,0 0-80 16,-60 86 36-16,60-44 48 0,0 2-244 0,4 6-232 15,3 7-104-15,-2 4-136 0,-5 6-100 16,0 2-120-16,0 2-172 0,0 4-88 16,0-1-132-16,-8-2 64 15,4 1-140-15,0-6 64 0,-4-7 24 0,4-6-16 16,0-6 28-16,0-3 36 0,4-7 48 15,-8-6 4-15,0-4-40 0,0-3-4 16,-4-6-32-16,0-6 36 16,1-3-40-16,2-10 80 0,-3 0 32 0,5-7-160 15,-2-9-252-15,5-3-152 0,4-15-872 0,0 8-3077 16,8-24-4235-16</inkml:trace>
  <inkml:trace contextRef="#ctx0" brushRef="#br0" timeOffset="206512.367">27507 9375 1096 0,'0'0'10025'16,"0"0"-8537"-1,0 0-1052-15,0 0 544 0,0 0 348 0,0 0-512 16,80 89-264-16,-61-54-104 0,-2 0-88 16,-6 0-124-16,-2 3 0 0,-5-2-76 15,-4-3-148-15,0 3 104 0,-4-4-116 0,-5-4 0 16,2-6 32-16,3 1-32 0,-4-11 0 15,8-2-8-15,-4-6-76 0,4-1 84 16,0-3 116-16,0 0 72 0,0 0 44 16,0-3 100-16,0-11 36 0,12-4-268 0,-1-8-96 15,6-6 0-15,2-3-4 0,5-2-128 16,4-1 44-16,0-1-52 0,0 7-148 16,0 0 4-16,0 7 32 0,-4 3-72 15,-1 0-128-15,2 6-208 16,-9 4-436-16,-5 1-764 0,1 5-828 0,1 4-2213 15,-10 2-1562-15,9 0 6459 0</inkml:trace>
  <inkml:trace contextRef="#ctx0" brushRef="#br0" timeOffset="206827.242">27954 9610 168 0,'0'0'8012'0,"0"0"-6780"15,0 0 48-15,0 0 469 0,0 0-257 0,0 0-632 16,0 0-304-16,0 0-280 0,0 0-76 15,91 26-76-15,-67-36-108 0,4-3-16 16,0 1-188-16,-4-4-104 0,0 0-36 0,-9 0 28 16,2 0-28-16,-10 4 160 15,1-1 168-15,-8 4 0 0,0-1 64 0,-4 0 52 16,-7-2-116-16,-6 5-104 0,2-2-72 16,-5 3 88-16,-1 2-64 15,2 4 88-15,3 6 64 0,-4 11 252 16,4 2 156-16,0 3 8 0,0 6 36 0,4 1 28 15,0-1 60-15,0 2 208 0,5-3-288 16,3-2-188-16,4 2-272 0,0-5 0 0,4 0-172 16,11-3 96-16,5-3-60 15,8-4 132-15,8-2-120 0,4-3-276 16,0-7-600-16,3 0-512 0,-7 0-1064 0,20-10-2541 0</inkml:trace>
  <inkml:trace contextRef="#ctx0" brushRef="#br0" timeOffset="207283.879">28344 9499 520 0,'0'0'8644'16,"0"0"-6743"0,0 0-733-16,0 0-488 0,0 0 364 0,0 0 96 0,12 76-388 0,-8-38-244 15,-4 6-112-15,0 11 4 0,0 8 628 16,-13 5-264-16,6 1-296 0,-9 1-172 16,8-1-164-16,-4-2-36 0,4 0-96 15,1-3-136-15,-2-7-84 0,1-4-148 16,4-5 0-16,4-9-40 0,0-14 100 0,0-6 48 0,12-9-88 15,0-10-260-15,4-4-320 16,0-16-156-16,7-10-1088 0,2-9-825 16,-9 8-1627-16,3-27-483 0</inkml:trace>
  <inkml:trace contextRef="#ctx0" brushRef="#br0" timeOffset="207560.349">28420 9547 900 0,'0'0'1292'0,"0"0"1224"0,0 0 1504 15,0 0-2700-15,0 0-363 0,32-71-81 16,-21 59-96-16,6 3-104 16,-2-3-180-16,5 1-128 0,-4 3-12 0,0 1-116 0,0 0-140 15,-8 1-100-15,0 3-84 16,-4 3-116-16,0 0-104 0,0 0 100 0,-4 3 204 16,0 6 316-16,0 4 0 0,0 0-124 15,0 3-28-15,-12 3-92 16,4 3-72-16,-4 0-48 0,-4 0-40 0,0 4-24 15,-3-4-132-15,2 0-60 0,2-3-112 16,-6-2-28-16,5-6-156 0,5 0 12 16,3-5-132-16,0-4 11 0,3-2-79 15,5 0-480-15,0-2-352 0,0-4-332 0,0-5-524 16,9-3-311-16</inkml:trace>
  <inkml:trace contextRef="#ctx0" brushRef="#br0" timeOffset="208007.449">28794 9353 5488 0,'0'0'1512'0,"0"0"2657"0,0 0-3193 16,0 0-528-16,0 0 216 0,0 0 112 15,0 0 124-15,0 0-308 0,0 0-228 0,24 83-116 16,-20-57-68-16,-4-1-80 0,0 3-12 15,-4 1 24-15,0-1 64 16,-4 1-28-16,-4-4-72 0,1-2-68 16,2-4 40-16,1-6-48 0,0-7 76 15,5-3-12-15,3 0 84 0,0-3 100 16,0 0 24-16,0 0 0 0,3-10 24 0,5-2-148 16,4-8-60-16,4-2-76 0,4-6-12 0,0 2 0 15,0-2 0-15,0-1-124 16,0 4-84-16,4-4-200 0,-4 4-212 0,-1 3-304 15,1-1-676-15,1 8-1600 0,-6-1-2893 0</inkml:trace>
  <inkml:trace contextRef="#ctx0" brushRef="#br0" timeOffset="208310.034">29033 9476 5744 0,'0'0'2680'16,"0"0"369"-16,0 0-1845 15,0 0-92-15,-12 64 340 0,12-54-240 0,9-3-440 0,2-4-264 16,9-3-112-16,0 0 0 15,12-7-164-15,-1-6-232 0,1 1-84 16,5-4-436-16,-5-3-196 0,-9 2 80 0,-7 5-32 16,-4-1 116-16,-8 7 76 15,-4 0 424-15,0-1 52 0,-16 4-200 0,0 0 20 0,-3 3 180 16,-6 0 168-16,1 3-4 16,-4 7 112-16,4 2 0 0,5 8 40 0,-5 2-44 15,8 7 60-15,-4-1 16 0,4 1 0 16,4 2-72-16,4-5-40 15,0 0-40-15,4-5-196 0,4-5-12 0,0-3-136 16,9-3 84-16,2-4 60 0,9-6 4 16,4 0-372-16,4-13-512 0,7-3-500 15,-11 0-1532-15,17-10-4797 0</inkml:trace>
  <inkml:trace contextRef="#ctx0" brushRef="#br0" timeOffset="208608.377">29583 9344 5976 0,'0'0'7561'0,"0"0"-6017"0,0 0-952 0,0 0 164 0,0 0 404 16,0 0-308-1,-84 44-260-15,64-22-272 0,5-3-148 0,-5 7-28 16,4-5-76-16,4 2-68 0,-4 0-100 0,7-5-8 16,2 2-16-16,7-8-24 0,0-2 0 15,0 0-24-15,7-1 76 0,6-3-28 16,2 4 36-16,2-3-156 0,-2 1-4 0,2 3-12 15,-2-3 64-15,1 5 84 16,-8-3 0-16,0 3 60 0,-3-1 52 16,-1 1 212-16,-4 0 100 0,-4-1-56 15,-5 1 40-15,-3 0-108 0,-4 3-16 16,-3-3-104-16,2-4-68 0,-2 1-124 0,3-8-208 16,4 2-348-16,7-4-88 0,1-6-136 15,4-4-808-15,0-9-1264 0,17 0-1949 16,-9 0-1495-16,16-13 6368 0</inkml:trace>
  <inkml:trace contextRef="#ctx0" brushRef="#br0" timeOffset="208905.832">29711 9579 5928 0,'0'0'5173'0,"0"0"-3761"16,0 0-508-16,0 0 632 0,0 0 12 0,0 0-364 16,0 0-308-16,83 67-300 0,-63-67-192 15,8-3-104-15,4-11-60 0,0 2-220 0,3-6-340 16,-3-6-284-16,0 2-28 0,-4 3 96 15,-8-3 36-15,-4 6 20 0,-8 1 88 16,-4 2 252-16,-4 2 160 0,0-1 88 16,-7 3 96-16,-6-1 156 0,1 4-104 15,-4 3-112-15,1 3-120 0,-6 3 8 0,6 9 76 16,-9 7 160-16,4 4 84 16,-5 2 140-16,6 4 8 0,-1-4 132 0,0 4-24 15,0-1-124-15,8-2-452 0,0-5-12 16,8-2-204-16,0-5-80 15,4-5 16-15,4-2 24 0,8-4-88 16,8-3-160-16,4-3-448 0,4-10-488 16,-5 3-1608-16,18-9-3121 0</inkml:trace>
  <inkml:trace contextRef="#ctx0" brushRef="#br0" timeOffset="209195.887">30185 9487 3284 0,'0'0'7292'0,"0"0"-4471"0,0 0-1705 16,0 0-484-16,0 0 528 0,0 0 124 15,0 0-368-15,0 0-216 0,-44 76-284 16,40-64-256-16,-1 1-160 0,5-2-112 0,0-6-32 16,0 1-4-16,9-3 72 0,-1-3-32 15,7 0-88-15,6 0-200 0,-1-9 64 16,4-1-16-16,3 1 64 0,-3-1 72 16,0 1 140-16,-4 3 20 0,0 6-20 0,-8 0-164 15,0 0 236-15,-4 6 88 0,-5 3 480 16,2 4-84-16,-1 3 48 0,-4 0-252 0,0 3-80 15,0-3 8-15,0 3 48 16,0-3-48-16,0 0 24 0,0-4-76 16,0-5-156-16,0 2-196 0,0-9-136 0,8 0-280 15,-4 0-104-15,3-3-260 0,6-10-588 16,-1 4-2516-16,8-13-2301 0</inkml:trace>
  <inkml:trace contextRef="#ctx0" brushRef="#br0" timeOffset="209420.945">30755 8979 496 0,'0'0'10392'15,"0"0"-8979"-15,0 0-197 16,0 0 468-16,-45 89 72 0,38-51-192 16,-5 3-360-16,3 0-376 15,2 7-228-15,-1-1-188 0,-1 4-412 0,5-3-60 0,-3-1-88 16,3-2-144-16,0-7 24 15,4-3-132-15,0-7-176 0,0-4-160 0,0-6 12 16,0-9 80-16,4-3-252 0,-4-2-560 16,0-4-432-16,0 0-689 0,-8 0-1823 0,-1-4-1996 15,-10-4 6344-15</inkml:trace>
  <inkml:trace contextRef="#ctx0" brushRef="#br0" timeOffset="209561.88">30460 9512 3860 0,'0'0'5208'0,"0"0"-2231"16,0 0-1849-16,0 0-148 0,0 0 1036 15,0 0-456-15,99-41-388 0,-63 32-336 16,8-2-312-16,-1 3-412 0,6-6-112 0,-2 2-172 16,1-4-220-16,-1 3-296 0,2-3-692 15,-14 7-1048-15,10-7-4405 0</inkml:trace>
  <inkml:trace contextRef="#ctx0" brushRef="#br0" timeOffset="209721.79">31201 9509 3180 0,'0'0'12001'0,"0"0"-10069"0,0 0-952 0,0 0 532 15,0 0-304-15,-56 76-744 0,52-67-464 16,4 1-192-16,0-1-40 0,0 2-88 0,4-6-216 16,-1 5-348-16,2-6-224 0,3-1-1552 15,-4 0-3241-15,-4-6-2963 0</inkml:trace>
  <inkml:trace contextRef="#ctx0" brushRef="#br0" timeOffset="209874.672">31212 9243 6504 0,'0'0'8053'0,"0"0"-6493"16,0 0-904-16,0 0 112 0,0 0-60 15,0 0-636-15,0 0-72 0,84-39-408 0,-64 39-308 16,1-3-840-16,-10 3-2528 0,5 0-4109 15</inkml:trace>
  <inkml:trace contextRef="#ctx0" brushRef="#br0" timeOffset="210399.783">31730 8938 952 0,'0'0'8320'16,"0"0"-6035"-16,-23 72-773 16,11-33-64-16,0 8 216 0,-4 4-116 0,4 3-204 15,-1 2-216-15,6-1-164 0,-1-1-540 16,8-3-300-16,-4-6-124 0,4-8-76 0,0-2 72 16,8-6-68-16,0-4 12 0,4-9-60 15,-4-3-76-15,0-4-156 0,-1-3-136 16,2-6-136-16,-9 0-224 15,4 0-500-15,-4 0-400 0,0-8-644 16,-8-6-2173-16,-1 3-1111 0</inkml:trace>
  <inkml:trace contextRef="#ctx0" brushRef="#br0" timeOffset="210541.435">31524 9404 2100 0,'0'0'820'0,"0"0"96"0,0 0 3908 16,0 0-2768-16,0 0-347 0,-5-73-393 0,18 67 204 15,6-4-12-15,5 1-328 0,4 2-404 0,4-5-272 16,3 1-148-16,6-1-308 15,-1 3-48-15,-1-1-232 0,-3-3-136 0,4 5-444 16,-4-6-468-16,-4 5-996 0,-4 2-3045 0,0-2-4022 16</inkml:trace>
  <inkml:trace contextRef="#ctx0" brushRef="#br0" timeOffset="210711.223">32026 9268 6764 0,'0'0'2180'0,"0"0"5"0,0 0-1233 0,0 0 592 0,-17 79 468 15,17-57-396-15,0-3-452 0,0-3-376 16,4 4-272-16,1-1-152 16,3-5-292-16,-1 0-72 0,1 2-88 0,1-7-144 0,2 4-244 15,-3-4-288-15,4-2-384 16,-4-1-932-16,4-3-2084 0,-4-3-2037 0,4 0 1198 16</inkml:trace>
  <inkml:trace contextRef="#ctx0" brushRef="#br0" timeOffset="211154.509">32113 9138 6688 0,'0'0'1948'0,"0"0"1021"0,0 0-1521 0,0 0-276 0,0 0 464 15,0 0-332-15,0 0-832 0,0 0-284 0,0 0-128 16,0 0-60-16,0 0-212 15,51-20-144-15,-38 20-192 0,-1 0-648 16,4 3-1144-16,-4 1-3077 0,4-4-2255 0,-136 13 7528 16</inkml:trace>
  <inkml:trace contextRef="#ctx0" brushRef="#br0" timeOffset="211678.699">32224 9249 2960 0,'0'0'796'0,"0"0"6561"0,0 0-5333 0,4 76-676 0,1-54 212 15,-1 3-184-15,0-5-420 0,0-2-380 16,3-2-96-16,2-3-12 0,3-3 116 0,-1-2-60 16,9-1-184-16,8-3-96 0,0-4-84 15,12-4-39-15,-1-9-121 0,6 1-165 16,-2-3-191-16,-7-5-20 0,-4 1 72 0,-4 3 12 15,-8 0-28-15,-5-3-32 0,-2 3-152 16,-5-6-48-16,-4 0-536 0,-1-1-500 16,-3 1-596-16,0 6-829 0,0 4-1207 15,0 8 1472-15,0 4 820 0,-3 7 1860 16,-5 6 68-16,0 6 2816 0,-1 7-496 16,2-1-440-16,-5 0-160 0,8 1-199 15,0-4-181-15,4-7-248 0,0-2-156 16,8 0-260-16,4-7-208 0,8 0-168 0,-5-6-40 15,10 0-124-15,-1 0-136 0,0-9-384 16,-5-3-460-16,-2 2 168 16,-6-3-168-16,-7 1 172 0,-4 2 224 0,0 1 104 15,-15-1 344-15,-10 7 256 0,-6-1 176 0,-5 4 52 16,-9 7-40-16,2 5 72 0,-9 5 48 16,5 5 44-16,2 0-124 0,6 3 76 15,3 0 136-15,4 5-116 0,8-5-212 0,9 3-232 16,6-2-136-16,9-1-100 0,0 0-8 15,12-3 60 1,4 1 44-16,0-2-236 0,4-1-256 0,0-1-420 0,-9 0-448 16,-2-6-884-16,-5 6-3417 0</inkml:trace>
  <inkml:trace contextRef="#ctx0" brushRef="#br0" timeOffset="212270.563">27902 11141 1068 0,'0'0'12033'0,"0"0"-10433"16,-21 77-1008-16,21-52 224 0,4-3 164 16,9-4-300-16,6-1-220 0,5-11-152 0,8-3-112 15,9-3 0-15,2-13-12 0,5-5-36 16,0-14-148-16,0-3-84 0,-5-4-188 0,2 1-132 15,-6-3-16-15,-7 6-164 0,-4 3 124 16,-9 5-40-16,-10 0 284 0,-5 5 216 16,-4 3 352-16,-8 0-128 0,-8 3-12 0,-5 1 12 15,-2 5-4 1,-5 4 56-16,0 6 120 0,-4 3-128 0,1 5-68 16,-1 12-104-16,4-1-20 0,-4 3-20 15,4 0-56-15,8-3-160 16,4 4-48-16,4-6-200 0,0-3-224 0,8 0-364 15,4-9-628-15,0-1-908 0,8-4 179 0,0 0-87 16,8-9-864-16,0 0-959 0</inkml:trace>
  <inkml:trace contextRef="#ctx0" brushRef="#br0" timeOffset="212396.367">28153 11014 8 0,'0'0'1240'0,"0"0"284"0,0 0-1224 16,99-3 7793-16,-67 6-5381 0,0 1-944 0,4-4-16 16,8 0-144-16,4 0-532 0,3-4-256 15,5-9-284-15,4-3-344 0,4-5-192 0,-1-6-100 16,-3-1-388-16,0-5-488 0,-8 3-508 0,-16 4-1596 15,-1-9-3793 1</inkml:trace>
  <inkml:trace contextRef="#ctx0" brushRef="#br0" timeOffset="212648.376">28755 10620 5988 0,'0'0'6537'0,"0"0"-5261"0,0 0-756 0,-41 63 704 0,37-31 356 16,0 3-244-16,4 7-240 0,0 5-412 15,0 4-316-15,0 6-148 0,0 7-28 16,0-1-32-16,-4 4-88 16,-3-4-24-16,-6 1-36 0,2-1 48 15,-1-5-8-15,3 1-52 0,-2-4-12 0,3-5 0 16,-1-6-40-16,2-4-44 0,3-6-60 16,-4-5-152-16,4-10 92 15,-4-4 200-15,-4-5-396 0,0-4-104 0,-4-6 196 0,-4 0 200 16,-3-6 32-16,-5-13-60 0,0-6-84 15,4-10-260-15,-1-7-328 0,6-5-288 16,7-4-720-16,0 10-824 0,12-20-7761 16</inkml:trace>
  <inkml:trace contextRef="#ctx0" brushRef="#br0" timeOffset="212945.139">29734 10799 7524 0,'0'0'8313'0,"0"0"-7309"0,0 0-952 16,0 0 308-16,0 0 568 0,52 72 380 15,-32-37-392-15,4 6-172 0,0 7-27 16,4 5 23-16,0-1-232 0,0 5-220 0,3-3-116 15,1 0-4-15,4 0-36 16,4-4-12-16,-4-1-120 0,4-2-112 0,-5-9-152 0,-3 0-244 16,4-10-120-1,-8-5-153-15,4-4-167 0,-4-10-444 16,0-9-908-16,-12 0-2944 0,7-19-5001 0</inkml:trace>
  <inkml:trace contextRef="#ctx0" brushRef="#br0" timeOffset="213127.708">30488 10941 5764 0,'0'0'8473'15,"0"0"-7553"-15,-112 60-868 0,60-24 312 16,-7 5 632-16,-5 6 420 0,-8 0-416 0,0 7-352 16,5-2-316-16,-6 1-124 0,2 5-208 15,-1-1-216-15,0 3-276 16,5-2-304-16,-1 1-108 0,0-4-464 0,16-14-1144 15,-19 16-3253-15</inkml:trace>
  <inkml:trace contextRef="#ctx0" brushRef="#br0" timeOffset="-189252.244">22435 8166 1972 0,'0'0'576'0,"0"0"-576"15,0 0 5456-15,0 0-4096 0,0 0-160 16,0 0-127-16,0 0 15 0,0 0-28 16,0-6-252-16,0 6-252 0,0 0-204 0,0 0-48 15,0 0 32-15,-4 0-4 16,4 3-32-16,0 3 36 0,0-3-76 16,0 7-12-16,0-4-24 0,0 7-52 15,0 3 52-15,0 3-76 0,0 0 12 16,0 0 0-16,-4 4-60 0,4-2-4 0,0-1-20 0,0-2-68 15,0 1-8-15,4 0-68 0,0-3 68 16,4-2 12-16,4-2 52 16,1-3-52-16,2-5-12 0,5-2 0 15,-1-2-88-15,2 0-84 0,3 0-48 0,0-2-40 16,-1-9 76-16,-3 5 72 16,1-2-12-16,-2 1-52 0,1 0-32 0,1-2 32 15,-6 2 4-15,5 1 84 0,-1-3-24 16,2-1 0-16,3 4-24 0,4-4 24 15,-5 4 112-15,5-3-4 16,0 5-72-16,-4 1 0 0,4 3 64 0,-4 0 4 16,4 0 8-16,-5 7 64 0,-2 2 8 0,3 0-60 15,-5 1 76-15,-3 3-80 16,1-1 56-16,2 1 60 0,-6 0-24 0,-2 2-52 16,1-2-44-16,-3-1 8 0,-2 2-12 15,-7-2 48-15,4 2-44 0,-4-3-4 16,0 3 64-16,-4-5-16 0,-3 3-48 0,-2-2 4 15,-3-3 68-15,5 2 0 16,-6-6 52-16,9 4-12 0,-4-7-12 0,1 3 0 16,3-3 12-16,4 0-112 15,-5-3 0-15,5-4-164 0,0-5-256 16,5-5 72-16,6 2 24 0,1-7 36 0,4-1 144 16,-4 4 8-16,8 0-64 0,-8-2 200 15,8 4-64-15,-4 4 64 0,0 1 188 0,4 2-60 16,-4 1 8-16,4 2 80 0,-5 1-92 15,2-1 40-15,2 5-64 0,1-1 8 0,1-1-108 16,-6 1 0 0,5 0 0-16,1 3 8 0,-6 0 68 15,5 0-76-15,-4 6 0 0,0 3 60 16,-1 1 4-16,2 0 184 0,-2-1-100 0,2 4-148 16,2-7 52-16,-3 4 8 0,5-4 88 15,-2-3-72-15,5 0 36 0,0-3-16 0,0 0 40 16,-1 0 0-16,2-6-12 0,3-4-36 15,-4-2-28-15,-5 2 40 0,5-2-16 0,-4-1 16 16,5 1-20-16,-6-1-72 16,1-4-16-16,4 2 8 0,-1-2-12 15,-6-2-148-15,3 5 0 0,-5-3 40 0,-2 4-92 16,-1 4 4-16,-5-1 48 16,-3 7-188-16,0 0 60 0,-4 0-84 15,0 0-212-15,0 3-160 0,0 0-484 16,0 0-1156-16,0 0-2653 0,0 0-1075 0</inkml:trace>
  <inkml:trace contextRef="#ctx0" brushRef="#br0" timeOffset="-187152.985">23858 7391 1632 0,'0'0'116'15,"0"0"248"-15,0 0 4 0,0 0 4736 16,0 0-3496-16,0 0-316 0,0 0-207 0,0 0 91 15,0 0-52-15,0 0-88 16,0 0-292-16,0-9-216 0,0 5-148 0,4-2-108 16,0 0-20-16,3-4-116 15,1 1-36-15,5-4-100 0,-2 1-112 16,2-2 48-16,2-2 4 0,-2 4 48 0,2-1-72 16,-3 4 76-16,0 0-92 0,-4-2 92 15,0 8-4-15,-4-3 4 16,0 6-4-16,0 0 0 0,-4 0 4 0,0 0 4 0,0 0-44 15,0 0-28-15,0 0-60 16,0 0-64-16,4 3 136 16,0 7 64-16,0 0 52 0,0 2-52 0,0 7-8 0,4 1-76 15,-4 5 84-15,0 3-8 16,0-2 8-16,0 5 8 0,-4 1 4 0,0 3-4 16,0 0 40-16,0 0 92 0,-4 0-56 15,-4-3 4-15,4 0 24 0,-4-3 40 16,4-8-72-16,0 2-80 0,0-9-12 15,4 3 8-15,0-7-68 0,0-1 8 16,4-3-12-16,0-2 76 16,-4-1-60-16,7 0 60 0,-2-3 68 0,-1 0-68 15,0 0-172-15,7-6-344 0,-2-4-152 16,7-2-316-16,-5-5-388 16,6-4-889-16,-2-2-2243 0,-6 4-604 0,6-12 4040 0</inkml:trace>
  <inkml:trace contextRef="#ctx0" brushRef="#br0" timeOffset="-186776.424">24272 7197 1084 0,'0'0'572'16,"0"0"460"-16,0 0 3844 0,0 0-3488 0,0 0-272 16,0 0 17-16,0 0-169 0,0 0-156 15,0 0-196-15,-88 67-156 0,76-51-24 0,-4 3 84 16,-3 4-12-16,2 5-100 0,-7 0-88 16,5 4-40-16,-1 3-76 15,-4-2-40-15,4 0-32 0,0 3-32 0,0-5-20 0,0 1 0 16,4-4-64-16,1-2-8 0,-2-1 0 15,2-3 44-15,2 1-48 0,2-4 0 16,-1 0-68-16,3-3 60 16,2-3-56-16,-1-1-24 0,-1-1-72 15,9-6-104-15,-4 4-136 0,4-4-256 0,0 1 192 16,0-3-192-16,0-3-232 0,9 0-428 16,-5 0-525-16,4 0-827 15,-1 0-2164-15,2-9 3308 0</inkml:trace>
  <inkml:trace contextRef="#ctx0" brushRef="#br0" timeOffset="-185948.579">24248 7731 1696 0,'0'0'652'16,"0"0"5348"-16,0 0-3916 0,0 0-463 0,0 0-521 15,0 0-56-15,0 0-196 16,0 0-256-16,0 0-180 0,0 0 8 16,0 0-48-16,20 51-20 0,-12-32-32 15,-1-1-48-15,2 1-160 0,-1 4 24 16,-4-4-60-16,3-3-72 0,-2-1 68 0,-5 2-64 16,4-4 44-16,-4-1 72 0,0 1-124 15,0-1 0-15,0-5-8 0,0-1 8 16,0 0-4-16,-4-2-12 15,4-4-32-15,0 0 44 0,0 0 4 0,0 0 48 16,0 0-40-16,0 0 8 16,0 0 56-16,0 0-72 0,4-7-112 0,0-2-72 15,4-7-24-15,3-3 68 0,2-3 128 0,-2 0-84 16,2-4-32-16,-2 3 116 16,1 2-148-16,-3 4-12 0,2-1 84 0,1 2-176 15,-3 6 28-15,2 1 100 0,-3-1-76 0,4 7 20 16,-4 0-36-16,0 3-84 0,4 0-40 15,-4 3-256-15,4 4-188 0,-4 5-164 16,-4 1 80-16,0-1-112 16,0 4-337-16,0-3-771 0,-4 4-1144 15,0-8-468-15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1:48:12.055"/>
    </inkml:context>
    <inkml:brush xml:id="br0">
      <inkml:brushProperty name="width" value="0.05292" units="cm"/>
      <inkml:brushProperty name="height" value="0.05292" units="cm"/>
      <inkml:brushProperty name="color" value="#7030A0"/>
    </inkml:brush>
  </inkml:definitions>
  <inkml:trace contextRef="#ctx0" brushRef="#br0">22698 12719 340 0,'0'0'900'16,"0"0"7840"-16,0 0-7039 0,4-86-749 0,-12 61-288 16,1 0 72-16,-2 6 716 15,-3-1-408-15,-4 4-220 0,-3 3-120 0,-2-2-244 16,-7 2-104-16,-4 4-208 0,-7-1-12 16,-13 7 48-16,-8 3 60 0,-11 0 76 15,-13 13-64-15,-8 6-96 0,-7 3-152 0,-5 9 4 16,-8 5-4-16,-3 5-8 0,-5 6 0 15,1 7 0-15,0 4-64 16,-1 5 16-16,-3 0-112 0,3 8 52 16,-7 4-16-16,3 6 16 0,-3 1 36 0,3 6 72 15,-4 5 64-15,4 2-4 0,-3 6-48 16,3 7 72-16,-3 0-84 0,0 3 0 16,3 0 28-16,12-3 32 0,1 0 48 0,16-2-108 15,-1-5 0-15,12 4-84 0,4-4 0 16,5 0 32-16,7 1 48 0,5 0 0 15,3 0-104-15,4-2 96 0,4 0-76 16,8-2 16-16,4-3 72 0,12-2 4 16,5-8 8-16,6-2-12 0,10-7-44 0,7-6-128 15,7-11 108-15,14-1 56 16,7-10-40-16,11-6-36 0,5-5 40 0,12-2 44 16,3 0 12-16,14-3 52 0,-2-4-16 15,8 0 0-15,1-2-40 0,8-3 92 16,4-1-96-16,3-4 0 0,9-5 84 0,4 0 20 15,7-4-20-15,9-5-20 16,3-4-64-16,8 0 100 0,13-6 8 0,0-14-16 16,11-2-96-16,4-9 64 15,13-8-16-15,7-2-36 0,4-6 124 16,8-7-64-16,1-1-72 0,3-2-12 16,-1-6-124-16,2-4-36 0,-1 0 160 0,1-5 0 15,-2-5 12-15,-6 1-48 16,-4-3-72-16,-1-4 32 0,-4-2 80 15,-3-8-128-15,-2 2 52 0,-2-2-40 0,-5-5 4 16,-11 2-224-16,-9-5 132 16,-8-1-192-16,-11 1-16 0,-12-1 8 0,-17 4 116 0,-19 2 24 15,-13 1-28-15,-15 6 236 0,-12 1 64 16,-16 2 152-16,-12-3-4 0,-12 4 0 16,-4-2-60-16,-9 2-84 0,-6-1 120 0,-5 2 0 15,-8 7-36-15,-8 0-28 0,-4 4-52 16,-8 9 116-16,-3 4-112 0,-9 3 60 15,-4 7-64-15,-4 4 0 16,0 2-8-16,-7 6-4 0,-1-1-92 16,1 1 80-16,-5 4 4 0,4-1 8 15,-4 0-108-15,1 0 16 0,-1 0 44 16,-4 3-20-16,5-3 56 0,-5 4-168 0,0 6-16 16,1-1 64-16,-1 7 12 0,-4 5 120 15,0 6-136-15,1 2 132 0,-5 2-116 16,5 4-12-16,3 0 28 0,0 0 8 15,5 4 40-15,7-1 56 0,0 0 4 0,9-3 88 16,7 2-88-16,4-2-108 0,4 0-28 16,8 0-176-16,4 0-356 15,4 0-336-15,4 0 76 0,5 4-304 0,3 5 127 0,3 3-227 16,6 5-380-16,3 2-1464 0,1-6-32 16,2 12 2608-16</inkml:trace>
  <inkml:trace contextRef="#ctx0" brushRef="#br0" timeOffset="1285.749">23985 13252 2600 0,'0'0'7600'0,"0"0"-6103"15,0 0-229-15,0 0-136 0,0 0 384 16,0 0-236-16,0 0-472 0,0 0-376 0,0 0-260 15,0 0 40-15,0 0 256 0,44 80 72 16,-20-43-124-16,8 8-136 0,-4 3-144 16,0-1-136-16,3 2-68 0,-6-5 68 15,3 3 0-15,-5-9-220 0,-3 0 76 16,-5-5-28-16,-2-8 24 0,2-6-120 16,-2-5-276-16,-2 0-72 0,2-11-236 0,-1-3-452 15,3-3-1020-15,-2-11-1829 0,2-7-2599 16,-2 3 5904-16,2-24-860 0</inkml:trace>
  <inkml:trace contextRef="#ctx0" brushRef="#br0" timeOffset="1463.322">24511 13230 64 0,'0'0'5840'16,"0"0"173"-16,0 0-5397 0,0 0-512 16,0 0 264-16,-99 82 460 0,75-47 124 0,-4 4-236 15,3 5-300-15,-3 1-60 16,4 2 44-16,1 3-40 0,-5 1-12 15,4 7-176-15,-4-4-96 0,0 0-76 0,0 0-48 16,9-7-104-16,-1-5-304 16,8-2-500-16,3-7-604 15,5-8-1404-15,8 4-2869 0</inkml:trace>
  <inkml:trace contextRef="#ctx0" brushRef="#br0" timeOffset="1779.299">24802 13881 2632 0,'0'0'9669'15,"0"0"-8149"-15,0 0-900 0,0 0 188 0,-88-4 328 16,72 8-352-16,0 2-424 0,0 4-224 16,0 2 28-16,-3 7 96 0,2 4 60 15,-2 3-72-15,-1 5-100 0,3 1 36 16,-2 2-24-16,3-2 96 0,4 3 172 0,4-6-60 15,0-4-172-15,8-2-40 0,0-5 28 16,8-5 108-16,0 0 12 0,8-4-60 16,0-6-36-16,4 0-63 0,3-3-61 15,5-3-72-15,0-6 4 0,-4-4-16 16,1-3-80-16,-2-2-173 0,1-2-151 16,-4 1-108-16,-8 0-12 0,0 0-404 15,-4 3-876-15,-8 0-1344 0,0 1-2353 16,-8 2-1743-16,-4 3 6096 0</inkml:trace>
  <inkml:trace contextRef="#ctx0" brushRef="#br0" timeOffset="1920.666">24646 14084 10676 0,'0'0'1981'0,"0"0"-1201"16,0 0 260-16,0 0 184 0,0 0-232 0,0 0-480 16,0 0-348-16,92-7-164 0,-72 1-284 15,4 0-304-15,-4 0-392 0,-4-1-804 0,-1-2-1253 16,-6 6-2719-16,-1-4 817 0,-4 1 4939 15</inkml:trace>
  <inkml:trace contextRef="#ctx0" brushRef="#br0" timeOffset="2047.259">24826 14046 1864 0,'0'0'952'15,"0"0"6408"-15,0 0-5699 0,0 0-725 16,-24 73-108-16,24-48 188 0,-4 3-172 16,0 2-116-16,4 1-236 0,0-2-68 0,0 3-40 15,0-8-260-15,0 5-124 0,0-10-224 16,0 1-524-16,0-4-532 0,0-10-468 15,0 0-993-15,0-2-2343 0,0-1-703 0</inkml:trace>
  <inkml:trace contextRef="#ctx0" brushRef="#br0" timeOffset="2992.851">19491 14766 1068 0,'0'0'7204'16,"0"0"-4231"-16,0 0-821 0,0 0-480 0,0 0-372 15,0 0-352-15,0 0-404 0,0 0-248 0,0 0-72 16,0 0-4-16,0 0-8 15,32-19-68-15,-32 19-20 0,0 0-12 0,0 0 36 16,0 0 12-16,0 4 20 0,-4 3 44 0,0 1 176 16,-9 3-116-16,6 1-164 15,-5 1-12-15,0-4 4 0,0 1-16 16,4-7-32-16,0 0-52 0,0-3 60 16,4 0-72-16,0-3-76 0,0-3-108 15,4-7-220-15,0-1 76 0,4 0 32 16,8-3 64-16,0 4 24 0,4 1 88 0,0 6-28 15,0 2 96-15,-4 4-80 0,-4 0 132 16,0 7 0-16,-1 2 184 0,-3 1 160 16,-4 3-76-16,5-5-84 0,-5 6-24 0,0-2-64 15,0-2-36-15,-5-4 16 16,1 1-4-16,0-4 0 0,4 0 64 0,-3-3 60 16,-1 0-52-16,-4 0-144 0,4 0-48 15,-5-3 40-15,2-7 4 0,-1 1-236 16,-1 0 68-16,2-1 112 0,3 3 12 0,0 0 36 15,4 7-112-15,0-2-96 16,0 2-120-16,4 0-92 0,0 0 188 0,8 0-4 16,0 0 16-16,-1 2-16 15,2 3 52-15,-5 1-312 0,-1 0-412 16,2 1-780-16,-5-1-1240 16,0 3-3665-16</inkml:trace>
  <inkml:trace contextRef="#ctx0" brushRef="#br0" timeOffset="3566.806">20658 13966 1956 0,'0'0'1264'0,"0"0"7305"0,0 0-6069 16,0 0-860-16,0 0-436 0,0 0-140 0,0 0-300 16,0 0-284-16,0 0-64 15,0 0-36-15,64 4-64 0,-49 3-60 0,6-5-108 16,-10 5-140-16,2-4-8 0,-9 3-44 15,0-3 40-15,-4 7 4 16,0 0 184-16,-8 5-4 0,-9 4-180 0,-7-3 0 0,5 3-60 16,-1-6 60-16,0-1 4 0,4-5 8 15,5-1-12-15,2-6-8 16,5 0-40-16,0 0-12 0,0-6-28 0,4-7-300 16,0-9-212-16,4-3 296 0,4-4 20 0,4 4 124 15,0 3-36-15,0 3-12 16,0 6 124-16,-4 3-40 0,4 8-112 15,0-2-96-15,-4 4-176 0,4 0-776 0,0 6-1152 16,-5 0-2589-16,6 5-2467 0</inkml:trace>
  <inkml:trace contextRef="#ctx0" brushRef="#br0" timeOffset="4034.63">21534 13598 1292 0,'0'0'364'15,"0"0"8524"-15,0 0-6743 0,0 0-957 0,0 0-340 16,0 0 372-16,0 0-228 16,88-47-384-16,-71 47-248 0,-6 0-76 15,1 0-48-15,-3 2-28 0,-6 5 52 0,1 3 184 16,-4-1 168-16,0 3-196 0,-4 2-112 15,-8 2-36-15,0-1-60 0,1 1-64 16,-6-3 4-16,6-1-40 0,-2-5 12 16,5-1 4-16,1-6-15 0,3 4 63 0,0-4-4 15,-1 0-12-15,-3-4-20 16,8-2-136-16,-3-7-244 0,-1-3-132 0,4-3-49 16,0-1-27-16,0 6-48 15,0 3 36-15,0 9-160 0,4-1-200 16,-1 3-448-16,1 0-1036 0,5 3-2421 0,-1 3-3919 15</inkml:trace>
  <inkml:trace contextRef="#ctx0" brushRef="#br0" timeOffset="4667.3">21259 15129 6716 0,'0'0'5001'16,"0"0"-2853"-16,0 0-1072 0,0 0-196 15,0 0 500-15,0 0-144 0,81-20-424 16,-66 20-308-16,-2 0-260 0,-2 0-148 0,-3 0-92 15,1 0-4 1,-6 3 0-16,-3 1 12 0,0-1 36 16,0 7 36-16,0-2-8 0,-7 2 20 15,-6 4-48-15,-2-5 64 0,-2 0-16 0,6-5 48 16,-2 2-8-16,2-6 48 0,3 0-4 16,-1 0-68-16,1 0-112 0,5-6-256 0,-1-5-256 15,4 2-244-15,0-3-216 0,0-2-608 16,4 2-2896-16,-1 6-4757 15</inkml:trace>
  <inkml:trace contextRef="#ctx0" brushRef="#br0" timeOffset="5362.357">19762 15672 8240 0,'0'0'3965'15,"0"0"-2601"-15,0 0-220 0,0 0 28 16,0 0-132-16,0 0-404 0,0 0-228 0,0 0-124 16,0 0 96-16,0 0-108 0,-64-39-76 15,56 27 0-15,-4-1-24 0,4 1-84 16,0-1-28-16,4 3 100 0,0-2-112 0,4 2 36 15,0 0-84-15,0 2-124 0,8-6 12 0,0 7 4 32,0-1-28-32,4 1-48 0,0 3-100 0,0 2 16 15,-1 2-16-15,2 0-172 0,2 0-440 0,-2 0-444 16,2 6-748-16,6-6-2125 16,-6 3-2931-16,13-3 6544 0</inkml:trace>
  <inkml:trace contextRef="#ctx0" brushRef="#br0" timeOffset="5790.714">22659 14589 848 0,'0'0'11557'16,"0"0"-9569"-16,0 0-1256 0,0 0 112 15,0 0 468-15,0 0-100 0,0 0-240 16,0 0-348-16,0 0-292 0,0 0-88 16,0 0 24-16,75 54-36 0,-71-51-76 0,-4-3-80 15,0 3-28-15,0-3 48 0,-4 0 100 16,-4 3-63-16,-8 0-61 0,0 1-60 16,-8-1 36-16,4 0-40 15,-3-3-8-15,6 0-116 0,-2 0-249 16,6-3-339-16,6-7-224 0,-1-6-536 15,8 4-2300-15,0-21-5865 0</inkml:trace>
  <inkml:trace contextRef="#ctx0" brushRef="#br0" timeOffset="6591.827">21654 11837 5012 0,'0'0'4172'0,"0"0"-3124"0,0 0-263 0,4 72 179 16,0-44 152-16,1 7-60 0,-1 4-208 15,-1 6-144-15,1 2-136 0,-4 10-96 0,0 4-84 16,0 5-152-16,0 7-24 0,-7 6-152 16,-6 4 40-16,1-1-12 0,0 1 72 0,0-6 0 15,1-8-12 1,2-9-124-16,1-6-24 0,1-12-96 15,7-4 32-15,-4-13 4 0,4-2-112 0,0-8-240 16,0-2-520-16,0-7-124 0,4 1-500 16,-4-4-908-16,0-3-1449 0,0 0-631 15,0 0 2300-15,0 0 1672 0</inkml:trace>
  <inkml:trace contextRef="#ctx0" brushRef="#br0" timeOffset="6833.201">21478 12976 3268 0,'0'0'276'0,"0"0"3884"16,0 0-2304-16,0 0-800 0,0 0-395 0,0 0 7 0,0 0 164 16,9 82-28-16,-5-59-184 15,0-1-76-15,0-3-40 0,0 3 76 16,3 0 0-16,-2 1-92 0,3-4-152 0,0 0-76 16,-1-3 76-16,6-1 120 0,-2-5 432 15,2-7-312-15,6-3-224 16,2 0-56-16,7-13-140 0,0-9-64 0,7-6-92 15,1-8-100-15,0-2-44 0,-1-3-52 16,1-3-356-16,-3 3-392 0,-1-1-316 16,-5 1-696-16,-7 13-2052 0,4-17-2725 0</inkml:trace>
  <inkml:trace contextRef="#ctx0" brushRef="#br0" timeOffset="7458.291">21364 10858 6036 0,'0'0'2392'0,"0"0"2285"16,0 0-2977-16,0 0-680 0,0 0-216 0,0 0 316 0,7 67-268 15,1-35-224-15,-4 3-148 16,5 3-200-16,-5-6-96 0,-1-1-124 0,1-5-60 15,0-4-60-15,0-10-112 0,-4-1-96 16,4-6-148-16,-4-2-288 0,5-3-308 16,-5 0-776-16,0-6-2832 0,0 0-4929 0,-9-7 8973 15</inkml:trace>
  <inkml:trace contextRef="#ctx0" brushRef="#br0" timeOffset="7620.062">21295 10655 6596 0,'0'0'1728'0,"0"0"2753"0,0 0-2953 16,0 0-756-16,0 0-180 0,0 0-456 0,0 0-136 15,80-16-276-15,-52 16-480 16,4 0-1100-16,-4 4-2277 0,-4-4-3015 16,8 6 6196-16</inkml:trace>
  <inkml:trace contextRef="#ctx0" brushRef="#br0" timeOffset="7881.691">21806 10725 1068 0,'0'0'8400'0,"0"0"-5811"0,0 0-393 15,0 0-444-15,-76 74-312 0,56-53-440 16,9 2-372-16,-2-4-248 0,9 0-172 0,0-4-96 16,4-2-36-16,0 0-68 0,12-1 32 15,4-2-40-15,3-4-8 0,6 3 4 0,-1-2-68 16,-4-4 64-16,3 0 0 15,-3 1 0-15,-3 2-4 0,-6-3-36 0,6 4-52 16,-9 2 88-16,-1 4 8 0,-7-1 4 16,0 5 0-16,-4-2-136 15,-7 5 4-15,-6-2 44 0,-3 1-168 16,5-3-40-16,-2-3-24 0,2-4-236 0,2-2-352 16,2-7-600-16,7 4-1000 15,-4-4-4493-15</inkml:trace>
  <inkml:trace contextRef="#ctx0" brushRef="#br0" timeOffset="8367.12">22586 10836 9528 0,'0'0'3089'0,"0"0"-1153"0,0 0-652 0,0 0 56 16,0 0 72-16,0 0-440 0,0 0-252 16,0 0-512-16,0 0-208 0,0 0 0 15,-79 29 48-15,63 2 184 0,0 4 124 16,4 3 56-16,4-3 125 15,0-2-161-15,1-5-196 0,7-10-84 16,0-8-88-16,0 0-8 0,0-7-48 0,7-3-96 16,5 0-4-16,8-6-140 0,0-11-225 15,3-1-95-15,-2-4 0 0,3-1-128 16,-9-2-12-16,2 6 20 0,-6 2 48 0,2-1 44 16,-5 2-16-1,-1 3 340-15,1 1 284 0,-4 5 28 0,-4 4 176 0,5 3 156 16,-5 0 52-16,4 3-108 0,-1 7 120 15,1 5-48-15,0 4-64 0,4 3-84 16,-3 1-28-16,-1-1-36 0,3-2 60 16,1-1-36-16,5-4-96 0,-2-2-64 0,1-6 8 15,4-2-8-15,3-1-148 0,2-4-444 16,3 0-364-16,4-4-620 0,-9-1-1468 16,9-2-3653-16</inkml:trace>
  <inkml:trace contextRef="#ctx0" brushRef="#br0" timeOffset="11368.3">22846 10832 3300 0,'0'0'144'0,"0"0"4216"16,0 0-2844-16,0 0-444 0,0 0-243 0,0 0-45 15,0 0 988-15,0 0-668 0,0 0-424 0,0 0-204 16,0 0-168-16,79 80-24 0,-70-58-8 16,-6 1-16-16,1-2-148 15,0 0-104-15,-4-6-8 0,0 1-32 0,4-7 28 16,-4-2-4-16,0-5-128 0,4 1 84 15,-4-3 40-15,0 0-36 0,0 0-40 16,0 0-148-16,9-3-128 0,-2-6-80 0,1-4 108 16,4 1-68-16,0-7 164 15,-4 0-112-15,3 2 200 16,-2-1 48-16,-1 5 104 0,-1 0 4 0,-3 4 112 0,1 3-68 16,-1 2 16-16,-4 1 64 15,4 3-52-15,-4 0-64 0,4 7 152 16,3-1 468-16,-3 6-196 0,0 4-184 0,5 0-8 15,-9 3-96-15,4 4-36 0,-4-1-36 16,4-4-76-16,-4 1-44 0,0 4 40 0,0-7-44 16,0 0-164-16,0 3-168 15,0-7-312-15,0 1-228 0,0 1-288 16,0-6-764-16,3 2-1133 0,1-3-3155 0,0-1 5608 16</inkml:trace>
  <inkml:trace contextRef="#ctx0" brushRef="#br0" timeOffset="11928.026">23758 11153 7704 0,'0'0'2204'0,"0"0"-1444"0,0 0-447 16,0 0 379-16,0 0 588 16,0 0 20-16,0 0-364 0,-32 79-308 15,28-49-48-15,4-2 80 0,0-3 24 0,0 1-140 16,0-7-236-16,0-3-96 0,4-7-68 16,4-2-32-16,4-4-100 0,0-3 88 15,4 0-100-15,-1-10-24 0,6-3-236 16,3-2-120-16,-4-8-28 0,3 1-88 0,-6-3 36 0,-2 0-52 15,1 2 8-15,-8 4 68 16,0 0 144-16,-3 7 180 16,-5-1 108-16,0 3 4 0,-5 1 68 0,-3-1-68 15,-3 4 0-15,-2-4 164 0,1 7 184 16,-4 0-232-16,1 3 236 0,3 0-352 0,-4 9-4 16,-1 4 4-16,2 4 176 0,3-3 36 15,0 5-212-15,0-2-116 16,4-5-60-16,4 5-352 0,0-9-416 0,0 3-1228 15,4-5-1965-15,0-6-1407 0,4 0 3612 16</inkml:trace>
  <inkml:trace contextRef="#ctx0" brushRef="#br0" timeOffset="12263.814">24069 11093 1016 0,'0'0'1292'0,"0"0"5840"0,0 0-5259 16,0 0-677-16,0 0-176 0,0 0 44 15,0 0-156-15,55 76-228 0,-42-60-100 0,-6 3-256 0,1 3-88 16,-8 0-52 0,0 4-8-16,0-4 44 0,0 4-20 0,-11-1-116 15,3-3 40-15,-1 1 12 0,-2-4 12 16,3-4 12-16,4-2-60 0,-1-6 60 15,5-5 0-15,0-2-12 0,0 0-4 0,0 0 16 16,0 0 72-16,5-9 100 0,7-7-112 16,-1-6-172-16,6-3-48 0,3-10-56 0,-5 0-92 15,2-3-132-15,-2 0-172 0,-3 0-88 16,4 6-128-16,-4 0-208 0,0 7-324 16,-4 3-756-16,0 3-944 0,-1 3-2649 0,2 0-255 15</inkml:trace>
  <inkml:trace contextRef="#ctx0" brushRef="#br0" timeOffset="12679.572">24487 10624 8560 0,'0'0'1772'0,"0"0"-1023"0,0 0 691 16,0 0 328-16,0 76-352 0,0-39-300 0,-8 2-420 31,4 9-40-31,-4-4-40 0,-4 3 136 0,4 4-216 0,-4 1-264 16,-4-5-140-16,0 0-132 0,1-2 0 15,-2-5-84-15,2-5-4 16,2-5 4-16,9-11 36 0,0-7 36 0,4-5-100 16,0-4-144-16,4-3 0 0,5 0 248 0,6 0 8 15,2-3 0-15,2-4-44 16,5 1-56-16,0 0 0 15,-4 3-20-15,0 3-16 0,0 0-24 0,-4 0 0 0,-4 3 36 16,-4 3 0-16,0 7 124 16,-4-4 64-16,-1 4 32 0,-3 2 52 15,0 1 0-15,-3 0 36 0,-5 0-60 0,4 0 72 16,-8 1-84-16,0-5 48 0,4 1-40 16,-8-5 4-16,4 3-40 0,1-5-12 15,-2-3-60-15,1 0-12 0,0-3-88 0,0 0-204 16,5 0-324-16,-1-6-280 15,3-4-408-15,1-5-1088 0,4-2-2481 0,0 5-2891 16,9-10 6876-16</inkml:trace>
  <inkml:trace contextRef="#ctx0" brushRef="#br0" timeOffset="12871.648">24734 11262 8588 0,'0'0'2533'0,"0"0"-637"15,0 0 88-15,0 0-464 0,0 0-348 16,-32 72-532-16,28-56-316 0,-3-6-232 0,3 2-92 16,-1-2-60-16,1 0-124 0,0-5-224 15,0 6-400-15,0-5-88 0,1-2-252 16,-1-4-800-16,0 0-2561 0,4 0-3059 16,-5-14 6828-16</inkml:trace>
  <inkml:trace contextRef="#ctx0" brushRef="#br0" timeOffset="13396.63">25025 10753 2296 0,'0'0'144'0,"0"0"-144"0,0 0 3180 15,0 0-36 1,0 0-1372-16,0 0-871 0,0 0-105 0,0 0 48 16,0 0 136-16,0 0-168 0,0 0-80 0,-8 48-52 15,0-19-44-15,0 9-52 0,4 0 48 16,-8 6 108-16,4 1-140 0,0 6-184 15,-4-1-132-15,4 1-64 0,0-1 0 16,1-1-52-16,2-2-56 0,5 1-16 16,0-7-24-16,12 0 733 0,0-16-53 0,4-2-528 15,0-10-224-15,4-4-144 0,4-6 4 16,-4-3 136-16,0 0-260 0,0-12-537 16,-5-1 57-16,-2-3-60 0,-5-2-460 15,-4-1-544-15,-4-2-876 0,-8 6-268 16,-9-1 627-16,-2 0 713 0,-5 0 832 15,0-3 416-15,-4-3 272 0,0 0 92 16,4 2 472-16,1 1 800 0,6 7 388 16,10 3 237-16,3 2-13 0,4 4-360 0,4 3-432 15,15-4-324-15,5 2 92 16,8-4 240-16,8-5-496 0,4 5-360 0,-1-2-232 16,2-3-12-16,-6 2-280 0,1 2-484 15,-8 1-340-15,-8 3-436 0,-12 3-1464 16,-8 0-4541-16</inkml:trace>
  <inkml:trace contextRef="#ctx0" brushRef="#br0" timeOffset="14318.515">21678 13284 328 0,'0'0'4368'16,"0"0"300"-16,0 0-3272 0,0 0-471 16,-95-9-117-16,71 12 36 0,-1 6 48 15,1 4-108-15,1 3 56 0,3 2 40 0,0 6 128 16,0 1-132-16,4 0-236 0,1 0-124 15,2 4-76-15,5 2 12 0,1-2-100 16,-1 2-132-16,-5 5-136 16,6 2-72-16,-5 3-12 0,-1 3 4 15,2 2-4-15,-2 4 8 0,6 0-4 16,-1 4 0-16,8 0-4 0,4-2-12 0,11-5 12 0,5-6 124 16,5-6 325-16,3-4-241 0,3-8-112 15,9-7 0-15,-1-6-88 0,10-10 76 16,3 0 4-1,3-19-80-15,1-11-8 0,4-3-12 0,-1-12-52 16,1-3-32-16,0-9-120 0,-4 0-173 0,-4-7-15 16,-5 4-68-16,-2-7 56 0,-2 3-148 15,-11 3-72-15,0 5 20 0,-12 2 124 16,-4 6-52-16,-4 4 148 0,-8 2 396 16,-4 4 64-16,-13 7-52 0,-6-1 0 15,-13 10 12-15,-4 0-24 0,-15 6-172 16,-5 3-104-16,-12 10-512 0,-8 3-4 0,-3 19 84 15,-5 10-220-15,0 12-488 0,1 14-1237 16,18-11-3127-16,-30 35 2896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1:35:49.752"/>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brush xml:id="br2">
      <inkml:brushProperty name="width" value="0.05292" units="cm"/>
      <inkml:brushProperty name="height" value="0.05292" units="cm"/>
      <inkml:brushProperty name="color" value="#C00000"/>
    </inkml:brush>
    <inkml:brush xml:id="br3">
      <inkml:brushProperty name="width" value="0.05292" units="cm"/>
      <inkml:brushProperty name="height" value="0.05292" units="cm"/>
      <inkml:brushProperty name="color" value="#00B0F0"/>
    </inkml:brush>
  </inkml:definitions>
  <inkml:trace contextRef="#ctx0" brushRef="#br0">4749 1219 1760 0,'0'0'8152'0,"0"0"-3947"0,0 0-3181 16,0 0-56-16,0 0 248 0,0 0 68 0,0 0-240 16,-4-23-176-16,8 23-392 15,-4 0-172-15,3 0-132 0,-3 0-100 0,9 11-24 0,-5 3 172 16,4 13 193-16,-1 4 35 15,1 10-256-15,-3 10-68 16,-1 10 8-16,-4 5-60 0,4 10 12 0,-4 10 12 16,0 10-96-16,4-1-8 0,-4 6-100 15,3 1 60-15,1 0-24 0,0-7-108 0,5 3-4 16,-5-6 100-16,0 0-24 0,-1-9-76 16,1-1 4-16,4-11-4 0,-3-5-9 15,-1-12 21-15,3-10 4 0,-3-6-28 0,0-9 16 16,0-6-64-16,0-8-100 0,1-5-252 15,-1-4-104-15,-1-3-444 0,1-3-460 16,4-6-324-16,1-7-160 0,-2-12-1933 16,1 6-1595-16,-4-31 4232 15</inkml:trace>
  <inkml:trace contextRef="#ctx0" brushRef="#br0" timeOffset="307.897">5283 1657 7248 0,'0'0'7757'0,"0"0"-6953"0,0 0-796 0,0 0-8 16,0 0 516-16,0 0 148 0,0 0-8 0,55 73 200 16,-27-34-72-16,4 8-244 0,0 0-76 15,3 7-24-15,-2 0-208 16,3 1-124-16,0-1-108 0,-1-1-64 0,1 2-8 15,0-2 0 1,-4 1 60-16,-1 3-64 0,1-2-20 0,-4-5-12 0,-7-5-112 16,-1-3-64-16,-5-11-20 15,-2-3-200-15,-5-10-148 0,3-7-200 0,-3-8-304 16,4-3-228-16,-4-14-32 0,5-7-924 0,-2-10-2133 16,1-1-1399-16,0-29 4753 15</inkml:trace>
  <inkml:trace contextRef="#ctx0" brushRef="#br0" timeOffset="566.381">6019 1683 6624 0,'0'0'6733'0,"0"0"-6145"0,0 0-512 16,-86 75 556-16,61-42 164 0,-3 4 112 15,0 8-284-15,0 3-56 0,-3 8-84 0,3 5-88 16,-4 3-52-16,0 3-84 15,0 2-52-15,0 7-48 16,-7 1-100-16,-2-1 4 0,5 3 0 0,-3 1-64 16,3-4-8-16,4-1-152 0,8-7-136 15,9-15-380-15,2-14-16 0,9-11-4 16,4-16-256-16,0-7-496 0,8-10-792 0,5-9 439 16,2-16-903-16,2 1-1852 15,6-27 1364-15</inkml:trace>
  <inkml:trace contextRef="#ctx0" brushRef="#br0" timeOffset="901.108">6395 1337 3588 0,'0'0'7933'0,"0"0"-5697"0,0 0-1728 15,0 0 164-15,0 0 548 0,0 0 68 16,0 0-200-16,71 84-328 16,-56-54-220-16,2 5-88 0,-6 6-24 0,6 3 0 15,-6 4-124-15,-2 6-100 0,3 6-92 16,-5 7-100-16,-3 6-8 0,9 3-4 0,-5 1-60 16,-1 5-64-16,1 1-20 0,1-4 20 15,-5-5 40-15,-1-8-12 0,1-9-124 16,4-7-60-16,-3-4 12 0,6-9 48 0,-3-5 72 15,5-10-208-15,-6-3-132 16,5-6-128-16,1-4-348 0,-2-2-144 16,1-5-176-16,0-2-388 0,4 0-480 15,0 0 1147-15,-4-2-611 0,-5-8-5996 0</inkml:trace>
  <inkml:trace contextRef="#ctx0" brushRef="#br0" timeOffset="1185.017">7052 1984 7764 0,'0'0'8709'0,"0"0"-7393"0,0 0-980 16,0 0 60-16,84-7 376 0,-56 1 136 15,7 0-420-15,-3 4-196 0,8-9-132 0,-5 5-112 16,1-1-48-16,1-2-96 0,-10 3-224 0,1-1-312 16,-4 4-400-16,-8 0-396 0,-4 0-1380 15,-4 3-3737-15</inkml:trace>
  <inkml:trace contextRef="#ctx0" brushRef="#br0" timeOffset="1369.225">6960 2356 12537 0,'0'0'5108'0,"0"0"-5108"15,0 0 112-15,0 0-112 0,0 0 460 0,99-7 116 0,-50-5-72 16,2-8-280-16,5-2-224 15,0 0-88-15,0-3-512 0,-4-2-524 0,-9 9-952 16,-11 6-3013-16,11-2-5351 0</inkml:trace>
  <inkml:trace contextRef="#ctx0" brushRef="#br0" timeOffset="2870.479">8912 1476 3196 0,'0'0'1848'0,"0"0"2704"0,0 0-2655 0,0 0-601 16,0 0-100-16,-79-15 84 0,66 11-260 15,9 4 0-15,1 0 60 0,3 0-256 0,0 0-284 16,0 0-172-16,3 0-112 0,6 0-124 16,7 0-20-16,15 0 156 0,14 4 60 15,14-4 12-15,13 0 97 0,7-7-181 0,5-3-100 16,4-2-32 0,4 1 68-16,-1-3-84 0,5-3-60 0,-5-2-48 15,-3 3-4-15,-4-2-104 16,-5 1-12-16,-7 2-88 0,-12 2-176 0,-8 7-177 15,-9-1-219-15,-10 4-136 0,-14 3-388 16,-6 0-768-16,-13 10-1140 0,0-4-841 0,-21 13-2431 16</inkml:trace>
  <inkml:trace contextRef="#ctx0" brushRef="#br0" timeOffset="3352.941">9060 1602 8220 0,'0'0'4693'0,"0"0"-3409"15,0 0-952-15,0 0-92 0,0 0-28 0,0 0 232 16,0 0 500-16,0 0-148 0,0 0-300 16,84 52-208-16,-53-36-56 0,5-1-108 15,0 5 76-15,0-5 32 16,8 2-48-16,-5-5-96 0,-3 1-16 15,0-1-72-15,-3 2-92 0,-10-2 28 16,-3 1-20-16,-4 2-16 0,-8 5 28 0,-8 5 68 16,0 4-52-16,-12 6 48 0,-8 2-32 15,-8 5 40-15,-3 2 12 0,-1 1 100 16,-4-1-64-16,-1 3-36 0,2 2-4 16,-1-2 92-16,0 0-4 0,1 2-8 15,7-2-40-15,3-3 0 0,5-2-48 0,5-5-144 0,7-4 68 16,8-8-72-16,0-6 124 15,12-6 24-15,8-4 196 0,3-3-48 0,9 1 60 16,8-7 172-16,4 0-12 0,4-7-60 16,3 1-64-16,5-6 72 15,4-1 72-15,0 0-84 16,3-3-220-16,5 1-84 0,4-2 0 0,-4 2-132 0,-1 3 132 16,-7-2-120-16,-4 5-148 0,-4-1-88 15,-8 1-92-15,-9 2-92 16,1 1-172-16,-12 3-184 0,-3-1-496 0,-10 4-1012 15,-3 0-2793-15</inkml:trace>
  <inkml:trace contextRef="#ctx0" brushRef="#br0" timeOffset="4009.002">9239 3314 484 0,'0'0'9700'15,"0"0"-7511"-15,0 0-1017 0,0 0-408 0,0 0 320 16,0 0-164-16,0 0-308 0,0 0-252 0,0 0-172 15,84-60-88-15,-69 51-100 16,2 2-4-16,-6 1-84 16,2 3 36-16,-1 0 44 0,-5 3 4 0,1 3 4 15,1 3 112-15,-2 7 124 0,1-1 0 16,-4 7-88-16,5 0 64 0,-5 4-92 16,3 0-68-16,-3-2-52 0,0 2 4 0,0-4-4 15,1 0 4-15,-5 0-4 0,4-4-60 16,-4-5 12-16,0-1 44 0,0-2-56 15,0-4 48-15,0 0-88 0,0-3-100 0,0 0-368 16,0 0-140 0,0-6-360-16,0-4-612 0,0-2-1416 0,-4-1-2797 15</inkml:trace>
  <inkml:trace contextRef="#ctx0" brushRef="#br0" timeOffset="4183.33">9394 3127 2436 0,'0'0'1836'0,"0"0"3960"0,0 0-3699 0,0 0-629 16,0 0-60-16,0 0-328 16,0 0-324-16,0 0-372 0,0 0-208 0,100-38-176 15,-72 28-52-15,0 4-244 0,-4 0-352 16,4-1-612-16,-4 1-668 0,-1 3-2065 16,-3 0-1911-16,-4 3 2736 0</inkml:trace>
  <inkml:trace contextRef="#ctx0" brushRef="#br0" timeOffset="4327.347">9817 3191 11101 0,'0'0'1896'0,"0"0"-600"0,0 0 208 16,0 0-388-16,88-3-496 0,-65-3-260 16,1-1-360-16,0 1-72 0,-3 0-688 15,-2-1-744-15,1 3-992 0,-8 1-3073 0,-8 3-1311 16</inkml:trace>
  <inkml:trace contextRef="#ctx0" brushRef="#br0" timeOffset="4482.817">9864 3391 3544 0,'0'0'8593'0,"0"0"-7113"0,0 0-832 0,0 0 488 0,0 0 484 16,0 0-172-16,0 0-440 0,0 0-408 15,88-3-244-15,-60-14-196 0,4 2-160 0,0-7-356 16,0-3-576-16,3-5-432 0,-3 2-984 15,-12 3-2853-15,12-7-4251 0</inkml:trace>
  <inkml:trace contextRef="#ctx0" brushRef="#br0" timeOffset="4653.946">10351 2949 6504 0,'0'0'3220'15,"0"0"1017"-15,0 0-3389 16,0 0-380-16,0 0 196 0,-16 86 464 15,16-54-108-15,0-1-172 0,4 4-208 0,4 1-116 16,-4-2-120-16,-1 1-244 0,1 0-160 16,0-6-208-16,1-4-328 0,-5 0-424 15,0-2-420-15,0-7-1200 0,0 6-3161 0</inkml:trace>
  <inkml:trace contextRef="#ctx0" brushRef="#br0" timeOffset="5675.786">9283 549 1420 0,'0'0'8652'16,"0"0"-6631"-16,0 0-449 0,0 0-316 15,0 0 0-15,0 0-192 0,0 0-232 0,0 0-192 16,0 0-124-16,0 0-112 0,24 13 48 16,-12-1 148-16,-4 8-136 0,0 2-232 15,-1 6-136-15,2 7-48 0,-9 0-40 16,0 6-8-16,0-2-8 0,0 5-4 16,0-6-60-16,-9 0 12 0,5-3-28 15,1-10-8-15,-1-5 0 16,0-5 44-16,0-8 44 0,4-4-52 0,0-1-24 15,0-2-172-15,0 0-60 0,-4 0-52 0,4 0 72 16,0-2 76-16,0-1 84 0,0-6-48 16,0-4-72-16,8 0 96 0,-4-6 152 15,3 3-68-15,6-3 76 16,-5 6 8-16,-1 0 116 0,1 7 60 0,1 0 12 16,-1 0-84-16,3-1 0 15,-2 4-112-15,2-3 0 0,1 6-76 0,1-4 4 16,-6 4 12-16,1 0-40 0,1 0-24 15,-5 0 16-15,-4 0-16 0,0 0-36 0,0 4 72 16,0 5 88-16,-9 1 24 0,-7 2 64 16,4 1-88-16,-4 0-136 15,0-4 96-15,1 4 40 0,-2-7 44 0,6-3-44 0,3 4-4 16,-1-7 4-16,5 3 4 0,0-3 80 16,4 0-84-16,0 0-88 15,0 4 76-15,8-4 12 0,5 2 196 0,2 1-12 16,2 0 100-16,7 3-52 0,-5-1-20 0,9-3-16 15,0 4-52-15,4-2-20 0,0-2 48 16,-1 3-172-16,1-3-24 16,0-2-208-16,-4 4-100 0,0-1-296 15,0 2-272-15,0 6-652 0,-4-5-1124 16,-4 4-2153-16,-4-1-3331 0,4 0 7860 0</inkml:trace>
  <inkml:trace contextRef="#ctx0" brushRef="#br0" timeOffset="6366.284">11303 1041 5684 0,'0'0'3300'16,"0"0"-487"-16,0 0-1277 0,12 79-404 16,-4-44-148-16,-4 6 108 0,4 4-8 0,0 3-244 15,4 7-260-15,0-3-224 16,-1 6 48-16,6 2 136 0,-6 7-92 0,2 3-152 0,-6 6-44 16,1-1-92-16,-4 8-160 0,1-3-4 15,-1-4-104-15,3-3-160 0,-3-3-320 16,0-6-268-16,4-4-212 15,-3-10-316-15,2-5-648 0,5-7-1112 0,-8-16-3277 16,12-6 794-16</inkml:trace>
  <inkml:trace contextRef="#ctx0" brushRef="#br0" timeOffset="7054.838">12626 1314 2660 0,'0'0'1460'0,"0"0"3396"16,0 0-3768-16,4-79-276 0,-8 53 49 0,0 7 127 16,-4 0-160-16,3 0-204 0,-6 4 160 15,3 2-128-15,0 3-220 0,0 4 244 16,0 0-8-16,4 2-288 0,-4 1-96 0,0 3-164 15,-4 0-124-15,-4 7-108 0,-4 5-68 16,-4 7 4-16,-4 6 84 0,0 7-8 0,-3 10 44 16,-1-1 52-1,4 10 100-15,0 2 72 0,0 5 52 16,1 5 36-16,3 8-12 0,7-2 8 0,2 4 4 16,2 0 120-16,2 0 48 0,7-3-132 0,0-6-40 15,4-4 0-15,8-6 60 0,3-10 364 16,13-5-155-16,4-8-197 15,4-5-136-15,8-4-60 0,0-10-44 16,4-5-4-16,-1-4 0 0,1-3-36 16,0-3-40-16,-4-10 0 15,-4 0-8-15,0-6-180 0,-8-3-256 0,0-1-269 0,-9 1-135 16,-3 4-136-16,-8-1-560 16,-8-4-1404-16,0 7-2985 0,-4 0-2783 0,-16-6 8656 15</inkml:trace>
  <inkml:trace contextRef="#ctx0" brushRef="#br0" timeOffset="7366.514">12435 1946 5520 0,'0'0'4812'0,"0"0"-2239"16,0 0-961-16,0 0-436 0,0 0-24 0,0 0 200 15,0 0-292-15,88 0-276 16,-60-7-320-16,7 1-184 0,-3-6-280 16,4-1-36-16,-1 0-108 15,-3-2-212-15,-4 2-304 0,0-3-284 0,-4 6-160 16,0-3-596-16,-8 6-968 0,-4 2-1557 0,-4 2-523 15,-4-1 936-15,-4 4 3812 0,0 0 0 16,-4 0 4-16,-4 7 296 16,0-2 1120-16,-4 2-844 0,4 3 1380 0,0 3 2892 15,0-1-3207-15,0 5-601 0,0 5-232 0,4 3 312 16,0 6 120-16,4 2-172 0,0 2-156 16,0 2-96-16,0-2-52 15,0 4-124-15,0-2-224 0,0-2-208 16,0 1-208-16,4-8-172 0,0 1-380 0,4-4-320 15,4-6-564-15,-4-7-976 16,12-1-3141-16</inkml:trace>
  <inkml:trace contextRef="#ctx0" brushRef="#br0" timeOffset="7982.923">13299 1809 3544 0,'0'0'4828'0,"0"0"-1739"0,0 0-1057 0,0 0-976 0,0 0-200 16,0 0 28-16,0 0-84 15,0 0-120-15,0 0-184 0,0 0-112 0,56-57-28 16,-48 57-112-16,0 0-84 0,-4 0 0 16,-1 0-36-16,2 0-28 15,-1 4 40-15,-4-2 8 0,0 5 28 16,0-1 36-16,-4 4-72 0,-4 0-16 0,0-5-48 15,0 1-64-15,-1-1-8 0,6-3-80 16,-5 2-68-16,4-4-108 0,0 0 24 16,0 0 88-16,0 0 44 0,-4 0 100 15,8 0-4-15,-4-4-76 0,0 4-20 0,4-2-84 16,0-3 0-16,0 3-12 0,0-2 12 16,0 2-36-16,4-1-164 0,0-4 28 15,0 4 56-15,0 3-8 0,0 0-68 16,-4 0-72-16,0 0-8 0,4 3-232 0,0 1-300 15,-4 2-832-15,4-4-1465 0</inkml:trace>
  <inkml:trace contextRef="#ctx0" brushRef="#br0" timeOffset="8553.287">13801 1619 3240 0,'0'0'6628'0,"0"0"-4603"0,0 0-977 0,0 0-372 16,0 0-168-16,0 0-292 0,24-82-12 0,-12 56-120 16,8 1-80-16,-5-4-8 0,10 4 12 15,-9 2-8-15,8 4 128 16,-5-2 96-16,2 4-32 0,-2 2 8 0,1 2 16 0,-7 0-4 15,2 7-88-15,-7-1-116 16,4 7-8-16,-4-3 4 16,0 3 4-16,4 3 68 0,0 10 100 0,3 0 40 15,-2 7-28-15,2 5 12 0,-2 0 88 16,2 7 60-16,-2 3-4 0,-1 6 252 16,-1 1-164-16,-2 2-128 0,2 0-80 0,-3 3-28 15,-4 1 36-15,8-1 304 16,-8-2-204-16,4-7-224 0,5-3-96 0,-6-10-4 15,1-3-8-15,0-5 0 0,0-4-48 16,0-5-24-16,0-4-12 0,4-1-136 16,-4-3-368-16,8-7 24 0,0-5-76 0,-1-7-164 15,2-6-528-15,3-4-1028 16,-8-3-2389-16,-5 7-2323 0,6-22 5168 16</inkml:trace>
  <inkml:trace contextRef="#ctx0" brushRef="#br0" timeOffset="8755.295">14550 1244 10436 0,'0'0'1689'0,"0"0"-1065"0,0 0-212 15,0 0 400-15,0 0 288 0,-72 76-144 0,52-44-164 16,-3 6-144-16,3 4 44 0,-4-1-124 0,-1 6-40 16,2-2-48-16,-1 3-128 0,0 2-116 15,-4-2-128-15,4-3-64 0,-3 1-44 16,3-4-48-16,0-1-60 0,0-2-116 15,4-7-176-15,4-7-128 0,4-4-164 0,4-2-84 16,4-2-532-16,0-7-1040 0,4-7-2553 16,0 0-3127-16,0-3 6972 0</inkml:trace>
  <inkml:trace contextRef="#ctx0" brushRef="#br0" timeOffset="9700.254">14669 1965 536 0,'0'0'612'16,"0"0"536"-16,0 0 4412 16,0 0-2892-16,0 0-843 0,0 0-457 0,0 0-192 15,0 0-144-15,0 0-140 0,0 0-308 16,0 0-136-16,-3 4-52 0,10-10-188 0,6-5-200 16,-2 3 68-16,6-3 48 0,-2 5-124 15,-2 0-80-15,-6 2-56 0,1 4 76 16,0 0 60-16,1 7 96 0,-2 2 16 0,-3 4 60 15,0 4 52-15,0 1-52 0,-4 3-40 16,4-2-32-16,-4-2-40 0,0-1-52 16,5-3 0-16,-5 0 4 15,3-4-12-15,-3 0-4 0,4-5-56 16,0-1 52-16,0 0-4 0,-4-3-76 16,4 0-240-16,0-3-424 0,1-4-28 0,2-2-648 15,1-4-1024-15,-4-3-2065 0,4 4-2207 16,-4-4 5600-16</inkml:trace>
  <inkml:trace contextRef="#ctx0" brushRef="#br0" timeOffset="9868.931">14821 1727 756 0,'0'0'5504'0,"0"0"-1100"0,0 0-2603 0,0 0-705 0,0 0-268 15,0 0-60-15,0 0-176 0,0 0-372 0,0 0-220 16,0 0-292-16,12 10-108 0,4-10-472 15,0-7-564-15,4-6-1573 0,-8 4-4503 16,7-10 6976-16</inkml:trace>
  <inkml:trace contextRef="#ctx0" brushRef="#br0" timeOffset="10652.581">15335 962 4680 0,'0'0'5336'16,"0"0"-2979"-16,0 0-981 0,0 0-436 16,0 0 80-16,0 0 196 0,24 82-196 15,-12-63-244-15,-1-3-64 0,2 3 48 16,-1 0-112-16,0-3-128 0,4 0-92 0,-4 4-3 15,0-5-49-15,-1 1-48 0,-2 0-88 0,3 3-60 16,-5-3-56-16,2 3-40 0,-1-3-24 16,-5 0-52-16,5-1 0 15,-4-2 4-15,-4 1-4 0,4-3 4 0,1-1 36 16,-1-1-36-16,-4-2-8 16,0 2 4-16,3-3-4 0,1 7 4 0,-4-3 0 0,4 3-4 15,0 3 4-15,0 3 0 16,5 0 4-16,-6 0-12 15,1 0-4-15,0 1 4 0,0-2-48 0,0-3 48 16,0 2-8-16,4-4 0 0,-8-1 0 16,8-3 4-16,-8 4-4 0,4-3 0 0,4 2 4 15,-4-2 4-15,-1 6-48 0,2 0 48 16,-1 3-8-16,0 1 8 0,0 1-4 16,0 5-4-16,3 2 4 15,-2 4-4-15,-1-3-4 0,-4 2 0 0,4-3-48 16,0-2-12-16,0 0 20 0,0-4-8 15,-1 0-24-15,-3-3 24 0,4 0-36 16,1 0-48-16,-1-3-16 0,-4 0 4 16,4 4-40-16,0-6 4 0,-4-1-64 15,4 0 51-15,-1-1 33 0,-3 1 40 0,0-3 120 16,4-1-88-16,-4-2-20 16,0-1 36-16,0-2-4 0,0-1 4 0,0 0 24 15,0-3-52-15,0 0-20 16,0 0-4-16,0 0-56 0,0 0-28 0,4 0-28 15,-4 0 40-15,0 0-12 0,0 0 0 16,0 0-36-16,0 0-16 0,0 0 24 16,0 0-48-16,0-3-248 0,0 0-512 0,0-4-668 15,0 1-976-15,0-5-1549 0,0 3-2699 16,0-9 6516-16,0 72-84 0</inkml:trace>
  <inkml:trace contextRef="#ctx0" brushRef="#br0" timeOffset="37638.843">1621 5026 4044 0,'0'0'7161'0,"0"0"-5709"16,0 0-596-16,0 0-8 0,0 0-216 0,-8 79 616 16,4-48-596-16,0 8-204 0,-4 6-200 15,4 5-52-15,-8 8 76 16,4 2-36-16,-3 6 60 0,-2 4-136 16,-2 6 0-16,-2 1-48 0,2-1-100 15,-5 0 148-15,4 0 36 0,-4-9-96 16,8-4-100-16,-4-12-96 0,8-9-16 0,0-14-84 15,4-12-196-15,4-7-276 0,0-9-112 16,0 0-572-16,4-15-440 16,4-11-752-16,4-9-621 0,0-9-1995 0,0 5 2536 0,-1-27 2017 0</inkml:trace>
  <inkml:trace contextRef="#ctx0" brushRef="#br0" timeOffset="37872.251">1593 5286 8532 0,'0'0'1112'0,"0"0"-556"16,0 0 12-16,0 0 425 0,60 86 375 16,-40-48-236-16,0 6-196 0,4 7-168 0,4 5-228 15,-5 9-104-15,5-5 36 0,-4 4-224 16,4-7-184 0,-8-7-64-16,4-2-36 0,-4-10-76 0,-4-6 36 0,0-7 68 15,0-9-204-15,-8-3-124 16,0-3-212-16,-5-7-84 0,1 0 16 0,-4-3-292 15,0 0-632-15,-4-3-1113 0,-7-4-2303 16,-6-2 468-16,2-4 4148 0,-1 4 160 16</inkml:trace>
  <inkml:trace contextRef="#ctx0" brushRef="#br0" timeOffset="38030.005">1676 5743 1368 0,'0'0'928'16,"0"0"-304"-16,0 0 980 0,0 0 2724 15,0 0-2908-15,0 0-311 0,0 0-361 0,0 0-84 16,0 0-12-16,0 0-68 0,-43 10-16 15,59 0-148-15,0-1-120 0,4-3 104 16,3-3-116-16,5-3-124 0,4 0-164 16,0-6-52-16,5-6-148 0,-6-1-364 15,1-3-472-15,4-1-480 0,-8-2-1209 0,4 5-2475 16</inkml:trace>
  <inkml:trace contextRef="#ctx0" brushRef="#br0" timeOffset="38384.152">2390 5470 2736 0,'0'0'3204'0,"0"0"4081"0,0 0-6257 0,0 0-812 15,0 0 164-15,-104 91 348 0,72-61 356 0,4 2-328 16,-3-4-320-16,3 1-152 16,8-6-12-16,0-4-52 15,8-7-108-15,0-3-112 0,8-2 0 0,0-4-48 16,4 0-64-16,0-3-344 0,0 0-188 15,12 0-76-15,4 0 180 0,8 7 360 16,4-2 120-16,0 5-92 0,4 0-84 0,-5 6-56 16,1 0 184-16,-8-1 108 15,-3 4 200-15,-2 0 176 0,-7 0-12 0,4 4 56 0,-8-4 64 16,0-3-196-16,-4 0-80 16,0-1 40-16,0 1-72 0,-4-3-4 0,-8 3 12 15,0-3-84-15,-3-1-100 0,-2-6-80 16,2 4-152-16,-1-7-140 0,-5-3-112 15,6 0-188-15,2-6-460 16,-2-7-640-16,7-6-956 0,-1-3-261 0,6 0-2983 16,3-13 5384-16</inkml:trace>
  <inkml:trace contextRef="#ctx0" brushRef="#br0" timeOffset="38749.232">2621 5626 4104 0,'0'0'8313'16,"0"0"-7061"-16,0 0-832 0,0 0 188 0,-43 70 212 16,26-51-104-16,-2 2-316 15,3-1-260-15,-1-1-80 0,6 0-56 0,3-3-4 16,0-4 0-16,-1-5-4 0,6-1 4 16,3-2-12-16,0-4-176 0,0 0-264 15,0 0-164 1,7 0-100-16,6-4-32 0,6-2 72 0,1 3 40 0,5-3-336 15,3 2-305-15,-4 4 37 0,4 0 604 16,-5 0 636-16,1 0 52 0,-4 6 520 16,-1 1 252-16,-2 6 917 0,-6-4-805 0,-2 4-80 15,-5 0 156-15,0-1 60 16,-4 2-252-16,0 0-284 0,0 5-240 0,-4 1-148 16,-5 2-12-16,2 4-48 0,-5-4-24 15,-1 0-4-15,2-3-52 0,-1-2 4 0,4-5 40 16,0-5-12-16,0-1-40 0,0-6-184 15,4 0-316-15,-4-4-444 0,4-9-784 16,0-9-668-16,0-3-2245 0,0 0-1555 0,4-17 4864 16</inkml:trace>
  <inkml:trace contextRef="#ctx0" brushRef="#br0" timeOffset="39449.397">2936 5607 8140 0,'0'0'4965'0,"0"0"-3013"0,0 0-1484 0,0 0-156 16,0 0 732 0,3 66 208-16,-3-36-400 0,0-2-388 0,0 4-316 15,0-4-36-15,0 1-112 0,5-4-48 16,3-3-12-16,0-3-12 0,-1-7-112 16,2-5-200-16,3-3-44 0,-1-4 8 0,2 0 60 15,6-13 0-15,-2-3 0 0,7-7 36 16,-5-2-100-16,1-3-20 15,0-1-32-15,0 1 212 0,-4-2 72 0,0 5 92 16,-8 0 100-16,0 6 52 0,0 6 48 0,-4 4 116 16,-4 3 160-16,0 6 140 15,0 0 272-15,0 6-240 0,0 3-164 16,3 7-136-16,-3 6 112 0,0 3-28 0,0 5-84 16,0 1 8-16,0-2-108 0,0-7-148 15,5-6-12-15,-1-3-136 0,0-10-60 16,8-3-224-16,-5 0 224 0,10-7-64 0,-2-6-236 15,2 1-52-15,3-10-52 16,-5 0-280-16,6-1-232 0,-6 4-96 16,1 4 68-16,0 2 240 0,0 3 912 0,3 8 308 15,-6 2 1000-15,-1 0-964 0,0 8-216 16,4 5 636-16,0 4 212 0,-1 1-72 0,-2-2 100 16,2-4-628-16,-2 5-304 0,-1-8-72 15,3 1 0-15,1-4 0 0,0-3 0 16,0-3-396-16,4-3-192 15,-4-7 184-15,4-2 80 0,-1-1-80 16,2 1 100-16,-5-4 300 0,0 0-136 16,-5 0-580-16,2-1 32 0,-2-1 292 0,-2-1 296 15,-5-3 100-15,0-1 0 0,-4-2 112 16,0-5 156-16,0 3-148 0,0-2-112 16,-4 10 112-16,-5 0-4 0,5 13-4 0,0 6 208 15,-3 3-28-15,-6 12 72 0,2 11-236 16,-1 9 300-16,-4 3 12 0,0 7 144 0,4-1 140 15,0 0 56-15,0-5-112 0,4-4-128 16,0-4-196-16,4-5-144 16,4-4-200-16,0-2-112 0,4-8-12 0,8-3-380 15,8-3 48-15,4 0 172 0,8-1 64 16,4-5 132-16,7 0-308 16,1-5-280-16,4-3-404 0,0-5-284 0,0 1-600 15,-1-8-2665-15,-11 10-907 0,12-12 3465 16</inkml:trace>
  <inkml:trace contextRef="#ctx0" brushRef="#br0" timeOffset="40155.868">5980 5277 7400 0,'0'0'4841'0,"0"0"-3513"0,0 0-704 15,0 0-296-15,0 0 292 0,0 0 300 0,0 0-144 16,0 0-216-16,0 0-260 0,0 0-188 15,0 0 24-15,52-26 12 0,-28 10-148 16,-1 1-4-16,5-2-208 0,-4 8-136 0,-3 3 40 16,-2 3-16-16,5 6 60 15,-4 10 128-15,-1 6 24 0,6 9 76 0,-5 1 36 16,0 5 136-16,-4 2 88 16,4-2-112-16,-9 1 64 0,6 0-64 15,-2 0 0-15,-2 3 172 0,-2-3-96 16,1-6-128-16,-3-1 4 0,2-2-52 0,-3-7-12 15,5-3-76-15,-6-4 28 0,1-5-40 0,-4 0-36 16,3-5-172-16,-2-2-192 0,-1 0-268 16,0-7-388-16,4-2-340 15,-4-7-929-15,-1-6-1603 0,6-6-1416 16,-5 5 5160-16,4-18-604 0</inkml:trace>
  <inkml:trace contextRef="#ctx0" brushRef="#br0" timeOffset="40360.136">6534 5143 1564 0,'0'0'6836'0,"0"0"-5048"0,0 0-1092 0,0 0-347 0,-44 73 383 16,32-47 508-16,-4 2-96 0,0 7-336 15,0 0-252-15,0 0-116 16,-3 6 48-16,-2 0-24 0,-3 5-156 0,0 1-196 16,1 1-112-16,-1-1 52 0,-4-6-16 15,8 1-36 1,-4-7-160-16,8-10-176 0,5-3-140 0,2-6-152 0,1-3-228 15,4-7-828-15,0-3-1345 16,4-3-3503-16,0 0 4656 0</inkml:trace>
  <inkml:trace contextRef="#ctx0" brushRef="#br0" timeOffset="40882.034">6936 5484 808 0,'0'0'5948'0,"0"0"-3340"0,0 0-1392 0,0 0-535 0,0 0 131 16,0 0 464-16,0 0-108 0,0 0-92 16,32 75-160-16,-28-49-228 0,4-1-144 15,-4 4-148-15,4-1-76 0,-8-3-148 16,4 5-172-16,-4-5-84 0,0 0-64 0,0-3-260 0,0 0-124 15,0-9-252-15,0 0-236 16,0-4-420-16,0-6-676 16,4-3-1981-16,-1-3-1767 0,6-13 5640 15</inkml:trace>
  <inkml:trace contextRef="#ctx0" brushRef="#br0" timeOffset="41068.292">7510 5492 8944 0,'0'0'6969'0,"0"0"-5765"15,0 0-1168-15,0 0-36 16,0 0-8-16,0 0-40 0,92-13-128 0,-68 1-792 16,-1 2-1140-16,5-2-2797 0,-4 2-2955 0,12-2 7440 15</inkml:trace>
  <inkml:trace contextRef="#ctx0" brushRef="#br0" timeOffset="41223.052">8259 5429 8520 0,'0'0'5993'0,"0"0"-5549"16,0 0-444-16,0 0-112 0,0 0-168 0,80-32-428 15,-56 20-416-15,-5-1-352 0,9 0-125 0,4 1-655 16,0-1-880-16,0 3 240 0,-8 0 2116 15,12 5 700-15</inkml:trace>
  <inkml:trace contextRef="#ctx0" brushRef="#br0" timeOffset="41337.038">8706 5314 1356 0,'0'0'1004'0,"0"0"4452"15,0 0-2299-15,0 0-1589 0,0 0-852 0,0 0-196 16,95 36 180-16,-71-33 1000 0,-5 0-612 16,2-3-1088-16,-2 0-48 0,1-3-476 15,1 0-368-15,7-4-508 0,-5 0-308 0,5 2-1469 16,-8-2-6195-16,16 0 9229 0</inkml:trace>
  <inkml:trace contextRef="#ctx0" brushRef="#br0" timeOffset="42182.276">10327 4917 900 0,'0'0'168'15,"0"0"1020"-15,0 0 1092 0,0 0-220 16,0 0-540-16,0 0-432 0,0 0-52 0,0 0-31 15,0 0-53-15,0 0-96 16,0 0-132-16,0-3-100 0,0 3-232 0,3 0-176 16,-3 0-80-16,5 3 40 0,-1-3 116 15,0 4 96-15,0-4 4 0,0 0-80 0,-1 0-76 16,-3 3-60-16,0 1 36 16,4-1 24-16,0 6 60 0,1 0 0 15,-1 3-136-15,4 5-60 0,-1 6-52 16,2 2-36-16,3 3 64 0,3 2-4 15,-2 3 64-15,2 0-48 0,-2 2 72 16,2-4-76-16,-2 4 52 0,-2-2 36 0,-3 0 108 0,1 0 236 16,-2-5-332-1,-3 1-136-15,4-7-4 0,-4-3-44 0,0 0-8 16,-4-7 0-16,4 1-40 0,-4-2 40 16,4-3 8-16,-4-4-72 0,0-2 20 0,0 2-20 15,0-1 24-15,0-3 0 16,0 0-28-16,0 0-8 0,0 0-16 0,0 0-44 0,0 0-16 15,0 0-12-15,0 0 48 16,0-3 0-16,0 3 28 16,0-4-4-16,0-2-72 0,0-2-172 0,4-3-100 15,-4-2-140-15,4-2-100 0,0-1-360 16,4-3-380-16,0 3-372 0,0 0-457 16,0-3-1671-16,-1 2-452 0,-3 9 4008 0,5-9-568 15</inkml:trace>
  <inkml:trace contextRef="#ctx0" brushRef="#br0" timeOffset="42532.836">10729 4953 1864 0,'0'0'888'15,"0"0"4484"-15,0 0-4516 0,0 0-520 16,0 0 0-16,0 0 532 0,-79 48 341 16,58-33-57-16,1 4-324 0,1 3-256 15,-5 0-116-15,0 4-100 0,1 3-56 0,-5-2-72 16,0 6-52-16,0-1-28 0,0-1-60 16,0 1-76-16,0 0 52 0,0 0-52 15,0-4-8-15,5 1-4 0,-2-1 0 0,1-2 0 16,8-6-12-16,0-1-88 15,5-7-100-15,2 1-152 16,1-5-176-16,8-1-92 0,-3 0-256 0,3-1-340 16,3-3-261-16,9-1-75 0,1-2-656 15,2 0-328-15,5-5 4 0,-4 2 2052 16,8-10 152-16</inkml:trace>
  <inkml:trace contextRef="#ctx0" brushRef="#br0" timeOffset="42898.244">10936 5303 2600 0,'0'0'8877'0,"0"0"-7721"0,0 0-1068 16,0 0 192-16,0 0 356 0,0 0 344 15,0 0-24-15,77 78-452 0,-66-56-188 16,1 1-80-16,0-4-60 0,0 3 12 0,-4-3-52 16,0 0-12-16,-4 0 48 0,-4-3-8 0,0-3 20 15,4-5 64-15,-4-1 0 0,0-3-52 16,0-1-96-16,0-3 0 16,0 0-4-16,0 0-96 0,0-7-48 0,4-5-124 15,4-4-28-15,4-9-316 0,0-4 180 16,4-3 164-16,3 1 108 0,-2-1 4 15,-2 2-92-15,2 5-36 0,2 6 28 0,-3 5 8 16,0 0 28-16,0 4-116 16,-4 8-236-16,4-2-244 15,-4 4-216-15,0 0-144 0,0 4-1105 0,-1 3-3251 16</inkml:trace>
  <inkml:trace contextRef="#ctx0" brushRef="#br0" timeOffset="44231.788">5992 6181 9692 0,'0'0'2113'16,"0"0"-1137"-16,0 0-264 0,32 83 356 15,-16-58 156-15,0 1-344 0,-1-1-248 0,6-6-272 16,3 3 0-16,-5-3-64 0,9 0-36 0,0-3-112 16,4 3-48-16,-4-3-88 0,4-2-4 15,0-2 40-15,-1-3-36 0,1 1 60 16,4-3-72-16,0-7-12 0,0 0-36 0,4 0-60 15,-1-7-104 1,-3-3-120-16,9-3 96 0,-2 1-24 16,1-4 12-16,4-3 76 0,4 0 56 0,0 0 116 15,3 0 8-15,5-3 68 0,-1-1-68 16,5 2 40-16,-4 4 12 0,0-2 4 16,0 6 60-16,-4 4-124 0,0 6 0 15,0-1-76-15,-2 4 4 0,2 0-52 0,4 7 112 16,-8 2-76-16,1-2-12 0,-6 5 96 15,-8 1 4-15,-3-1 72 0,-3 5 236 16,-6 2 164-16,-3 0 156 0,-4 3 0 16,-4-3-76-16,-4 3-416 0,-4-3-136 0,-4-3-60 15,0 0-24 1,-1-3 72-16,-3-3-244 0,0-4 20 16,0 1 52-16,0-7-48 0,0 2-4 0,0-2 116 15,0 0 108-15,0 0 12 0,0 0 0 16,0-7-88-16,5-1-36 0,-1-9 116 15,8-5-460-15,-1-6 44 0,10-4 52 0,7 0-28 0,3 4 40 16,5 0 68-16,5 4 292 16,-6 6 328-16,5 5-228 0,-4 0 288 15,3 4-116-15,-2 3-24 0,-1 2 52 0,-5 1-100 16,5 3 32-16,-8 0 16 16,4 0-64-16,-4 3-24 0,0 4-84 15,0-1-4-15,0 3 28 0,-1 1 24 16,1 3-64-16,0-4-56 0,0 5 8 15,0-6 0-15,4 3-12 0,-1-2 0 0,1-4 0 16,0 2 8-16,4-3-4 0,4-4-4 16,0 0 4-16,3-7 4 0,2-2 68 15,6-7-72-15,1-3-4 0,0-7-4 0,4 1-108 16,-1-1 52-16,1-2-40 16,0 3-48-16,-8-1-36 0,-4 3-36 15,-5 4 56-15,-3 1-8 0,-8 5-36 0,-8 0-228 16,-8 4-148-16,-4 6-96 0,-4 0-200 0,-4-1-792 15,-7 4-1313-15,-2 0-2831 0,-10 0 2184 16</inkml:trace>
  <inkml:trace contextRef="#ctx0" brushRef="#br0" timeOffset="46151.94">8291 6972 808 0,'0'0'5432'0,"0"0"-1480"0,0 0-3023 0,0 0-477 16,0 0-16-16,0 0 128 0,-8-66 428 0,4 56-128 15,-4-2-292-15,0 1-96 0,-4 2-100 16,1-1-24-16,-6 4-8 15,2 0-60-15,-6-1-120 0,1 4 72 16,1 3-112-16,-5 0-76 0,0 0 52 16,3 3-100-16,-2 4 4 0,3 5-4 15,-4 1 0-15,5 6 4 0,-6 1 72 0,9 5 24 16,-3 0-52-16,2 4 28 0,6-1-4 16,2 1 16-16,5 3 36 0,4-3 0 15,0-1-28-15,9-3 16 0,2 1 48 16,5-1-72-16,0-6 20 15,0 0-56-15,4-3-4 0,0-6-48 0,-1-1-60 0,2-3-112 16,-1-3-40-16,-5-3-96 0,2 0-52 16,-2 0-72-16,-2-3-204 0,-2-3-432 15,-3-3-868-15,-4-4-2381 0,-4 7-3059 0,0-8 6372 16</inkml:trace>
  <inkml:trace contextRef="#ctx0" brushRef="#br0" timeOffset="46346.373">7933 7077 2996 0,'0'0'428'0,"0"0"5792"16,0 0-4683-16,0 0-765 15,0 0-336-15,0 0 88 0,0 0 420 0,0 0-148 16,0 0-240-16,0 0-204 0,0 0-136 16,91 66-68-16,-64-53-60 0,1-3-88 0,4-1-4 15,0 1-120-15,0-7-292 0,1 0-532 16,-1 0-536-16,-1-3-1177 0,-11 3-4007 0,8-3 5300 15</inkml:trace>
  <inkml:trace contextRef="#ctx0" brushRef="#br0" timeOffset="46746.21">8554 7388 6216 0,'0'0'2276'0,"0"0"1005"0,0 0-1809 15,0 0-824-15,0 0 112 16,0 0 348-16,47 66-88 16,-26-38-288-16,-1 8-308 0,-1 2-192 0,1 0-44 15,1 0-80-15,2-2-24 0,-3-1-84 16,-4-7-48-16,4-6-4 0,0-3-8 0,-5-6-112 15,2-4-412-15,-2-6-260 0,6-3 100 16,-10 0-424-16,6-6-1084 0,-6-7-2281 0,-2 1-1395 16,-1-11 5356-16</inkml:trace>
  <inkml:trace contextRef="#ctx0" brushRef="#br0" timeOffset="46950.96">8908 7378 5196 0,'0'0'1796'15,"0"0"3513"-15,0 0-4349 0,0 0-628 0,-79 74-52 16,55-44 188-16,0 6 392 16,0 2-44-16,1 3-248 0,-5 0-108 15,0 4-48-15,0-3-92 0,-4-1-120 16,4 0-100-16,-4-3-100 0,0-5-12 0,4-3-48 16,-4-2-136-16,8-4-388 0,0-6-328 15,9-2-272-15,-2-6-540 0,6-4-1369 0,3-3-4123 16,-5-3 6500-16</inkml:trace>
  <inkml:trace contextRef="#ctx0" brushRef="#br0" timeOffset="47611.644">9251 7836 928 0,'0'0'1444'0,"0"0"3664"0,0 0-3552 16,0 0-468-16,0 0-468 0,0 0 89 16,0 0 227-16,-16-67-108 0,9 61-216 15,-2 3-140-15,1-1-108 0,-3 4-36 0,2 0 104 16,-3 0-8-16,5 0-44 16,-6 4-164-16,5 5-92 0,-3 4 0 15,3 6-24-15,-5 4 0 0,6 5 12 0,-1 0 24 16,3 3 0-16,1 5 12 0,4 2-8 15,0-4-4-15,0 4 36 0,0-5 40 16,4-1 60-16,5-11 108 0,-1 2-48 0,3-11-72 16,6 1-16-16,-6-3-84 0,6-4-76 15,-2-3-12 1,1-3-56-16,0 0-12 0,0-3-4 0,0-3-100 16,0-4-84-16,-4-3-148 0,0 4-108 15,-4-4-52-15,0-2-80 0,-5 5-72 16,1-3-180-16,-4 1-624 0,0 2-1160 15,-7-3-2173-15,-1 6-1491 0,-8-1 5308 0</inkml:trace>
  <inkml:trace contextRef="#ctx0" brushRef="#br0" timeOffset="47899.234">9147 8064 3512 0,'0'0'5736'0,"0"0"-3631"0,0 0-977 15,0 0-296-15,0 0 248 16,0 0-236-16,0 0-300 0,0 0-300 15,84-10-244-15,-72 1-224 0,4-4-116 16,0 5-252-16,-4-6-296 0,-4 8-284 0,0-4-432 16,-1 4-489-16,-3 6-295 0,-4-3 360 15,0 3 424-15,0 0 652 0,0 3 952 16,0 3 1224-16,0 4 420 0,0 3 228 0,-4-1-168 16,4 4-320-16,0 0-351 0,4 3-289 15,1 0-320-15,3 0-192 0,0-1-116 16,-1 2-16-16,2 2 56 0,3 4-4 0,-5-4-100 15,2 1-44-15,-1-1-8 0,-4 0 0 16,3 0-44 0,-3-3-340-16,0-3-436 0,1 3-285 0,-1-6-655 15,-4-1-2212-15,4-2-332 0,-4-4 3768 16</inkml:trace>
  <inkml:trace contextRef="#ctx0" brushRef="#br0" timeOffset="51031.09">11960 5632 944 0,'0'0'2400'16,"0"0"2672"-16,0 0-3592 0,0 0-528 0,0 0-395 16,0 0 147-16,0 0 268 0,0 0 160 15,0 0-284-15,4 7-244 0,-4-1-164 0,0 3-96 16,0 1-32-16,-8 6 24 0,4 2-88 15,-3-1-236-15,-1-1-12 0,-1 0-68 16,1-7-104-16,5 1-316 0,-1-4-316 0,0-3-240 16,4-3-136-16,-4 0-392 0,4 0-957 15,-5-7-2731-15,5 2 2952 16,0-11 912-16</inkml:trace>
  <inkml:trace contextRef="#ctx0" brushRef="#br0" timeOffset="51483.892">12491 5114 10208 0,'0'0'2085'16,"0"0"-1277"-16,0 0-60 0,0 0 292 0,0 0-220 0,0 0-356 15,0 0-464-15,0 0-104 16,0 0 28-16,47-76-12 0,-31 58 0 0,0-1-24 16,0 3 60-16,0 3 52 0,-4 2 0 15,0 6 100-15,-4 2 28 16,-1-1-4-16,2 4-48 0,-1 0-28 15,-1 7 16-15,2-2 64 0,3 9-128 0,-1-1 0 16,6 2 64-16,-2 8-60 0,5 5 4 0,1 2 48 16,-2 7 68-16,5-2-36 15,-4 6 48-15,3 0-24 0,-6 0 48 0,-2-3 28 16,2 1 24-16,-6-4-28 0,-2-3-72 16,-1-7-36-16,-1-3-36 0,-3-6-40 15,5-4-60-15,-5-5 8 0,0-3-120 0,-1-4-436 16,5 0-408-16,5-13-384 15,-2-10-660-15,6-2-2717 0,-6 3-2211 0,1-13 6296 16</inkml:trace>
  <inkml:trace contextRef="#ctx0" brushRef="#br0" timeOffset="51697.892">13020 5010 872 0,'0'0'1712'0,"0"0"4720"0,0 0-5360 16,0 0-812-16,0 0-172 0,0 0 557 15,0 0 463-15,-84 88-136 0,64-55-300 16,1-3-216-16,-1 6-60 16,-8 5-96-16,0 0-48 0,-4 1-124 15,4 3-16-15,-8-4-36 0,8 0-4 0,-4-3-72 16,4-3-128-16,0-3-212 0,9-4-316 16,-1-2-256-16,8-10-416 0,0-4-473 15,4-2-1335-15,4-4-2748 0,0-6 5764 0</inkml:trace>
  <inkml:trace contextRef="#ctx0" brushRef="#br0" timeOffset="52509.498">13152 5375 5684 0,'0'0'4'16,"0"0"4116"-16,0 0-3048 0,0 0-455 0,0 0 423 16,0 0 72-16,0 0-136 0,0 0-296 0,80 79-188 15,-69-49-116-15,-3 1-12 16,1 4-124-16,-5-4-80 0,-1 4-36 15,-3-6 0-15,0-4-72 0,0 1-44 16,0-11-8-16,0-2 0 0,0-3-48 16,0-8-4-16,0 2 52 0,0-4 0 0,0 0 136 15,0-4-136-15,0-1-112 16,0-9-36-16,0 0-152 0,8-9 212 0,0 0 4 16,1-5 68-16,-2 2-40 0,5 1 56 15,-4 0 4-15,0 6-4 16,0 0-8-16,0 0-44 0,-1 2-8 0,2 2-144 15,3 2 16-15,0 4-40 0,0-1-60 16,3 4-92-16,-2 0-404 0,-2 6-280 0,2 0-436 16,-2 0-177-16,-3 3-691 0,-4 3-2420 15,1 7 2924-15</inkml:trace>
  <inkml:trace contextRef="#ctx0" brushRef="#br0" timeOffset="52682.448">13554 5610 4576 0,'0'0'9081'0,"0"0"-7601"16,0 0-724-16,0 0 248 0,80 6 124 15,-52-9-424-15,4-3-372 0,0-3-320 16,0-8-12-16,-1 2-284 0,1-4-492 0,-4 0-552 16,-5 2-1116-16,-2-2-3797 15</inkml:trace>
  <inkml:trace contextRef="#ctx0" brushRef="#br0" timeOffset="52892.68">13726 5394 3268 0,'0'0'8477'0,"0"0"-6977"0,0 0-636 15,-4 79-232-15,4-43 604 0,4 2 200 16,3 3-196-16,-3-3-616 0,0-3-376 15,4-4-248-15,-3-1-224 0,2-9-364 0,-3-5-252 16,4-3-128-16,0-7-512 0,4-6-432 16,4 0-1141-16,-4-6-3331 0,0-13 4012 15</inkml:trace>
  <inkml:trace contextRef="#ctx0" brushRef="#br0" timeOffset="53047.546">14036 5442 6260 0,'0'0'4616'0,"0"0"-2499"16,0 0-1237 0,0 0-488-16,8 92 216 0,-8-65 412 0,4 6-280 15,0-4-416-15,0 2-324 0,-4-1-108 16,5-3-352-16,-2-4-724 0,1-1-780 16,0-3-2109-16,0-6-3731 0,0-7 7752 0</inkml:trace>
  <inkml:trace contextRef="#ctx0" brushRef="#br0" timeOffset="53398.68">14710 5317 9068 0,'0'0'6005'0,"0"0"-5261"0,0 0-656 16,0 0 212-16,0 0 116 0,0 0 432 15,0 0-8-15,99-12-408 0,-67 3-296 16,0-1-132-16,4 1-4 16,-4-1-160-16,-1 4-284 0,5-4-536 15,1 1-596-15,-2-1-1340 0,-11 4-5785 0,7-7 6769 16</inkml:trace>
  <inkml:trace contextRef="#ctx0" brushRef="#br0" timeOffset="53655.15">15574 5232 8748 0,'0'0'5857'0,"0"0"-4789"16,0 0-640-16,0 0 200 0,0 0-196 0,88-16-432 15,-68 10-572-15,8-7-220 0,0 1 72 16,0-1 76-16,7 0-308 0,-3 4-428 0,4-5-85 16,4 6 457-16,-4 1 24 0,0-3-56 15,-4 4 664-15,-5 4 376 0,1-3 1348 16,-3 5 92-16,-6 0 133 0,1 0 27 15,-4 0 100-15,-4 5-224 16,0-3-516-16,-1 2-476 0,-2-2-328 0,3 1-156 0,0-3-300 16,0 0-392-16,-1 0-264 15,6 0-376-15,-2-3-1280 0,-2 1-3993 0,2-4 3373 0</inkml:trace>
  <inkml:trace contextRef="#ctx0" brushRef="#br0" timeOffset="54249.036">17236 4921 3116 0,'0'0'8409'16,"0"0"-6617"-16,0 0-688 0,0 0-408 16,0 0-80-16,0 0 4 0,0 0 40 15,0 0-100-15,0 0-364 0,0 0-108 16,0 0-28-16,92-70 52 0,-57 51-100 0,-7 0-12 15,4 3 0-15,-9 7 52 0,1 2 108 16,-3 7 100-16,-1 0-4 16,-1 10-44-16,-2 6 32 0,2 6 40 0,1 6-116 15,4 4-92-15,-4 7 20 0,0 1 4 16,0 2 32-16,-1 2-32 0,-2 0-28 16,-6 1 28-16,6-7-40 0,-9-3-60 15,3-3 0-15,-2-10-96 0,-1-3-16 16,-1-10-84-16,2-2-160 0,-1-7-256 0,-1 0-312 15,1-7 204-15,5-7-236 0,-2-13-912 16,6-1-2553-16,-10 2-3719 16,5-18 7096-16</inkml:trace>
  <inkml:trace contextRef="#ctx0" brushRef="#br0" timeOffset="54490.516">17826 4684 6504 0,'0'0'3232'0,"0"0"-951"0,0 0-1233 0,0 0-576 15,0 0 188-15,0 0 404 0,-84 97-8 16,72-52-144-16,-1 6-204 16,-2 6-44-16,-1 6 64 0,0 4-168 0,-4 3-116 15,-4-3-104-15,1-4-84 0,2-6-48 16,-3-6-124-16,4-7-84 0,1-3 0 16,2-9-60-16,6-6-12 0,-1-5-88 15,3-4-180-15,6-4-64 0,-1-7-124 16,4-6-232-16,0 0-324 0,0 0-512 0,7-4-996 15,2-5-1757-15,7-3-1323 0,-5-1 3480 16,9-16 1372-16</inkml:trace>
  <inkml:trace contextRef="#ctx0" brushRef="#br0" timeOffset="54967.315">18084 5147 5184 0,'0'0'3084'0,"0"0"1041"15,0 0-3613-15,0 0-272 0,4 85 436 0,-4-56 916 16,-4-1-220-16,0 7-528 0,-3-3-472 0,3 3-212 16,0 0-72-1,-1 0-88-15,1-4-44 0,0-2-16 0,4-3-76 16,0-7-48-16,0-7-64 0,0-2-28 16,8-7-44-16,1 0 8 0,-2-3 224 15,5-6 36-15,4-7 40 0,5-6-188 0,2-6-28 16,5-3-60-16,-4-5-128 0,4 1-164 15,-8 1 48-15,-1 5 140 0,2 4 72 16,-6-1-8-16,-2 11 72 0,-2 2 128 16,-3 5 128-16,1 5 0 0,-9 0 624 0,0 0 52 15,0 5-96-15,0 5-164 0,-5 2-48 16,-7 2-80-16,-3 4-124 0,-5-1-80 16,-1 1-20-16,-2 2-64 0,-1-5-12 0,4 1 12 15,4-3 96-15,0-1 32 0,4 1-128 16,8-7-12-1,0 7-180-15,4-3 20 0,0 0 172 16,12-1 292-16,0 4 60 0,8-5-4 0,4 3-60 16,4-2-140-16,4-2-100 0,4-1-44 15,-1 0-4-15,5-3 124 0,-8 1-72 16,3-1-52-16,-3 0-684 0,5 0-56 0,-5-3 388 16,0 4-732-16,-4-1-1168 15,-5-3-889-15,5 3-2003 16,-12-3 2132-16,8 3 2880 0</inkml:trace>
  <inkml:trace contextRef="#ctx0" brushRef="#br0" timeOffset="56136.843">12933 6163 3132 0,'0'0'456'0,"0"0"2084"16,0 0 420-16,0 0-1268 0,0 0-739 0,0 0 35 0,-21 66 208 15,21-38 108-15,9 4-196 16,6 3-120-16,6 0-172 0,2-3-296 16,1-4-188-16,4-2-112 0,0-4-84 15,0-5 12-15,0-5-76 0,0-3-12 16,0 1-12-16,4-8-48 0,3 3-68 0,1-5-104 16,8-7 0-16,8-5-60 0,0-7-124 15,8-4-152-15,3-6-136 0,5 1-76 16,-1-1 104-16,1 1 176 15,-3 3 240-15,-2 6 192 0,-3 2 8 0,-5 8 112 16,1-1 276-16,-4 4 56 16,0 2-96-16,3 1 88 0,1 3-76 0,0 0-136 0,0 0-88 15,0 0 36-15,-5 7 112 16,-3-1-172-16,-4 7-64 0,-4-4-36 16,-13 7-4-16,1 3-8 0,-11 0-60 0,-6 4-28 15,-3-1 16-15,-3 0 20 0,-5 3 4 0,0-1 48 16,-5-3 8-16,-3-2-8 0,5-7-48 15,-1 1-76-15,0-6-60 16,4-7-4-16,0 0 88 0,0 0-244 16,8-9 8-16,3-8 172 0,9-4 40 15,4-9 36-15,8-2 80 0,0-2 0 16,4-1 4-16,0-1 4 0,4 5 88 0,4-3 60 16,-1 4-96-16,1 5-52 0,4 3 36 15,-4 0-36-15,-1 5 88 0,2 5 24 16,-2 3 12-16,2 3-12 0,-6 2 48 15,-3 4 152-15,3 0 84 0,-7 6-64 16,0 5-60-16,-4-2-76 0,4 3-36 0,0 4-28 16,-4-3-32-16,7 0-88 0,2-1-4 15,7-2 68-15,8-4-16 0,4-3 24 16,7-3 28-16,5-3-40 0,7-10 16 0,1-2-28 16,0-4 0-16,4-7-56 0,-1 1-4 15,1-4-8-15,-5 0-100 0,-3 1-52 16,-8 3-148-16,-8-1-72 0,-9 4 12 15,-7 2-40-15,-8 8-112 0,-12 3-76 0,-7 3-236 16,-13 6-456-16,0 0-676 16,-13 6-837-16,-2 3-2195 15</inkml:trace>
  <inkml:trace contextRef="#ctx0" brushRef="#br0" timeOffset="56782.357">13789 7077 1304 0,'0'0'7956'0,"0"0"-6019"15,0 0-857-15,0 0-492 0,0 0 204 0,0 0 336 0,0 0-20 16,0 0-192-16,0 0-308 16,32 73-296-16,-28-48-76 0,0 4-16 15,-4-1-60-15,4 1-96 0,-4-7-64 0,0-2-12 16,4-6-64-16,-4 0 16 0,0-9 12 15,4 0-28-15,-4-5 68 0,4 0 8 16,0-5 0-16,8-3-116 0,-1-5 108 0,2-6-84 16,2-3 8-16,2 0 72 0,-2-1-88 15,-2 4 0-15,-5 6-48 0,3 4-16 16,-2 6 4-16,-2 3 160 0,5 0 176 16,-3 6 56-16,2 3-20 0,-3 4 100 15,1 3-56-15,-2 0-32 0,1 0-4 0,-4 0-48 16,0-1-12-16,0-1-12 0,1-3 12 15,-5 0-60-15,3-5-100 16,-3 1-76-16,0-7-144 0,0 0-432 16,4 0-300-16,-4 0-204 0,8-5-496 15,-4-3-956-15,4-3-1977 0,0-3-1127 0,-4 0 5712 16,8-4-1472-16</inkml:trace>
  <inkml:trace contextRef="#ctx0" brushRef="#br0" timeOffset="57067.373">14188 7194 572 0,'0'0'8780'0,"0"0"-6007"0,0 0-1065 0,0 0-948 15,0 0-12-15,28 67 484 0,-24-48-140 16,3-3-152-16,-3-4-372 16,4-5-264-16,5-5-32 0,-2-2-100 0,6 0-100 15,-2-6-72-15,9-6-80 0,-4-4-264 16,4-6-124-16,0-1 0 0,-4 2 12 16,-5 1 60-16,2 1 76 0,-6 4 84 15,-7 2 136-15,0 4 100 0,-4 2 80 0,0 4 156 16,-4 0 12-16,-7 3 60 0,-1 0 0 15,-8 0-148-15,3 6-44 16,-2 7-116-16,-1-1-136 16,4 7 136-16,0 0 100 0,4 1 84 0,4-5-120 0,0-2-64 15,4-4-144-15,0-2-104 16,4-4-344-16,0-3-416 0,0 0-752 0,8-6-744 16,5-10-637-16,-2-2-1883 0,1 1 2744 15,12-18 1496-15</inkml:trace>
  <inkml:trace contextRef="#ctx0" brushRef="#br0" timeOffset="57266.138">14682 6817 1132 0,'0'0'1328'16,"0"0"7036"-16,0 0-6439 0,0 0-981 15,0 0 72-15,0 0 456 0,0 0-408 16,19 86-248-16,-15-48-160 0,1 3-80 0,-1 3 12 16,0 1-48-16,7-1-152 0,-2-3-120 15,2-3-144-15,-3-6-124 0,5-4-40 16,-2-8-72-16,1-2-144 0,0-7-244 15,0-6-48-15,1-5 68 0,-6 0-60 16,1 0-176-16,0-5-264 16,-4-9-488-16,-4 2-1192 0,0-1-2673 0,0 3-1047 15,-12-6 5464-15</inkml:trace>
  <inkml:trace contextRef="#ctx0" brushRef="#br0" timeOffset="57431.261">14562 7080 6552 0,'0'0'6169'15,"0"0"-4337"-15,0 0-948 0,0 0-484 16,0 0 168-16,0 0 452 0,0 0-116 16,0 0-152-16,0 0-188 0,0 0-208 15,96 54-124-15,-49-64-232 0,1-5-36 0,1-5-320 16,-2-2-328-16,5 0-228 0,-5 3-56 0,1-3-1076 16,-8 3-3417-16,-12 3-2903 0,8 0 7176 15</inkml:trace>
  <inkml:trace contextRef="#ctx0" brushRef="#br0" timeOffset="57858.309">15502 7071 3332 0,'0'0'7532'0,"0"0"-6195"0,0 0-481 15,0 0-244-15,0 0 328 0,0 0 44 16,0 0-92 0,48 76-84-16,-40-51-312 0,0 0-172 0,-3 2-16 0,-2-2-36 15,-3-7-88-15,4 1-160 0,-4-6-24 0,0-4-136 0,0-6-196 16,0 1-136-16,0-4-228 0,0 0-444 15,0-4-988-15,-7-1-2837 0,-2 2-3803 16,-3-14 8501-16</inkml:trace>
  <inkml:trace contextRef="#ctx0" brushRef="#br0" timeOffset="57996.736">15558 6956 7796 0,'0'0'5641'0,"0"0"-4577"0,0 0-544 15,0 0-356-15,0 0-104 0,0 0-60 0,80-34-668 16,-64 23-868-16,0 6-981 0,-8 2-3179 16,3-1 1376-16</inkml:trace>
  <inkml:trace contextRef="#ctx0" brushRef="#br0" timeOffset="58267.05">15801 7128 1684 0,'0'0'8104'0,"0"0"-4195"16,0 0-3437-16,0 0-120 0,0 69 532 15,0-56 688-15,0-6-212 0,0 0-704 0,0-5-536 16,4-2-120-16,0 0-232 0,5 0 96 16,2-7-48-16,1 1-100 0,4-3-60 15,0-4-28-15,0-3 12 16,4 4 96-16,-4-1 64 0,-5 4 128 0,6 2-16 16,-6 7 88-16,6 0 236 0,-6 0 224 15,6 2-76-15,-2 5 0 0,1 3-48 0,4 0-80 16,0-1-156-16,-4 4-100 0,4-1-8 15,-4 1-80-15,0 1-72 16,-4-3-320-16,4-1-288 0,-4 3-296 0,0-4-612 16,-5 4-912-16,-3-1-2757 0,-4-1-27 15,0 1 4248-15</inkml:trace>
  <inkml:trace contextRef="#ctx0" brushRef="#br0" timeOffset="58766.255">16686 6724 4092 0,'0'0'4900'0,"0"0"-3308"0,0 0-651 15,0 0-121-15,0 0 608 0,0 0 180 0,88 23-424 16,-60 2-252-16,4 7-92 0,-1 6-148 16,1 4-80-16,-4 5-84 0,4 0-28 15,0-1-136-15,-4-6-132 0,-1 2-160 16,1-7-72-16,0-4-8 0,0-3-88 0,-4-4-148 15,0-6-220-15,-5-8-84 0,2-4-40 16,3-3-100-16,-9-3-76 0,6-7-492 0,-6-9-1064 16,1-5-2313-16,-8 4-3523 0,1-14 8052 15</inkml:trace>
  <inkml:trace contextRef="#ctx0" brushRef="#br0" timeOffset="58994.672">17296 6613 7612 0,'0'0'4345'0,"0"0"-3257"0,0 0-708 0,-73 83-316 0,49-48 408 15,-3 9 816-15,-1 4 96 16,0 2-200-16,-4 8-396 0,-3-1-368 16,-2 4-224-16,-2 1-120 0,-5 2-68 15,0-4-16-15,0-3-32 0,5-8-108 16,7-5-108-16,4-10-140 0,8-8-232 15,3-7-144-15,10-5-256 0,3-10-876 0,4-4-944 16,0 0-1989-16,7 0-991 0,6-8 5217 16</inkml:trace>
  <inkml:trace contextRef="#ctx0" brushRef="#br0" timeOffset="59647.096">17717 7074 8732 0,'0'0'6665'16,"0"0"-5405"-16,0 0-1260 0,0 0-200 16,0 0 200-16,0 0 24 0,0 0 672 0,0 0 24 15,0 0-140-15,0 0-272 0,0 0-136 16,9 3-36-16,-9 0 60 15,4-3 52-15,-4 0-4 0,0 0 0 16,0 0 12-16,4 0-60 0,-4 0-60 16,0 0-28-16,0 0-12 0,0 0-20 15,0 0-76-15,4-3 0 0,-4 0-112 0,0 0-8 16,0-1 24-16,0 1 36 0,0 0 60 16,0 1 8-16,0-3-8 0,-4 5-68 15,-4 0 68-15,-4 0 172 0,0 0-136 0,-4 0-36 16,0 0-112-16,-4 5 4 0,0 0 12 15,-4 5 8-15,4 0 16 0,-8 5-16 16,4 3 4-16,-4 6-12 0,5 7-4 16,-1 4 48-16,4 3 52 15,0 6 60-15,4 3 40 16,0 5-28-16,8-4 24 0,4-4 124 0,4 0 64 16,4-5-40-16,8-8-52 0,8-6-56 0,8-6-16 15,0-5-8-15,7-12-28 0,6-2-72 0,2-2 192 16,5-14-204-16,0-3-60 15,-9-4-220-15,2-2-96 0,-5 3-112 0,-5-3-96 0,-7 2-116 16,-4 2-136-16,-8 0-256 16,-4 6-384-16,-4 2-484 0,-4 1-676 15,-8-1-2401-15,0 3-787 0</inkml:trace>
  <inkml:trace contextRef="#ctx0" brushRef="#br0" timeOffset="59964.647">17634 7289 6096 0,'0'0'4436'0,"0"0"-1931"0,0 0-1361 16,0 0-752-16,0 0 240 0,12 70 664 16,3-60 148-16,-2-4-176 0,7-3-460 15,3-3-416-15,5-3-196 0,4-6-196 0,4-7-160 16,-4-6-428-16,0 0-220 16,-4-1-164-16,-4 4-248 0,0 0-676 0,-9 3-776 15,-2 6-589-15,-5 1-1531 0,-8 6 2340 16,0 0 1592-16,0 3 492 0,-8 3 368 15,0 3 968-15,-1 7-292 0,2-1-428 0,-5 8 5888 16,3-1-4056-16,2 7-779 0,3-1-725 16,-4 6-204-16,8-2-4 15,-4 7-24-15,4-3-228 0,0 2-104 16,0 4 152-16,4-4-36 0,0 0-76 0,0 0-40 16,0-3-12-16,-4-4-140 15,4 1-548-15,-4-4-628 16,0 0-373-16,0-3-1587 0,-4-2-2916 0,-4-1 5608 0</inkml:trace>
  <inkml:trace contextRef="#ctx0" brushRef="#br1" timeOffset="72927.669">1191 9582 12441 0,'0'0'1960'0,"0"0"-1556"15,0 0-400-15,0 0 452 0,0 0 408 16,0 0 376-16,79 10-472 0,-43-8-276 0,8 3-196 16,-4-5-72-16,4 0-4 15,0-5-84-15,-5-4-136 0,2-1-112 0,-2-5-184 16,-3-5-208-16,-4 5-224 0,-4-4-340 0,-4 3-616 16,-9 2-1548-16,-6 2-3469 15</inkml:trace>
  <inkml:trace contextRef="#ctx0" brushRef="#br1" timeOffset="73139.093">1450 9766 10364 0,'0'0'1277'0,"0"0"-997"0,20 85 104 16,-8-43 744-16,-1 5 368 0,2-2-188 15,-6-1-444-15,1 1-320 0,1-4-172 16,-1 1-136-16,-5-7-140 0,-3-1-96 15,0-2-72-15,0-7-200 0,0 1-496 0,-7-4-256 16,3-6-288-16,-5 0-336 0,-2-3-701 16,-6-1-2083-16,2-1-1008 0,-2-3 5164 0,-6 5-64 15</inkml:trace>
  <inkml:trace contextRef="#ctx0" brushRef="#br1" timeOffset="73305.879">1274 10471 9644 0,'0'0'1677'0,"0"0"-1213"0,0 0-116 0,0 0 328 15,0 0 256-15,0 0 20 0,0 0-72 0,0 0-24 16,0 0-56 0,88 22-156-16,-60-19-136 0,8-3-164 15,-1-3-160-15,6-7-184 0,2-5-208 0,2-4-260 16,-6-6-252-16,5 0-376 0,-4-8-756 16,-4 1-1376-1,-8 4-4789-15,4-7 6817 0</inkml:trace>
  <inkml:trace contextRef="#ctx0" brushRef="#br1" timeOffset="73487.126">1860 10106 5896 0,'0'0'7625'0,"0"0"-6521"0,0 0-800 0,0 0 624 16,0 0 464-16,0 0-352 0,91 12-348 15,-63-15-412-15,4-6-280 0,0-4-12 0,5-6-184 16,-2-4-248-16,1-2-232 0,0-2-168 15,0-6-476-15,-1-2-1184 0,-7 0-2485 0,-7 10-2155 16,-6-10 6856-16</inkml:trace>
  <inkml:trace contextRef="#ctx0" brushRef="#br1" timeOffset="73800.142">2163 9657 7232 0,'0'0'4197'0,"0"0"-2201"16,0 0-1144-16,0 0-396 0,0 0 352 0,0 0 212 15,0 0-288-15,0 0-284 0,-68 77-128 16,64-51 4-16,4 6-52 0,0 2 20 16,0 8-44-16,0 2-52 0,8 1-24 0,-4 2-36 15,5 0-16-15,-2 1-32 16,1-3-16-16,4-1-60 0,-8 4-12 0,4-3 0 16,0-1-4-16,0 0 0 0,-5 0-8 0,2-2-36 15,-1-4-4-15,0-6 40 16,0 0-96-16,-4-4-52 15,0-6-12-15,0 0 24 0,0-5 28 0,0-1-16 16,0-4 12-16,-8-3-72 16,4-2 0-16,-8-1-76 0,-4-2 136 0,-4-1-112 15,-8 0-236-15,-8-3-300 0,-3 0-312 0,-6 0-192 16,-2-6-252-16,-5-7-1033 16,12 7-3507-16,-15-17 4096 0</inkml:trace>
  <inkml:trace contextRef="#ctx0" brushRef="#br1" timeOffset="74517.579">3338 10029 3708 0,'0'0'5432'16,"0"0"-3095"-16,0 0-849 16,0 0-548-16,0 0 388 0,0 0-180 15,0 0-252-15,0 0-484 0,0 0-340 16,5-66 16-16,6 40-88 0,5-2-52 16,4 2-44-16,0-2-116 0,0 2 64 0,-4 1 96 15,4 6 40-15,-4 3-88 0,0 0 40 16,0 7-4-16,-5-1 52 0,2 4-48 15,-6 3 56-15,6 0 4 0,-1 3 4 0,-1 0-4 16,6 3 4-16,-6 6 244 0,9 7-76 16,1 6-36-16,-2 7-84 0,1 6 84 0,-1 5 12 15,2 6-12 1,-5 4 0-16,-4 2 88 0,-1-2-28 16,-2 1 52-16,-1-7-16 0,-4-2-60 0,-1-7-88 0,1-5-80 15,5-3-4-15,-5-8 0 16,0-7-48-16,0-5-36 15,-1-1-64-15,5-6-308 0,-4 0-432 0,5-3 92 16,-2-7-148-16,5-6-540 0,1-6-632 16,-2-6-873-16,-3 6-2095 0,4-13 1752 15</inkml:trace>
  <inkml:trace contextRef="#ctx0" brushRef="#br1" timeOffset="74741.004">3983 9657 2020 0,'0'0'1552'0,"0"0"4984"0,0 0-5335 16,0 0-877-16,-35 90 328 0,23-62 652 16,-4 8 228-16,-4 2-384 0,4 3-476 15,-8 0-212-15,5 7-24 16,-5-1 44-16,-4 3-12 0,0 2-172 0,-4 2-232 0,4-4-56 16,-4 1 52-16,0 0-4 15,0-9-56-15,4 0-120 0,4-11 8 0,1-4-136 16,3-3-344-1,3-9-176-15,6-5-100 0,3-4-580 0,4-3-1364 16,4-3-3981-16,0 0 2089 0</inkml:trace>
  <inkml:trace contextRef="#ctx0" brushRef="#br1" timeOffset="75641.157">4151 10392 888 0,'0'0'964'0,"0"0"-532"0,0 0 3792 16,0 0-3068-16,0 0-468 0,0 0-196 15,0 0 184-15,0 0-4 0,0 0-40 0,0 0-179 16,0 0-69-16,24-55 192 0,-20 55-88 16,-4 0-144-16,0 0-76 0,0 0 24 15,0 0 28-15,4 0 8 0,-4-3-88 16,4 0-48-16,4 0-52 16,-1-3-16-16,2-4 4 0,-1 4-68 15,0 0 4-15,-1-1 0 0,-2 1-12 0,-1 2-48 16,-4 4 4-16,0 0-4 0,4 0-4 15,-4 0 4-15,0 0 128 0,0 10 332 0,0 0-248 16,0 5-48-16,0 4-84 16,0 3-8-16,0 7-24 0,0-4-48 0,0 5-4 15,0-5-4-15,0 0-8 0,0 0 8 16,0-2 8-16,0-1 44 0,0-3 52 16,0-2-40-16,0-5 68 0,0 1 32 15,4-8-48-15,-4-5-12 0,4 3-12 16,-1-3 148-16,-3 0 108 0,9-6-8 15,-5 0-336-15,4-3 0 0,-1-8-88 0,6-1-284 16,-5-1-384-16,-1-7-472 0,-3 1-1212 16,0 0-2325-16,-4 9-2639 0,-4-6 6908 15</inkml:trace>
  <inkml:trace contextRef="#ctx0" brushRef="#br1" timeOffset="75808.13">4123 10204 2888 0,'0'0'7024'16,"0"0"-5747"-16,0 0-761 0,0 0-144 0,0 0 176 0,0 0 80 15,0 0-324-15,0 0-304 16,92-35-48-16,-73 25-336 0,5-5-512 16,-3 2-761-16,-1 0-1363 0,-5 4-2924 0,10-1 4900 15</inkml:trace>
  <inkml:trace contextRef="#ctx0" brushRef="#br1" timeOffset="76185.901">5235 9737 10252 0,'0'0'1661'0,"0"0"-1225"0,0 0-296 0,0 0 540 16,-92 26 284-16,72-10-28 0,-3-1-332 16,3 11-112-16,-1 0-64 0,2 4-16 0,3 9 24 15,0-1 8-15,0 3-48 0,8 1-76 16,0-2-84-1,3-1-52-15,2-1-88 0,3-6 52 16,0-4 88-16,8-5 92 0,0-8-120 0,7-4-208 16,-2-2-76-16,6-4-12 0,-2 0 16 15,-2-3-36-15,5-2-104 0,-3 0-44 16,2-2-124-16,-2-8-212 0,-6 1-116 0,2-2-460 16,-6-1-976-16,1-3-1729 0,-8 4-1611 15,0-3 700-15</inkml:trace>
  <inkml:trace contextRef="#ctx0" brushRef="#br1" timeOffset="76335.672">4976 10083 9204 0,'0'0'1488'0,"0"0"-871"0,0 0-25 0,0 0 328 16,0 0 128-16,0 0 204 0,0 0-308 16,0 0-404-16,100 10-352 15,-72-10-188-15,4 0-100 0,-1 0-176 0,5-3-364 0,-4-4-344 16,4-2-552-16,-8 6-1393 15,3-6-2735-15</inkml:trace>
  <inkml:trace contextRef="#ctx0" brushRef="#br1" timeOffset="76898.146">5557 9424 1068 0,'0'0'1448'16,"0"0"4100"-16,0 0-3256 0,0 0-363 0,60 91-437 16,-36-56-248-16,4 3-48 15,0 3-196-15,4 4-208 0,0-1-100 0,0 4-312 16,3 3-132-16,1 3-64 0,-4 3 0 16,5 0 72-16,-6 1-112 0,-3-2-68 15,-1-5-64-15,1-2 0 0,-7-5-12 16,3-4 0-16,-5-5-60 0,-3-6 48 0,5-4-52 15,-6-3-92-15,2-9-176 0,-2-2-148 16,1-9-136-16,-4-2 60 0,4 0-48 0,-4-13-296 16,-1-2-332-16,6-8-684 0,-6-5-881 15,-2 2-2307-15,3-15 24 0</inkml:trace>
  <inkml:trace contextRef="#ctx0" brushRef="#br1" timeOffset="77163.015">6315 9531 3556 0,'0'0'7032'0,"0"0"-5987"0,0 0-689 0,0 0-72 16,0 0 572-16,-84 73 680 0,64-48-276 0,-4 3-456 16,0 5-328-16,-4 5-192 0,0 3-24 15,-4 3 24-15,-3 5 0 16,-1 1-36-16,-4 7-76 0,-4-2-12 0,1 2-112 0,-2-1-48 15,2-1-4-15,-1-1-44 16,0-4-76-16,4 1-96 0,5-10 84 0,3-3-124 16,4-6-172-16,11-7-164 0,6-5-264 15,3-11-388-15,8-6-1092 0,0-3-2797 16,4 0-2311-16</inkml:trace>
  <inkml:trace contextRef="#ctx0" brushRef="#br1" timeOffset="77729.352">6769 10029 2620 0,'0'0'772'0,"0"0"5860"0,0 0-4839 0,0 0-989 16,0 0-280-16,0 0 344 16,0 0-32-16,0 0-108 15,0 0-32-15,0 0-208 0,-92 42-180 0,76-23 4 16,-3 3-12-16,-5 3 32 0,3 4 64 15,2 6-16-15,-1 3-96 0,-1 4-64 16,6-1 4-16,2 3-40 0,6 1-16 0,3-5-32 16,4-4 12-16,0-5-28 0,4-2-20 0,7-7-96 15,6-3-4-15,-1-6-60 0,7-1 60 16,-2-5 92-16,7-3 80 0,-8-2-172 16,3-2-88-16,-3 0-20 0,4-2-28 0,-4-9-84 15,-4-1 12-15,4-1-160 16,-4-3-220-16,-5-3-228 15,2 0-312-15,-2 0-668 0,-7 7-1220 0,-4-10-2829 0</inkml:trace>
  <inkml:trace contextRef="#ctx0" brushRef="#br1" timeOffset="77899.965">6629 10369 248 0,'0'0'8388'15,"0"0"-6592"-15,0 0-959 16,0 0-245-16,0 0 752 0,0 0 192 15,0 0-352-15,0 0-392 16,0 0-344-16,80 25-236 0,-64-25-212 0,4-2-12 16,0-8-336-16,-4 0-300 15,4 1-208-15,-5-4-384 0,2 4-736 0,-6-1-1077 0,-2 1-2167 16</inkml:trace>
  <inkml:trace contextRef="#ctx0" brushRef="#br1" timeOffset="78069.139">6837 10347 928 0,'0'0'1732'0,"0"0"-700"15,0 0 4640-15,0 0-4200 0,0 0-735 0,-17 85-317 16,17-62 160-16,0-2 452 0,9 6-144 16,-1-2-368-16,-1 0-180 0,6-2-28 15,-5 2-96-15,-1-2-44 0,6-4-128 0,-5 0-44 16,-5 2-52-16,5-4-8 0,-4-2-16 16,0 4-264-16,1-6-416 0,-1-1-268 15,-1-2-444-15,1-3-1057 0,0-5-2647 0</inkml:trace>
  <inkml:trace contextRef="#ctx0" brushRef="#br1" timeOffset="124420.15">7115 10759 468 0,'0'0'9924'0,"0"0"-8339"0,0 0-597 0,0 0 16 16,0 0 612-16,0 0-36 0,0 0-404 0,0 0-532 16,53-12-300-16,-50 15-100 0,1 4 0 15,4 2-132-15,-4 3-40 0,1 4 24 16,2 1 16-16,-3 2 36 0,-4 0-76 0,0 3 24 15,0 0-44-15,0 3-52 0,-7 4-76 16,-6 0-56-16,-2-4-152 16,2 0-44-16,-2-3-16 15,2-5-72-15,5-4-276 0,4-8-284 0,4-5-304 0,0 0-636 0,0-12-1048 16,4-1-2269-16</inkml:trace>
  <inkml:trace contextRef="#ctx0" brushRef="#br1" timeOffset="124863.041">8068 10007 3816 0,'0'0'9573'16,"0"0"-7433"-16,0 0-1148 0,0 0-444 16,0 0 260-16,0 0 252 0,0 0-336 0,0 0-172 15,0 0-320-15,0 0-72 0,0 0 60 16,91-15-4-16,-55 8-128 0,0 4-88 0,4 0-12 16,0-1-76-16,3 4 76 0,2-3-60 15,2 0 12-15,5-3 48 0,4 0-112 16,-5-4-120-16,5 0-328 0,-4 4-252 15,0-3 184-15,-4 2-496 0,-9 4-1060 16,-11-3-1988-16,-11 6-2477 0</inkml:trace>
  <inkml:trace contextRef="#ctx0" brushRef="#br1" timeOffset="125095.124">8024 10262 1460 0,'0'0'4276'16,"0"0"2237"-16,0 0-5405 0,0 0-852 16,0 0 36-16,0 0 368 0,0 0 236 15,0 0 436-15,0 0-684 0,0 0-204 0,115 34-72 16,-67-34-16-16,8 0-48 0,4 0-112 16,0-9-144-16,-1-2-52 0,1-1-52 0,-1-1-56 15,-3-6-188-15,8 0-88 16,-8 0-196-16,0-3-488 0,-16 3-1188 0,4-12-3149 0</inkml:trace>
  <inkml:trace contextRef="#ctx0" brushRef="#br1" timeOffset="125405.111">8650 9699 3816 0,'0'0'2164'0,"0"0"3785"0,0 0-4453 16,0 0-300-16,75-16 124 16,-47 14-340-16,4 2-472 0,-1 0-284 0,5 0-36 0,1 0-16 15,-1 9-24-15,3 0 100 16,-7 7-88-16,-4 0-148 0,-4 6 160 16,-5 4 36-16,-6 2-60 0,-9 8 88 0,-4 4-104 15,-8 8-44-15,-8 0 8 0,-8 2-8 16,-3 4-48-16,-1 0-40 0,-4-3-60 15,0 0-4-15,4-3 52 0,0-7-160 16,0-3 0-16,8-3-96 0,-1-4-212 16,10-5-176-16,-1-8-24 0,0-1-144 0,8-4-396 15,0-7-760-15,4-3-2133 0,-4-3-2535 16</inkml:trace>
  <inkml:trace contextRef="#ctx0" brushRef="#br1" timeOffset="126340.329">9980 9629 3116 0,'0'0'7176'15,"0"0"-5863"-15,0 0-581 0,0 0-232 0,0 0 340 16,0 0 188-16,0 0-236 0,0 0-176 15,0 0-412-15,0 0 84 0,36 26 60 16,-20 2-60-16,0 7-64 0,4 10-40 0,-5 5-84 16,2 5-12-16,-2 2-76 0,-2 0-12 15,2 0-8-15,-2-3-68 0,-6-3 76 16,10-7 0-16,-9-3-68 0,3-12 24 0,-3-4 36 16,4-5 8-16,0-5-148 0,-4-2 88 15,4-3-52 1,0-4 48-16,0 0-84 0,0-6-104 0,0 0 116 15,0-6 0-15,0-4 48 0,4-9-24 16,-4-3 112-16,-1-10 52 0,2-3 84 16,-6-6 0-16,6-7-128 0,-5-2-8 0,-1-4-88 15,1-3-72-15,1 3-196 16,-5 3 132-16,7 6-40 0,-7 4 176 16,4 10-24-16,-3 2 100 0,-1 10-88 0,-4 0 52 15,0 5-168-15,0 6-200 0,0-3-104 16,-4 9-396-16,-5-2-904 0,1 4-2089 0,-3 0-1731 15,-13 6 4528-15</inkml:trace>
  <inkml:trace contextRef="#ctx0" brushRef="#br1" timeOffset="126533.03">10068 9992 1488 0,'0'0'1500'0,"0"0"3284"0,0 0-3020 15,0 0 325-15,0 0-473 0,0 0-412 0,0 0-292 16,95 0-336-16,-67 0-400 16,4 0-72-16,4 0-104 0,0-4-180 0,-1 1-196 15,2 0-556-15,3 0-628 0,-1 3-1617 16,2-4-3587-16,-14 4 4120 0</inkml:trace>
  <inkml:trace contextRef="#ctx0" brushRef="#br1" timeOffset="127054.238">11307 9864 28 0,'0'0'8868'0,"0"0"-8220"15,0 0-364-15,0 0 1009 0,-88-18 719 16,65 23-600-16,-1 12-352 0,0 5-316 0,3 10-108 15,-2 3 120-15,-1 2 120 0,4 5-224 16,4-7-284-16,4-7-124 0,8-5-120 0,4-8-8 16,0-8-116-16,4-4-284 0,8-3 88 15,8-3 196-15,4-10-196 16,4-6-232-16,4-3-164 0,-1-4-112 16,-3-2-80-16,-3 3 72 0,-2 6 96 0,-7 2 60 15,1 5 128-15,-6 6 136 16,-3 6 64-16,0 0 228 15,0 6 432-15,0 6 212 0,0 5-216 0,-1 4-104 16,6 5-4-16,-1 6-48 0,0 0 4 0,3 2 124 0,2 8-164 16,-6-1-76-16,1 7 76 0,-3-1-4 15,-5 4 40-15,-4 1 40 0,0-2-56 0,-8 4 100 16,-5-7 48-16,2-3 40 16,-6-2-104-16,6-10-120 0,-2-4-36 0,-2-6-40 15,7-6-32-15,-4-5-4 0,0-6 88 16,4-5 44-16,-8 0 53 15,4 0-293-15,-8-5-60 0,-4-9-149 16,-4-2 197-16,1-3-96 0,-6-3-136 16,-3-6 136-16,5-5-64 0,3 2-156 15,8-1 60-15,0-3-256 0,12 4 8 0,4 2-124 0,4 1 12 16,12 0-228 0,8 2-760-16,3-3-532 0,-2 7-2053 0,23-13-2295 15</inkml:trace>
  <inkml:trace contextRef="#ctx0" brushRef="#br1" timeOffset="127306.785">12179 9687 484 0,'0'0'10541'0,"0"0"-7837"16,0 0-1564-16,0 0-396 0,0 0 200 15,-87 92 200-15,55-51-192 0,1 7-316 0,-1 2-72 16,4 4 132-16,4 0-60 0,3 1-284 15,10-5-156-15,3-2-51 0,8-9-13 16,0-11-32-16,12-6-16 0,3-3-84 0,9-10-144 16,4-2 128-16,0-7-140 0,8 0-65 15,0-10-71-15,0-2-84 0,0-7-100 16,0 0-108-16,-1-4-140 0,-7 2-88 0,-4 1 44 16,-8 4-1788-16,-12-7-4237 0</inkml:trace>
  <inkml:trace contextRef="#ctx0" brushRef="#br1" timeOffset="127462.087">11945 10032 6704 0,'0'0'4761'0,"0"0"-2497"16,0 0-848-1,0 0-292-15,0 0 420 16,0 0-252-16,0 0-188 0,0 0-336 16,0 0-268-16,0 0-136 0,75 17-171 0,-35-17-177 0,0-10-16 15,0-3-257-15,4 0-243 0,-1-6-256 16,1 0-208-16,4-3-340 0,-8 6-1252 15,23-12-3845-15</inkml:trace>
  <inkml:trace contextRef="#ctx0" brushRef="#br1" timeOffset="127883.174">13163 9496 6884 0,'0'0'7837'0,"0"0"-6629"0,0 0-728 0,0 0 232 16,-99 35 452-16,71-13-216 0,-4 10-284 0,4 7-212 15,0 1 48-15,5 5 252 0,7 3-95 0,0 2-197 16,4 0-72-16,4-1 24 16,4-2-88-16,0-1-80 0,4-6-40 0,4-8 36 15,4-4 208-15,3-2-232 16,6-11-128-16,-1-2-88 0,3-3-96 0,5-4-12 0,1-3-72 16,3-3 32-1,3-3-44-15,1-7-12 0,-4 1-36 0,0-4-64 16,-8-2-144-16,0-1-72 0,-9-3-60 15,2 0-65-15,-9 0-267 0,-4-4-372 16,0 1-268-16,-4 0-244 0,-9-3-72 0,-2 5 48 16,-5 1 780-16,-1 4-17 15,6 5 1057-15,-1 7 0 0,4 0 1325 0,4 3-17 16,0 0 104-16,8 0-112 0,-4 0-144 0,4 0-112 16,0 0-108-16,8 0-88 15,0 0-332-15,8 0-248 0,0-4-48 0,4-3-116 16,3-1-104-16,-2-5-232 15,-1 1-244-15,-5 1-172 0,-2-1-164 16,-2 3-164-16,-7 2-436 0,-4 2-580 0,0 0-884 16,0 5-1261-16,-11 0-107 0,2 0 2108 15,-6 13 1353-15</inkml:trace>
  <inkml:trace contextRef="#ctx0" brushRef="#br1" timeOffset="128029.327">13152 9890 704 0,'0'0'1332'0,"0"0"-120"0,0 0 4072 0,0 0-3512 15,-12 73-471-15,12-51-45 0,0 0-20 16,0 0-12-16,0 0-140 0,0 1-172 0,4 2-196 15,0 1-136-15,-4-4-260 16,4 3-220-16,-4-3-52 0,4 4-48 0,-4-3 0 16,0 2-84-16,3 0-200 0,-3 0-236 15,4-2-308-15,-4-5-648 0,0-5-1068 16,0-3-4049-16</inkml:trace>
  <inkml:trace contextRef="#ctx0" brushRef="#br1" timeOffset="128885.921">14770 9760 3540 0,'0'0'156'0,"0"0"5800"16,0 0-4611-16,0 0-409 0,0 0 64 0,-84 9 148 16,67 10 88-16,-2 13-140 0,-1 3-184 15,8 9-84-15,-4 1-148 0,8-1-92 16,0-3-136-16,8-6-256 0,0-9-196 16,0-7-24-16,8-10-184 0,4-2 48 0,4-4-20 15,3-3-104-15,2-3-48 0,-1-7-136 0,3-6 12 16,-3-2-40-16,1-1 136 15,-6-4 84-15,1 4 4 0,-4 0 108 0,1 3 100 16,-6 3 64-16,-3 4 0 16,0 3 76-16,0-1 36 0,-4 7-12 15,0 0 148-15,4 0 28 0,1 7-64 0,-2-1 248 16,5 10-128-16,0 4-60 16,0-2-64-16,0 8 16 0,0 2-28 0,0 7 24 15,-1-1-72-15,-2 11-88 0,-1-1 64 16,0 8 120-16,-4-2-36 0,0 4-24 0,0-3-84 15,0 0 8-15,0-1 28 16,-4-5 20-16,0-1-20 0,-1-8 32 16,2-5-20-16,-5-6 20 0,4-6 40 0,0-3 12 15,-4-3-75-15,8-7-49 0,-4-2 4 16,-4-2 8-16,4-2-100 16,-8 0-8-16,0-6-280 0,0-7 51 15,-8-5-87-15,5-8 72 0,-6-2 36 0,6-8 48 16,-5 3 40-16,3-3-248 0,2-2-8 15,2 6 8-15,9 3 48 0,4 4-120 16,0-1-56-16,9 7-196 0,7 0-516 0,0-3-772 16,-1 9-1841-16,13-12-2023 0</inkml:trace>
  <inkml:trace contextRef="#ctx0" brushRef="#br1" timeOffset="129355.939">15435 9862 1344 0,'0'0'5200'0,"0"0"949"0,0 0-4693 0,0 0-700 16,0 0-12-16,0 0-428 0,-12-74-232 15,24 46-84-15,4-4-272 0,3 3-156 16,5-2 12-16,4 2-16 0,-4 3 156 16,1 7 160-16,-6 0 116 0,-3 7 84 15,0 2-20-15,-4 1 12 0,-4 2 112 16,0 4 92-16,-4 3 12 0,-1 0-56 0,2 0-32 15,-1 0-28-15,8 6 112 0,-5 4 92 16,6 6-80-16,2 3-88 0,-2 6 136 16,2 8-100-16,2 0 24 0,-6 13 148 0,1 1 196 15,0 1-60-15,-8 3-164 16,0-1-88-16,0-2-8 0,0-3-40 16,0-7-100-16,1-11-68 0,2-4-84 0,1-7-4 15,0-6-64-15,4-7-20 0,4-3-184 16,0-3-256-16,3-7-128 0,6-9-60 15,-1-3-340-15,-4-6-600 0,3-1-928 0,-6 4-2169 16,-2-14-1231-16</inkml:trace>
  <inkml:trace contextRef="#ctx0" brushRef="#br1" timeOffset="129570.621">16005 9476 2872 0,'0'0'4032'0,"0"0"169"16,0 0-3301-16,0 0-172 0,0 0 256 0,-73 84 192 15,54-50 56-15,-1 1 32 16,-4 4-312-16,4 5-212 0,-8 1-164 0,4 2-172 16,-4 4-120-16,-3 0-176 0,-1 0-48 0,0-4-60 15,0 0-84-15,4-5-52 0,4-4-144 16,0-3-124-16,4-9-124 0,8 0-124 0,0-12-212 16,8 3-220-16,1-8-628 15,3-3-312-15,0-2-1233 0,-4-4-2279 16</inkml:trace>
  <inkml:trace contextRef="#ctx0" brushRef="#br1" timeOffset="129853.373">15184 10049 1344 0,'0'0'5928'16,"0"0"673"-16,0 0-4869 0,0 0-676 0,0 0-36 15,0 0 28-15,0 0-396 0,0 0-604 16,0 0-48-16,0 0-564 0,0 0-200 15,28-23-380-15,-13 14-800 0,-2 3-2377 0,6-4-3319 16</inkml:trace>
  <inkml:trace contextRef="#ctx0" brushRef="#br1" timeOffset="130363.265">16299 10049 7564 0,'0'0'2284'0,"0"0"-1031"15,0 0-357-15,0 0 232 0,0 0-160 16,0 0-324-16,0 0-288 0,0 0-180 15,0 0-100-15,0 0-64 0,0 0-8 16,84-38 44-16,-76 38 56 0,-1 2 184 0,2 9 240 16,-1 4 172-16,-4 1-152 0,0 3-104 15,-4 0-96-15,0 3-80 0,0-3-132 0,0 4 0 16,-4-4-24-16,0-3-16 16,0-1 4-16,0-4-88 15,4-5-12-15,0-4-52 0,0-2-60 16,0 0 0-16,4 0 4 0,4-8-324 0,4-6 36 15,4-2-644-15,0-6-680 0,-4 6-976 16,-1-9-3365-16</inkml:trace>
  <inkml:trace contextRef="#ctx0" brushRef="#br1" timeOffset="130505.894">16375 9792 1472 0,'0'0'8488'0,"0"0"-6211"0,0 0-885 0,0 0-336 15,0 0-312-15,0 0-432 0,0 0-312 16,0 0-64-16,0 0-348 0,88-42-1132 0,-69 32-852 16,-2 4-2073-16,6 0-2191 0</inkml:trace>
  <inkml:trace contextRef="#ctx0" brushRef="#br1" timeOffset="130690.507">17004 9737 8960 0,'0'0'7537'15,"0"0"-6269"-15,0 0-724 16,0 0-308-16,88 3-164 0,-60-9 16 0,0-3-88 16,4-1-160-16,0 1-720 0,-4-1-592 15,-9 1-1204-15,5 3-3873 0</inkml:trace>
  <inkml:trace contextRef="#ctx0" brushRef="#br1" timeOffset="130854.396">16976 9931 13433 0,'0'0'2200'0,"0"0"-1800"0,0 0 20 0,0 0 216 0,0 0 528 16,100-25-512-16,-64 12-652 0,0 1-48 0,0-1-432 15,0 0-736-15,-8 1-1320 0,3-2-3805 16</inkml:trace>
  <inkml:trace contextRef="#ctx0" brushRef="#br1" timeOffset="131432.546">17818 9750 1448 0,'0'0'9689'0,"0"0"-7753"16,0 0-840-16,0 0-640 0,0 0-240 0,0 0 20 15,0 0 16-15,0 0-252 16,0 0-64-16,27-74 60 0,-11 49 0 0,8-2-60 16,-1-3 56-16,5 5-68 0,-3 0 0 0,-1 3 12 15,-4 6 64-15,-5 3 4 16,2 3 160-16,-9 8-164 0,3-3-12 0,-2 5-52 16,-1 5 28-16,3 4 36 0,2 4 12 15,-2 2-12-15,1 7 100 0,0 7 164 16,0 1 52-16,0 3-64 0,0 6 12 15,-4 2 0-15,-1 0 24 0,-2 0 36 16,-5 1-76-16,4-4-24 0,0-3-76 16,0-4 88-16,0-2-64 0,3-6-84 15,2-8-88-15,-1-2-48 0,0-7 44 0,4-3-64 16,0-3-180-16,3 0-536 0,2-12-180 16,3-4-408-16,-5 0-956 0,9-12-2797 0</inkml:trace>
  <inkml:trace contextRef="#ctx0" brushRef="#br1" timeOffset="131663.087">18411 9506 1240 0,'0'0'10053'15,"0"0"-8745"1,0 0-772-16,0 0-268 0,0 0 508 16,0 0 412-16,0 0-216 0,-84 69-288 0,69-40-112 15,-2 6 108-15,-3 2 144 0,1 5-184 16,-1 3-92-16,-5 3-72 0,2 3-244 15,3-4-96-15,-4 3-124 0,5-2-12 0,-6-4-48 16,9-2-40-16,-3-4-92 0,2-3-128 16,6-7-120-16,-2-4 0 0,6-10-112 15,3-3-60-15,4-5-180 0,0-6-452 0,4 0-1060 16,-1-6-1973-16,10-13-2367 0</inkml:trace>
  <inkml:trace contextRef="#ctx0" brushRef="#br1" timeOffset="131889.674">18546 9975 7524 0,'0'0'2848'0,"0"0"-919"0,0 0-1353 15,0 0 36-15,80-25 416 0,-64 22 20 0,-4 0-496 16,4 3-260-16,-4 0-140 0,0 3-52 16,-1 7 48-16,2 2 140 0,-1 1 8 0,-5 6-8 15,-2 0 68-15,-1 0-108 0,-4 4 12 16,0-9-52-16,0 6-12 0,-4-7-72 15,-1-4-36-15,1-2-88 0,4-7-48 16,-3 0-148-16,-1 0-556 0,4-3-552 0,-4-7-1112 16,0-3-2477-1,0-10-2663-15</inkml:trace>
  <inkml:trace contextRef="#ctx0" brushRef="#br1" timeOffset="132021.475">18698 9718 4468 0,'0'0'116'0,"0"0"5568"16,0 0-3559-16,0 0-393 0,0 0-580 0,80 0-740 16,-52-3-412-16,-5 0-608 0,-3 0-1064 15,8-3-3981-15</inkml:trace>
  <inkml:trace contextRef="#ctx0" brushRef="#br1" timeOffset="132765.385">19626 9785 7672 0,'0'0'3865'16,"0"0"-2953"-16,0 0-416 0,0 0-48 0,0 0 528 16,92 9 276-1,-57-9-308-15,10 0-324 0,7 0-148 16,-1 0-36-16,5 0-16 0,0-2-188 15,0-5-208-15,-5 1-24 0,-3-1-72 0,-4-2-152 16,-9 3-292-16,2 2-380 0,-9-2-420 16,-5 3-500-16,-3-1-1028 0,-8 4-181 15,-3-3-2747-15</inkml:trace>
  <inkml:trace contextRef="#ctx0" brushRef="#br1" timeOffset="132964.678">19817 9937 8280 0,'0'0'2897'0,"0"0"-1601"0,0 0-324 16,0 0-20-16,104 16 160 0,-60-16-108 16,4 0-256-16,4-6-288 15,-1-4-200-15,1 1-260 0,-5-7-24 0,2 3-212 0,-6-3-336 16,-6 1-620-16,-1 2-408 0,-12 1-196 0,-1-5-4677 15</inkml:trace>
  <inkml:trace contextRef="#ctx0" brushRef="#br1" timeOffset="133250.919">20180 9540 3848 0,'0'0'6412'0,"0"0"-4543"0,0 0-377 16,84 35-212-1,-56-16 16-15,0 0-168 0,4 4-360 0,-4 3-200 0,0-1-64 16,-5 3-236-16,1 4-160 0,-8 0-108 0,-8 0-48 16,-4 6 20-16,-4-4-20 0,-8 5 48 0,-8-2-96 15,-8 5 32-15,-3-4-8 0,-5 4-16 16,-5-5 40-16,5 4 40 0,-4-6-92 15,5-3 28-15,3-3-76 16,8-8-296-16,0-1-596 0,9-4-628 16,2-10-2640-16,5-6-6245 0</inkml:trace>
  <inkml:trace contextRef="#ctx0" brushRef="#br1" timeOffset="134039.419">22531 9410 3696 0,'0'0'872'0,"0"0"-64"0,0 0-288 16,-20-72 1276-16,12 52 728 15,-4 8-603-15,0 2-645 0,4 1-284 0,-4 2-120 16,4 3-68-16,-3 2-152 0,-6 2-176 15,2 0-104-15,-2 2-236 0,-7 5-12 16,1 6-12-16,-5 6-112 0,-4 4 0 16,4 8-12-16,-7 4 12 0,2 10 52 0,-7 5 36 15,1 4-40-15,-1 6 52 0,-1 8 48 16,6 1 60-16,3 5 296 0,4-2-172 16,4-2-24-16,8-4-16 0,9-8 16 15,3-8-80-15,4-5-8 0,11-10-12 16,10-9-24-16,6-4-16 0,5-9 16 15,12-7 12-15,-1 0 45 0,6-6-33 0,3-10-112 16,-1-2-96-16,-3-4-56 16,-5-3-76-16,2 1-101 0,-9-6-59 15,-5 6-220-15,-6-5-192 0,-10 4-228 16,-2 3-384-16,-10-3-1056 0,-3 7-2280 16,-8-4-2437-16</inkml:trace>
  <inkml:trace contextRef="#ctx0" brushRef="#br1" timeOffset="134219.487">22156 9931 6624 0,'0'0'640'0,"0"0"4533"16,0 0-3773-16,0 0-220 0,0 0 416 0,0 0-204 15,0 0-320-15,0 0-288 0,76 22-148 16,-48-22-184-16,0 0-184 0,4 0-268 0,-4-6-36 16,0-1-392-16,-1-2-256 0,-3 0-196 15,-4-1-316-15,-4 4-544 16,0-1-788-16,-4 1-1745 0,-9 3-415 0,2 3 412 15</inkml:trace>
  <inkml:trace contextRef="#ctx0" brushRef="#br1" timeOffset="134367.917">22483 9903 132 0,'0'0'4852'0,"0"0"-2028"0,0 0-688 0,0 0-419 0,0 0-373 0,-32 72-212 15,32-53 8-15,-4 7-212 16,4 0-212-16,0 2-8 0,0 4 72 0,0-1 116 16,4 4-416-16,-4 0-212 0,0 1-72 15,4-5-108-15,-4 1-20 16,0-7-68-16,0 1-48 15,0-7-52-15,4-1-168 0,-4-5-220 0,9-2-200 16,-2-5-276-16,1-4-344 0,3 1-960 16,10-3-3113-16</inkml:trace>
  <inkml:trace contextRef="#ctx0" brushRef="#br1" timeOffset="134812.941">22953 9794 9500 0,'0'0'3105'0,"0"0"-1613"0,0 0-492 16,0 0 296-16,0 0-276 0,0 0-348 0,0 0-316 16,0 0-232-16,0 0-76 0,0 0 4 0,0 0-40 31,9-6 60-31,-2 6-60 0,1 0-12 0,-4 0-108 16,4 0-140-16,0 0-508 0,-4 0-524 0,0-3-740 15,0 0-2785-15,-60 15-4739 0</inkml:trace>
  <inkml:trace contextRef="#ctx0" brushRef="#br1" timeOffset="135471.662">23291 9782 2584 0,'0'0'7640'0,"0"0"-5707"0,0 0-1089 16,0 0-360-16,0 0-140 0,60-76 76 0,-36 51-156 16,1 1-224-16,-1 3-40 0,-1-2-116 15,-3 4 40-15,4 0-12 16,-4 4-36-16,0 2 32 0,-4 3 32 0,0 4 8 16,-5 0 40-16,2 3-64 15,-2-1 60-15,2 4 16 0,-5 0 0 16,3 0 156-16,-2 0 72 0,2 7 212 15,1 5 92-15,1 4 320 0,-2 3-20 16,1 10-148-16,0-1-128 0,-4 7-24 0,0 0 20 0,0 0-36 16,0 6-40-16,-4-5-108 0,0-1-40 15,4-5-120-15,-4 3-208 16,4-8-48-16,-4-2 36 0,4-5 0 0,-1-1 0 16,2-5-60-16,-1-3-48 0,-4-2-284 15,3-3-328-15,-3-4-192 0,1 0-324 16,3-7-1220-16,-4 1-2593 0,-1-13-3423 0</inkml:trace>
  <inkml:trace contextRef="#ctx0" brushRef="#br1" timeOffset="135680.592">23957 9585 5308 0,'0'0'2976'0,"0"0"1493"0,0 0-3589 15,0 0-368-15,0 0 584 0,0 0 276 0,0 0-288 16,0 0-308-16,-48 66-136 15,40-41 0-15,-3 8-4 0,-6 2-100 0,2 3-124 16,-5 0-96-16,-5 4 13 16,1 2-97-16,-3-3-148 15,3-3-84-15,0 1-120 0,4-8-196 0,1 1-145 16,2-7-127-16,9-3-228 0,1-6-228 0,7-3-684 16,0-10-884-16,7 0-1749 15,14-6-1355-15</inkml:trace>
  <inkml:trace contextRef="#ctx0" brushRef="#br1" timeOffset="135877.838">24105 9959 5652 0,'0'0'3132'0,"0"0"-2068"0,0 0-508 15,0 0 629-15,0 0 31 0,0 0-476 16,79-2-168-16,-70 11-40 0,-5 4-40 16,-1 2-12-16,-3 2 20 0,0 1-44 15,0 2-120-15,0-1 12 0,0 0-64 0,0-3 88 16,0-4-100-1,-3-2-180-15,-1-1-92 0,4-6-112 0,0-3-12 16,0 0-96-16,0 0-588 0,0-6-672 16,0 0-1156-16,0-10-5597 0</inkml:trace>
  <inkml:trace contextRef="#ctx0" brushRef="#br1" timeOffset="136028.039">24200 9683 5228 0,'0'0'8397'0,"0"0"-6777"16,0 0-1204-16,0 0 252 16,0 0 144-16,0 0-516 0,0 0-296 0,0 0-460 15,92-28-1072-15,-68 24-1120 0,3-1-4377 16</inkml:trace>
  <inkml:trace contextRef="#ctx0" brushRef="#br1" timeOffset="136230.528">24850 9671 15781 0,'0'0'2480'0,"0"0"-1936"15,0 0-324-15,0 0 12 0,99 3 224 0,-71-6-128 16,0 0-328-16,4-3-444 0,0-1-368 15,3 1-560-15,-14 0-1360 0,3 2-3681 16</inkml:trace>
  <inkml:trace contextRef="#ctx0" brushRef="#br1" timeOffset="136389.141">24778 9839 13697 0,'0'0'2780'16,"0"0"-2008"-16,0 0-76 0,0 0 264 15,0 0 216-15,0 0-76 0,79 12-359 16,-47-12-581-16,4 0-160 0,1-5-405 0,2-2-407 16,-3 0-300-16,0 1-1044 15,-12 0-3252-15,8-7-5681 0</inkml:trace>
  <inkml:trace contextRef="#ctx0" brushRef="#br1" timeOffset="137014.729">25941 9087 4000 0,'0'0'1952'0,"0"0"-676"0,0 0 3537 0,0 0-3597 15,0 0-300-15,0 0-20 0,0 0-264 16,0 0-220-16,0 0-156 0,0 0-44 0,0 0 160 16,-12-25-108-1,9 43-92-15,-10 14 76 0,-2 6 64 16,-6 13 96-16,2 5 156 0,-5 5 76 0,-4 6-200 16,0 3-108-16,0-3-116 0,-4-1 4 15,4-8-60-15,9-8-100 0,2-9-60 16,6-9 4-16,6-7 0 0,1-8-4 15,4-4-120-15,0-8-212 0,9 2-240 16,-1-7-104-16,7 0 64 0,-2 0-20 0,6-7 264 16,-3-5 120-16,5-1 24 0,-6 3 60 15,-2 1 156-15,-2 3-4 16,-3 2 12-16,4 4 8 0,-4 0 280 0,0 13 132 16,0 0 52-16,0 10-4 0,0 8 24 15,0 1-224-15,-1 6-132 0,2 0-24 16,-1 3 56-16,3-2-20 0,-2-1 72 0,-1-4-36 15,3-5-88-15,-3-4-96 0,5-6-4 16,-6 0-152-16,5-6-188 0,0-7-404 16,-4 0-296-16,9-6-536 0,-10 0-2404 15,5-3-4997-15</inkml:trace>
  <inkml:trace contextRef="#ctx0" brushRef="#br1" timeOffset="137722.734">26678 9594 1696 0,'0'0'7892'0,"0"0"-5943"16,0 0-1089-16,0 0-120 0,0 0 268 15,0 0 88-15,0 0-164 0,-95-15-228 0,71 35-84 16,-4 5 36-16,1 6 132 0,-1 4 84 0,3 3-128 16,5 0-180-16,5-10-176 15,6 2-244-15,1-11-56 0,8-5-80 0,0-3-8 16,8-5-132-16,8-4-72 0,1-2-4 0,6-2-84 16,1-10-48-16,8-7-164 15,-4 0-144-15,0-4-76 16,-4 1-56-16,-5 0-224 0,-6 5 188 0,-2 5 136 0,-3 2 252 15,-4 4 428-15,1 3 40 0,-5 3 348 16,0 0 204-16,0 0 100 16,0 3-192-16,0 3-180 0,0 4 40 0,0 6 160 15,0 3-40-15,0 6-124 0,0 4-12 16,0 5-76-16,0 5 4 0,4 2-92 16,-4 7 128-16,0-1 20 0,0 3-36 0,0-1-96 15,-9-2-16-15,5 1-20 0,-4 0-15 16,5-4-25-1,-5 1-8-15,-1-3-28 0,5-9-76 0,1 0-8 16,3-5 0-16,-4-3-12 0,4-2 0 16,-4-5-48-16,4-1-36 0,0-8-161 15,0 0-59-15,-4-4-36 0,4-3-28 0,-4-2-20 16,0 0-28-16,-4 0 36 0,-4 0 156 16,-4 0 16-16,-4 0-24 0,0-9-128 0,0-5-172 15,0-5 88-15,4-3 208 16,-3-3 72-16,2-4-172 0,2-3-232 15,2-1-1336-15,6 7-2229 0,-5-16-1935 0</inkml:trace>
  <inkml:trace contextRef="#ctx0" brushRef="#br1" timeOffset="138219.162">27252 9801 9984 0,'0'0'2701'0,"0"0"-1565"0,0 0-552 0,0 0 160 0,0 0 440 16,0 0-236-16,0 0-376 0,0 0-228 15,0 0-84 1,0 0-36-16,-32 0-52 0,32 0 24 0,0 0-96 16,0 0-100-16,4 0-12 0,-4 0-36 0,4 0-60 15,0-2-188-15,0-3-188 16,1-1-308-16,2-7-292 0,5 4-756 0,-4 0-2101 15,0-4-2011-15,-64 70 1360 0</inkml:trace>
  <inkml:trace contextRef="#ctx0" brushRef="#br1" timeOffset="138920.398">27364 9560 8624 0,'0'0'3929'0,"0"0"-2881"0,0 0-616 15,0 0 188-15,0 0 276 0,0 0-216 16,0 0-680-16,0 0-76 16,0 0-88-16,100-79 36 0,-72 62-44 0,0-2-120 0,-5 6 128 15,-3 5 152 1,-5 1 4-16,-2 3 8 0,-1 4 100 16,-4 0 116-16,0 4 48 0,0 5 124 0,-1 8-36 15,2 4-52-15,3 5-12 0,-5 2 84 16,1 7-88-16,1 0-148 0,2 3-132 15,2 4-4-15,-2-4-84 0,5 3 84 0,0-3 88 16,0-6-16-16,0-6-68 0,0-5-8 16,-4-2-40-16,4-6-44 0,-8-6-60 0,0-4-248 15,0 0-240-15,-1-3-268 0,2-10-536 16,-5 4-740-16,8-16-2797 0</inkml:trace>
  <inkml:trace contextRef="#ctx0" brushRef="#br1" timeOffset="139110.767">27961 9443 7432 0,'0'0'3184'0,"0"0"-2075"0,0 0-621 16,0 0 584-16,-67 63 540 0,51-35-380 16,-4 7-404-16,-4 3-204 0,4 4 44 0,0-1 32 15,-4 3-232-15,4-3-312 0,0-3-156 16,1 0-124-16,-2-6-144 0,1-3-164 15,5-4-296-15,3-3-252 0,0-6-412 16,4-3-860-16,4-7-2845 0</inkml:trace>
  <inkml:trace contextRef="#ctx0" brushRef="#br1" timeOffset="139314.067">28049 9836 8748 0,'0'0'1472'0,"0"0"-904"0,0 0 513 16,0 0 343-16,0 0-196 0,0 0-204 0,0 0-536 16,0 0-232-16,0 0-32 0,51 67 52 15,-51-55-16-15,0 1-160 16,0-4-100-16,-3-2-48 0,-1-1-388 16,-4-3-168-16,4-3-12 0,-4 0-368 15,0 0-620-15,-4-3-1237 0</inkml:trace>
  <inkml:trace contextRef="#ctx0" brushRef="#br1" timeOffset="139459.203">28025 9626 11669 0,'0'0'2440'0,"0"0"-1480"0,0 0-128 16,0 0 384-16,0 0-248 0,0 0-316 0,0 0-652 15,80-47-248-15,-57 34-940 0,5 0-652 16,-11 0-2488-16,7 1-3853 0</inkml:trace>
  <inkml:trace contextRef="#ctx0" brushRef="#br1" timeOffset="140069.082">28476 9026 9792 0,'0'0'2265'0,"0"0"-1621"0,0 0-224 0,0 0 64 15,0 0-244-15,0 0-148 0,0 0-92 16,0 0-4-16,0 0-124 0,0 0-24 0,83-6 36 16,-71 10 16-16,-4 4 20 15,0 5 68-15,-4 6 12 0,-1 0 448 16,-3 7-68-16,0 6-76 0,-7-1-12 16,-1 7 36-16,-4 1 364 0,0-1 48 15,0 0-328-15,0 3-76 0,0-6-112 0,1 0-36 16,2 0 20-16,5-7 152 0,0-2 244 15,4-4-4-15,0-3-172 0,0-3-156 16,0-4-16-16,4-2 0 0,-4-1-72 0,9-2-132 16,-5-1-52-16,-1-3-100 0,5 4-252 15,0 0-4-15,1-1 164 16,2 2 80-16,-3 3 28 0,4 4 24 0,-8 5 60 0,4 2 52 16,-4 3 104-1,-4 4 140-15,0-1 156 0,0 1-172 16,0-1-172-16,0 1-108 0,0-4-4 0,4 4-104 15,-4-7 60-15,4 3-76 0,-1-2-144 16,-3-1-60-16,0-4 32 16,0 1 52-16,0 1 24 0,0-1-100 0,0-3 36 0,-3 0-60 15,-5-4 72-15,0 5-24 0,0-5-28 16,-4-1-36-16,0-3-24 16,0 3-156-16,4-9-604 0,-4 2-1168 0,5-2-2521 15,-2-2-1903-15</inkml:trace>
  <inkml:trace contextRef="#ctx0" brushRef="#br1" timeOffset="140302.813">29109 9757 12449 0,'0'0'2756'16,"0"0"-2264"-16,0 0-116 0,0 0-8 0,80 3-44 15,-52-3-324-15,0 0-16 0,-5 0-180 16,5 0-312-16,-4 0-472 0,-4 0-628 16,0 0-1149-16,-8 0-3391 0</inkml:trace>
  <inkml:trace contextRef="#ctx0" brushRef="#br1" timeOffset="140464.251">29125 9940 14161 0,'0'0'3776'0,"0"0"-3408"0,0 0-20 16,0 0 216-16,0 0 208 0,88 7-76 15,-61-10-696-15,5-4-48 0,1-2-724 16,-2-4-280-16,1 4-844 0,-9-1-2848 0,5-3-5233 15</inkml:trace>
  <inkml:trace contextRef="#ctx0" brushRef="#br1" timeOffset="141328.966">30181 9236 7112 0,'0'0'2620'0,"0"0"-955"0,0 0-513 16,0 0-40-16,0 0-84 0,0 0-400 15,0 0-288-15,0 0-268 0,0 0-72 0,0 0-100 16,-8-26-188-16,4 40 196 0,-5 7 92 15,2 10 104-15,-5 11 84 0,-4 6 76 0,-4 6 136 16,0 2 228-16,-4-1-32 0,0-1-96 16,1-7-96-16,2 2-144 0,1-12-100 15,9-5-48-15,3-3-28 0,-1-9-84 0,9-2-108 16,0-6-116-16,0-2 28 0,9 0-76 16,-1-4 0-1,-1 1 12-15,6-1 72 0,-5-3 92 0,3 7 44 16,-3-1 52-16,1 4 48 0,-6 2 160 15,1 4 40-15,0 3-36 0,0 4 96 16,0 2 88-16,-4 5 20 0,4-3-32 0,4 0-240 16,-4 1-56-16,8 1-84 0,-3-7 8 15,-6-1-12-15,5-6-4 0,0-5-4 0,-4-4 4 16,4 1-60-16,-4-2-56 16,0-3-360-16,4-3-296 0,-4 2-188 15,3-4-352-15,-2 0-1020 0,3-6-1969 16,7-11-2951-16</inkml:trace>
  <inkml:trace contextRef="#ctx0" brushRef="#br1" timeOffset="141667.787">30411 9740 6472 0,'0'0'6081'16,"0"0"-3893"-16,0 0-864 0,0 0-160 0,0 0-172 15,0 0-624-15,0 0-172 0,77-66-84 16,-53 49-112-16,4-1-12 0,0 3-76 16,-5-2-8-16,5 4 88 0,-4 1-56 0,0-1 56 15,-5 4-4-15,-2 2-36 0,-2 1 44 16,2 3 0-16,-6 3-72 0,-2 0 64 16,2 0 12-16,-3 9 0 0,5 4 224 0,-6 6-28 15,5 3-48-15,-3 7-24 0,-2 3-4 16,-3 3 140-16,4 2 56 0,-4 2 164 0,0-5 176 15,-4 2-280-15,4-9-216 0,-4 0-160 16,4-5-92-16,-4-7-56 16,8-5-108-16,-4-3-120 0,0-5-224 15,3-2-196-15,6 0-176 0,2-9-640 16,6-7-1048-16,-5 4-1517 0,7-14-915 0</inkml:trace>
  <inkml:trace contextRef="#ctx0" brushRef="#br1" timeOffset="141857.695">31069 9553 4396 0,'0'0'2056'0,"0"0"-964"0,0 0 516 16,0 0 409-16,0 0-69 0,0 0-272 0,0 0-520 15,-99 54-400-15,71-18-120 0,-8 8 20 16,3 0 184-16,-2 0-20 16,3 5-256-16,4-9-208 0,0-1-236 0,5-2-120 0,3-8-96 15,-1 1-368-15,10-9-184 0,-6-5-16 16,10-1 44-16,3-4-196 15,0-9-660-15,4 2-1104 0,0-4-2621 0,8-6-2595 16</inkml:trace>
  <inkml:trace contextRef="#ctx0" brushRef="#br1" timeOffset="142095.85">31212 9876 5792 0,'0'0'5072'15,"0"0"-4107"-15,0 0-645 0,0 0 500 0,0 0 288 16,0 0-248-16,0 0-180 16,84 5-280-16,-80 7-84 0,5 4 12 0,-9 3 8 15,3 0 96-15,-3 3-56 0,0 1 140 16,-3-4-60-16,-6-1-208 0,5-1-140 16,0-6-108-16,0 0-72 0,4-5-28 0,0-6-120 15,0 0-260-15,0 0-116 16,0-3-196-16,0-4-340 15,0-6-712-15,0 5-3393 0,0-9-2023 0</inkml:trace>
  <inkml:trace contextRef="#ctx0" brushRef="#br1" timeOffset="142236.159">31316 9662 9864 0,'0'0'4265'0,"0"0"-3101"0,0 0-272 0,0 0 148 0,0 0-396 15,0 0-596-15,0 0-48 0,0 0-732 0,79-45-696 16,-62 35-1612-16,-6-9-5165 0</inkml:trace>
  <inkml:trace contextRef="#ctx0" brushRef="#br1" timeOffset="142721.365">31719 9064 8884 0,'0'0'3085'15,"0"0"-1781"-15,0 0-604 0,0 0-128 0,0 0-396 16,80-35-176-16,-69 30-108 0,5 1-136 15,-8 4 4-15,0 4-88 0,0 10-156 16,-4 5 408-16,-4 11 76 0,0 1 356 0,0 8 100 16,-8-2 28-16,0 1 132 15,1 1-24-15,-2 2-112 16,-3-6-204-16,5 6-28 0,-6-5-72 0,2 2-40 16,3-4 16-16,-1-2-152 0,1-7 8 15,5 1 4-15,-1-4 60 0,0 1 128 0,4-4 480 16,-4 0 160-16,4 0-276 0,0-1-52 15,-5 1 40-15,5-3-16 16,0-3-256-16,0 0-212 0,9-1-68 0,2 1-60 0,6-4-256 16,2 4-100-16,1 0 172 0,4 3 12 15,-4 3 88-15,0 2 56 0,-5 12 88 16,2 2 136-16,-9 0 460 0,-5 3-276 16,2 0 20-16,-5-3-148 0,0 0-96 0,-5-7-96 31,2 1-208-31,-5-7-572 0,-4-2-100 0,0-1 96 0,0-4-288 15,-4 1-900-15,4-7-2352 0,-12 4-3273 0</inkml:trace>
  <inkml:trace contextRef="#ctx0" brushRef="#br1" timeOffset="156678.822">4673 10995 10124 0,'0'0'2341'0,"0"0"-809"0,0 0-372 15,0 0 200-15,0 0-116 16,0 0-72-16,0 0-408 0,-4 73-228 0,4-41-108 16,0 2-52-16,4 4 208 0,4 10-131 0,0 0-261 0,-4 6-72 15,4 2-72-15,-4 3-20 16,4 0-28-16,-4-2-12 15,-4-2 0-15,4-8-108 0,-1-6 108 16,2-9-108-16,-1-7 0 0,0-9-137 0,0-2-47 16,0-8-24-16,3 0-40 0,-3-6-56 0,1 0-140 15,-1-3-208-15,4-11-104 0,-1-4-776 16,1-5-868-16,5-8-1885 0,-2-7-1083 16,-2 7 1381-16</inkml:trace>
  <inkml:trace contextRef="#ctx0" brushRef="#br1" timeOffset="156908.44">4876 10964 6156 0,'0'0'404'15,"0"0"3740"-15,0 0-3475 0,0 0-449 0,0 0 972 16,0 0 676-16,13 68-176 0,-6-29-536 16,-3 2-364-16,4 7-312 0,0 6-160 15,-4 0 516-15,4 0-460 0,-4 6-180 16,4-3-12-16,-4 4-176 0,-4-1-4 0,4-2-4 15,-4-8-120-15,0-3-16 0,0-2-220 16,0-8 16-16,0-4-16 0,4-8-124 16,-4-6-124-16,4-9-164 0,-4-7-352 15,4-6-860-15,0-10-760 16,0-9-1957-16,-4 3-1491 0,3-22 5377 0</inkml:trace>
  <inkml:trace contextRef="#ctx0" brushRef="#br1" timeOffset="157312.701">4681 10753 4728 0,'0'0'3316'0,"0"0"561"15,0 0-2569-15,-84 65-356 0,52-37 424 16,-3 7-96-16,-1-1-384 0,-4 4-400 16,4 4-224-16,0-7-112 0,4-3-40 15,8-7-120-15,9-6-72 16,-2-3-336-16,13-7-72 0,4-6-168 0,0-3-300 16,4-3-640-16,9-6-1424 0,2-4-2445 15,-2 4-99-15</inkml:trace>
  <inkml:trace contextRef="#ctx0" brushRef="#br1" timeOffset="157472.99">4681 10903 8936 0,'0'0'1860'16,"0"0"-431"-16,0 0 307 0,103 0-80 0,-66 0-452 16,-1 0-456-16,3 0-364 0,1 3-360 0,0 3-24 15,-4 0-200-15,0 1-84 16,-4 2-236-16,-8 1-736 0,-9 5-1160 0,-2-5-3909 15,-9 16-483-15</inkml:trace>
  <inkml:trace contextRef="#ctx0" brushRef="#br1" timeOffset="157821.016">4530 11839 4408 0,'0'0'7397'0,"0"0"-6065"16,0 0-988-16,39 70 0 0,-26-45 1072 16,-2 1-624-16,6 3-360 0,-2-4-244 15,5 0 396-15,0 1-28 0,4-4-196 0,-4 0-112 16,4-3-16-16,-1-3 28 0,-2-3-16 15,3-1-72-15,-4-2-24 0,-5 0 24 0,6-8 24 16,-10 2 0-16,6-4 48 16,-6 0 148-16,1-6 60 0,4-4-52 0,4-5-59 15,0-10-85-15,8-8-148 0,4-5-96 16,-1-10-12-16,5-6-156 0,5 0-149 16,-6-3-391-16,5 10-216 15,-4 3-204-15,-5 12-800 0,-6 6-1956 0,-1 10-1833 16</inkml:trace>
  <inkml:trace contextRef="#ctx0" brushRef="#br1" timeOffset="158639.724">3785 12256 5776 0,'0'0'456'16,"0"0"5717"-16,0 0-4365 0,0 0-580 15,0 0 116-15,0 0 144 0,0 0-368 0,0 0-508 16,0 0-392-16,0 0-196 0,-88 15-24 15,60 1-72-15,-4 3-24 0,0 7 96 16,0 6 112-16,1-1 48 0,-1 4 8 0,-4 3-8 16,8-3 36-16,4 1 24 0,0-6-40 15,4-2-32-15,4-2-76 0,5-6-60 16,3-5 0-16,3 1 0 0,1-3-8 16,4-3 0-16,4-1 0 0,9 4 4 0,2 0 0 15,5 2-8-15,8-2 12 16,0-1 36-16,4 2-12 0,0-3-36 15,0 0-4-15,0 2 4 0,-4-1-48 0,-1 1 48 16,-2-1-60-16,-6 1-24 0,1-3 80 16,-1 6-8-16,-6-4-76 15,-1 4-8-15,-5 0 0 0,2 1-28 0,-1-3 64 16,-4 3 60-16,-4 2 0 0,0-4 4 16,0 5 68-16,-8-5 16 0,0 2 8 15,-1-5 12-15,-6 4 16 0,2-3 8 0,-2-4-20 16,-1 0-112-16,0-2-40 0,5-1-152 15,-6-6-112-15,1 0-160 0,0-3-196 16,-4-2-160-16,5-9-436 0,-2-2-472 16,6 4-904-16,-2-4-2261 15,9 3-2091-15,0 0 6708 0</inkml:trace>
  <inkml:trace contextRef="#ctx0" brushRef="#br1" timeOffset="159642.909">3992 12376 8340 0,'0'0'2665'0,"0"0"-869"0,0 0-560 0,0 0 244 15,0 0-200-15,0 0-336 16,0 0-276-16,0 0-260 16,0 0-300-16,0 0 16 15,0 0 72-15,8 67 52 0,0-32 32 0,-1 12-12 0,2 7-48 16,-1 3-120-16,-1 4-40 0,-3-5-60 0,-4-1-4 16,4-5-80-16,-4-8-16 0,5-8 28 15,-1-8-52-15,4-10 124 16,-5-3-60-16,1-7 12 0,4 1-52 15,-3-7-72-15,3 0 40 0,-5 0-4 0,5-4-84 16,5-5-76-16,-6-4-60 0,1-3-224 16,-4 0-304-16,0 0-796 0,-4-3-1088 15,0 7-2157-15,-16-7-1427 0</inkml:trace>
  <inkml:trace contextRef="#ctx0" brushRef="#br1" timeOffset="159822.843">3888 12753 2632 0,'0'0'468'16,"0"0"4152"-16,0 0-1976 0,0 0-635 15,0 0-733-15,0 0-200 0,0 0-156 16,0 0-176-16,0 0-172 0,0 0-208 16,0 0 80-16,32-2 136 0,-4 8 12 15,-4-3-184-15,4 1-104 0,0-4-108 0,0 0-196 16,4 0-12-16,-4-4-132 0,3-3-360 16,1-2-224-16,0 4-248 0,0-2-324 15,4 0-1136-15,-8 7-2593 0,7 0-3263 0</inkml:trace>
  <inkml:trace contextRef="#ctx0" brushRef="#br1" timeOffset="160184.968">4589 12700 1448 0,'0'0'3144'16,"0"0"2672"-16,0 0-4207 0,0 0-89 0,0 0-24 16,0 0-312-16,0 0-320 0,0 0-356 0,-80 34-212 15,69-21 0-15,-5 6-12 0,4 4-12 16,-4-1 84-16,4 3 76 0,0 1 20 15,4-4-124-15,4-3-108 0,0-3-108 16,4-7-56-16,0-5-56 0,0-4-148 0,0 0-192 16,4 0-64-1,0-7-100-15,8-6 64 0,3 1 192 0,-2-7 40 16,-1 3-128-16,0-3-44 0,0 3 68 16,-5 2 124-16,2 6 64 0,-1 2-24 15,-4 6 0-15,0 0 148 0,-1 0 372 16,1 9 36-16,0 3 52 0,5 8 36 0,-5 2-116 15,3 0-124-15,-3 3 40 0,0-3 12 16,1 2-88-16,-1-10-140 0,0 0-80 16,0-5-144-16,3-6-40 0,-3-3-432 0,5-3 112 15,-1-6-100-15,3-11-152 16,2-2-624-16,-2-6-1416 0,1-1-1833 0,-4-2-1539 16,0 8 4840-16,4-15 397 0</inkml:trace>
  <inkml:trace contextRef="#ctx0" brushRef="#br1" timeOffset="160545.582">4745 12439 1592 0,'0'0'640'16,"0"0"-368"-16,0 0 6516 0,0 0-4635 16,0 0-829-16,0 0-76 0,0 0 380 0,0 0-448 15,0 0-348-15,0 0-4 0,0 0 12 0,24 93-204 16,-20-53-112-16,0 2-12 16,-4 2-72-16,3-5-264 15,-3-4-176-15,4-3-72 0,-4-7-48 16,0-3-40-16,4-6 16 0,1-7-16 0,-5-2 12 0,4-4-68 15,-4 0-92-15,4-3 40 16,-4 0 36-16,0 0-24 0,4 0 72 16,-1 0 36-16,5 0 140 0,1 7 8 15,-1-5 4-15,3 5-4 0,6-1 0 16,-2 4 0-16,1-4 8 0,0 4-8 0,0-4-4 16,0 0 0-16,-4 1-60 0,4-1 64 15,-8-3 0-15,0 4 4 0,-4 0 72 16,0-2 84-16,-4 2-36 0,0 2-116 0,-4 0 64 15,-4 5 0-15,-1-2-72 16,-6 4-108-16,3-4 32 0,-4-2 28 0,4-3-64 16,-4-4-60-16,1 0-184 0,-2-3-160 0,2-3-488 15,-5-7-952 1,-1 0-1160-16,6-5-2221 0,2 2-1287 16,-2-6 6416-16</inkml:trace>
  <inkml:trace contextRef="#ctx0" brushRef="#br1" timeOffset="161384.614">5665 12795 612 0,'0'0'10825'0,"0"0"-8701"16,0 0-1196-16,0 0-232 0,0 0 84 0,0 0 60 16,44-73-180-16,-24 41-464 0,4-2-196 15,-5-6-76-15,5 7-12 0,-3-3 40 16,-1 11-128-16,-5 3-48 0,2 3 88 15,-6 6 36-15,-3 3-48 0,5 1 72 0,-9 3-72 16,3 2 48-16,-3 4-28 0,0 0 128 16,0 0 68-16,1 0 0 0,2 4-64 0,1 5-4 15,0 4 136 1,0 6-12-16,4 9-12 0,-4 7-36 16,-1 7 160-16,2 5 0 0,-5 7 0 15,0 3 76-15,-4 0-52 0,0-3 48 0,0-3-24 0,4-7 180 16,-4-8-44-16,4-14-212 0,3-6-116 15,-2-7-92-15,7-9-12 0,-5 0-36 16,10-3-136-16,-2-14-160 0,2-4-256 16,2-8-552-16,1-5-824 15,-8 8-2048-15,0-12-1285 0</inkml:trace>
  <inkml:trace contextRef="#ctx0" brushRef="#br1" timeOffset="161588.335">6159 12604 1356 0,'0'0'1304'15,"0"0"4092"-15,0 0-3352 0,0 0-1256 16,0 0 9-16,0 0 563 0,-63 83-100 16,46-51-288-16,6 2-296 0,-6 2-96 0,6 2 44 15,-5-3-16-15,0 3-236 0,4-4-216 16,0-2-156-16,4-3-172 0,-4-8 24 0,8-1-200 16,0-4-72-16,0-3-256 15,4-3-404-15,0-7-732 0,0-3-900 0,4 0-2857 0,0 0 545 16,4-13 5008-1</inkml:trace>
  <inkml:trace contextRef="#ctx0" brushRef="#br1" timeOffset="161750.68">6339 12900 9152 0,'0'0'1408'0,"0"0"-363"0,0 0 543 15,0 0 176-15,0 0-708 0,0 0-340 16,0 0-192-16,0 0 232 0,39 76-76 0,-35-63-556 15,-4-4-124-15,0-3-136 16,4 1 0-16,-4-4-172 0,0-3-512 16,0 0-364-16,0-3-872 0,0-4-3205 0,-4-6-3287 15</inkml:trace>
  <inkml:trace contextRef="#ctx0" brushRef="#br1" timeOffset="161903.597">6382 12700 7200 0,'0'0'3228'0,"0"0"-531"16,0 0-1653-16,0 0 420 0,0 0 4 0,0 0-1084 16,84-22-384-16,-60 15-720 0,-1-2-300 15,5 3-204-15,-7-1-1040 0,3 1-4401 0</inkml:trace>
  <inkml:trace contextRef="#ctx0" brushRef="#br1" timeOffset="162724.231">5278 13271 2804 0,'0'0'236'0,"0"0"716"0,0 0 4736 15,0 0-4103-15,41-69-429 0,-33 53 236 16,-5-1-152-16,1 6-336 0,0 0-360 15,-4 3-208-15,0 1-24 0,0 3-12 0,0 1 44 16,0 0-56-16,0 3-56 16,-8 0-132-16,5 0-52 0,-9 0-36 15,-1 0-12-15,-2 0-200 0,-5 6 16 0,-1 5 72 16,2 3 48-16,-5 2-72 0,4 10 80 16,-3 2 52-16,2 4 8 0,1 3 80 0,1 7 40 15,2 5 36-15,2 4-12 0,2 3 72 16,6 1-20-16,-1-5 8 0,8-3 76 15,0-9 180-15,0-6-60 0,4-10-60 0,7-3-76 16,2-6 12-16,2-3 132 0,6-8-8 16,-6 3-175-1,9-5-33-15,0 0-112 0,0-5-76 16,0-3 4-16,0-5-12 0,-4-3-88 0,-1 0-180 16,2 0-85-16,-5-3-47 0,-1 0-16 15,2 0-24-15,-6 0-108 0,-3 3-176 16,1-4-572-16,-5 5-856 0,-4 3-828 0,0-1-2221 15,-4 3-695-15,-13 1 4540 0</inkml:trace>
  <inkml:trace contextRef="#ctx0" brushRef="#br1" timeOffset="163020.388">5223 13490 1344 0,'0'0'12'0,"0"0"6420"0,0 0-3728 0,0 0-1083 16,0 0-37-16,0 0 88 15,0 0-292-15,0 0-384 0,0 0-328 0,0 0-260 0,92 3-256 16,-77-9-152-16,-3 0-248 0,1 0-232 15,-2-1-176 1,2 4-180-16,-9-4-104 0,3 4-220 0,-7 0-416 16,4 3-256-16,-4 0 51 0,0 0 185 15,0 3 1504-15,0 7 92 0,-4-4 1000 16,4 7 88-16,-4 0 113 0,4-1-149 0,0 4-116 16,0 3 32-16,0-3-8 0,8 7 260 0,0-4-552 15,1 2-208-15,-2-1-40 16,1 2-12-16,4 0-36 0,-4 3-88 15,0-2-140-15,0 0-8 0,-5-4-124 16,6-1-12-16,3-2-96 0,-5-4-188 16,2-2-480-16,7-3-392 0,-4-7-516 15,4 0-1084-15,-5-7-3101 0,2-3 65 0</inkml:trace>
  <inkml:trace contextRef="#ctx0" brushRef="#br1" timeOffset="163643.822">7359 12484 7112 0,'0'0'4589'0,"0"0"-2481"0,0 0-792 15,0 0-472-15,103 13 132 16,-75-13-68-16,4-4-328 0,-1-2-248 0,5-7-148 0,1 1-184 15,-5-4-4-15,3 0-304 16,-7 2-320-16,0 6-264 16,-5-3-348-16,-6 5-1076 0,-6 4-2425 0,-7 2-2975 15</inkml:trace>
  <inkml:trace contextRef="#ctx0" brushRef="#br1" timeOffset="163822.587">7486 12747 3464 0,'0'0'1044'0,"0"0"7469"0,0 0-6557 0,0 0-1176 0,0 0-148 16,0 0 104-1,0 0 328-15,0 0-224 0,0 0-400 0,0 0-232 16,95 42-180-16,-67-42-28 0,0 0-272 16,4-3-416-16,-4 0-360 0,0-1-628 15,4 1-2292-15,-8-1-2801 0,12 4 2341 0</inkml:trace>
  <inkml:trace contextRef="#ctx0" brushRef="#br1" timeOffset="164619.514">8820 12071 4180 0,'0'0'7073'16,"0"0"-5341"-16,0 0-1068 0,0 0-156 0,0 0 428 15,-86-13 336-15,58 20-424 0,0 6-416 16,0 6-208-16,-8 6-64 16,0 6-60-16,-4 11 48 0,4 6 112 0,0 6 96 15,-3 2 112 1,2 12-28-16,5-2-72 0,0 7-4 0,4 0-132 16,9 0-24-16,-1-7 0 0,12-2-28 0,8-10 40 15,0-12-84-15,8-8 117 16,12-9 183-16,8-5-72 0,4-8-192 15,0-5-88-15,7-4-12 0,1-3-64 0,0-3 4 16,0-11 36-16,-4 6-48 0,-1-9-48 16,-3 5-72-16,-4-3-40 0,-4-2-188 15,-3 4-164-15,-10 1-109 0,1-1-83 0,-7 4-188 16,-2-1-360-16,-3 4-460 16,0 0-780-16,-8 3-756 0,-4-1-1273 15,-3 1 1353-15,-2 0 860 0,-3 0 1916 0,-3-3 288 16,-5 2 104-16,4-2 1500 0,-4-1-1056 15,4 1 4496-15,8 0-1844 0,0 2-1155 16,8 2-373-16,0-3 148 16,8 5-200-16,0 0-252 0,0 0-244 0,0 0-212 15,12 0 8-15,0 5-196 0,8-3-87 16,8 2 15-16,0-4-104 0,4 0-236 16,-4 0-112-16,0-6-96 0,0-1-44 0,-5-3-248 15,1 1-192-15,-4 0-60 16,-1-5-77-16,2 6-167 0,-5-3-44 15,-1 5 172-15,-7 0-584 0,-3 6-196 0,-5-2-120 16,0 2 612-16,0 0 568 0,-5 0 340 16,-3 0 32-16,5 2 16 0,-5 1 404 15,4 0 156-15,-5 7 40 0,5-1-96 16,4 8 8-16,0-3 40 0,0 10-60 0,0-2 8 16,4 6-76-16,5 1-88 0,3-1-96 15,-5 4-52-15,6-1-100 16,-2 1 40-16,1 0-36 0,-3 3-52 15,-2-3-48-15,1 4-100 0,1-3-192 0,-9-1-300 16,4 3-548-16,-4-12-1000 0,0 12-3953 16</inkml:trace>
  <inkml:trace contextRef="#ctx0" brushRef="#br1" timeOffset="179383.593">1059 15214 680 0,'0'0'5276'0,"0"0"-2196"16,0 0-1103-16,0 0-717 15,0 0-188-15,0 0 84 0,0 0-32 0,0 0-304 16,0 0-236-16,0 0-312 16,-8 0-72-16,21 0 0 0,10 7 344 0,5-4 268 0,16 3-408 15,0-3-208-15,8-3-48 16,4 0-48-16,-1 0-60 0,1-3-40 15,0-3-136-15,-4 0-84 0,-1-4 72 0,-3 0-72 16,-4 1-236-16,-4-3-172 0,-8 5-228 0,-4 3-660 16,-9 1-1012-1,-11 3-2389-15,-8 0-3231 0</inkml:trace>
  <inkml:trace contextRef="#ctx0" brushRef="#br1" timeOffset="179600.379">1510 15366 5368 0,'0'0'4696'16,"0"0"-2943"-16,0 0-1333 0,3 96-276 15,1-54 596-15,5 5 468 16,-5 7 28-16,0-3-380 0,-4 5-392 16,4-2-240-16,-4-2-88 0,0-5-136 0,0-6-64 15,0-3-120-15,3-9-40 0,-3 0-28 16,4-10-88-16,-4-3-640 0,0 3-196 0,0-7-624 15,-4 1-2177-15,-11-1-2143 0</inkml:trace>
  <inkml:trace contextRef="#ctx0" brushRef="#br1" timeOffset="179781.775">1167 16091 1604 0,'0'0'8876'0,"0"0"-8075"0,0 0-801 16,0 0 0-1,0 0 744-15,0 0 600 0,0 0-192 16,84 32-508-16,-56-26-328 0,4 0 12 0,3 1-92 16,1-7-96-16,0 0-140 0,0 0-76 15,3-7-248-15,2-2-800 16,-10-1-656-16,9-8-2809 0</inkml:trace>
  <inkml:trace contextRef="#ctx0" brushRef="#br1" timeOffset="179954.696">1968 15916 6808 0,'0'0'5849'15,"0"0"-4817"-15,0 0-496 0,0 0 96 16,95 10 84-16,-63-10-364 0,0-10-352 16,8 0-124-16,4-5-392 0,-1-8-344 15,2 1-104-15,-6-3-1560 0,-11 2-3685 0,4-9 1781 16</inkml:trace>
  <inkml:trace contextRef="#ctx0" brushRef="#br1" timeOffset="180285.303">2342 15421 4020 0,'0'0'784'0,"0"0"2804"0,0 0-2396 0,0 0 8 16,0 0 229-16,0 0-177 15,0 0-440-15,-80-16-380 0,76 29-232 0,0 6 28 16,4 3 200-16,-3 3-40 0,3 10 20 15,0 4-108-15,0 5-116 0,3 0-56 16,-3 8-80-16,4-2 0 0,0 7-48 16,1 0-12-16,-5 4-24 0,4-4 36 0,0 0 124 15,0-3 12-15,-1 0 12 0,1-7-136 16,0-2 48-16,1-3 64 0,-1-5 64 16,0-2-68-16,0-10-116 15,-1 1-8-15,1-7-36 0,-4-3 36 0,0-4 8 16,0-2 44-16,0-1 24 0,0-5 4 15,-4 3 20-15,-7-5-96 0,-2 1-60 16,-2 0-100-16,-5 1-164 0,-1-4-72 0,-2 0-40 16,3-10-256-16,-4 1-212 0,0-7-220 15,0 0-432-15,0-6-965 0,0-7-1919 16,4 7-624-16,1-16 4557 0</inkml:trace>
  <inkml:trace contextRef="#ctx0" brushRef="#br1" timeOffset="180971.723">3263 15756 4632 0,'0'0'1084'0,"0"0"2944"15,0 0-3500-15,0 0-192 0,52-91 541 0,-33 63 215 16,1-7-84-16,4-1-552 0,4 3-228 16,-4 0-52-16,-4 5-104 15,4 2-72-15,-5 7-112 0,2 6-16 16,-10 7 28-16,6 3 100 0,-6 3 164 0,6 9-88 15,-2 7 100-15,1 9 52 16,5 4 152-16,-6 6-28 0,5 4 24 0,-4 1-44 16,0 8-120-16,0-1-100 0,-4 4 76 0,0-4-176 15,-5 2 76-15,2-5 24 16,-5-2 84-16,4-5-84 0,-4-4-12 16,3-5-24-16,2-3-76 0,-5-12-40 15,4-3-168-15,-5-8-116 0,1-2-416 0,5-2-116 16,-1-14 88-16,3-3-416 0,-3-7-1857 15,1 1-3099-15,-2-13 3092 0</inkml:trace>
  <inkml:trace contextRef="#ctx0" brushRef="#br1" timeOffset="181148.616">3873 15459 5500 0,'0'0'5825'0,"0"0"-5321"0,0 0-504 0,0 0 0 0,-64 92 280 16,44-57 604-16,-1 3-132 15,2 3-180-15,-1 3-128 0,-1 1-68 0,2 3-112 16,-1-4-264-16,4-3-48 0,-4 1-204 16,4-8-180-16,4-1-516 0,5-11-292 15,-1-3-557-15,3-4-1351 0,5-8-3636 16,0-7 6680-16</inkml:trace>
  <inkml:trace contextRef="#ctx0" brushRef="#br1" timeOffset="181333.938">4067 15929 7384 0,'0'0'4437'0,"0"0"-3697"15,0 0-508-15,0 0 228 0,0 0 900 16,0 0 72-16,12 67-552 0,-12-52-556 0,-4 4-236 16,-4 0-88-16,5-3 0 0,-5-2-164 15,4-2-184-15,-5-5-292 0,5-5-316 16,1-2-332-16,-1 0-1336 0,-4-9-4597 0</inkml:trace>
  <inkml:trace contextRef="#ctx0" brushRef="#br1" timeOffset="181484.676">3980 15766 4120 0,'0'0'6877'0,"0"0"-4393"0,0 0-2012 15,0 0-356-15,0 0 564 16,0 0 16-16,99-12-372 0,-71 9-324 0,9 0 0 15,-2-4-412-15,5-3-724 0,-8 5-140 16,16-9-3825-16</inkml:trace>
  <inkml:trace contextRef="#ctx0" brushRef="#br1" timeOffset="181848.261">5040 15402 1460 0,'0'0'10993'16,"0"0"-9513"-16,0 0-1036 0,0 0 200 15,0 0 96-15,-96 25-44 0,65-6-324 0,3 9-172 16,-4 7 36-16,-5 4 12 0,5 9 148 15,0 2 88-15,1 4-28 16,6 0-88-16,-2 3-96 0,11-3-4 0,5-7-96 16,2 2-164-16,9-14-8 15,0-1-72-15,9-8-48 0,2-3-16 16,5-4 88-16,8-8 44 0,4-1-72 0,3-6 4 16,1-1 72-16,9-3 52 0,-5 0-52 15,3-3 52-15,-3-4-52 0,-4-3-172 16,-1 2-260-16,-6-6-296 0,-1 4-460 0,-9-2-748 15,-2 2-1168-15,-9-5-3669 0</inkml:trace>
  <inkml:trace contextRef="#ctx0" brushRef="#br1" timeOffset="182008.56">4741 15916 3980 0,'0'0'7929'16,"0"0"-6905"-16,0 0-936 0,0 0 600 0,0 0 520 15,95 0-280-15,-55-10-420 16,4-3-356-16,4-6-152 0,-4-3-492 0,-1-3-652 16,2 0-584-16,-18 6-505 0,6-10-1875 0</inkml:trace>
  <inkml:trace contextRef="#ctx0" brushRef="#br1" timeOffset="182274.26">4780 15290 2568 0,'0'0'9509'16,"0"0"-8233"-16,0 0-868 0,0 0 772 0,13 71 332 16,-5-43-456-16,7 7-376 0,2 6-220 0,-2 6-128 15,1 7-76-15,5 7 64 0,-2 5-76 16,1 7-160-16,0 4-84 0,-4 3-120 15,0-1 8-15,0-2-108 0,0-2-148 0,-4-5-88 16,-1-3-148 0,-2-7-164-16,3-6-548 0,-5-7-400 15,2-6-632-15,-1-5-2509 0,-1-14-395 0,1-6 4040 16</inkml:trace>
  <inkml:trace contextRef="#ctx0" brushRef="#br1" timeOffset="183145.666">5411 15104 5076 0,'0'0'5212'15,"0"0"-4491"-15,0 0 203 16,75 68-180-16,-43-32 112 0,-1 5 300 0,1 7-100 0,-4 6-336 16,4 3-224-16,0 7-132 15,0 1-80-15,3 3-48 0,-3 1 256 16,5-2-8-16,-5-3-284 0,0-4-200 0,-4-6-76 15,0-6-44-15,-1-7-336 0,-3-6-200 16,0-6 48-16,-4-8-256 0,-1-2-636 16,6-8-420-16,-5-11-909 0,-5 0-2095 15,6-17 768-15</inkml:trace>
  <inkml:trace contextRef="#ctx0" brushRef="#br1" timeOffset="183377.873">6131 15224 4620 0,'0'0'6497'0,"0"0"-5945"15,0 0-488-15,0 0 28 0,0 0 688 0,-88 76 420 16,64-47-188-16,1 8-332 0,-5 5-176 16,0 9-88-16,-4 6 8 15,1 10 24-15,-5 6-148 0,-9 6-176 16,6 4-124-16,-6-1-44 0,6-5-40 15,-1-5-52-15,9-9-224 0,6-8-176 16,5-7-108-16,12-4-528 16,5-10-364-16,3-8-1225 0,0 0-2675 0</inkml:trace>
  <inkml:trace contextRef="#ctx0" brushRef="#br1" timeOffset="183694.585">6728 15712 2996 0,'0'0'1980'0,"0"0"3820"0,0 0-4319 0,-86 4-385 0,58 11 556 15,0 15-292-15,-4 5-564 16,4 9-496-16,-4 9-252 0,4 8 88 0,4 3 124 15,0 2 64-15,5-2-152 0,6-1-36 16,5-9-12-16,4-7 60 16,4-8-44-16,8-10-140 15,9-11-272-15,-2-8-60 16,9-3 96-16,0-7 64 0,4 0 24 0,0-10-100 0,0-6-124 16,-5-3-116-16,1 0-116 0,-7-3-412 0,-6 3-556 15,-3 2-1237-15,-8-2-2243 0</inkml:trace>
  <inkml:trace contextRef="#ctx0" brushRef="#br1" timeOffset="183844.534">6382 16109 352 0,'0'0'12401'0,"0"0"-10845"0,0 0-1240 16,0 0 24-16,0 0 668 0,0 0 108 16,0 0-548-16,0 0-404 0,0 0-164 0,0 0-8 15,99 26-240-15,-71-38-464 0,0-2-452 16,0-2-696-16,-7 7-1241 0,-2-7-2667 15</inkml:trace>
  <inkml:trace contextRef="#ctx0" brushRef="#br1" timeOffset="183973.811">6605 16211 2996 0,'0'0'1432'0,"0"0"-872"0,-4 89 1004 16,8-58-1264-16,1 8-296 0,3-1 48 15,-1-3 0-15,1 1-44 0,1-3 0 0,-2-3-8 16,1-5-360-16,0-6-628 0,1 3-968 15</inkml:trace>
  <inkml:trace contextRef="#ctx0" brushRef="#br1" timeOffset="190805.541">7606 15621 3300 0,'0'0'4404'0,"0"0"-3340"15,0 0-300-15,0 0 2045 0,0 0-845 0,0 0-476 16,0 0-584-16,0 0-132 0,-25 16-104 16,25-16-76-16,8 0-124 0,1 0 72 15,6 0 108-15,6 0-160 0,3 0-28 0,4 0-132 16,-1 0-23-16,6 0-37 0,6 3-88 16,-3-3 76-16,7 3-100 0,2 0-68 15,6 0-84-15,-3-3 40 16,8 0-44-16,0 0-60 0,4-6-16 15,0-4 68-15,-2 1-112 0,7-4 112 0,-6-2-88 16,1 2 24-16,-8-4-52 0,-4 9-92 16,-8-6-52-16,-9 7-85 0,-6 3-11 15,-10-3-100-15,-2 7-84 16,-6-3-148-16,-3 3-288 0,-4 0-528 0,0 0-348 16,0 0-168-16,-8 0-501 0,-8 0-3003 15</inkml:trace>
  <inkml:trace contextRef="#ctx0" brushRef="#br1" timeOffset="191457.835">7578 15980 3332 0,'0'0'1860'0,"0"0"264"0,0 0-412 15,0 0 32-15,0 0-303 16,0 0-213-16,0 0-136 0,0 0-108 0,0 0-104 16,0 0-132-16,0 0-104 15,67-7-60-15,-50 4-204 0,-6 3-84 16,6-3-88-16,2 3 76 0,5-6 20 0,0 1-72 15,4 3-8-15,-4-4-224 0,3 0-8 0,1-1-104 16,4 1 112-16,0 0 0 0,5-1 0 0,6 3-12 16,9-2 4-16,-1 0 8 15,5-1-8-15,0 1-116 0,0 0-108 16,0-1 136-16,-1-2-76 16,-7 3-148-16,1-1 60 0,-10 1-132 0,-3 3-164 15,-8 0-200-15,0 0-348 0,-9-1-228 16,-3 1-240-16,-4 0-1137 0,-3-3-2547 0</inkml:trace>
  <inkml:trace contextRef="#ctx0" brushRef="#br1" timeOffset="192083.183">8343 15281 9200 0,'0'0'2505'0,"0"0"-513"0,0 0-724 16,0 0 56-16,0 0-80 0,0 0-180 0,0 0-376 16,0 0-24-16,0 0 104 0,0 0-124 15,52-9-143-15,-37 9-197 0,-3 0-236 16,0 2-64-16,4 3 64 0,0 0 40 15,5 1 28-15,2 4-40 0,1-1-12 0,0 1 24 16,0 3-60-16,-1-1-44 0,1-2 32 16,0 2-36-16,4-1-12 0,-3-2-64 15,3 1 64-15,-5-4-48 16,1 3 0-16,-4-2-12 16,-1-1 64-16,-2 0 0 0,-2-3-40 0,-6 4 40 0,-1-1 8 15,-1 3-4-15,1 1-68 16,-3 4 72-16,-5-2 0 0,0 4 4 15,0 3-4-15,0 3-76 0,-9 3-56 0,-2 4 60 16,-1 2-96-16,-1 1-28 0,-6 3 35 16,-1 3-55-16,-4 7-4 0,-4-1 36 15,-4 8-44-15,0-2-28 0,-4-2 248 0,-3-1 0 16,3-3-44-16,-1-3-44 0,6-5 0 16,3-4-64-16,5-4-24 0,-2-3-492 15,9-6 28-15,4-3-232 0,5-2-312 0,-2-12-408 16,9 1-1172-16,0-3-3633 0</inkml:trace>
  <inkml:trace contextRef="#ctx0" brushRef="#br1" timeOffset="193198.504">7757 15272 1212 0,'0'0'1032'15,"0"0"-512"-15,0 0 120 0,0 0 196 0,0 0-304 16,0 0-520-16,0 0 68 15,0 0 24-15,0 0 0 0,0 0 92 0,0 0-80 16,4-4 0-16,-4 4 916 16,0 0 188-16,0 0-300 0,0 0-24 0,0 0 124 15,0 0-195-15,0 0-41 0,0-3 72 16,0 3-52-16,0 0-84 0,0 0-152 0,0 0-140 16,0 0-164-16,0 0-88 0,0 0-52 15,0 0-4-15,0 0 180 0,0 0-4 16,-4 7-108-16,-4 0-188 0,0 4 0 15,-8 6-76-15,0 2 68 0,-3 3 8 16,-6 3 0-16,1 4 52 0,0-1-52 16,1 4-48-16,-9 3-24 0,-1 3-16 15,1 4 0-15,1-1 28 0,-1-3-28 16,4-1 24-16,5 1 52 0,-1-8 12 0,3-5 8 16,6-6 140-16,2-3 28 0,6-4-76 15,3-5 0-15,0-4-12 0,4 0-40 16,0-3-48-16,0 0-48 0,0 3-28 0,0-3 64 15,0 7 12-15,4-1 8 16,3 4 316-16,6 5-128 0,2-2 16 0,2 3-24 16,2-1 244-1,-2 2-124-15,2-4-88 0,1-1-36 0,0 4-72 16,5-3 12-16,-6 3-112 0,9-1 96 16,0 1-20-16,4 3 56 0,-1-3-8 0,5 4-76 15,0-1-60-15,-4 0 52 16,1 0 44-16,-2 0-36 0,-4-1 52 15,-3-1 36-15,-3-2-148 0,-2-2 8 0,-3 0-8 0,1-4-4 16,-6-2-48 0,-3 0 52-16,0-7-12 0,-3 2 4 0,-1 1-52 0,-4-3 48 15,3 3-48-15,-3-3-4 16,0 0-92-16,0 0-64 0,0 0-52 16,0 0-96-16,0 0-196 0,4 0-328 0,0 0-252 15,4-6-608-15,-4 4-1204 0,1-12-4305 16</inkml:trace>
  <inkml:trace contextRef="#ctx0" brushRef="#br1" timeOffset="194322.007">10287 15081 1252 0,'0'0'2828'0,"0"0"-1432"0,0 0 2892 0,0 0-2583 0,0 0 51 15,0 0-464-15,0 0 108 0,0 0-160 0,0 0-348 16,0 0-248 0,12-54-188-16,-12 54-28 0,-8 0-136 15,-4 6-292-15,-8 1-144 0,-8 5-16 16,4 4 12-16,-3 6 64 0,-1 0-40 16,0 7 64-16,4 2 8 0,0 5 44 0,0-4 8 15,8 2 4-15,-4-1 60 0,8-3-16 16,5-4-48-16,-2-3 4 0,5-1-4 0,4-6-60 15,0 0-4-15,4-4-8 16,5 1 20-16,6 1 52 0,1-2 0 0,4 1 64 16,4-1-60-16,4 1 68 0,-4-5-72 15,8 6-4-15,-4-4 4 0,0 2 8 16,-5 1 68-16,1 3-72 0,-4-3-4 0,0 2 48 16,-4-2 0-16,-4 3-36 15,-4-1 76-15,0 2-84 0,-4 1 92 0,-4 2-88 16,0-5-4-16,0 4 0 15,0-3 56-15,0-4-12 0,-4 2 76 16,0-1 8-16,-5-4-8 0,-2 1-64 0,3-1-12 16,-4 1-48-16,0-7-84 0,0 3-100 15,0-3-108-15,0-3-4 16,-4 0-96-16,4 0-88 0,1-3-92 0,-2-10-220 16,2 1-224-16,-2-4-344 0,9-3-268 15,-4 0-489-15,8 6-991 0,0-9-1296 16</inkml:trace>
  <inkml:trace contextRef="#ctx0" brushRef="#br1" timeOffset="194685.281">10693 15052 184 0,'0'0'5140'0,"0"0"-4568"16,0 0 3368-16,0 0-2523 0,0 0-313 15,0 0 136-15,0 0-492 0,0 0-368 16,-4 83 0-16,-3-46-4 0,7 5 128 16,-4 6 164-16,4 2-172 15,-4 4-248-15,4 4-124 0,0-1 112 0,0-1-224 0,4-4 0 16,0-4 40-16,-1-6 48 0,5-12 108 15,5-8-24-15,2-2-108 0,2-8 24 16,2-2-4-16,1-6-20 0,0-4-72 16,0 0-4-16,4-11-396 0,-4-1 136 15,-1-4-12-15,-2-3-200 16,-2-2-312-16,-6-3-360 16,-5 2-412-16,-4 3-668 0,0 4-2113 0,-13-5-1987 15</inkml:trace>
  <inkml:trace contextRef="#ctx0" brushRef="#br1" timeOffset="194835.544">10566 15474 6672 0,'0'0'3000'16,"0"0"-1027"-16,0 0-821 0,0 0 124 15,0 0-116-15,0 0-316 0,0 0-392 0,0 0-300 16,0 0 48-16,0 0 236 0,48 7-188 16,-16-7-100-16,0 0-148 0,0 0 0 0,3 0-100 15,-3 0-136-15,4-2-272 0,0 2-472 16,-1 0-244-16,-7 0-1168 0,17 0-2633 15</inkml:trace>
  <inkml:trace contextRef="#ctx0" brushRef="#br1" timeOffset="195189.027">11140 15551 3360 0,'0'0'9093'0,"0"0"-7741"0,0 0-668 0,0 0 364 16,-88 89 344-16,72-64-248 0,0 3-468 15,9-5-356-15,-2-4-100 0,9-3-20 0,0-6-120 16,0-1-80-16,9-2-272 0,-2-7-120 16,9 0 208-16,0-4 0 0,0-6 36 15,4-5-124-15,0-7-160 0,-1 2-104 0,-2 1 52 16,-2 4 144-16,-2-1 148 0,-6 3 104 16,1 3 16-16,-4 4 20 0,1 3 44 15,-5 3 8-15,4 0 288 0,-4 0 328 0,0 6-104 16,0 4-168-16,0 2-8 0,4 4-52 15,-4 3-60-15,3 0 108 0,-3-2-36 16,4-2 32-16,-4 1-80 0,4-4-160 16,-4-5-88-16,4-1-136 0,-4-6-72 15,4 0-220-15,1 0-140 0,2-13 112 0,5-9-288 16,-4-3-1348 0,4 6-2016-16,0-22-2177 0</inkml:trace>
  <inkml:trace contextRef="#ctx0" brushRef="#br1" timeOffset="195541.733">11383 15132 9248 0,'0'0'1989'0,"0"0"-1257"0,0 0 584 16,0 76 472-16,0-38-128 0,0 6-368 0,-5 3-356 16,1 5-272-16,1 2-28 0,-1 0-100 15,-4 0-216-15,0 0-188 0,0-7-132 16,0-8-96-16,8-4-76 0,0-13 52 0,0-7 20 15,4-8-132-15,3-4-244 16,6-3 172-16,2 0 156 0,2-10 64 0,3-2 8 16,3 2 16-16,-6 0-88 0,2 5 24 0,1 2-84 15,-3 3 72-15,2 0 124 16,-7 3-112-16,4 2 40 0,-4 2 24 0,0 3 60 16,-4-2 52-16,-1 6-40 0,2-5-4 15,-5 3 64-15,0 2 4 16,-4-1 36-16,0-1 48 0,0-2 60 0,0 2 88 15,-4-2-88-15,-4 2-24 0,-4-2-64 0,0 4-44 16,-4-6-4-16,4-2-32 0,-4 1-52 16,0 0-12-16,-4-7-232 15,5 0-112-15,-2 0-144 0,2-10-80 0,-6-2-372 16,1-5-824-16,9 2-1084 0,-13-8-2789 16</inkml:trace>
  <inkml:trace contextRef="#ctx0" brushRef="#br1" timeOffset="196308.805">11980 15789 4576 0,'0'0'796'16,"0"0"3296"-16,0 0-1591 0,0 0-549 15,0 0-748-15,0 0-124 0,0 0-76 0,0 0-212 16,0 0-260-16,0 0-152 16,0 0-268-16,-63 2-112 0,38 22-44 0,6 4 44 0,-5 10 24 15,4 7 108-15,0 2 68 16,4 4 44-16,0-1 24 0,4 5 4 16,1-1-92-16,-2-7-20 0,9-5-24 0,0-8-28 15,4-5-36-15,0-10 52 0,8-6-52 0,1 0 36 16,6-7 160-16,-3-3-60 15,8-3-160-15,0 0-48 16,0-6-132-16,0-7 48 0,4-3 20 0,-9-3 64 16,2 0-120-16,-2-4-88 15,-6 9-108-15,-1-6-100 0,-5 4-172 0,-3 0-268 16,0 0-308-16,-3 3-408 0,-5 1-740 0,-9-1-761 16,2 3-1303-16,2 1 1540 15,-6 3-296-15</inkml:trace>
  <inkml:trace contextRef="#ctx0" brushRef="#br1" timeOffset="196576.028">11801 16142 3840 0,'0'0'2980'0,"0"0"-396"15,0 0-467-15,0 0-325 16,0 0-372-16,0 0-412 0,0 0-152 16,0 0-8-16,0 0-96 0,0 0-144 0,0 0-156 0,76 44-192 15,-57-44-260-15,2-3 0 0,-1-3-184 16,-5-4-172-16,2-1-100 0,-2 3-188 16,-2-2-248-16,-6 1-188 0,1 6-40 15,-4-4-48-15,-4 7 32 0,0 0 636 16,0 0 500-16,0 0 308 0,-8 0 180 0,4 7-144 15,-3 2 164-15,-2 4 280 0,5 0-116 16,-4 6-108-16,5-1-48 0,3 2-88 16,0 2-80-16,-4 0-136 0,4-3-12 15,0 4-4-15,0-4-52 0,0-4-144 0,0 1-136 16,0 0-252 0,0-3-444-16,4 0-116 0,-1-1-48 0,5-2-200 15,-4-1-480-15,0-3-857 16,8-9-2991-16</inkml:trace>
  <inkml:trace contextRef="#ctx0" brushRef="#br1" timeOffset="196974.167">12239 15363 5156 0,'0'0'6009'0,"0"0"-4201"15,0 0-688-15,0 0-576 16,0 0-128-16,0 0-176 0,0 0-116 16,0 0-20-16,0 0 20 0,0 0-112 15,96-63-12-15,-69 44-164 0,1 0-60 0,0 0 48 16,-4 6 72-16,1 4 16 0,-6 2-48 15,-3 4-16-15,0 3 24 0,0 0 128 16,-4 7 24-16,4 5 232 0,-8 7 208 0,4 4-248 16,-4 2-128-16,4 10 36 0,-5-1-48 15,2 8 24-15,-1-1 0 0,-4 3-24 0,-4 4 12 16,0 0-12-16,0-4-24 16,0-5-52-16,0-5-64 0,0-9-12 15,0-8-36-15,0-4-52 0,4-11-76 0,-1-2-148 16,6-2-648-16,-1-15-532 0,3 4-1345 15,6-20-5451-15</inkml:trace>
  <inkml:trace contextRef="#ctx0" brushRef="#br1" timeOffset="197146.065">12706 15361 5520 0,'0'0'6873'15,"0"0"-5825"-15,0 0-568 0,-60 76-48 16,40-45 480-16,-4 8 256 0,4-2-280 0,0 5-308 15,0-1-320-15,1-3-260 0,2 1 0 16,2-5-296-16,2 1-264 0,2-3-224 16,3-7-308-16,3-6-692 0,5-6-1217 0,0-7-2651 15</inkml:trace>
  <inkml:trace contextRef="#ctx0" brushRef="#br1" timeOffset="197321.05">12961 15706 9608 0,'0'0'2437'0,"0"0"-1541"16,0 0-220-16,0 0 732 0,0 0-24 0,31 83-364 0,-31-64-436 15,0 0-416-15,-7 0-168 0,2-3-136 16,1 1-24-16,-4-5-148 16,-3 1-316-16,2-5-292 0,-3-4-580 15,5-1-1068-15,-6-3-3113 0</inkml:trace>
  <inkml:trace contextRef="#ctx0" brushRef="#br1" timeOffset="197458.088">12944 15462 9548 0,'0'0'4849'0,"0"0"-4649"0,0 0-32 0,0 0 96 15,0 0-264-15,96-41-140 0,-72 31-948 0,-4 1-1809 16,4-2-5575-16</inkml:trace>
  <inkml:trace contextRef="#ctx0" brushRef="#br1" timeOffset="198271.205">14530 15262 1512 0,'0'0'2024'0,"0"0"-788"16,0 0 4216-16,0 0-3559 0,0 0-333 15,0 0-368-15,0 0-96 0,0 0-156 0,0 0-20 16,0 0-108-16,20-7 52 0,-28 11-268 16,-4-1-520-16,-8 7-76 0,1 2-76 0,-9 4-20 15,-4 3 24-15,0 3 60 0,-4 0 0 16,-4 6-56-16,0-1 60 15,-4 1 4-15,5 0-4 0,-1 2 8 0,-1-1 8 16,6-4 40-16,-1-4 16 0,4 5-60 16,0-4 68-16,4-3-60 0,9-3 36 15,7-4 0-15,0-5-48 0,8-1-100 16,-1-2 28-16,5-4 60 0,-4 7-112 16,4-7 112-16,0 2-44 0,0 2 56 15,0-2 144-15,0 4 28 0,0 1 72 0,0 0-12 16,0 2-60-16,4 0 12 0,5-2-64 15,3 3-8-15,0-1 20 16,4 0 4-16,0 1-16 0,3-1 112 0,1-2-15 16,5-1-81-16,-2 1-76 0,5-1-12 0,0 0-44 15,0 1-4-15,0 2 0 16,4 1 4-16,-1-1 0 0,-3 5 44 16,8 0 0-16,0 2 60 0,-1 1 16 0,2 1-124 15,-1-1-60-15,3-5 52 0,-7 1 4 16,0-3-4-16,0-4-44 15,-8 0 48-15,0-3-68 0,-8 1-36 0,-4-4 0 0,-4 3-64 16,0-3-109-16,-5 0-119 16,-3 0-196-16,0 0-172 0,0 0-204 0,0-3-720 15,0-1-1452-15,0-5-3861 0</inkml:trace>
  <inkml:trace contextRef="#ctx0" brushRef="#br1" timeOffset="199101.153">15846 15132 3132 0,'0'0'1080'16,"0"0"3984"-16,0 0-3964 0,0 0-55 15,0 0-5-15,0 0 208 0,0 0-80 0,0 0-212 16,-77-53-236-16,62 53-160 0,-5 2-4 15,-1 4-24-15,-3 11-148 16,-3 1-64-16,3 7-124 0,-4 7-96 0,-4 10-52 0,0 2-44 16,1 10-4-16,3 0 0 15,-4 6 0-15,0 4 88 0,4 0-28 16,4-1 12-16,4 0 88 0,0-2 60 16,13-4 0-16,-2-6 220 0,9-14-24 15,0-1-184-15,16-11-88 0,4-6-120 0,8-6-24 16,8-3-48-16,0-8 44 0,11-2-8 15,1 0 0-15,0-12-96 0,0-1 48 0,-5-4-88 16,-2 3-36-16,-9-2-120 16,-9-1-76-16,-3 1-72 0,-8 4-12 15,-7-1-80-15,-2 1-132 0,-3 2-480 0,-12-3-616 16,0 4-492-16,-4-4-293 0,-7 0-203 16,-1 1-208-16,0-1 920 15,-4-4 668-15,3 5 1380 0,-3-1 860 16,5 1 808-16,-1 2 936 0,4 5 60 15,4-1-596-15,0 6-27 0,8-5-805 16,4 5-264-16,4 0-28 0,0 0-104 0,0 0-68 16,0 0-104-16,8-2-312 0,9 2-60 15,2-4 72-15,5 1 172 0,8-2-88 0,0-6-296 16,3 2-152-16,1-4-4 0,-3-3-108 16,-6 1-196-16,1-2-248 0,-8 5-196 15,0 3-240-15,-8-2-420 0,-4 3-836 0,0 1-992 16,-8 4-2017-16,0 3 569 15,-4 0 3772-15,-8 0 848 0</inkml:trace>
  <inkml:trace contextRef="#ctx0" brushRef="#br1" timeOffset="199230.645">15781 15602 3404 0,'0'0'248'0,"0"0"2812"15,0 0 1401-15,0 0-3141 0,0 0-604 16,-19 79-280-16,19-56 96 0,7-1 76 16,1 3 48-16,5 3-156 0,-6 1-44 0,1 0 20 15,0-1-92-15,-3 5-220 0,-2-2-164 16,1 1-260-16,-4 3-348 0,0-4-412 0,0 4-244 15,-4 1-1492-15,1-15-3401 0,-6 8 1897 16</inkml:trace>
  <inkml:trace contextRef="#ctx0" brushRef="#br1" timeOffset="200218.347">13713 16002 3696 0,'0'0'768'16,"0"0"4988"-16,0 0-4235 0,0 0-329 16,0 0 424-16,0 0-420 15,0 0-116-15,0 0-272 0,76 35-64 0,-56-23-128 0,4-2-16 16,4 3-36-16,4-1-164 15,0 2-168-15,-1 0-72 0,1 3-52 0,0-1 16 16,4 0-16-16,4 0-48 0,-4 3 16 16,11 0 32-16,-2-4 12 0,-2-2-120 15,5 0-48-15,-8-1-12 0,4-1-36 0,-4-6-40 16,-4 4-120-16,-5-4-144 16,-3 1-76-16,-4-6 24 0,-4 2-16 0,-4-2-96 15,-4 0-104-15,-4 0-288 16,-4 0-572-16,-4 0-700 0,0-6-1645 15,0 4-1967-15,-8-9 3832 0</inkml:trace>
  <inkml:trace contextRef="#ctx0" brushRef="#br1" timeOffset="200584.772">14235 15935 10732 0,'0'0'1981'0,"0"0"-937"0,0 0 300 0,0 0 64 15,0 0-376-15,0 0-388 16,0 0-112-16,0 0-200 0,20 86 0 0,-12-58 60 15,-4 7 220-15,5 0-248 0,-2 0-180 16,-3 3-64-16,4 3 4 0,-4 0-44 16,5-3-80-16,-6 1-108 0,1-7-64 15,0-4-60-15,4-2-96 0,0-4-76 0,0-2-108 16,0-1-152-16,0-5-40 0,-1 0-188 16,2-5-184-16,-1-2-676 15,0-1-736-15,-5 0-1461 0,-3-6-1747 16</inkml:trace>
  <inkml:trace contextRef="#ctx0" brushRef="#br1" timeOffset="-206489.527">17040 15437 6352 0,'0'0'2080'0,"0"0"2369"0,0 0-3417 16,0 0-512-16,0 0 0 0,0 0 572 15,0 0 124-15,0 0-288 0,0 0-248 16,96 15-200-16,-60-12-52 0,4-3 60 16,7 0 0-16,1 0-144 0,4 0-92 0,3-6-56 15,1-3-100-15,0-1 40 0,-3 1-76 16,-2 2-51-16,-7-2-9 0,-1 2-133 16,2 5 9-16,-9-5 28 15,-1 7 36-15,-3-3-28 0,0 3-20 16,-8 0-100-16,0 0 16 0,-5 0-128 0,-2 0-56 15,-2 3-164-15,-6-3-392 0,-1 7-368 16,-4-1-376-16,-4 0-896 0,0 4-2045 16,-4-4-3331-16,-13 7 7393 0</inkml:trace>
  <inkml:trace contextRef="#ctx0" brushRef="#br1" timeOffset="-206212.365">17259 15624 5004 0,'0'0'2184'0,"0"0"1032"0,0 0-1671 0,0 0-597 16,0 0 160-16,0 0-72 0,0 0 44 16,0 0-64-16,0 0-208 0,108 9-156 0,-61-15-136 15,9 3-160-15,-3-3-12 16,3-1-76-16,-1 1-84 0,0-1-48 15,-6 0-124-15,3 5-12 0,-9-4-72 0,-3 2-64 16,0 2-24-16,0-2-12 0,-1 1 28 16,-7-1-128-16,-4-1-304 0,-4-2-224 15,-8 1-132-15,-4-1-96 0,-4 1-648 16,-8-3-976-16,0 6-2481 0,-8-8-979 0</inkml:trace>
  <inkml:trace contextRef="#ctx0" brushRef="#br1" timeOffset="-205900.329">17798 15166 1252 0,'0'0'1084'0,"0"0"5836"0,0 0-4971 16,0 0-461-16,91 4-276 0,-59 3 68 0,4-1-352 15,-1 0-160-15,-3 3-248 16,0 4-124-16,0 0-208 0,-8 6-176 0,0 0 136 15,-4 3-72-15,-4 6-64 16,-8 1 0-16,0 0-12 0,-8 3 12 16,0 3 48-16,-8 0-48 0,0 2-12 15,-8-2 76-15,0 0-76 0,1 1-44 16,-6-5 32-16,5-3-84 0,-3-2-40 0,2-3 72 16,6-5-108-16,-6-5-76 0,6-1-160 0,3-5-180 15,-1-1-176-15,2-2-408 0,-1-4-1108 16,0 0-2469-16,3 0-1487 0,1-10 5008 15</inkml:trace>
  <inkml:trace contextRef="#ctx0" brushRef="#br1" timeOffset="-204158.64">20427 14544 3120 0,'0'0'404'0,"0"0"512"0,0 0 3892 0,0 0-2999 16,4-63-601-16,-4 44-364 0,0 3 8 15,0-3 188-15,0 0-212 0,-4 0-324 16,0 0-240-16,0 0 84 0,-4-4 28 0,1 4-32 16,-2 0-68-16,1 0-116 0,-3 3 12 15,-2 1-48-15,-2 2-76 0,-2 4-36 16,-2-1-12-16,3 4 0 0,-5-1-44 0,6 3-104 31,-5 4-12-31,-5 0-88 0,6 11 0 0,-5 5 0 16,0 6 72-16,0 3 28 0,-3 4-28 0,3 9 104 15,-4 0-40-15,4 6 104 16,-1 7 8-16,10 0 60 0,-5 5 4 0,8 2 12 16,0-1 96-16,8 3 212 0,0-2-96 0,0 2 20 15,4-6-48-15,0-3-76 0,0-7-60 16,8-3-48-16,4-9-64 0,0-7 36 15,4-2 124-15,4-11 60 0,0 2 100 0,4-9-112 16,-5-1-12-16,5-2-24 16,1-2-36-16,-6-2 12 15,5-7-40-15,-8 2-56 0,0-3-52 0,-4-2-12 16,0-1-112-16,-1 1-108 0,-2-5-172 16,-1 1-144-16,-4 1-180 0,-4-1-184 15,0 0-296-15,0 0-856 0,-4 1-1132 0,-8-4-2349 16,4 5-95-16,-8-5 5524 0</inkml:trace>
  <inkml:trace contextRef="#ctx0" brushRef="#br1" timeOffset="-204015.324">20073 14872 1788 0,'0'0'820'0,"0"0"1604"0,0 0 2712 15,0 0-3319-15,0 0-549 0,0 0-212 0,0 0 104 16,0 0 60-16,0 0-64 0,79-4-352 16,-47 4-288-16,-4 0-124 0,3-3-136 15,1 0-120-15,-4 0-84 0,-4-4-52 16,1 1-136-16,-1 3-156 0,-9-3-384 0,2-1-396 15,-6 7-184-15,1-3-912 0,-8 0-2289 16,0 3-2639-16</inkml:trace>
  <inkml:trace contextRef="#ctx0" brushRef="#br1" timeOffset="-203840.951">20367 14818 3528 0,'0'0'564'0,"0"0"3296"15,0 0-1632-15,0 0-683 0,0 0-213 0,0 0-100 16,0 0-20-16,-8 82-292 0,8-60-320 15,0 0-252-15,0 0-164 16,4 1-140-16,-4-1-44 0,4 0-224 0,0 4 24 16,5-4-160-16,-2 1-140 0,5-8-608 15,0 1-960-15,-4-10-2137 0,12-3-1671 16</inkml:trace>
  <inkml:trace contextRef="#ctx0" brushRef="#br1" timeOffset="-203363.543">21778 14230 3476 0,'0'0'1812'0,"0"0"2492"0,0 0-3116 16,0 0-427-16,0 0 763 0,0 0 92 15,0 0-332-15,0 0-356 16,0 0-344-16,-53 67-124 0,30-42 268 0,-5 6 8 16,-7 5-368-16,-2 5-172 0,-10 3-48 15,-2 4-4-15,-5 7-8 0,-6 4-4 0,-4 2-108 16,-8 6-16-16,0 2-8 0,-4 5 44 16,-3 2-44-16,-5 3-4 0,5 0-8 15,-5 4-76-15,0 0 4 0,4-1-28 16,5-3-44-16,-1 4 104 15,8-7 48-15,0 3 4 0,5-6-84 0,7 4-76 16,0-7-36-16,5-4-36 0,2-2 48 16,10-8-24-16,3-5 0 0,0-6 72 15,12-4 84-15,0-3 48 0,4-6-4 0,4-3-4 16,5-7-48-16,2-3-40 16,1-3-12-16,5-6-48 0,-1-1 48 0,0-6-8 0,4 0 8 15,0-3-24-15,0 0-164 0,0 0 16 16,0 0-80-16,0-3-108 15,0-6-72-15,4-1-24 16,0-5-48-16,3-5-400 0,10-2-632 16,-6 0-897-16,6-3-1959 0,-6 8 60 0</inkml:trace>
  <inkml:trace contextRef="#ctx0" brushRef="#br1" timeOffset="-201995.776">21068 15712 40 0,'0'0'9524'0,"0"0"-6411"0,0 0-1509 15,0 0-568-15,0 0 284 0,0 0-124 0,0 0-468 16,0 0-456-16,0 0-208 15,-79-6-64-15,55 23-8 16,0 8 8-16,-8 6 72 0,0 8 28 0,-3 2 36 0,-1 6 72 16,4-2 48-16,-1 0 52 0,1-8-4 0,13 2-8 15,-1-13-28 1,8-1-160-16,5-10-108 0,2-2 0 0,5-3-72 16,0-4 32-16,16 4 40 0,4-4 60 15,12 3-60-15,0-3-8 0,4-2-52 16,3 2 8-16,-3-3-8 0,0 7 0 15,-4-4-24-15,-1 4 8 0,-6 2-44 16,-1 1 120-16,-8 4-8 0,0-5 8 16,-5 1 48-16,2 2 12 0,-9 1 0 0,3-3-48 15,-3 0-12-15,-4-1-44 0,4-2 32 16,-4-4-60-16,0 3 12 0,-4-2 48 0,-7-1-40 16,3 4 4-16,-12-4-24 0,4 0-76 15,-4 1-12-15,-4-4-72 0,0-3-112 16,1 0-72-16,2 0-64 15,-3-6-224-15,5-4-68 0,-5-6-784 16,7 1-904-16,6-5-1645 0,3-2-1147 16</inkml:trace>
  <inkml:trace contextRef="#ctx0" brushRef="#br1" timeOffset="-201686.854">21407 15583 4636 0,'0'0'1552'0,"0"0"2444"0,0 0-3107 0,0 0 231 0,0 0 488 15,0 0-228-15,24 69-284 0,-24-37-396 16,4 7-80 0,0 4-100-16,0 2-124 0,0 3-52 0,-4 2-136 15,5 2-12-15,-5 2 88 0,3-1-88 16,-3-2-88-16,0-3-96 0,0-7-12 15,4-3 0-15,0-5-12 0,0-8 4 0,4-6-100 16,4-4 56-16,0-5-44 0,-1-4-40 0,6-4-84 16,3-2 36-16,-5-2-12 15,2-4-40-15,-2-7-184 0,-2 1-236 16,-5-5-388-16,-5 2-544 0,1-2-776 0,-4 2-897 16,-4-1-2683-16,-3 6 3336 0</inkml:trace>
  <inkml:trace contextRef="#ctx0" brushRef="#br1" timeOffset="-201523.783">21244 16049 3156 0,'0'0'7849'15,"0"0"-6473"-15,0 0-572 0,0 0 12 0,0 0 144 16,0 0-180-16,0 0 64 0,0 0-160 16,79 25-188-16,-38-25-76 0,-2 0-172 0,1 0-148 15,0-6-100-15,0 0-124 16,-4 0-408-16,3-1-312 0,-3 1-208 0,-3 0-4 15,-6 2-2028-15,4 4-3949 0</inkml:trace>
  <inkml:trace contextRef="#ctx0" brushRef="#br1" timeOffset="-201179.822">21918 16033 1240 0,'0'0'10397'0,"0"0"-8493"0,0 0-1332 0,0 0-16 0,0 0 616 16,-81 41-80-1,66-17-320-15,2 4-316 0,2 0-124 0,-2 7-36 16,6-3-48-16,3 3 48 0,0-7-40 0,0-6-84 16,4-5-124-16,0-9-48 0,4-1-148 15,4-7-8-15,-1 0-32 0,6-12 176 16,2-8-236-16,2-2-184 0,2-6-232 16,-3-1 44-16,1 0 108 15,-2 4-12-15,-3 0 68 0,-3 6 32 16,-2 6 184-16,-3 6 240 0,0 2 148 0,0 5 168 15,-4 0 264-15,0 2 96 0,0 8-128 16,0 3-128-16,4 6-112 0,-4 0-36 0,5 3 12 16,-5 0-36-16,0-3-64 15,3-3-148-15,1-3-36 0,0-7-88 0,-4-3-44 16,8-3-188-16,-4 0-112 0,4-6 196 16,0-7-172-16,4-9-464 0,0-3-824 15,4-7-2192-15,-9 7-1953 0</inkml:trace>
  <inkml:trace contextRef="#ctx0" brushRef="#br1" timeOffset="-200803.594">22161 15507 3476 0,'0'0'7697'0,"0"0"-6617"0,0 0-444 16,0 0 856-16,4 82 424 0,-4-44-508 0,0 7-592 15,0 2-348-15,0 0-76 0,0 8-24 16,-4-4-76-16,-5 0-120 15,5-1-160-15,-4-8-12 0,5-5 0 0,3-8-84 16,0-10 20-16,0-7-8 0,0-5-52 16,3-3-156-16,5-4 24 0,5 0 180 0,2 0 76 15,2 0-8-15,-2 0-76 16,5 0-52-16,-4 3-24 0,4 0 60 0,-5-1 88 16,2 5-36-16,-2 3-40 0,2-4 80 15,-6 1-4-15,6 2 4 0,-6-2 4 16,-2 2-40-16,-1-3-80 0,-1 0 52 15,1 1 8-15,-8-1 52 0,4 1-160 0,-4-1 164 16,0 0 8-16,0 4 172 0,-4-4 0 16,-4 4-108-1,-3-1-52-15,-6-2 28 0,2 0-40 0,-5-2-136 16,-5-5-100-16,6 0-160 0,-5 0-208 16,0-5-284-16,-4-9-512 0,8 1-1092 15,0-2-1965-15,8 2-1467 0,-4-3 4944 0</inkml:trace>
  <inkml:trace contextRef="#ctx0" brushRef="#br1" timeOffset="-199541.413">22814 16230 2208 0,'0'0'772'0,"0"0"4712"16,0 0-2511-16,0 0-961 0,0 0-920 0,0 0-84 16,0 0-76-16,0 0-272 0,0 0-164 15,0 0-60-15,0 0-152 0,-20-50-4 16,12 50-104-16,-5 0-176 15,-2 9-76-15,-1 0-8 0,0 11-52 16,-4 5 4-16,-3 4 132 0,2 5 124 0,1 8-40 16,-4 3 52-16,5 5 60 0,2 0 88 15,2 5 60-15,2-1-52 0,6-7-48 16,3-5-60-16,4-4 60 0,0-6 48 0,7-7-60 16,6-6-60-16,-1-6-76 0,8-1-20 15,-5-5-4-15,6-4 60 0,3-3 16 16,-5 0-39-16,5-6-49 0,-7-4-48 0,2-3 24 15,1-2-36 1,-5-1-217-16,-2-3-75 0,-1 0-112 16,0 0-180-16,-8 2-172 0,0 2-288 0,-4-1-492 15,0 3-524-15,-4 3-520 16,-9 1-461-16,-2 0-215 0,-1-1 388 0,0 1 820 16,-4-1 2048-16,0 1 536 0,4-1 444 0,0 4 2092 15,4 2-716-15,5 1-480 0,3 3-135 16,4 0-397-16,0 0-76 15,0 0-332-15,4 0-156 0,3 0-376 0,5 0-56 0,4 0 136 16,5 7-88-16,-6-4-60 16,5 0-140-16,-4 4 4 0,0-4-200 15,-4-3-12-15,4 2-52 0,-8-2-96 0,3 0-284 16,-2 0-388-16,-1 0-60 0,-1 0-212 16,-3-2-280-16,-4 2-20 0,0 0 480 15,0 0 588-15,0 2 336 0,-4 8 324 0,-3 3 344 16,3 3 304-16,-5 3 60 0,5 4-8 15,0 2-192-15,1-3-164 0,-1 3-108 16,4-3-212-16,0 1-124 0,0 2-136 16,0-6-52-16,0 3-36 0,4-5-60 15,3-9-92-15,2 3-44 0,-1-11-252 0,3 0 196 16,2-11-312 0,-2-4-328-16,1-8-640 0,4-8-1317 0,0-4-3023 15</inkml:trace>
  <inkml:trace contextRef="#ctx0" brushRef="#br1" timeOffset="-199125.641">22874 15712 1684 0,'0'0'6984'0,"0"0"-3115"0,0 0-2441 16,0 0-644-16,0 0-240 0,0 0-40 0,0 0-128 16,0 0-208-16,71-72-168 0,-51 47-28 15,0-1 16-15,4 3-64 0,-4-2-52 16,-1 3-12-16,2 3 68 0,-5 3-28 15,-1 4 84-15,-3 2-96 0,-3 3-36 16,-2 7 20-16,1 0 4 0,1 0 8 0,-1 4 116 16,3 5 0-16,-3 4 188 0,4 3-72 15,0 6-16-15,-4 7 40 0,0 6-80 16,-4 3 60-16,0 3-112 0,0 3 160 0,-4 4-16 16,4 0 116-16,-4-1 128 15,0-9 524-15,4-6-448 0,0-3-288 16,0-14-96-16,0-1-88 0,4-8-72 0,-4-3-148 15,4-3-164-15,4-3-88 0,-4-10-152 16,8-3-568-16,-4-9-948 0,-1-4-1957 16,2 8-1595-16</inkml:trace>
  <inkml:trace contextRef="#ctx0" brushRef="#br1" timeOffset="-198925.087">23359 15537 1264 0,'0'0'668'0,"0"0"-436"0,0 0 4316 16,0 0-2368-16,0 0-692 15,-55 71-403-15,39-42-97 0,4 6-120 16,-4 5-56-16,0 2-24 0,4 0-8 0,-4 2-112 16,0 0-156-16,4 1-288 0,-4-4-200 15,4-3-24-15,1-6-148 0,2-4-216 0,5-5-304 16,0-8-324-16,4-9-388 0,0 1-784 16,4-7-2081-16,5 0-1319 0,2-10 4468 15</inkml:trace>
  <inkml:trace contextRef="#ctx0" brushRef="#br1" timeOffset="-198759.055">23515 15954 4120 0,'0'0'1276'0,"0"0"3328"15,0 0-3543-15,0 0-97 0,0 0 596 16,0 0-104-16,0 0-364 0,76 48-264 0,-69-29-168 16,2-3-276-16,-9 3-40 0,0-1-180 15,0 1-156-15,0-6-8 0,0 0-72 16,-9-3-100-16,5-4-188 15,-3-3-432-15,-1 1-324 0,-1-4-852 0,2-4-3553 0,-5-8-2779 16</inkml:trace>
  <inkml:trace contextRef="#ctx0" brushRef="#br1" timeOffset="-198619.983">23559 15770 1212 0,'0'0'8880'16,"0"0"-7835"-16,0 0-93 0,0 0 796 15,80-26-696-15,-57 17-1052 0,9 0-64 16,0-5-1036-16,-8 8-1292 0,8-2-4329 0</inkml:trace>
  <inkml:trace contextRef="#ctx0" brushRef="#br1" timeOffset="-198014.126">24837 15144 3192 0,'0'0'116'0,"0"0"6392"0,0 0-4495 16,0 0-1017-16,0 0 408 0,0 0-144 16,0 0-152-16,0 0-260 0,97-7-168 15,-69 5-100-15,-1 2-28 0,9 0-96 0,0-3-104 16,4 3-80-1,-1 0-16-15,9 0-24 0,0 0-4 16,8 0 4-16,3 0-132 0,5 0-100 0,4 0 0 16,8-3 0-16,8-1 112 0,8 1 56 15,-1-3-156-15,1-1-12 0,-5-2-8 16,-3-1-40-16,-4 1-12 0,-9-4-148 0,-11 4-44 16,-8-4-104-16,-12 7-56 0,-9-4-128 0,-6 7 64 15,-14-3 20-15,2 3-76 16,-9-1-48-16,-1 1-116 0,1-3-644 15,-4-3-1168-15,0-1-2573 0,0 3-1583 0,0-6 5244 16</inkml:trace>
  <inkml:trace contextRef="#ctx0" brushRef="#br1" timeOffset="-197775.876">26491 14811 3708 0,'0'0'624'15,"0"0"1604"-15,0 0 704 0,0 0-815 0,0 0-413 16,0 0-308-16,0 0-528 0,0 0-364 16,88 44-212-16,-77-34-116 0,-2 4 48 15,-1-3-224-15,-8 8 8 16,0 1 152-16,-8 5-72 0,-8 0 0 16,-8 7-88-16,-4 0-36 0,1 4-192 15,-5-3-56-15,0-1-84 0,-1 1-144 0,6-8-184 16,-1-6-124-16,8-3-184 0,3-10-880 0,6 0-2545 15,-1-6-1827-15</inkml:trace>
  <inkml:trace contextRef="#ctx0" brushRef="#br1" timeOffset="-194133.223">25121 13490 1420 0,'0'0'784'0,"0"0"-316"0,0 0 3808 0,0 0-1708 16,0 0-815-16,0 0-725 15,0 0-68-15,0 0-44 0,0 0-360 0,0 0-228 16,0 0 88-16,19 51 100 0,-10-20 24 16,-9 5-76-16,0 5-68 0,0-3-148 15,0 7 12-15,0-5-48 0,-5 2-88 16,-3-1-120-16,1-2 0 0,-1-8-4 15,-1-5 8-15,5-7 0 16,0-3 16-16,4-7-24 0,0-2-112 0,-3-4 40 16,3 0-28-16,0-3-12 0,0 0-60 15,0 0-76-15,0 0-24 0,0 0-16 16,0 0 24-16,0 0-60 0,7-3-144 0,2-4 408 16,3 0-16-16,-1 2 64 0,6-4-88 15,-2 4-128-15,1 3 224 0,0-2-96 16,0 4 12-16,0 0 12 0,-4 4 76 0,-4 3 12 15,4 2 340-15,-8 0 0 0,0 1-164 16,-4 3 16-16,0 2-76 0,0-2 8 16,-4 3 24-16,0-4-8 15,-4 4-4-15,0-3 28 0,0 0-52 0,-4-4 76 16,4 1-76-16,0-4-52 16,-4 0 40-16,4-2-100 0,0-2 0 15,-4 3-12-15,0-5-40 0,1 0-184 0,-2 0-112 16,5-5-124-16,-3-1-196 0,2 0-8 0,1-7-268 15,8 1-124-15,0-7-1068 0,0-1-1033 16,4 8-4215-16</inkml:trace>
  <inkml:trace contextRef="#ctx0" brushRef="#br1" timeOffset="-193943.884">25435 13991 3700 0,'0'0'392'15,"0"0"5720"-15,0 0-3759 0,0 0-265 16,0 0-372-16,0 0-448 0,-20 71-536 16,20-62-536-16,-4-3-196 0,4-2-72 0,-4 2-24 15,4-3-28-15,-3 1-456 0,-1-1-256 16,0 0-344-16,-1-3-1072 0,1 0-3129 16,0-6-1755-16</inkml:trace>
  <inkml:trace contextRef="#ctx0" brushRef="#br1" timeOffset="-193793.44">25368 13741 2492 0,'0'0'6484'0,"0"0"-4083"0,0 0-1169 16,0 0-172-16,0 0 180 0,0 0-496 16,0 0-744-16,0 0-112 0,0 0-316 15,88-9-344-15,-73 12-652 0,5 1-1185 16,-8-2-3179-16</inkml:trace>
  <inkml:trace contextRef="#ctx0" brushRef="#br1" timeOffset="-193553.186">25750 13958 5076 0,'0'0'4696'0,"0"0"-2695"0,0 0-1129 16,-12 85-80-16,9-57 464 0,-2-2 216 15,1 2-520-15,4 0-368 0,-4 2-348 16,0-2-52-16,0 1 64 0,-3-1-52 0,-2 1-76 16,1-1-120-16,0-2-112 0,-3-5 112 15,2-4-48-15,5-1 40 0,-3-7-56 16,3-2 64-16,-5-4 0 0,5 0-12 0,0-3-260 16,-3-3-348-16,-1-7-448 0,4-6-368 15,-5-5-1156-15,9-3-3381 0</inkml:trace>
  <inkml:trace contextRef="#ctx0" brushRef="#br1" timeOffset="-193407.854">25694 13719 4000 0,'0'0'144'16,"0"0"4244"-16,0 0-2824 0,0 0-671 15,84-7-353-15,-60 7-540 0,0 0-372 0,-4 0-1893 16,-4 0-6023-16,-1 0 8132 0</inkml:trace>
  <inkml:trace contextRef="#ctx0" brushRef="#br1" timeOffset="-188979.378">27611 15084 3184 0,'0'0'936'16,"0"0"-712"-16,0 0 3828 0,0 0-2872 15,72-70 241-15,-44 47-421 0,0-2 192 16,0-3-200-16,-1 3 524 0,-3-4-948 15,-4 4-256-15,0 3 12 0,0-4 112 16,-4 4 256-16,-1-3-112 0,-2 5-12 0,-5-2-16 16,-5 4-52-16,1-5-132 0,-4 4 68 15,0 0-312-15,-4 6-40 16,-7-3 76-16,-2 4-40 0,-2 5 48 16,-5 3-20-16,-4 4-107 0,-4 0-41 15,0 11-121-15,-4 8 73 0,-4 3-4 0,0 3 4 16,1 7-12-16,-1 7-12 0,0 1 0 15,0 8 20-15,0 4 4 0,4 1-24 16,0 4 60-16,8 3-36 0,-3 3-64 0,7-3 112 16,8 5 48-16,0 2 48 0,8-5-12 15,4 2-72-15,8-3 48 0,8-4 52 0,3-7-112 16,5-8 48-16,8-8 36 0,4-4 124 16,1-8 9-16,6-10-33 15,0-6-64-15,2-2-36 16,-2-4 16-16,2-13-92 0,-6 1-8 0,1-5-40 0,-8 2-108 15,-1-4-92-15,-6 3-101 0,-9 0-135 16,-1 0-156-16,-7 0-28 16,-3 4-260-16,-5-5-336 0,0 4-532 0,-9 5-496 15,-2-6-561-15,-2 5-1527 0,-6-10-1708 16</inkml:trace>
  <inkml:trace contextRef="#ctx0" brushRef="#br1" timeOffset="-188814.421">27662 15344 5420 0,'0'0'232'0,"0"0"2292"0,0 0-440 16,0 0-603-16,0 0-341 0,0 0 248 0,0 0-240 16,0 0-276-16,0 0-184 0,88 33-192 15,-64-27-284-15,0-3-212 0,-4 0-40 16,0-3-368-16,0 0-504 0,-4 0-284 0,-5 0-336 16,2 0-1277-16,-5 0-1939 0,-1 0 248 15</inkml:trace>
  <inkml:trace contextRef="#ctx0" brushRef="#br1" timeOffset="-188662.534">27906 15396 312 0,'0'0'2544'0,"0"0"-1616"0,0 0 204 16,0 0 3172-16,0 0-2740 0,-21 76-419 16,17-57-157-16,4 2-260 0,0 4-8 0,4 1-160 15,1 2-144-15,3 5 284 0,0-5-156 16,-1 4-208-16,2-4-100 0,-1 4-48 16,-1-3-144-16,6-4-44 0,-2-2-196 15,1-4-380-15,8-7-392 0,1-5 36 0,2-7-772 16,-7 0-1381-16,12-16-3619 0</inkml:trace>
  <inkml:trace contextRef="#ctx0" brushRef="#br1" timeOffset="-188410.935">28439 15383 5228 0,'0'0'7577'0,"0"0"-5305"16,0 0-1176-16,0 0-96 0,0 0 288 0,0 0-252 15,0 0-388-15,0 0-368 0,0 0-172 16,0 0 4-16,48-13-112 0,-27 6 0 16,-6 2-268-16,5-5-308 0,-4-1-272 0,-4 6-384 15,4-1-692-15,-9 6-2260 0,-7-3-4509 16</inkml:trace>
  <inkml:trace contextRef="#ctx0" brushRef="#br1" timeOffset="-187896.549">29037 15151 196 0,'0'0'6888'0,"0"0"-1623"0,0 0-4333 15,0 0-700-15,76-67 48 0,-52 42 48 0,8-1-328 16,-4 1-12 0,3 0-100-16,1 3 100 0,-8-1 12 0,4 7 4 15,-8 3 8-15,-8 4 112 0,0 6 56 16,-5-1 8-16,-2 4 16 0,3 0 260 0,-4 4 228 15,4 6 16-15,-1 2-272 16,-2 1-112-16,7 9-52 0,-5 1-112 0,2 5-148 16,3 4 152-16,-5 5-104 0,1 5 12 0,1 3 92 15,-2-1-116-15,-7 6 188 0,0 4 20 16,0 3 496-16,0-2-324 0,-3-4-360 16,3-11-68-16,0-1-60 0,0-13-76 0,3-5 64 15,9-8-88-15,1-3 24 0,-2-10-208 16,9 0-468-16,0-16-288 15,4-12-948-15,-4 5-2601 0,12-22-3983 0</inkml:trace>
  <inkml:trace contextRef="#ctx0" brushRef="#br1" timeOffset="-187697.1">29722 14954 3344 0,'0'0'8373'0,"0"0"-5605"0,0 0-2264 0,0 0-340 0,0 0 704 16,-84 89 424-16,69-58-540 15,-5 7-404-15,0 4-200 0,0 2 60 16,-4 4 40-16,0 3 32 0,-4 3-80 16,1 3-44-16,-5-3-80 0,4-4-76 15,0-1-12-15,4-5-148 0,4-3-356 0,4-3-64 16,4-6-212-16,8-4-756 0,0-6-1564 16,4-2-2717-16</inkml:trace>
  <inkml:trace contextRef="#ctx0" brushRef="#br1" timeOffset="-187422.318">29830 15535 4092 0,'0'0'1080'0,"0"0"3784"0,0 0-2931 16,0 0-105-16,0 0 16 0,0 0-476 15,0 0-476-15,0 0-272 0,0 0-80 0,80 0-108 16,-64-2-188-16,-1 2-100 0,2-4-144 15,-2 1-88-15,-2 3-36 0,-2 0-96 16,-3 7 24-16,1-3 196 0,-9 10 64 0,0 1 56 16,-5 8-8-1,-7-1-52-15,1 4 12 0,-9-1 16 0,3-3-76 16,2-2-12-16,7-5 0 0,-1-5 0 16,5-4-100-16,4-6 4 0,0 0-28 0,0-4-612 15,4-8-452-15,9-7-648 0,-5 3-928 16,8-16-2521-16</inkml:trace>
  <inkml:trace contextRef="#ctx0" brushRef="#br1" timeOffset="-187277.186">30049 15243 4940 0,'0'0'2836'0,"0"0"2341"0,0 0-3597 0,0 0-636 15,0 0 524-15,0 0-460 0,0 0-628 16,0 0-380-16,0 0-240 0,92 41-1152 15,-76-38-1256-15,4-3-4281 0</inkml:trace>
  <inkml:trace contextRef="#ctx0" brushRef="#br1" timeOffset="-184202.842">30053 15887 2936 0,'0'0'1304'0,"0"0"-628"15,0 0-64-15,0 0 64 0,0 0-12 0,0 0-220 16,0 0-212-16,0 0 68 0,0 0-92 0,0 0 956 16,-12 4 144-16,12-8-791 15,0 1-273-15,0 3 64 16,0-3 140-16,0 3 0 0,0 0-244 0,0 0-140 0,-4-2 16 15,4 2-32-15,-8 0-48 16,4 0-36-16,0 0-56 0,-3 0 16 16,2 0 68-16,-3 0 8 0,4 0 8 0,0 0 96 15,1 0-96-15,-1 0 132 0,0 0-24 0,-1 0-16 16,1 0-36-16,0-5 16 0,1 5-4 16,-1 0 0-16,4-2 0 15,0 2 76-15,-4-4-12 16,4 4-40-16,0 0-84 0,0 0 32 15,0 0-44-15,0 0 48 0,0 0-48 0,0 0 0 16,0 0 48-16,0 0 36 0,0 0 52 0,0 0 12 16,0 0-12-16,0 0-16 0,0 0 28 15,0 0 36-15,0 0 40 0,0-3 0 16,0 3-16-16,0 0-36 0,0 0-36 0,0 0-16 16,0 0-20-16,0 0-28 0,0 0-64 15,0 0 36-15,0-3-32 0,0 3 44 16,0 0-52-16,0 0-8 0,0 0-8 0,0 0 0 15,0 0-4-15,0 0 0 0,0 0 4 16,0 0 8 0,0 0 48-16,4 0 52 0,-4-3 12 15,0 3-24-15,4-3-80 0,-1-1-4 0,5 1 8 16,1 0-12-16,-2 0-4 0,1-3-4 16,0 2 0-16,1 1 8 0,-2-3 12 15,5 3 40-15,-3-3 8 0,2-1-48 0,-3 1 40 16,4-5-52-16,0 6-52 15,0-4-8-15,0 2-4 0,0 0 4 0,-5 0 8 16,2 2-60-16,-1 2 12 0,-8-1-36 0,4 4-44 16,-4 0-48-16,0 0-220 0,0 0-500 15,4 0-220-15,-4 0-468 0,0 0-481 16,3 0-971-16,-3 0-1612 0</inkml:trace>
  <inkml:trace contextRef="#ctx0" brushRef="#br1" timeOffset="-183097.976">29902 15558 3436 0,'0'0'1680'0,"0"0"-352"0,0 0-196 16,0 0 152-16,0 0-68 15,0 0-327-15,0 0-281 0,0 0-44 0,0 0 0 16,0 0-40-16,0 0-104 0,4 0-16 15,0 0 64-15,-1-4 64 0,6 4-40 16,-5-3-128-16,4 3-112 0,-1 0-60 0,1-3-56 16,5-1 12-16,-2 4-84 0,2-3-56 15,-2-1-4-15,6 0 4 16,-2 0 44-16,2 1-52 16,-6-4-52-16,1 4 48 0,0-4-44 0,-4 5-40 15,0-1 12-15,-4 3 16 0,0-4 8 16,-4 4-12-16,0 0 56 0,0 0-40 15,0 0-4-15,0 0-12 0,0 0-76 0,0 4 40 16,-4 1 100-16,-4 2 0 0,4 3 88 16,-4-1-40-16,4 4-48 0,-4-7 0 15,4 3-4-15,-4 1-8 0,4 0-48 16,0-2 52-16,-4 6-44 0,4 2 44 0,-4 0-64 16,4 3 72-16,-7 4 52 15,2-2-48-15,1 2-8 0,-3 2-80 0,2-3 76 16,1 4 0-16,1-7 0 0,-1 3-44 15,3-7-60-15,1 1 100 0,4-3-4 16,0-1 12-16,0-1-68 0,0-3 72 16,9-1 4-16,-9-3-4 0,4-1 0 0,0 0 88 15,0-1 0-15,-4 2 0 0,0-4 60 16,0 0-72-16,0 0 12 0,0 0-24 16,0 0-16-16,3 0-32 0,-3 0 36 15,0 0 36-15,4 3 84 0,-4-3-120 16,4 4 72-16,-4-4-120 15,0 0 0-15,5 0 48 0,-5 0 44 16,4 0 44-16,-4 0 8 0,0 2-24 0,4-2-12 16,-4 0 12-16,3 0-24 0,-3 0 36 15,4 0-24-15,-4 0-52 0,4 0 4 0,-4 0 8 16,4 0 4-16,0-2-20 0,1 2-52 16,-5-4-4-16,4 4 12 15,-1-3-8-15,1 3-4 0,0-4 0 0,-4 4 0 16,8-2-8-16,-4-1-52 0,4 0-16 15,-4-1-96-15,0-3-472 0,0 4 132 16,4 0 40-16,-3-3 16 0,-2 4-148 16,1-3-4-16,0-1-112 0,0 3-364 0,0 0-857 15,0 1-2367-15,-4-3-2160 0</inkml:trace>
  <inkml:trace contextRef="#ctx0" brushRef="#br1" timeOffset="-168629.819">19547 733 3572 0,'0'0'6084'0,"0"0"-5180"0,0 0 669 0,0 0-933 15,0 0-16-15,-20 83 100 16,16-57 288-16,4 5-80 0,-4 4-192 0,4-1-120 16,0 5-108-16,4 1-44 0,3 5-24 15,-3 3-148-15,0 0-40 0,1 3-132 16,-1 3 48-16,0-1-52 0,-4 8-20 0,0-1-16 16,0 7-72-16,0-1 48 15,-4 4-60-15,0 3-24 16,4 4 20-16,-5-1-68 0,1-2 12 0,4-2 56 15,0-3 4-15,0 2 0 0,0-8 0 16,9 4 8-16,-5-4 56 0,4-2-64 0,-5 2 0 16,9 1 4-16,-7 2 4 0,3 1-8 15,-5 0 48-15,5-1-44 0,1 4-4 16,-5-3-8-16,3 0-4 0,1-1 12 0,5-2 84 16,-6-1-84-16,9 1-76 0,-4-1-120 15,4 4 112 1,-4-7 36-16,4 3 40 0,0-3-44 0,0 1 48 15,0-1 0-15,-4 7 4 0,-1 0 8 16,2-1 68-16,-6 7 8 0,5-2-36 16,-3 1 184-16,-2-2 16 0,1 3-196 0,1-2-52 15,-5 2-48-15,3-4-8 0,1 1 56 0,0 0 0 16,1-3-64-16,2-4 52 16,-3 0-60-16,4 1 72 0,0 0-4 0,-1-1 4 15,2 4 4-15,-5-4 0 0,-1 4 4 16,6-4 40-16,-5 4-48 0,-1-3-8 15,-3 2 4-15,5-2 0 0,-5 2 0 16,4 1-4-16,-5 0 4 0,1-1 0 16,5 1 4-16,-5-4-4 0,4 4 0 0,-5 0 0 15,1-1 4-15,5 1 0 0,-5 0 4 16,4-1-4-16,-5 1 0 16,1-3-12-16,0 3 0 0,-4-1 4 0,0 1-8 15,4 2 12-15,-4-2 4 0,0 0 0 16,0 3 0-16,0-3 4 0,0 0 4 0,0-1-4 15,0-3 0-15,0 1-4 0,0 0 0 16,0-4-4 0,5 0 0-16,-5-4-4 0,0 5-76 0,0-3 36 0,0-2 36 15,0 2 0-15,0-1 0 0,0 0 12 16,0-3 4-16,-5-1 4 16,-3 2 4-16,1-1 36 0,3-3-36 15,-4 0-4-15,-5-4 0 0,2 2-4 16,2-2-4-16,-2-3 0 0,3-3-4 0,-5-6-4 15,9 0 4-15,1-4 4 0,-1-1 0 16,0-8-8-16,4 0 4 0,0 0 4 16,0-3 0-16,-4-3 4 0,4 1 8 0,0-5 36 15,0 1-44-15,0-5 0 0,0-1 0 16,0-3 72-16,0-1 152 0,4-3-224 0,0 0 176 16,7 0-120-16,2 0 24 0,-2 0 0 15,6-7 16 1,2-2-28-16,1-1-72 0,1-3 0 0,2 5-8 15,-3-6 0-15,0 5-4 0,0-1-60 16,0 4 8-16,0 0 52 0,-1-1-36 16,2 4 36-16,3 0-36 0,4-3 44 0,4 2-4 15,3-2-4-15,13-1 12 0,4 2 36 16,4-5 40-16,7 0-72 0,9 0-4 16,4-1 0-16,-1 1 12 0,9-3 64 0,0 3-28 15,8 1 0-15,0-1-36 16,7 1 36-16,-4 2-44 0,9 2 72 15,0-2-76-15,3 0-56 0,1 1 52 0,3-1-40 16,5 1 40-16,3 0 4 0,5 0-60 16,-4 2 48-16,3-2 8 0,1 3-4 15,-1 0-60-15,-3 3 64 0,-1 0-80 16,-4 0 36-16,1 0 4 0,-4 3 40 0,3 0 8 16,0 3-4-1,1 1 120-15,0-1-112 0,4 0 4 0,-5 1-8 16,4-1-4-16,1-3-132 0,-1 4-16 15,1-4 108-15,0 1 32 0,3 1-80 16,1-2 88-16,-1 3 0 0,1 1 0 16,-1-3 0-16,1 2 0 0,-5 3-8 15,5-2-4-15,-4 2 12 0,3-2 8 0,-3-1 40 16,2 0-36-16,-2 3 48 0,3-2-52 16,-3 0-8-16,0 2 44 0,-1-2-44 15,1-2-108-15,0 2 36 0,-5-1 68 0,0 1-4 16,1-4 0-16,0 3 8 0,0-3 12 15,-2 1-4-15,2 2 0 0,0-3 120 0,0 0-128 16,-5 0-96-16,4 4 48 0,-3-4 36 16,3 3 12-16,-3 1 4 15,8-4 8-15,-1 3 36 16,-4-3 12-16,9 0-60 0,-1 1 0 0,6-4-48 16,-6 0-36-16,4 0 76 0,5 0-44 15,-5 0 4-15,4 0 48 0,1-4 0 0,0 4 60 16,-1-3-48-16,-4 0 28 0,2 3-40 15,-2 0-8-15,-4-2 0 16,1 2-36-16,-4 0 44 0,-2 0 88 0,2 0-44 16,-4-4-40-16,0 4-4 0,-1-3 4 0,0-1-8 15,-3 1-116-15,4-3 60 16,-5-1 0-16,1 1 60 0,0 0-12 0,-5 0 0 16,-4-1 12-16,1-2 0 0,-1-1 0 0,-3 0 80 15,-5 1-80 1,2 0-72-16,-6-1 64 0,1 1-40 0,-9 0 32 15,1-1-44-15,-4-3 24 16,-1 3 36-16,-6-3 4 0,-10 0-4 0,1 4 4 16,-13 0 44-16,-15-1 16 0,-12 1-56 15,-11 2 88-15,-13-2-36 0,0 3-8 0,0-4-4 16,0 4 12-16,0 3 0 0,0-1-12 16,0 1 16-16,0 3 20 15,0 0 0-15,0 0 28 0,0-3-40 0,0 3-72 16,0 0-24-16,0-3-124 0,0 3 52 15,0-4-88-15,0-1-216 0,0-2-152 16,0-2-172-16,0-1-476 0,0 4-1380 16,-9-7-3205-16,18 73-3491 0</inkml:trace>
  <inkml:trace contextRef="#ctx0" brushRef="#br1" timeOffset="-167612.846">20825 965 5976 0,'0'0'2376'0,"0"0"533"16,0 0-1101-16,0 0-700 0,0 0 40 0,-84-3-76 16,80 12 72-16,4 14-472 0,0 8-340 15,0 10-72-15,4 10-76 0,5 6-12 0,-1 7-12 16,-1 0-100-16,2-4-48 0,3-9-8 16,-1-7-4-16,2-9 48 0,2-10 4 0,2-5 44 15,-2-11-24 1,5-6 200-16,8-3-76 0,0-5-196 15,8-12 0-15,0-8-184 0,3-10-148 0,2-4-24 16,-2-5 48-16,1-3-36 0,-4-4 60 16,-5 0 112-16,1 4-224 0,-8-2 308 15,-7 5 88-15,-9 3 248 0,-8 0-12 0,-4 2 48 16,-13 4-48-16,-2 1 8 0,-9 2-144 16,4 3 48-16,-4 10-140 0,4 1 88 15,1 7 4-15,2 9-100 16,5 2-12-16,-3 6-136 0,-2 3-48 0,6 7 72 0,-5 7 64 15,3-1-52-15,2 3-124 16,-2 0-48-16,2 4-48 0,-1-1-288 16,4-3-596-16,1 1-572 0,6-10-908 15,-3 1-3017-15</inkml:trace>
  <inkml:trace contextRef="#ctx0" brushRef="#br1" timeOffset="-167262.236">21336 1200 220 0,'0'0'3172'0,"0"0"-1324"16,0 0-52-16,0 0 76 0,0 0-412 15,67 73-95-15,-59-60-313 0,-8 3-136 0,4-1-164 16,-4 1-248-16,0 0-200 0,0 0-28 15,-4-4-64 1,4-1-12-16,0-5 28 0,-4-4 0 0,4 2 96 16,0-4 124-16,0 0 224 0,0 0-140 15,0-6-116-15,4-4-44 0,-4-5-364 16,4-8 40-16,1-3-48 0,-5-2 0 0,7-3 0 16,-3 2 12-16,4 4-12 15,-4 2-8-15,5 8 0 0,-2-2-52 0,1 4-76 16,-4 1-72-16,3-1-16 0,2 1-96 15,-1 2-176-15,0-3-596 0,-5 0-608 16,1 4-1468-16,1-7-3961 0</inkml:trace>
  <inkml:trace contextRef="#ctx0" brushRef="#br1" timeOffset="-166874.134">21630 657 9804 0,'0'0'1881'0,"0"0"-945"0,0 0 480 16,0 0 312-16,13 76-260 0,-13-44-516 0,0 5-372 16,0 5-160-16,-9 3-200 0,-7 5-92 15,-4 5-128-15,1 2-136 16,-5-3 0-16,3-1-132 16,2-9-116-16,7-8 52 0,4-13 184 15,8-8 0-15,0-8 12 0,0-4-124 0,8-3-164 16,4 0 200-16,0-3 220 0,3-7 4 0,5 0 0 15,1-2 0-15,-2 2-64 0,5 1-12 16,-4-2-88-16,1 9-8 16,2 2 172-16,-7 0 100 0,3 2 548 0,-6 5-216 0,-1 3-208 15,0 0 0-15,-8-1 48 0,4 4 24 16,-8 0-4-16,0 2 40 0,0-2-24 16,0 3-40-16,0-4-48 0,-8 1-48 15,-1 0 0-15,-2-1-40 0,3-5-44 0,-5-1-80 16,6 0-8-16,-1-2-244 0,-3-2-296 15,6-2-132 1,-3-2-240-16,0-4-528 0,4-11-912 0,1 9-2341 0,3-17-1403 16</inkml:trace>
  <inkml:trace contextRef="#ctx0" brushRef="#br1" timeOffset="-166704.501">21826 1228 4772 0,'0'0'5440'0,"0"0"-3599"16,0 0-293-16,0 0 112 0,0 0-4 15,0 0-280-15,0 0-428 0,-4 70-312 16,-1-57-220-16,1-4-232 0,0 1-184 0,-3-3-80 16,3 2-176-16,0-3-408 0,0-3-404 15,-1 0-468-15,1 1-856 16,1-4-2121-16,-1 0-1843 0</inkml:trace>
  <inkml:trace contextRef="#ctx0" brushRef="#br1" timeOffset="-166579.284">21845 1130 7988 0,'0'0'2628'0,"0"0"-991"0,0 0-57 16,0 0-412-16,0 0-640 0,0 0-276 0,0 0-252 15,76-28-280-15,-56 15-904 16,4-3-832-16,-4 0-2309 0,12-13-687 0</inkml:trace>
  <inkml:trace contextRef="#ctx0" brushRef="#br1" timeOffset="-166363.501">22275 689 5412 0,'0'0'5492'0,"0"0"-4127"0,0 0-661 16,0 0 644-16,0 0 52 0,-15 99-272 15,7-59-184-15,0 5-164 0,4 9-44 16,0 0 48-16,0 3-100 0,0 3-364 0,0 0-284 16,4-2-36-16,0-7-124 0,0-13 4 15,4-6-40-15,4-7 16 0,0-10 32 0,0-4-20 16,0-5-52-16,-4-4-72 0,0-2-260 0,0 0-136 15,-4 0-200-15,3-6-504 0,-3-7-304 16,-3 1-912 0,-5-7-377-16,0 6-2515 0,-8-9 2520 15</inkml:trace>
  <inkml:trace contextRef="#ctx0" brushRef="#br1" timeOffset="-166224.089">22045 1108 5156 0,'0'0'3120'0,"0"0"-600"0,0 0-463 15,0 0-633-15,0 0-376 0,0 0-456 16,0 0-76-16,0 0 108 0,0 0 208 15,99-16-252-15,-55 13-344 0,0 0-188 0,3-4-48 16,5 1-160-16,4-4-148 0,0 1-532 16,-5-1-1088-1,-6 4-1964-15,7-4-2989 0</inkml:trace>
  <inkml:trace contextRef="#ctx0" brushRef="#br1" timeOffset="-166059.113">22973 1098 12745 0,'0'0'1528'16,"0"0"-1424"-16,0 0 48 0,0 0 340 0,80-9 36 0,-53 6-276 16,1-4-176-16,4 4-76 0,5-3-228 15,-5-1-500-15,-9-2-1000 0,5-1-2889 0</inkml:trace>
  <inkml:trace contextRef="#ctx0" brushRef="#br1" timeOffset="-165670.093">23742 654 14221 0,'0'0'3140'0,"0"0"-2336"16,0 0-804-16,0 0 320 0,-95 38 432 0,63-16 104 16,4 3-404-1,0 5-292-15,0 1-148 0,4 1 28 0,8-1-40 0,0-2-120 16,8-4-112-16,4 0 24 16,4-5-24-16,0-1 84 0,8-4 40 15,8-2-40-15,0 3 100 0,4 0 36 0,4 0-40 16,3 3 44-16,-3-3 8 0,4 3 0 0,0 0-4 15,0 0-4-15,-4 1-40 0,-4-1 48 16,-4 0 132-16,-8-5 88 0,4 6 84 16,-12-4-108-16,0 0 12 0,0 0-24 15,-12-3-52-15,0-1-32 0,-4-2-100 0,0-4-112 16,-4 1-352 0,0-7-208-16,1 0-100 0,-2-7-156 0,6-6-388 15,2-6-520-15,6-3-1212 16,3 3-1693-16,4-29-611 0</inkml:trace>
  <inkml:trace contextRef="#ctx0" brushRef="#br1" timeOffset="-165422.692">24088 542 7312 0,'0'0'4421'0,"0"0"-2833"0,17 67-52 15,-17-28 476-15,4 5-68 0,-4 6-596 0,0 2-312 16,0 2-147-16,0 3-309 15,-4-4-228-15,4 2-184 0,-4-5-160 16,4-2-8-16,0-4-72 0,0-9-12 0,4-6-88 16,0-7-80-16,7-6 56 0,-3 0-32 15,1-10-88-15,-2 1-13 0,1-4 13 16,-4-3-84-16,-4 0-16 0,5-3-184 0,-5-7-296 16,0 1-424-16,-9-7-732 0,-2-7-472 15,-6 4-1425-15,-2 4-1363 0</inkml:trace>
  <inkml:trace contextRef="#ctx0" brushRef="#br1" timeOffset="-165289.313">23802 1070 796 0,'0'0'7716'0,"0"0"-5231"0,0 0-945 0,0 0-188 0,0 0 16 15,0 0-100-15,0 0-608 0,0 0-396 16,107-32-44-16,-59 15-64 16,8 3-156-16,0-3-188 0,-5 1-172 0,1 0 24 0,-4 4-336 15,-4-1-676-15,-16 7-816 0,8-1-3397 16</inkml:trace>
  <inkml:trace contextRef="#ctx0" brushRef="#br1" timeOffset="-164892.193">24571 1144 13013 0,'0'0'1832'0,"0"0"-1784"16,0 0 720-16,0 0 712 0,0 0-376 0,0 0-748 16,-92-5-292-16,68 28 228 0,0 3 396 15,1 2 168-15,-1 4-148 0,7-7-63 0,6-3-173 16,3-6-228-16,8-7-180 0,0-2-64 16,4-4 0-16,7 0 4 0,10-3-4 15,-2-3-340-15,9-10-121 0,0 1-243 16,0-10-296-16,-4 2-204 0,0-2-116 0,-4 2 188 15,-4 6 412-15,-1 1-20 0,-6 3 132 16,-1 3 468-16,-4 4 140 0,-4 3 572 0,0 3 332 16,0 8-84-16,0 1 160 15,0 7 36-15,0 3-192 16,0 0-140-16,0 1-12 0,0-1-52 16,0-3-204-16,7-7-271 0,2-2-145 0,3-4-48 15,3-6-137-15,5 0-115 0,4-3-200 16,4-10-48-16,0-2-336 0,0-11-804 0,-8 11-2820 15,4-20-4305-15</inkml:trace>
  <inkml:trace contextRef="#ctx0" brushRef="#br1" timeOffset="-164510.67">25017 530 7824 0,'0'0'5477'15,"0"0"-3501"-15,0 0-420 0,0 0 20 16,0 0-408-16,0 0-164 0,0 0 40 15,-8 86-243-15,8-48-217 0,-4 6-160 16,-4 0-256-16,0 10-164 0,-4-2 56 16,-3 1-60-16,2-2-76 15,-7-3-192-15,8-7-56 0,1-6 104 0,2-6 52 16,5-7 156-16,0-3-96 16,0-3 32-16,4-4 64 0,0-5-60 15,0 0-36-15,0-5-12 0,8 4-149 0,5 0 205 16,2 1 64-16,5 0 12 0,5 3-12 15,-6-1-60-15,5 0-64 0,-4 1-44 16,-4 3 44-16,-4-1-8 0,0 4 72 16,-8 0 60-16,-1 0 72 0,-3 1 148 0,-3 1 180 15,-5-3-95-15,-5 2-17 0,2-2-80 16,-5-3-40-16,0 2-8 0,-4-5-64 16,4-2-24-16,-4-4-72 15,1-3-52-15,2 0-228 0,2-3-156 0,2-10-61 16,2-4-183-16,3-4-236 0,-1-5-188 15,9-9-240-15,0 1-828 0,0 5-976 16,17-15-2977-16</inkml:trace>
  <inkml:trace contextRef="#ctx0" brushRef="#br1" timeOffset="-164359.939">25320 1188 13473 0,'0'0'2240'0,"0"0"-1312"0,0 0 268 16,-24 75 648-16,16-55-536 0,0-5-552 0,0 1-647 15,0-6-109-15,4-1-173 16,0-3-239-16,0-1-332 16,4-5-344-16,-4 0-1032 0,4 0-2864 0,-4-11-3605 15</inkml:trace>
  <inkml:trace contextRef="#ctx0" brushRef="#br1" timeOffset="-164223.651">25419 883 10424 0,'0'0'2877'16,"0"0"-2877"-16,0 0-664 0,0 0 216 15,0 0-348-15,0 0-1377 0,0 0-3499 0</inkml:trace>
  <inkml:trace contextRef="#ctx0" brushRef="#br1" timeOffset="-163573.446">25703 377 6460 0,'0'0'3000'0,"0"0"-1219"16,0 0-473-16,-32 79-160 16,23-37 108-16,-2 6-88 0,-2 2-228 0,1 8-256 15,1 2-92-15,-6 0-24 0,2 8-40 16,-5 1-24-16,0 1 324 0,-4 0-156 0,4-7-320 15,4-6-147-15,4-7-93 0,8-4-112 16,0-15-4-16,4-2-8 0,4-7-100 16,8-6-69-16,0-4-87 0,0-1-96 15,8-9-112-15,0-2-208 0,0 0-112 16,4-13-364-16,4-6-948 16,-9 5-1828-16,5-16-2521 0</inkml:trace>
  <inkml:trace contextRef="#ctx0" brushRef="#br1" timeOffset="-163429.399">25798 1144 732 0,'0'0'10537'0,"0"0"-8793"0,0 0-992 0,0 0 240 15,-16 84 708-15,12-64-196 0,0-1-360 16,-4-7-516-16,8 1-464 0,0-7-164 0,0-6-112 16,0 0-340-16,0 0-336 0,0-6-736 15,0 0-2600-15,0-13-6677 0</inkml:trace>
  <inkml:trace contextRef="#ctx0" brushRef="#br1" timeOffset="-163278.969">25742 955 11597 0,'0'0'2908'16,"0"0"-1560"-16,0 0 132 0,0 0 408 0,0 0-516 0,0 0-400 15,0 0-471-15,79 7-341 0,-51-7-160 16,0 0-401-16,0-7-315 0,0 1-396 0,-7 3-1016 15,7-1-3992-15</inkml:trace>
  <inkml:trace contextRef="#ctx0" brushRef="#br1" timeOffset="-163014.074">26165 1144 12089 0,'0'0'2712'0,"0"0"-1656"16,0 0 88-16,0 0 168 0,0 0-328 0,0 0-332 15,0 0-360-15,0 0-292 0,0 0 0 0,79 46-120 16,-75-40-52-16,-4 5-36 16,0-2-12-16,0 7 24 0,-12 3 96 0,-4 0 100 15,-3 3 4-15,-2 0 0 0,6-3 0 16,-2-3 8-16,10-3-8 0,3-4 0 16,4-6 60-16,0 0 252 0,8-3 76 0,3 0-296 15,9-6-96-15,8 0-124 0,0-7-156 16,8-2-212-16,-4-2-220 0,4-1-204 15,-4 2-340-15,-5 0-700 0,-6 7-1060 0,3-8-2729 16</inkml:trace>
  <inkml:trace contextRef="#ctx0" brushRef="#br1" timeOffset="-162675.443">26491 1226 6552 0,'0'0'5421'15,"0"0"-4205"-15,0 0-440 0,0 0 752 0,0 0 128 0,0 0-244 16,0 0-748-16,0 0-456 0,92 22-208 15,-68-32 0-15,8-2-440 0,-4-7-388 16,3 0-264-16,-6 0-160 16,-6 2-32-16,-3 2 228 0,-4-2 508 15,-3 5 548-15,-9 2 220 0,0 4 176 0,-9-3 316 16,1 5 184-16,-3-2-40 0,-2 3-188 16,1 3 16-16,0 0-88 0,-4 6-40 0,0 4-4 15,1 2-60-15,-6 7-76 16,6 1 36-16,-5 5 132 0,4-3 124 15,0 1-19-15,4-2-105 0,0-1-248 16,4-1-164-16,4-7-64 0,4-2 12 0,0-4-120 16,0 1 0-16,4-4-168 0,4 0-136 15,8 0-252-15,0-3-172 0,4 0-73 0,4-6-163 16,4-1-840-16,4-2-1028 16,-4-1-1324-16,4 1 1039 0,-13 0 245 0,17-8-140 15</inkml:trace>
  <inkml:trace contextRef="#ctx0" brushRef="#br1" timeOffset="-162477.466">26949 1184 6280 0,'0'0'4612'0,"0"0"-3147"0,0 0-913 0,0 0-296 0,0 0 88 16,80-7 12-16,-72 14 100 16,4 3 152-16,0 3 160 0,-4-1 24 15,0 4-420-15,-4 0 4 0,-4 3 72 16,0 0 156-16,0 0 0 0,-8 3 0 16,-4-3-164-16,0 1-148 0,0-5-156 15,1 1-88-15,-6 0 36 0,9-6 16 0,0-4-52 16,4-3 36-16,0 0 40 0,4-3-4 15,0 0 4-15,4-3 8 0,5-4-12 16,2-5-120-16,9-8-192 0,4-2-248 0,4 0-196 16,3-6-540-16,1 2-592 0,-12 7-2640 15,12-9-5817-15</inkml:trace>
  <inkml:trace contextRef="#ctx0" brushRef="#br1" timeOffset="-162347.466">27675 1216 16789 0,'0'0'0'0,"0"0"-2644"0,0 0-8981 16</inkml:trace>
  <inkml:trace contextRef="#ctx0" brushRef="#br1" timeOffset="-157691.988">28989 2133 7476 0,'0'0'336'0,"0"0"3825"0,0 0-3009 0,0 0-288 16,0 0-152-16,-56-73 68 0,45 67 40 15,-1-4-32-15,-4 7-316 0,0 0-240 0,0 3-80 16,-5 0-32-16,2 3 4 15,-5 7 136-15,0 2-36 0,1 7-64 16,-5 4 0-16,0 2 12 0,-4 8-52 16,4 4-56-16,-4 4 32 0,-4 10-32 0,5 3-64 15,-1 7-8-15,-1-1 8 16,6 0 92-16,7 1 8 0,-1-1 68 16,14-6 52-16,3-4-24 0,0-6-12 15,4-2 12-15,8-7 60 0,3-10 12 0,2 0 144 16,6-4 89-16,-3-9-177 0,9 1-104 15,3-7-52-15,0 1 4 0,7-7-28 0,1 0-36 16,0-5-96-16,3-1-12 16,-2-2-84-16,-5-6-208 0,-5 5-116 0,-3-4-80 15,-4 0-81-15,-4 1-235 0,-4-1-52 16,-4 0-596-16,-8 0-496 16,0-2-948-16,-4 5-2169 0,-12-9-1331 0</inkml:trace>
  <inkml:trace contextRef="#ctx0" brushRef="#br1" timeOffset="-157531.174">28571 2679 5684 0,'0'0'1068'16,"0"0"3181"-16,0 0-2633 0,0 0-136 0,0 0-52 15,0 0-312-15,0 0 16 0,0 0-144 16,83-3-312-16,-59 3-184 16,0-3-212-16,4-3-180 0,-3-1-100 0,3 1-244 15,-5-3-428-15,1-1-496 0,-4 1-596 16,-1-1-1052-16,-10 4-2369 0,3-4-2427 0</inkml:trace>
  <inkml:trace contextRef="#ctx0" brushRef="#br1" timeOffset="-157358.719">28838 2657 6036 0,'0'0'2612'0,"0"0"-1204"16,0 0-167-16,-16 67 259 0,12-42-36 16,4 1-252-16,0 2-304 0,0 1-172 0,0 2 8 15,4 1 180-15,0 0 156 0,0-3-576 16,-4-3-492-16,4-1-12 0,0-6-60 15,4 0-88-15,-4-7-60 0,8-2-356 0,-5-7-136 16,10 0-92-16,-6-3-736 0,6 0-1088 16,2-19-2865-16</inkml:trace>
  <inkml:trace contextRef="#ctx0" brushRef="#br1" timeOffset="-157156.945">29277 2607 5868 0,'0'0'7741'0,"0"0"-5253"0,0 0-1596 16,0 0-172-16,0 0 856 0,0 0 52 0,0 0-471 16,0 0-565-16,0 0-400 0,0 0-140 15,11 3-52-15,-3-6-244 0,4-4-240 0,4 1-305 16,0-4-299-16,0-3-552 15,-4 5-1388-15,8-3-2813 0</inkml:trace>
  <inkml:trace contextRef="#ctx0" brushRef="#br1" timeOffset="-156712.807">29655 2514 10876 0,'0'0'2969'0,"0"0"-1765"0,0 0-636 15,0 0 148-15,0 0-4 0,0 0-276 16,84-66-164-16,-61 50-124 0,9 0-136 0,-4 0 112 0,4 0-124 15,-1 3 4-15,1 0 0 16,-4 4 108-16,-4 4 0 0,0-2-12 0,-3 7-96 16,-6 0-4-16,-3 0-48 0,4 7 48 15,-4 5 88-15,0 1 172 0,0 6 60 0,0 3-52 16,0 3 16-16,0 3-28 16,-4 4 112-16,4 3 228 0,-4 4-168 0,-1-1-100 15,-2-4-36-15,-1 4-87 16,0-6-81-16,0-4-16 15,3-2-24-15,1-3-76 0,1-4 4 0,-1-7-4 16,3-3-8-16,2 1-64 0,-2-7-128 16,2-3-89-16,2 0 1 0,5-6-256 15,0-8-196-15,4-4-284 0,-4-1-424 0,4-7-964 16,-8 7-2165-16,8-16-3599 0</inkml:trace>
  <inkml:trace contextRef="#ctx0" brushRef="#br1" timeOffset="-156505.34">30476 2260 4680 0,'0'0'8245'0,"0"0"-7149"0,0 0-768 0,0 0 332 0,-97 54 1024 16,74-35-172-16,-1 4-500 0,4-2-532 16,-4 9-140-16,-3 1 16 15,-1 4-16-15,0 0-24 0,0 6-180 0,-4 1-136 16,0 2-8-16,-4 0-116 0,0 1-8 15,-4 0-248-15,5 2-400 16,-5-6-324-16,-1-6-744 0,13-6-1268 16,-11 2-3317-16</inkml:trace>
  <inkml:trace contextRef="#ctx0" brushRef="#br1" timeOffset="-155678.934">25379 2673 6732 0,'0'0'340'0,"0"0"3665"16,0 0-2401-16,0 0-672 0,0 0-232 15,0 0 120-15,0 0 452 0,0 0-336 0,0 0-504 16,0 0-172-16,0 0-112 16,60 0 88-16,-28 0 0 0,4-3-4 0,8 3 28 15,3-3-4-15,6-1 24 0,3 1-20 16,3 0-116-16,9-3 4 0,3 3 12 15,9-4-64-15,8-2-20 0,4 3-28 0,11-4-48 16,0 4 84-16,5-4-84 16,-8 1-96-16,-5 2-88 0,-11 0-12 0,-8-1 60 15,-8 4 40-15,-9-3-100 16,-7 1-160-16,-8 0-184 0,-12-1-200 16,0 1-164-16,-13 0-272 0,2 0-348 0,-10-4-588 0,-2 3-2061 15,-5-5-2195-15</inkml:trace>
  <inkml:trace contextRef="#ctx0" brushRef="#br1" timeOffset="-155430.18">27097 2400 5004 0,'0'0'1068'0,"0"0"-408"0,0 0 2532 0,0 0-1335 16,0 0-489-16,0 0-184 0,75 79-200 0,-58-66 40 15,-2 3-16-15,-2 0-316 0,-2 4-184 0,2-6-188 16,-6 3-100 0,-3 2-184-16,0-3-36 0,-4 6-96 0,-8-3 96 15,-12 3-112-15,-4 3-24 0,-4 1 64 16,-4 2 24-16,-3-3-88 0,-5 1-12 16,4 3-224-16,-4-4-460 0,0-3-456 15,1-3-556-15,11-3-1188 0,-16 0-3649 16</inkml:trace>
  <inkml:trace contextRef="#ctx0" brushRef="#br1" timeOffset="-154630.169">22985 2163 4240 0,'0'0'768'0,"0"0"3884"15,0 0-2999-15,0 0-601 0,0 0-156 16,80-78 260-16,-76 69 32 16,-4 3-96-16,0-1-60 0,0 4-168 15,-8 0-248-15,-5 3-284 0,-2-3-332 0,-2 3 0 0,-6 3-208 16,-5 3-76-16,0 13 148 0,-3 4 136 15,3 2 100-15,-4 10 96 0,0 7 12 16,0 5 36-16,4 3 4 16,0 9 32-16,0-3 60 0,4 4 4 15,9 0-76-15,2-3 0 0,9-5-28 0,4-8 29 16,4-6 47-16,12-10-24 0,0-2-124 0,8-10-96 16,4-3 0-16,4-7-64 15,3-6 44-15,6 0-52 0,-5-9-88 16,3-1-80-16,-7-6-184 0,-4 1-229 0,0-5-55 15,-9 4-92-15,-2 4-264 0,-10-5-836 16,2 5-1156-16,-9 6-1921 16,0-7-815-16</inkml:trace>
  <inkml:trace contextRef="#ctx0" brushRef="#br1" timeOffset="-154462.16">22829 2511 5136 0,'0'0'4472'15,"0"0"-2675"-15,0 0-93 0,0 0-220 16,0 0-160-16,0 0-144 0,0 0-460 0,0 0-216 15,0 0 64-15,0 0 8 0,64 3 112 16,-44 0-300-16,4 1-252 0,1-4-136 16,6 0-96-16,-4-4-332 0,6-5-480 15,3-4-484-15,0 0-808 0,-8 1-2545 16,7-7-3727-16</inkml:trace>
  <inkml:trace contextRef="#ctx0" brushRef="#br1" timeOffset="-154316.389">23252 2467 5336 0,'0'0'3108'0,"0"0"-1232"0,0 0-739 16,0 0 43-16,-12 82 284 0,12-62-64 16,0 2-452-16,4-3-464 15,0 3-308-15,0-6-176 0,0 3-40 16,0 0-208-16,0-3-392 16,0-1-504-16,0-2-364 0,0 1-848 0,-4-9-1833 0,8 2-2011 15</inkml:trace>
  <inkml:trace contextRef="#ctx0" brushRef="#br1" timeOffset="-153963.369">24193 1898 5460 0,'0'0'1976'15,"0"0"2789"-15,-65 73-3005 16,33-42-344-16,-4 15-20 0,-3 4-56 16,-1 8-356-16,-8 5-200 0,-4 7-148 0,-12 6-244 15,-3 7 8-15,-8 8-12 0,-13 2-107 16,-4 5-73-16,-7 0-148 0,-9 4 24 16,4-4-24-16,-4 1 16 15,1-3-76-15,3 2-160 0,5 0 4 16,11 4-40-16,5-7 75 0,10-6-51 0,14-10 112 15,15-12 60-15,9-13 8 0,10-19 0 16,10-7-8-16,6-12-56 0,9-6-188 16,0-3-72-16,0-7-428 0,0 0 24 0,9-5-264 15,3-7 256-15,3-7-468 0,5-6-564 16,1 2-720-16,2-17-2797 0</inkml:trace>
  <inkml:trace contextRef="#ctx0" brushRef="#br1" timeOffset="-146559.541">23766 2902 8520 0,'0'0'4929'0,"0"0"-2729"16,0 0-1232-16,0 0-120 0,0 0 340 16,-88 2-60-16,68 5-128 0,-4 3-112 15,1 2-547-15,-9 1-281 0,0 10-56 0,-8 2 64 16,0 4 52-1,1 5 48-15,3 1-92 0,3 0-28 16,10-4-48-16,6-5 8 0,6-3-8 0,11-7-96 16,0-1-52-16,0-2 52 0,8 3 88 15,12-4 0-15,-1 4 4 0,13-2 4 0,0-2 0 16,8 1-72-16,-4-1 0 0,0-2 8 16,-4 3 56-16,-4 0-64 0,-4-4 24 15,-9 0 40-15,-2 4-29 0,-2-3 37 16,-7 2 109-16,0-2 15 0,-4 2 8 15,0-2-48-15,0 5 0 0,-4-2-36 16,-7 4-48-16,-2-2-56 0,-2 4-40 0,-2-2-12 16,-2-3-40-16,-1 0 16 0,4-5-29 15,4-2-31-15,0-4-64 0,0 0-108 0,4-3-248 16,0 0-144-16,0 0-428 0,0-10-440 16,4-2-692-1,0-2-1837-15,4-11-1379 0</inkml:trace>
  <inkml:trace contextRef="#ctx0" brushRef="#br1" timeOffset="-146275.302">24017 2828 2508 0,'0'0'9417'0,"0"0"-7921"0,0 0-832 16,0 0 512-16,0 0 368 0,0 0-340 0,-4 95-316 15,0-60-384-15,0 10-160 0,0 0-52 16,0 2-24-16,0 4-216 0,0 3-52 16,4 3-88-16,0 0 88 0,0-6 152 0,0-3-152 15,8-7-60-15,4-9 0 0,0-6 60 16,0-8 0-16,4-6-4 0,4-5-56 16,-4-4-160-16,8-3-96 0,-5-3-188 31,5-6-384-31,-4-8-116 0,-8-1-684 0,1 2-1548 0,-13-6-3013 15</inkml:trace>
  <inkml:trace contextRef="#ctx0" brushRef="#br1" timeOffset="-146121.028">23838 3260 9416 0,'0'0'2269'0,"0"0"-809"0,0 0 180 16,0 0-16-16,0 0-316 15,0 0-556-15,0 0-432 0,0 0-72 0,0 0 20 16,0 0-8-16,103 4-260 0,-75-1 0 0,4 0-100 15,3-3 16-15,-2 0-176 16,-1 0-476-16,4 0-604 0,-4-3-780 0,-8 0-2537 16,3-1-4371-16</inkml:trace>
  <inkml:trace contextRef="#ctx0" brushRef="#br1" timeOffset="-145795.446">24304 3327 8976 0,'0'0'3005'0,"0"0"-1509"16,0 0-112-16,0 0 452 0,-60 83-236 0,52-64-540 16,8 0-536-16,0-7-384 0,0 1-140 0,8-7-136 15,0 1-96-15,8-7 36 16,-1 0-36-16,2-4-160 0,7-5-140 16,-5-7-332-16,1-3-412 0,1 0-628 15,-6 0-304-15,2 1 291 0,-10 5 569 16,1 0 352-16,-4 3 136 0,1 4 316 0,-5 0 544 15,0 6 492-15,0 0 56 0,0 6 604 16,0 6 520-16,-5 1-331 0,1 4-253 16,4 1-272-16,-8 1 88 0,8 0 4 0,-4 0-28 15,1 0-40-15,-1-6-220 0,4-4-620 16,0 2 0-16,4-8-260 16,3-3-264-16,-3 0-100 0,4-7-268 0,4-6-604 15,-4 3-2593-15,4-12-3955 0</inkml:trace>
  <inkml:trace contextRef="#ctx0" brushRef="#br1" timeOffset="-145456.123">24571 2904 1252 0,'0'0'8832'0,"0"0"-6927"0,0 0-957 15,0 0 264-15,0 0 264 0,0 0-184 16,-4 80-260-16,4-48-328 0,0 3-228 15,0 0-92-15,-4 2-176 0,-1 5-208 0,-6 3-40 16,3-4-44-16,4 0-40 0,-4-6 116 16,4-3-64-16,4-14 64 15,0-1-40-15,0-8-16 0,4-5 16 0,4-1-112 16,0 0 60-16,7-3 28 16,2 0-124-16,3 0-16 0,3 3 16 0,1 0 0 15,0 4 76-15,-3 2 116 0,-2 4 4 16,1-4-4-16,-8 4 4 0,4-1 84 15,-8 1-8-15,-4 1 48 0,-4-2 48 16,0-3 52-16,0 1-52 0,-8-1 0 16,-3 1 0-16,-2-1-172 0,-7-2-28 0,4-5-240 15,-4 3-128-15,-3-3-344 16,-1-2-492-16,3 0-596 0,1 0-1128 0,-7-2-2969 16</inkml:trace>
  <inkml:trace contextRef="#ctx0" brushRef="#br1" timeOffset="-143920.465">25005 3509 8688 0,'0'0'1860'0,"0"0"-571"15,0 0-201-15,0 0 72 0,0 0-176 0,0 0-304 16,0 0-228-16,0 0-136 0,0 0 36 16,-88 75 44-16,73-46 52 0,6 6 20 0,-2-1-12 15,3 5-24-15,-5-1-100 0,6-1-76 16,-1 2-96-16,4-7-48 0,4-4 32 15,0-9 64-15,0 1 48 16,4-12 112-16,4 3-124 0,3-5-64 16,2-2-20-16,-2-2-40 0,2-2-20 15,2 0-28-15,-3-2-12 0,4-5-23 0,-4-3-37 16,0-2-245-16,0 2-167 0,-4-2-112 16,0 2-160-16,0-3-356 15,-8 3-692-15,0-2-1056 0,0 5-1457 0,-8-2-951 16</inkml:trace>
  <inkml:trace contextRef="#ctx0" brushRef="#br1" timeOffset="-143641.815">24882 3788 6796 0,'0'0'4189'0,"0"0"-2841"15,0 0-364-15,0 0 412 0,0 0-152 0,0 0-76 16,0 0-324-16,0 0-340 0,0 0-280 16,0 0-152-16,84-13-72 0,-69 6-356 0,1 2-572 15,-4-2-204-15,0-3-508 0,-4 6-432 16,-4 2-529-16,0-1-327 0,-4 3 324 15,-4 0 412 1,0 0 2192-16,-4 0 212 0,0 0 1832 0,0 5 64 16,4 5-288-16,0 1-200 0,1 1-331 0,-2 4-97 0,5 6-108 15,0 0-80-15,0 3-172 16,0 1-208-16,0 0 108 0,5-1 60 16,-2-3-172-16,5-3-152 0,-4-3-208 15,4-3-180-15,0-4-80 0,0-6-108 16,0-3-372-16,3 0-128 0,2-6-208 15,-2-11-728-15,2 5-1604 0,-1-16-5489 0</inkml:trace>
  <inkml:trace contextRef="#ctx0" brushRef="#br1" timeOffset="-137688.604">24913 3144 7884 0,'0'0'1596'0,"0"0"1381"0,0 0-2033 0,0 0-132 0,0 0 188 0,0 0 236 16,0-36-240-16,4 26-292 0,0 4-112 16,4-4 0-16,1 1-44 15,2 0-80-15,2-1-140 0,-2 1-108 16,5-4-112-16,0 4-108 0,4-4-48 0,0-1-60 16,0 6 8-16,0-3 4 0,-4 3 12 0,-5 4-16 15,2 2-32-15,-2 2-76 0,-3 8 24 16,1 5 60-16,-2 10 120 15,1 2 4-15,-4 7 36 0,0 2-24 0,-4 1-12 0,5 1-12 16,2-2-72-16,-3-2-28 0,4-3-20 16,5-4 20-16,2-5 40 15,-2-6 20-15,2 0 52 0,-3-7-108 0,4-2 20 16,-4-5-244-16,0 0-508 0,0-3-612 0,0-6-1200 16,-4 2-2737-16,3-12-1647 15</inkml:trace>
  <inkml:trace contextRef="#ctx0" brushRef="#br1" timeOffset="-137502.822">25340 3045 6928 0,'0'0'2776'0,"0"0"-1612"16,0 0-355-16,0 0 423 0,0 0-124 16,-76 60-260-16,53-38-68 0,-2 7-124 0,-3-3 4 15,4 2-136-15,-8 3-300 16,4 1-224-16,-3 0-88 0,-1 0-136 15,4 0-148-15,0-5-532 0,0 0-300 0,12-5-908 16,-12 3-2993-16</inkml:trace>
  <inkml:trace contextRef="#ctx0" brushRef="#br1" timeOffset="-133715.199">22810 5238 3120 0,'0'0'1580'0,"0"0"5201"15,0 0-5421-15,0 0-636 0,0 0 92 16,-44-79 216-16,32 60-184 0,-4 3-300 0,4 3-76 16,4 5-112-16,0-3-88 0,0 11 0 15,4 0 36-15,0 4 16 16,-3 9-32-16,-2 9-120 0,-3 3-48 0,-4 7 36 0,4 0-24 16,1-1 44-16,2-5-80 0,1 0-24 15,4-12-76-15,1 0-184 16,3-5 52-16,0-2-100 0,7-7-4 15,6 0 52-15,-2-4 36 0,5-5-24 16,0-8-136-16,5-2-88 0,-2 0 40 0,1-3 132 16,-4 0 36-16,0 3 176 0,-1 4 8 15,-6 2-8-15,-1 3 12 0,3 4 44 16,-6 2-44-16,-1 4-112 0,4 0 44 0,-4 0 68 16,3 10 124-16,-3 3 124 15,1 3-136-15,-1 0-12 0,4 6 24 0,-5 3-52 16,5 3 92-16,-4 10 80 0,5 4 128 15,-2 3 304-15,-3 2-356 0,0 4-152 0,-4-4 16 16,0 5 0-16,0-5-24 16,-4 1-112-16,0-4-48 0,-3-3 72 15,3 1-64-15,-1-7 92 0,-3-3-4 0,1-7 0 16,3-3-20-16,-4-3 44 0,-1-9 64 16,2-4 48-16,-5 0-28 15,-1-6-88-15,-6 0-108 0,-1 0-16 0,-4-6-16 16,0-4-40-16,1-3 16 0,-5 1-156 15,3-1-4-15,1-6-132 0,5 0 144 16,3 0-96-16,-1 0-52 0,6-3-60 0,7-1-136 16,0-2-40-16,4 0-248 15,0-4-476-15,0 1-676 0,4 5-2177 16,3-12-931-16</inkml:trace>
  <inkml:trace contextRef="#ctx0" brushRef="#br1" timeOffset="-132992.108">23845 4572 4164 0,'0'0'3152'0,"0"0"-1660"0,0 0-676 15,0 0 1797-15,0 0-989 0,0 0-448 0,0 0-296 0,-95 16-100 16,71 3 40-16,1 3-16 0,-9 6-320 16,-5 4-216-16,5 7-132 0,-4-1 24 15,-3 3-76-15,3 3 40 0,1 1-120 16,-2-7 44-16,10 3 0 0,3-9-36 0,7-4 0 16,6-2-4-16,7-8 0 0,4-1-4 15,0 1-4-15,11-1-64 0,10 2 64 16,-2-1 116-16,9 2-112 0,0-5-4 0,4 2 0 15,-4-5-72-15,4 1 32 0,-4-1 40 16,-4 1 4 0,0 1-4-16,-1-2 8 0,-7-3 92 0,-4 3-16 15,1 2 40-15,-6-2-16 0,-3 1 4 16,-4 3-40-16,0-3-60 16,-4-1 124-16,-3 1-52 0,-6 0-72 0,5-1 40 15,-7 1-4-15,-2 0 36 0,2-7 12 16,-5 4-96-16,3-3-4 0,-2-5-68 15,3-2-100-15,0 0-56 0,0 0-116 0,8-7-72 16,-3-5-124-16,2-4-124 0,5-3-316 16,4-6-360-16,0-1-396 0,4 4-1012 0,8-13-2497 15</inkml:trace>
  <inkml:trace contextRef="#ctx0" brushRef="#br1" timeOffset="-132707.544">24021 4711 11057 0,'0'0'1644'15,"0"0"-880"-15,0 0 252 0,-16 92 620 0,8-53 148 0,4 5-600 16,0 4-372-16,0-1-276 0,0 4-108 16,1 1-112-16,3-2-72 0,-5-3-76 15,5 1-88-15,0 0-76 0,0-4 92 0,5-4-96 16,2-7-36-16,1-7-184 0,8-8 172 15,-4-8-52-15,3-7-32 0,6-3 36 0,-5 0-4 16,-1-9-312-16,2-7-16 0,-2 0-124 16,-7-3-244-16,1-4-352 0,-9 5-400 15,0-1-368-15,0 2-536 16,-13-1-633-16,5 1-47 0,-12-5-48 16</inkml:trace>
  <inkml:trace contextRef="#ctx0" brushRef="#br1" timeOffset="-132553.809">23925 5114 3100 0,'0'0'1708'0,"0"0"152"0,0 0 360 0,0 0-139 15,0 0-385-15,0 0-356 0,-76-3-304 0,76 9-220 0,0 5-60 16,0 1-108-16,9-2-224 16,6 1-68-16,6 0-32 15,-2-2-92-15,5 1-224 0,0-7-16 0,4-3-32 16,0 0-144-16,0-3-112 0,4-3-548 0,-4-4-536 16,0 3-844-1,-9 0-2545-15,5 5-2339 0</inkml:trace>
  <inkml:trace contextRef="#ctx0" brushRef="#br1" timeOffset="-132263.109">24339 5168 3040 0,'0'0'8957'0,"0"0"-7461"0,0 0-860 0,-59 74 692 16,43-52 216-16,-4 3-132 0,8-3-280 0,0-5-568 16,8-5-260-16,0 1-172 0,4-10-132 15,0 0-52-15,4-3 52 0,8 0 244 16,-4-6-136-16,4-4-108 0,4 1-196 0,-4-8-184 15,4 3-60-15,-1-3 72 0,2 1 12 16,-6 3-148-16,2 7-176 0,-5 0 148 16,-1 3-4-16,1 3-88 0,-4 3 508 15,1 6 116-15,-1 4 356 0,-4 4 104 16,4 2-12-16,-4 2 84 0,3 2 88 0,1-4 32 16,0-4-28-16,0-2-368 0,5-4-256 15,-5-5-112-15,3-1-60 0,1-3-136 16,1-7-280-16,6-5-708 0,-3-7-780 15,0 3-2372-15,4-16-2425 16</inkml:trace>
  <inkml:trace contextRef="#ctx0" brushRef="#br1" timeOffset="-131919.898">24567 4734 6988 0,'0'0'2336'15,"0"0"-679"-15,0 0 163 0,-4 79 124 16,4-44-156-16,-5 3-356 0,-2 4-408 16,3-4-300-16,-4 3-176 0,4-3-216 0,4-4-228 15,-4-4-104-15,4-3-8 16,0-4-40-16,0-4-24 0,0-3 8 0,8 0-32 0,-4-3-88 16,4-4-24-16,4 4 0 0,-4-1 24 15,3 1 88-15,2 3 20 0,-5-4 16 0,3 1-52 16,2-3 20-16,-2 3 88 15,1 0-4-15,-3-4 4 0,2 3-96 16,-3-2 52-16,1 0 44 0,-5-4-56 16,-1 1 56-16,-3-1 8 0,0-3 0 15,0 0 72-15,0 0-16 0,-7 1 112 16,-6-1 12-16,-2 0-116 0,-6 3-68 0,6-3-112 16,-9-3-84-16,4 0-248 0,-1 0-232 15,6-9-568-15,-1 3-1500 16,0-17-3381-16</inkml:trace>
  <inkml:trace contextRef="#ctx0" brushRef="#br1" timeOffset="-131236.099">24874 5289 8160 0,'0'0'2740'0,"0"0"-1479"15,0 0-121-15,0 0 192 0,0 0-248 16,-64 77-80-16,48-46-256 0,4 7-156 0,-4 4-72 16,4-2 108-16,-4 4-28 15,8 2-208-15,0-2-136 0,0-3-96 0,8-5-52 16,0-8-60-16,0-3 100 0,5-6-52 0,2-3 4 16,1 0 32-1,0-6-72-15,0-7-48 0,4 0-12 0,-4-3-120 0,4 0-76 16,0-9-120-16,4-1-172 15,-8-3-24-15,3-3-128 0,-7 4-136 0,0-4-176 16,-4 3-264-16,0-3-156 0,-4 4 80 16,-3-4 128-16,-1-1-172 0,-5 3 187 15,2 0 681-15,-1 1 468 0,4 7 700 16,4 3 589 0,0 3 7-16,4 0-212 0,0 0-208 0,0 0-132 15,0 0-28-15,4 0-48 0,8 0 16 0,0 3-76 0,8-3-128 16,-1-3-172-16,5-3-280 15,1-7-28-15,-1 0-420 0,4-3-136 0,-9-3-276 16,1 4-312-16,-4 2-788 0,-4 0-1060 16,-8 4-1381-16,0 2-1283 0</inkml:trace>
  <inkml:trace contextRef="#ctx0" brushRef="#br1" timeOffset="-131097.261">24913 5620 10024 0,'0'0'1765'16,"0"0"-1097"-16,-16 69 252 0,12-36 552 0,4-2-36 15,-4-3-292-15,4 1-448 0,0-7-328 0,4-3-168 16,5-3-200-16,-1-6-372 0,3-3-160 16,2-5 88-16,-2-2-68 0,6-6-268 15,-2-7-740-15,-3 0-1068 0,8-12-3017 0</inkml:trace>
  <inkml:trace contextRef="#ctx0" brushRef="#br1" timeOffset="-130876.047">25204 4956 9652 0,'0'0'2169'0,"0"0"-1093"15,16 92-20-15,-12-51 924 16,0 6-80-16,9-5-436 0,-10-4-752 15,9-3-456-15,0-9-256 0,0-5-84 0,0-8-308 0,4 0-184 16,0-6-324-16,0-7-364 0,-1 0-668 0,2-10-1160 16,2-13-3285-16</inkml:trace>
  <inkml:trace contextRef="#ctx0" brushRef="#br1" timeOffset="-130708.077">25435 4936 10256 0,'0'0'1625'0,"0"0"-1153"0,-59 80-124 0,34-45 596 16,-6 6 512-16,-1 1-8 0,4-1-368 0,0 0-364 16,0-3-296-1,-4 0-224-15,4 1-196 0,5-4-112 16,-5-4-332-16,4 1-448 0,4-4-772 0,4-6-1120 16,-4 2-2481-16</inkml:trace>
  <inkml:trace contextRef="#ctx0" brushRef="#br1" timeOffset="-130019.634">26073 4816 10256 0,'0'0'2341'0,"0"0"-609"0,0 0-632 16,0 0 216-16,0 0 64 15,0 0-100-15,12 87-436 0,-8-50-284 0,3 4-96 16,-3 4-76-16,1-1-47 0,-1 0-25 16,-4-5-168-16,0-4-136 0,4-7-12 0,-4-2-52 15,0-4-44-15,4-7-60 0,-1-2-269 16,-3-2-271-16,4-5-192 15,-4-4-228-15,4 1-776 0,-4-3-2080 0,0 0-2733 16</inkml:trace>
  <inkml:trace contextRef="#ctx0" brushRef="#br1" timeOffset="-129775.551">26100 5185 3360 0,'0'0'8657'0,"0"0"-6641"0,0 0-1156 0,0 0 284 0,0 0 36 15,0 0-140-15,0 0-128 0,0 0-216 0,84-10-216 16,-48 10-104-16,4 0-8 0,4 0-64 16,4 0-28-16,3-3-7 15,1-3-73-15,4-4-52 0,4 1-144 0,0-4-4 16,0 0-128-16,0-3-16 16,-1 0-69-16,-4 0 93 0,-3 4-408 15,-8-1-176-15,-7 3-124 0,-6 1 32 0,-11 6-188 16,-4 0-528-16,-4 0-772 0,-8-1-1569 0,-4 1-795 15</inkml:trace>
  <inkml:trace contextRef="#ctx0" brushRef="#br1" timeOffset="-129522.738">26910 4810 9640 0,'0'0'1873'16,"0"0"-1193"-16,0 0-68 0,0 0 332 0,0 0 108 15,0 0-256-15,0 0-232 0,0 0-188 16,95 63-64-16,-74-52 12 0,-2 1-36 0,1 1-116 16,-1-1-60-16,-6 3-104 0,2 5 52 15,-2-1-56-15,-9 7 4 0,-4 2 4 16,0 0-12-16,-8 7 0 0,-8 1-88 0,-8-3 0 16,0 3-60-16,0-1 0 0,0 0 0 15,0-4 36-15,-4 2-40 0,5-5-72 16,-1 1-148-16,0-1-348 0,0-6-756 15,4-6-2489-15,0 0-3239 0</inkml:trace>
  <inkml:trace contextRef="#ctx0" brushRef="#br1" timeOffset="-128541.792">28874 4756 8352 0,'0'0'2084'0,"0"0"-1103"15,0 0-161-15,0 0 204 0,0 0 308 16,0 0-208-16,0 0-256 0,0 0-408 0,0 0-260 16,-91 10-88-16,70 21 160 15,1 14 28-15,-3 2 204 0,3 4 308 16,3-3-272-16,6-7-260 0,3-6-132 0,4-10-104 15,4-9-44-15,0-7-172 0,0-2 88 16,12-7 84-16,3-4-72 0,5-4 20 16,4-9-448-16,4-5-176 0,0-6 120 15,-4-1 60-15,0-3 248 0,-4 7 76 0,0 0 48 16,-4 3 124 0,0 2-76-16,-4 4 76 0,-5 7 36 0,-3 2 104 15,0 4 44-15,-4 3 40 0,5 0 72 16,-5 3-160-16,4 4-36 0,0 8 320 15,0 4-64-15,3 4-120 0,-3 5-28 0,1 4 72 16,-1 0-8-16,-4 3 32 0,0 3-48 16,0-3-12-16,0 5-36 15,0 0-76-15,0-3-8 0,0-2-28 0,-4 1-92 16,-1-5-4-16,5 1 0 0,-4-3 44 0,0-1 8 16,4-3-48-16,-3 0 92 0,-1-1-36 15,0 1 48-15,-5-6-20 0,5-5-4 16,0 3-76-16,-3-7 4 0,3-4 85 15,0-2 39-15,-5-2 8 0,5-2 136 16,-3 0 396-16,-5-2-408 0,3-2-172 16,-2-5-84-16,-1-1-8 0,0-4-4 15,4 0-232-15,0-2-44 0,4-4-64 16,0 1 60-16,4-3-8 16,0 0-29-16,0 0-83 0,8-1-52 0,0 1-132 0,4 0-100 15,-4-3-152-15,4 2-376 16,-1-2-736-16,-2 9-1248 0,3-9-2537 0</inkml:trace>
  <inkml:trace contextRef="#ctx0" brushRef="#br1" timeOffset="-127579.172">29228 4959 588 0,'0'0'2896'0,"0"0"-1932"0,0 0-964 16,0 0 480-16,0 0 524 0,0 0-144 16,0 0-160-16,0 0-104 15,0 0 80-15,0 0 284 0,0-3 305 0,0 3-149 0,0 0-128 16,0 0-136-16,4 0-116 15,-4 0-120-15,0 0-24 0,0 0-88 0,0-3-92 16,0 3-64-16,0 0-48 0,4-4-16 16,-4 2-184-16,4-2-28 0,1 1 4 0,-5 3-16 15,0 0-8-15,4 0-40 0,-4 0 36 16,0 0-48-16,0 0 4 0,3 0 92 16,-3 7 176-1,0-5-40-15,4 2-72 0,-4-1 24 0,0 0-24 16,0-1-48-16,0-2 12 0,0 0-4 15,0 0 40-15,0 5-24 0,-7-3-40 16,3 2-24-16,-9-1-64 0,5 3-8 0,1-6-4 16,-2 7 4-16,5-7-48 0,0 0-84 15,1 0 20-15,3 0-48 0,-4 0-244 16,4 0-456-16,0 0-344 0,4 0-564 0,3-3-820 16,10-7-2697-16</inkml:trace>
  <inkml:trace contextRef="#ctx0" brushRef="#br1" timeOffset="-127108.495">29603 4854 11581 0,'0'0'2464'0,"0"0"-1780"0,0 0-444 16,0 0 568-16,0 0-92 0,0 0-528 15,24-66-188-15,-13 46-112 0,10 5-28 16,-5-2 28-16,0 5 12 0,0 2-28 15,-1 1 16-15,2 0 108 0,-6 2 0 16,6 4 0-16,-10 1-12 0,1-3 16 16,0 5 56-16,1 0 120 0,-2 0-8 0,1 0-56 15,0 7 36-15,4 3-60 0,0 3 12 16,-1 6-96-16,6 0 0 0,-1 2 4 16,0 8 56-16,0 3-52 0,0 3 148 15,-5-1-8-15,6 4-104 0,-10-2 52 16,6-5 0-16,-6-2 72 0,1-7-132 15,0 1-32-15,1-11-8 0,-2 2 0 0,5-8-56 16,-3-4-8-16,2-2-168 0,6-2-216 16,-2-11-204-16,5-4-304 0,-4-5-412 0,0 7-1320 15,3-14-2453-15</inkml:trace>
  <inkml:trace contextRef="#ctx0" brushRef="#br1" timeOffset="-126908.214">30256 4648 4104 0,'0'0'7357'0,"0"0"-6281"16,0 0-796-16,0 0 488 0,0 0 700 15,-87 54-524-15,63-32-416 0,-4 7-216 0,0 2 52 16,-4 5 144-16,4 1 232 0,-8 4-236 16,1 1-232-16,-6 3-88 0,2-1-72 15,-1 0-112-15,-4 0 0 0,0 0-196 0,5-2-176 16,-2-7-280-16,2 4-400 15,3-7-1044-15,12-7-1948 0,-16 9-1877 0</inkml:trace>
  <inkml:trace contextRef="#ctx0" brushRef="#br1" timeOffset="-113828.787">23969 6197 4332 0,'0'0'2540'0,"0"0"-1320"0,0 0-712 0,0 0 1276 16,0 0-455-16,0 0-189 0,0 0-312 15,0 0-68-15,-32 87-64 0,32-60-68 0,0 2-96 16,-4 0-144-16,4 2-152 0,0-2-48 15,0 3-64-15,0-7 0 16,4-2-116-16,0-1-8 0,1-3-48 16,-1-6-16-16,-1-1-36 0,-3-6-36 15,4 1-52-15,-4-1-272 0,4-6-284 16,0 0-416-16,9 0-584 0,-2-9-169 0,5-7-1103 16,-4 3-1104-16</inkml:trace>
  <inkml:trace contextRef="#ctx0" brushRef="#br1" timeOffset="-113659.738">24152 6280 4984 0,'0'0'2108'0,"0"0"-680"0,0 0-260 16,0 0-72-16,0 0 13 0,0 0-97 0,0 0-388 15,0 0-396-15,0 0 180 0,0 0 136 0,0 0 136 16,-4 83-152 0,0-52-252-16,1-3-136 0,-1 9-140 0,0-7-12 15,-5 3-152-15,5 1-112 0,-3-2-340 0,-5 2-600 16,3 3-492-16,-2-10-1437 15,-10 18-3459-15</inkml:trace>
  <inkml:trace contextRef="#ctx0" brushRef="#br1" timeOffset="-112738.003">23168 7188 4608 0,'0'0'1808'0,"0"0"-1080"0,0 0-232 15,0 0-120-15,0 0 260 0,0 0 1508 16,0 0-1099-16,-88-19-493 15,69 35 8-15,2 6 372 0,2 6 132 0,-1 8-108 16,0-1 84-16,8 2-332 0,0-2-312 16,0-6-260-16,8-7-136 0,0-9 0 15,0-3-72-15,0-8 20 0,8-2 52 0,4 0 188 16,0-5 20-16,8-8-208 16,-4-6-24-16,4-1-320 0,-1-5 108 15,1 0-48-15,-3 2 36 0,-2 2 72 0,-2 1 28 0,-5 4-188 16,-1 3 196-16,-3 8 68 0,0 1-4 15,0 4-104-15,1 0-60 16,-5 0 240-16,7 7 100 0,-3 2 332 16,4 4 28-16,0 2-160 0,0 4-52 15,0 1-48-15,-4 2-116 0,4 3 92 0,-4 0-28 16,0 4 36-16,-4-1-60 16,0 1-64-16,0 3 40 0,-4 3-96 0,-4 0 72 15,0-4-4-15,-3 2-64 0,2-2 40 16,-3-3 16-16,1-3 20 0,2 2-72 15,1-8-4-15,1-4 92 16,-1-5 0-16,3 0-16 0,5-8-72 0,-4 3 64 16,4-3-64-16,-4-2 60 0,4 0 0 0,-7 3-8 15,3-3-56-15,0 0 4 0,-1 0 0 0,-3 0-4 16,4 0 0 0,-3 0-8-16,3 0 0 0,-5 0-12 0,1 0-136 15,5-3-172-15,-5 1 28 16,4-5-252-16,0 0-12 0,4-2-116 0,0-1-24 15,0 1-200-15,0-4 12 0,4 0-400 16,0 0-596-16,4 1-213 0,-5 6-843 0,1-8-2444 16</inkml:trace>
  <inkml:trace contextRef="#ctx0" brushRef="#br1" timeOffset="-110855.503">23428 6906 4820 0,'0'0'4836'16,"0"0"-2527"-16,0 0-813 0,0 0-380 0,0 0-44 16,0 0-228-16,0 0-284 0,0 0-160 15,0 0-164-15,-13-3-112 0,13 15 96 16,0 7 52-16,0 0-48 0,0 6-28 0,0 4-148 15,0-4 16-15,-4 2-16 0,4-6-48 16,0-2-124-16,0-1-132 0,0-1 8 0,0-4-432 16,4-1-392-1,0-2-488-15,1-1-1112 0,6 1-2669 0</inkml:trace>
  <inkml:trace contextRef="#ctx0" brushRef="#br1" timeOffset="-110475.367">23922 6994 9500 0,'0'0'4749'0,"0"0"-3713"0,0 0-696 16,0 0 404-16,0 0 576 0,-84 73-224 0,63-54-432 16,2 4-356-16,3-4-124 0,0 0-184 15,4-3-120-15,4 3-100 0,4-4 12 0,0 1 108 16,4-3-44-1,0 3-28-15,8 0-88 0,4-3 148 16,0 2 112-16,3 2 4 0,2-5-4 0,2 4-108 16,-2 0 20-16,3-4-24 0,-1 1 28 15,-2 3 72-15,-6-4-60 0,2 5 24 16,-2-2 48-16,-3 2 220 0,-4-2-84 0,1 1-132 16,-5 0 84-16,0-1 24 0,-5 5-104 15,-3-8 112-15,-3 1-44 16,-2 0 32-16,1-4 16 0,-8 1 60 0,9-7 0 0,-6 0-60 15,6-3-124-15,-1 0-172 16,-1-3-404-16,6-10-176 0,3-5-104 16,0-6-272-16,4-4-840 0,0 6-996 0,8-22-2573 0</inkml:trace>
  <inkml:trace contextRef="#ctx0" brushRef="#br1" timeOffset="-110251.562">24264 6928 1488 0,'0'0'9368'0,"0"0"-6991"16,0 0-1285-16,0 0-108 0,-4 69 236 0,-12-34-112 16,4 4-8-16,-4 1-336 0,4 8-192 15,5-3 200-15,-2 3-252 0,9-1-252 16,0-5-132-16,0-1-39 0,9-6-97 16,2-3-61-16,6-10-87 0,-2-4 52 15,5-4-84-15,-4-6 8 0,4-1 24 16,0-7-32-16,-4 0-76 0,0 0-36 0,-1-7-152 15,-7 2-216-15,1-5-336 16,-5 0-768-16,-4 4-964 0,0 0-1409 16,-9-7-607-16</inkml:trace>
  <inkml:trace contextRef="#ctx0" brushRef="#br1" timeOffset="-110093.515">24105 7317 2540 0,'0'0'2448'0,"0"0"-1224"15,0 0 3857-15,0 0-3749 0,0 0-196 0,0 0 80 16,0 0-8-16,0 0-168 15,0 0-384-15,0 0 0 16,0 0-152-16,75-18-320 0,-35 11-184 0,4-2-12 16,-4 3-148-16,-1-4-208 0,2 4-324 0,-6-1-164 15,-7 5-624-15,0-1-388 0,-8-1-1185 16,0 4-3323-16</inkml:trace>
  <inkml:trace contextRef="#ctx0" brushRef="#br1" timeOffset="-109748.221">24642 7299 13805 0,'0'0'2108'0,"0"0"-1504"0,0 0-80 16,0 0 604-16,-60 76 32 0,45-54-96 0,6 0-368 15,-2-3-420-15,11-3-268 0,-4-3-8 16,4-6-96-16,4-3-24 0,0-4 72 15,3 0 48-15,6-4 120 0,-2-6-96 0,6-2-24 16,-2-4-340-16,2-3-148 0,-2 2-76 16,2-1 148-16,-6 5 60 0,-3 3 112 15,4 4 20-15,-8 3 52 0,0 3 36 0,0 0 136 16,0 3 64-16,-4 7 304 16,0 2 52-16,0 1-52 0,4-1-28 0,-4 5 28 15,0-8-124-15,0 1-36 0,0-4-60 16,5-3-148-16,-2-3-124 0,5 0-132 15,4-7 124-15,4-5-16 0,0-7-120 0,4-6-652 16,4-1-1272-16,0-6-1660 0,-5 0-401 16,-2 7-87-16</inkml:trace>
  <inkml:trace contextRef="#ctx0" brushRef="#br1" timeOffset="-109423.535">24997 6924 7140 0,'0'0'4441'0,"0"0"-3377"16,0 0-492-16,0 0 588 0,0 0 340 0,0 0-100 15,0 0-360 1,-12 89-644-16,8-57 536 0,0 0-588 0,-4 0-344 0,1 2-72 16,-2-2-16-16,1 0 44 0,4-4 40 15,-3-2 4-15,2-7-8 0,5-3-64 0,0-4 60 16,0-3-76-16,0 2-84 0,9-5 12 16,2 1-48-16,2-1 60 15,2 0-12-15,2 0 0 16,-2 4-100-16,1-4 76 0,0 4 112 0,-5-1 72 15,2 1 8-15,-2 3 76 0,-2-1 52 16,-1 1-36-16,-4-1 60 0,0-2 36 16,-1 4-84-16,-3-6-12 0,0-2 8 0,-7 5 88 15,-1-6-36-15,-5 5-160 0,-2 0-60 16,-1-4-52-16,0 1-72 16,-4-5-24-16,5 2-212 0,-2-4-208 0,6 0-680 15,-6-6-1048-15,9-1-2001 0,-4-5-2439 0</inkml:trace>
  <inkml:trace contextRef="#ctx0" brushRef="#br1" timeOffset="-109148.739">25336 7457 14321 0,'0'0'2256'16,"0"0"-1820"-16,0 0-12 0,0 0 256 15,-84 29 108-15,64-12-88 0,4-2-212 0,0 10-328 16,4 1-24-16,-4 2 48 16,4 4 120-16,5-4 168 0,-2 1-68 15,5-4-235-15,4-5-21 0,0-4-140 0,0-3-8 0,9-4-96 16,2-6-61 0,1 0 61-16,4-3-4 0,5-3-216 15,-2-6 36-15,1-4-156 0,4-3-164 0,-4 0-320 16,-4-3-672-16,-4 6-816 15,-5-2-812-15,-2 8-1929 0,-5-3-1043 0</inkml:trace>
  <inkml:trace contextRef="#ctx0" brushRef="#br1" timeOffset="-108888.478">25216 7645 7988 0,'0'0'4717'0,"0"0"-3293"0,0 0-44 0,0 0 212 16,0 0-256-16,0 0-424 0,0 0-448 15,0 0-292-15,76 33-172 0,-52-40-268 16,0-3-248-16,-5 1-148 0,5-5-92 0,-7 5-236 15,-6-1-216 1,-3 1-104-16,1 3-432 0,-5-4-109 16,-4 7 497-16,0 0 1020 0,-4 3 336 0,-5 0 516 15,1 3 144-15,-3 7-296 0,2 2 449 16,1 4 159-16,-3 0-64 0,3 7-68 16,-1-2 8-16,5 1-40 0,-3 3-104 0,-1 2-156 15,4-5-160-15,4 0-212 0,0-5-176 16,4-9-236-16,4-2-560 0,7-6-36 15,2-2-164-15,3-8-500 0,-5-3-1745 16,6-15-6279-16</inkml:trace>
  <inkml:trace contextRef="#ctx0" brushRef="#br1" timeOffset="-108691.28">25643 7286 11581 0,'0'0'3084'0,"0"0"-2012"0,0 0 20 0,4 83 852 0,3-58-336 16,1 5-416 0,1-9-643-16,2 1-501 0,1-3-48 15,1 1-196-15,-6-8-413 0,5-2-291 16,4-4-64-16,5-6-280 0,-2 0-796 16,-3-3-920-16,7-13-2333 0</inkml:trace>
  <inkml:trace contextRef="#ctx0" brushRef="#br1" timeOffset="-108547.245">25933 7185 6976 0,'0'0'6281'0,"0"0"-5177"0,0 0-648 0,-87 64 428 16,55-33 568-16,-4 6-400 0,0 2-444 16,1 2-472-16,-1-2-136 0,-5-1-304 0,6-1-352 15,-5 2-524-15,4-4-920 0,8-7-2669 16,-16 8-2803-16</inkml:trace>
  <inkml:trace contextRef="#ctx0" brushRef="#br1" timeOffset="-103133.068">26420 6838 1136 0,'0'0'272'16,"0"0"8276"-16,0 0-6975 0,0 0-585 16,0 0-84-16,0 0 380 0,15 77 112 0,-15-49-120 15,0 4-360-15,5 6-276 0,-5 1-112 16,4 5-124-16,0 1-84 0,-1-4-52 16,-3 3-172-16,4-3-20 0,0-5-76 15,0-5-12-15,5-6-64 0,-5-6 4 0,3-6-184 16,1-4-36-16,0 1-248 0,0-7-236 15,0 1-312-15,0-4-764 0,0 0-1988 16,-4-13-3045-16</inkml:trace>
  <inkml:trace contextRef="#ctx0" brushRef="#br1" timeOffset="-102916.541">26547 7178 4256 0,'0'0'7861'16,"0"0"-6353"-16,0 0-708 0,0 0-244 0,0 0 224 15,0 0 116-15,0 0-336 0,0 0-152 0,0 0-48 16,95 19-16-16,-63-9 76 16,4-4 60-16,5 0-52 15,2 1-144-15,5-7-76 0,3 0-76 0,1 0-132 16,4-7-36-16,-4 1-24 16,0-3-112-16,0-1-72 0,-5 1-248 0,1-1-256 15,-4 1-280-15,0-1-348 0,-8 1-664 0,-4-2-824 16,-12 6-2157-16</inkml:trace>
  <inkml:trace contextRef="#ctx0" brushRef="#br1" timeOffset="-102595.05">27359 6975 5168 0,'0'0'7149'16,"0"0"-5201"-16,0 0-1468 0,0 0-288 0,0 0 248 0,0 0 416 15,0 0 56-15,0 0-252 16,0 0-280-16,0 0-156 0,88 22 12 0,-52-19-172 16,4 1-64-16,0 2-48 0,3-3-4 15,-6 3 4-15,-1 1-40 16,-4-1 28-16,-4 4-52 16,-5 0 12-16,-3 2 16 0,-4 1-40 0,-4 2-48 0,-4 4 60 15,-8 1-24-15,0 5 72 16,0 1-108-16,-12-1-92 0,0 3 152 0,-8 1 12 0,-4 3 16 15,0-4-4-15,-4 1 24 16,5 0-24-16,-5-4-24 0,0-3-88 16,4 1-16-16,0-8-324 0,4 0-456 15,0-5-672-15,9 1-1433 0,-2-11-3179 0</inkml:trace>
  <inkml:trace contextRef="#ctx0" brushRef="#br1" timeOffset="-101014.716">28925 7136 848 0,'0'0'468'0,"0"0"484"0,0 0-480 15,0 0 4040-15,0 0-3484 0,0 0-56 16,0 0 24-16,0 0 61 0,4-72 75 16,-4 62-112-16,0 8 72 0,0-5-312 0,-4 7 116 15,1 0-84-15,-1 0-276 16,0 0-288-16,-9 16-248 0,2 3 48 16,-10 7-36-16,2 9 260 0,3-4 36 0,4 1 0 15,0-7-72-15,4-5-236 16,4-5-44-16,4-5-112 0,0-7-192 0,0 0-72 0,8-3 200 15,0 0-92-15,8-6 164 16,0-4-88-16,0-5-200 0,4-5-44 16,-5 1 4-16,6 0-92 0,-10 0 380 0,6 0-52 15,-10 7 176-15,6-1-36 0,-9 2 100 16,3 9-52-16,-7-2 52 0,4 4-60 16,0 4 60-16,0 3 252 0,5 5 152 15,-5 1 12-15,3 9 60 16,-3 0 4-16,4 4-56 0,-4 2-100 0,1 4 12 15,-2-1-4-15,1 2-36 0,0 1-48 16,0-2-48-16,-4 3-40 0,4-3 24 0,-4 2 0 16,0 1 96-1,0 0-32-15,-4-3-68 0,0-4-56 0,0-2 0 16,0-1 72-16,-4-6-4 0,0 1-68 0,0-5-28 16,1 2-36-16,-2-2-52 0,-3-5 4 15,1 2 76-15,-6-2-16 0,2-4 24 0,-1-2-32 16,-5-2-24-16,6 3-40 15,-5-5-60-15,4-5 48 0,0-4-76 0,-4-7-68 16,4 0-16-16,4-2-12 0,0-6-156 16,0 3 108-16,8-1-40 0,1 0 52 15,3 3 84-15,0-1 28 0,3 5-88 0,5 2 96 16,4 0 16-16,0 4 20 0,4-4 16 16,-4 7 44-16,0-7-44 0,-1 6 40 15,2 0-92-15,-1 2-48 0,0-2-64 16,-4 5-320-16,3-2-412 0,-7 1-716 0,5 3-896 15,-1-4-2265 1,-4 4-2611-16</inkml:trace>
  <inkml:trace contextRef="#ctx0" brushRef="#br1" timeOffset="-100498.227">29305 6750 4652 0,'0'0'1184'0,"0"0"1208"0,0 0 697 0,0 0-1153 0,0 0-716 16,0 0-348-16,0 0-244 0,0 0-100 16,0 0 84-1,-17 73-56-15,13-48-96 0,-3 0-128 0,2 5-84 16,-3-2-188-16,0-3-60 0,1 4-132 15,-2-1-76-15,-3-3-336 0,5 4-224 16,-6-7-184-16,5 4-356 0,1-7-752 16,3 0-1985-16,0-3-1875 0</inkml:trace>
  <inkml:trace contextRef="#ctx0" brushRef="#br1" timeOffset="-100097.78">29663 7049 5444 0,'0'0'208'0,"0"0"2056"15,0 0-180-15,0 0-507 0,0 0-273 16,0 0-28-16,0 0-280 0,0 0-340 16,0 0-88-16,0 0-132 0,59-7 0 0,-42 19-112 15,-2 5-4-15,2 4 16 0,-2 4-16 0,5 5 0 16,-4-2-100-16,4 1-48 15,0-1-72-15,0 1-100 0,-4-4-88 16,-1 0-8-16,2-2-116 0,-2-4-20 0,-2-3-300 16,2-7-220-16,-2 1-220 0,-2-7-236 15,1 0-492-15,-3-3-668 16,-2 0-565-16,-3-9-1883 0</inkml:trace>
  <inkml:trace contextRef="#ctx0" brushRef="#br1" timeOffset="-99919.032">30089 7038 2644 0,'0'0'6360'0,"0"0"-4175"0,0 0-1337 0,0 0-208 15,0 0 496-15,-88 51 156 0,64-29-376 0,1 3-460 16,-1 2-268-16,0-2-188 0,-4 0-48 16,4-3-88-16,0 1-220 0,-4-1-624 0,0 1-528 15,8-9-1569-15,-12 3-2907 0</inkml:trace>
  <inkml:trace contextRef="#ctx0" brushRef="#br1" timeOffset="-99730.156">29360 7324 13509 0,'0'0'2400'0,"0"0"-1720"0,0 0-592 16,0 0 348-16,0 0 24 0,0 0-324 0,0 0-136 16,59-70-524-16,-42 58-516 0,-2-1-252 15,-2 3-704-15,-2-2-3049 0</inkml:trace>
  <inkml:trace contextRef="#ctx0" brushRef="#br1" timeOffset="-99125.793">29468 5922 5540 0,'0'0'1744'0,"0"0"-408"16,0 0-208-16,0 0 149 0,0 0-81 0,0 0-428 16,0 0-336-16,0 0 64 15,0 0 468-15,0 0 56 0,0 75-328 16,3-43-80-16,-3 3-44 0,0 4-160 16,0 1-72-16,0 2-264 0,-7-1-72 15,3-3-136-15,-5-4 0 0,5-4-60 0,4-5-88 16,-3-3-112-16,3-6-192 0,0-3-48 15,0-4 20-15,0-3-140 0,0-3-452 16,3-3-668-16,-3 0-617 0,8 0-1871 0</inkml:trace>
  <inkml:trace contextRef="#ctx0" brushRef="#br1" timeOffset="-98446.429">29579 5788 1056 0,'0'0'2088'0,"0"0"-1436"0,0 0-300 0,0 0 2784 15,0 0-944-15,0 0-900 0,0 0-235 16,0 0-61-16,12 66 64 0,-4-36-160 0,-4-3-220 15,0 9-192-15,-1 2 44 0,2-1-96 16,-5 5-88-16,0-1-192 0,0 1-156 16,0-4-84-16,-5 3 20 0,2-6-96 15,-1-4-52-15,-4-1-312 0,4-5-144 0,0 0-76 16,0-6 24-16,4-3 124 16,-4-1-632-16,0-2-1477 0,4-6-2447 0</inkml:trace>
  <inkml:trace contextRef="#ctx0" brushRef="#br2" timeOffset="-61399.099">23184 1241 3180 0,'0'0'4'0,"0"0"7572"16,0 0-6135-16,0 0-369 0,0 0-92 15,0 0 208-15,0 0-44 0,0 0-324 0,0 0-324 16,0 0-148-16,-3-20-64 0,3 20 72 15,-4 0 0-15,-1 0-72 16,1 0-164-16,-4 0-108 0,-3 0-8 0,-2 5-4 16,2 4-84-16,-10 0-28 0,2 8-8 0,-1 1-16 15,-4 8 12-15,-4 2 0 0,-4 4 4 16,0 3-64-16,4 3 120 0,0-3 4 16,0 3 48-16,9 0-76 0,-2-3 16 15,6 0 56 1,2 0-32-16,2 0-24 0,7-4 60 0,4-2-52 15,0-4 4-15,4-5 60 0,7-5 36 0,2-3 64 16,2 2 72-16,6-5 124 0,-2-2-40 16,5-4-72-16,0 0 4 15,0-3-44-15,4 0 4 0,0-6-136 0,-1-1 32 0,-3-5-44 16,1 1-108-16,-1-1-64 16,-5-3-124-16,-3 2-108 0,-4 1 8 15,1-1-160-15,-6 1-200 0,-3-2-236 0,0 1-456 16,-4 1-500-16,0 2-1065 0,-4 0-1551 0,-11-2-455 15</inkml:trace>
  <inkml:trace contextRef="#ctx0" brushRef="#br2" timeOffset="-61244.433">23001 1602 2832 0,'0'0'716'0,"0"0"-376"0,0 0 1692 16,0 0 968-16,0 0-1076 0,0 0-867 0,0 0-377 15,0 0 36-15,0 0-68 0,0 0-168 16,52-28-240-16,-44 25-240 15,3 1-48-15,2-5-180 0,-1 0-228 0,-1 1-552 16,2 3-480-16,-6-4-601 0,1 1-131 16,1 6-176-16,-5-3 104 0,0 0 204 0</inkml:trace>
  <inkml:trace contextRef="#ctx0" brushRef="#br2" timeOffset="-61094.06">23156 1527 940 0,'0'0'2008'0,"0"0"636"16,0 0-704-16,0 0-616 0,0 0-356 15,4 73-48-15,-4-57-83 0,0 3-105 16,0 3-96-16,0 0-24 0,0 1-64 0,0 2-16 15,-4 4 200-15,4-4 188 0,0-4-632 16,0-2-288-16,0 1 0 0,0-4-176 16,0 0 0-16,8-4-164 0,0-2-580 0,4-3-320 15,4-1-640-15,0-3-1049 16,12-3-3751-16</inkml:trace>
  <inkml:trace contextRef="#ctx0" brushRef="#br2" timeOffset="-60276.58">24212 1663 2948 0,'0'0'5636'0,"0"0"-4008"0,0 0-968 16,0 0-107-16,0 0 591 0,0 0 80 15,0 0-300-15,0 0-204 0,84 7-92 16,-60-4-24-16,-1-3-156 0,1 3-152 16,4 0-48-16,0 1 52 0,4-2-40 0,4 2-4 15,0-1-20-15,4 0-16 0,3 0-60 16,2-3-60-16,2 4-28 0,1-4 4 16,4 0-72-16,-4 0 44 0,4 0-48 0,-1-4 0 15,1 1-12 1,4 0 8-16,-5 0-4 15,5-1-56-15,4 2 4 0,-4-2 52 0,4 4-104 0,0 0-48 16,-1 0 4-16,1 6 92 0,0-2 64 16,4 2 76-16,-1-3-76 0,5 1 0 0,3-1 108 15,2 0-108-15,6-3-8 16,-3 0-84-16,3 0 88 0,5 0-56 16,-4 0 56-16,-1-6-44 0,1 2 44 15,-8 4-84-15,4-3-32 0,-8 3-32 16,-9 0 56-16,1 0 96 0,-9 0-8 0,1 0 0 15,-8 3 0-15,4 1 8 0,-4-1-8 16,-4 0-56-16,4-3 64 0,-5 0-4 0,5 0-8 16,-4 0 4-16,-4 0-92 0,4 0 40 0,-8-3-64 31,4 0-24-31,-4-4 140 0,-4 4-4 16,0-4-64-16,-5 5-36 0,-3-2-172 0,0-2-92 15,-8 3-8-15,-1 0-172 0,2-1-400 0,-5 1-248 16,-4 0-276-16,-1 0-413 15,2 0-491-15,-1 0-580 0,0-4-960 0</inkml:trace>
  <inkml:trace contextRef="#ctx0" brushRef="#br2" timeOffset="-59906.15">27539 1539 5412 0,'0'0'8'0,"0"0"1356"16,0 0 1220-16,0 0-1188 0,0 0-559 0,0 0 63 16,0 0-252-16,0 0-200 0,0 0-116 15,0 0 8 1,76 10 80-16,-60-1 172 0,-4 2-64 0,4-3-152 16,0 3 152-16,-1 1-4 0,-2-3-64 0,-2 1-188 15,1-1-88-15,1 1-60 0,-2-4 0 16,1 4-24-16,0-4-88 0,0 4 0 0,-4-1-12 15,0 1 0-15,-4-1 0 0,0 1 72 16,0-1-8-16,-4 4 156 0,0 3 0 16,-4-4 100-16,-4 4 160 0,-4 1-92 15,-4 1-156-15,-4-1-120 0,-4 1-108 0,-8 5-4 16,-4-5-36-16,-3 5-64 0,-6-1-156 16,-10 0-356-1,-1 0-224-15,-3 4-300 0,-1-5-348 0,8 2-952 0,12-7-2109 16,-3 4-3411-16</inkml:trace>
  <inkml:trace contextRef="#ctx0" brushRef="#br2" timeOffset="-58115.462">28014 1514 6188 0,'0'0'2908'15,"0"0"-95"-15,0 0-1749 0,0 0-528 0,0 0 112 16,0 0 172-16,0 0-88 0,79 63-176 16,-67-49 28-16,-4-3-48 0,4 0-112 15,-5 2-128-15,6-4-88 0,-5 0-48 16,-1 1-60-16,-2-1 84 0,3-2-24 0,-8 2 88 16,0-3-4-16,0 7 64 0,0-3 96 15,-17 6 144-15,-2 4-96 16,-9-2-172-16,-8 4-172 0,-8 1-108 15,1-2-52-15,-10 2-108 0,1-4-168 16,-3 0-428-16,-1 0-508 16,8-3-1112-16,-23-1-3533 0</inkml:trace>
  <inkml:trace contextRef="#ctx0" brushRef="#br2" timeOffset="-57239.394">23340 1974 392 0,'0'0'2088'0,"0"0"3428"0,0 0-3392 0,0 0-567 15,0 0-401-15,0 0-112 0,0 0-108 0,0 0-152 16,0 0-128-16,0 0-244 16,0-5-152-16,0 5-148 0,0 0-112 0,0 8-100 15,0 6 100-15,0 2 124 0,0 5 40 16,0 5-4-16,0 2-60 0,0-2-52 16,-4-1-48-16,4 0-4 0,-4-2-44 15,-1-8 48-15,5 5-76 0,0-8-48 0,0-2 52 16,0 0-4-16,0-4-48 0,0 0-224 15,0-3-184-15,0 1 44 0,0-4-128 16,0 3-296-16,0-3-680 16,0 0-1525-16,-8 0-3243 0</inkml:trace>
  <inkml:trace contextRef="#ctx0" brushRef="#br2" timeOffset="-56973.365">23260 2165 3664 0,'0'0'352'0,"0"0"3856"0,0 0-3300 0,0 0-380 0,0 0 44 16,0 0 445-16,0 0 115 15,0 0-316-15,0 0-280 0,0 0-40 0,24 70-104 16,-17-57 0-16,2-4-64 0,-1 1 24 16,-4-1-76-16,3 1-40 0,-3-7-32 0,5 3-40 15,-5-3-16-15,0-3-36 0,3 4 64 16,1-4-16-16,1 0 4 15,6-4-80-15,-2-2-8 0,6-7-76 0,1-3 0 16,0-2-160-16,4-6-140 0,4 3-284 16,0-5-212-16,0-2-212 0,0-1-272 15,4-3-1237-15,-4 1-3019 0</inkml:trace>
  <inkml:trace contextRef="#ctx0" brushRef="#br2" timeOffset="-46361.049">20499 2721 4136 0,'0'0'4024'0,"0"0"-1528"0,0 0-1223 0,-64 86-233 15,48-61 180-15,1-6 168 0,2 0-168 16,5-10-104-16,1-2 32 16,7-4-168-16,0-3-124 0,0 0-116 0,0-3-107 15,0-7-185-15,4-3-36 0,-1-2 12 16,9-12-220-16,1-6-120 0,2-9-48 15,1-12-36-15,4-3-132 0,4-9 0 0,-4 1-12 16,-1-1-184-16,5 5 136 16,1 1-4-16,-1 3-56 0,4 4 32 15,0-2 40 1,-1 8-40-16,4 2 99 0,-3 6-39 0,0 9 64 0,0-3-64 16,0 12 64-16,-3 1-12 0,3 8-40 0,-9 2-108 15,5 10-84-15,-4 0 44 0,-1 13 104 16,2 6-56-16,-1 10 200 0,-5 6 36 15,2 6 12-15,-6 7-48 0,-3 5 0 0,1 5 48 16,-1-4 12-16,-5-1-8 0,1-2-4 16,-4-6 0-16,0-4 0 0,0-3 96 15,-4-7-88-15,-3-2 116 16,-6 1-120-16,-2-2-4 0,-6-3-112 0,2 0-20 16,-9-3-336-16,0-6-260 15,-4-3-12-15,1-3 180 0,-5-4-40 0,-5-6 172 16,-2-4 200-16,-9-8 216 0,1-7 12 0,-5-6 188 15,-8-4 180-15,0-2-104 16,-4-8-164-16,0 4 0 0,5 0-52 0,7 1-36 16,5 5 200-16,10 4 24 0,9 5-72 0,9 7 208 15,10 1 72-15,10 3 72 0,3 2-220 16,7-2-184 0,17-1 84-16,12-6 136 0,12 0-52 0,16-3-156 15,11 0-124-15,13-6 4 0,11 3 100 16,10-3-104-16,1 0-4 0,6-2-80 15,0 8-28-15,-9 1-96 0,-6-2 12 0,-10 8-96 16,-16 2-52-16,-11 0-28 0,-12 3-60 16,-16 7-12-16,-8 0 120 0,-17 0 116 0,-2 7 68 15,-9 3-20-15,-12 0 160 16,-8 5 284-16,-11 11-132 16,-10 2 108-16,-6 7-48 0,-9 9-88 0,-12 1-116 15,0 9 52-15,-11 3-4 0,-5 4-56 16,-12 5-172-16,1 7 172 0,-9-4 88 15,0 8 48-15,9-6 36 0,7-8-20 0,13-3-152 16,7-8-172-16,12-8-496 0,8-6-540 16,16-10-3192-16,-15 7-3025 0</inkml:trace>
  <inkml:trace contextRef="#ctx0" brushRef="#br2" timeOffset="-12864.398">14168 17523 404 0,'0'0'2856'16,"0"0"-1656"-16,0 0-524 0,0 0-12 0,0 0 196 15,0 0-52-15,0 0-240 0,0 0-124 0,0 0-200 16,0 0 196-16,4 0-192 15,-4 0-16-15,0 0 672 0,0 0-155 0,0 0-209 16,0 0-156-16,3 0 28 0,-3 0 96 0,0 0 80 16,0 0-68-16,0 0-152 15,4 0-92-15,1 0-48 0,3 3 60 16,7 0 116-16,5-1 64 0,5 3-168 16,-1 1-40-16,3-3-72 15,5 3-112-15,-1-3-4 0,2-3-56 0,3 0-12 16,0 0-4-16,-1-6-32 0,1 0 32 0,0 0 0 15,-4-4-96-15,-4 3-100 0,-4-2-204 16,-4 3-132-16,-5 0-108 16,2-1-80-16,-9 7-384 0,-5-4-816 0,1 4-933 15,-4 0-1595-15</inkml:trace>
  <inkml:trace contextRef="#ctx0" brushRef="#br2" timeOffset="-12555.393">14243 17691 9440 0,'0'0'1268'15,"0"0"-535"-15,0 0-501 0,0 0 412 16,0 0-84-16,0 0 320 0,0 0-16 15,0 0-348-15,88 28-100 0,-56-21-28 0,4-4 104 16,0-1-152-16,4-2-140 0,-5 0-60 16,1 0-140-16,4-2-4 0,-8-4-4 15,0-5-56-15,0 3-84 0,-4-5-64 16,-5 3-280-16,-3-3 152 0,1 1-100 16,-6-1-100-16,-2 0-156 0,-6 1-360 0,1-4-828 15,-4 6-1313-15,-4-2-2543 0</inkml:trace>
  <inkml:trace contextRef="#ctx0" brushRef="#br2" timeOffset="-12210.868">14650 17319 6596 0,'0'0'2128'0,"0"0"-844"15,0 0-820-15,0 0 129 0,0 0 475 16,0 0-32-16,0 0-184 0,0 0-244 0,0 0-204 16,0 0-164-16,96 7-28 0,-77-4 4 15,1 3-56-15,4 1-96 0,0-1-60 16,-8 4 4-16,4-1 44 0,-4 0-4 0,-4 1 52 16,0 3 32-16,-5 0 4 15,-3 5 16-15,-4 1-28 0,0 0-24 0,0 7-100 0,-11-1-44 16,-1 4-16-16,-8 0 48 15,4 2-76-15,-4-2-24 16,-4 2-40-16,0-1-176 0,5-2-76 0,-6 0 28 16,-2 1 24-16,2 0-80 0,1-4-176 15,1 0-144-15,3-3-28 0,4-2-120 0,-4 2-245 16,8-3-215-16,4-3-716 0,0 0-2180 0</inkml:trace>
  <inkml:trace contextRef="#ctx0" brushRef="#br2" timeOffset="-9789.519">15689 17075 5928 0,'0'0'2092'0,"0"0"-860"0,0 0 537 15,0 0-573-15,0 0 184 0,0 0-288 16,0 0-148-16,0 0 12 0,0 0-84 16,0 0-240-16,0-7-176 0,0 11-52 0,0 5-20 15,5 8-92-15,-5 2-144 0,8 9-64 16,-4 13 12-16,0 3-96 0,3 7-48 15,2 10-16-15,-1 2 52 0,-4 4 0 0,3 6-84 16,2-4 32 0,-5 4-20-16,0-2 24 0,-4-2-4 15,4-2 56-15,-4 0-64 0,0-4-28 0,0-6-60 16,0-12-120-16,0-10 32 0,0-16-96 16,7-7-264-16,6-5-188 0,2-7-320 0,2 0-184 15,-2-7-584-15,1 1-805 0,12-19-2027 16</inkml:trace>
  <inkml:trace contextRef="#ctx0" brushRef="#br2" timeOffset="-9415.47">16705 17243 4364 0,'0'0'4720'0,"0"0"-3428"0,0 0-531 16,0 0 331-16,0 0 248 0,0 0-236 16,-87-28-320-16,67 30-320 0,0 8-200 15,-3 6-24-15,-1 3-112 0,-4 10-120 0,0 6-4 16,-4 6 4-16,4 7 192 0,-4 5 48 16,4 8-12-16,4 2-36 0,5 1-28 15,-2 3-12-15,10-4 28 0,-2-6 20 16,13-6 4-16,0-9 48 0,4-8 120 15,12-9-148-15,0-6 28 0,8-6-64 0,0-3-76 16,4-7-64-16,4-3-56 16,-4 0-16-16,4-10-80 0,-4 1 24 15,0-7-4-15,0-3-68 0,-9 3-80 16,1-3-144-16,-8 4-172 0,0-2-116 16,-8 2-76-16,0 2-288 0,-4 1-376 0,0-2-296 15,-8 3-401-15,0 0 37 0,-8-2 96 16,0 4-32-16,0 0-108 0,-4-4 52 15</inkml:trace>
  <inkml:trace contextRef="#ctx0" brushRef="#br2" timeOffset="-9274.166">16471 17754 1456 0,'0'0'2608'0,"0"0"36"0,0 0-280 16,0 0-556-16,0 0-239 0,0 0-321 15,0 0-196-15,0 0-68 0,0 0-104 16,32 19-256-16,-13-12-116 0,-3-7-172 0,5 3-240 16,-6-3-96-16,1-3-320 0,0-4-376 15,0-2-200-15,0-1-316 16,-4-2-296-16,0 1-836 0,-4-1-1537 15,0 3-163-15</inkml:trace>
  <inkml:trace contextRef="#ctx0" brushRef="#br2" timeOffset="-9141.394">16658 17684 4452 0,'0'0'2784'0,"0"0"-852"0,0 0-416 0,0 0-127 0,0 0-237 0,-28 77-288 0,24-55-220 16,4 3-276 0,0 4-156-16,0 6-24 0,4-1 176 0,4 5 656 15,-4-4-488-15,4-3-308 0,-4-7-76 0,0 0-148 16,4-6-160-16,-1-2-176 0,2-3-312 15,-1-3-268-15,0-5-660 16,4-6-712-16,-4 0-525 0,7-12-2727 0</inkml:trace>
  <inkml:trace contextRef="#ctx0" brushRef="#br2" timeOffset="-8944.327">16989 17738 10724 0,'0'0'2709'0,"0"0"-1529"0,0 0-892 0,0 0 456 16,0 0 360-16,0 0-232 0,0 0-376 0,0 0-336 16,0 0 36-16,0 0-144 15,0 0-52-15,71-2-160 0,-55-8-312 0,-4 1-196 16,0-2-496-16,0 6-640 0,-8-2-2113 16,4 0-1671-16</inkml:trace>
  <inkml:trace contextRef="#ctx0" brushRef="#br2" timeOffset="-8422.178">17558 17256 7948 0,'0'0'2392'15,"0"0"-615"-15,0 0-765 0,0 0 44 0,0 0 68 16,0 0 96-16,0 0-88 0,0 0-264 15,80 75-400-15,-57-42-88 0,2 5 60 16,-1 3-172-16,4 3-108 0,-8 0-100 16,3 2-8-16,-6-2-52 15,3-3-64-15,-9-2-144 0,1-9-180 0,-3-3 8 0,-2-5-16 16,-3 0-60-16,4-6-124 16,-4-4-212-16,-4-2-264 0,4-7-404 0,0-3-396 15,-4 0-445-15,4-13-795 0,0 1-4 16</inkml:trace>
  <inkml:trace contextRef="#ctx0" brushRef="#br2" timeOffset="-8207.189">18028 17234 8868 0,'0'0'2905'0,"0"0"-2021"15,0 0-668-15,0 0 488 0,-71 78 612 16,50-48-208-16,-7 1-416 0,5 8-356 15,-5-2-76-15,-3 5-108 0,3-2-152 16,-4 6-72-16,0-2-52 0,-4-3-52 0,8 1-172 16,0-1-404-1,4-6-116-15,0-3-32 0,9-7-64 0,-2-6-176 16,13-3-609-16,0-7-1023 16,4-6-2456-16</inkml:trace>
  <inkml:trace contextRef="#ctx0" brushRef="#br2" timeOffset="-7959.019">18112 17647 9140 0,'0'0'1252'0,"0"0"-772"16,0 0 409-16,0 0 567 0,76-4-512 0,-56 4-488 15,-8 0-292-15,0 0-116 0,-5 0 44 16,-3 0 68-16,1 6 108 0,-5 7-16 15,0 0-64-15,-5 3-64 0,1 3-12 16,-7 0-104-16,-2 3-8 0,2-3 0 16,-5 0-44-16,4 0-232 0,0-6-340 15,4-4-168-15,0-5-68 16,0-4-184-16,4 0-1397 0,4-20-3631 0</inkml:trace>
  <inkml:trace contextRef="#ctx0" brushRef="#br2" timeOffset="-7815.549">18160 17415 10376 0,'0'0'2941'0,"0"0"-1509"16,0 0-1104-16,0 0 340 15,0 0 212-15,0 0-180 0,0 0-368 0,0 0-320 16,0 0-12-16,92-13-444 0,-73-3-440 16,5-3-480-16,-3 6-1140 0,-2-12-3501 15</inkml:trace>
  <inkml:trace contextRef="#ctx0" brushRef="#br2" timeOffset="-7528.071">18574 16929 7384 0,'0'0'2280'0,"0"0"-715"0,0 0 255 15,4 73 136-15,-4-41-172 16,4 2-432-16,-4 2-368 0,5 5-88 0,-1 0-152 15,-4 7-244-15,4 2-172 0,-4 4-180 16,0 0-140 0,-4 8-8-16,0-4-112 0,-5 7-8 0,-2-2-76 15,3 1-156-15,-1 2-48 0,1-2 128 0,5 0-8 16,-1-11-148-16,0-2 84 16,0-10 88-16,4-9 108 0,0-6-172 0,0-10-164 15,0-4-484-15,4-5-408 0,0-5-344 16,0-2-528-16,-1 0-397 0,1-7-1267 15,4-1-592-15</inkml:trace>
  <inkml:trace contextRef="#ctx0" brushRef="#br2" timeOffset="-6967.579">19025 17643 7796 0,'0'0'2552'0,"0"0"-727"16,0 0-509-16,83-6 56 0,-51 3-140 0,4-1-440 15,0 1-384-15,0 0-272 0,-4 0-128 16,-1-4-8 0,1 5-64-16,-4-2-72 0,-4 1-124 0,-8 0-216 15,-4 0-592-15,-4 3-576 0,-4 0-1561 0,-4 3-4131 16</inkml:trace>
  <inkml:trace contextRef="#ctx0" brushRef="#br2" timeOffset="-6791.153">19168 17808 10388 0,'0'0'2341'0,"0"0"-1221"15,0 0-204-15,0 0 16 0,0 0-140 16,0 0-108-16,84 22-160 0,-49-22-228 16,1 0-168-16,1 0-128 0,-2-3-248 15,1-6-272-15,0 3-364 0,-1-4-740 16,-7 0-1576-16,8-2-3989 0</inkml:trace>
  <inkml:trace contextRef="#ctx0" brushRef="#br2" timeOffset="-6183.197">20065 16973 5624 0,'0'0'1912'0,"0"0"-408"15,0 0-68-15,0 0 81 0,0 0-285 0,0 0-128 16,0 0-68-16,0 0 96 15,0 0-76-15,0 0-288 0,47 67-76 0,-43-35-188 16,4 2-100-16,-3 5-100 0,-5 2-144 16,4 7-148-16,-4-3-12 0,0 2-44 0,0 0-92 15,0-5 28-15,0 2-28 0,0-9-144 16,0 0-164-16,3-10-268 16,9-9-168-16,1-3-200 0,2-13-356 15,5 0-260-15,4-16-432 0,-4 3-1105 16,8-18-3147-16</inkml:trace>
  <inkml:trace contextRef="#ctx0" brushRef="#br2" timeOffset="-5888.173">20623 17062 6732 0,'0'0'2624'16,"0"0"-1176"-16,0 0-587 0,0 0 255 15,0 0 80-15,0 0-424 0,0 0-204 0,0 0-216 16,-84 57-64-16,72-38 44 0,0 1-32 15,0 5-28-15,-1 7-60 16,6 0 0-16,3 2-12 0,0 4-52 16,4 1-112-16,0-5-36 0,0-2-84 0,0-7 84 15,8-6 172-15,-1-6-48 16,6-3-44-16,-1-3-80 0,0-7-76 0,4 0 76 16,0 0 4-16,-1-11 84 0,6-4-88 15,-2-3-64-15,-3-2-256 0,0-2-216 16,-4-1-148-16,0 4-188 0,-4 3-148 0,-8 0-224 15,0 4-436 1,0-2-1005-16,-8 8-1731 0,-4-2-39 0</inkml:trace>
  <inkml:trace contextRef="#ctx0" brushRef="#br2" timeOffset="-5628.917">20543 17279 3816 0,'0'0'2916'0,"0"0"-680"0,0 0-584 16,0 0-311-16,0 0-405 0,0 0-60 0,0 0-176 15,0 0-320-15,0 0-304 0,0 0-76 16,63 5-216-16,-42-14-304 0,-2-4-140 15,-3 0-260-15,0 4-168 0,-4-1-165 0,-4 1-51 16,0 5 4-16,-5 2 144 0,-3 2 504 16,0 0 652-16,0 0 548 0,-7 2 624 15,3 2-84-15,0 5 180 0,-4-2-195 16,4 3-17-16,4-1-100 0,-4 7-152 0,4-4-220 16,0 4-244-16,0 1-124 0,8-3 0 15,0 9-16-15,0-4 392 0,-1 0-224 16,2 1-200-16,3-8-168 15,-5 1-160-15,-3-3-308 0,5-1-176 16,-1-3-124-16,-1-3-276 0,2-3-452 16,-5 0-1045-16,4-6-2355 0</inkml:trace>
  <inkml:trace contextRef="#ctx0" brushRef="#br2" timeOffset="-5367.617">20956 16964 6960 0,'0'0'2012'0,"0"0"-952"16,0 0-336-16,0 0 573 0,0 0 135 0,0 0 16 15,0 0-416-15,0 0-228 0,0 0-84 16,13 76-124-16,-9-48-28 0,0 4-40 16,-4 3-160-16,4 0-124 0,-1 3-120 0,2 3-4 15,-1 1-112-15,0-2-8 0,-4 5-60 16,4-4-40-16,-4-2-180 15,0-1-212-15,0-6-272 0,4-4-124 0,-4-2-284 16,4-7-580-16,-1-4-492 0,-3-5-785 16,9-4-2339-16</inkml:trace>
  <inkml:trace contextRef="#ctx0" brushRef="#br2" timeOffset="-4924.049">20028 18059 8824 0,'0'0'2365'0,"0"0"-1361"0,0 0 208 0,0 0 248 16,0 0-328-16,88 13-240 0,-56-13-260 16,4 0-148-16,12-4-124 0,-1 2-140 15,9-5-132-15,4-3 48 0,4 4 60 16,8-7-76-16,-1 1-40 15,5-1-80-15,0-3-12 0,3 0 8 16,1 1 0-16,4-1 4 0,-1 0-112 0,5 7 56 16,0-2 56-16,3 6 108 0,-7 2 336 0,-9-4-320 15,-6 3-124-15,-14 1-112 16,-14 3-96-16,-10 0-200 0,-11 0-268 0,-8 0-116 16,-8 0-152-16,-4 3-380 0,0 1-348 15,-16 3-580-15,4-4-993 0,-16 2-4203 16</inkml:trace>
  <inkml:trace contextRef="#ctx0" brushRef="#br2" timeOffset="-4126.67">20331 18221 3192 0,'0'0'4452'0,"0"0"-2520"0,0 0-395 16,0 0-137-16,0 0-112 0,0 0-264 15,0 0-92-15,0 0-152 0,0 0-132 16,0 0 60-16,0 0-88 0,24 85-168 0,-20-53-156 16,0 7-124-16,0-2-60 15,-4 3-40-15,0-3-64 0,4 3-8 16,-4-1-48-16,0-1-12 0,5 3 8 16,-5-3-32-16,0 1-100 0,0-1-12 0,0-10 60 15,0-1-72-15,4-13-164 0,-1 0-136 16,5-9-60-16,0 2-268 0,1-7-184 15,2 0-396-15,1-10 76 0,0-2-433 16,0-1-2703-16,4-15-1808 0</inkml:trace>
  <inkml:trace contextRef="#ctx0" brushRef="#br2" timeOffset="-3473.965">20977 18259 1708 0,'0'0'7200'0,"0"0"-4539"16,0 0-1037-16,0 0-212 0,0 0-316 0,0 0-292 16,0 0-192-16,0 0-128 15,-84-3-236-15,72 13-148 0,-3-1-52 16,-2 7-36-16,1-1-4 16,1 2-8-16,-2 5 48 0,2-3 28 0,3 3 0 0,0 0-72 15,0-3 8-15,3 1-12 16,2-5 0-16,3-2-8 0,4-1-68 0,0-1-48 15,0 1 0-15,4-5 4 0,8 2 120 16,0 1 124-16,8-4-72 0,-5-3 8 0,6 3-52 16,-2-2 44-16,1-1 8 15,-3 0-52-15,-6 0-4 0,1 0 0 0,-3 3 40 16,-2-2 8 0,-3 2 60-16,0 0 8 0,0 4 16 0,-4-4-24 15,0 3 0-15,0 1-28 0,0-1-16 16,-8 2-68-16,0-6-136 0,1 5 12 0,-2-3-84 15,-3-4-40-15,5 3-84 0,-6-3 20 16,5-3-160-16,1 0-224 0,-2 0-212 0,5-3-264 16,-4 1-304-16,5-5-629 15,3 3-2371-15,0-4-1516 16</inkml:trace>
  <inkml:trace contextRef="#ctx0" brushRef="#br2" timeOffset="-3150.427">21156 18256 8340 0,'0'0'2264'0,"0"0"-1247"0,0 0-245 16,0 0 340-16,0 0-36 0,0 0-216 15,0 0-436-15,0 0-296 16,4 75 8-16,-4-42 32 0,-4 2-4 0,0 3-40 0,4 0-36 16,0 0-80-16,0-3 0 0,0 0 4 15,0-10-12-15,4-2-12 0,4-10-140 16,-4-3-8-16,5-8-108 0,-2 1-284 16,1-3 124-16,0-3 124 0,-5-4-36 0,6-2-320 15,-9 0-320-15,4-3-688 0,-4-2-813 16,-4 5-379-16,-5-4 632 15,2 3 364-15,-5 1 300 0</inkml:trace>
  <inkml:trace contextRef="#ctx0" brushRef="#br2" timeOffset="-3007.954">21104 18504 1604 0,'0'0'1840'0,"0"0"388"15,0 0-84-15,0 0-640 0,0 0-4 0,0 0-187 16,0 0-405-16,0 0-184 16,0 0-140-16,0 0-192 0,-39-35-112 15,50 35 48-15,6 4-64 0,-2-2-52 0,5-2-204 16,1 0-8-16,-2-2-12 0,1-5-212 15,4 0-296-15,4-3-352 0,-5 1-552 0,-2 2-853 16,10-5-2475-16</inkml:trace>
  <inkml:trace contextRef="#ctx0" brushRef="#br2" timeOffset="-2698.796">21439 18456 10736 0,'0'0'2401'0,"0"0"-1509"0,0 0-436 15,0 0 124-15,-56 70 100 0,48-51-200 16,1 0-192-16,3-3-100 0,0-4-188 16,4-2-36-16,0-7-228 15,0 0-40-15,0-3-24 0,4 0 140 16,0 0 24-16,-1-6 64 0,5 0 40 0,0-4 48 16,1 1 0-16,-2-4 0 15,1 4-88-15,-4-1 12 0,5 3-64 16,-2 5 12-16,1 2 92 0,-4 0-20 0,0 0 68 0,4 0 124 15,-4 6 204-15,0 0 164 0,-4 7-140 16,4-4-8-16,-4 1-156 0,0-1-88 16,4 1-100-16,-4-4-12 0,4-3-136 0,-4-3-80 15,3 0-200-15,2-6-316 16,-1-4 480-16,4-5-456 0,3-7-632 16,-2 3-1377-16,-1-13-2787 0</inkml:trace>
  <inkml:trace contextRef="#ctx0" brushRef="#br2" timeOffset="-2377.504">21622 18119 8172 0,'0'0'3037'0,"0"0"-1545"0,0 0-728 15,0 0 60-15,0 0-52 0,0 0-316 16,4 70-180-16,-8-45-100 0,0 8 76 16,1-1 0-16,-5 2-64 0,3-5-64 0,-3 2-64 15,4-5-60-15,1-4-72 16,3-3-56-16,0-3 56 0,0-10 32 0,3 1 28 15,5-1 12-15,5-6-188 0,-2 4-4 16,6-4 68-16,-6 2 48 0,1 1 16 0,4 0-68 16,-4 1 52-16,-3 3 4 0,2 1-16 15,1-1-76-15,-4 3 12 16,0-2-24-16,-4 3 168 16,0-2 8-16,-4 1 0 0,0-4 264 0,0 0 0 0,0 1-100 15,0-4-28-15,0 3-136 16,-4-3-248-16,-4 1-68 0,-1-1-12 0,2 0-64 15,-5-3-228-15,0 0 112 0,0 0-504 16,-3 0-489-16,6 0-879 0,-10-6-2952 16</inkml:trace>
  <inkml:trace contextRef="#ctx0" brushRef="#br2" timeOffset="-1779.15">22144 18592 3160 0,'0'0'4496'0,"0"0"-2252"0,0 0-555 15,0 0-281-15,0 0-288 0,0 0-372 16,0 0-384-16,0 0-24 0,0 0-212 16,0 0-4-16,0 0 100 15,-63 62 32-15,51-41 32 0,-1 5 112 0,2-1 72 16,-6 4-40-16,6 2-148 0,-2-3-136 15,6 2-140-15,-1-1 68 0,4-8-64 0,0-2-12 16,4-6-84-16,0-1-76 0,8-5 48 16,0-1 112-16,8-6 0 0,-1 0-56 15,6 0-4-15,-1 0 48 16,-1-9-40-16,2-2 4 0,-6 3 48 16,5-5-52-16,-8-3-184 15,4 0-220-15,-4 4-68 0,-3-5-184 0,-6 1-220 0,1 2-620 16,0-3-732-16,-4 4-593 15,0 4-1031-15,0-4-140 0</inkml:trace>
  <inkml:trace contextRef="#ctx0" brushRef="#br2" timeOffset="-1641.687">22137 18729 3524 0,'0'0'4452'16,"0"0"-2780"-16,0 0-548 0,0 0-211 0,0 0-77 16,0 0-172-16,0 0-256 0,0 0-192 0,0 0-216 15,0 0-152-15,35 44-140 0,-27-47-92 16,0-3-384-16,4 0-545 0,-8-1-743 15,0 1-644-15,0 3-180 0,0-1-28 16</inkml:trace>
  <inkml:trace contextRef="#ctx0" brushRef="#br2" timeOffset="-1542.929">22137 18729 548 0,'71'48'2268'0,"-75"-39"40"0,4 4-524 15,0 0-420-15,0 2-356 32,0-2-280-32,0-1-200 0,4-2-296 0,0 1-232 0,0-3 0 15,4-4-116-15,0 2-208 0,0-6-464 0,-1 0-560 0,2 0-860 16,-1-4-2568-16</inkml:trace>
  <inkml:trace contextRef="#ctx0" brushRef="#br2" timeOffset="-1306.922">22359 18243 4120 0,'0'0'4360'16,"0"0"-3260"-16,0 0-520 0,44 70 505 0,-28-41 303 15,0-1-304-15,0-3-388 0,1-1-320 0,2-10-376 16,1 2-292-16,-5-9-976 16,6-7-424-16,-1 0-437 0,-5 0-1183 15</inkml:trace>
  <inkml:trace contextRef="#ctx0" brushRef="#br2" timeOffset="-1134.872">22575 18227 12269 0,'0'0'2176'16,"0"0"-1404"-16,0 0-368 0,-68 99 108 0,48-64 32 16,4 6-184-16,0-6-124 15,4 1-48-15,4-8-188 16,4-3-188-16,4-6-336 0,0-3-468 15,0-7-396-15,4-2-852 0,1-1-1725 16,2-6-1199-16</inkml:trace>
  <inkml:trace contextRef="#ctx0" brushRef="#br2" timeOffset="-961.488">22782 18408 8672 0,'0'0'2148'0,"0"0"-1299"0,0 0-401 0,0 0 168 0,0 0 544 15,0 0-60-15,0 0-544 16,0 0-416-16,40 67-140 0,-40-55-16 0,0-1-108 16,0-5-180-16,0 3-160 0,0-3-208 15,0-2-204-15,0-4-288 0,0 0-729 16,0 0-2167-16,0-10-1856 0</inkml:trace>
  <inkml:trace contextRef="#ctx0" brushRef="#br2" timeOffset="-808.837">22818 18243 11445 0,'0'0'3064'0,"0"0"-2064"16,0 0-664-16,0 0 16 15,0 0-288-15,0 0-60 0,0 0 128 16,0 0 4-16,0 0-136 0,79-10-540 16,-59 1-468-16,0-7-944 0,-4 7-1265 15,0-7-3595-15</inkml:trace>
  <inkml:trace contextRef="#ctx0" brushRef="#br2" timeOffset="-438.296">23153 17887 8612 0,'0'0'5269'15,"0"0"-3853"-15,0 0-748 0,0 0 36 16,3 80 424-16,-3-52-40 0,4 7-376 0,0 3-404 0,-4 4-40 15,4 2 24-15,-4 4-84 16,4 4-160-16,-4-2-48 0,0 7-156 0,0 3-76 16,0 0-40-16,-4-3 152 0,0 1-164 0,4-7 52 15,-4-11-64-15,4-4 40 16,0-11-140-16,0-6-132 0,4-3-468 16,4 0-712-16,1-10-460 0,-2 1-993 0,1-7-2355 0</inkml:trace>
  <inkml:trace contextRef="#ctx0" brushRef="#br2" timeOffset="623.995">21439 17967 5732 0,'0'0'2936'0,"0"0"-1564"16,0 0-624-16,0 0 461 0,0 0-245 16,0 0-228-16,0 0 180 0,0 0-160 15,0 0-104-15,0 0-172 0,84-29-56 16,-73 27-76-16,6-3-24 0,-6 0-4 0,10 5 28 16,-6-3-40-16,2-1-24 0,2 2-124 15,1-3-100-15,-3 3-56 0,6-2 0 16,-3 2 8-16,4-1-12 0,4-4-8 0,0 4-28 15,8-4 36-15,-4 2 4 0,3-2-4 16,1 0 0-16,-4 4-8 0,3 0 0 16,2 0-28-16,-1 3 36 0,0 0 4 15,3 0-4-15,1-2 8 16,8-3 36-16,0-1-44 0,-1 0 0 16,6-4-8-16,-2 1-4 0,5-4 12 0,3 3 4 15,1-2 4-15,0-1 0 0,0 4-4 16,-4-4-4-16,4 7-4 0,-4-5-8 15,-5 6-36-15,1-2 48 0,0-2 0 0,-1 3 12 16,-3 0-8-16,0-1-4 16,0 0 0-16,0 2 0 0,-4-2 0 0,-1 0 0 0,1 1-4 15,-4 3-4-15,0-4 0 16,-4 5 0-16,-4-5 8 0,0 4 4 16,-4 0 4-16,-5-4 4 0,1 4 28 0,-4 0-40 15,-4 0 0-15,-4-1-8 16,4 2 8-16,-8 2 0 0,4-4-4 15,-8 4 0-15,4-3-8 0,-5 3 4 0,1 0 4 16,1-3 4-16,-5 3 0 0,4 0 8 16,-4 0-4-16,4 0 0 0,-4-3-4 15,4 3-36-15,0 0 36 0,-4-4 48 16,7 4-40-16,-3-3 4 0,1 3 0 0,3-3 0 16,-4 0 36-16,3 0-44 0,6-3 8 15,-5 2-12-15,-1-2-48 16,-3 3-12-16,0 0 0 0,1 0-52 0,-1-1-60 15,-4 4-212-15,0 0-160 0,0 0-152 16,0 0-112-16,0 0-216 0,-4 0-736 16,-1 0-2377-16,-3 7-2407 0</inkml:trace>
  <inkml:trace contextRef="#ctx0" brushRef="#br2" timeOffset="14514.839">25125 17430 3132 0,'0'0'6220'0,"0"0"-4515"16,0 0-625-16,0 0-452 0,0 0-120 15,0 0 244-15,0 0-144 0,0 0-304 0,0 0-180 16,0 0-124 0,11 54 100-16,-3-38-24 0,1 1 116 0,-5 2-28 15,3-1-40-15,-3 1-112 0,-4 0 140 16,0-3-104-16,0 0 16 0,0 0-64 0,0-2-68 0,0-6-80 15,0-2-368-15,-4 1-308 16,4-7-268-16,-4 0-584 0,1 0-905 16,-5-7-3083-16,3 1 4452 0,-3-16-520 15</inkml:trace>
  <inkml:trace contextRef="#ctx0" brushRef="#br2" timeOffset="14685.533">25029 17129 7632 0,'0'0'4869'0,"0"0"-3837"0,0 0-600 15,0 0 304-15,0 0 472 0,0 0-480 0,0 0-552 16,0 0-176-16,0 0-424 16,83-17-396-16,-63 11-480 0,-3 4-740 15,2 2-2257-15,-11 0-2571 0,4 0 6776 0</inkml:trace>
  <inkml:trace contextRef="#ctx0" brushRef="#br2" timeOffset="15025.304">25424 17249 10985 0,'0'0'1256'0,"0"0"-960"0,0 0-208 15,-45 70 516-15,30-44 56 16,6-4-228-16,2-3-280 0,3-3-52 15,0-3 64-15,4-1 16 0,0-5-108 16,8 2 32-16,3-3 20 0,2-1 64 16,2 0 40-16,2 1-140 0,3 4 0 15,-1-1-40-15,-2 1-4 0,-2 2-36 0,1 5 260 16,-4-2-28-16,1 1 72 0,-10 3 52 16,1-3 8-16,0 3 48 0,-4-6-136 0,0 3-96 15,0-4-80-15,0 1-44 0,-8-3-64 16,0-1-76-16,-4-3-208 0,4 1-136 15,-8-3-152-15,4-1-212 0,-4-3-84 0,4 0-232 16,-4 0-260-16,4-7-1157 0,-4 4-2327 16,8-4-752-16,-7-2 5584 0</inkml:trace>
  <inkml:trace contextRef="#ctx0" brushRef="#br2" timeOffset="16008.034">26659 17338 352 0,'0'0'328'0,"0"0"6996"0,0 0-5820 15,0 0-432-15,0 0-211 0,0 0 271 16,0 0-100-16,-88-47-372 0,76 43-116 16,4 4-128-16,-4 4-100 0,4 5-164 0,-4 10 20 15,4 4 56-15,4 8-12 0,1 8-40 16,3 3-40-16,0 2-60 0,0 0 36 16,3-6-104-16,5-4-8 0,0-8-64 0,0-10-96 15,8-7-4-15,4-9 16 16,0 0 140-16,8-11-236 0,-1-9-180 0,1-9 108 15,0-3-12-15,-3 4 140 16,-10-5 84-16,1 8 104 0,-4 3 64 0,-4 4-52 16,-3 5 52-16,-2 0-64 0,-3 7 140 15,0 3 136-15,0 3 116 0,0 0-4 16,0 0-72-16,0 3-264 0,0 3-52 16,0 7-180-16,0 2 80 0,0 4 100 0,0 7 60 15,4-3 28-15,4-2-76 0,-4 2-4 16,4-4 52-16,4-4-60 0,-4-2-48 0,3-3-120 15,6-7-20-15,-2-3-352 0,5 0-584 16,5-7-636-16,-5-5-1397 16,-1-1-3811-16,5-9 4601 0</inkml:trace>
  <inkml:trace contextRef="#ctx0" brushRef="#br2" timeOffset="17054.046">27575 17208 2856 0,'0'0'104'0,"0"0"4604"0,0 0-4176 0,0 0 120 0,0 0 280 16,-12 79 293-16,12-49-301 0,8 4-256 15,4 7-208-15,0 7-88 0,-1 3 96 0,-2 0-164 16,3 2 28-16,-5 6-180 15,-3-7-16-15,-4 6-120 0,0-1-4 16,0-3 88-16,-4 2-48 0,-3-4-52 16,-1-5-100-16,-5-2-64 0,6-1-216 15,-5-5-124-15,0-2-312 0,0-1 100 0,4-8-737 16,0-6-823-16,4-9-492 0,-4-6-216 16,4-4 988-16,0-9 1448 0</inkml:trace>
  <inkml:trace contextRef="#ctx0" brushRef="#br2" timeOffset="17462.23">27515 17367 1540 0,'0'0'8'15,"0"0"528"-15,0 0-420 0,0 0 196 16,0 0 3812 0,0 0-3164-16,0 0-220 0,84-61 12 0,-72 53 308 15,4-3-143-15,-5 5-209 0,2 4-412 16,-2-2-80-16,2 4-24 0,-2 0 128 15,1 0-88-15,1 6 8 0,-2 4-188 0,2-1 64 16,-6 3-116-16,-3 7 8 0,0-2-4 16,-4 2-4-16,0 3 88 0,-4 1-36 15,-3-1-44-15,-10 0 0 0,6 1 92 16,-6-2-100-16,2-2-4 0,-2-7-148 16,2 2-192-16,-1-5-420 0,4-2-340 15,-1-4-369-15,2-3-807 0,-1-3-2356 16,7-4 2368-16,-2-9 1589 0</inkml:trace>
  <inkml:trace contextRef="#ctx0" brushRef="#br2" timeOffset="18677.746">28073 17487 1368 0,'0'0'9512'0,"0"0"-7703"15,0 0-877-15,0 0 172 0,0 0-272 16,0 0-256 0,0 0-72-16,0 0-252 0,80-19-252 0,-53 13-176 15,-2 0 76-15,-1-1-248 0,4-2-460 0,-1 3-644 0,1-7-1172 16,-12 7-3485-16,8-7 949 0</inkml:trace>
  <inkml:trace contextRef="#ctx0" brushRef="#br2" timeOffset="19078.466">28667 17202 6248 0,'0'0'236'0,"0"0"3952"15,0 0-2887-15,0 0-213 0,11 77 132 0,2-39-32 16,-5 9-572-16,-1 10-312 0,1 9-204 16,-3 8-24-16,-1 2 236 0,-4-1 96 15,0 2-408-15,0-7 0 0,0-6-160 16,4-4-300-16,-1-13-60 0,1-9-168 0,4-12-208 0,1-10-184 16,-5-7-916-16,3-9-1945 15,1 0-2095-15,-4-7 5216 0,0-7 204 0</inkml:trace>
  <inkml:trace contextRef="#ctx0" brushRef="#br2" timeOffset="19319.653">28778 17287 5516 0,'0'0'336'0,"0"0"3556"0,0 0-2948 0,0 0-251 16,0 0 411-16,0 0 172 0,88-25-488 15,-80 25-372-15,4 3-24 0,-4 4 96 16,-5 5 108-16,1 4-60 0,-4 3-240 16,-4 7-200-16,-7-1-92 0,-6 7-8 15,-2 0-92-15,-1 2-240 0,-8-2-200 0,4 4-132 16,-3-8-12-16,3-3-180 0,3-2-324 16,1-11-584-16,9-6-945 0,3-6-1235 0,4 0 240 15,4-12 3188-15</inkml:trace>
  <inkml:trace contextRef="#ctx0" brushRef="#br2" timeOffset="19609.201">29013 17370 3160 0,'0'0'6524'0,"0"0"-4755"0,0 0-821 0,0 86 164 0,0-61 244 16,4-2-148-16,0-4-516 0,0-11-520 15,8-1-132-15,4-7-40 0,0-2-76 16,8-15-24-16,-1-2-248 0,2-6-184 15,3-3-184-15,-4-4 376 0,-4 3 112 0,-5 7-88 16,-3 3 48-16,-7 0 132 16,-1 10 136-16,-4-2 344 0,-4 3-104 0,-9 1 64 15,-2 0 12-15,-5 4-76 0,-1 3 160 16,6 0-260-16,-5 3-100 16,4 11-40-16,4 0-176 15,-4 9 4-15,4 3 108 0,4-1 52 0,0 1-140 0,4-1-76 16,0-6-468-16,4-3-968 0,0-4-2385 0,0-9-1659 15,4 1 3324-15</inkml:trace>
  <inkml:trace contextRef="#ctx0" brushRef="#br2" timeOffset="20236.323">29340 17221 1460 0,'0'0'9673'0,"0"0"-8297"0,0 0-1008 0,0 0 676 16,0 85 500-16,4-60-460 0,-4-2-464 15,8-4-208-15,0-3-128 0,0-6-72 16,8-4-212-16,-5-6-88 0,10 0 84 0,-1-3-72 16,-1-10 4-16,1 0-216 0,1-5 68 15,-6-2-80-15,1 5 76 0,-8-2 112 16,4 4 36-16,-7 4 72 16,-2 6-44-16,-3 1 48 0,0 2 0 15,0 0 112-15,0 5 124 0,0 4 12 0,4 10 0 16,-4-2-60-16,0 2-52 0,4 0 64 15,0-3-92-15,0-7-104 0,4 1 8 16,4-7 124-16,0 0-24 0,0-3 0 0,8-6-12 16,0-7 20-16,0-3-120 0,-1-3-24 15,-2-4-60-15,2 4-152 16,-3-2-72-16,0 2 12 0,-4-4-92 0,-4 8-184 16,0-2-268-16,1 2-204 0,-9 5-72 15,3 1-224-15,-3 2-589 16,4 1-635-16,-4 6-416 0,4 0 544 0,0 0 1208 15,0 6 1228-15,0 4 144 0,-4 9 860 16,0-3 820-16,0 6 860 0,0 0-684 16,0-3-528-16,0 3-311 0,0-9-213 0,0-1-204 15,4-5-184-15,0-3-16 0,8-4 12 0,3-4-116 16,2-8-148-16,3-4-116 16,-1-3-176-16,2-7-352 0,3 4-216 15,-9-4 124-15,2 8 280 0,-6 2 156 0,-3 0-68 16,-3 3 76-16,-5 4 52 15,0 2 212-15,0 0 168 0,-13 5-16 0,5-1 136 16,-3 3-24-16,-5 3-64 0,4 6-192 0,-4 7-184 16,0 6-24-1,0 7 132-15,0 0 28 0,0 5-52 16,-1 2 4-16,6 2 20 0,-1-4-24 0,0-2-96 16,4 0-76-16,4-10-172 0,4 0-200 15,0-8-136-15,4-8-28 0,8-4 52 16,0-2-112-16,4-6 8 0,0-10-676 0,4-3-1216 15,0-6-2189-15,-4 9-1703 0,3-13 6112 16</inkml:trace>
  <inkml:trace contextRef="#ctx0" brushRef="#br2" timeOffset="20461.238">30177 17129 340 0,'0'0'1824'0,"0"0"-1380"0,0 0 80 15,0 0 4624-15,0 0-3880 0,0 0-788 16,84 51 344-16,-73-32 553 0,1-1-85 0,-3 5-504 15,-2-4-332-15,1 3-168 16,0 3 168-16,-3-2 44 0,2 2 392 0,1-6 384 16,0-3-364-16,-4-6-692 0,0-4-208 15,0-6-4-15,0 0 60 0,4 0-68 0,3-10-48 16,2-2-16-16,6-10-20 0,2-4-284 16,-1-3-236-16,4-2-240 0,-1-4-200 15,-3 0-760-15,1-3-1452 0,-6 9-4089 16,1-11 4189-16</inkml:trace>
  <inkml:trace contextRef="#ctx0" brushRef="#br3" timeOffset="38108.238">15885 16602 9940 0,'0'0'1693'0,"0"0"-1117"16,0 0-308-16,0 0 104 0,0 0 216 15,0 0 136-15,0 0-268 0,-84 9-256 16,73-2-84-16,-6 2 124 0,-2 1 112 16,3 2-52-16,-1 4-88 0,-2 3-20 15,2 3-76-15,-2 3-108 0,-1 2-4 0,3-2 8 16,-2 3-8-16,3 4-4 15,-4 0-8-15,4 3 4 0,1 0 4 0,-2 3-52 16,6 0-36-16,-6 0 80 0,6 3-60 16,-2-3 8-16,5 4-4 0,5 2-48 0,-1-3-52 15,-4 0 64-15,8 4-76 16,0-1 12-16,0 4 40 0,8-4 124 16,3 5 48-16,2-2 16 0,2 0 36 0,5 2 16 15,1-5 20-15,2 3-24 0,5-3-104 16,0 4 44-16,4-4 148 15,0 4-76-15,-1 0-120 0,1-1 8 0,4-2 64 0,4 3-68 16,0-4 68-16,8 3 88 0,-4-1-160 16,4-6 4-16,3 5-8 15,5-4 0-15,0 1-4 0,0-2 4 0,4-1 28 16,0-1-28-16,-2-3-72 16,7-3 8-16,-1-1 64 0,3-2 0 0,1 0 48 15,-1-7 48-15,6 0-92 0,2-6 56 16,5-4-60-16,-1-2 100 0,9-4-100 15,0 0-4-15,7-6-8 0,1 0-52 16,-1 0 4-16,5 0 60 0,-4-6 24 0,0 0-24 16,-5-4-8-16,-4-2-20 0,5-1-20 0,0-6 60 15,-1 0-12 1,5-4 8-16,-5-2-8 0,6-2-4 16,-2-8 4-16,1-4 0 0,0 1-12 0,-5-6 12 15,-3 0 0-15,0-5-84 0,-5 2 24 16,1-1-4-16,-9 4 64 15,1-1 0-15,-4-3 0 0,0 1-4 0,-8 0-4 16,-1-5 8-16,-3 2-4 0,-9-4 4 16,1-4-80-16,-8 1 4 0,-4-6-88 0,-4-3-60 15,-8-5 24-15,-4-1 36 0,-8-5 76 16,-5 1-76-16,-2-1 116 16,-9 8 48-16,-9 2 88 0,-6 7-24 0,-9-1 112 15,-4 7-112-15,-12 1 100 0,1 2 112 16,-10 3-52-16,-7 1-20 0,-4 2-204 15,1 0-52-15,-9 1-40 0,1 0 16 0,-9-1-48 16,4 3-104-16,-7-5 152 0,-1 6-36 16,0-4-40-16,-3 3 148 0,-1 5 4 15,0 2 0-15,1 0 88 0,-9 7 52 16,4 3-132-16,1 2 156 0,-1 4-152 16,-4 3 188-16,0 1-188 0,1 1 52 0,-5 3-56 15,5 0 0-15,-5 3 4 0,1 1-12 16,-5 0-12-16,5 7 0 0,-6 0 4 15,2 7-80-15,0 5-12 0,-1 8 24 0,0 2-24 16,-3 3 48-16,3 4-8 0,1 6 16 16,-2-1 44-16,10-2 0 15,-1 3 52-15,13-6-40 16,3-1-4-16,4-3 68 0,9-2-76 0,7-4-84 16,4-3 84-16,4 0-8 0,4-4 8 15,8 2-164-15,1-2 36 0,10-3-72 0,2 3-28 16,7-1 16-16,4-5-284 0,8 2-596 15,0-1-872-15,4-3-465 0,0 2-1607 16,4 1-639-16</inkml:trace>
  <inkml:trace contextRef="#ctx0" brushRef="#br3" timeOffset="38891.542">18503 15954 5500 0,'0'0'2136'15,"0"0"-696"-15,0 0-124 0,0 0 193 16,0 0-229-16,60-80-252 0,-41 49-256 16,5-10-168-16,4-5-64 0,0-4-84 15,4-4-108-15,4-7-124 0,-1-4-36 0,6-12-40 16,-2-2-12-16,9-10-100 0,4-6-36 15,0-7-12-15,4-3 8 0,-1-2-4 16,5-7 0-16,-1-8 4 16,5-5-8-16,5-10 12 0,-2-2 0 15,8 0 272-15,2-2-196 0,-6 4 144 0,0 15-84 16,-2 7-48-16,-5 17 36 0,-13 8-52 16,-7 18 28-16,-8 11 60 0,-8 11-36 15,-13 8 8-15,2 10-44 0,-6 4-40 16,-7 12-36-16,1 4 112 0,-5 2-24 0,0 7-76 15,0 0-24-15,0-1-212 0,-5 4-204 16,-3 0-200-16,1 0-228 0,-1 0-492 16,-5 0-708-16,2 7-1785 0,-9 3-803 0</inkml:trace>
  <inkml:trace contextRef="#ctx0" brushRef="#br3" timeOffset="39360.082">18834 14147 1108 0,'0'0'5948'0,"-24"80"-4624"16,11-39-432-16,-2 13 68 0,-6 10-19 15,2 5-105-15,-5 4-312 0,4 10-232 16,-4-1-276-16,4 4-12 0,4 3 0 0,-3 1 96 16,2-8 248-16,6-3 44 15,7-9-112-15,-1-10 52 0,1-5 84 16,4-11 12-16,4-9-48 0,5-10-68 0,2-6-36 15,6-3-84-15,-2-7-104 0,9-2 0 16,-5-1 12-16,9-3-100 0,0-3 160 0,4 0 52 16,0 0-36-16,0-3 96 0,0-7-48 15,-4-2 60-15,4-1-24 16,-4 1-88-16,0-8 40 0,0 1-52 16,0 1-36-16,0-8-72 0,0 0-52 15,3 1-124-15,5-4-36 0,0-2-72 0,3-2 32 16,6 3-108-16,-6-2-140 0,6-4-348 15,-2 2-348-15,0 2-804 0,-11 3-2057 0,9-8-2447 16</inkml:trace>
  <inkml:trace contextRef="#ctx0" brushRef="#br3" timeOffset="40590.914">21037 11995 5640 0,'0'0'1224'15,"0"0"-536"-15,0 0 352 0,0 0-108 16,0 0 36-16,0 0-127 0,0 0-317 0,0 0-8 16,0 0-148-16,0 0 16 0,11 63-40 15,-11-63-140-15,0 0-144 0,0 0-60 16,0 0 0-16,0 0 44 0,0 0 84 0,0 0 24 15,0 0 76-15,0 0 76 0,0 0 100 16,0 0 140-16,0 0-16 16,0 0-112-16,0 0-116 0,0 0-64 0,0 0 12 15,0 0 0-15,0-6-156 0,-4 0-92 0,-3-3-4 16,3-5-84-16,0 5 84 0,-4-4-84 16,-1 1 88-1,-2 1 40-15,3 2-40 0,-4 4 84 0,0-2-8 16,-1 3 0-16,2 4-76 15,-4 0-76-15,-2 11 72 0,-3 1-120 0,1 7 36 16,2 2-72-16,-2 9 48 0,2 2 48 16,6 2 64-16,-2 1 88 0,6 1-88 0,3-3-48 15,0-3-88-15,4-5 136 16,0-6 0-16,4-3 172 0,0-10-48 0,3 1 12 0,-3-4 0 16,5 0-60-16,2-3 112 15,1-3-16-15,1-4 0 16,7-8-72-16,-1-7-100 0,1-4-108 0,5-3-152 0,-6-9-24 15,9 0-212-15,-4-6-52 16,-4-1-84-16,3-2-324 0,-6 0-120 0,2-5 68 16,-6-2-144-16,-6 0 199 0,1 0 61 15,-3 0 12-15,-1 1-12 0,-4 2 500 16,0 6 284-16,0 1 108 0,0 6 208 16,0 6 104-16,0 3 64 0,0 7-12 15,0 4 168-15,0 4 88 0,0 5-64 16,0 5-27-16,0 1-181 0,0 3-168 0,0 0-16 15,0 0 92-15,0 7 40 16,0 5 320-16,0 11 376 0,0 5-208 0,0 14-40 16,0 2-104-16,-4 10-136 15,-5 3-92-15,5 7-100 0,-3-4-116 16,-1 0-8-16,3 1-140 0,-3-1-48 0,1-9 0 16,7-7-136-16,-4-8-148 0,4-8-128 15,0-9-236-15,0-3-424 0,7-10-700 16,-3 0-869-16,9-6-2323 0</inkml:trace>
  <inkml:trace contextRef="#ctx0" brushRef="#br3" timeOffset="40751.341">21351 11969 7120 0,'0'0'2192'0,"0"0"-511"0,0 0-229 0,13 68 216 15,-13-43-340-15,0-6-408 0,0 3-348 16,0-6-376-16,0-1-196 15,0-5-200-15,0-1-112 0,0-5-292 0,0-4-288 0,0 0-348 16,0 0-792-16,-4-10-3301 0</inkml:trace>
  <inkml:trace contextRef="#ctx0" brushRef="#br3" timeOffset="40896.996">21287 11741 5076 0,'0'0'4444'0,"0"0"-2999"0,0 0-221 0,0 0 432 16,0 0-540-16,0 0-876 0,77-32-240 16,-58 26-276-16,5-1-524 0,-7 1-932 0,2 3-3533 15</inkml:trace>
  <inkml:trace contextRef="#ctx0" brushRef="#br3" timeOffset="41151.788">21570 11890 5716 0,'0'0'2052'0,"0"0"332"16,20 70-55-16,-16-45-265 0,4 1-580 0,1 2-504 15,-2-5-272-15,5-1-164 16,-8-3-200-16,5-3-48 0,-6-7-112 0,1 2-108 16,0-9 44-16,0 1 4 0,0-3 36 0,1 0 12 15,-1 0-28-15,3-3 152 0,1-6 56 16,5-4-84-16,-2-3-132 0,1-6-136 15,4-3-4-15,-4-5-132 16,4 1-92-16,-4-2-300 0,4-1-380 16,-1 1-348-16,2-1-616 0,-9 7-1088 15,12-7-3309-15</inkml:trace>
  <inkml:trace contextRef="#ctx0" brushRef="#br3" timeOffset="41308.436">21965 11792 8764 0,'0'0'1512'0,"0"0"-827"0,0 0 563 0,0 0 576 0,20 79 4 0,-16-54-448 16,4 4-648 0,-1-4-200-16,2-3-152 0,-5 1-184 15,4-2-196-15,-5 0-168 0,6-9-40 16,-5 1-248-16,0-4-276 0,-4-6-252 16,4-3-412-16,0 0-928 0,-4 0-1853 0,0-12-2859 15</inkml:trace>
  <inkml:trace contextRef="#ctx0" brushRef="#br3" timeOffset="41476.916">21905 11662 9080 0,'0'0'2273'0,"0"0"-441"0,0 0-828 16,0 0 84-16,0 0-32 0,0 0-416 16,0 0-392-16,80-36-248 0,-52 33-112 15,4-2-52-15,0-2-108 0,0 4-536 16,3-1-1312-16,-11 1-2517 0,8-1-3655 15</inkml:trace>
  <inkml:trace contextRef="#ctx0" brushRef="#br3" timeOffset="41809.634">22352 11687 10244 0,'0'0'1457'0,"0"0"-1073"0,0 0 612 0,0 0 580 0,0 0-152 15,0 0-408-15,-49 73-520 0,46-61-176 16,-1-1-120-16,0 1-88 0,4-3-104 0,0 1-8 15,0-1-4-15,0 1-4 0,0 0-8 16,0-2-40-16,4 3 52 0,0-2-92 16,-1 1 36-16,5-4 52 0,1 3-4 15,-1 1 0-15,-1-4-40 0,2 4 48 0,-1-4 4 16,-4 0 64-16,3 1-16 0,-3-1-44 16,0-3 44-16,5 4-36 15,-5-4 60-15,-1 3-24 0,1 0-48 16,0 0 8-16,0 5 0 0,0-5 40 0,-4 0 88 15,5 4-76-15,-5-5 40 0,0 2-40 16,0 0 112-16,0 0-72 0,0-1 48 0,-5 0-36 16,-3 3 8-16,0-2-20 0,-3-1-100 15,-2 1-100-15,-2-1-316 0,-2 0-176 16,2-3-128-16,-5 1-176 0,3-4-360 16,2 0-412-16,3 0-1072 15,-4 0-2697-15</inkml:trace>
  <inkml:trace contextRef="#ctx0" brushRef="#br3" timeOffset="42424.6">22810 11878 2812 0,'0'0'2320'0,"0"0"-772"0,0 0-272 15,0 0 72-15,0 0 8 0,0 0-455 16,0 0-269-16,-88 22-172 0,76-3-64 15,0 3 112-15,1 3-36 0,2 0-56 0,5 0-8 16,-4-4-196-16,8-2-156 16,-4-10-56-16,4 0-112 0,4-5 104 0,4-4-144 0,5-4 152 15,6-5 0-15,1-7-52 16,4-7-152-16,-1 1-264 0,1-4 48 0,1 5 232 16,-5 1-16-16,-5 5 88 0,2 5-12 15,-6 4-24-15,1 6 88 16,-3 0 64-16,2 9 280 0,-7 4 192 15,5 3 136-15,-5 4 128 0,-4-1-108 0,0-1 56 16,0 1-236-16,0 0-112 16,0-6-148-16,3-3-188 0,1-4-140 15,-4-3-112-15,8-3 52 0,0-3-440 0,0-7-52 16,4-9-888-16,-4 3-2633 0,8-12-3335 16</inkml:trace>
  <inkml:trace contextRef="#ctx0" brushRef="#br3" timeOffset="42896.208">23177 11172 5928 0,'0'0'2584'0,"0"0"-488"0,0 0-319 0,0 0-145 16,0 0-116-16,11 90-448 0,-18-46-456 0,-6 7-240 16,1 3-76-16,-4 9-24 15,1 0 76-15,-2 4-164 0,6-6-184 0,-1-4-272 16,7-7 0-16,5-11-384 0,0-7-64 16,0-13 280-16,9-7 176 15,-1-2 76-15,3-10 12 0,-2 0 124 0,6 0-24 16,-2-6 28-16,-2-7 48 0,5-1-76 15,-4 2-24-15,-4 3 96 0,0 2-4 16,1 0-104-16,-2 7-28 0,-3 0-36 0,0 4 176 16,0 9 304-16,0 0 24 0,4 6 124 15,-4 3-112-15,0 0 124 0,-4 1-204 16,4 2-24-16,-4-4 0 0,0-2 12 16,0 0 52-16,0 2-56 15,0-9-120-15,0 1-124 0,0-7 0 16,0 0-48-16,-4-6 44 0,4 4 0 0,-4-4-132 15,0 0-284-15,-4 0-152 0,0 0-100 16,-4-7 116-16,0 1 92 0,4-3-64 16,-3-1-256-16,2-3-436 0,1 0-332 15,8-6-369-15,-4 7-791 0,4-13-1756 0</inkml:trace>
  <inkml:trace contextRef="#ctx0" brushRef="#br3" timeOffset="43373.329">23634 11164 10616 0,'0'0'1237'0,"0"0"-953"0,-15 75 356 0,7-33 924 16,-5 8 188-16,2 8-292 0,3 1-544 16,-1 5-276-1,5 0-112-15,1-1-64 0,3-6-340 0,0-3-124 16,0-3-416-16,3-6-148 0,1-7 60 0,0-3 84 15,1-7 76-15,-1-3 60 0,4-6-152 16,3-6-272-16,2-3 200 0,2-8 232 16,2 2 0-16,-2-4-36 0,9 0-156 15,0-6-408-15,4-4 252 0,-4 1 280 16,3 3 204-16,1-5 132 0,-4 5-4 16,1 0-4-16,-1 0 8 15,-5-1 8-15,1 1 64 0,-3 0 0 0,-2-3 76 16,5-4 28-16,-4 0-68 0,0-3-100 15,0 0 0-15,4-3-152 0,-9 1-104 0,-2-3-88 16,-5 6-8-16,-4 3 352 16,0 1 308-16,-13 11 292 0,-6 0 256 15,-5 11 220-15,-8 4-612 0,0 11-96 0,-8 6 72 16,4 2 24-16,0 2-4 0,8-2-248 16,4 1-124-16,9-10-76 0,7-2 112 15,8-4-112-15,4-9-12 0,11-1 0 16,6-9 0-16,7 0 12 0,4-3-8 0,3-7-4 15,-3 1-260-15,4-7-352 0,-4 4-316 16,-4-2-460-16,-4 5-1072 16,8-10-3885-16</inkml:trace>
  <inkml:trace contextRef="#ctx0" brushRef="#br3" timeOffset="43968.351">24854 11268 4852 0,'0'0'2536'16,"0"0"-460"-16,0 0-283 0,0 0-369 0,91-6-212 16,-70 22-72-16,-10 9-96 15,-3 9-156-15,-4 7-216 0,-8 7-128 16,-8 4-172-16,-8 4-4 0,-4 2-48 0,1-4-148 15,-1 0-60-15,3-7-112 0,2-5-72 16,6-11-148-16,2-8 72 0,7-8 0 16,4-5-60-16,0-7-100 0,0-3 124 15,4 0 84-15,7 0 100 0,2 0 76 0,-1 0-4 16,4-3-12-16,-1 3-60 0,2 0-96 16,-2 0 44-16,2 6 44 0,2 4 8 0,-3 2 0 15,0 1 0-15,4 0 0 0,-8-1-24 16,4 1 24-16,-4 0 124 0,-5-4-64 15,2 0-44-15,-5 2 32 0,0-9 12 0,0 2-56 16,-4-2-4 0,0 2 8-16,0-1 140 0,-8 1-148 15,0-1-36-15,-12 2-124 0,0-1-76 16,-3-1 4-16,-2 0 84 0,1-3 72 16,0 0-48-16,0-3-312 0,9-4-60 0,-2-5-220 0,9-3-40 15,1-5-152-15,7-2-648 0,0 0-164 16,7 3-1409-16,14-9-3435 0</inkml:trace>
  <inkml:trace contextRef="#ctx0" brushRef="#br3" timeOffset="44392.024">25396 11797 9248 0,'0'0'2465'0,"0"0"-1377"15,0 0 200-15,-32 87 488 16,12-59-24-16,3 4-468 0,2-7-644 15,-1-5-372-15,8-5-268 0,4-8-12 0,4-4-220 16,0-3-172-16,4 0 32 0,7 0 324 16,2-10 48-16,7 1 88 15,-1-8-88-15,2-1-84 0,3-1-160 0,-5 3-80 16,5 0 28-16,-7 7 60 0,2 2 76 16,1 7 24-16,1 0 36 0,-6 7 52 15,1 12-4-15,0 3 44 0,0 3 8 0,-4 4-12 16,-1 2 4-16,2 5-44 0,-2 2-44 15,-3 1-156-15,1-2-48 0,-9 3 140 16,0 6 156-16,-5-2 4 0,-7 0 100 16,-8 1 72-16,-3-1 292 0,-1-2 68 0,-4-1 40 15,0-10 168-15,0-1-248 0,4-9-224 16,5-9-144-16,2-5-28 16,2-7 52-16,6 0 36 15,1-12-184-15,4-13 0 0,4-8-88 0,0-8 4 16,12-9 36-16,8-4-76 0,4-4-24 15,4 5 64-15,4 2-100 0,0 2 0 0,8 2-160 16,-1 3-360-16,2 0-400 0,2 2-868 16,-11 13-2453-16,12-12-3063 0</inkml:trace>
  <inkml:trace contextRef="#ctx0" brushRef="#br3" timeOffset="44722.819">26758 11572 9564 0,'0'0'2473'16,"0"0"-1245"-16,0 0-376 0,-32 86 312 0,25-48 392 0,-2 7-176 15,1 6-272-15,4 6-264 0,1 6 56 16,3 8-240-16,-4 2-271 16,4 5-197-16,0 2-100 0,0-1-92 0,4 0-72 15,-1-5-168-15,1-8-113 16,4-12-51-16,5-12 28 16,-2-11-12-16,6-5-40 0,-6-13-88 0,6-4-108 0,-6-6 8 15,1-3-436-15,0-9-740 0,-4-7-448 16,0-6-265-16,-1 2-1603 0,-7-14-1200 15</inkml:trace>
  <inkml:trace contextRef="#ctx0" brushRef="#br3" timeOffset="44989.234">26695 11696 1500 0,'0'0'7580'15,"0"0"-6068"-15,0 0-751 0,47-70-5 0,-27 52 280 16,4 5-44-16,-4 1-292 0,4 1-196 15,4 6-180-15,0 2 16 16,0 3-36-16,-4 0-64 0,4 5-28 16,-5 9-116-16,1-2-44 0,-4 7-44 0,0 0 36 15,-8 6-44-15,-4-2 0 0,-4 2-12 16,-4 1-160-16,-8-1-340 0,-8 1 192 0,-8-1 84 16,-4 4 72-16,-12-4 92 15,0-3 72-15,-3 0 88 0,-1-3 40 16,0-3 44-16,5-7 0 0,-2-2-172 0,5-7-124 15,8 0-352-15,4 0-308 16,9-4-496-16,3 1-604 0,4-3-2041 16</inkml:trace>
  <inkml:trace contextRef="#ctx0" brushRef="#br3" timeOffset="45455.198">27643 11315 10708 0,'0'0'2117'16,"0"0"-881"-16,0 0-688 0,0 0 308 0,0 0 552 16,0 0-504-1,0 0-384-15,-40 77-200 0,36-39-24 0,0 3 112 16,4 0-16-16,0 7-64 0,0-4-96 16,4 1-232-16,0-1-108 0,4-5-296 15,-4-4-224-15,-4 2-280 0,0-2-768 0,0-6-2808 16,-9 15-5741-16</inkml:trace>
  <inkml:trace contextRef="#ctx0" brushRef="#br3" timeOffset="45603.329">27615 12421 872 0,'0'0'13905'0,"0"0"-12129"0,0 0-1368 15,0 0-332-15,0 0 260 16,0 0-164-16,0 0-172 0,0 0-368 0,0 0-580 0,0 0-564 15,40 37-2725-15</inkml:trace>
  <inkml:trace contextRef="#ctx0" brushRef="#br3" timeOffset="47407.158">20571 11144 3284 0,'0'0'5540'0,"0"0"-3924"0,-96-19-815 15,56 19-401-15,-8-3 252 0,0 3 52 16,1 3 200-16,-2 6-192 16,2 4 20-16,-1 6 8 0,1 4-88 15,-2 8-276-15,2 7-104 0,-5 7 28 16,0 2-4-16,1 7 24 0,-1 4-36 16,3-1-76-16,2 2-60 0,7 2-140 0,4 0-8 15,0-4 0-15,8 0-8 0,9-3-88 0,3 3 96 16,4-6 16-16,12 3-16 15,0 0-76-15,4 1 28 0,7-3 40 0,14 6-64 16,-1-4 8-16,8 0-36 0,7-3 28 0,1-1-28 16,8-2-72-16,4-4 0 0,-1-3 108 15,9 1-32 1,4-1-28-16,3-6-28 0,6 3 144 16,6-6 8-16,8 3 236 0,5-6-160 0,7 3-28 15,6-4-48-15,2-3 4 0,9 5 108 16,7-5-64-16,1-4-40 0,11 2 8 0,5-1 104 15,3-6-56-15,4 0-64 0,8-4-100 16,6-2 16-16,5-4 84 0,6-3-16 16,7-3-68-16,4 0 80 0,5 0 4 0,3-6-4 15,4 0-140-15,5-4 92 16,-1-2 48-16,8 2-4 0,-4-3 8 16,0 1 0-16,1-4-36 15,2-3-40-15,-2 0 68 0,7-4 8 0,1-2 8 16,3-4-8-16,4-2-60 0,-4-1-88 15,4-3-28-15,0-3 4 0,-4 3-28 0,-4-6 36 16,-4-1-48-16,-4 0 152 16,-3-2 48-16,-5-3 12 0,-4 0 4 0,-4 2-4 0,-7-2-4 15,-8 0-12-15,-6-2 16 16,-10 2 0-16,-5-1 0 0,-12 3 56 16,-7 1-8-16,-12 0-20 0,-13-4-16 0,-7 0-12 15,-16 4 0-15,-8-4 48 16,-13 0-44-16,-8 0-4 0,-6-2-212 15,-14 0-52-15,-7-5 76 0,-11 1-88 0,-13 0 124 16,-4-3 140-16,-9-4 12 0,-14 1 76 16,-5 1 84-16,-8-5-60 0,-4 3-36 15,-4-2-64-15,-8-1-136 0,0 4-4 0,-7 0-124 16,-6 3 76-16,2 2-140 0,-9 5 176 16,1-1-292-16,-9 7 140 0,-4-1 192 15,-8 4-68-15,-3 0 28 0,-9 2 36 16,-4 2 40-16,-6 2 76 0,-6 3-4 15,-4 0-40-15,1 0 40 16,-1 4 8-16,-7-1 80 0,-1 3 28 16,-3 1-108-16,-5 3 100 0,-3 0 24 0,-4-1-124 15,-1 5 84-15,0 2-24 0,6 3 48 16,-6 3-36-16,0 1 40 0,-3 3-116 16,-1 2-64-16,-3 2-36 0,0-3-16 15,-1 5 64-15,5 0 48 0,-1 0-8 0,-3 0-84 16,0 0 92-16,-1 7-220 0,-3-3 212 15,-4 4-176-15,-1-1 188 0,1 3 4 0,0 3 4 16,-5-1 108-16,1 4-116 0,-5 3-40 16,2 4 36-1,-6 2 4-15,0 0 52 0,2 0-48 0,2 5 248 0,1 1 16 16,-4 1 60-16,-1 3-236 0,5-1 60 16,-1 2-64-16,6 2 12 0,1 0-92 15,2 3 80-15,8-3 0 0,0 4-60 0,7-5-28 16,0 2-4-16,6-2 4 0,6 5 136 15,4-7-8-15,9 3 24 16,-1-3 148-16,9 0-60 0,4-3-192 16,-1-1 168-16,9 1-152 0,7-3-64 15,-1-1-64-15,11-2 56 0,6-1 0 16,-1 0-164-16,10-2 44 0,0 2-8 0,11-6-104 16,0 4-36-16,4-4 212 0,9-4-36 15,-1 1 96-15,8-3 4 0,4-4 0 16,3-2 12-16,10 2-12 0,3-6 72 15,8 1-72-15,4-4-12 0,4 3-92 0,0-3-260 16,4 0-244-16,0 0-324 0,4 0-436 16,0-3 91-16,4-1 281 0,0-2 220 15,4 0-352-15,-4 2-252 0,12-2-1004 0</inkml:trace>
  <inkml:trace contextRef="#ctx0" brushRef="#br0" timeOffset="207865.968">9641 6111 1356 0,'0'0'5520'0,"0"0"-4400"16,0 0-472-16,0 0-120 0,0 0-152 0,0 0 528 16,0 0-75-1,0 0-457-15,0 0-116 0,8-6 104 0,-4 6 152 16,1 0 0-16,-5 0-96 0,8 0-56 15,-5-2-32-15,5 2 0 0,0 0 52 0,4-5-80 16,4 3-20-16,0-2-8 16,0-2-132-16,8 4-64 0,-4-5-68 0,4 3-8 15,-1-2-4-15,5 3-56 0,0 0 56 16,0-1-40-16,0 4-44 0,-4-6 76 16,8 6 8-16,-4-3-12 0,4 0 8 0,0 0-44 15,4-4 52-15,3 4 88 0,2-7-36 16,2 4-52-1,-3 0-48-15,4-4 40 0,-4 1 4 0,3 3 4 0,-2-4-4 16,-2 3-84-16,1-2 0 0,-5 0 76 16,2 2-40-16,-5 0-24 0,0 2 72 15,-4 2-8-15,0-1-52 0,-5 4-24 16,1 0 40-16,-4 0-16 0,3 0 12 16,-2 0 40-16,-1 0-60 0,4 4 72 0,-5-4 64 15,5 0-52-15,1 0 40 0,-6 0-48 16,5 0-4-16,0-4 0 0,0 2 84 0,-4-5-20 15,0 1-16-15,0 0 4 0,-1-5-44 16,-6 5 40 0,2 0-32-16,-2-4 68 0,-5 7-32 15,-1-3 12-15,-3 2-52 0,0-2 48 0,5 3-52 16,-5-3-8-16,3 3 0 0,-3-4-76 16,4 1 0-16,1-4-24 0,-2 4-40 15,-3 0-24-15,4-4 16 0,-4 4-104 16,-4-1-292-16,5 1-180 0,-5-1-16 0,0 2-436 15,0 1-1445-15,-5-2-5231 0</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1:43:58.958"/>
    </inkml:context>
    <inkml:brush xml:id="br0">
      <inkml:brushProperty name="width" value="0.05292" units="cm"/>
      <inkml:brushProperty name="height" value="0.05292" units="cm"/>
      <inkml:brushProperty name="color" value="#FF0000"/>
    </inkml:brush>
  </inkml:definitions>
  <inkml:trace contextRef="#ctx0" brushRef="#br0">8267 1105 3472 0,'0'0'0'0,"0"0"0"0,0 0 2540 0,0 0-756 16,0 0-836-16,0 0-212 15,0 0 64-15,0 0 273 0,0 0-149 16,0 0-220-16,-16-39-180 0,12 39-16 16,0-3-4-16,4 1-36 0,-3 2-100 15,-2-4 8-15,1 1 36 0,4 3 20 0,-4-3-72 16,0 3-12-16,0-3 12 0,0-1-60 15,1 1 8-15,3 3 0 0,-4-3-36 16,4 3-52-16,-5 0-12 0,5 0-72 16,-4-3 0-16,4 3-88 0,0 0 64 0,0 0-16 0,0 0-36 15,0 0 40-15,0 0-28 16,0 0 12-16,0 0 16 0,0 0-4 0,0 0 16 16,0 0-40-16,0 0-24 15,0 0 4-15,0 0-52 0,0 0-4 16,0 0-60-16,0 0 16 0,0 0-12 0,0 0 52 15,0 0-4-15,0 0 0 0,0 0 8 16,0 0 0-16,0 0 0 0,0 0 4 16,0 0 4-16,0 0 44 0,0 0 24 0,0 0 16 15,0 0-4-15,0 0 0 0,0 0-12 16,0 0-20-16,0 0-4 0,-4 0-44 16,4 0-4-16,0-3 0 15,-4 3-148-15,0 0 76 0,4 0 72 16,0 0 0-16,-3 0 12 0,-1 0-12 0,4 0-4 15,-5 0-8-15,1 0 0 0,0 0 12 16,0 0 12-16,0 0-12 0,1 0 0 0,-1 0 4 16,4 0 8-16,-4 0 36 0,4 0-48 15,-5-4-40-15,5 4-20 0,-4 0-24 16,4 0-4 0,-4 0 40-16,4 0 0 0,0 0-24 0,-4 0-40 15,4 0 64-15,0 0 0 0,0 0-4 16,-3 0 44-16,3 0-64 0,-4 0 24 0,0 0 48 15,4 4 4-15,-4-4 80 0,-1 0 0 16,1 0-84-16,0 3-4 0,1-3 4 16,-5 3 0-16,4 0 0 0,-5 0-72 15,2 1 0-15,-1-1 8 0,-5 3-8 0,2 3-12 16,-5 1-4 0,0 0 16-16,1 2 24 0,-2 4-28 0,-7 3 68 15,5 0-76-15,-5 3-16 0,3-2 4 16,1 2-4-16,1 0 16 0,2-3-4 0,2 3-12 15,2-3 4-15,2 3-4 0,-1-3 88 16,0 4-112-16,0 3 124 0,4-1-72 16,-4 3 72-16,0 4 12 0,5 3-8 15,-2 3-4-15,-3 4 60 0,5 2-52 0,3-3 116 0,-1 3-12 16,5-3 60-16,-4-3-36 16,4-2-52-16,0-1 4 15,4-7-28-15,5 1 28 0,-2-7-88 16,5 1 132-16,4-8 28 0,0-3-24 15,0-1 36-15,4-5-28 0,0-3 28 16,0 2 0-16,4-5-40 0,-5 0-8 0,9 0-16 16,-4-2-56-16,1-4-44 0,3 2-8 15,-9-3 0-15,5 1-64 0,-4 1-20 0,-4-2 36 16,4-3 0-16,-5 1-28 0,-2 0-104 16,-2-1-224-16,-3-3-76 0,1 4-132 15,-1-1-180-15,-5-2-200 16,-3 2-372-16,0 1-496 0,0-1-1020 0,-7 0-3021 0</inkml:trace>
  <inkml:trace contextRef="#ctx0" brushRef="#br0" timeOffset="198.366">7928 1698 2244 0,'0'0'3968'16,"0"0"-684"-16,0 0-1191 0,0 0-645 0,0 0-252 15,0 0-48-15,0 0-204 0,0 0-208 0,0 0-128 16,40-3-12-16,-20 0 156 0,0-4-236 15,4 5-260-15,-5-5-252 0,9-2-4 16,-4-1-148-16,1 1-120 0,-1-1-396 16,-1-2-548-16,-3 2-440 15,-7 3-800-15,-6 5-641 16,1-3-1295-16,-8 5-800 0</inkml:trace>
  <inkml:trace contextRef="#ctx0" brushRef="#br0" timeOffset="347.882">8184 1638 1668 0,'0'0'1124'0,"0"0"-680"0,0 0 2484 0,-45 76-212 16,37-53-1488-16,1 2-219 15,-1 4 135-15,-1-4 44 0,5 7-224 0,-3-4-256 16,3 1-128-16,0-4-144 0,-5 1-256 16,9-5-180-16,0-2-60 0,0-2-108 0,4-4-60 15,5-1 56-15,2-6-244 0,2-6-532 16,2 0-568-16,6-9-809 16,-6 0-2791-16,17-21 376 0</inkml:trace>
  <inkml:trace contextRef="#ctx0" brushRef="#br0" timeOffset="751.991">9239 939 3940 0,'0'0'2368'0,"0"0"76"15,0 0-996-15,0 0-299 0,0 0 503 16,0 0-252-16,0 0-656 0,0 0-140 0,0 0 64 15,0 0 80-15,-36 82 8 0,12-46-212 16,0 2-196-16,-8 6-188 0,-3 5 24 16,-5 7-64-16,-4 5 28 0,-7 5-12 0,-5 7 0 15,-8 3-16-15,-4 11 4 0,-4 1 8 16,-3 5-92-16,-2 2-28 0,-2-4-12 16,-1 2 72-16,9-8-72 0,3-2-52 15,5-7 52-15,7-6 44 0,11-6-36 16,6-7-8-16,3-3-12 0,8-10 12 0,4-3 4 15,5-3-4-15,2-9-12 16,10 0-76-16,-1-10-44 0,-1 0-28 0,5-6 24 0,4-5 28 31,-4-1 32-31,4-3 16 0,0-4 52 0,0 3 8 16,0-3 0-16,0 0 0 0,0 0-160 16,0 0-124-16,0-3-32 0,0-1-180 0,0-5-236 15,0-4-644-15,0-5-424 16,4-6-252-16,4-4-2049 0,-3 3-3251 0,6-16 7168 0</inkml:trace>
  <inkml:trace contextRef="#ctx0" brushRef="#br0" timeOffset="1518.141">9012 2191 4864 0,'0'0'2552'16,"0"0"2797"-16,0 0-4001 0,0 0-460 16,0 0-8-16,0 0 184 0,0 0-328 15,0 0-204-15,-87 0-64 0,62 16-100 0,-3-2-84 16,0 10-88-16,-3 4-64 15,3 1-44-15,4-1-28 0,-3 5 0 0,6-2-56 0,1-4-4 16,5 3-4-16,2-8-8 0,5 0-48 16,1-6-12-16,7-3-4 15,0 0-8-15,7-1 24 0,6 2-16 16,2-2 68-16,6 1 8 0,7-1 0 16,-5 1 48-16,9 0-40 15,-5-4-4-15,5-3-8 0,-4 1 4 0,4 2-48 0,-8-3 40 16,0 4-40-16,1-4 44 0,-6 4 4 15,-3-1 72-15,0 1 64 16,-8 3-88-16,4-4 0 0,-8 5 16 0,0-6 44 16,-1 3-32-16,-3-3 56 0,0 2 64 15,0 3 36-15,-7-4 24 0,-5 4-36 16,-4-1-100-16,0-2-120 0,0 0-64 16,-4-4-132-16,0-3-72 0,4 0-96 0,1-3-176 15,-2-3-96-15,2-6-68 0,-2-11-324 16,6-1-512-16,3-11-748 0,-1 6-2701 15,9-21-3183-15</inkml:trace>
  <inkml:trace contextRef="#ctx0" brushRef="#br0" timeOffset="1773.715">9383 1996 5384 0,'0'0'744'0,"0"0"3540"16,0 0-3011-16,0 0-81 0,0 0 160 0,0 0 48 15,-13 96-184-15,6-55-284 0,-1 3-216 16,-5 7-136-16,6 3-40 0,3 1-88 0,-4-1-168 16,8 3-152-16,-4-1-132 0,4-4 8 15,0 2-12-15,8-13 4 16,0-3-96-16,3-6 88 0,2-9 8 16,2-4-8-16,-2-7-4 0,2-3-52 15,5-2 52-15,-4-4 8 0,0-3-44 0,1 0 48 16,-2-10-60-16,2 1-236 0,-6-8-280 15,1-2-332-15,-4-3-356 0,-4-3-1300 16,-4 6-3365-16</inkml:trace>
  <inkml:trace contextRef="#ctx0" brushRef="#br0" timeOffset="1958.709">9060 2454 6856 0,'0'0'2724'15,"0"0"57"-15,0 0-1161 0,0 0-568 16,0 0 80-16,0 0-120 0,0 0-516 0,0 0-84 15,0 0 20-15,0 0 340 16,112 0-340-16,-77 0-188 0,5 0-136 0,0 0-108 0,0-6-44 16,-1 3-128-1,1-1-48-15,-3 1-220 0,2 0-544 16,-3 3-880-16,-8-3-3000 0,11 3-4305 0</inkml:trace>
  <inkml:trace contextRef="#ctx0" brushRef="#br0" timeOffset="2469.394">9864 2521 4096 0,'0'0'1132'0,"0"0"4897"16,0 0-3673-16,0 0-948 0,0 0-124 0,-79-13-212 16,63 16-440-16,-3 7-164 0,2 6-132 15,2 5-56-15,-2 9 28 0,6 1-52 16,-2 4 40-16,9 0 32 15,-3-3-72-15,7-9-84 0,0-4-120 16,0-7-52-16,3-6-168 0,5-3-40 16,5-3 60-16,2-3 40 0,5-9 104 15,5-8-216-15,-6-5-88 0,5-1 28 0,-4-2-28 16,-1-1 84-16,-2 1 76 0,2 3 0 16,-6 6 52-16,-2 2-40 0,-3 9-48 0,-3 1 8 15,-5 7 176-15,4 0 112 0,-4 9 48 16,0 1 284-16,0 9-12 0,4 0-136 0,-4 3 72 15,0-3-28-15,0-3-144 0,0 0-196 16,0-7-12-16,0-3-184 16,3-2 12-16,1-1-24 0,4-3-120 15,1-7 180-15,2-5-208 0,1-7-384 16,0-6-528-16,4-5-796 0,0-1-648 16,0-1-461-16,0-3-1439 0</inkml:trace>
  <inkml:trace contextRef="#ctx0" brushRef="#br0" timeOffset="2819.627">10076 2021 1812 0,'0'0'184'16,"0"0"5952"0,0 0-3664-16,0 0-1195 0,0 0-433 15,0 0 136-15,0 0 352 0,0 0-212 0,0 68-344 0,0-36-92 16,0 5 132-16,-4 1-88 16,0 7-240-16,0 0-304 0,0-1-96 15,0 0-84-15,0-2 8 0,0-4-12 0,0-3 8 16,4-10 52-16,0 0-60 0,0-8 8 15,0-2-8-15,8-5 4 0,0 3-4 16,0-7 8-16,4 4 76 0,4-4-84 16,-1-1-52-16,6 0 52 0,-6 1-4 0,9-3-68 15,-4 0-8-15,1 0 76 0,-2 1-68 16,-3 2-24-16,0 0-28 0,0 0 16 16,-8 1 44-16,4-1 60 0,-4 4-8 0,-4-4-48 15,4 0-16-15,-8 0 72 16,0 1-4-16,0-1-192 15,0 4 200-15,-4-4 124 0,-4 5-124 0,-8-3-4 16,4 3-96-16,-4-5 52 0,-3-4-76 16,2 2-120-16,-3-4-164 0,-3-6-608 0,-1 0-588 15,-1-8-2208-15,10 2-2809 0,-9-4 1825 0</inkml:trace>
  <inkml:trace contextRef="#ctx0" brushRef="#br0" timeOffset="4519.017">10809 2821 2228 0,'0'0'404'16,"0"0"180"-16,0 0 5304 0,0 0-3963 0,0 0-701 16,0 0-524-16,0 0 180 15,0 0-4-15,0 0-284 0,0 0-112 0,-56-56-132 16,44 56-244-16,0 0-104 0,-4 6-12 16,0 7 8-16,-3 6 4 15,2-1 140-15,-2 9 84 0,3 4 88 0,-1 1 124 16,6 6 60-16,-1 4-100 0,0-1-152 15,4 6-96-15,0-3-48 0,4-2 48 16,0 0 24-16,4-4 36 0,0-7 100 0,8-2-88 16,0-7-24-16,8-3-36 15,-4-2-28-15,8-9 52 16,-5-2-112-16,10-6 40 0,-5 0-108 0,3-6-4 16,1-2-256-16,-4-9-124 0,-4 5-232 0,0-1-200 15,-4 1-352-15,-4-2-412 0,-4 5-444 16,0-4-720-16,-4 4-1493 0,0-1-1163 15,-8-3 4352-15,4 7 649 0</inkml:trace>
  <inkml:trace contextRef="#ctx0" brushRef="#br0" timeOffset="4816.553">10689 3165 1788 0,'0'0'612'0,"0"0"928"0,0 0 3332 0,0 0-3348 0,0 0-579 16,0 0 107-16,0 0-4 0,0 0-376 16,0 0-188-16,0 0 56 0,45-21-20 15,-30 17-172-15,2 1-120 0,2-1-148 0,-7-2-80 16,4 2-16-16,-8 2-200 0,0-2-196 15,0 4-372-15,-4 0-332 16,-4 0-236-16,0 0-201 0,0 0-39 0,-4 4 88 16,-4 2 232-16,0 0 828 0,0 1 444 15,4 2 792-15,-4 5 468 0,4-2 260 0,0 4-51 16,0 3-181-16,4-3-128 16,0 6-80-16,0-3-208 0,0 3-68 15,0-2-104-15,0-2-92 0,0 1 24 0,4-6-348 16,0-3-196-16,4-4-88 0,-4 1-60 15,4-7-284-15,-1 0 72 0,2 0-124 16,3-5-240-16,0-3-468 0,-4-5-828 16,7-6-1001-16,-6 3-1895 15,6-13-1048-15</inkml:trace>
  <inkml:trace contextRef="#ctx0" brushRef="#br0" timeOffset="5223.042">10766 2228 9664 0,'0'0'2593'0,"0"0"-1177"0,0 0-540 0,0 0-184 0,0 0 64 15,0 0-116-15,0 0-276 0,0 0-216 16,0 0-80-16,0 0-68 16,0 0-88-16,95-70 0 0,-76 58-12 0,-2 3 0 0,-6-1-48 15,6 4-16-15,-10 2 16 16,5 4-44-16,-3 0-108 0,-2 0 72 0,1 4 64 0,0 2 92 16,4 6 32-1,-4 1 40-15,4 4 52 0,0 2-40 16,0 0 88-16,0 6-92 0,0 3 68 0,-4 4 12 15,4 3 124-15,0 3 296 0,-8 4 100 16,3-1-272-16,-2-3-200 0,-1-3-60 0,-4-7-64 16,4-6-12-16,0-2-64 0,0-8-96 15,-4-2-40-15,3-7-208 16,5 0-272-16,-3-3-236 16,3-6-248-16,3-11-1032 0,2-2-3001 0,-5 5-727 0</inkml:trace>
  <inkml:trace contextRef="#ctx0" brushRef="#br0" timeOffset="5403.312">11211 2216 2988 0,'0'0'584'0,"0"0"1292"0,0 0 1296 15,0 0-1540-15,0 0-535 0,0 0-5 16,-71 73-60-16,51-41-80 0,4 3-168 16,-4 3-192-16,0 0-176 15,4 0-188-15,-4 0-228 0,5 0-52 16,2-3-252-16,1 0-124 0,5-3-416 0,-2-7-232 15,9-6-392-15,0-7-465 16,4-5-2059-16,1-7-1816 0,14-7 5716 0</inkml:trace>
  <inkml:trace contextRef="#ctx0" brushRef="#br0" timeOffset="5581.996">11351 2575 2864 0,'0'0'420'0,"0"0"3808"15,0 0-1492-15,0 0-1215 0,0 0-189 16,0 0-12-16,79 2-232 0,-71 5-332 0,-3 3-60 15,3-1-84-15,-5 4-56 16,-3 3-148-16,4 0-164 0,-4-1-108 0,0 1-136 16,-4 0-56-16,1-7-116 0,-1 4-248 0,0-6-360 15,-5-4-240-15,5-3-228 0,-7 0-1624 16,7-3-5065-16</inkml:trace>
  <inkml:trace contextRef="#ctx0" brushRef="#br0" timeOffset="5737.581">11391 2352 1280 0,'0'0'9793'0,"0"0"-7805"0,0 0-652 0,0 0 532 15,0 0-696-15,0 0-492 0,75-8-372 16,-43-3-308-16,5-5-156 16,2 3-772-16,-3-2-852 0,-8 5-1164 0,11-6-2997 15</inkml:trace>
  <inkml:trace contextRef="#ctx0" brushRef="#br0" timeOffset="6519.021">13350 1826 2384 0,'0'0'1252'0,"0"0"4280"0,0 0-3411 0,0 0-837 15,0 0-60-15,0 0-36 16,0 0 48-16,0 0-360 0,0 0-392 0,0 0-248 16,0 0-64-16,-35 0-12 0,35 0-48 0,8 2 144 15,0 2-252-15,8-1 200 16,8 0 68-16,8 3-100 0,3-2-40 0,10-1-32 15,6 0-88-15,9-3 36 16,8 0-44-16,11-3 48 0,5 0 56 16,4-4-108-16,4 1-80 0,-5-1-32 15,5 0 52-15,-5 5 12 0,5-4-28 16,3 2 28-16,-3 2 0 0,-1-3-28 0,-3 3 28 16,0-2-28-16,-4 2 28 15,0-1 48-15,-9 0 0 0,5-1 48 0,-4 1 4 16,0-1-52-16,-5 1 0 0,1-2 0 15,-5-2 52-15,2 1-44 0,-6-4 40 16,5 1-44-16,3-1-4 0,-3 0-8 0,4 1-64 16,-4-4-4-16,-1 1-108 0,-7 2-136 15,-4-3 184-15,-4 4-60 16,-8 2-16-16,-13-2 40 0,1 2-16 16,-8 0-8-16,-4 5-16 0,-8-4-100 15,0 2-36-15,-8 2 4 0,-1-5-204 0,-3 1-284 0,0 0-860 16,-3-5-669-16,-9 3-2147 0,4-3-1096 15,-12-1 5108-15</inkml:trace>
  <inkml:trace contextRef="#ctx0" brushRef="#br0" timeOffset="6832.757">15941 1451 3396 0,'0'0'404'0,"0"0"3624"0,0 0-1580 0,0 0-1003 16,0 0-381-16,87 10 56 0,-55-4-332 0,-4 3-132 15,4 1-216-15,-1 2-228 0,1 1-12 16,-4 3 80-16,0-4-56 0,-4 7-48 16,-3 0 8-16,-6 4 16 15,1 3-52-15,-8-1 28 0,-4 3-164 16,-4 7 160-16,-8-3-60 0,-8 3-48 0,-3 3-56 15,-9-3-8-15,-4 0-76 0,0-3 16 16,4-4-40-16,0-3-36 0,0 1-264 16,4-7-196-16,5 0-260 0,2-6-76 0,2-1-500 15,-2-2-1225-15,10-3-3963 0,-6-7 2664 16</inkml:trace>
  <inkml:trace contextRef="#ctx0" brushRef="#br0" timeOffset="13380.652">13670 479 1748 0,'0'0'11093'16,"0"0"-8657"-16,0 0-1040 16,0 0-180-16,0 0-92 0,0 0-448 0,0 0-92 0,0 0-8 15,35 63-212-15,-23-28-48 16,-3 13 25-16,-2 3-109 0,-3 3 180 15,0 4-52-15,-4-2-128 0,0-2-112 0,0-6-80 16,0 0-32-16,0-7-8 0,-4-3 0 0,4-6-4 16,-4-7 0-16,4-3-8 15,0-9-60-15,0-4-24 0,0-2-60 16,0-7-112-16,0 0-300 0,0 0-41 0,4-4 257 16,4-2 228-16,1-3 124 0,6-4 100 15,-3 1-44-15,4-1-56 0,1 0-8 16,-6 7-116-16,1-1-56 0,-4 4-16 15,4 3 196-15,-4 0 36 0,-1 0 84 0,2 7 4 16,-1-1 48-16,-4 3 56 0,0 1-20 16,-1-4-24-16,-3 0-63 0,0 4-25 15,0-4 40-15,0 1-28 16,0-4 0-16,-7 3-108 0,-5 0-108 16,3 1-148-16,-6-1-85 0,3-2 37 0,-4-4-60 0,4 0-160 15,-4 0-184-15,4-4-324 0,0-5-628 16,0-1-716-16,5-6-1685 0,3 5-1267 15,-1-13 93-15</inkml:trace>
  <inkml:trace contextRef="#ctx0" brushRef="#br0" timeOffset="13561.093">14068 994 1644 0,'0'0'10329'0,"0"0"-8413"16,0 0-536-16,0 0 252 0,0 0-316 0,4 76-528 0,-4-57-408 15,0-3-232 1,-4-1-148-16,4-2-60 0,-4-2-184 0,1-3-544 16,3-5-488-16,-5 0-656 0,1-3-964 15,-4-9-3341-15</inkml:trace>
  <inkml:trace contextRef="#ctx0" brushRef="#br0" timeOffset="13717.777">14096 825 1736 0,'0'0'8464'0,"0"0"-6483"0,0 0-789 16,0 0 100-16,0 0-344 0,0 0-652 15,96-23-296-15,-77 21-628 16,1-4-852-16,4-5-1517 0,-3 9-4431 0,6-8 6140 16</inkml:trace>
  <inkml:trace contextRef="#ctx0" brushRef="#br0" timeOffset="13908.166">14570 949 3848 0,'0'0'900'16,"0"0"6265"-16,0 64-5541 0,0-36-304 15,0 7 80-15,0 0-168 0,4 3-316 16,0 1-276-16,0 1-224 0,0 2-196 16,0-1-24-16,0 0-188 0,4-3-8 15,-8-2-72-15,4-8 0 0,0-3 60 0,-4-12-100 16,0-3 4-16,0-7-236 0,-8-3-444 15,0 0-240-15,-4-13-56 0,0-3-1660 16,0 1 748-16,-8-20-2081 0</inkml:trace>
  <inkml:trace contextRef="#ctx0" brushRef="#br0" timeOffset="14066.693">14422 714 2508 0,'0'0'9509'15,"0"0"-7861"-15,0 0-496 0,0 0 572 16,101-25-528-16,-69 15-664 0,3 1-532 0,1-1-184 16,4-2-736-16,-9 2-884 0,10-7-3021 15</inkml:trace>
  <inkml:trace contextRef="#ctx0" brushRef="#br0" timeOffset="14912.424">17973 965 2744 0,'0'0'1968'16,"0"0"3044"-16,0 0-3567 0,0 0-457 15,0 0-232-15,0 0-260 0,-100-3-48 16,72 15-80-16,-4 8 60 0,-4 2-72 16,4 10 260-16,-3 6 64 0,3 6 56 15,-4 7 220-15,4 6-156 0,1 10-296 16,-1 5-148-16,4 14-12 0,0 3-76 15,4 10-72-15,3-4-112 0,10-3 4 0,7-9 20 16,4-13 160-16,11-13 36 0,6-10 353 16,11-12-305-16,0-7-168 0,4-5-28 0,0-8 36 15,3-4-44-15,1-5-148 16,0-6-8-16,-1 0 0 0,6-6-4 16,-5-10-60-16,-5-1-40 0,1-1-68 15,4-8-76-15,-8 4-44 0,-4-4-57 16,0 4-163-16,-5 0-152 0,-2-3-232 15,-6 6-252-15,-3-4-704 0,-3 4-928 0,-5 0-1849 16,0 10-871-16</inkml:trace>
  <inkml:trace contextRef="#ctx0" brushRef="#br0" timeOffset="15072.308">17781 1752 2616 0,'0'0'1656'15,"0"0"4288"-15,0 0-3731 0,0 0-641 0,0 0-8 0,0 0-8 16,0 0-84-16,0 0-256 0,0 0-200 15,84 10-240-15,-64-1-191 0,3-6-245 16,2 4-184-16,-1-7-116 0,0 0-40 16,0 0-144-16,-1-10-340 0,1 1-285 0,0-1-399 15,-3-3-676-15,-6 1-2056 0,-7 2-2369 16</inkml:trace>
  <inkml:trace contextRef="#ctx0" brushRef="#br0" timeOffset="15233.185">18069 1717 3484 0,'0'0'544'15,"0"0"5492"-15,0 0-3899 0,0 0-645 0,0 0-72 0,0 0-12 16,4 79-176-16,-1-54-244 0,5 5-188 16,0-1-252-16,0 2-120 0,0 2-60 15,0 0-200-15,1-1-156 0,2 0-12 0,1-3-156 16,0-7-404-16,4-3-324 0,0-6-88 16,3-7-388-16,2-6-952 0,-5 0-2269 15,3-9-3795-15</inkml:trace>
  <inkml:trace contextRef="#ctx0" brushRef="#br0" timeOffset="15477.411">18602 1621 5764 0,'0'0'5653'15,"0"0"-1641"-15,0 0-2060 0,0 0-420 0,0 0 136 16,0 0-452-16,0 0-439 0,0 0-329 16,0 0-292-16,0 0-156 15,0 0-136-15,20-19-300 16,-8 11-268-16,0-5-197 0,-4 3-295 0,4 4-960 16,-8-1-2384-16,0 4-2717 0,-4 0 1406 0,-72 72 5850 15</inkml:trace>
  <inkml:trace contextRef="#ctx0" brushRef="#br0" timeOffset="15972.296">19064 1533 1448 0,'0'0'9661'0,"0"0"-8377"0,0 0-1208 15,72-82-76-15,-40 47-88 0,-4 3-120 16,3-3-432-16,-3 6-97 0,0 4 237 0,0 3 292 16,-7 6 168-16,-2 7 40 0,-3 2 80 15,0 4 204-15,-4 3 309 0,0 0 307 16,0 6-296 0,0 7 60-16,0 3 72 0,0 6-152 0,0 3-28 15,-1 7 0-15,2 0 8 0,-2 5-72 0,-2 5-84 16,-1 3 16-16,0 2 72 0,-1 5 36 15,2 1 268-15,-1 1 204 0,-1-6-444 0,5-10-184 16,1-3-60-16,2-7-240 16,1-6-76-16,5-9-4 0,-6-9-276 0,5-4-264 15,0-4-32-15,4-11-232 0,4-5-436 16,0-8-972-16,-4-7-2668 0,-9 9-3969 16,9-18 7481-16</inkml:trace>
  <inkml:trace contextRef="#ctx0" brushRef="#br0" timeOffset="16155.832">19822 1251 1448 0,'0'0'7792'16,"0"0"-6192"-16,0 0-775 0,0 0 71 15,0 0-12-15,0 0-108 0,-76 95 44 16,60-57-104-16,0 10 140 0,-5 3 152 0,-2 3-228 0,3 3-164 16,-8 0-136-16,4 3-236 0,-8-2-184 15,4-8-60-15,1 1 0 16,-1-10-208-16,4-3-404 0,8-10-92 0,4-9-40 0,4-2-288 15,8-9-732-15,0-1-1308 16,8-7-3553-16</inkml:trace>
  <inkml:trace contextRef="#ctx0" brushRef="#br0" timeOffset="16354.522">20041 1800 92 0,'0'0'6068'0,"0"0"-1348"0,0 0-2703 15,0 0-277-15,0 0-112 0,0 0-420 16,0 0-268-16,60 76-68 16,-56-60-196-16,-4-3-248 0,0-1-148 0,0-2-136 0,0 0-140 15,0-3-4-15,0-5-60 16,-4-2-108-16,0 0-236 0,-1 0-172 0,-3 0-272 16,1-9-1060-16,-1-1-2656 0,-1 0-4057 15</inkml:trace>
  <inkml:trace contextRef="#ctx0" brushRef="#br0" timeOffset="16499.451">20101 1511 168 0,'0'0'12525'0,"0"0"-9857"16,0 0-924-16,0 0 72 0,0 0-652 16,95-16-736-16,-71 10-428 0,3 0-416 15,5-1-636-15,-4 1-616 0,-8 3-3092 16,8-3-6805-16</inkml:trace>
  <inkml:trace contextRef="#ctx0" brushRef="#br0" timeOffset="17391.121">2501 4936 1384 0,'0'0'11753'16,"0"0"-9521"-16,0 0-1744 0,0 0-148 15,0 0 312-15,96 4 432 0,-59-4-344 16,10-4-336-16,1-1-156 0,3-5-128 16,5-2-120-16,-4-5-60 0,-1 2 0 15,-2-1-164-15,-6 0-180 0,2 0-460 16,-14 7-368-16,-3-1-924 0,-12 3-2445 0,-8 5-2607 15,-8 2 5824-15</inkml:trace>
  <inkml:trace contextRef="#ctx0" brushRef="#br0" timeOffset="17551.412">2829 5077 5976 0,'0'0'1028'16,"0"0"2929"-16,0 0-2605 0,0 0-204 0,0 0 624 15,0 0-500-15,0 0-300 16,0 0-8-16,0 0 108 0,95 9-376 0,-63-9-340 15,7 0-356-15,-3-2-28 0,5-12-360 16,-2 1-312-16,1-2-196 0,0-7-564 0,-12 3-1588 16,-1-10-5657-16</inkml:trace>
  <inkml:trace contextRef="#ctx0" brushRef="#br0" timeOffset="17822.429">3031 4619 4868 0,'0'0'7541'16,"0"0"-6621"-16,0 0-384 15,0 0 956-15,0 0 88 0,112-9-548 0,-72 12-416 16,4 3-136-16,-1 4-64 0,10-1 28 0,-10 1-236 16,5 6-156-16,-8-1-52 15,-5 4-112-15,-3 4-108 0,-4 3-220 16,-4 2 48-16,-12 4 36 0,-3 3 108 0,-5 2 76 15,-4 1 172-15,-13 4-136 0,1 0 12 16,-8-5 24-16,-3 2 100 0,-1-5 88 0,0-2-88 16,0-3-96-16,-1-4-212 0,2-2-404 15,-1-8-1044-15,4-5-1220 0,-8-4-4057 16</inkml:trace>
  <inkml:trace contextRef="#ctx0" brushRef="#br0" timeOffset="30746.676">5984 3982 5396 0,'0'0'2484'0,"0"0"-640"0,0 0-567 15,-4-68-517-15,4 59 2284 0,0 2-1192 16,0 4-696-16,0 3-220 16,0 3-148-16,4 4 164 0,-4 5 0 0,8 5-199 15,-4 8-209-15,4 4 48 0,-4 12-84 16,3 7-36-16,2 9-40 0,-1 10-116 0,0 5-100 15,-1 11-84-15,2 6-84 16,-1 13-44-16,-4 8-4 0,-1 8-4 16,1 5 0-16,0 2-4 0,-4-1-4 0,5-4 4 15,-1-6-124-15,4-9-96 0,-1-10 36 16,10-9-28-16,-2-13-32 0,2-13-108 0,7-12-76 16,-1-10-156-16,1-15-232 0,0-10-321 15,0-13-563-15,-1-7-344 16,1-12-216-16,-7 0-944 0,2-29-2801 15</inkml:trace>
  <inkml:trace contextRef="#ctx0" brushRef="#br0" timeOffset="31446.789">7394 4213 12821 0,'0'0'2084'0,"0"0"-1516"0,0 0-292 15,-4-71 492-15,-3 63 552 16,-2 2 48-16,-3 6-96 0,-3 0-564 0,-9 14-392 16,-4 6-232-16,0 12-24 0,-8 9 88 15,4 13 33-15,-3 10-9 16,-2 9 32-16,-3 6 4 0,5 7 8 15,-1 7 76-15,0 4-112 0,5 1 16 0,3 1-52 16,7-7 48-16,14-3 0 0,3-13-56 16,4-13-4-16,7-8-124 15,9-14-8-15,16-9-72 0,1-10 64 0,10-9 8 16,0-10 56-16,9-3-56 0,1-13-12 16,-2-3 4-16,1-6 8 0,0-3-72 15,-9-7-100-15,-7 0-80 0,1 0-88 16,-14-3-116-16,-3 1-128 0,-8 2-33 15,-4 2-67-15,-8 5-120 0,0 3-272 16,-12 4-344-16,-4-1-140 0,-8 3-344 16,-8 0-32-16,-3 3-265 0,-1 1 385 0,-8-1 908 15,0 0 792-15,0 4 116 0,8-1 1064 16,0 3 492-16,12 0 209 16,9 7-229-16,11 0 16 0,4 0-172 0,4 5-352 15,7 4-120-15,10 1 188 0,2 2 104 16,5-2-140-16,0-1-247 0,4-2-269 0,-1-1-192 15,1-6-196-15,0 0-92 0,-4-3-64 16,0-3-276-16,0-7-196 0,-4 0-256 0,-3-3-77 16,-2-3-183-16,-3 3-200 15,0 1-196-15,-9 1-380 0,-2 3-28 0,-5 4 376 0,0 3 672 16,0 4 744 0,-9 0 192-16,6 4 500 0,-5 5-40 0,4 3 240 15,0 7 104-15,4 6 0 16,0 5-320-16,0 2-156 0,0 2-148 0,0 5-24 15,8-1-88-15,-4-4-100 16,3 8 24-16,-3-1-12 0,5 0-48 0,-1 1 36 16,-1-1 136-16,-7-3-296 0,4-9 0 0,-4-7-752 15,5-9-348-15,-1-4-760 0,0-6-2836 16,0-3-4185-16</inkml:trace>
  <inkml:trace contextRef="#ctx0" brushRef="#br0" timeOffset="31763.514">7984 5016 13657 0,'0'0'2840'16,"0"0"-1880"-16,0 0 128 0,0 0 288 16,0 0-548-16,0 0-484 0,84-41-344 15,-69 27-268-15,2-4-160 0,-1-1-600 0,-1 0-660 16,-3 6-2292-16,1-9-4201 0</inkml:trace>
  <inkml:trace contextRef="#ctx0" brushRef="#br0" timeOffset="32268.062">8809 4905 11117 0,'0'0'2472'0,"0"0"-1532"0,0 0-196 0,35-85 452 0,-14 49-16 16,-6 1-572-16,5 0-312 16,1 0-224-16,-2 1-72 0,1-1 8 15,1 7 56-15,2 2-64 0,-3 4 112 16,0 9 84-16,-1 3 48 0,2 10 40 0,3 3 180 15,0 14 160-15,-1 8-248 0,-3 3-120 16,5 7 36-16,-2 6 85 0,-3 4-25 16,4 3-60-16,-4 2 72 0,3 4-52 0,2 0-68 15,-5 1 32-15,-1-1-144 16,-2-7-132-16,-2-5-92 0,1-8-4 16,-4-5-48-16,4-10-112 0,-4-9-152 0,8-8-140 15,-4-4-169-15,0-11-351 0,4-14-500 0,-8 9-1440 16,3-22-3233-16</inkml:trace>
  <inkml:trace contextRef="#ctx0" brushRef="#br0" timeOffset="32450.144">9522 4536 13509 0,'0'0'2704'16,"0"0"-1704"-16,0 0-256 15,-60 90 156-15,41-46 168 0,-5 7-276 0,3 6-72 16,2 3 45-16,-1 0-245 0,3 3-144 15,2-1-76-15,-2 1-44 0,6-9-136 16,3 0-120-16,-4-10-108 0,8-5-96 16,0-7-364-16,4-5-172 0,0-4-161 0,0-10-427 15,0-4-1312-15,4-5-3500 0,8-8-4777 16</inkml:trace>
  <inkml:trace contextRef="#ctx0" brushRef="#br0" timeOffset="32631.117">9864 5045 8716 0,'0'0'5177'0,"0"0"-4225"0,0 0-72 15,0 0 572-15,0 0-164 0,0 0-32 16,0 0-388-16,64 72-344 16,-59-58-232-16,-1-5-124 0,0 1-168 0,-1-4-36 15,-3-1-148-15,0-5-120 0,0 0-180 0,0 0-360 16,-3 0-372-1,-1-5-932-15,-9-8-4057 0</inkml:trace>
  <inkml:trace contextRef="#ctx0" brushRef="#br0" timeOffset="32784.672">9805 4791 13373 0,'0'0'2428'0,"0"0"-1424"0,0 0 372 16,0 0-96-16,0 0-460 0,0 0-404 15,80-30-416-15,-52 18-60 0,-4-3-672 0,4-5-684 0,-9 8-1108 16,9-11-3961-16</inkml:trace>
  <inkml:trace contextRef="#ctx0" brushRef="#br0" timeOffset="33102.244">10554 4067 1616 0,'0'0'10241'0,"0"0"-8169"0,0 0-960 16,0 0 300-16,0 89 336 0,4-51-24 15,-4 13-188-15,4 2-431 0,-4 10-321 16,0 8-192-16,0 2-228 0,0 6-208 15,0 4-84-15,0-1-72 0,0 7-48 16,0-3 44-16,0 0-44 0,-4 0-96 0,0-7-156 16,4-6-112-1,-8-4-120-15,8-5-24 0,-4-3-149 0,0-7-135 16,4-3-664-16,0-7-780 0,0-3-1480 16,0-12-1525-16,0 2-2814 0</inkml:trace>
  <inkml:trace contextRef="#ctx0" brushRef="#br0" timeOffset="33597.96">11020 4689 7052 0,'0'0'7021'16,"0"0"-5181"-1,0 0-576-15,0 0-236 0,0 0 132 16,107 39-72-16,-66-33-260 0,6-6-243 0,1 0-197 16,4-6-108-16,-4-8-272 0,0-2-8 15,-8 4-124-15,-5-4-224 0,-3 3-129 16,-4 1-351-16,-8 5-52 0,-12 1-372 16,0 3-1460-16,-8 3-3741 0</inkml:trace>
  <inkml:trace contextRef="#ctx0" brushRef="#br0" timeOffset="33762.087">11223 4975 10104 0,'0'0'2381'0,"0"0"-953"16,0 0-312-16,0 0 144 0,0 0-4 0,0 0-216 0,80 35-276 16,-48-35-324-16,7-9-220 0,2-7-220 15,2-3-220 1,6-7-736-16,-2 3-404 0,5-5-820 0,-13 9-1820 15,14-13-5033-15</inkml:trace>
  <inkml:trace contextRef="#ctx0" brushRef="#br0" timeOffset="34276.984">12686 3613 3220 0,'0'0'7068'15,"0"0"-5051"-15,0 0-777 16,0 0-20-16,0 0 228 0,0 0 148 0,0 0-180 16,39 85-300-16,-26-46-240 0,-2 6-123 0,1 5-217 15,0 4-88-15,4 6-64 0,-4 4-8 16,-4 3-148-16,4 5-56 0,-4 2-52 16,-4 5-20-16,4 3-100 0,-8-6-8 15,4-2-40-15,0-5-12 0,0-5-24 16,-1-3-88-16,2-14-20 0,-1-6-156 15,4-9-356-15,3-13-168 0,2-9-457 0,2-10-1199 16,-2 0-2660-16,6-20-3441 16</inkml:trace>
  <inkml:trace contextRef="#ctx0" brushRef="#br0" timeOffset="35279.053">14156 3607 4560 0,'0'0'6737'16,"0"0"-5197"-16,0 0-280 15,0 0-312-15,0 0 8 0,-84-55 172 0,64 52-272 16,1 3-324-16,-6 3-276 0,5 10-96 15,-4 6 24-15,1 7 76 0,3 9 44 16,-1 2 40-16,6 11 120 0,2 6 48 16,6 7 72-16,-1 6-159 0,4 3-121 0,-4 2-120 15,8-2-52-15,0-3-24 0,0-7-12 16,8-9-96-16,4-11 4 0,0-7 76 16,8-7 16-16,-4-11-96 0,3-5-84 15,2-4 84-15,-1-6 0 0,-1 0-12 0,1-9-292 16,-3-1 24-16,2-7-96 0,-6-1-121 15,-2 1-163-15,-7-2-328 16,0 5-596-16,-4-3-1416 0,-4 8-3065 0,-11-4-2531 16</inkml:trace>
  <inkml:trace contextRef="#ctx0" brushRef="#br0" timeOffset="35447.45">13853 4210 1604 0,'0'0'9461'15,"0"0"-6949"-15,0 0-980 0,0 0 376 16,0 0-188-16,0 0-212 0,100 16-436 0,-69-16-267 15,1-3-297-15,0-4-268 16,0-6-240-16,-4 1-108 0,0-1-328 0,-4-3-293 16,0 0-243-1,-1 0-376-15,-3 0-752 0,-8 7-1860 0,4-4-1833 16</inkml:trace>
  <inkml:trace contextRef="#ctx0" brushRef="#br0" timeOffset="35613.622">14252 4128 4440 0,'0'0'5060'0,"0"0"-3339"0,0 0-349 0,0 0 120 0,-4 82 160 16,4-57-308-16,4 0-84 0,-1 4-260 16,1-4-228-16,4 3-16 0,1-2-208 0,-2 0-296 15,-3-4-252-15,4-3-72 0,0-3-196 16,0-3-256-16,4 0-184 0,0-6-196 16,4-7-628-1,-1-5-944-15,2-4-1660 0,15-16-1965 0</inkml:trace>
  <inkml:trace contextRef="#ctx0" brushRef="#br0" timeOffset="35905.772">15379 3588 10556 0,'0'0'4517'15,"0"0"-3573"-15,0 0-640 0,0 0 220 16,-80 79 780-16,52-48-84 0,-3 11-120 15,-1 2-296-15,0 7-380 0,-4 6-107 0,-4 7-85 16,-8 6-40-16,0 6-56 0,-8 6-4 16,-7 7-132-16,-5 4-56 15,0 5 56-15,-3 4 8 0,-1-1-4 16,0 4-4-16,9-4-12 0,7 1 0 16,7-7 8-16,14-4-444 0,7-10 35 15,12-14 133-15,0-20-36 0,8-12 48 0,8-13-12 16,0-12-148-16,0-7-208 0,0-3-508 15,8 0-392-15,1-13-616 16,-2 3-2133-16,1-12-3039 0</inkml:trace>
  <inkml:trace contextRef="#ctx0" brushRef="#br0" timeOffset="36916.941">15347 4479 600 0,'0'0'8624'0,"0"0"-6235"0,0 0-1005 15,0 0-288 1,0 0 128-16,0 0-152 0,0 0-288 16,0 0-224-16,0 0-104 0,0 0 28 0,0 0-300 0,-55 30-124 15,31-3-48-15,-4 5 136 0,0 7 48 0,0-1-12 16,0 1 24-16,0-2 40 16,4 1-4-16,0-3 304 0,8 0-96 15,8-7-136-15,4-1-192 0,4-8-124 16,4-1-120-16,8-5-28 15,4 2 76-15,8-5-48 0,3-1 44 0,5 1 68 16,1-3-64-16,-1 2 12 0,0-2 48 0,-4 2 12 16,-5 4 72-16,-3-4 12 15,-4 4-8-15,-4 3 8 0,0 0 36 0,-8-4 28 16,-1 4-40-16,-3 0-24 0,0-3-8 16,0 3-4-1,-3-5 61-15,-5 3 15 0,-4-1 32 0,4-4-108 0,-4-3-72 16,0 1-68-16,0-7-136 0,0 3-225 0,-4-3-251 15,4-3-64-15,1-4-224 0,-2-5-620 16,6-4-728-16,-1 0-1952 0,4-15-1681 16</inkml:trace>
  <inkml:trace contextRef="#ctx0" brushRef="#br0" timeOffset="37177.6">15682 4477 8052 0,'0'0'3905'0,"0"0"-2065"0,0 0-476 16,3 84 248-16,-3-42-112 0,0 3-232 0,0 3-240 15,0 3-252 1,0 3-239-16,0-4-173 0,0 4-108 0,0 0-88 16,4-3-88-16,1-4-80 0,3-6 0 15,0-3 12-15,3-13-12 0,2-1-68 16,-2-12-88-16,2-6 32 0,-2-6-68 0,1 0-64 15,0-2-205-15,-4-11-171 0,0 0-248 16,-4-6-520-16,-4 3-820 0,0-3-740 16,0 3-1725-16,-12 0-931 0</inkml:trace>
  <inkml:trace contextRef="#ctx0" brushRef="#br0" timeOffset="37342.974">15594 4884 1148 0,'0'0'6764'0,"0"0"-4664"0,0 0-323 16,0 0-357-16,0 0-324 15,0 0-88-15,0 0-140 0,0 0-104 16,0 0 44-16,0 0-128 0,28 8-136 0,-8-4-164 16,4-2-112-16,4 3-108 15,-1-5-100-15,1-5-60 0,0 3-196 0,-4-8-280 16,4 1-548-16,-4-1-480 0,0 0-800 16,-4 1-2529-16,8-1-2807 0</inkml:trace>
  <inkml:trace contextRef="#ctx0" brushRef="#br0" timeOffset="37667.047">16093 4884 7432 0,'0'0'5689'0,"0"0"-4493"0,0 0-512 16,0 0 508-16,-45 69 320 0,30-44-192 15,-2 0-60-15,6 4-440 16,-2 0 101-16,2-4-325 0,3-6-268 16,4 0-112-16,4-9-216 15,0-4-84-15,0-6-148 0,0 0-8 0,4 0-4 0,8-4 4 16,-5-1-16-16,6-9-205 15,2 0-75-15,-2-3-40 0,-2 1 52 0,5 3 8 16,-8 1 136-16,4 2 60 0,-4 4-52 16,-3 3 52-16,2 3 320 0,-3 0 12 15,0 3 324-15,0 6-56 0,0 4 44 0,0 0 68 16,0 0 36-16,0 2 24 0,0 2 28 16,0-2-80-16,4-3-60 0,-4-1-24 15,-1-5-95-15,2-3-197 0,-1-3-24 16,0 0-121-16,4-6-75 0,-4-4-228 0,3-9-260 15,2-4-196-15,3-2-784 16,0-6-1476-16,0 9-3197 0,3-20-1747 0</inkml:trace>
  <inkml:trace contextRef="#ctx0" brushRef="#br0" timeOffset="37975.877">16355 4517 4680 0,'0'0'5652'0,"0"0"-3951"0,0 0-217 16,0 0-104-16,0 0 156 0,0 0 44 0,8 74-472 15,-8-46-224-15,0 1-80 0,0 2 148 16,-8 1-323-16,8-3 51 0,-4-1-316 0,4 1-184 16,0-6-168-16,0-5 0 15,4 1-12-15,4-6 0 16,4 3-72-16,4-6-72 0,-4-1-136 16,4 0 12-16,0 5 28 0,0-6 72 0,-4 5 92 15,4-1 72-15,-5 5 4 0,-2-1 4 16,2 0 0-16,-3-3 4 0,1 2 4 0,-5-2 40 15,0-3-52-15,-1-1-4 16,-3 0-72-16,0 1-32 0,0-3-24 16,-3 0-76-16,-10-1-85 0,-2-1-83 15,-2 5-12-15,2-6-124 0,-9-1-148 0,4-3-336 16,-4 0-652-16,0-3-840 0,0-11-1361 16,5 5-1415-16,-9-17-199 0</inkml:trace>
  <inkml:trace contextRef="#ctx0" brushRef="#br0" timeOffset="38783.724">16718 5013 5744 0,'0'0'2080'0,"0"0"-380"0,0 0-23 0,0 0 43 15,0 0-208-15,0 0-136 0,0 0-208 0,0 0-80 16,0 0-200-16,0 0-136 0,0 0-104 16,4-35-16-16,-12 48 36 0,-5 6-167 15,2 6-149-15,-6 10-52 0,6 6 28 16,-1 4 216-16,0 6-48 0,4-1-232 0,4-2-60 15,0 3-132-15,0-4-24 0,4-5 8 16,0-8-56-16,0-2-8 16,8-7 8-16,4-5 0 0,4-1 0 15,0-6 0-15,4-7-64 0,-5-2-32 16,2-4 24-16,3-7-24 0,-5-3-12 16,6-5-144-16,-6-4-124 0,-2 3-156 0,-2-4-24 15,-3 5-160-15,-4-2-417 0,1 5-419 0,-5-1-560 16,-5 1-300-16,-3 2-328 15,-4-2-121-15,-8 5 249 0,5-3 1052 0,-5 4 1532 16,-1 0 28-16,6 0 900 0,-2 2 660 0,2 4 164 31,7 0 165-31,3 0-29 0,5 0-192 0,0 7-84 16,0-4-320-16,5 3-200 0,7 4-448 0,3-4-212 16,2-3-48-16,7 1-36 15,-5-4-224-15,1 0-96 0,1-4-88 0,-2-5-60 16,1-1-220-16,-8 4-184 0,4-4-76 0,-8 1-12 15,0-2-132-15,0 6-192 16,-4-1-396-16,-4-1-124 0,4 4-16 0,-4 3 419 16,0 0 769-16,0 0 312 0,-4 0 376 0,4 7 77 15,-4 2 559-15,4 3 204 16,0 8-212-16,0 2 108 0,0 3-84 16,0 7 44-16,0-1 28 0,4 5-644 0,0-4-200 15,0-4-36-15,4-6-220 16,0-3-92-16,4-6-116 0,-4-7-348 15,8-6-220-15,-1 0-104 0,2-12-1004 0,-2-1-2368 16,6-16-3737-16</inkml:trace>
  <inkml:trace contextRef="#ctx0" brushRef="#br0" timeOffset="39147.289">17116 4788 9428 0,'0'0'4689'0,"0"0"-3097"0,0 0-736 0,0 0-260 16,0 0-112-16,0 0 48 15,0 0-208-15,0 0-324 0,88-86 0 16,-65 63-64-16,1 1 4 0,-3 3 8 15,3 7-32-15,-5-1 32 0,1 3-8 0,1 8 56 16,-6-2 0-16,-3 4 4 0,0 6 332 16,0 4 212-16,0 3-152 0,0 3-196 15,-1-1 96-15,6 5-120 0,-2 1 84 16,2 2-84-16,-6 3 36 0,6-1 48 0,-6 0 36 16,2 1-84-16,-5-4-124 0,-5 0-84 15,5-3-4-15,-8-2-92 0,4-9-148 0,1 2-184 16,-1-7-280-16,-4-3-284 15,4 0-988-15,-4-7-2232 16,7-12-3545-16</inkml:trace>
  <inkml:trace contextRef="#ctx0" brushRef="#br0" timeOffset="39346.119">17654 4534 10104 0,'0'0'2137'0,"0"0"-1241"0,0 0-324 16,0 0 444-16,-48 73 332 15,32-42-148-15,1 4-160 16,-2 3-128-16,2 4-44 0,-2-1-208 0,2 0-232 16,-5 1-172-16,3-2-160 0,-2-1-96 15,3-4-56-15,0-3-236 0,0-7-292 16,4-3-224-16,4-6-136 0,0-6-540 0,4-8-2352 16,4-2-3773-16</inkml:trace>
  <inkml:trace contextRef="#ctx0" brushRef="#br0" timeOffset="39524.109">17833 4911 9688 0,'0'0'2449'0,"0"0"-917"16,0 0 416-16,0 0-396 16,0 0-252-16,0 0-252 0,0 0-376 15,0 0-220-15,0 0-172 0,0 0-96 0,0 0-184 16,44 38-136-16,-48-34-156 0,0 2-208 15,-4-4-224-15,-3-2-344 0,-2 5-1056 0,5-5-3465 16,-8 0-4695-16</inkml:trace>
  <inkml:trace contextRef="#ctx0" brushRef="#br0" timeOffset="39680.176">17818 4651 8748 0,'0'0'4045'0,"0"0"-2265"15,0 0 224-15,0 0-316 0,0 0-544 0,0 0-580 16,83-22-412-16,-63 16-152 0,-5-1-332 16,6-2-552-16,-5-1-636 0,0 4-1520 15,0-7-3713-15</inkml:trace>
  <inkml:trace contextRef="#ctx0" brushRef="#br0" timeOffset="40110.278">18479 3492 9380 0,'0'0'5461'0,"0"0"-4089"16,7 73-660-16,2-35 244 0,-5 13 572 16,4 9 12-16,-4 3-591 0,-1 8-341 0,5 5-232 15,1 3-112-15,-5 4 4 0,3 2-28 16,-7 1-48-16,0-1-156 0,0 2-36 0,0-5-8 15,0 1 4-15,-3 0-4 16,3-4 0-16,3-6 8 0,9 1 256 16,1-9-244-16,2-1-12 15,-2-7-148-15,2-6-200 0,5-6-160 0,0-7-12 16,4-10-100-16,0-2-145 0,-8-7 157 16,3-6-200-16,-6-8-580 0,-1-5-748 15,-1 0-620-15,-6-3-1113 0,3-12-1711 0</inkml:trace>
  <inkml:trace contextRef="#ctx0" brushRef="#br0" timeOffset="40615.422">19259 4467 7704 0,'0'0'712'0,"0"0"5185"0,0 0-4161 16,0 0-236-16,0 0-176 0,96 0-112 16,-48-3-308-16,4 3-296 15,-1-4-231-15,5 1-97 0,0 0-84 0,-4-3-40 16,-1 3-96-16,-2-7-60 0,-6 4-144 16,-2 0-172-16,-9-4-305 15,3 0-327-15,-11 3-448 0,-4 2-1464 0,-4 5-4189 16</inkml:trace>
  <inkml:trace contextRef="#ctx0" brushRef="#br0" timeOffset="40831.778">19519 4714 10392 0,'0'0'4713'0,"0"0"-3053"0,0 0-508 0,0 0-16 0,0 0-276 16,79 3 80-16,-42-3-248 15,2 0-291-15,1-3-109 0,4-2-88 0,0-2-104 16,4 3-100-16,-5-2-40 0,1 0-48 16,0-1-104-16,-4 1-317 0,-5 3-175 15,-3 0-36-15,-4 3-232 0,0-3-676 0,-8 3-2556 16,3-4-4105-16</inkml:trace>
  <inkml:trace contextRef="#ctx0" brushRef="#br0" timeOffset="41638.2">21730 3051 4468 0,'0'0'1460'16,"0"0"-732"-16,0 0-168 0,0 0 36 0,0 0 2653 15,0 0-1289-15,0 0-560 0,0 0-416 16,0 0 24-16,0 0-172 0,0-3-228 0,0 9-176 15,0 7-36-15,0 2 72 0,0 8-76 16,4 9 72-16,0 6-84 0,8 3-52 16,-5 10-60-16,6 3-108 0,-2 0-76 15,2 6-36-15,-5 0 0 0,-1 4-36 0,-3-4-12 16,0 0-60 0,-4 1-148-16,0-7-144 0,0-6-76 0,0-6-72 15,5-12-176-15,-1-4-184 0,4-7-592 16,-5-3-1220-16,5-3-2693 0,-4 0-3007 15</inkml:trace>
  <inkml:trace contextRef="#ctx0" brushRef="#br0" timeOffset="42130.431">22818 2882 5928 0,'0'0'4540'15,"0"0"-2459"-15,0 0-969 0,0 0-464 0,0 0 84 16,0 0 136-16,-80-6-100 0,57 19-184 16,-2 2-100-1,-3 11-100-15,4 7 12 0,0 7 72 0,1 8 328 0,-1 9-172 16,0 4-124-16,0 8-172 15,-1 2 36-15,6-3 125 0,-1 3 7 0,5-5-108 16,6-5-76-16,1-4-56 0,4-10-88 16,4 1-84-16,0-10-76 0,4-2-8 0,8-8-84 15,0-6-48-15,9-3-12 0,-2-3 140 16,1-10-48-16,4-3-92 0,3-3-120 0,-3-6-112 16,0-4-72-16,-3-5-53 15,-2-4-131-15,-3 0-172 0,-4 3-532 0,-8-3-1120 16,1 5-2312-1,-5-7-2221-15</inkml:trace>
  <inkml:trace contextRef="#ctx0" brushRef="#br0" timeOffset="42309.377">22471 3565 5928 0,'0'0'4856'0,"0"0"-2751"0,0 0-677 16,0 0-152-16,0 0 364 0,0 0-244 0,0 0-240 15,0 0-192-15,96 38-316 0,-68-34-151 16,4-4-229-16,-4 0-268 0,4-4-108 15,-4-5-297-15,-1-3-167 16,0-2-108-16,-2 2-104 0,-1-2-432 16,-4-1-832-16,-8 5-2412 0,-1-2-1481 15</inkml:trace>
  <inkml:trace contextRef="#ctx0" brushRef="#br0" timeOffset="42463.552">22806 3505 6216 0,'0'0'3236'16,"0"0"-1263"-16,0 0-613 0,0 0-12 0,-24 77-56 0,20-49-312 15,4 0-120-15,0 7 56 0,0 1 8 16,8-3-152-16,-4 2-304 0,3 1-264 0,-3-7-204 16,5-4 0-16,-1-3-156 15,-4-6-360-15,7-4-292 0,-2-1-80 0,6-5-252 16,-7-3-1312-16,12-3-3445 0</inkml:trace>
  <inkml:trace contextRef="#ctx0" brushRef="#br0" timeOffset="42742.57">23387 2933 12285 0,'0'0'2948'15,"0"0"-1824"1,0 0-340-16,0 77 132 0,5-36 156 0,-5 6 324 16,4 4-492-16,0 7-395 0,-1 2-73 15,1 0 160-15,-4 1-176 0,4 2-224 16,-4 0-196-16,0 0-4 0,0 1-116 16,-4-3-136-16,-7 0-228 0,-2-5-461 15,2-2-503-15,-2-15-1224 0,-6 8-4777 0</inkml:trace>
  <inkml:trace contextRef="#ctx0" brushRef="#br0" timeOffset="43317.946">21124 4464 5108 0,'0'0'5616'16,"0"0"-3727"-16,0 0-729 0,0 0-80 16,0 0 320-16,0 0-20 15,0 0-316-15,0 0-252 0,0 0-140 0,0 0-124 16,0 0-72-16,16 6-52 0,-11-6 77 0,6 3 31 16,5 1-180-16,0-2-124 15,4 3-44-15,3-5-76 0,5 0-12 0,8 0 0 16,5 0-36-16,10-7 0 15,9 0-56-15,8-6-4 0,0 4-156 0,11-1 36 16,1-2 48-16,4 2-28 0,4-3-20 0,7 4 24 16,5-3-48-16,12-2-28 0,6 2 64 15,6-4 104-15,4 0-56 0,-1 1-24 16,5-2-72-16,-5 2-112 0,0-5 96 16,5 5 40-16,0-1 11 15,3 0 57-15,1 2 64 0,-5 2 0 0,0 3-40 16,-11 2-252-16,-8 1-24 15,-9-3 0-15,-7 2 84 0,-16-2-36 0,-9 2 24 0,-15 1-12 16,-13-1-16-16,-11 4-72 16,-15 3-108-16,-10 0-316 0,-7 0-360 0,-7 0-556 0,-10 7-436 15,2-4-837 1,-17 7-2851-16</inkml:trace>
  <inkml:trace contextRef="#ctx0" brushRef="#br0" timeOffset="44879.05">21435 4816 5488 0,'0'0'1148'0,"0"0"148"0,0 0 2793 16,0 0-2721-16,0 0 40 0,0 0-124 0,0 0-268 15,12 89-100-15,-12-60-100 16,5 9-152-16,-2 6-140 0,5 4-36 15,-4 5 24-15,0 8-36 0,0 3-51 16,-1-1-133-16,2 7-88 0,-5 0-44 16,0 2-64-16,0 5 12 0,0-4-36 15,-5-6-68-15,2-1-4 0,-1-5-8 16,0-5-4-16,0-7-60 0,0-5-24 0,4-9 12 16,-4-7-64-16,4-5-104 0,0-10-197 15,0-5-259-15,4-3-204 0,0-5-156 0,4 0-512 16,8-7-564-16,-8-3-1084 15,7-11-3965-15</inkml:trace>
  <inkml:trace contextRef="#ctx0" brushRef="#br0" timeOffset="45989.899">22423 4947 4484 0,'0'0'1016'16,"0"0"-144"-16,0 0 3092 0,0 0-2479 0,0 0-93 15,0 0-160-15,0 0 68 0,0 0-232 0,0 0-360 16,0 0-448-16,0 0-136 16,-64 21-24-16,40-1 84 0,0 2 100 0,1 3 208 15,-5 4 12-15,4 3-88 0,-4 0-48 0,8-4-48 16,0 1-52-16,0-7-52 15,9 0-80-15,3-3-52 0,3-3 0 16,5-1 4-16,0 2-88 0,9-2-44 0,6 5-44 0,2-1 28 16,6-1 0-16,-3 2 52 15,8 2-88-15,-4-3 20 0,0 3 4 16,3-3 64-16,-3 0-64 0,-3-3 64 16,-1 0-36-16,-5-1 44 0,-3-1 52 15,0-3 32-15,-4 3 64 0,-4-1-16 16,0-1-24-16,-4 1 4 0,0 0-28 0,0 3 0 15,-4-1-72-15,-4-2 0 16,-3 1 36-16,-2-2-48 0,-2 1-8 16,-2 0 0-16,2-7-88 0,-2 2-24 0,2-4-40 15,2 3-84-15,2-7-84 0,-2 0-60 16,6 0-92-16,-5-11-108 16,8-3-200-16,-5-10-236 0,6-4-652 0,3 6-844 15,3-26-3561-15</inkml:trace>
  <inkml:trace contextRef="#ctx0" brushRef="#br0" timeOffset="46243.768">22722 5010 8928 0,'0'0'3137'0,"0"0"-1197"0,0 69-576 0,-4-34 32 16,4 7 116-16,0 3-220 0,0-1-340 15,0 0-292-15,4-2-296 0,-4-1-96 0,4 0-99 16,0-3-81-16,0 0-76 0,0-3-12 16,0-3 0-16,4-7 0 0,0-3 8 0,0-5-8 15,-1-8 0-15,2-3-68 0,-1-2-125 16,3-4-147-16,-2 0-124 16,-1-4-24-16,3-5-12 0,2-4-160 15,-5 0-300-15,-1 1-964 0,-7-1-1964 16,0-3-1645-16</inkml:trace>
  <inkml:trace contextRef="#ctx0" brushRef="#br0" timeOffset="46429.794">22571 5378 4788 0,'0'0'756'0,"0"0"2080"0,0 0 213 16,0 0-937-16,0 0-428 0,-77-6-148 16,74 9-368-16,3-3-268 0,0 3-176 0,3-3-236 15,6 7-168-15,7-1-112 0,8 6 96 16,4-2-60-16,4-3-148 0,3-1-96 15,-3 0-120-15,0-6-176 0,0 0-116 0,-4 0-140 16,4-6-148-16,-4 0-372 0,0 2-872 16,-8-2-1232-1,3-1-3413-15</inkml:trace>
  <inkml:trace contextRef="#ctx0" brushRef="#br0" timeOffset="46735.039">23041 5403 3148 0,'0'0'4028'0,"0"0"561"0,0 0-2825 15,0 0-156-15,0 0 76 0,-68 74-232 16,57-59-272-16,2-2-296 0,1-1-348 0,8-1-256 16,-4-8-76-16,4 0-80 0,0-3-124 0,0 0-12 15,0 0-244-15,4 0-84 16,-4 0 84-16,8-6 60 0,-4-1 36 0,8-3 40 16,-4 2 32-16,4-3-56 15,0-2-28-15,-4 4 24 16,3 3 64-16,-2-1-4 0,-5 4-24 0,4 3 100 15,-1 0 12-15,2 0 160 0,-1 7 172 0,-4 2 144 16,3 5 48-16,2-2-108 16,-1 1-124-16,-4 2-72 0,3-3-87 15,1-1-49-15,-3 1-36 0,3-5-48 0,-5-5-120 16,5-2-185-16,-4 0-363 0,5-7-188 16,2-4-272-16,-3-3-1580 0,8-13-4281 15</inkml:trace>
  <inkml:trace contextRef="#ctx0" brushRef="#br0" timeOffset="47073.393">23319 5051 4028 0,'0'0'7285'0,"0"0"-5249"16,0 0-624-16,0 0 88 0,0 0-32 16,0 0-284-16,-7 70-140 0,7-41-32 0,0 2-160 15,-4 4-147-15,4-3-245 0,-4 4-252 16,4-6-208-16,-4-1-72 0,-1-4 0 15,5-2 24-15,0-7 44 0,0 0-4 0,5-7-64 16,-1 1-136-16,8-1-44 0,-1-3 104 16,9 1 28-16,1-4-40 15,-2 3-33-15,5 5 45 0,-4-6 40 0,0 4 48 16,0-2 0-16,0 3 12 0,-8 3 36 16,4-7-60-16,-8 7 72 15,0-7 64-15,-5 2 56 0,1 3-12 16,-4-5-28-16,0 1-80 0,0-1-48 0,0-3 36 15,-7 3 8-15,-1-3-92 16,-8 1-76-16,0-1 100 0,0 0-24 0,-4 0-12 16,0-3-136-16,0 0-308 0,-3-6-352 15,2-1-808-15,-3-5-844 16,9-1-2441-16,-13-6-2283 0</inkml:trace>
  <inkml:trace contextRef="#ctx0" brushRef="#br0" timeOffset="47719.876">23583 5407 1240 0,'0'0'7156'0,"0"0"-3271"15,0 0-2393-15,0 0-376 0,0 0 68 0,0 0 40 0,0 0-208 16,0 0-152-16,0 0-412 0,0 0-156 16,0 0-40-16,-4 91 12 0,-5-46 36 0,2 3 220 15,3 3 181 1,0-7-229-16,0 4-116 0,0-7-92 16,-1-3-16-16,1-3-68 0,1-3-40 0,-1-3-48 15,4-10-24-15,0-4 0 0,0-5 0 16,4 0 40-16,3-7-112 0,6-1-8 15,2 2-136-15,2-1 144 0,3-3 0 16,3-3-68-16,-3-6-136 0,1-1-112 16,-2-3-32-16,-3 1 8 0,-4-1-84 0,-4-4-13 15,0 5-147-15,-4 3-256 0,-4-4-412 16,0 3-364-16,0 1-788 0,-12 3-752 16,4 2-1873-16,-7-2-931 0</inkml:trace>
  <inkml:trace contextRef="#ctx0" brushRef="#br0" timeOffset="47854.935">23611 5820 3284 0,'0'0'6024'15,"0"0"-3535"-15,0 0-661 0,0 0-296 16,0 0-232-16,0 0 28 16,0 0 16-16,0 0-348 0,0 0-364 0,92 0-216 0,-73-7-184 15,5-2-232-15,0-7-112 16,-5 3-336-16,-2 1-212 0,-2-1-308 16,-2-3-364-16,-2 6-816 0,-2 1-2216 0,-5 3-1929 0</inkml:trace>
  <inkml:trace contextRef="#ctx0" brushRef="#br0" timeOffset="47992.04">23789 5785 8460 0,'0'0'2509'0,"0"0"-1273"0,0 0-112 15,0 0 400-15,-11 79-152 0,11-59-336 0,0-1-340 16,4 2-204-16,3-5-160 0,2 3-332 16,-1-3-12-16,3 0-628 0,2-3-528 15,-2-4-536-15,-3-2-1360 0,9-1-3825 0</inkml:trace>
  <inkml:trace contextRef="#ctx0" brushRef="#br0" timeOffset="48437.616">23985 5267 7232 0,'0'0'5125'16,"0"0"-2985"-16,0 0-980 15,0 0-564-15,0 0-212 0,0 0-44 16,0 0-316-16,0 0-24 0,64-70-152 16,-40 45-44-16,-1 0-180 0,1 6 20 15,0 2 120-15,-3 9 108 16,2 3 16-16,1 5 36 0,-4 11 76 0,0 8 240 0,-4 3 196 16,-4 6 56-16,0 1 60 0,-4 2-8 15,-4-2-208-15,3-4-128 16,-2 4 4-16,-1-7-28 0,-4 1 64 0,4-4-116 15,-4-1-124-15,4-5-8 0,-4 0 0 0,4-7-72 16,-4-3-76-16,0 1-100 16,3-4-208-16,1 0-288 0,0-7-264 15,1-2-580-15,3-1-2397 0,-1-15-2575 0</inkml:trace>
  <inkml:trace contextRef="#ctx0" brushRef="#br0" timeOffset="48614.86">24440 5098 6672 0,'0'0'364'16,"0"0"2776"-16,0 0-1171 0,0 0-665 0,-60 70-188 0,43-37-44 16,-3 1-92-16,9 1-96 0,-5 0-68 15,4-4-100-15,0-1-164 0,0-2-220 16,4-2-320-16,-4-4-12 0,8-3-220 16,-4-3-332-16,0-4-348 0,8-3-216 15,-4 2-968-15,4-9-2625 0,0-2-2935 16</inkml:trace>
  <inkml:trace contextRef="#ctx0" brushRef="#br0" timeOffset="48799.543">24603 5368 4680 0,'0'0'3916'0,"0"0"-971"0,0 0-1013 16,0 0-44-16,0 0-168 0,0 0-148 15,7 67-308-15,-7-51-460 0,-3-3-328 0,3-4-280 16,0-3-196-1,0 1-72-15,0-7-144 0,0 3-152 16,0-3-132-16,-4 0-160 0,4 0-200 16,-4-3-788-16,0 3-3100 0,-9-13-4085 0</inkml:trace>
  <inkml:trace contextRef="#ctx0" brushRef="#br0" timeOffset="48950.346">24523 5121 5308 0,'0'0'6409'16,"0"0"-3893"-16,0 0-828 0,0 0-348 16,0 0-572-16,0 0-496 0,0 0-272 15,84-23-736-15,-64 11-600 0,-1-1-1596 16,5-9-4897-16</inkml:trace>
  <inkml:trace contextRef="#ctx0" brushRef="#br0" timeOffset="49233.966">24829 4803 10256 0,'0'0'3029'0,"0"0"-1049"16,4 64-160-16,0-33 144 0,5 5-324 0,-5 5-435 16,3 0-405-16,-3 4-256 15,5-1 0-15,-5 7 60 0,0-4-220 16,0 4-188-16,-1-2-160 15,-3 1-36-15,0 4-48 0,0 0 40 0,0-4-64 16,0 5 24-16,0-5-76 0,0 4-152 16,4 4-144-16,0-5-464 15,5 1 156-15,-5-5 171 0,3-11 9 0,-3-10-452 16,4-10-396-16,5-5-608 0,-2-3-780 0,-3-7-1769 16,4-3-1775-16</inkml:trace>
  <inkml:trace contextRef="#ctx0" brushRef="#br0" timeOffset="50835.552">25511 3879 5580 0,'0'0'520'0,"0"0"2480"16,0 0-763-16,0 0-137 15,0 0-340-15,0 0-240 0,0 0-104 16,84-2-308-16,-56 2-200 0,-4 0-104 16,4 0-280-16,0 0-244 0,-5 2-280 0,1-2 0 0,0 0-136 15,-4 0-252-15,4 0-344 0,0 0-332 16,-4-2-848-16,-1-2-2780 16,1 4-1913-16</inkml:trace>
  <inkml:trace contextRef="#ctx0" brushRef="#br0" timeOffset="51018.437">25754 4102 5896 0,'0'0'6313'0,"0"0"-3629"0,0 0-1296 16,0 0-788-16,0 0-40 0,0 0-80 16,0 0 128-16,0 0-80 0,0 0-160 15,104 54-160-15,-61-48-72 0,6 0-124 0,2-6-12 16,1 0-72-16,8 0-556 0,0-6-516 0,-13-3-1192 15,25-7-4069-15</inkml:trace>
  <inkml:trace contextRef="#ctx0" brushRef="#br0" timeOffset="51281.559">27101 4042 5916 0,'0'0'4236'0,"0"0"-2959"16,116-26-97-16,-53 17 160 0,13 3-228 15,4-1-280-15,7 1-140 0,5 6 192 0,0 0-140 16,7 0-328-16,1 0-216 16,3 3-104-16,1 0 40 0,3-1 0 0,1 3 24 15,-1-5-88-15,-3 0-72 0,0 0-8 16,-5-5 0-16,-7 0-176 0,-4-4-220 0,-12-2-228 15,-9 3-136-15,-7-6-416 0,-13 2-948 16,-15 3-2133-16,-4-7-2639 0</inkml:trace>
  <inkml:trace contextRef="#ctx0" brushRef="#br0" timeOffset="51949.119">27659 2374 1800 0,'0'0'8632'16,"0"0"-6243"-16,0 0-505 0,0 0-260 0,0 0-32 15,0 0-52-15,20 80-340 0,-16-45-360 16,-4 9-231-16,0 11-89 0,0 5 216 16,0 6-104-16,-4 8-272 0,0 1-84 0,4-1-104 15,0-1-28-15,0-4-60 16,4-2-84-16,0-6-52 15,-1-4-56-15,1-10-124 0,0-6-20 16,0-5-60-16,-4-8-4 0,5-6-96 0,-1-6-56 16,-4-3-128-16,0-4-169 0,0-6-427 15,0-3-552-15,0 0-896 0,0-6-2457 16,0-16-1219-16</inkml:trace>
  <inkml:trace contextRef="#ctx0" brushRef="#br0" timeOffset="52225.012">27683 2365 2672 0,'0'0'1332'0,"0"0"4264"0,0 0-2979 0,0 0-805 16,0 0-700-16,0 0-208 15,0 0 64-15,0 0-408 0,84-32-340 16,-69 43-168-16,5 1-52 0,-4 3 0 0,-8 5 0 0,0 2 12 15,-4 0 48-15,0 0 4 16,-4 0-56 0,-4 1 52-16,-8-4-60 0,0 6 0 0,-4-2-48 0,-4-4 48 15,-4 0-4-15,5 0-4 0,-5-4-80 16,3-5-148-16,-3-1-136 0,9-2-400 16,-2-4-360-16,2-3-552 0,2 0-1145 15,-2-7-3335-15</inkml:trace>
  <inkml:trace contextRef="#ctx0" brushRef="#br0" timeOffset="54826.788">27575 4956 2936 0,'0'0'1392'16,"0"0"2816"-16,0 0-2812 0,0 0-387 15,0 0-289-15,0 0-28 0,0 0 100 16,0 0-28-16,0 0-92 0,0 0-92 15,0 0-12-15,40 19-12 0,-40-16 68 16,4 0-16-16,-4-3-36 16,0 4-16-16,4-1-16 0,-4 3 12 0,4 3 20 0,-4 8-72 15,0 1-120-15,4 8-124 0,-4 8-16 0,0 4-7 16,0 7-37-16,3 6 44 0,-3 6 124 16,0 4 388-16,0 2-428 15,0-3-168-15,0 3-68 0,0-1-84 0,0-6 44 16,0-5-48-16,-3 0-4 0,3-7-68 15,-4-2 60-15,4-7-64 0,0-7-92 16,0-5-96-16,0-4-100 16,0-3-180-16,4-11-184 0,-1 2-125 15,1-7-75-15,1 0-360 0,3-9-380 16,0-7-392-16,-1 2-1988 0,10-19-1033 0</inkml:trace>
  <inkml:trace contextRef="#ctx0" brushRef="#br0" timeOffset="55117.083">27707 4829 3116 0,'0'0'4728'0,"0"0"-523"15,0 0-3053-15,0 0-172 0,0 0 232 16,79 16-508-16,-51-10-248 0,0 7-120 0,4-4-76 0,-4 7-72 15,0 0-16-15,-4 0-108 16,-5-3-28-16,-6 2-36 0,-6-3 0 16,-3 5-12-16,-4-4 12 15,0 6 0-15,-11-3 148 0,-10 3-20 0,-3 0-128 16,-4 1-172-16,-4-6-76 0,4 2 24 0,-7 1-136 16,7-8-204-16,-8-2-356 0,4-1-532 0,4-3-1068 15,-11 0-2649-15</inkml:trace>
  <inkml:trace contextRef="#ctx0" brushRef="#br0" timeOffset="58008.902">4999 7843 4568 0,'0'0'1044'16,"0"0"4212"-16,0 0-3715 0,0 0-621 0,25 75 44 15,-18-33 88-15,2 8-120 0,3 8-208 16,-1 8-28-16,6 10-92 0,-6 1 0 0,6 5-64 31,-6 0-48-31,2 1-100 0,-2-4-88 0,1-2-124 16,0-4-68-16,-4-10-40 0,4-2-72 16,0-14-84-16,0-2-208 0,0-11-208 15,0-4-64-15,-1-9-160 0,2-2-92 0,-1-9-424 16,0-4-584-16,0-6-452 0,-5-3-2117 15,6-17-1911-15</inkml:trace>
  <inkml:trace contextRef="#ctx0" brushRef="#br0" timeOffset="58515.789">6032 7880 6596 0,'0'0'7029'0,"0"0"-5761"0,0 0-928 16,0 0 204-16,0 0 520 0,0 0 4 15,-76 0-264-15,68 0-472 0,0 0-196 16,4 3-132-16,4-3 44 0,-3 0-40 0,3 3-8 16,-4-3-124-16,-5 7-20 15,1-1 44-15,-8 3 100 0,0 8 12 16,-4 5 0-16,1 9 76 0,-5 8-16 0,0 8-12 0,-1 4 28 15,2 9 96-15,3 1 36 0,0 0 36 0,4-2 136 16,4-5-72 0,8-9-152-16,4-7-44 0,0-6-20 0,8-10-104 15,4-6-12-15,0-4-48 16,8-2 0-16,4-7-28 0,4 0-32 0,-1-3 8 16,10 0 104-16,-5 0-76 0,3 0 72 15,-3 3-84-15,4 4 44 0,-4-1-8 0,-4 0 48 16,-4 7-36-1,-5-3 48-15,-2-1 60 0,-6 3 232 0,-2 5-72 16,-1-4-48-16,-5 3-88 16,-3-1-12-16,4 1 4 0,-4-3-28 0,0 0 12 15,-4 2-60-15,-3-2-60 0,-6 3 56 16,-2 0-44-16,-6-4-52 0,1 1-44 0,-3-1-40 16,-5-1 12-16,-4-3-72 0,4-1-120 15,0-7-116-15,0 0-280 0,0-3-464 16,0-13-896-16,13 3-2341 0,-5-25-2903 0</inkml:trace>
  <inkml:trace contextRef="#ctx0" brushRef="#br0" timeOffset="58789.892">6486 7978 7524 0,'0'0'4461'0,"0"0"-1897"16,8 86-1092-16,-4-42-404 16,0 4 256-16,0 6-72 0,-1 4-236 0,-3-1-384 15,4 3-292-15,1 0-35 0,-5 1 11 0,0-4-84 16,4-3-220-16,0-3-12 16,0-7-48-16,0-9-40 0,3-7-44 0,2-6-48 15,-1-6-28-15,3-5-97 16,2-9-11-16,-2-2-36 0,1 0 168 0,1-9-36 15,7-4-232-15,-9-6-100 16,5-6-480-16,-4-1-1064 0,-8 4-2484 0,-4-10-2773 0</inkml:trace>
  <inkml:trace contextRef="#ctx0" brushRef="#br0" timeOffset="58965.338">6275 8531 4760 0,'0'0'10549'0,"0"0"-9053"15,0 0-1172-15,0 0 172 0,0 0 692 0,0 0 36 16,0 0-480-16,0 0-268 16,88 48-208-16,-49-52-268 0,5-5-84 0,0-4-356 15,0 1-256-15,-5 2-392 0,2-3-492 16,-6 3-2260-16,-7 5-2353 16,8 1-891-16</inkml:trace>
  <inkml:trace contextRef="#ctx0" brushRef="#br0" timeOffset="59298.807">7024 8657 3116 0,'0'0'10617'16,"0"0"-8645"-16,0 0-1228 0,-80 71 312 0,60-52 376 16,8 0 76-16,4-6-340 0,4-4-451 15,0-6-305-15,4 0-168 0,0-3-88 16,0 0-156-16,4 0-36 0,4-3-156 15,1-3-28-15,6-7 112 0,2-3-160 0,2-2-180 0,-3-2-77 16,0 1 65-16,0 0 56 0,-4 7 64 31,0 1-64-31,0 5-12 0,-5 6 180 0,6 0 72 16,-5 0 164-16,-1 6 356 0,1 8 48 16,1-2 136-16,-1 4-52 0,-5 0-60 0,5 3-112 15,-4-6-48-15,1 0-27 0,-1-1-69 16,0-5-92-16,-1-4-80 0,1 0-84 15,4-3-172-15,1-3 11 0,2-7-59 16,6-9-180-16,-2-6-408 0,5-4-744 0,0-8-2248 16,-4 11-1885-16,12-22-2755 0</inkml:trace>
  <inkml:trace contextRef="#ctx0" brushRef="#br0" timeOffset="59587.632">7471 8026 6584 0,'0'0'1376'0,"0"0"3069"0,0 0-3525 0,0 0 108 15,0 0 688-15,0 92 92 0,-9-54-232 16,9 3-316-16,-8 0-336 0,4 4-255 16,4-3-209-16,-4-7-228 0,4-1-232 15,0-4-40-15,0-3-8 0,0-7 40 16,4-1 0-16,4-3-56 0,0-4 52 0,4 1-108 16,0-1-24-16,4-2-40 0,0 6-56 15,0-3-4-15,-1-1-49 0,6 4 25 16,-6 0 28-16,2 1 20 0,-2-5 12 15,-2 4 108-15,-6-7 52 0,1 4 48 16,-3-3 76-16,-5-1-4 16,0 0-28-16,0-2-44 0,0-1-8 0,-13 4-176 15,-2-4-132-15,-2 4-260 0,-3-4-320 16,1-3-352-16,-5 3-644 0,0-6-948 0,4 0-2581 16</inkml:trace>
  <inkml:trace contextRef="#ctx0" brushRef="#br0" timeOffset="60382.973">8191 8671 3604 0,'0'0'288'0,"0"0"780"0,0 0 4352 0,0 0-3347 15,0 0-481-15,0 0-364 0,0 0 92 16,0 0-224-16,0 0-256 0,0 0-288 0,-28-45-108 16,17 45-312-16,-6 3-132 0,-2 6-4 15,3 4-4-15,-5 10 8 0,6 2 52 16,-5 10 156-16,8 3 84 0,-1 3 380 15,6 8-52-15,-1 1-123 0,0 1-157 0,5-4-12 16,3 5-48 0,0-8-52-16,0-6-36 0,0-7-32 0,3-9-64 15,5-2 48-15,0-8-72 0,4-3 12 16,4-4 40-16,0-3-124 0,3-2-8 16,2-2-116-16,-1-9-128 0,-5-1-100 15,6-1-132-15,-10-2-84 0,-3 2-221 16,1-3-579-16,-9 3-1068 0,0 7-1732 0,0 0-1805 15,-13-4-1538-15</inkml:trace>
  <inkml:trace contextRef="#ctx0" brushRef="#br0" timeOffset="60662.259">8028 9062 1436 0,'0'0'8648'0,"0"0"-6483"16,0 0-713-16,0 0-32 0,0 0 16 16,0 0-208-16,0 0-188 0,0 0-316 15,75-5-272-15,-47 5-232 16,4 0-84-16,-4-8-136 0,0 2-176 15,0-5-240-15,-4 3-260 0,-1-6-48 16,2 5-156-16,-9 2-180 0,-1-2-488 0,-7 6-128 16,-3 0 472-16,-1-1 1104 0,-4 4 100 0,0 0 820 15,-4 7 8-15,-5-4-280 0,2 4 20 16,3 2 116-16,-4 0 44 0,3 5-24 16,1 0-120-16,0 5-164 15,4 0-108-15,0 4 8 0,4 3-36 0,5-1-124 0,3 0-36 16,-1 1 60-1,6-1-184-15,-2-2-88 0,1-4-504 0,5-4-444 16,2-2-516-16,-7-6-864 0,8-7-3797 16</inkml:trace>
  <inkml:trace contextRef="#ctx0" brushRef="#br0" timeOffset="61193.368">8566 8372 3056 0,'0'0'92'0,"0"0"6568"15,0 0-4403-15,0 0-865 0,0 0-416 16,0 0-520-16,0 0-228 0,0 0-40 16,59-73-148-16,-34 45-40 0,-1 2-104 0,-1 0-20 15,-3 8 116 1,-3 2-56-16,2 6 60 0,-7 7-4 16,4 3 8-16,0 6 120 0,0 10 360 0,-4 9 352 0,0 7-124 15,-1 4-88-15,-2 2-160 16,-1-3-104-16,-4-1-12 15,3-2-60-15,-3-1-24 0,0-5-80 0,-4-3-116 16,5-7-64-16,-1 0-76 16,-4-11-108-16,4 2-12 0,-1-4-296 0,-3-3-396 15,4 0-428-15,0 0-1128 0,-4-10-3681 0</inkml:trace>
  <inkml:trace contextRef="#ctx0" brushRef="#br0" timeOffset="61373.471">8976 8331 5288 0,'0'0'7745'0,"0"0"-6449"0,-27 79-272 0,14-51 708 15,2 5 120-15,-2-5-332 0,5-5-532 16,1-2-587-16,-1-4-365 0,3-5-36 16,1-2-209-16,4-4-359 0,-4 0-176 15,4 1-124-15,0-7-588 0,0 0-1508 16,0 0-2789-16,0-10-3235 0</inkml:trace>
  <inkml:trace contextRef="#ctx0" brushRef="#br0" timeOffset="61545.953">9116 8379 468 0,'0'0'8660'0,"0"0"-6491"16,0 0-477-16,0 0 188 0,0 0 104 15,39 70-172-15,-35-57-780 0,1-1-632 0,-1-3-400 16,-4-2-88-16,4-4-84 15,-4 1-280-15,0-2-336 0,0-2-372 16,0 0-960-16,0 0-3113 16,0-9-4803-16</inkml:trace>
  <inkml:trace contextRef="#ctx0" brushRef="#br0" timeOffset="61687.024">9168 8122 6688 0,'0'0'156'15,"0"0"4313"-15,0 0-3081 16,0 0-332-16,0 0 172 0,0 0-572 0,0 0-656 16,79-14-428-16,-59 7-1280 0,4-4-1425 0,-8 1-3643 15</inkml:trace>
  <inkml:trace contextRef="#ctx0" brushRef="#br0" timeOffset="62673.636">8816 8350 1356 0,'0'0'824'16,"0"0"-316"-16,0 0-208 0,0 0 1356 16,0 0 2440-16,0 0-2624 0,0 0-347 15,0 0-61-15,0 0-44 16,0 0-216-16,0 0-108 0,17 0 44 15,-13 6 228-15,3 4-132 0,6 6-144 0,-5 6-136 16,3 3-88-16,-3 3-100 0,5 5-88 16,-6-1 28-16,6-1-124 0,-5 1-4 0,3-4-44 15,-3 2-16-15,4-5 4 0,0 0 68 16,1 0 4-16,-6-5 0 16,1-5-100-16,0 1-88 0,-3-6-8 0,-2-1-72 15,5-3-12-15,-8-3-16 0,4-3-104 16,-4 0-116-16,0 0-80 0,0 0-64 15,0 0-152-15,0-3-44 0,0-3 4 0,0-3-488 16,0-4-476-16,0-6-920 0,0 0-1869 16,0-1-2123-16</inkml:trace>
  <inkml:trace contextRef="#ctx0" brushRef="#br0" timeOffset="62888.117">8992 8360 3740 0,'0'0'1172'0,"0"0"4128"16,0 0-3931-16,0 0-677 0,0 0 240 16,0 0 480-16,-48 72-116 0,36-53-340 0,-3 1-424 15,2 6-220-15,-2-1-16 0,-5 0 12 16,-1 0 40-16,6 0-4 0,-5 2-88 16,-1-6-60-16,6 2-36 15,-5 2-48-15,0-6-112 0,4 0-172 16,-3-3-48-16,2 0-360 0,2 0-308 0,-2-4-640 15,10-2-1536-15,-10-4-4805 0</inkml:trace>
  <inkml:trace contextRef="#ctx0" brushRef="#br0" timeOffset="67520.904">28169 1911 6004 0,'0'0'7997'15,"0"0"-6321"-15,0 0-832 0,0 0-320 16,0 0 12-16,0 0-40 0,0 0-104 16,0 0-8-16,4 70-28 0,-4-51-24 0,4 0-40 15,-1 0-8-15,-3 0-64 0,4-3-88 16,-4 3-124-16,0 0 0 0,0 0 40 15,-4 0-48-15,1 1-4 16,-5-5-8-16,4-3-60 0,-1 1 68 16,1-6 0-16,1-2-4 0,3 0-52 0,0-3-4 15,0 2 16-15,0-4-84 16,0 0-152-16,0-6 204 0,7-4 76 0,6-3-140 16,2-9 132-16,2-1 12 0,2-2 8 15,-3 0-8-15,5-1 0 0,-10 7 4 16,1 0 0-16,0 3 72 0,0 7-68 15,-4-1 4-15,4 1 0 0,-4 3-4 0,3 0 52 16,2-1 0-16,-1 0-8 0,0 4-44 16,0 1 4-16,-5 2-8 0,6 0-4 0,-5 0-64 15,-1 8 8-15,1 6 56 0,1 4 268 16,-5 5 64 0,-4 5-28-16,0 7-12 0,-4 3-148 0,-9 0-144 0,6 7-148 15,-5-4 4-15,3 0 20 0,2 0-168 16,-1 1-160-16,4-10-284 0,0 0-1116 15,4-10-1248-15,-5 3-3201 0</inkml:trace>
  <inkml:trace contextRef="#ctx0" brushRef="#br0" timeOffset="68754.873">9582 7928 4516 0,'0'0'4340'16,"0"0"-3408"-16,0 0-56 0,0 0-127 15,0 0 1539-15,0 0-716 0,0 0-340 0,24 82-236 16,-20-47-44-16,3 6-16 0,6 7-164 16,-5 3-236-16,3 2-120 0,-2 8-100 15,2-4-52-15,1 4-55 0,-3-2-13 16,2 3-196-16,-3-3-112 0,1-5-141 16,-2 3-27-16,1-5-12 0,0-8-124 0,1-5-108 15,-2-8-456-15,1-6-536 0,4-6-988 16,-4-9-1961-16,4-10-2139 0</inkml:trace>
  <inkml:trace contextRef="#ctx0" brushRef="#br0" timeOffset="69282.072">10399 7636 3252 0,'0'0'8465'15,"0"0"-6485"-15,0 0-836 0,0 70 0 0,4-40 392 0,3 6-212 16,5 9-320-16,1 2-232 0,2 7-188 0,1 3-88 15,5 11 29-15,-2 4-197 0,1 1-100 16,-4 7-92-16,0-1-136 0,0 3 0 16,-4-3 0-16,0 4 0 0,-1 2-72 15,2 2 64-15,-6-1-32 16,6-4-92-16,-5 0-84 0,3 1 8 0,-3-4-180 16,5-3-209-16,-6 1 37 15,5-4 220-15,-3-10 8 0,-6-5-192 0,5-8-276 16,-4-12 36-16,0-5-368 15,5-5-300-15,-9-9-608 0,3-6-913 16,1-4-2423-16</inkml:trace>
  <inkml:trace contextRef="#ctx0" brushRef="#br0" timeOffset="70463.598">11183 8125 5140 0,'0'0'1628'0,"0"0"-264"0,0 0 1817 0,0 0-977 16,0 0-584-16,0 0-424 15,0 0-196-15,0 0-196 0,0 0-324 16,0 0-48-16,28 66 36 0,-16-25-4 15,4 10 24-15,0 9-108 0,4 4-136 0,-7 5-28 16,2 2-168-16,-3-1-48 0,0-4-168 16,0-5-112-16,0-4 12 0,4-13-76 0,0-9-280 15,3-12-172-15,2-11-80 0,3-9-316 16,4-6-732-16,-5-6-1080 0,17-26-3769 0</inkml:trace>
  <inkml:trace contextRef="#ctx0" brushRef="#br0" timeOffset="70736.905">12036 8024 5184 0,'0'0'9081'0,"0"0"-7669"16,0 0-984-16,-80 87 312 0,56-42 504 16,1 9-212-16,3 4-284 0,4 5-172 15,4 0-40-15,0 5 0 0,3-2-99 0,6-3-97 16,3 3-168-16,0-5-4 0,0-7-36 15,3-9-36-15,6-7 28 0,3-10-116 16,4-5 64-16,3-8-12 0,2-2-12 16,3-6 0-16,4-1-48 0,0-6-44 15,4 0-124-15,-1-6-16 0,-4-7-8 0,6-6-100 16,-1 0-144-16,-5-7-113 0,1 0-119 16,-8 1-152-16,-8 0-504 0,-7 0-1028 15,-1 9-2828-15,-13-6-1741 0</inkml:trace>
  <inkml:trace contextRef="#ctx0" brushRef="#br0" timeOffset="70881.271">12004 8629 11145 0,'0'0'2640'0,"0"0"-808"15,0 0-652-15,0 0 0 0,0 0 336 0,0 0-76 16,0 0-307-16,92 14-325 0,-60-14-272 16,4-11-236-16,-1-1-252 0,1-4-48 0,-4 0-412 15,-4-3-264-15,0 3-257 0,-4 1-359 16,-9-1-1016-16,-2 6-2844 0,-5-3-3545 15</inkml:trace>
  <inkml:trace contextRef="#ctx0" brushRef="#br0" timeOffset="71038.133">12283 8613 8036 0,'0'0'6113'0,"0"0"-5281"16,0 0-756-16,0 0 668 0,8 86 820 0,0-57-56 15,4-4-356-15,0 1-344 0,4 2-312 0,-4-3-56 16,4 0-263-16,-4-2-177 0,-1 3-205 15,-2-7-515-15,3 0-328 0,-1-7-156 16,2 1-604-16,-2-7-1200 0,2-6-3593 0</inkml:trace>
  <inkml:trace contextRef="#ctx0" brushRef="#br0" timeOffset="71330.931">12817 7943 1604 0,'0'0'11333'15,"0"0"-9009"-15,0 0-1016 0,12 89 108 16,-12-45 0-16,8 5-132 0,-4 1-300 15,4 4-243-15,4 0-145 0,0 1-136 0,-1-2-208 16,2 1-208-16,-1-2-44 0,-5-2-96 0,6-3-196 16,-6-3-128-16,1 5-164 0,1-5-133 15,2-3-71-15,-3-6-448 16,0-4-708-16,4-12-2244 0,-4-5-2949 0</inkml:trace>
  <inkml:trace contextRef="#ctx0" brushRef="#br0" timeOffset="74749.372">6756 10090 6400 0,'0'0'456'0,"0"0"516"0,0 0 1452 16,0 0-1043-16,0 0-741 0,0 0-40 0,-91 6 40 0,68 10-32 15,-1 0-124-15,3 9-144 0,-3 1-24 16,1 6 124-16,-1 3 216 0,0 2-108 15,0 5-88-15,4-4 36 0,0 0-40 0,5-7-48 16,6-5-52-16,1-8-120 0,4-4-144 16,4-4-92-16,0-1-8 15,0-3-116-15,16 1 16 0,0 2 44 16,8 1 64-16,8 2 64 0,-4-2-60 0,4-4 4 16,0 3-8-16,0 1-52 0,-4 1-32 15,0-3 36-15,-1 5 36 0,-7-1 12 16,0 2 12-16,-1 2 108 0,-6-2-8 0,-1 3-100 15,-5 2 76-15,-2 0-28 0,3 0 24 16,-8 0 28-16,0-3 24 16,0 0 20-16,-4 1-20 0,-5-5-12 0,-2 1-40 15,-5-1-84-15,0 1-60 0,-1-5-184 16,-2 3-160-16,-1-8-176 16,-4 0 4-16,5-3-180 15,-2-6-316-15,1-7-628 0,8 1-624 0,-8-24-2605 0</inkml:trace>
  <inkml:trace contextRef="#ctx0" brushRef="#br0" timeOffset="75017.653">7164 10137 8172 0,'0'0'2408'15,"0"0"-1071"-15,0 0 59 0,0 0-24 16,11 67 12-16,-7-32-444 15,-4 7-344-15,0 5-76 0,0 7-16 0,0 0 260 16,0 6-188-16,0 1-208 0,0 0-40 16,0-3-96-16,0 3-136 0,4-4-88 15,0-5-8-15,5-8-120 0,-2-6 72 16,5-7-28-16,0-1 64 0,4-15-120 0,0 1 32 16,3-6-80-16,2-8 20 15,-1-2-72-15,-1-2-100 0,5-10-132 0,-3-5-352 16,-2-6-384-16,-3-2-1224 0,-4 6-2569 15,1-9-3171-15</inkml:trace>
  <inkml:trace contextRef="#ctx0" brushRef="#br0" timeOffset="75195.277">7024 10620 7704 0,'0'0'2540'15,"0"0"-751"-15,0 0-585 0,0 0 16 16,0 0-236-16,0 0-632 0,0 0 140 0,0 0 108 15,0 0-16-15,112 26-176 0,-69-26-224 16,-3 0-120-16,4 0-64 0,-4 0-88 16,4-3-232-16,-4-4-512 0,-1-3-564 0,-7 8-704 15,12-9-2541-15</inkml:trace>
  <inkml:trace contextRef="#ctx0" brushRef="#br0" timeOffset="75475.911">7825 10674 1460 0,'0'0'8708'0,"0"0"-7251"0,0 0-521 15,0 0 632-15,0 0 236 0,-88 54-552 0,72-38-480 0,4-1-292 16,0 8 12-16,5-1 112 16,-2 0-16-16,5 3-152 0,-4-5-116 0,8-4-64 15,0-3-88-15,0-7-108 0,0 0-60 16,0-6-152-1,8 0-80-15,5 0-72 0,-2-6 60 16,6-4-60-16,-2-5-40 0,1-4-96 0,0 0-16 16,0-4-124-16,0 4-64 0,-9 0 36 15,6 1 12-15,-9 4-160 0,0 1-164 0,-1 4-4 16,-3 3 96-16,0-1 160 0,0 4-472 16,-3 3-749-16,-1 0-355 15,-8 0-684-15</inkml:trace>
  <inkml:trace contextRef="#ctx0" brushRef="#br0" timeOffset="75738.761">7825 10674 3500 0</inkml:trace>
  <inkml:trace contextRef="#ctx0" brushRef="#br0" timeOffset="75900.28">7825 10674 3500 0,'-32'-19'2384'0,"32"19"-344"16,0 0-392-16,0 0-111 0,0 3-25 0,0 7-196 0,0-2-316 0,0 9-172 0,0 2-96 16,0 3-132-16,4 1-80 0,-4 2 12 0,3 0-100 0,1 0-52 15,-4-2-84-15,9-4-112 0,-5-3-52 16,0-3-132-16,0-4 0 0,3-6 0 0,-3 0 0 16,5-3-92-16,-1 0-92 0,-1-6-96 15,6-6-200-15,-5-1-64 16,7-3-188-16,-2-4-176 0,-6-1-340 0,10-2-440 15,-10-2-1005-15,1 7-1891 0,4-12-1028 16</inkml:trace>
  <inkml:trace contextRef="#ctx0" brushRef="#br0" timeOffset="76596.551">7928 10218 248 0,'0'0'5796'16,"0"0"-4756"-16,0 0-404 0,0 0 208 0,0 0 52 15,0 0-224-15,0 0-168 0,0 0-236 16,0 0-59-16,0 0-81 0,0 0-24 16,0 0 36-16,-19 58-132 0,19-53 8 0,3-3-16 15,-3 2-68-15,0-4 64 16,0 0 0-16,4 0-44 0,-4 3-40 0,0-3-16 0,0 0 0 16,0 0 16-16,0 0-5 15,0 0 5-15,0 0-28 16,0 0-64-16,0 0 48 0,0-3 120 0,4-1 12 15,-4 4 128-15,0-2 4 0,0-3 36 16,0 3-160-16,0-1 68 0,0 0 157 0,0-1 139 16,0 4-76-16,0 0-64 0,0 0 128 15,0 0 36-15,0 0 36 16,0 0 40-16,0 0-12 0,0 0 8 0,0 0 60 16,0 0-24-16,0 0-4 0,0 0 44 15,0 0-60-15,0 0-36 0,0 0-40 16,0 0-72-16,0 0-104 0,0 7-208 0,0 3 28 15,8 5 32-15,1 11 112 0,-2 5 160 16,5 4 380-16,0 6-184 16,4 1-164-16,-4 2-12 0,4 4-132 0,-4 0-48 15,0-4 21-15,-4 4-93 0,-1-4-116 16,2-2-8-16,-1-5 0 0,-4-5-4 16,-1-3 4-16,1-7-60 0,0-6 52 15,1-4-44-15,-1-5-8 0,0-1-73 0,-4-6-111 16,4 0-84-16,-1 0-48 0,1 0 104 15,0-3 272-15,5-7 12 0,-5 1-4 16,3-4-8-16,1-2-48 16,1-2 36-16,-5 5-52 0,3-4-56 15,-3 4 8-15,4-1 4 0,-4 7-52 16,5 0-24-16,-2-1 36 0,5 0-20 16,-3 4-16-16,6 1 108 0,-2 2-8 0,-2-5 8 15,1 5 28-15,-4 0 48 0,4 0 8 0,-8 5 104 16,0-3 60-16,-1 4 96 0,-3 1-24 15,0-1-72-15,0 4-72 0,0-1 8 16,0 3-8-16,-3 2-92 0,-5-3 64 16,-4 0 12-16,4 2-36 0,0-7-48 15,-4 0-8-15,0 0-184 0,4-2-104 0,-3-1-120 16,2-3-124-16,-3 0-160 16,1-7-516-16,2-5-612 0,-3 6-1068 0,1-13-2653 0</inkml:trace>
  <inkml:trace contextRef="#ctx0" brushRef="#br0" timeOffset="78002.489">8601 11046 4548 0,'0'0'1716'0,"0"0"3065"15,0 0-3001-15,0 0-300 0,0 0-68 16,0 0-96-16,0 0-224 0,0 0-280 0,0 0-232 16,0 0-128-16,0 0-72 0,-4 2-64 15,1 1-256-15,-9 4-60 0,-4 6-108 16,0 3 108 0,0 6 12-16,-4 3-4 0,4 1 4 0,0 3 36 15,-4 0 48-15,4 1 16 0,1 0-4 0,-2-2 28 16,6-3-40-16,3-3-24 0,3 3-8 15,1-6 8-15,4 4-60 0,4 0 48 16,9-4-56-16,6 3-4 0,1 0 8 16,4-3 100-16,4-3 28 0,0-4 105 15,0-5-129-15,0 0-28 0,-1-7-76 16,-3 0-8-16,4-3-8 0,-4-8-88 0,1-1-148 0,-6-7-121 16,1-3-123-16,-4-4-204 15,-4 0-168-15,-4 1-408 0,0-1-824 16,-5 5-676-16,2 9-1269 0,-5-8-1047 0</inkml:trace>
  <inkml:trace contextRef="#ctx0" brushRef="#br0" timeOffset="78297.501">8657 11281 1304 0,'0'0'6644'16,"0"0"-4264"-16,0 0-591 0,0 0 51 0,0 0-196 16,0 0-364-16,0 0-348 0,0 0-144 0,0 0-24 15,0 0-164-15,32 53-296 0,-19-53-292 16,-2 0-12-1,1-6-232-15,0-3-136 0,-4-1-84 0,4 1-140 16,-4-4-160-16,0 7-228 0,-4-4-124 16,0 4 120-16,-4 3 276 0,0-1 316 15,0 4 392-15,0 0 0 0,0 0 392 0,0 4 152 16,0 2 36-16,0 4-76 0,-4 2 40 16,4 4-20-16,0 0 24 0,0 3-28 15,0 4-88-15,0-5-136 0,8 4-48 16,-4 0-28-16,4 0-24 0,0 4-60 15,0-4-136-15,4 4-124 0,0-4-416 0,-1 1-224 16,6-5-204-16,-2-2-476 0,-6-3-1500 16,2-4-3785-16</inkml:trace>
  <inkml:trace contextRef="#ctx0" brushRef="#br0" timeOffset="82288.818">8629 10522 7584 0,'0'0'4313'0,"0"0"-2409"0,0 0-892 15,0 0 184-15,52-67 528 0,-31 48-208 16,-6 1-572 0,5-6-492-16,0 2-184 0,0-3-72 0,4 0-16 15,-5 3-180-15,5-4-48 0,1 7 40 16,-5 3-76-16,-1 3-64 0,-2 7 52 15,-2 6-100-15,-2 0 112 0,-2 12 84 0,1 5 292 16,-4 5 60-16,4 3-180 0,-4 4 8 16,0 3-8-16,0 3-51 0,0-1 87 15,-4 5-128-15,4-4-76 0,0 2 52 0,0-2-44 16,-4 0-24 0,3-3 0-16,-2-6 8 0,3-4-4 15,-4-6-100-15,3-7-148 0,1-3 23 16,1-6-107-16,-5-3-148 15,3-9-292-15,1-10-116 0,5-4-656 0,-6-9-880 0,1 0-2125 16,1 7-1699-16,-1-20 3272 0</inkml:trace>
  <inkml:trace contextRef="#ctx0" brushRef="#br0" timeOffset="82452.8">9147 10192 5312 0,'0'0'8377'0,"0"0"-7021"0,0 0-552 0,0 0 164 16,-71 79 384-16,55-50-416 15,-4 5-432-15,4 1-208 0,-4 7-64 16,0-2-48-16,0 5-176 0,0-4 40 0,1 4-48 16,2-7-96-16,-2-3-196 0,2-9-196 15,6-4-252-15,-2-7-308 0,6-5-688 16,3-4-2252-16,4-3-2921 0,0-3 2997 0</inkml:trace>
  <inkml:trace contextRef="#ctx0" brushRef="#br0" timeOffset="83046.825">9506 10601 3464 0,'0'0'1344'0,"0"0"5029"15,0 0-4629-15,0 0-520 0,0 0 24 16,0 0-128-16,0 0-224 0,0 0-312 0,0 0-336 16,0 0-176-16,52 70-64 0,-44-60 80 15,0 2-84-15,-4 1-4 16,0-1-32-16,-1 1 32 0,-3 3 108 0,0-4 4 0,0 1-100 16,0 0 40-16,0-4-48 0,-3 1-4 15,-1-3-4-15,0 0-156 16,0-7-100-16,4 0-172 0,-4 0-240 0,-1 0-252 15,2-7-388-15,-1-3-488 16,0-2-897-16,-4-5-2635 0,4 4 648 16,-4-9 4332-16</inkml:trace>
  <inkml:trace contextRef="#ctx0" brushRef="#br0" timeOffset="83199.008">9430 10394 5884 0,'0'0'4960'0,"0"0"-2343"15,0 0-1349-15,0 0 40 0,0 0 328 16,0 0-548-16,0 0-520 0,92-18-336 16,-72 14-232-16,-1 1-112 0,2-3-316 0,3 0-560 15,-4-1-452-15,-1 4-1220 0,-6-3-2973 16,6 6-1871-16</inkml:trace>
  <inkml:trace contextRef="#ctx0" brushRef="#br0" timeOffset="83847.62">11247 10236 1072 0,'0'0'2168'0,"0"0"6393"0,0 0-5753 0,0 0-944 15,0 0-520-15,0 0-444 0,0 0-40 16,-79 60-224-16,51-38-280 0,4 1-52 16,-8 2-124-16,0 3-80 0,-4 2-40 0,1 1 112 15,-6 4-28-15,2 0-48 0,-5-1 197 16,-8 6-133-1,4-3 8-15,4 1 12 0,0 0-68 0,1-3 164 16,-1 0-188-16,4-3 8 0,4-3-84 16,4-1 36-16,8-9-44 0,9-3 92 15,7-4 12-15,3-5-96 0,5-1 60 16,0-6-64-16,0 3 68 0,13 0-16 16,2 1 12-16,5 2 24 0,4-3 96 0,4 4-56 15,-4 0-76-15,4 1 24 0,-1-2-36 16,1 5 12-16,4-1 0 0,0 2-12 0,0 1 0 15,4-5-48-15,4 8-40 0,4 1 36 16,4-1-52-16,8 6 52 0,-5-3-104 16,5 0-24-16,-4 0-40 0,-5-3-56 15,-2 0 0-15,-10-7-124 0,-7 4-24 16,-3-7-12-16,-10 0-48 16,-7-2-161-16,-4-4-279 0,-4 0-988 15,0 0-2268-15,-12 0-2773 0</inkml:trace>
  <inkml:trace contextRef="#ctx0" brushRef="#br0" timeOffset="84143.925">10590 11451 2492 0,'0'0'1172'16,"0"0"8033"-16,0 0-6793 0,0 0-744 16,0 0-132-16,0 0-404 0,0 0-348 0,95 45-76 15,-59-38-64-15,4-4-39 16,8 0-217-16,4 3-84 0,-1-6 20 0,5 4-92 16,-4-4-232-16,-4 0 0 0,-4 0-208 15,-5 0-128-15,-7-7-208 0,-4 1-112 0,-4 0 11 16,-8-1 1-16,0-2-324 0,-8 3-572 15,-4-1-856-15,-4-2-1956 0,0-2-1973 0</inkml:trace>
  <inkml:trace contextRef="#ctx0" brushRef="#br0" timeOffset="84370.377">10921 11201 5852 0,'0'0'9693'15,"0"0"-8189"-15,0 0-1228 0,0 0-16 0,15 67 260 16,2-42 244 0,-2 4 144-16,5-1-356 0,0 7-152 0,0-2-72 15,0 4-168-15,-4-2-16 0,0 0-60 16,-4 4-84-16,0-6-88 0,-4 0 28 0,0 2-132 16,-1-4-88-16,-3-2-308 0,5-4-232 15,-1-3-496-15,-5-9-1296 0,5-3-3685 0</inkml:trace>
  <inkml:trace contextRef="#ctx0" brushRef="#br0" timeOffset="84877.101">12411 10232 1408 0,'0'0'756'0,"0"0"1424"0,-21-69 1992 16,10 50-2732-16,-6 0 593 0,2 6-153 0,-1 0-364 15,0 7-132-15,-4 3-440 0,8 0 32 16,-4 3-288-16,0 9-16 0,0 4 48 0,1 12-256 16,-2 4-172-16,2 12-60 0,-6 6 9 15,6 8 51-15,-5 5-108 16,3 10-16-16,6 3 0 0,-1 6 28 15,7-2-16-15,2 2-24 0,3-3-8 16,8-6-28-16,4-7-12 0,4-9 96 16,7-6-104-16,5-10 32 0,4-9-60 0,0-7-60 15,4-6 84-15,4-12-92 0,0-4-4 16,-1-4-108-16,2-12-36 0,-5-6-88 16,-1-4-104-16,-7-2-112 0,-4-1-120 0,-8-3-173 15,-8 1-235-15,-4 2-1128 0,-4-3-2600 16,-12 10-2697-16</inkml:trace>
  <inkml:trace contextRef="#ctx0" brushRef="#br0" timeOffset="85034.995">12299 10804 10856 0,'0'0'5397'0,"0"0"-4365"16,0 0-424-16,0 0 356 0,0 0 468 16,0 0 20-16,88 47-327 0,-61-47-373 0,5 0-316 15,0-2-280-15,4-8-156 0,-4-5-340 16,0 2-216-16,-8-4-316 0,0-1-257 15,-4 6-431-15,-4-2-896 0,-4 5-2196 0,-8 2-2445 16,-4 7 1550-16</inkml:trace>
  <inkml:trace contextRef="#ctx0" brushRef="#br0" timeOffset="85192.459">12590 10811 5244 0,'0'0'1524'0,"0"0"6285"0,0 0-6185 0,-12 70-820 0,12-45-108 0,0 0 268 15,4 3 92-15,4 2-288 0,4 1-144 16,0 0-164-16,0 5-95 0,3-1-85 15,-2 0-208-15,-2 0-72 16,-7-4-120-16,5-3-269 0,-5-1-391 16,0-5-304-16,-1-10-600 0,1-2-2172 0,0-4-3281 15,0-9 369-15</inkml:trace>
  <inkml:trace contextRef="#ctx0" brushRef="#br0" timeOffset="86414.404">13614 8369 4892 0,'0'0'2176'0,"0"0"2701"0,0 0-3089 0,0 0-700 0,0 0-216 16,67-89-132-16,-46 64-76 15,-1-1-208-15,-1 1-156 0,5 3-92 0,-3 0-20 16,-2 3 32-16,1 3 28 16,-4-1-64-16,0 5-60 0,-1-1 24 15,2 1-28-15,-6 2 4 0,2 0-76 0,-1 2-48 16,0-6-4-16,0 4-8 0,-1 4-120 0,2-3-28 16,-6 2-88-16,1 4 40 0,0 3 12 15,-3 0-28-15,-1 7 16 16,-1 5 208-16,1 7 248 0,-4 3-48 15,4 4-4-15,-4 5-48 0,0 1 36 16,0 0-100-16,0 6 4 0,0 0-88 0,0 1 4 16,-4 5-4-16,-3 7-64 0,-2 2 56 15,-3 8-180-15,1 3 92 0,-2 9-40 16,6 3 76-16,-5 0 60 0,3 0 0 0,5-6 4 0,4-10 180 31,0-11 12-31,9-12-84 0,3-8-40 0,-1-10-48 16,2-6-24-16,2-7-136 0,5-6-72 15,-4 0-136-15,8-13-136 0,-4-5-80 0,0-2-60 16,0-2 208-16,0-1 164 0,-4 1 248 16,-4 3 4-16,-8 6 68 0,0 4 144 15,0 3 56-15,-4 3 104 0,0 3 32 16,0 0-112-16,0 0-60 0,0 0-12 16,0 0-64-16,0 0-76 0,0 0-72 0,0 3 0 15,0 0 52-15,0 6 20 0,0 1 116 16,0 3 104-16,4 6 116 0,-1 2-56 15,6 9 76-15,-5-1 160 0,0 8-32 16,4 2 77 0,-1 5-197-16,-3 0 12 0,5 4-48 15,2-4-100-15,-3 4-80 0,1 0-16 0,2-4-132 16,-3 4-80-16,5-1 4 0,-2 1-8 0,1 0 0 0,0-1 0 0,4 2-4 16,-4 1 4-1,4 0-12-15,-4-2 4 0,4 6 0 16,-4-4 8-16,-4 5-60 0,4-2-36 0,-9 1 0 15,1-3 56-15,1-3 40 0,-5-7 48 16,0-2 0-16,0-5-36 0,0-5 36 0,0-3 0 16,0-1-36-16,0-6 36 15,0 0-40-15,-5 0 4 0,1-6-12 16,-7-1-44-16,3 1-88 0,-4-7-72 16,-4 5 92-16,-4-9 4 0,4-2 104 0,-8 0 4 15,0-2-156-15,-4-9 108 16,-4-4-340-16,1-8 280 0,3 1-208 15,-8-10-68-15,4 0-68 0,4 0-57 0,4 1-147 16,5 3-224-16,2-1-928 0,2 0-1960 0,6 4-1493 16,1 6-3595-16</inkml:trace>
  <inkml:trace contextRef="#ctx0" brushRef="#br0" timeOffset="87163.568">14793 8849 11145 0,'0'0'2232'15,"0"0"-1064"-15,0 0 192 0,0 0-20 0,0 0-52 16,0 0-96-16,0 0-264 0,0 0-260 15,100 19-180-15,-73-13-111 0,10-4-1 0,-1 2-64 16,3-1-56-16,1-3-64 16,8 0-20-16,-1 0-160 0,5-7-8 0,4 2-4 15,4-4-72-15,8-4 72 0,3 0-4 16,1-3-116-16,-4 3-120 0,-4-3-52 0,-1 4-60 16,-11 2-156-16,1 1-209 0,-14 2-75 15,-3 1-100-15,-12 3-116 0,-9 0-456 16,-2 3-432-16,-13 0-476 0,0 3-289 15,0 3-219-15,-13 0-128 0,-2 1-128 16,2-1 2248-16,-6 4 888 0</inkml:trace>
  <inkml:trace contextRef="#ctx0" brushRef="#br0" timeOffset="87486.894">15036 9138 1212 0,'0'0'7232'15,"0"0"-3079"-15,0 0-2521 0,0 0-700 16,0 0 88-16,0 0 44 0,0 0-232 0,0 0-180 16,0 0-124-16,0 0-84 0,0 0-44 15,68 31-104-15,-32-31-76 16,4 0 24-16,3 0-76 0,5 0 52 0,5 0-12 15,5 0-136-15,7 0 0 0,3 0-72 16,-1-3 112-16,8-3-112 0,2-4-40 0,-6-2-164 16,1-5-52-16,-4-1-160 15,-4-2-32-15,-5 1-200 0,-11-2-360 16,-8 2-516-16,-8-1-884 0,-9 4-1829 0,-14 3-1155 16,-1 4 261-16,-12-4 5131 0</inkml:trace>
  <inkml:trace contextRef="#ctx0" brushRef="#br0" timeOffset="87782.991">15821 8541 6536 0,'0'0'2400'0,"0"0"2241"0,0 0-2793 0,0 0-816 0,0 0-76 15,0 0 48 1,0 0 68-16,0 0-328 0,104 28-232 0,-65-15-256 15,2 6-60-15,2 4-12 0,2 2-52 16,-6 0-12-16,-3 7-120 0,-4 0-12 16,-8-1-48-16,-5 7 56 0,-6 0-4 0,-13 4-124 15,0 5-4-15,-13-2-8 0,-6 2-16 16,-5 3-60-16,-4 2 136 0,-4-5 24 16,0 2-64-16,0-2-20 0,0-6-52 15,1-3 36-15,3-3 48 0,-4-3-84 16,4-6-144-16,0-5-128 0,0-2-224 0,8-3-224 15,0-6-800-15,4-4-2112 0,4-3-2841 16,4-3 3605-16</inkml:trace>
  <inkml:trace contextRef="#ctx0" brushRef="#br0" timeOffset="88899.735">16782 8318 6444 0,'0'0'596'16,"0"0"4221"-16,0 0-3305 0,0 0-168 15,0 0-160-15,0 0 244 16,-12 99-316-16,12-61-152 0,0 10-104 0,0 2-208 15,4 7-320-15,0 7 12 0,0 6-72 16,-1 6-23-16,5 7-5 0,-4 2-104 16,1 7-64-16,-5 3-72 0,0 1-68 0,0-1 56 15,0-4-4-15,0-8-80 16,0-6 48-16,-5-13-60 0,5-11-24 16,0-8 68-16,5-11-68 0,2-11-77 15,1-8-143-15,9-4-172 0,-2-11-340 0,1 0-512 16,8-7-988-16,0-9-1720 0,4-6-2125 15,-4 4 1081-15,12-18 4972 0</inkml:trace>
  <inkml:trace contextRef="#ctx0" brushRef="#br0" timeOffset="93749.409">17901 8671 3344 0,'0'0'364'0,"0"0"7749"0,0 0-5957 15,0 0-348-15,0 0-196 0,-4-67 56 16,0 57-248-16,0 4-264 16,4 0-255-16,-4 3-225 0,0-1-156 0,0 4-96 15,0 0-88-15,-12 0-44 0,-4 7-292 16,-8 5-160-16,-8 11-92 0,-7 9 48 15,2 2 60-15,-2 8 20 0,7 2 64 0,1-3 12 16,11 0-36-16,-1-2 36 0,14-8-12 16,2-2-12-16,9-4 12 15,5-3 0-15,10 1-16 0,6 0 4 16,7-2 64-16,3 5 4 0,5-4 0 16,0 4-4-16,3-1-64 0,-3-3 12 0,1 3 56 15,-5-3 4-15,-1 3 68 0,-7-2-20 16,-8 3 0-16,-1-4 12 0,-6 3-48 0,-1-3 36 15,-8 2 40-15,0-3-88 16,0-2 84-16,-8-1-36 0,-4 1-40 16,-4-2-8-16,0-4-164 15,-7-4-128-15,-5 1-84 0,0-7-48 0,0 0 0 16,0-3 35-16,0-3-87 0,0-10-144 0,0-3-188 16,4-2 196-16,0-6-424 0,4-4-120 0,9 3-500 15,7-7-184-15,4 10-1317 16,4-16-2983-16</inkml:trace>
  <inkml:trace contextRef="#ctx0" brushRef="#br0" timeOffset="94025.761">18423 8541 3160 0,'0'0'11297'0,"0"0"-9445"16,0 0-892-16,0 0 216 0,0 0 152 0,0 0-204 15,0 72-284-15,0-42-307 0,0 3-157 0,0 6-84 16,-4 2-124-16,4 7-48 16,0 5-120-16,0 8-8 0,-4 3-64 0,0 3 68 15,0 2-68-15,0-2-36 0,4-9 8 16,0-8 92-16,0-12-4 0,4-9-36 16,8-10-72-16,-1-10-96 0,2-3-124 15,2-6 35-15,2-2-119 0,-2-8-4 0,2-6-192 16,-2-3-360-16,-2-7-760 0,-9 1-1244 15,-4 5-2329-15,0-11-2751 0</inkml:trace>
  <inkml:trace contextRef="#ctx0" brushRef="#br0" timeOffset="94186.563">18208 9010 8520 0,'0'0'2008'0,"0"0"-43"0,0 0-777 0,0 0 40 15,0 0 424-15,0 0-436 0,0 0-536 0,0 0-188 16,0 0-24-16,0 0 36 0,0 0-128 15,87 33-120-15,-51-27-156 0,5-4-100 16,-6-2-68-16,9 0-104 16,-9 4-304-16,10-4-728 0,-6 2-692 0,-11 3-2592 15,16-3-3553-15</inkml:trace>
  <inkml:trace contextRef="#ctx0" brushRef="#br0" timeOffset="94535.576">18977 9131 7096 0,'0'0'6933'16,"0"0"-5745"-16,0 0-52 0,-76 32 404 0,52-16-208 16,4 6-352-16,1 1-296 0,2 4-148 15,6 2-15-15,2 3 75 0,1-6-64 16,8-1-156-16,0-6-220 0,4-7-156 0,5-2-120 16,-1-4-64-16,7-6 52 0,1 0-36 15,5-9-196-15,-2-7-168 0,1-3-149 0,-1-3-223 16,-2-4-108-16,-1 7-256 15,-4-4 4-15,-4 4 56 0,4 0-12 0,-4 5 280 16,0 0 596 0,-5 5 344-16,-3 2 432 0,0 7 356 15,0 0 120-15,0 0 76 0,0 7-176 0,0 5-48 0,0 4-72 16,0 10-108-16,0-1 80 16,0 7 24-16,0 0-84 0,0-4-140 0,0 1-59 15,4-4-109-15,5-6-292 0,-1-7-156 16,-1-7-185-16,6-5-99 0,-1 0-32 0,3-13-100 15,1-7-288-15,5-8-664 0,-10 2-2432 16,9-18-4537-16</inkml:trace>
  <inkml:trace contextRef="#ctx0" brushRef="#br0" timeOffset="94878.131">19263 8626 7160 0,'0'0'1516'0,"0"0"2801"15,0 0-3325-15,0 0-168 0,0 0 764 16,0 0 92-16,-8 92-204 0,8-57-280 0,0 9-296 0,0 8-183 16,0 2-269-16,0 3-156 0,-3 0-148 15,-1 0-72-15,0-3-60 0,0-10 0 16,4-9 64-16,0-10-72 0,0-6-4 0,4-6-52 16,0-3-32-16,3-1-120 0,10-2-40 15,-6-1 88-15,10 1 48 0,-2-4-40 16,5 3-32-16,-4 0-52 0,4 1-45 15,-4-1 45-15,-4 3 96 0,-4 4 64 0,0-3 12 16,-4 2 60-16,-4 5 4 0,-4-5 80 0,0 4 40 16,0-4-16-1,-4 1-48-15,-4-1-60 0,-4-1 8 16,0-5-4-16,0 1-4 0,-8-5-48 16,4 2-96-16,1-4 8 0,-6 0-68 0,6 0-176 15,-5-4-412-15,-1-3-512 0,2-1-704 16,3-3-1904-16,-12-7-2865 0</inkml:trace>
  <inkml:trace contextRef="#ctx0" brushRef="#br0" timeOffset="95698.814">20208 9321 9008 0,'0'0'1372'0,"0"0"-275"0,0 0 147 15,0 0 272-15,0 0 36 0,0 0-260 0,-40-66-276 0,28 62-424 16,-4 4-272-16,0 0-76 15,-3 4 4-15,2 5-16 16,-2 7 36-16,-1 10 36 0,-1-1 76 0,2 10 96 16,-1 0-28-16,4 9-71 0,0 4-25 15,4-1-72-15,0 5-64 0,0-1-32 16,4-1-136-16,0-6 12 0,8-2 0 0,0-4 60 16,0-9-36-16,4-1-32 15,12-6-52-15,-4-6 0 0,8-3-64 0,0-1 60 16,-1-5-4-16,6-1 0 0,-1-6-52 15,-4 0 0-15,3 0-12 0,-3-3-96 16,1-4-124-16,-6-2-144 0,2-4-185 16,-2 1-59-16,-4-4-248 0,-2 0-508 0,-5 4-1328 15,-4-7-3633-15</inkml:trace>
  <inkml:trace contextRef="#ctx0" brushRef="#br0" timeOffset="95979.965">20056 9712 4880 0,'0'0'2368'16,"0"0"2449"-16,0 0-2953 0,0 0-388 0,0 0 144 0,0 0-208 16,0 0-476-16,0 0-348 0,0 0-356 15,84-22-232-15,-68 13-148 0,0-1-512 16,-4 1-288-16,4-2-128 0,-8 3-188 16,-1 1-296-16,-2 3-376 0,-1 4-277 0,-4 0 301 15,0 0 352-15,0 11 1560 16,0-3 260-16,0 5 960 0,0 4 128 15,-4 5-123-15,4-3-197 0,0 3-16 16,0 3 8-16,0-2-260 0,4 2-80 16,0-3-164-16,0 1-76 0,0-4-116 0,3-1 200 0,-3-2-128 15,5-3-116-15,-1-7-280 16,-1-6-400-16,6 0-244 0,-1-9-324 0,4-10-480 16,-4 3-1604-1,3-17-4941-15</inkml:trace>
  <inkml:trace contextRef="#ctx0" brushRef="#br0" timeOffset="96350.267">20539 8941 8584 0,'0'0'4105'0,"0"0"-2525"16,0 0-28-16,0 0-236 0,0 0-412 0,0 0-396 0,0 0-264 16,67-77-200-16,-50 58-44 15,2-2-88-15,1 1 28 0,0 4-112 0,0 3 96 16,0 4-24-16,-5 3-36 0,6 6 136 16,-5 0 16-16,-4 3 192 0,3 6 88 15,-2 7 60-15,-6 0-12 0,5 6-136 16,-3 1-108-16,2 4 32 0,2 3-44 15,-2 5 44-15,5-1 64 0,-4 8-60 16,4-4-28-16,-7 3-68 0,2-3-40 16,-3 0-76-16,-1-9-80 15,2-4-16-15,-1-6 48 0,3-7 40 0,-2-5-308 16,-1-7-344-16,0 0-168 0,4-9-588 0,-8-1-1220 16,4-18-4045-16</inkml:trace>
  <inkml:trace contextRef="#ctx0" brushRef="#br0" timeOffset="96528.976">21009 8857 4956 0,'0'0'8045'0,"0"0"-7013"15,0 0-524-15,0 0 124 0,-60 74 552 16,44-42 132-16,4-1-324 0,-4 7-280 0,4 1-200 16,4-1-132-16,-3 0-84 15,-2 0-296-15,5-3-40 16,1-4-180-16,3-6-476 0,0-2-164 0,4-7-228 15,0-6-648-15,0-4-956 0,4-6-2257 0,7-3-2147 16</inkml:trace>
  <inkml:trace contextRef="#ctx0" brushRef="#br0" timeOffset="96696.026">21244 9204 3344 0,'0'0'8985'0,"0"0"-7633"15,0 0-476-15,0 0 520 0,-13 83 132 0,10-64-340 16,-1-4-684-16,0 2-504 0,0-8-144 16,0-3-92-16,4 1-404 0,-4-7-600 0,-1 0-960 15,-2-7-5149-15</inkml:trace>
  <inkml:trace contextRef="#ctx0" brushRef="#br0" timeOffset="96828.878">21224 8966 14969 0,'0'0'2236'15,"0"0"-1480"-15,0 0-4 0,0 0-384 0,0 0-208 0,0 0-160 0,0 0-500 0,104-38-960 16,-89 31-784-16,13-8-2741 16</inkml:trace>
  <inkml:trace contextRef="#ctx0" brushRef="#br0" timeOffset="97198.385">21753 8334 11325 0,'0'0'2560'0,"0"0"-740"0,0 0 56 15,0 0-88-15,-15 70-360 0,11-45-404 0,4 3-283 16,0 2-65-16,0 8 148 16,0 6-368-16,0 4-140 0,-4 9-40 0,4 7-156 15,-5 2-112-15,2 6 40 0,-5 8-48 16,0 0-48-16,1 2-24 0,-6 4-36 15,9 3-120-15,0 0-376 0,0 0-72 16,1-10 216-16,3-3-24 0,-4-12-208 0,-5-14-341 16,5-5-127-16,-4-13-168 0,1-6-508 15,2-5-712-15,1-9-1645 16,0-1-2147-16</inkml:trace>
  <inkml:trace contextRef="#ctx0" brushRef="#br0" timeOffset="97773.968">22483 8909 9260 0,'0'0'4973'0,"0"0"-3285"15,0 0-536-15,0 0-144 0,0 0 408 0,0 0-256 16,99 0-248-16,-67 0-303 16,0 0-293-16,5-3-136 0,-5 0-72 15,-1-4-108-15,-4 4-108 0,-3-3-72 16,-3-5-284-16,-1 9-421 0,-8-1-347 15,-5 0-1036-15,-7 3-3168 0,0 0-4665 0</inkml:trace>
  <inkml:trace contextRef="#ctx0" brushRef="#br0" timeOffset="97928.701">22638 9051 2692 0,'0'0'9821'16,"0"0"-7697"-16,0 0-816 0,0 0-40 15,0 0-80-15,0 0-92 0,0 0-264 0,96 25-384 16,-64-25-276-16,3-2-172 0,2-8-344 16,-1 1-428-16,-1-3-688 0,-7-2-1396 0,4 2-5441 15</inkml:trace>
  <inkml:trace contextRef="#ctx0" brushRef="#br0" timeOffset="98572.408">23813 8676 9248 0,'0'0'4037'0,"0"0"-2637"15,0 0-80-15,-3 84 56 0,-1-53 96 0,4 4-308 16,0 3-260-16,0 4-200 0,0 2-71 16,0 7-17-16,4 3-228 0,3 9-48 15,-3 7-88-15,1 4-20 0,-1 2-100 16,4-4-60-16,-5-1-36 16,5-5-36-16,1-3-72 0,-1-5-36 15,-1 2-64-15,1-6 16 0,5 0-60 0,-6-9-64 0,1-11 52 16,-4-5-4-1,5-10-92-15,-6-7-40 0,1-2-13 0,-4-10-63 16,4 0-56-16,-4 0-140 0,0-6-148 16,0-7-176-16,0-6-524 0,0-3-476 0,0-7-468 15,0 4-2057-15,0-22-3131 0</inkml:trace>
  <inkml:trace contextRef="#ctx0" brushRef="#br0" timeOffset="98870.893">23813 8763 5196 0,'0'0'704'0,"0"0"2012"15,0 0 181-15,0 0-977 0,49-70-412 0,-34 57-196 16,-6 1-192-16,6 6-264 0,-7-5-192 0,5 9-88 16,-6-4-84-16,1 6-76 0,1-5-76 15,-2 5-156-15,5 0-40 16,1 0 40-16,-2 7-24 0,1-1-28 15,0 5 12-15,0 1-44 0,-1 4-92 16,-2 0 0-16,-1 3-8 0,-8 0-4 0,0 3-4 16,0 0-4-16,-4 7-36 0,-4-3 36 15,-8 2 4-15,0 0-88 0,-4 1 36 16,0-4-160-16,-3 1 4 0,2-4-28 0,1-6-76 16,1-1-156-16,2-4-172 0,2-3-188 0,-1-4-300 31,-1-4-644-31,9 0-1416 0,-7-6-4509 0</inkml:trace>
  <inkml:trace contextRef="#ctx0" brushRef="#br0" timeOffset="100104.102">24595 7852 5868 0,'0'0'1052'16,"0"0"-196"-16,0 0 2212 0,0 0-1075 15,0 0-241-15,0 0-340 0,32 66-332 16,-24-34-128-16,-1 3-200 0,-3 4-124 15,0 1-76-15,-4 4-148 0,5 4-52 0,-5 3-132 16,4-3 12-16,-4 3-100 16,0-1-8-16,-4-2-112 0,-1-1 0 15,-3-1-8-15,-3-9-4 0,3 1-88 0,-1-6 28 16,2-7-24-16,3-3 36 0,0-9 0 16,0-3-4-16,4-4-20 0,-5 1-124 15,5-7-288-15,0 0-20 0,0 0-48 0,0 0 48 16,0 0 24-16,5-11-52 0,-1 3 160 15,4-9 88-15,-1-2 172 0,2-6-28 0,3-3 80 16,-1-4-116-16,2-3 0 0,-6-1 4 16,5 3-20-16,-3-3 76 15,2 4-120-15,1 4 72 16,0 6-36-16,-4 3 172 0,4 10 28 0,-4-1 164 16,-4 10 0-16,0-4-12 0,4 4 84 15,-8 0 332-15,4 7-92 0,0 0-80 0,0 2-60 16,-4 0-116-16,0 7-96 0,0-4-24 15,-8 5-88-15,-4-2-12 16,4 4-12-16,-4-3-100 0,0-2 12 0,-4 0-84 0,4-1 36 16,1-7 84-16,-2 5 60 15,5-3-4-15,1-1-64 0,-2-3-4 0,5-1-24 16,0 0 12-16,4-3 36 0,0 0 52 16,0 0 36-16,0 0-36 0,0 0-12 15,4 4 8-15,0-4 4 0,5 2 64 0,2 2 220 16,-3-1-12-16,5 3-60 15,2 0 48-15,-2 4-28 16,-2-4-36-16,6 3-60 0,-6 1-36 0,5 0-96 16,0-1-4-16,-4 4-12 0,0-4-52 15,3 1 4-15,-2-4 12 0,-1 4-40 0,4-4-60 16,-4 0-96-16,-1 5-176 0,6-9 72 16,-2 4-536-16,-2-2-1004 0,-2-2-2225 0,6-2-3115 15</inkml:trace>
  <inkml:trace contextRef="#ctx0" brushRef="#br0" timeOffset="101178.745">27634 8224 8352 0,'0'0'1568'0,"0"0"2649"0,0 0-2953 15,0 0-156-15,0 0 336 16,0 0-16-16,0 0-292 0,0 0-196 16,28 91-259-16,-20-53-41 0,5 3 196 15,-6 3-196-15,-3 1-124 0,5 6-128 0,-5-3-136 16,-4 6 12-16,0 0-144 15,0 0-44-15,-4 3-64 0,-1-1-4 0,-3-1-8 16,1 2-4-16,-1-2-84 0,-1-8 4 0,9-2-12 16,0-11-132-16,0-5 24 15,0-11 72-15,0-8-48 0,0-4-100 16,4-6-56-16,-4 0-100 0,5 0-84 0,-1-3-12 0,0-10-12 16,3-2-125-16,6-7 1 15,-2-7-140-15,1-6-160 16,1 1-116-16,-6-4 256 0,1 2 376 0,0 1 416 15,-3 0 36-15,-2 7 164 0,1 2 208 16,0 0 76-16,0 8-4 0,4 2-48 16,0 3-140-16,4 4-180 0,-4 2-32 0,4 4-44 15,0 3-108-15,-1 0 108 0,6 7 0 16,-6 2 144-16,2 0 128 0,-5 7-28 16,-1 0-72-16,-7 0-36 0,0 3-40 15,0 0-92-15,-11 1 8 0,-2-2 4 16,-2 2-4-16,-2-5 84 0,2-2-12 0,-1-3-68 15,0-1 44-15,0-3-60 16,4 1-4-16,4-1-108 0,0-6 40 16,4 3-12-16,0-3 68 0,4 0 8 0,0 0-100 15,0 0-16-15,0 0 124 0,0 0 88 16,4 0 96-16,5 3 72 0,-2 1 24 16,5-1-48-16,0 3-60 0,4 0-64 15,0 0-12-15,4 5 16 0,0-5-40 0,0 3-72 16,-1 1 0-16,5-1 0 0,-3-2-108 15,-2-1-100-15,1 1-220 16,1-1-280-16,-6-3-336 0,1-3-416 16,-4 4-2408-16,4-4-3529 0</inkml:trace>
  <inkml:trace contextRef="#ctx0" brushRef="#br0" timeOffset="101750.741">28929 8391 12941 0,'0'0'4008'0,"0"0"-3176"15,0 0-276-15,0 0 392 0,0 0 20 0,0 0-188 0,-91 64-364 16,67-48-260-16,0 3-60 0,0-1-84 16,4-1-12-1,-3 1-12-15,2-1 8 0,1 2-4 0,1-4-4 16,-1 4 0-16,-1-3 12 0,-2 4-4 15,-1-1 4-15,0 0 8 0,0 0 0 0,5 3 0 16,-6-6 0-16,5 0-8 0,5-1-60 16,2-2 48-16,9-7 0 0,-3 1-60 15,7-7 64-15,0 3-48 0,0 0 56 16,0 3 96-16,0 1 0 0,0-1-20 16,7 4 8-16,-3-1 109 0,5 3-33 0,-1 2-40 15,3-2 24-15,6 1-44 16,2 3-16-16,1 3 12 0,4 0 36 0,4 0-124 15,4 0 56-15,-4-3-64 0,8 0 0 16,-1 0-8-16,-3-3 0 0,4 0-68 16,0-1 68-16,-8-3-76 0,0 4 72 0,-8-3-60 15,-5 0 12-15,2-5 48 16,-9 5-36-16,-1-3-24 0,2-1-4 0,-5-3-56 16,0 0-148-16,-4 0-301 0,4 1-371 15,-4-4-284-15,3 0-852 0,-3 0-2900 16,4-10-5297-16</inkml:trace>
  <inkml:trace contextRef="#ctx0" brushRef="#br0" timeOffset="102559.544">29296 8508 9732 0,'0'0'4149'15,"0"0"-2845"-15,0 0-564 16,0 0 40-16,40 89 464 0,-32-57-184 0,0 1-312 16,0-2-236-16,-5 1-168 0,6-1-4 15,-5 1-36-15,0-3-60 0,0-3-88 16,0-1-56-16,-1-6-28 0,-3 0-23 16,4-7-49-16,1 4 0 0,-1-6-49 0,0-4 1 15,-4 0-40-15,0 1-80 0,4-1-100 16,-4-3-72-16,0 0 12 0,0 1-40 15,0-4-48-15,0 3-12 0,0-3 96 16,0 0 124-16,0-3 156 0,0-4 40 0,4-9-272 16,-4-2 28-16,7-8 8 15,-2-3-188-15,3-5-84 16,3-5 20-16,-3 4-28 0,5-2 40 0,-2 2 84 16,2 0 316-16,-6 3 88 0,5 3 24 15,1 4 116-15,-6 3 260 0,5 5 80 0,-3 5 96 16,-2-1 12-16,1 7-156 15,0 0-96-15,-4-1-128 0,4 5 16 16,-4 2-64-16,4 0-36 0,0 0-24 16,0 2-16-16,0 5 100 0,0 2 36 15,4 4 40-15,-4 2-4 0,4 2 40 0,0 5-4 16,0 0 24-16,3 3 24 0,-2 1 52 16,2-1-52-16,-2 1-135 0,-2 2-33 0,2-2-76 15,-6-1-92-15,5 0 8 0,-4 1-12 16,4-5-12-16,0 5-36 15,0-3 0-15,0-4-48 0,0 3-100 0,4 0-241 16,-4-3-135-16,0 3-136 16,4-3-4-16,-4 1-196 0,0-5-780 15,-5-3-1220-15,6 5-2633 0</inkml:trace>
  <inkml:trace contextRef="#ctx0" brushRef="#br0" timeOffset="106003.086">21467 11248 2872 0,'0'0'10357'15,"0"0"-8773"-15,0 0-540 0,0 0-324 0,0 0 248 16,0 0-12-16,0 0-232 0,0 0-88 0,0 0 100 16,0 0-264-16,64-2 28 15,-12-5-87-15,11 0-85 0,5-2-156 0,-1 0-172 16,1-4-76-16,-3 1-56 0,-6-5-24 0,-4-2-100 16,1 0-233-16,-7-3-191 15,-6-3-396-15,-11-4-920 16,-8 8-2784-16,-4-17-4469 0</inkml:trace>
  <inkml:trace contextRef="#ctx0" brushRef="#br0" timeOffset="106348.965">22096 10566 1656 0,'0'0'1984'0,"0"0"2992"15,0 0-3808-15,0 0-200 0,0 0 305 0,0 0 107 0,0 0-112 16,-83 89-184-1,79-57-64-15,-1 3-16 0,1 2-188 0,1 8-152 16,-1 2-112-16,0 5-196 0,0 2-112 16,4 3-48-16,-4 3-184 0,4 7 36 15,0-4 0-15,0 4 24 0,0-1-68 0,0 1-4 16,4-3 0-16,-4-7 0 0,4 1-12 16,-4-11 0-16,4-6 12 0,-4-3 4 0,0-6 8 15,0-4-12-15,0-2 0 0,-4-7-72 16,0 0 0-1,-4-3 72-15,-4-3-12 0,0-4 8 0,-4 1-120 0,0-4 16 16,-4 0 8-16,5-6-96 16,-6 0 76-16,5 0-76 0,1-6-112 0,3-3-120 15,-4-7-112-15,8-7-56 16,0-2-108-16,3-6-640 0,5-8-384 16,0 1-1096-16,5 6-1253 0,14-19-787 15</inkml:trace>
  <inkml:trace contextRef="#ctx0" brushRef="#br0" timeOffset="106664.037">22515 11166 6292 0,'0'0'3872'0,"0"0"-1067"0,0 0-1445 0,0 0 52 16,-16 89 152-16,4-61-188 0,4 1-272 16,0-4-432-16,5-5-408 0,3-5-264 15,0-5-108-15,7-3 108 0,5-1 0 0,8-6-36 16,-1 0-160-16,5-10-160 0,1-6-96 15,-1 0-136-15,-5-3-80 16,1-3-48-16,-3 0 180 0,-6 3 100 0,1-1 288 16,-7 1 36-16,-1 5 112 0,-4 0 60 15,0-1 68-15,-9 2 256 0,-3 3-72 16,1-3 124-16,-6 4-216 0,2 2 4 0,2 4-40 16,-2 3-48-16,2 0-136 15,2 3 12-15,3 7 52 0,-5 3 120 0,2-1 24 0,3 1-208 16,3-3-12-16,1-4-296 15,1 0-408-15,3 1-204 16,0-3-584-16,0-4-864 0,0 0-1961 0,0-4-1227 16</inkml:trace>
  <inkml:trace contextRef="#ctx0" brushRef="#br0" timeOffset="106914.203">22857 10985 1708 0,'0'0'5096'0,"0"0"-2840"0,0 0-1012 15,0 0 237-15,49 83-213 0,-38-58-172 0,-7 4-88 16,0-1-176 0,1 0-140-16,-5 1-120 0,0 1-188 0,-9 1-124 15,1-6-100-15,-3 1-84 0,2-11-4 16,1 1 4-16,4-6 96 0,1-6 0 16,3-2-12-16,0-2 76 0,0 0 132 15,7-6 132-15,-3-4-304 0,9-3-196 0,-2-5-156 16,1-8-4-16,4 1 152 0,0-4-200 15,4-3-112-15,0-3-332 0,-1 4-224 16,2-4-480-16,-1 7-716 0,-5 5-2265 0,6-2-2655 16</inkml:trace>
  <inkml:trace contextRef="#ctx0" brushRef="#br0" timeOffset="107511.607">24053 11096 1736 0,'0'0'744'0,"0"0"-184"15,0 0 144-15,0 0 5360 0,0 0-4051 16,0 0-341-16,0 0-568 0,0 0-44 0,0 0 260 15,0 0-132-15,0 0-400 0,24-41-468 16,-48 57-312-16,-8 9-4 0,0 4 56 16,0 10 172-16,-3-2-24 0,3 1-112 15,8 1-80-15,3-8 68 0,6-3-76 16,6-5-4-16,9-5 0 16,5-1 80-16,7-8-72 0,8 5-12 0,3-9-12 15,5 2-72-15,0 0 36 0,4-5-88 16,-4 2-24-16,-4 1-24 0,-4 2 12 15,-8-4 52-15,-1 7 32 0,-6 0-76 0,-5-1 164 16,0 4 172-16,-5-1 148 0,-2 1-64 16,-5-1-60-16,-4-2-48 0,0 0-24 0,0 0-40 15,0-5-84-15,0-1 0 0,1-4-8 16,2 2-76-16,5-2-16 0,-3 0-48 0,2 0-132 16,5-6-160-1,0 1-212-15,0-5-252 0,4-3-128 16,0-3-352-16,4 0-824 0,4 0-2029 15,8-15-1503-15</inkml:trace>
  <inkml:trace contextRef="#ctx0" brushRef="#br0" timeOffset="107799.635">24352 11319 1864 0,'0'0'9189'16,"0"0"-7637"-16,0 0-544 0,0 0 388 0,4 70 464 15,-8-58-200-15,4 1-408 0,-4-4-604 16,4-6-428-16,0 1-220 0,4-4 8 0,4 0 100 0,7 0 64 15,5-4-172-15,1-4-380 0,3-9-180 16,3 1-4-16,1-3 48 0,-4 0-76 16,-4 0 160-16,-1 0 24 15,-6 0-64-15,-2 0 184 16,-11 3 116-16,0-2 172 0,0 1 12 0,-11-2 200 16,-5 7 12-16,-4-1 88 0,4 3 96 0,-8 4-100 15,8 6-84-15,-4 0-40 16,5 4-72-16,2 4-28 0,-2 2 28 0,2 3 108 15,5-1-20-15,4 4-176 16,-3-2-24-16,7-3-136 0,0-1-220 0,-4-3-224 0,4-1-376 16,0-3-584-16,0 1-1416 0,8-4-2925 15</inkml:trace>
  <inkml:trace contextRef="#ctx0" brushRef="#br0" timeOffset="108450.719">24722 11112 4000 0,'0'0'7537'0,"0"0"-6397"0,0 0-232 0,0 66 764 0,0-43 284 16,0 2-288-16,-3-3-480 0,3 1-444 15,-5-4-340-15,5 0-356 0,-4-3-48 0,4 0-144 16,0-7 32 0,4 1-96-16,4-6-96 0,4-2-208 0,4-2 180 15,4-6 28-15,4-4-52 0,4-3-52 16,-4-2-48-16,4-1-52 0,-9 0 88 15,5 0 220-15,-7 4 112 0,-2-2 88 16,-2 5 100-16,-2 2 72 0,-3 1 104 0,-4 6 120 16,0 0-36-16,1 0-40 15,-5 6 36-15,3 5-160 0,-3 1-72 0,0 1 36 0,4 0 12 16,-4-1 24-16,0-2-76 16,4 2-108-16,-4-5 40 0,0-1 32 0,4 0-12 15,-4-3-72-15,4-3 64 0,4 0 92 16,4 0 40-16,0 0-48 15,8-3-148-15,0-6-48 16,-1 3-296-16,-2-1-96 0,2 4-76 0,-6 0 100 0,-2 3 144 16,-3 3 100-16,1 3 124 0,-2 4 40 15,1-1 8-15,-4 4 220 0,5 0 76 16,-2-4 36-16,1 0-232 0,4 2-52 16,0-5-44-16,0-4 80 0,4 2-72 15,0-4 80-15,4 0-92 0,4-6-172 16,-1-4-220-16,5 1-76 0,0-3 24 15,-4-2 60-15,-3 1 160 0,-2 1 76 0,1-1 148 16,-8 4 124-16,0-1 136 0,-4-2-64 16,-4 2 4-16,-4 1 84 0,0-5-260 15,0 5 52-15,-4-4-16 0,-4 5-60 0,-4 4-8 16,0 1 8-16,-4 3 12 0,0 7 48 16,-4 5 64-16,1 4 196 0,2 3 72 15,-3 3 0-15,1 0 0 0,2-3 0 16,2 0-52-16,7-2-84 15,0-5-84-15,8 1-172 0,0-5-12 16,3 6-112-16,14-5-168 0,3 1 96 16,7 3-168-16,6-8-52 0,3-2-244 15,7 1-176-15,-3-4-56 0,8 0-116 0,-1 0-576 16,-10-4-792-16,14-4-2429 0</inkml:trace>
  <inkml:trace contextRef="#ctx0" brushRef="#br0" timeOffset="109261.124">26575 10594 1668 0,'0'0'1356'0,"0"0"1460"15,0 0 1152-15,0 0-2199 16,0 0-605-16,0 0 240 0,0 0 220 16,52 82-292-16,-37-40-280 0,-3 6-188 0,-3 10-252 15,-5 1-48-15,-4 2-112 0,0 2-100 16,-4 1-12-16,-9-1 52 16,2-5-91-16,-1-2-165 0,0-1-136 0,0-8-36 15,-1 0 32-15,6-5-8 0,-1-3-100 16,0-8 4-16,3-6-13 0,5-6-135 0,0-8-168 15,0-6-200-15,0-5 64 0,0 0 252 16,5 0 224-16,7-12 76 0,-1-8-56 16,6-5-32-16,3-6-52 0,-1-7-100 15,5-4-72-15,1-2 124 0,-1-4 108 0,-1 4-120 16,5-1 24-16,-4 7-104 16,0 6-108-16,4 10 224 0,-5 9 32 0,-3 10 68 15,1 3 72 1,-6 7 436-16,2 8 8 0,-6 1-184 0,-3 0-12 15,1 7-64-15,-9-8 112 0,0 4 72 16,0 1-96-16,-9-5 8 0,1 5-96 16,-7-5-136-16,-2 1-48 0,-7 0-8 0,-4 3-152 15,1-6 24-15,-1 2-144 0,-4-5 132 0,8 0 52 16,0-5 96-16,9-1 100 16,-2-1 8-16,10 1 4 0,-1-4-12 0,3 0 32 15,5 0 64-15,0 0-96 0,0 0-40 16,0 0 48-16,5 0 28 15,6 3-124-15,5 0-8 0,4 6 8 0,12 1 172 0,8 3-24 16,0 3-76-16,3 0-72 16,6 2 112-16,-2-2-16 0,1 0-24 15,0 0 16-15,-4-3-4 0,3-1 12 0,-6 2-32 16,2-2-4-16,-7-6-72 0,0 4-24 16,-8-3-160-16,0-2-204 15,-8-2-248-15,-1 1-244 0,-3-1-228 0,0-3-608 16,-4 0-2124-16,0 0-2297 0</inkml:trace>
  <inkml:trace contextRef="#ctx0" brushRef="#br0" timeOffset="112604.149">23770 7966 5520 0,'0'0'208'0,"0"0"5685"15,0 0-4177-15,0 0-344 0,0 0 36 16,0 0 28-16,0 0-236 0,0 0-280 0,0 0-296 0,-16-19-220 16,16 8-76-16,0-3-120 0,0-2-76 0,8-10 40 15,-4-5-52-15,8-8-8 0,-1-5-112 16,2-4-4-16,-2-9 0 16,2 0-60-16,2-4 4 15,-2 4-72-15,-1 0 72 0,-1 3 0 16,2 1-40-16,-2 5 16 0,1-2 72 0,0 1-160 15,4 2 112-15,-4 3 12 0,4 2-124 0,-4 0-12 16,0 5 16-16,0 2-76 0,-4 3 36 16,0 6-88-16,-8 10 164 15,4 4 132-15,-4 5-100 0,0 4-12 0,0 3 16 0,0 0-112 16,0 0-52-16,0 0 0 16,0 0-36-16,0 0-160 0,0 0-476 15,0 0-628-15,0 0-1196 0,0 3-2885 0</inkml:trace>
  <inkml:trace contextRef="#ctx0" brushRef="#br0" timeOffset="112996.539">23886 7725 5160 0,'0'0'664'0,"0"0"2884"15,0 0-2772-15,0 0-336 0,0 0 77 16,0 0 483-16,0 0 164 0,0 0-160 0,0 0-296 16,0 0-192-1,0 0 52-15,15-14 272 0,-7 2-320 0,1-7 40 16,2-4-40-16,1-2 32 0,4-3-108 0,-4-7-104 15,4-3-84-15,0-7-120 0,4 1-128 16,-5-7 60-16,2 1-68 0,3-5-60 16,-1-2-112-16,2-3 52 0,-1 2-64 15,-1 6-96-15,-2 0-128 0,-2 8-8 16,-2 3-56-16,-2 8 164 0,-3 8 124 0,-4 3 72 16,1 6 112-1,-5 7-324-15,0-1 76 0,0 0-276 0,0 4-232 16,-5 0-860-16,1 3-1220 0,-4-10-2701 15</inkml:trace>
  <inkml:trace contextRef="#ctx0" brushRef="#br0" timeOffset="113269.714">24193 6607 4520 0,'0'0'224'0,"0"0"908"0,0 0 88 0,0 0-284 16,0 0 308-16,-84 41 320 0,56-19-71 15,-4 4-229-15,-4 6-112 0,-4-4-28 16,0 7-172-16,1-3-120 0,-6-3-100 0,6-4-180 16,3 1-232-16,4-7-232 0,8-5-88 15,4-3-160-15,4-5-284 0,9 0-468 16,7-6-268-16,0 0-344 0,3-6-620 0,1-4-1853 15,20-11-903-15</inkml:trace>
  <inkml:trace contextRef="#ctx0" brushRef="#br0" timeOffset="113417.374">23905 6785 4560 0,'0'0'5172'0,"0"0"-3919"0,0 0-481 0,0 0 188 0,0 0 72 0,104 9-384 16,-77 1-156-16,10 3-12 0,3 2 72 15,-1 5 192-15,6-2-472 0,-2 1-260 16,0 1-12-16,-2-1-52 0,-2-4-36 15,1 1-124-15,-3-3-504 0,-5 0-760 16,-9-4-960-16,9 1-3381 0</inkml:trace>
  <inkml:trace contextRef="#ctx0" brushRef="#br0" timeOffset="116665.856">28364 4396 5228 0,'0'0'640'0,"0"0"1996"16,0 0-35-16,0 0-613 0,0 0-452 0,0 0 92 16,0 0-160-16,0 0-332 15,0 0-276-15,0 0 20 0,39 64-188 0,-35-40-304 16,1 1-167-16,-5 0-13 0,4 7-4 16,-4-1-68-16,0 1-28 0,0 3-60 0,0 3 48 15,-9 2-88-15,2 2 4 0,-1 0 36 16,-5-1-48-16,6-3-4 15,-5-3-44-15,4-3 0 0,3-3 0 16,2-4 36-16,3-3-48 0,0-3 52 16,0 0 8-16,0-7 4 0,0 1-4 0,3-7-112 15,2 1-212-15,-1-7-65 0,0 4-75 16,4-4-12-16,-4 0 100 0,3-4 68 16,2-6-56-16,3 1 56 0,-5-4 0 0,6-2-36 15,-2-5 48-15,-3-2 64 0,5-3 60 16,-6 0-40-16,5-4-148 15,0-6-188-15,0 3-24 0,4-3 128 16,0 4 132-16,-4 2 84 0,0 7 132 16,4 6 96-16,-8 2 140 0,0 8 236 0,-4 4 80 15,0 2 16-15,-1 0-84 0,-3 0-76 16,9 0-104-16,-5 6-32 16,4 3-4-16,-1 1 12 0,2 3-60 0,-5-1-60 15,4 1 0-15,-4 0-56 0,3 0 32 16,-2-4-32-16,-1 1 8 0,0-1 32 0,0-3-48 15,0 1-12-15,-4-1-76 0,0 1 80 16,0 0-4-16,-8-2-48 0,0 4-140 16,-8-2 116-16,4 2-16 0,-4-2 40 0,0 0 60 15,0-1 4-15,4-4 44 16,0 2 0-16,0-4 4 0,1 0 68 0,6 0-8 16,-3 0-24-16,4 0-40 0,0-4-36 15,0 4 100-15,4 0-36 0,0 0-72 16,0 0 0-16,0 0 104 0,0 0 4 15,0 0-112-15,4 0-8 16,-4 0 8-16,4 0 24 0,4 7 172 0,1-1-12 16,-2 1 12-16,1 3-12 0,4-1-24 15,-4 1 24-15,8-1-12 0,-4 0 24 16,4 1 12-16,0 0-76 0,0-1-48 0,0 1-44 16,-1-1-40-16,6 1-64 0,3 2 64 15,-5 1 120-15,1-1-120 0,1-1-48 16,-6-3-612-16,1 3-64 0,0-5-172 15,0 3 328-15,0-2 60 0,-9-1-1824 16,2-3-3553-16,3-1-1599 0</inkml:trace>
  <inkml:trace contextRef="#ctx0" brushRef="#br0" timeOffset="117967.057">29615 3832 4456 0,'0'0'1132'16,"0"0"3440"-16,0 0-2663 0,0 0-493 0,0 0-236 15,0 0 80-15,0 0-192 0,0 0-276 16,87-9-236-16,-67 5-208 0,4 1-152 16,1 0-96-16,-6 0-100 0,1 0-68 15,0-1-92-15,-4 2-332 0,-5-3-572 16,2 5-440-16,-5-2-900 0,-8 2-3241 16</inkml:trace>
  <inkml:trace contextRef="#ctx0" brushRef="#br0" timeOffset="118127.599">29631 4001 6656 0,'0'0'440'0,"0"0"3989"0,0 0-3441 0,0 0 96 16,0 0 448-16,91 0-184 0,-59 0-624 0,4 0-552 15,-4 0-172-15,3 0-248 0,-2 0-300 16,-1 0-648-16,-9 0-740 0,9 6-2901 15</inkml:trace>
  <inkml:trace contextRef="#ctx0" brushRef="#br0" timeOffset="118781.179">30523 3241 5548 0,'0'0'1824'0,"0"0"2869"15,0 0-3021-15,0 0-140 0,20 76-176 0,-16-44-24 16,-4 7-236-16,0 8-420 0,0 4-164 15,-4 9-96-15,-3 4-4 0,-2 5 248 16,1 4-295-16,1 7-113 0,-2 2-68 0,1 0-16 16,1-1-60-16,-1-2-96 0,-1-6-12 15,1-4-96-15,5-6-96 0,-5 2-4 16,4-7 4-16,-5-2-76 0,5-5 11 16,-3 0-35-16,3-7-24 0,4-2 72 15,0-11 52-15,0-2 8 0,0-4-48 16,0-9-148-16,0 0-208 15,4-10-164-15,0 0-424 0,3-6-416 0,2 0-632 0,-1-6-84 16,-1 0-733-16,10-13-2211 0</inkml:trace>
  <inkml:trace contextRef="#ctx0" brushRef="#br0" timeOffset="119122.322">30639 3311 4408 0,'0'0'300'0,"0"0"2888"16,0 0-1464-16,52-66-472 0,-33 50 97 0,6 3-197 16,-1 4-528-16,4 5-184 15,-5 4 104-15,1 0-216 0,0 7-36 0,-4 6 172 16,3 2 100-16,-2 4-112 15,-5 3-20-15,0 4-60 0,-5-4-12 16,-2 3-164-16,-5-2-60 0,0-2 72 0,-4-1-108 16,0-1 108-16,-4 0-144 0,-4 0 32 15,-8 0-72-15,0-2 40 16,-4 1-64-16,0-5 0 0,-5-1-88 0,2-1-108 16,-1-3 112-16,0-2-128 0,0 1-108 15,1-7-200-15,3 4-236 0,-1-4-396 16,2 0-664-16,3-6-2357 0,-5-5-4111 0</inkml:trace>
  <inkml:trace contextRef="#ctx0" brushRef="#br0" timeOffset="119985.506">31528 2463 768 0,'0'0'2544'0,"0"0"-1760"16,0 0-316-16,0 0 4836 0,0 0-3279 0,0 0-541 15,0 0-152-15,0 0-48 0,0 0-108 16,0 0-160-16,0 0-176 0,0 0-192 16,0 0-204-16,0 0-128 0,0 7-108 0,4 2-112 15,3 4 196-15,5 6 0 0,-4 7 24 16,0 2-35-16,0 1-97 0,-4 3-76 16,1-4-96-16,-5-3 48 15,0 0-56-15,0-5 52 0,0 0-56 16,0-1-96-16,0-7 88 0,0 1-4 15,0-5 0-15,0 3-84 0,-5-5-4 0,5-3-44 16,0-3-89-16,0 3-7 0,0-3-104 16,0 0-8-16,0 0-12 0,5-6 104 15,-2-4 28-15,5 1 124 0,4-8 60 16,0-2-88-16,4-2 132 16,-4-2-108-16,0 1-24 0,-4 0 124 0,4 0-84 15,0 2-112-15,-5 2 120 0,-3 2 4 16,5 6-4-16,-5 3 40 0,0 5-12 15,-4-2 60-15,4 4 100 0,-1 0 60 16,-3 4-36-16,4 2 120 0,5 7 28 0,-9 3-64 16,4-5-64-16,0 9-136 0,-4-1 52 15,0 0-60-15,0-3-76 0,0 0-80 16,0 0-300-16,0-4-84 0,0-2-64 16,0 4-352-16,-4-8-484 0,4 2-928 0,0-1-1865 15,0-3-2019-15</inkml:trace>
  <inkml:trace contextRef="#ctx0" brushRef="#br0" timeOffset="120462.097">31938 2641 4992 0,'0'0'236'0,"0"0"4276"0,0 0-2679 0,0 0-309 0,0 0-204 16,0 0 156-16,0 0-248 15,0 0-300-15,0 0-332 0,0 0-132 16,11 0 52-16,2 0 48 0,-2 0-76 0,6 0-232 16,-2 0-172-16,6-3-84 0,-1-3-128 15,3 0-324-15,1-4-380 0,-4 1-360 16,3-2-568-16,-6 3-2108 0,3-5-3801 0</inkml:trace>
  <inkml:trace contextRef="#ctx0" brushRef="#br0" timeOffset="121102.439">32484 2080 6468 0,'0'0'976'15,"0"0"2753"-15,0 0-2613 16,0 0-132-16,0 0 488 0,0 0-136 16,0 0-236-16,0 91-380 0,0-55-128 0,0 5 160 15,0 0 92-15,-4 7-292 0,4 3-152 16,-5-1-32-16,-3 4-28 0,1 0-183 16,-1 3-97-16,-8-3-24 0,4-3-36 15,-4-3-72-15,4-4-12 0,0-6 23 16,0-6-51-16,8-7-32 0,0-9-88 0,4-4-60 15,0-2-108-15,0-3-16 0,0-3-24 16,0-4 12-16,0 0-28 0,4 0 124 16,0-7-4-16,4-3 68 0,4-6 32 0,4-3 0 15,-4-6 24 1,4-4-24-16,-4 1-12 0,4-5 116 0,-5 2 124 16,2-1 16-16,2 0 84 0,-2 4-40 15,-6 2 72-15,5 5 0 0,-7 5 136 16,3 2 40-16,-5 8 32 0,-3 0 76 0,4 6 48 15,-4 0-160-15,4 0-100 0,-4 0-60 16,0 0-136-16,0 0-36 16,0 4-148-16,0 2 176 0,4 0 8 0,-4 4-4 15,0-1-108-15,0 4-96 0,0-5-40 16,0 6 112-16,-4-4 52 0,-4 2 80 16,1 1 4-16,-6-1 4 0,5-2 68 0,1 0 4 15,-1 2-72-15,-1-2-4 0,5-1-112 16,1 2-24-16,3-3 36 0,0 5 88 15,3 3 12-15,5-3 8 0,5 3 128 16,2-5 212-16,-2 6 32 0,6-7-196 16,-3 2-48-16,5-2-40 15,-2-1-96-15,-3-2 0 0,0-1-72 0,4 0-200 16,-5 0-292-16,6 1-228 0,-5-4-264 0,0 0-908 16,0 1-1120-16,-1-4-2525 0</inkml:trace>
  <inkml:trace contextRef="#ctx0" brushRef="#br0" timeOffset="122295.984">31642 3213 4772 0,'0'0'64'15,"0"0"-64"-15,0 0-104 0,0 0-92 0,0 0 196 16,0 0 28-16,0 0 348 0,0 0 96 15,0 0-96-15,0 0-220 0,0 0-12 16,28 16 52-16,-28-16-196 0,4 0-172 0,-4 0-1520 16</inkml:trace>
  <inkml:trace contextRef="#ctx0" brushRef="#br0" timeOffset="124245.964">31611 3144 3392 0,'0'0'232'0,"0"0"-180"0,0 0 120 16,0 0-44-16,0 0 96 16,0 0 2508-16,0 0-1252 0,0 0-660 0,0 0-136 0,0 0 208 15,-4-4 213-15,4 4-133 0,0 0-192 16,0 0-108-16,0 4 36 0,0-4 108 0,0 2-148 15,0 1-156-15,0 4-164 0,0 2 24 16,0 3-124-16,0 5-76 16,0-1 4-16,4 0-16 15,-4-1 12-15,8 1-100 0,-4-6-60 0,4 2 40 16,0-2 8-16,0-4-12 0,0 1 148 16,0 0 124-16,-1-5-184 0,2 1-64 15,-1-3-72-15,3 0-4 0,-2 0-152 0,7 0-92 16,0-5 52-16,-1-6 0 0,6 2-52 15,3-4 40-15,-1-3 72 0,1 1 48 16,4-1 16-16,-4 0-4 0,4 3 72 16,-5 4-4-16,1 0-72 0,1 2 80 15,-5 3 8-15,-1 4 76 0,-2 0-20 0,2 0 8 16,-3 4 76-16,0 3 64 0,0-1-88 0,-1 2-4 16,2 6 16-16,-6-5-124 0,6 4 112 15,-6-4-116 1,6 1 40-16,-6 3 4 0,2-4-52 0,-5-3-4 15,-1 4-48-15,-3-4-8 0,0 1-88 16,-4 0-232-16,0-5 44 0,-4 4 240 0,-3 0 84 16,-1 1-120-16,-1-3-92 0,1 2 60 15,5-2 92-15,-1-4 8 0,0 2-120 16,4-2-4-16,0 0 128 0,0 0 16 16,8-6 36-16,3 0-60 0,-2-5-228 0,6 2 32 15,2 0 124-15,-2-1 52 16,-2 7 36-16,2 0 52 0,-7 0 100 15,4 3 56-15,-4 0 80 0,0 3 52 16,-4 0-40-16,4 3 0 0,-4 1-36 16,4-3 24-16,0 1-52 0,0-2 28 0,4 1 48 15,-1-4 72-15,6 0-36 0,3-7 12 16,-1-2-100-16,9-4-120 0,0-3-88 16,4-6-244-16,0 3-136 0,-4-3-248 0,-4 3-176 15,-5 0-80-15,-2 2-208 0,-9 8-1136 16,-5 0-3265-16</inkml:trace>
  <inkml:trace contextRef="#ctx0" brushRef="#br0" timeOffset="124870.326">32065 3619 4060 0,'0'0'2552'0,"0"0"3897"0,0 0-5533 15,0 0-824-15,0 0 208 16,0 0 396-16,0 0 400 0,0 0-296 0,0 0-412 16,0 0-152-16,0 0 36 0,48 32 36 15,-36-26 88-15,-1 7-88 0,2-4-112 16,-1 1-48-16,4-4-24 16,-4 4 8-16,4-3 4 0,-4-2-36 15,4-1-100-15,-4-2-52 0,-5 5 44 16,6-3-52-16,-9-1-12 0,0 0-40 0,-4-1 0 15,0 2 4-15,0 2-28 0,-4 1 136 0,-9 2 68 16,-2 5 80-16,-6-2-48 0,2 1-52 16,-5-1-36-16,0-2 76 15,0-1-76-15,4-5-4 0,0-1-8 0,0 0-8 0,8-3-68 16,1 3-304-16,2-3-212 16,1 0-88-16,5 0-188 0,3 0-460 15,0 0-748-15,0 0-1157 0,3 0-2251 16</inkml:trace>
  <inkml:trace contextRef="#ctx0" brushRef="#br0" timeOffset="125066.545">32308 3884 3908 0,'0'0'5036'0,"0"0"-2027"0,0 0-1845 0,0 0-616 0,0 0 328 0,0 0 460 0,0 0-444 16,0 0-484-16,0 0-336 0,0 0-72 0,-88 58-64 15,69-44 56-15,-5-5 4 0,-4 4-80 16,4-3-28-16,-4-4-64 0,4 1 112 16,5-1-60-16,-2-3-504 0,1 0-428 15,5-3-812-15,3 0-1409 16,-1 0-2943-16</inkml:trace>
  <inkml:trace contextRef="#ctx0" brushRef="#br0" timeOffset="125635.02">32551 3635 5244 0,'0'0'288'15,"0"0"1844"-15,0 0 936 0,0 0-1355 0,0 0-541 16,0 0 48-16,0 0 72 16,0 0-100-16,0 0-140 15,0 0-364-15,28 63-356 0,-24-38-24 0,4 4 32 16,-4 1 160-16,-4 4 52 0,5 1-276 0,-5 3-176 16,0 1-92-16,0 1-8 15,0-1-68-15,0-1-32 0,0 1-400 16,-5-6-440-16,5-1-300 0,-4 1-744 0,0-8-2524 0,-4 10-3829 15</inkml:trace>
  <inkml:trace contextRef="#ctx0" brushRef="#br0" timeOffset="129328.091">1541 15049 6400 0,'0'0'3100'16,"0"0"773"-16,0 0-2237 0,0 0-632 0,0 0 124 16,0 0 48-16,0 0 32 0,0 0-340 0,0 0-272 15,4 6-244-15,13-6-204 16,18 0 56-16,13-3 53 0,11 0-1 0,14 3 36 15,-2-3-112-15,1 3-124 0,-9-3-56 0,6 3-84 16,-6-3 72 0,5 0 8-16,-4-4-56 0,-1 1-48 0,1-4-172 15,-8 1-209-15,0 0-167 0,-9-1-268 16,-6 3-376-16,-9 0-808 0,-13 7-1908 0,-3 0-1725 16</inkml:trace>
  <inkml:trace contextRef="#ctx0" brushRef="#br0" timeOffset="129569.2">1736 15370 3392 0,'0'0'10501'0,"0"0"-8781"16,0 0-1720-16,0 0 48 0,0 0 180 15,0 0 540-15,0 0 0 0,84 38-84 0,-36-32-68 16,4-2-40-16,7-4-12 15,5-7-84-15,5-2-116 16,-2-7-108-16,-3-4-180 0,-4 2-76 0,-4-1-120 0,-5-3-112 16,1-4-316-16,-5 0-272 15,-2-5-156-15,-6 3-360 0,-7-5-1320 16,-8 7-3177-16,-8-4-2686 0</inkml:trace>
  <inkml:trace contextRef="#ctx0" brushRef="#br0" timeOffset="129861.194">2230 14672 4592 0,'0'0'6084'0,"0"0"-4899"16,0 0-977-16,0 0 404 0,0 0 880 0,97-20-116 16,-74 20-344-16,5 3-124 0,4 7-164 0,3 2-104 15,6 4-112-15,2 5-184 16,-3-3-16-16,0 8-180 0,0-1 0 0,-8 6-88 0,4 4-12 15,-8 3-48-15,-8 7-12 16,-5 2-60-16,-6 4 72 16,-9 0 0-16,0 5 8 0,-5 3 0 15,-6-6-8-15,-5 5-72 0,0-4 72 16,-5-4-12-16,2-2 8 0,-1 0-192 0,-4-4-24 0,1 1-344 16,2-8-248-16,1 2-216 0,5-13-436 15,6-8-960-15,1-8-2969 0</inkml:trace>
  <inkml:trace contextRef="#ctx0" brushRef="#br0" timeOffset="132228.717">4861 14732 3968 0,'0'0'680'0,"0"0"5376"15,0 0-3887-15,0 0-769 0,0 0-364 0,0 0-116 16,0 0 16-16,0 0-152 0,0 0-204 16,35 73-136-16,-23-35 44 0,0 9-72 15,0 14-36-15,0 6 12 0,-4 8-100 16,4 2-184-16,-5 5-108 0,2 3-12 15,-1 2 0-15,0-4 4 0,-5 1-76 0,6-7-40 16,-1-4-44-16,0-6-28 0,-1-7-96 16,2-9-76-16,-1-9 24 15,-4-7-36-15,3-16-52 0,-3-4-244 0,5-8-96 16,-9-4-544-16,4-3-652 0,0-10-732 16,-4-2-417-16,0-20-4695 0</inkml:trace>
  <inkml:trace contextRef="#ctx0" brushRef="#br0" timeOffset="132504.362">4840 14989 4772 0,'0'0'168'0,"0"0"2736"0,0 0-1688 16,24-82 28-16,-12 56 301 15,4 0-353-15,0 4-300 0,0 3-172 16,4 3-264-16,4 4-104 0,-4 5-88 15,4 0-52-15,-5 7-24 0,2 0 4 16,-1 5 60-16,-9 7-116 0,1 4 0 0,-7 3-24 16,-1 6 100-16,-4 5-24 0,0-2-52 15,-4-3 76-15,-5 4 8 0,-2-4-8 16,-1-3-40-16,-4-3-72 0,0 0-60 0,0 0-40 16,-5-5-136-16,6-3-208 0,-5 3-400 15,0-6-216 1,0-1-124-16,0-1-388 0,5-2-996 0,-13-4-2553 15</inkml:trace>
  <inkml:trace contextRef="#ctx0" brushRef="#br0" timeOffset="133380.805">6092 13621 3512 0,'0'0'928'0,"0"0"-488"0,0 0 44 16,0 0 4480-16,0 0-3147 0,0 0-821 0,0 0-80 15,0 0 148-15,0 0 120 0,0 0-160 16,0 0-268-16,-4 73-176 16,8-51-4-16,0 3-120 0,-1 0-56 0,1 4-44 0,4 6-88 15,1 3-60-15,-2 6-64 16,1 10 64-16,5 10-36 0,-2 6-52 16,6 13-24-16,-6 11 28 0,5 8-39 0,-4 9-37 15,4 4-36-15,-4 2 24 16,-4 1-24-16,3-4-12 15,-2-3 100-15,-5-4-100 0,4 2-64 0,-4-4 4 0,-1-7 0 16,1 1-97-16,1-3-87 16,3-9 24-16,0-7-24 0,-5-7-108 0,5-6 108 15,1-10-172-15,-5-7-84 0,3-8-68 0,1-7 88 16,1-3-88 0,-5-7 48-16,0-9-200 0,-1-3-60 0,1-4-252 15,0-6-300-15,0-3-384 0,1 0-37 16,-1-9 681-16,-4-4 8 0,4 0-1408 15,-4-18-2260-15</inkml:trace>
  <inkml:trace contextRef="#ctx0" brushRef="#br0" timeOffset="137094.353">6960 14364 2644 0,'0'0'352'0,"0"0"-28"0,0 0 2724 0,0 0-736 15,0 0-488-15,0 0-623 0,0 0-189 16,0 0 60-16,0 0-96 0,0 0-172 16,0 0-148-16,0-4-180 0,0 4-88 15,0 4-40-15,0-2-40 0,0 9 52 0,0 1 96 16,4 4 0 0,-4 3-124-16,4 3-148 0,0 6-24 0,1 5-16 15,2 1-56-15,1 11 8 0,-4 5 76 16,3 7-36-16,2 8-16 0,-1 1-36 15,0-3-84-15,-1 4 0 0,-2-3-72 16,-5-1 68-16,4-3-8 0,-4-3-36 0,4-9-76 16,-4-10-48-16,0-6-72 0,4-11-12 15,0-4 24-15,-1-8-248 0,1-2-284 16,5-4-304-16,3-3-412 0,-1-7-264 0,2-5-684 16,-2-1-3429-16</inkml:trace>
  <inkml:trace contextRef="#ctx0" brushRef="#br0" timeOffset="137455.288">7873 14443 9912 0,'0'0'5017'16,"0"0"-3937"-16,0 0-676 0,0 0-128 15,0 0 420-15,-84-16 404 0,64 19-556 16,4 10-532-16,-4 6-12 0,5 9 0 16,-6 7 104-16,5 10 40 0,0 9 92 0,5 6 44 15,-9 3 40-15,3 8 144 0,2-2-52 16,-2 5-108-16,2-5-48 16,2-2-48-16,2-3-148 0,7-11 37 15,0-5-85-15,4-13 36 0,0-6 40 16,4-7-16-16,7-9-12 0,6-8-48 0,-2-1 204 15,9-4-116-15,1 0 56 0,3-9-108 0,0-11-48 16,0-2 0-16,3-4-120 16,-3-2-184-16,-8-4-169 0,0 4-135 0,-5 0-160 15,-2 2-236-15,-9 4-384 0,-4 2-772 16,0 8-1748-16,-17-4-1681 0</inkml:trace>
  <inkml:trace contextRef="#ctx0" brushRef="#br0" timeOffset="137637.377">7613 15014 952 0,'0'0'11209'16,"0"0"-9129"-16,0 0-1072 0,0 0-252 16,0 0 372-16,0 0-12 0,0 0 100 15,0 0-344-15,0 0-360 0,88 7-220 0,-68-7-112 16,0 0-172-16,0-7-8 0,0 1 0 16,-1-4-132-16,2 1-248 0,-6-1-436 15,2-3-228-15,-2 5-424 0,-2 1-1216 16,-6 0-2293-16,-3 1-1575 0</inkml:trace>
  <inkml:trace contextRef="#ctx0" brushRef="#br0" timeOffset="137787.173">7856 14989 4296 0,'0'0'404'0,"0"0"6213"15,0 0-5077-15,0 0-904 0,-11 70-264 0,11-48 260 16,0 4 264-16,4 2-52 0,0-2-220 16,3 4-36-16,1 0-120 0,1 1-48 0,-5-2-136 15,-1 2-208-15,1-6-76 0,0 1-136 16,0-6-24-1,1-5-160-15,-1-2-364 0,3-3-500 0,1-7-684 0,-4-3-2709 16,5-3-2095-16</inkml:trace>
  <inkml:trace contextRef="#ctx0" brushRef="#br0" timeOffset="138019.292">8259 14958 16293 0,'0'0'3908'0,"0"0"-3640"16,0 0-268-16,0 0 0 0,0 0 272 0,0 0 144 15,0 0-416-15,0 0-172 0,0 0-108 16,0 0 0-16,0 0-160 0,60-49-640 15,-44 37-788-15,-8 2-3288 0,-1 4-4445 0,-7-3 7641 16</inkml:trace>
  <inkml:trace contextRef="#ctx0" brushRef="#br0" timeOffset="138549.522">8670 14690 4528 0,'0'0'10253'0,"0"0"-8665"16,0 0-1352-16,0 0-228 0,0 0 452 16,0 0 52-16,0 0-128 0,0 0-112 15,0 0-100-15,0 0-60 0,91-72-112 0,-71 52-64 16,0 5 4-16,-1-2 8 0,2 4-20 15,-5 1-4-15,-1 3 4 16,2 2-40-16,2 4-60 0,-6 3 72 16,2 0-24-16,5 6 64 0,-4 5 60 15,8 3 12-15,-4 10 112 0,4 1 208 0,-1 9-92 16,-2 7-240-16,-1 0 0 16,-5 7 56-16,-2 0-56 0,-1 3 0 15,-1-7 76-15,-2 1-64 0,-1-10-8 0,-1-3 44 16,1-10-48-16,1-6-72 0,-2-7-76 15,1-5 0-15,0-4-40 0,1-7-232 0,-2-12-252 16,5-3-848-16,0-13-1208 0,-4 7-3489 16</inkml:trace>
  <inkml:trace contextRef="#ctx0" brushRef="#br0" timeOffset="138728.822">9251 14507 704 0,'0'0'10733'0,"0"0"-9169"0,0 0-1016 15,-40 76-76-15,29-38 768 0,-6 3 116 16,2 6-336-16,2 2-316 0,2 1-220 16,-1 1-68-16,-4-1-84 0,4 2-296 15,-1-5-36-15,2-3-136 0,-2-6-108 16,6-6-372-16,-1-7-184 0,4-9-320 0,4-7-856 16,0-9-1264-16,0 0-3161 0,8-6 1953 15</inkml:trace>
  <inkml:trace contextRef="#ctx0" brushRef="#br0" timeOffset="138925.671">9454 14941 104 0,'0'0'12469'0,"0"0"-11017"0,0 0-1136 0,0 0 368 0,0 0 384 16,0 0 84-16,0 0-520 0,40 67-420 15,-36-54-200-15,1-4 60 0,2 4-72 0,-3-4-84 16,0 1-116-16,-4-4-184 0,0 0-164 15,4-1-188-15,-4-5-248 16,0 0-788-16,-4-5-1501 16,4 3-4783-16,-8-15 6100 0</inkml:trace>
  <inkml:trace contextRef="#ctx0" brushRef="#br0" timeOffset="139073.548">9534 14786 692 0,'0'0'10961'0,"0"0"-6293"0,0 0-3892 0,0 0-428 0,0 0 232 16,0 0 100-16,0 0-164 0,0 0-516 0,0 0 0 16,0 0-592-16,0 0-432 0,87-45-840 15,-74 22-2920-15,-6 9-5061 0,1-13 9717 16</inkml:trace>
  <inkml:trace contextRef="#ctx0" brushRef="#br0" timeOffset="139339.271">9933 14141 7476 0,'0'0'5645'16,"0"0"-3541"-16,-13 77-1564 0,9-46-164 15,4 7 552-15,0 7 376 0,0 0-296 16,0 2-444-16,8 6-172 0,1 5-136 0,-5 5-124 15,0 4-72-15,-4 0-60 0,0 3-108 16,0 0-160-16,0 2-148 0,0-2 48 16,-4-3 12-16,4-7 24 0,-4-5 88 15,4-14-104-15,0-13-8 16,0-9-412-16,8-13-500 0,-5-3-864 0,1-3-2245 16,4-12-4475-16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1:46:43.74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definitions>
  <inkml:trace contextRef="#ctx0" brushRef="#br0">4036 1194 4028 0,'0'0'1280'16,"0"0"-356"-16,0 0 3640 0,0 0-2931 15,0 0-417-15,0 0-64 0,0 0-32 0,0 0-140 16,0 0-248-16,0 0-176 16,0 0-184-16,3 8-152 0,-3 11 40 0,0 8 108 15,0 4-24-15,0 7-40 0,4 3-8 16,-4 8-4-16,4 1-60 0,1 4-12 15,-5 9-28-15,0 7-108 0,0 6-84 16,0 4-24-16,0 9-36 0,-5-1 52 16,1 2 4-16,0 1-4 15,1 2-80-15,-1-7 88 0,0-2 48 0,0-3 32 0,4-2-80 16,0-9-12-16,0-4-72 16,4-6 0-16,4-5-4 0,-1-8-44 15,2-9-40-15,-1-9 16 0,-1-4-76 0,5-8-52 16,-3-5-204-16,2-2-100 15,-3-4-288-15,8 1-364 0,-4-7-432 0,0 0-908 16,-4 0-1361-16,4-13-1855 0</inkml:trace>
  <inkml:trace contextRef="#ctx0" brushRef="#br0" timeOffset="661.234">4844 1409 8036 0,'0'0'1208'0,"0"0"3617"0,0 0-3729 16,0 0-376-16,0 0 132 0,0 0 244 15,0 0-232-15,52 67-212 0,-32-32-116 16,8 6-56-16,4 7-56 0,0 12-168 0,8 13-60 16,3 7 72-16,2 2 0 0,2 4-195 15,-3-4 83-15,3-1-156 0,-2-9-72 16,-6-6-61-16,1-9-3 0,-4-2-8 15,-8-11-16-15,0-12 28 0,-4-7-124 16,0-6-60-16,-5-6-428 0,1-10-128 16,1-3-524-16,-2-6-1232 0,-6-4-2809 0,-2-25-3247 15</inkml:trace>
  <inkml:trace contextRef="#ctx0" brushRef="#br0" timeOffset="891.309">5654 1524 6164 0,'0'0'340'0,"0"0"4117"15,0 0-2597-15,-73 70-320 0,49-43-140 16,-3 12-208-16,-5 9-272 0,-4 13-240 16,-4 5-128-16,-3 10-108 0,-6 7-200 0,-3 3-244 15,-3 5-36 1,-1-5-76-16,4 1 104 0,0-12 0 15,9-2-76-15,7-13-28 0,4-9-120 0,8-9-136 16,12-11-212-16,0-9-312 0,4-6-424 16,4-6-648-16,1-7-1213 0,-1-3-3899 0</inkml:trace>
  <inkml:trace contextRef="#ctx0" brushRef="#br0" timeOffset="1305.581">6262 1283 9216 0,'0'0'4069'0,"0"0"-2697"16,0 0-616-16,41 82 304 0,-26-47 492 16,-2 9-552-16,2 4-300 0,-3 9-188 15,-3 7-72-15,2 6-148 0,-3 3-72 0,-3 6-124 16,3 3-36 0,-5-3-52-16,-3 1 0 0,4-4-8 15,-4-7 0-15,0 5 0 0,0-4 4 0,0 0 0 16,0 3 48-16,0 0 224 0,0-3-67 15,0-7-89-15,0-6-120 0,-4-9-8 16,4-4-136-16,0-9-29 0,0-3 5 0,4-4-136 16,-4-9-72-16,8 0-88 0,-8-8-184 15,4-8-112-15,1-3-352 0,2-7-168 16,1-12-116-16,0-9-1120 0,1-1-2137 0,-2-28-831 16</inkml:trace>
  <inkml:trace contextRef="#ctx0" brushRef="#br0" timeOffset="1704.404">7028 1930 3740 0,'0'0'10361'0,"0"0"-7589"0,0 0-1680 0,0 0-500 15,0 0-40-15,0 0 368 0,0 0-40 16,99-3-188-16,-55 0-47 0,12-4-197 0,-5 1-180 16,5 3-136-16,-3-3-12 15,-1 2-116-15,-1 4-4 0,-3 0-96 0,-5 0-60 16,6-3-16-16,-10 3-252 0,1 0-269 16,-3 0-267-16,-6 0-544 0,-11 0-1576 15,0 0-3229-15</inkml:trace>
  <inkml:trace contextRef="#ctx0" brushRef="#br0" timeOffset="1910.665">7179 2254 14365 0,'0'0'2556'15,"0"0"-1960"-15,0 0-260 0,0 0 184 16,0 0 476-16,0 0 276 0,0 0-300 0,0 0-387 15,103 13-149-15,-62-13-120 0,-2 0-64 0,5-4-144 16,0 1-108 0,0-3-92-16,0 3-160 0,-8 3-220 0,3 0-405 15,-3 0-219-15,-4 0-776 0,-4 6-2968 16,0 0-6321-16</inkml:trace>
  <inkml:trace contextRef="#ctx0" brushRef="#br0" timeOffset="3067.283">8852 1520 5852 0,'0'0'5625'0,"0"0"-4101"0,0 0-176 16,84-6-336-16,-39 3 244 0,14-3-184 15,0-1-368-15,10 1-200 0,2-3-84 16,4-1-92-16,5 0-68 0,4-2 32 16,4-1-120-16,-5 1-172 0,1 2-36 0,-9-4-124 15,-2 6-24-15,-10 2-160 16,-7-1-156-16,-8 3-536 0,-8 4-616 16,-17 0-1168-16,-2 0-2585 0</inkml:trace>
  <inkml:trace contextRef="#ctx0" brushRef="#br0" timeOffset="3513.98">9036 1657 5640 0,'0'0'1576'0,"0"0"3537"16,0 0-3721-16,0 0-352 15,0 0 356-15,0 0-84 0,96-6-460 0,-69 6-308 16,1 0-152-16,0 3-72 0,0 0-76 16,0 7-120-16,-4-1-124 0,0 4-4 15,-5 6-8-15,-2 0 12 0,-2 6-12 0,-2 4-100 16,-9 3-12-16,0 3-20 0,-4 6-64 16,-4 3-40-16,-9 4 124 0,-2-1 28 15,-6 1 32-15,2 0-56 16,-9-1 116-16,0-2 4 0,0-1 48 0,0 0-36 15,0-4 48-15,0-3 16 0,4 1 36 16,1-6-52-16,7-4 112 0,0-3 0 16,7-2 24-16,6-4 24 0,3-2-36 15,0-5-88-15,0 4-8 0,16-7 8 0,-1 1 124 16,10-1 148-16,6 0 312 0,5-5-183 16,4-1-205-16,8-3-96 0,0 0-64 15,3-3-48-15,5-3-24 0,4-1 0 0,4-2-56 16,3-1-4-16,6-2-144 0,-6-1-12 15,-3 1-28-15,-4-2-56 16,-4 2-113-16,-5-1-367 0,-7 3-292 16,-4 0-560-16,-12 4-1292 0,0-3-3057 0</inkml:trace>
  <inkml:trace contextRef="#ctx0" brushRef="#br0" timeOffset="4073.893">9207 3441 4712 0,'0'0'1028'16,"0"0"3832"-16,0 0-2687 0,0 0-569 15,0 0-280-15,0 0-184 0,0 0-444 0,0 0-296 16,0 0-192-16,0 0-12 16,56-53-60-16,-40 40-84 0,-4 1-52 0,0 1-4 15,-1 5-8 1,2 6 0-16,-5 0 12 0,3 0 196 0,2 10 136 15,-6 3 60-15,1 2-48 0,1 4-52 16,-5 4 4-16,0-1-128 0,-1 0-20 0,-3 0-140 16,4-2 56-16,-4-5-64 15,4-2-72-15,-4-4-24 0,4-2-28 0,-4 0-48 16,0-7-108-16,0 0-148 0,0 0-296 16,0-7-176-16,0 0-156 0,0-8-652 15,0 2-2128-15,-4-13-2733 0</inkml:trace>
  <inkml:trace contextRef="#ctx0" brushRef="#br0" timeOffset="4233.527">9283 3133 80 0,'0'0'7264'0,"0"0"-2211"0,0 0-3801 0,0 0 28 16,0 0 280-16,0 0-268 0,0 0-488 0,83 0-372 15,-62 0-164-15,3-3-168 0,3 0-100 16,-3-3-168-16,4-1-472 15,0 1-772-15,-8 3-1352 0,0 3-4645 0</inkml:trace>
  <inkml:trace contextRef="#ctx0" brushRef="#br0" timeOffset="4402.12">9785 3248 12877 0,'0'0'2160'0,"0"0"-1404"0,0 0-76 15,0 0-8-15,92-29-324 0,-64 20-348 0,-5-1-64 16,1 1-268-16,0 2-516 16,-3 5-868-16,-6 2-1144 0,-3 0-2413 0,-8 9-1011 15</inkml:trace>
  <inkml:trace contextRef="#ctx0" brushRef="#br0" timeOffset="4549.81">9885 3384 5792 0,'0'0'4392'0,"0"0"-2911"0,0 0-149 0,0 0 80 16,0 0-100-16,0 0-196 15,0 0-144-15,0 0-48 0,7 67 20 16,14-64-160-16,3-3-308 0,4 0-160 0,4-9-188 16,-5-4-128-16,9-3-392 0,-8-6-328 15,-1-1-332-15,1-2-492 16,-8 6-2224-16,1-13-4381 0</inkml:trace>
  <inkml:trace contextRef="#ctx0" brushRef="#br0" timeOffset="4723.598">10291 2988 7808 0,'0'0'6097'0,"0"0"-4225"15,0 0-1032-15,-4 69-140 0,4-40 648 16,4 6 48-16,0 0-356 0,4 0-448 16,0 3-287-16,0 0-217 0,-4 4-88 0,0-2-245 15,-4 2-483-15,0-1-384 0,0-3-436 0,0-10-1356 16,0-5-2837-16,-4-2-3447 15</inkml:trace>
  <inkml:trace contextRef="#ctx0" brushRef="#br0" timeOffset="5716.416">9231 473 1252 0,'0'0'4532'16,"0"0"-3648"-16,0 0-352 0,0 0 2000 15,0 0-663-15,0 0-677 0,0 0-32 16,0 0-196-16,0 0-196 0,0 0 36 0,4-3-368 16,0 16-248-16,4 12 232 15,-4 6 52-15,4 13 36 0,-8 8-140 0,4 5-196 16,-4 3-88-16,0 4-68 0,-7-1 68 0,2 0-84 15,-3-9-104-15,-4-2 20 0,9-8-4 16,-2-12-68-16,-3-4 44 16,8-9-72-16,-4-2-88 0,4-9-100 15,0 3-124-15,0-5-100 0,0-6 44 16,0 0 72-16,0 0 28 0,0 0 36 16,0-11 152-16,4-3-116 0,4-12 252 0,0-3 28 15,0-6-112-15,4 0 208 0,-4 0-224 16,8 7 180-16,-4 9 36 0,0 0-44 15,3 9 56-15,2 0 100 0,-2 1 104 0,2 3-12 16,-1 6 48-16,-1-3 0 0,-3 3-48 0,-3 0 72 16,-5 3 64-16,-1 3-52 0,1 3-76 15,-4 1-24-15,-4 3-176 16,-3 3 0-16,-6-1-216 16,-2 2-224-1,-2-2-64-15,2-2 36 0,-5-3 176 0,8-4 292 0,-4-2 76 16,4-4-72-16,0 0 236 0,4 0 24 0,0 0-36 15,8-4 164-15,-4 4 36 0,4-3-52 0,0 0-136 16,4 3-240-16,4 0-64 16,0 0 52-16,8 0 12 15,8 3 280-15,-5 4-80 16,5 2-52-16,4 0 64 0,-3-2-36 0,3 2 36 0,3 1-76 0,-3-1-132 16,8-3 52-16,-4 1-56 0,0-1-236 0,0 0-296 15,-4 1-700-15,-9-4-744 16,5 3-3189-16</inkml:trace>
  <inkml:trace contextRef="#ctx0" brushRef="#br0" timeOffset="7335.211">11251 1302 5956 0,'0'0'1716'0,"0"0"-820"0,0 0-168 0,0 0 2261 16,0 0-1293-16,0 0-556 0,0 0-336 16,0 0 64-16,0 75-36 0,0-58-176 0,0 2-188 15,4 3-72 1,-4 4-80-16,5 8-44 0,2 8 32 0,1 12-20 15,0 6 8-15,4 9-60 0,-4 11-76 16,0 5-56-16,-4 7-4 0,0 4-96 0,-4-4-72 16,0-3-172-16,0-6-24 15,0-10 12-15,0-13 24 0,0-9 132 16,4-16 88-16,0-7-60 0,4-5-160 0,0-11-332 16,0 1-128-16,-4-7-396 0,4-3-164 15,3 1-484-15,-2-4-444 0,-1 0-905 0,-1-17-2787 16</inkml:trace>
  <inkml:trace contextRef="#ctx0" brushRef="#br0" timeOffset="8050.286">12327 1419 5976 0,'0'0'2768'16,"0"0"329"-16,0 0-1397 0,0 0-404 16,0 0-292-16,0 0-324 0,0 0-180 15,-28-70-76-15,12 60-64 0,4 8 108 0,-4 2-96 16,-4 0-128-16,1 12-204 0,-5 4-40 15,-4 13 0-15,4 5 12 0,-1 11 52 16,-3 6 8-16,5 13 52 0,-1 2 48 0,0 10 24 16,5 3-36-16,-2 1-40 0,9 2 40 15,0-5 12 1,8-4 108-16,4-10 232 0,0-6-60 0,12-6-188 0,1-10-67 16,6-5-25-16,1-9-40 0,8-4 48 15,0-4-108-15,0-6 40 0,4-4-16 0,4-6-36 16,-1-3 0-16,1-6 12 15,5-6-64-15,-2-7-8 0,-3-7-132 16,0 0-132-16,-5-4-188 0,-3-3-129 0,-7 1-139 16,-6 4-184-16,-2-4-116 0,-10 7-588 15,-3 2-1092-15,-7 8-2645 16,-17-11-1611-16</inkml:trace>
  <inkml:trace contextRef="#ctx0" brushRef="#br0" timeOffset="8206.601">12152 2016 1056 0,'0'0'8804'0,"0"0"-6487"0,0 0-1061 16,0 0 200-16,0 0 56 0,0 0-144 16,92 35-144-16,-69-26-244 0,9-2-248 0,-4-1-232 15,0-3-268-15,4 1-232 16,-5-4-12-16,1 0-356 0,-3 0-424 0,-1-4-336 16,-9 1-312-16,2-3-560 0,-6 2-752 15,-3 1-1425-15,1 0-727 0</inkml:trace>
  <inkml:trace contextRef="#ctx0" brushRef="#br0" timeOffset="8351.441">12530 2060 2692 0,'0'0'3152'16,"0"0"-696"-16,0 0-564 0,0 0-219 16,0 0-61-16,-39 77-240 0,34-45-368 0,5 2-224 15,0 4 32-15,0 3 252 0,5 4-132 16,2-3-208-16,1-1-152 0,0-3-280 0,4-4-292 16,0-5-100-16,4-7-376 15,0-3-244-15,4-6 8 0,-1-7-324 16,6-6-1000-16,-5 0-2908 0,4-13-5645 0</inkml:trace>
  <inkml:trace contextRef="#ctx0" brushRef="#br0" timeOffset="8606.384">12972 2019 13133 0,'0'0'2896'15,"0"0"-1568"-15,0 0-176 0,0 0 504 16,0 0-304-16,0 0-367 0,0 0-381 16,0 0-316-16,0 0-184 0,0 0-104 15,8-3-172-15,1-4-140 0,-2 0-172 16,1 5-233-16,1-4-415 0,-5 3-656 15,-1-4-1360-15,-3 4-3613 0,-48 41-2223 0</inkml:trace>
  <inkml:trace contextRef="#ctx0" brushRef="#br0" timeOffset="9228.104">13483 1873 8824 0,'0'0'4017'0,"0"0"-2629"15,0 0-756-15,0 0-420 0,31-71-212 16,-15 46-60-16,4-3-16 0,4-1-88 0,0 1 0 16,0 6 36-16,4 0 76 0,-8 6-16 15,4 3 64-15,-5 3 8 0,-2 8 56 16,-6-3 180-16,6 5 88 0,-6 7-12 15,1 3 24-15,0 6 76 0,0 6 224 0,0 4-168 16,0 5-224-16,0 4-96 0,0 7-40 16,0 2-16-16,0 4 4 0,4 2-24 15,0 5 32-15,0-2 288 16,0 1 84-16,-1-3-184 0,2-6-196 0,-2-10-76 16,2-7-24-16,-2-6-8 0,1-9-56 15,0-4 60-15,0-9-44 0,0 0-420 0,0-6-48 16,0-10-376-16,-4-3-712 0,0 0-1244 15,0-16-3269-15</inkml:trace>
  <inkml:trace contextRef="#ctx0" brushRef="#br0" timeOffset="9458.073">14175 1607 3648 0,'0'0'8021'16,"0"0"-6765"-16,0 0-900 0,0 0 168 0,0 0 552 15,0 0-32-15,-63 76-264 0,43-45-208 16,-4 4-100-16,0 4-112 0,-4 5-112 16,0 0-28-16,-7 4-96 0,3 2-12 15,-4-3-112-15,-4 5-4 0,9-4-184 16,-6 0-132-16,5-8-212 16,9-4-224-16,-1-8-32 0,4-6-384 0,8-3-860 15,-1-9-2445-15,6-1-2467 0</inkml:trace>
  <inkml:trace contextRef="#ctx0" brushRef="#br0" timeOffset="10117.252">14435 2133 9440 0,'0'0'2453'0,"0"0"-1033"0,0 0-164 15,0 0-60-15,0 0-316 0,0 0-328 16,0 0-268-16,92-70-172 0,-77 58-52 0,1 5-52 15,0 1-8-15,0 6 0 0,-4 0 0 16,-4 3 96-16,0 13 312 16,0 7 12-16,-8 5-124 0,0 8-52 0,0 1-72 0,-4 1-24 15,-4 0-60-15,0 0-84 16,4-6-4-16,0-3-64 16,0-11 56-16,4 2-48 0,0-11 56 0,0-2 12 15,4-4 36-15,4-3-48 0,0-3-88 16,0-7-172-16,4-2 40 0,0-11-272 15,0-3-336-15,-1 1-520 0,-2 3-1152 0,-1-13-2773 16</inkml:trace>
  <inkml:trace contextRef="#ctx0" brushRef="#br0" timeOffset="10267.682">14562 1835 10528 0,'0'0'2477'0,"0"0"-1077"0,0 0 100 0,0 0-184 15,0 0-448-15,0 0-340 0,0 0-528 16,92 13-84-16,-64-26-596 0,0-3-440 16,-9 4-1068-16,9-14-4337 0</inkml:trace>
  <inkml:trace contextRef="#ctx0" brushRef="#br0" timeOffset="10580.779">15077 1177 9804 0,'0'0'4297'0,"0"0"-2569"16,0 0-412-16,15 67 8 0,-11-35 64 16,4 3-180-16,4 0-403 15,-4 9-297-15,3 4-120 0,2 9-12 16,-1 6 216-16,-5 0-156 0,6 8-196 15,-5-1-72-15,4 0-84 0,-4 0 4 16,0-3-88-16,-1-4-60 0,2 3-120 0,-1-6-72 16,-1 1-12-16,-3-1-4 0,0-2-60 15,5-4-32-15,-5 0-52 0,3-10 0 0,-3 0-25 16,0-8-207-16,5-5-344 0,-5-5-412 16,-1-4-544-16,1-7-612 0,0-2-1409 0,-4-7-2295 15</inkml:trace>
  <inkml:trace contextRef="#ctx0" brushRef="#br0" timeOffset="11435.614">7510 5054 2824 0,'0'0'4940'15,"0"0"1485"-15,0 0-4797 0,0 0-672 0,0 0-160 16,0 0 708-16,0 0-240 0,0 0-316 15,103 38-400-15,-71-32-171 0,4 1-233 16,4-1-144-16,-4-3 0 16,4 0-108-16,-5 1-12 0,1-4-100 15,-3 0-341-15,-1 0-315 0,-5 3-360 16,-3 1-1100-16,-4-4-2120 0,-8 8-1549 0</inkml:trace>
  <inkml:trace contextRef="#ctx0" brushRef="#br0" timeOffset="11635.552">7718 5445 7444 0,'0'0'2904'0,"0"0"1421"0,0 0-2609 0,0 0-620 16,0 0-80-16,0 0-244 0,0 0-172 16,0 0 292-16,0 0-76 0,103 32-147 0,-68-30-233 15,1 3-96-15,0-3-136 0,1-2-92 16,-6 0-112-16,5 0-180 0,0 0-148 15,-1 0-132-15,5-2-401 0,4-3-347 0,4 5-532 32,-8-2-3588-32,15-5-5373 0</inkml:trace>
  <inkml:trace contextRef="#ctx0" brushRef="#br0" timeOffset="12284.414">9905 4940 4668 0,'0'0'4688'15,"0"0"-799"-15,0 0-2053 0,0 0-572 0,0 0-60 16,0 0-116 0,0 0-236-16,0 0-228 0,0 0-212 0,0 0-216 15,32 3 84-15,-9 3 220 0,14 4 229 16,2 3-329-16,13-4-160 0,3 1-140 16,9-4 56-16,8 0-12 0,7-6 4 0,13 0-68 15,4-9-76-15,8-4 52 0,3 0-52 16,1-6-4-16,-1-2-48 0,-3-2-36 15,-8 4 8-15,-5-3-80 0,-11 6-208 0,-12 0-228 16,-13 7-113-16,-14-1-51 0,-13 7-304 16,-9 3-652-16,-15 3-1216 15,-4 4-2325-15,-20 8-1359 0</inkml:trace>
  <inkml:trace contextRef="#ctx0" brushRef="#br0" timeOffset="12698.771">10115 5105 6644 0,'0'0'2388'0,"0"0"901"0,0 0-1365 16,0 0-712-16,0 0-228 0,0 0-100 15,0 0 56-15,88 9-116 0,-52 1-260 0,8 0-220 16,0 3-100-16,-4 1-72 0,-4 6-76 15,-4 0-84-15,-4 2 92 0,-4 6-104 16,-5 0-88-16,-3 4-68 0,-8 4 56 16,-8 2-32-16,0 6-40 0,-8 0-12 15,-4 0-84-15,-7 5 72 0,-6-2 60 0,1-3 136 16,-4 2 84-16,4-9-20 0,1 1 20 16,-1-3-20-16,4-3-52 15,4-4-12-15,4-3-4 0,4-1-132 0,4-6-24 16,4-2 112-16,0 0 48 0,12 0 108 15,4 0 176-15,3-4-52 0,5 4 36 0,4-3 28 16,8-1-16-16,-4-5 12 0,5 2 24 16,6-2 84-16,-3-3 1 0,8-4-145 15,8 0-148-15,-5 0-108 16,9-7-108-16,0-3-96 0,-4 0-149 16,0 4-159-16,-5-3-292 0,-3-1-236 15,-5 7-440-15,-15-4-980 0,4 1-2997 0</inkml:trace>
  <inkml:trace contextRef="#ctx0" brushRef="#br0" timeOffset="13261.23">10422 6800 4836 0,'0'0'8333'0,"0"0"-6961"0,0 0-692 0,0 0-100 16,0 0 236-16,0 0 92 15,0 0-228-15,0 0-260 0,0 0-160 16,84-44 36-16,-71 38-52 0,2 3 12 0,-3-1-60 16,-4 2-36-16,4 2-112 15,-4 0 4-15,-5 6 104 0,6 0 100 16,-5 7 0-16,0-1-60 0,0 1-72 0,-1 3-64 16,1 0 12-16,-4-1-68 0,4-1-4 15,-4-2-12-15,0 1-48 0,0-4-12 0,0-3 20 16,0-2-8-16,0-4-60 0,0 0-136 15,0 0-232-15,0-4-136 16,0-8-324-16,-4-1-788 0,0-2-2276 16,1-8-3701-16</inkml:trace>
  <inkml:trace contextRef="#ctx0" brushRef="#br0" timeOffset="13420.658">10487 6470 12089 0,'0'0'2724'0,"0"0"-1892"0,0 0-292 16,0 0 524-16,0 0 136 0,0 0-324 16,90 0-352-16,-62-3-316 0,0 0-116 0,4-2-92 15,-4-6-272-15,4 5-560 0,-4-1-564 16,-8 4-1172-16,8 0-3125 0</inkml:trace>
  <inkml:trace contextRef="#ctx0" brushRef="#br0" timeOffset="13586.064">10845 6689 6004 0,'0'0'9205'15,"0"0"-7809"-15,0 0-1120 0,0 0 368 16,0 0 148-16,84 3-136 0,-56-6-264 0,7-9-392 16,1-1-88-16,0-3-464 0,-1 0-500 15,-3 3-392-15,-8 1-852 0,-7 5-2685 16,-6 4-3419-16</inkml:trace>
  <inkml:trace contextRef="#ctx0" brushRef="#br0" timeOffset="13746.064">11004 6766 5988 0,'0'0'716'0,"0"0"4821"0,0 0-4269 16,0 0-392-16,0 0 336 0,0 0 180 0,0 0-316 0,-47 72-384 16,58-58-52-16,2-5 84 15,6 3 8-15,1-5-260 0,8-1-232 0,0-3-240 16,0-3-180-16,-1-3-224 15,5-6-60-15,-4-4-132 0,0-6-376 16,-12 3-992-16,9-16-3688 0</inkml:trace>
  <inkml:trace contextRef="#ctx0" brushRef="#br0" timeOffset="13927.524">11438 6413 10032 0,'0'0'6509'0,"0"0"-5313"16,0 0-948-16,0 79-100 0,0-47 308 0,9 3 232 16,-5 0-268-16,3 0-420 0,-3 3-64 15,0 0-388-15,0 0-524 0,-4 1-488 0,0-4-940 16,0-7-2249-16,-4 0-3059 0</inkml:trace>
  <inkml:trace contextRef="#ctx0" brushRef="#br0" timeOffset="15131.509">10407 4114 1772 0,'0'0'4488'0,"0"0"-3552"15,0 0 132-15,0 0 1685 16,0 0-1173-16,0 0-240 0,0 0-176 0,0 0-160 15,0 0-88-15,0 0-84 0,80 61-128 16,-69-48-76-16,1 2-100 0,4 1-76 16,-4 0-76-16,0 3-132 0,-4 4-120 15,4-2-16-15,-5 5-104 0,2 3-4 16,-5 0-4-16,-4 2 0 0,0 1-68 0,0-7 0 16,0 3 8-16,0-5 4 0,-4-8 12 15,0 2 0-15,4-9-76 0,-5 3-56 16,2-8 32-16,3 0 76 0,0-3 60 15,0 0-40-15,0 0 52 0,0 0 0 16,0-6-36-16,0-7-24 0,0-6-100 16,3-4 36-16,6-5 116 0,-1-4-4 0,-1 1 12 15,6-1 12-15,-5 6-12 0,3 0 88 16,2 5 20-16,-2 5-56 0,1 0-52 0,4 6-72 16,0 1-12-16,0 3-52 0,1 6 4 15,2 0-104-15,1 0 28 0,0 0-24 16,0 0 20-1,4 3-96-15,4 3-184 0,-4 0-228 0,3 1-1392 16,-7-1-2901-16,4 0-2603 0</inkml:trace>
  <inkml:trace contextRef="#ctx0" brushRef="#br0" timeOffset="15742.808">12454 4254 5440 0,'0'0'1044'0,"0"0"292"0,0 0 2633 16,0 0-2677-16,0 0 348 0,48 80-280 15,-36-43-208-15,0 11 24 0,-4 6-156 0,-4 7-164 16,4 6-160-16,-3 5-148 0,-2 4-75 16,-3 7-181-1,0 2-132-15,0 11-52 0,-8 0-60 0,4 5 60 16,0-6-108-16,0-3 0 0,4-3-108 16,-4-9-112-16,4-4-68 0,0-9-17 15,4-8-123-15,4-7-68 0,4-11-68 0,-4-6-204 16,8-7-156-16,0-9-472 0,4-6-776 15,-8-3-652-15,12-10-2213 0</inkml:trace>
  <inkml:trace contextRef="#ctx0" brushRef="#br0" timeOffset="16443.743">13726 4549 5836 0,'0'0'1432'0,"0"0"3381"0,0 0-3117 0,0 0-240 15,0 0-260-15,0 0-60 0,-80-21-248 0,64 21-148 16,-4 8-200-16,4 12-160 0,-8 6-16 16,0 5 4-16,0 7 68 15,4 13 64-15,-3 6-63 0,2 7-73 16,1 9-76-16,1 6 4 0,6 3-24 16,-2-3-4-16,11-2-84 0,0-11-72 15,4-5-44-15,0-13 44 0,8-10-60 0,7-7 48 0,2-9-36 16,7-3 240-16,8-8-80 15,-4-5-148-15,11-6-72 16,-3-4-120-16,0-9-160 0,-1-1-32 0,2-6-88 0,-10 1-84 16,-7 0-60-16,-3 0-36 15,-6 3-149-15,-7 3-171 0,-4 3-68 16,-4-2-212-16,-7-1-344 0,-6 1-108 0,-3-2-64 16,-3 2 100-16,-1-4 540 0,-4 0 683 15,0 0 373-15,4-3 397 0,1 4 171 0,6 2 432 16,1 4 264-16,8 2 88 15,4 4 84-15,4 0-340 16,0 3-184-16,0 0-148 0,0 0-188 0,8 0-172 16,4 3 8-16,8 0 248 0,0 0-91 15,4 1-277-15,0-4-208 0,-1 0-84 16,2-4-156-16,2-2-269 0,-2-4-343 0,-1 1-208 16,-5-4-424-16,1 1-1388 0,-8 5-3093 15,-3-5-4079-15</inkml:trace>
  <inkml:trace contextRef="#ctx0" brushRef="#br0" timeOffset="16624.463">13761 5156 6988 0,'0'0'2984'16,"0"0"-67"-16,0 0-1793 0,0 0-568 15,-16 79 364-15,16-53 252 0,0 2-168 16,4 4-52-16,8 3-104 0,-4 0-124 0,0 3-176 16,4 3-168-16,0-2-164 0,-4 2-216 15,0-3-4-15,0-3-200 0,0-1-396 16,0-5-132-16,0-4-104 0,-4-5-124 15,4-4-556-15,0-7-868 0,-5-2-2109 0,6-11-2667 16</inkml:trace>
  <inkml:trace contextRef="#ctx0" brushRef="#br0" timeOffset="16819.576">14132 5213 10256 0,'0'0'6665'0,"0"0"-4981"16,0 0-748-16,0 0-288 15,0 0-220-15,0 0-112 0,0 0-36 0,0 0-136 16,0 0-144-16,0 0-208 16,95-52-524-16,-74 41-396 0,-2 1-548 0,-6 4-2492 0,2-4-5101 15</inkml:trace>
  <inkml:trace contextRef="#ctx0" brushRef="#br0" timeOffset="17449.108">14777 4975 5744 0,'0'0'2680'0,"0"0"2561"16,0 0-3809-16,0 0-692 0,0 0-184 16,0 0 32-16,0 0 144 0,0 0-244 15,0 0-488-15,0 0-120 0,64-89 116 0,-36 60-160 16,-4-2-84-16,3 6-24 0,-3 2 88 16,1 6-16-16,-5 5 48 0,-1 5 16 15,-3 7-12-15,-4 0 24 0,4 7 84 0,-4 10 40 16,4 1 312-16,-4 5-76 15,4 5-60-15,-4 4 108 0,0 4-84 0,-4 1-12 16,0 4-128-16,0 4 100 0,-8 2-72 16,0 1-4-16,0-1 80 0,0-5-68 15,0-7-84-15,0-7-12 16,0-9-156-16,0-6 8 0,0-7-36 16,4-3-128-16,3-3-544 0,6-9-236 15,-2-4-816-15,6-15-3073 0</inkml:trace>
  <inkml:trace contextRef="#ctx0" brushRef="#br0" timeOffset="17637.64">15315 4756 2692 0,'0'0'5392'0,"0"0"-39"0,-40 67-4441 16,24-33-356-16,-3 12 340 0,-2 0 420 15,2 8-64-15,-1 0-256 0,3 0-408 16,-2 1-248-16,3-1-180 0,0-7-160 15,0-3-356-15,8-5-228 0,0-8-292 16,5-5-212-16,3-10-512 0,0-7-736 0,0-3-2073 16,7-6-2147-16</inkml:trace>
  <inkml:trace contextRef="#ctx0" brushRef="#br0" timeOffset="17813.782">15629 5232 1632 0,'0'0'10377'0,"0"0"-8465"0,0 0-760 16,0 0 108-16,0 0 136 16,5 66-336-16,-5-50-272 0,-5 1-456 15,5-5-332-15,0-2-100 0,0-2-232 0,0-1-280 16,5-3-216-16,-1-1-324 16,0-3-872-16,0-3-1228 0,-4-8-3573 0</inkml:trace>
  <inkml:trace contextRef="#ctx0" brushRef="#br0" timeOffset="17960.255">15638 4953 4484 0,'0'0'9765'0,"0"0"-8389"16,0 0-720-16,0 0 16 0,0 0-12 0,0 0-560 15,0 0-100-15,0 0-860 0,83-6-684 16,-66-7-2256-16,-1-12-6569 0</inkml:trace>
  <inkml:trace contextRef="#ctx0" brushRef="#br0" timeOffset="18246.01">16024 4361 9928 0,'0'0'5869'0,"0"0"-4441"16,0 0-624-16,0 0 60 0,0 0 412 0,0 0-72 16,20 84-327-16,-12-50-321 0,0 4-204 15,0 6-124-15,0 8-80 16,-4 8-96-16,0 3-52 0,-4 8-48 0,0 6-36 0,-8 0-16 16,0 7 4-16,0-5-120 15,0 0-220-15,0-3-120 0,4-2-53 0,-3-4-147 16,7-7-100-16,0-6-136 15,0-12 140-15,7-13 156 0,1-7-568 16,4-9-1644-16,0-7-2721 0</inkml:trace>
  <inkml:trace contextRef="#ctx0" brushRef="#br0" timeOffset="18910.595">17132 5188 3464 0,'0'0'416'0,"0"0"7381"0,0 0-5905 16,0 0-496-16,0 0-252 15,0 0-52-15,0 0-324 0,0 0-88 0,0 0 140 16,0 0 100-16,104 15-188 15,-61-11-88-15,6-1-147 0,-2-3-157 0,5-3-100 16,-5-3-80-16,5-10-148 0,1-3-12 16,-6-4-116-16,5-6-396 0,-9-1-521 15,6-9-503-15,-21 14-2192 0,7-17-4081 0</inkml:trace>
  <inkml:trace contextRef="#ctx0" brushRef="#br0" timeOffset="19123.544">17598 4731 2660 0,'0'0'6708'0,"0"0"-3819"0,0 0-813 0,0 0-512 16,-4 85-260-16,4-44-204 16,0 5-116-16,4 7-308 0,-4 1-152 0,5 6-108 15,-5 1-172-15,0-1-244 0,0 0-56 16,0-2-140-16,0-6-624 0,3 3-308 15,1-7-664-15,0-16-1164 0,4 6-2697 16</inkml:trace>
  <inkml:trace contextRef="#ctx0" brushRef="#br0" timeOffset="19612.203">18810 4549 4984 0,'0'0'6941'0,"0"0"-4921"0,0 0-616 0,0 0-628 15,0 0 388-15,79 17 112 0,-27-17-184 0,12 0-368 16,12-7-336-16,3-10-228 0,5 3-88 16,0-3-24-16,-1-5-44 0,1 3 104 15,-4 0-108-15,-1 3-72 0,-12-3-136 16,-3 4-304-16,-12 2-640 0,-7 3-440 15,-22 3-1444-15,-7 4-3669 0</inkml:trace>
  <inkml:trace contextRef="#ctx0" brushRef="#br0" timeOffset="19998.013">18961 4597 5276 0,'0'0'4772'0,"0"0"-939"16,0 0-2177-16,0 0-276 0,83 13 84 16,-38-13-384-16,-2 3-368 0,9 0-284 15,-9 4-172-15,6-1-192 0,-10 3-64 16,-3 4-124-16,-4 0 4 0,-8 2 24 16,-4 4 84-16,-8 4-28 0,-8 5 40 0,-4 4 64 15,-8 3-60-15,-8 3 92 0,-12 6-48 16,-8 5 0-16,0-2 4 0,-7 1 32 15,-2-1 12-15,6-2 52 0,-5-4 44 16,9 0-32-16,3-6-28 0,4-7-32 0,8 2-92 16,8-5 0-16,-1-6-8 0,10 0-12 0,3-3-88 15,7-1 100 1,10 2 128-16,11-5 101 0,4 1 27 16,11-4 300-16,5-2-252 0,8-1-112 0,8-6-180 15,0 0-12-15,-1-3-60 16,5-4-96-16,-1-2-184 0,-3-1-384 0,0 1-141 15,-8 0-171-15,0-1-784 0,-21 7-2004 16,14-7-3045-16</inkml:trace>
  <inkml:trace contextRef="#ctx0" brushRef="#br0" timeOffset="22012.713">18984 6073 3720 0,'0'0'952'15,"0"0"4792"-15,0 0-4507 0,0 0-213 0,0 0-156 16,0 0 324-16,0 0-32 15,0 0-132-15,0 0-108 0,0 0-316 0,9-3-196 0,-5-6-112 16,7-1 32 0,-3-6 432-16,5 7-344 0,-6-1-416 15,-3 4-36-15,0 6-76 0,1 0 112 0,-1 0 24 16,0 10 88-16,0 5 20 16,-4 7-44-16,0 5 8 0,0 0-24 15,0 5-20-15,0-3-44 0,0-7-8 0,0 0-16 0,0-3-32 16,0-9-36-16,0-1-52 0,0-6-120 15,0-3-220-15,0 0-256 0,0-3-280 16,0-6-436-16,0-7-1072 0,3 3-1993 16,-3-15-2119-16</inkml:trace>
  <inkml:trace contextRef="#ctx0" brushRef="#br0" timeOffset="22177.589">18993 5835 8704 0,'0'0'5397'0,"0"0"-4121"16,0 0-760-16,0 0-240 0,0 0 300 0,0 0 24 16,0 0-180-16,0 0 12 0,0 0-208 15,75-9-224-15,-51 3-532 0,1-4-624 0,-6 4-868 16,-3-1-2109-16,0 4-3131 0</inkml:trace>
  <inkml:trace contextRef="#ctx0" brushRef="#br0" timeOffset="22327.223">19319 5988 5744 0,'0'0'6153'0,"0"0"-3541"0,0 0-1552 0,0 0-404 16,0 0-156-16,84 3-288 0,-60-6-212 16,-5 0-212-16,6-4-592 0,-5 1-304 0,-5 2-772 15,2-1-2509-15,-10 5-3391 0</inkml:trace>
  <inkml:trace contextRef="#ctx0" brushRef="#br0" timeOffset="22476.814">19411 6086 5216 0,'0'0'196'0,"0"0"6061"0,0 0-4897 0,0 0-456 0,0 0-248 16,0 0 164-16,0 0 228 0,0 0-128 0,0 0-176 16,0 0-276-16,52 45-184 0,-24-45-224 15,-4-7-60-15,4-2-232 0,-5-1-236 16,-3-3-324-16,1 5-624 0,-6 1-1340 15,-2-6-4405-15</inkml:trace>
  <inkml:trace contextRef="#ctx0" brushRef="#br0" timeOffset="22961.076">19734 5911 2600 0,'0'0'9045'0,"0"0"-4865"16,0 0-3224-16,0 0-496 0,0 0-88 16,0 0-100-16,0 0 260 0,0 0 120 0,0 0-64 15,75 55-268-15,-58-36-160 0,-2 3-16 0,-2 0 16 16,-6 0 0 0,1 4-28-16,-8-5-32 0,4-2 8 0,-4 4 24 15,-4 0-8-15,0-5-64 16,-3 1-56-16,-1 0-4 0,3-6-8 0,-3 0-76 15,8-6 12-15,-4-5 24 0,4-2 48 16,0 0 0-16,0-2-164 0,0-8 28 0,8-6 136 16,5-10-60-16,2-5 48 15,2-10-60-15,2-1-88 0,1-2-12 0,0 6 0 16,-4 6 76-16,0 3-28 0,0 8-120 16,0-3-244-16,-4 10-152 0,4-6-252 0,-4 7-644 15,-1 1-1056-15,-2 5-2289 16,-1-3-3311-16</inkml:trace>
  <inkml:trace contextRef="#ctx0" brushRef="#br0" timeOffset="23180.482">20116 6070 3800 0,'0'0'11157'15,"0"0"-9485"-15,0 0-1060 0,0 0 84 0,0 0 116 16,84 14-24-16,-56-14-152 0,0-7-356 16,4-3-280-16,0-6-232 0,0 0-356 0,-1-6-260 15,-3 0-436-15,0-3-908 0,0 2-2741 16,-12 4-3711-16,-5-7 7560 0</inkml:trace>
  <inkml:trace contextRef="#ctx0" brushRef="#br0" timeOffset="23364.562">20312 5854 3940 0,'0'0'2172'0,"0"0"4541"16,0 0-5565-16,-16 89-540 0,16-57 76 16,-4 0 384-16,4 0-168 0,-4-4-344 0,4-3-556 15,0-6-296-15,0-2-700 0,0-5-428 16,8-5-760-16,-1-7-1813 0,2 0-1635 15,6-16 3036-15</inkml:trace>
  <inkml:trace contextRef="#ctx0" brushRef="#br0" timeOffset="23527.355">20618 5673 7128 0,'0'0'4797'0,"0"0"-2333"16,0 0-1644-16,-16 86-468 0,9-54 188 15,3 3 648-15,4 0-108 0,0 0-332 0,0 0-476 16,0 0-200-16,0-4-72 16,-5 1-56-16,5 0-360 15,-8-1-348-15,1-6-464 0,3 1-656 0,-4-6-1248 0,-5-2-3029 16</inkml:trace>
  <inkml:trace contextRef="#ctx0" brushRef="#br0" timeOffset="26066.072">19168 3321 1748 0,'0'0'848'16,"0"0"-456"-16,0 0-224 0,0 0 52 16,0 0 2608-16,0 0-1216 0,0 0-560 0,0 0-160 15,0 0-104-15,0 0-67 0,-4 0-101 16,4 0-96-16,0 0-76 0,0 0-12 16,0 0-44-16,0 0 16 0,0 0-52 0,0 0-52 15,0 0-4 1,0 0-8-16,0 0-40 0,0 0-64 15,0 0-76-15,0 0-56 0,0 0-56 0,0 2-100 16,0 2 100-16,0 3 40 0,0-1-28 16,0 6 100-16,0 1-12 0,4-1-24 0,-4 7 28 15,0 1-4-15,4 5-12 16,0 1-24-16,-4 5 20 0,4 5-32 0,0-2 24 16,-4 8-76-16,4-1 0 0,-4 0 0 15,0 1-4-15,0-5-48 0,0-1-36 16,0-5 84-16,0-5 0 0,0-4-108 0,0-3 12 15,0-7 40-15,0-1-68 0,0-5-140 16,0 0-156-16,0-6-44 16,0 2-24-16,0-2-16 0,0 0-36 0,0-2 8 15,4-4 12-15,3-7-248 0,6-6 528 16,-5-4-40-16,3 1 236 16,2-6-44-16,-2 2 92 0,2-2 140 0,-5 2-36 15,3 0 204-15,2 1-164 0,-5 6 264 0,3 4-36 16,-2 5-24-16,-1 1-68 15,3 2-40-15,-3 4-72 0,-3 0-60 0,2 3-108 16,-7 0-100-16,4 0-52 16,-4 0 104-16,0 6 48 0,0 4 64 15,-4 2-64-15,-8 5-140 0,-4-2-152 0,0 5 36 16,1-2-52-16,-2-2 76 0,-2 1-36 16,2-9-28-16,6 5 116 0,-2-6 168 15,6-2 12-15,3 2 4 0,4-3 176 16,0-1 12-16,0-3-104 0,4 3 132 0,8 3 88 15,4 1 64-15,0-1 456 0,-1 4-308 16,10 2-280-16,-5-2-60 0,3-1-56 16,1 2-116-16,-4-3 32 0,4 2-40 0,-4 0-100 15,0-5-92-15,-1 2-24 16,2 3-532-16,-1-4-388 16,-1 0-601-16,1 1-1075 0,-3-4-2276 0,2 0 2405 0</inkml:trace>
  <inkml:trace contextRef="#ctx0" brushRef="#br0" timeOffset="27160.197">20846 3928 3996 0,'0'0'76'16,"0"0"3764"-16,0 0-2012 0,0 0-279 16,3 88-357-16,5-59-44 0,-4 3 108 15,5 3-36-15,2 2-268 0,-3 8-156 0,5 3-116 16,-6 8-140-16,1 7-108 16,-4 11-128-16,0 2 4 0,-4 1-76 15,0 2-124-15,-4-6-60 0,0 3 16 0,-4-6-64 16,1 0-88-16,3-3 28 0,-1-6 60 15,1-9-12-15,0-3-136 0,4-8-168 16,0-10-112-16,0-2-128 0,4-10-60 0,9-3-200 0,2-6-164 16,5-7-344-1,4-3-996-15,-4-3-2241 0,11-14-3339 16</inkml:trace>
  <inkml:trace contextRef="#ctx0" brushRef="#br0" timeOffset="27521.536">21882 4305 6884 0,'0'0'2572'0,"0"0"-547"0,0 0-1113 15,0 0-80-15,0 0 248 0,0 0 292 16,0 0-152-16,0 0-476 0,0 0-284 0,0 0-228 15,-80 16-72-15,56 19 16 0,-1 3 32 16,2 13 24-16,-5 2 52 0,4 8 72 16,0 6-4-16,0 3-68 0,1 2 44 15,3-2-24-15,3-3-24 0,2-4-36 0,7-8-48 16,3-11-27-16,5-8-33 0,5-8-4 16,3-3-132-16,7-9-36 0,5 0-60 15,5-7 20 1,3-5 64-16,7-4-157 0,5-4-135 0,-5-12-72 15,2-4-64-15,-1-1-172 0,-8-2-220 16,-9 2-192-16,-2 2-412 0,-6-4-908 16,-11 4-2189-16,0 7-2307 0,-11-10 3797 0</inkml:trace>
  <inkml:trace contextRef="#ctx0" brushRef="#br0" timeOffset="27694.262">21579 4854 7916 0,'0'0'5533'0,"0"0"-4165"16,0 0-248-16,0 0-364 0,0 0 140 15,0 0 116-15,0 0 132 0,0 0-72 0,0 0-352 16,0 0-307-16,103 57-169 0,-71-54-112 16,0-3-132-16,0-3-204 15,-1-3-161-15,-3-3-195 0,0-3-184 0,-7 1-236 0,2-1-508 16,-7-1-796-16,-4 3-1800 0,-3 1-1493 16,-6 3 237-16,1-1 4641 0</inkml:trace>
  <inkml:trace contextRef="#ctx0" brushRef="#br0" timeOffset="27861.438">21937 4803 444 0,'0'0'2060'0,"0"0"-1540"0,0 0 5720 16,0 0-4652-16,0 0-531 0,-32 83-341 0,28-58 244 16,-4 4 156-16,5 3-48 0,-1 3-124 0,0 0-208 15,-5 0-252-15,5-1-228 0,0 2-156 16,1-2-100-16,3 1-4 16,-4-6-144-16,4-1-148 0,0-5-276 0,0-5-200 15,0-1-160-15,4-8-356 0,-1-2-828 16,5-4-2013-16,1-3-2831 0,2-3 6608 15</inkml:trace>
  <inkml:trace contextRef="#ctx0" brushRef="#br0" timeOffset="28080.608">22284 4936 16281 0,'0'0'3976'0,"0"0"-3232"15,0 0-672-15,0 0-8 0,0 0-52 0,0 0 268 16,0 0-160-16,0 0-120 0,0 0-376 16,0 0-284-16,0 0-184 0,79-63-456 0,-62 54-1344 15,-6-1-3637-15,-3 1-3162 0</inkml:trace>
  <inkml:trace contextRef="#ctx0" brushRef="#br0" timeOffset="28616.358">22730 4670 4120 0,'0'0'6997'15,"0"0"-3981"-15,0 0-1776 0,0 0-900 16,0 0 216-16,76-63 292 0,-53 38-168 0,5-1-380 16,0-2-300-16,0-4-12 0,4 3-136 15,-4 4-28-15,0 2-72 0,-4 5 24 16,-1 1-24-16,-2 8 100 0,-5 5 136 15,3 4 0-15,-6 0 12 0,2 13 36 16,-2 6 252-16,-2 7 44 0,1 9 40 0,1 6-24 16,-6 3-104-16,1 8 4 0,-4 1-88 15,0 4-84-15,-4 4 44 0,5-4-8 0,-5-7-104 16,3-1-8 0,1-16-36-16,4-3-16 0,0-11-32 0,0-3-100 15,4-7-172-15,4-6-16 0,0-3-148 0,0-9-288 16,7-10-576-16,1-10-1612 15,-7 7-3297-15,11-20 166 0</inkml:trace>
  <inkml:trace contextRef="#ctx0" brushRef="#br0" timeOffset="28783.789">23435 4464 784 0,'0'0'10281'0,"0"0"-8881"0,-67 89-812 0,39-48 36 16,0 10 744-16,-4 6 56 0,4 0-280 0,-4 4-416 15,4-4-332-15,0 0-272 0,0-3-124 16,4-7-332-16,1-5-436 0,6-8-200 16,6-5-452-16,7-10-1180 0,4-6-2581 15,0-7-1283-15</inkml:trace>
  <inkml:trace contextRef="#ctx0" brushRef="#br0" timeOffset="28971.787">23694 4914 1488 0,'0'0'10497'16,"0"0"-9205"-16,0 0-948 0,0 0 328 15,0 0 528-15,0 0-68 0,40 74-160 0,-36-59-440 16,0-2-260-16,0-3-172 0,0-1-100 16,-4 1-100-16,0-4-184 0,0 0-272 15,0 1-380-15,-8-1-572 0,-3-3-1072 16,-6 1-2393-16,1-2-1679 0,-4-2 6588 0</inkml:trace>
  <inkml:trace contextRef="#ctx0" brushRef="#br0" timeOffset="29144.232">23734 4568 7524 0,'0'0'8461'0,"0"0"-6801"0,0 0-1052 16,0 0 156-16,0 0 276 0,0 0-368 15,0 0-304-15,0 0-368 0,0 0-300 16,96-26-236-16,-64 8-380 0,7-10-676 16,-11 2-2928-16,12-15-5957 0</inkml:trace>
  <inkml:trace contextRef="#ctx0" brushRef="#br0" timeOffset="29414.374">24300 4016 1472 0,'0'0'8860'16,"0"0"-5611"-16,0 0-801 0,4 79-400 15,-1-44-292-15,-3 3-352 0,0 4-239 16,0 2-293-16,0 7-196 0,-3 5-108 0,-1 2-120 16,0 2-148-16,4 1-156 0,-4 2-96 15,0 1-44-15,4 3 0 16,0 0-4-16,0 2-12 0,0 1-144 0,-5 3-96 15,-2-7-76-15,-1-2-104 16,0-6-160-16,-4-8-168 0,4-3-272 16,-4-2-381-16,0-3-327 0,0-7-416 0,1-4-1040 15,-2-3-2565-15,5-9-1874 0</inkml:trace>
  <inkml:trace contextRef="#ctx0" brushRef="#br0" timeOffset="30442.986">7518 8483 1148 0,'0'0'9180'16,"0"0"-7211"-16,0 0-805 0,0 0-84 16,119 10 128-16,-63-10-376 0,8 0-360 15,-4 0-364-15,0 0-108 0,0-6-100 0,-9-1-60 16,-3-2-216-16,-9 0-568 0,-7-2-772 0,-8 5-2285 16,-7-1-4103-16</inkml:trace>
  <inkml:trace contextRef="#ctx0" brushRef="#br0" timeOffset="30611.688">7697 8851 5564 0,'0'0'7213'16,"0"0"-5929"-16,0 0-852 0,0 0 364 0,96 13 376 15,-44-20-228-15,4-1-560 0,8-5-384 16,-1-3-272-16,5-3-348 0,-5 0-848 0,-14 6-1184 15,18-9-3589-15</inkml:trace>
  <inkml:trace contextRef="#ctx0" brushRef="#br1" timeOffset="40687.814">21012 3400 1160 0,'0'0'824'16,"0"0"-448"-16,0 0 4760 0,0 0-2788 0,0 0-1059 15,0 0-697-15,0 0 12 0,0 0 200 16,0 0 64-16,0 0-224 0,0 0-316 15,-39-12-176-15,35 12-100 0,4 0-40 16,0 0-12-16,-4-4 60 0,0 4 16 16,-1 0 0-16,2 0-12 0,-1 0 48 0,-4 0 28 15,0 0 48-15,0 0 0 0,-4 0 68 16,-3 4-32-16,-6 4-12 0,1-1-124 16,-4 6-88-16,1 0-64 0,-1-1-60 0,-4 1 60 15,4 3 16-15,-4 0-92 0,4 0 28 16,0-1 12-16,0 5 48 15,-4 2 48-15,4 3 4 0,-4 4 140 16,5 3 72-16,-5 0-88 0,4 5-124 16,0 5-52-16,0 3-24 0,1 2 68 0,-2 3-104 15,-3 5 48-15,8-1-24 0,-3-1-40 0,3 4 16 16,-1-6-12-16,10 4 120 16,-2-5-84-16,6 5 88 0,3-5-176 0,0 4 176 15,4-2-8-15,0 4-44 0,4-2 0 16,0 3 104-1,-1 6-40-15,6 1-12 0,-1 3 0 0,3 2-12 16,6 2-88-16,-6-2-28 0,10-2-136 0,3-3-100 16,-1-1 200-16,5-2-28 15,4-4 192-15,3 0-52 0,6-1 44 0,2-4 0 0,6 2 8 16,7 0 152-16,-1-1 40 0,4 2 136 16,9-2 200-16,1 1-476 15,-2 1-52-15,4-1-108 0,6-4 108 0,2 4 52 16,5-4-52-16,4 2 4 0,-1-2-4 15,9-2 0-15,3-4-36 0,1 1 32 16,4-4-160-16,3-3-52 0,5-6 168 16,-5-3 32-16,9-3-44 0,0-12 60 0,3 0 12 15,0-8 36-15,4-3 92 16,-3-3 148-16,3-3-148 0,6-10-28 16,-6-2 28-16,5-4 84 0,3-4 56 0,-4-4-104 15,4-6 12-15,2-2-100 16,-2-3-64-16,-4-6-24 0,1-8-200 15,-5-1 112-15,1-11 12 0,-1-6-12 0,-3-9-128 0,-4-3 40 16,-5-7 40-16,0-3 128 16,-7-4 8-16,-4-2-40 0,-8-4 40 15,-4 4 0-15,-6-4 12 0,-14 1-12 0,1-1-84 16,-18-3-4-16,-3 1 72 16,-12 1-44-16,-8-4 16 0,-13 2 36 0,-6 1-72 15,-9-2-8-15,-4 2 0 0,-13 5 84 16,-11 1-84-16,-7 2-56 0,-13 8 144 0,-7 1 64 15,-9 12-52-15,-9 4 76 0,-9 8 60 16,-6 6-144-16,-4 10 44 16,-3 2-48-16,-10 3-64 15,-2 8 12-15,-9 2-12 0,-3 4 16 0,-9 6-40 0,1 3 36 16,-9 0 40-16,1 8-64 16,0 2 28-16,-5 6 32 0,5 1-44 15,-5-2 8-15,1 4-36 0,3 0 36 0,5 4 40 16,3-2 12-16,5-2 56 15,-1 3-44-15,12-3 176 0,2 0-36 0,9 0-12 16,6 0 100-16,3 0-28 0,13 0 16 16,3 0-180-16,4 0-48 0,9 0-76 15,3 0 28-15,0 0-152 0,8 3 124 0,-4 3-12 16,5 5 0-16,2-3-28 16,2 6 116-16,3 2 4 0,8 0 48 15,0 2-40-15,1 1 40 0,7 0-28 16,4 0-24-16,3 0-76 0,2-2 64 0,3 1-36 15,4-1 48-15,-1-4 52 0,6-4 36 16,-1 0-36-16,4 1-44 0,0-4-8 0,1-3-52 16,3 1-112-16,0-1-288 0,0 0-184 15,0-3-88-15,3 3-260 16,5-3-457-16,4 0-535 0,0-3-2016 0,-4-3-52 16,7-7 3964-16</inkml:trace>
  <inkml:trace contextRef="#ctx0" brushRef="#br1" timeOffset="41275.727">25176 1851 1800 0,'0'0'10237'0,"0"0"-8425"16,0 0-1352-16,0 0-108 0,0 0 140 16,0 0 228-16,-87 73 8 0,50-34-168 15,-2 11-52-15,-5 10-36 0,-8 4-100 16,0 6-76-16,-3 2-64 0,-5 1-12 15,4 1-84-15,0-5-124 0,0-1 88 0,9-10-100 16,-1-3-104-16,12-10-140 0,8-14-128 16,8-8-56-16,8-7-216 0,1-11-800 0,2 2-2760 15,-6-7-4301-15</inkml:trace>
  <inkml:trace contextRef="#ctx0" brushRef="#br1" timeOffset="41497.794">24256 2492 9096 0,'0'0'4429'0,"0"0"-3957"16,0 0-472-16,0 0 0 0,-44 89 440 0,32-54 368 15,0 3 112-15,0 3-292 16,5-3-180-16,3 0 36 0,0 1-88 16,4-4-136-16,4-7-16 0,3-3-32 0,9-6-4 15,8-6-24-15,8-6-36 0,12-7-148 16,11-4-12-16,10-15-36 15,6-9-152-15,8-10-252 0,5-7-228 0,4 0-140 16,-8-2-396-16,-20 12-840 0,15-13-2953 0</inkml:trace>
  <inkml:trace contextRef="#ctx0" brushRef="#br1" timeOffset="42247.181">26427 1369 3556 0,'0'0'2840'0,"0"0"1965"0,0 0-3405 16,0 0-152-16,0 0 96 0,-95 8-124 15,71 9-360-15,0 5-288 0,-3 6-188 16,-1 7-40-16,3 13-12 0,-3-1 0 0,4 11 72 16,9-5 0-16,-2-1-84 0,6-12-52 15,11-8-12-15,0-13-76 16,4-6-80-16,7-3-100 0,2-7 0 0,6-3 68 0,5-3 92 15,4-10 20-15,0-9-60 0,4-3-120 16,0-10-36-16,0-10-216 0,4 1-64 16,-1-7-112-16,2 0 48 0,-1-6 40 15,-1 0 96-15,-7 0-88 0,4-7-136 16,-8 1 12-16,-1-4 12 0,-6 0-152 0,-6 4-36 16,2 2-12-16,-5 7 180 15,-5 7 464-15,-3 9 168 0,4 6-44 0,-4 7 220 0,0 8 104 16,0 4 40-16,0 4 56 15,0 4-184-15,0 1-16 16,0 4-20-16,0 0-56 0,0 0-48 0,0 4-220 0,0-2 0 16,0 10 0-16,-4 12 100 15,4 4 180-15,-3 10 64 0,-10 9-12 0,1 10-28 16,-3 7-160-16,-5 3-92 0,-4 6-52 16,0 0-48-16,0 0-12 0,0-4-108 15,4-4 8-15,5-9-108 0,2-8 36 0,5-13 48 16,4-14 24-16,4-4-232 0,0-11-420 15,12-2-132 1,4-8-432-16,0-2-1492 0,12-23-4097 0</inkml:trace>
  <inkml:trace contextRef="#ctx0" brushRef="#br1" timeOffset="42427.756">26929 1416 7612 0,'0'0'6073'16,"0"0"-5185"-16,0 0-132 0,0 0 704 15,-8 82 64-15,4-53-368 0,-3-7-432 0,-1 3-384 16,3-5-252-16,5 2-88 0,-4-6-220 16,4 0-256-16,0-7-272 0,0-3-64 15,0-6-32-15,0 0-504 0,0-3-1116 16,4-6-2545-16,-4-7-3407 0</inkml:trace>
  <inkml:trace contextRef="#ctx0" brushRef="#br1" timeOffset="42564.09">26914 1117 4788 0,'0'0'10081'0,"0"0"-7921"0,0 0-1240 0,0 0-268 0,0 0 64 0,0 0-508 16,0 0-208-16,0 0-492 0,0 0-372 16,0 0-264-16,39 0-1032 0,-22 3-3009 0</inkml:trace>
  <inkml:trace contextRef="#ctx0" brushRef="#br1" timeOffset="43142.422">27224 1324 11105 0,'0'0'1704'0,"0"0"-1168"15,0 0 192-15,0 0 472 0,0 0-128 16,0 0-212-16,24 72-228 16,-24-47-164-16,0 5-60 0,0 2 24 0,0-1-40 15,-3 1-136-15,-1-4-12 0,-1-2-84 16,1-7-24-16,4-6 32 0,0-4 40 16,0-2-36-16,0-4 8 0,0-3 112 15,0 0 160-15,0 0-39 0,0 0-157 0,4-7-152 16,5 1-104-16,-2-6-4 0,9-5 4 15,0-4-12-15,4-5-208 0,0-3-156 16,0 1-37-16,0-4-147 0,0 0-196 0,4 4-480 16,-4-4-908-16,-5 6-2104 0,2 8-1845 15</inkml:trace>
  <inkml:trace contextRef="#ctx0" brushRef="#br1" timeOffset="43332.198">27606 1344 5884 0,'0'0'7625'0,"0"0"-6421"0,0 0-424 16,0 0 452-16,0 77 72 0,0-54-168 15,0 0-500-15,0-4-416 0,0 3-220 0,5-6-40 16,-5-1-132-16,4-2-196 0,-4-3-296 16,0-3-88-16,0-2-52 15,0-5-312-15,0 0-900 0,0-3-2161 0,-4 1-5083 16</inkml:trace>
  <inkml:trace contextRef="#ctx0" brushRef="#br1" timeOffset="43499.598">27555 1149 8656 0,'0'0'7533'16,"0"0"-6097"-16,0 0-816 0,0 0-140 15,0 0 136-15,0 0-396 0,0 0-220 0,0 0-380 16,0 0 24-16,0 0-348 0,92-5-676 15,-69 5-2500 1,10 0-3685-16</inkml:trace>
  <inkml:trace contextRef="#ctx0" brushRef="#br1" timeOffset="43895.166">28113 1308 6140 0,'0'0'4508'0,"0"0"-1635"0,0 0-1885 16,0 0-520-16,0 0 264 0,-96 38 372 15,76-26-284-15,5 1-252 0,-6-3-196 16,14-1-164-16,-2 3-160 0,5-5-48 0,4 3-12 15,0-3 4-15,9 2-68 0,2-3 76 16,1 4 4-16,1-4 72 16,2 4-76-16,1-4 108 0,0 0-56 0,0 4-52 0,0-4-40 15,-4 4 40-15,0-4 12 0,-4 3-4 16,0 1 56-16,-4-1 56 0,0 1 40 0,-4-1 12 16,0 2-36-1,-4-3-12-15,0 3-76 0,-8 1-44 16,0-3-4-16,0 1-84 0,-4-3-152 15,0 2-204-15,0-6-176 0,4 3-188 0,4-2-180 16,0-4-284-16,4 0-532 0,4 0-2037 16,0-7-3659-16,0-2 7340 0</inkml:trace>
  <inkml:trace contextRef="#ctx0" brushRef="#br1" timeOffset="44594.965">28471 1444 1708 0,'0'0'132'16,"0"0"7648"-1,0 0-5511 1,0 0-1337-16,0 0-240 0,0 0 412 0,0 0-120 15,0 0-368-15,0 0-240 0,0 0-88 0,-83 45 48 0,74-32 12 16,-2-1 36-16,3 1 8 0,0-1-108 16,3 1-84-16,2-3-28 0,3-3 0 0,0 1-40 15,0 3-44-15,0-5-76 16,0 2-12-16,3 3-4 0,2-5-168 16,3 1 0-16,0 2-24 0,-4-6-12 0,-1 0-116 15,6 0 28-15,-1-3 112 0,-4 0-100 16,7-3 196-16,2-6 84 0,2-4 0 15,5-6-4-15,5-7-116 0,3 1-28 0,0-4-96 16,-1-5 136-16,1 2-64 0,-4-3-172 16,0 0-232-16,-4 0-76 0,-4 0 0 15,-5 0 364-15,-2 7 0 0,-5 3 292 16,-1 1 64-16,-3 6 128 0,4 3 340 16,-4 1-180-16,0 5-88 0,0 2 204 0,0 5-256 15,0-2-212-15,0 4-12 0,0 0-264 16,0 0-204-16,0 0-264 0,-4 0-120 15,1 6-464-15,3 1 39 16,-8 2 221-16,3 5 84 0,1-6 512 16,0 3 472-16,4-5 196 0,0 0 216 15,0 1 340-15,0-1 88 0,0-3-67 0,0 7-93 16,0-4-52-16,0 3-28 0,0 4 48 16,0 3-52-16,4 0-88 0,0 6-44 15,-4 0 64-15,0 0-48 0,0 3-20 16,0 5 0-16,0-5-124 0,-4 4-12 0,0-1-80 15,4-3 16-15,-3 0 12 0,-1-2-40 0,4-4-108 16,0 0-76 0,0-6-44-16,0 0-4 0,0-1 0 15,7-2-4-15,-3-1-56 0,5-3 56 0,-1-2-8 16,-5-1-332-16,5 0 24 0,-4-3 96 16,5 0-120-16,-5 0-28 15,-1 0-164-15,1-3-288 0,0-7-384 0,0-2-836 0,0 2-2709 16,-4-19-2267-16</inkml:trace>
  <inkml:trace contextRef="#ctx0" brushRef="#br1" timeOffset="45149.219">29030 698 1592 0,'0'0'5520'0,"0"0"-3912"0,0 0-856 0,0 0 280 0,0 0 733 16,0 0-233-16,0 0-344 15,0 0-320-15,0 0 24 0,7 64 116 16,-3-26-80-16,0 6-144 0,0 7-72 0,-4 6-128 16,0 0-204-16,-8 0-212 0,0 4-128 15,0-7-40-15,-4 0-132 0,4-3-16 0,1-7 64 16,-6-3-36-16,5-10-16 16,8-7-8-16,-3-6 80 0,3-5 4 0,0-7-136 15,0-2-72-15,7-1 96 0,1-3 12 16,5 0 96-16,2 0 64 0,5 0 0 0,4 0-36 15,0 0-148-15,4 0-36 0,-4 0-16 16,0 3-32-16,-4 3 32 0,-1 4 64 16,-2 3 112-16,-10 2 60 15,5-2 52-15,-3 3 60 0,-9 0 36 16,0-1 120-16,0 2-84 0,0-4-24 16,-13 1 64-16,2 3-16 0,-6-1-48 15,-6-3 20-15,3-1-68 0,-4-6-16 0,0 1-32 0,0-7-64 16,4 0 0-16,4-7-296 0,4-2-144 15,1-7-64-15,2-6-260 0,5-7-352 16,4-9-856-16,8-6-1156 0,4-4-2341 16,0 7 97-16</inkml:trace>
  <inkml:trace contextRef="#ctx0" brushRef="#br1" timeOffset="45681.774">29555 819 52 0,'0'0'11209'15,"0"0"-9873"1,0 0-1004-16,-8 86 344 0,0-49 844 0,-4 2 76 16,0 1-352-16,0 2-420 0,5 0-220 0,-2-1-224 15,1 1-284-15,0-2-96 0,1 2-76 16,-2-4-20-16,1 0-100 0,5-7-284 16,-5-1-124-16,4-9 96 0,0-1 88 15,4-1-4-15,0-7-160 0,0 1-108 16,0-3-64-16,4-1 8 0,4 0 12 0,3-2-16 15,2-1 292-15,-2-2 164 16,6 5 228-16,-2-3 68 0,-2 4 12 0,-2-3 180 0,1 5 296 16,-3-2 112-16,2-5 12 15,-3 6-44-15,0-2-248 0,4-4-156 0,0 2-80 16,-5 0-84-16,10-7 0 16,-6 0-204-16,6 0-148 0,-2-9 84 0,6-4-12 15,-1 0 232-15,-1-3 48 0,-3 1 380 16,0-2 164-16,-4 2 12 0,0-2 84 15,-4 2-88-15,0 2-40 0,-8 4-100 16,4-1-104-16,-4 7-96 0,0 0-128 16,0 3-68-16,0 0-16 0,0 0-76 0,0 0-24 15,0 6-24 1,0 0 124-16,0 1 120 0,0-1-8 0,4 0-48 0,-4-2-4 16,0-1-52-16,0 0 0 15,4-3 40-15,0 0 28 0,0 0-64 0,0 0 36 16,0 0-36-16,0 0 76 0,0 0 0 15,-4 0-28-15,0 0 4 0,0 0 32 16,0 3-88-16,4 0 40 0,-4 3-48 0,4 1-308 16,0-1-184-16,0 0-116 0,4 1-240 15,0 2-748-15,4-2-1384 0,0 0-3809 16,11 5 1625-16</inkml:trace>
  <inkml:trace contextRef="#ctx0" brushRef="#br1" timeOffset="46733.796">31670 463 9428 0,'0'0'3221'0,"0"0"-2213"0,0 0-512 16,-28 86 476-16,13-33 276 0,-5 12-276 0,-8 14-104 15,0 3-56 1,-4 1-248-16,0 0-232 0,0-4-112 15,0-3-36-15,1-6-88 0,7-10-96 16,4-9-56-16,4-10 48 0,8-10-4 0,0-12 0 16,8-5 0-16,-4-8-64 0,4-3-72 15,0-3-180-15,0 0-88 0,8 0 20 16,0 0 180-16,4-6 212 0,4 0-64 0,4 0 56 16,-1-1-152-16,-2 4-44 15,3 0 208-15,-4 3 48 0,0 3 128 0,-4 7 20 16,4-1 0-16,-8 4-48 0,-1 0 72 15,-3-1-24-15,0 4-36 0,0 0-24 16,-4-1-28-16,0-2-108 0,-4 0 76 0,-4-1-28 16,-3-1 48-16,-6-3 40 15,-7-1-36-15,5-3-40 0,-5-1-52 0,-4-3-8 0,4-3 0 16,1-4-72-16,2-5-152 16,1-2-20-16,5-4-332 0,2-2-196 15,9 1-144-15,4-3-280 0,4 3-656 0,12 0-1304 16,9 2-2605-16,-6 5 277 0,13-3 5345 15</inkml:trace>
  <inkml:trace contextRef="#ctx0" brushRef="#br1" timeOffset="47268.717">31766 1374 888 0,'0'0'848'0,"0"0"-456"16,0 0-288-16,0 0 128 0,0 0 2728 0,0 0-464 15,0 0-1224-15,0 0-212 0,0 0-43 16,0 0 27 0,9 64-152-16,-5-61-152 0,-4 0-220 0,3 1-140 15,-3-1-28-15,0 3 36 0,0 0 16 0,0 4 12 16,0 6-4-16,-3 3 100 16,-1 0 108-16,-5 6-28 0,5-3-40 0,-4 0-108 15,8-2-140-15,-3-4-120 0,3-7-36 16,0 1 24-16,0-4-4 0,3-3-132 15,1 0-36-15,4-3-156 0,1 0-40 16,-2-3-60-16,5-3-16 0,4-7 4 0,0-2-64 16,4-2 124-16,-4 2 24 0,0-5-4 15,0 4 80-15,0 2-52 0,-4 0 24 16,0 4 84-16,-4 4-20 0,-5 0-28 0,6 6-24 16,-5 0-20-16,-4 3 144 0,4 6 100 15,0 4 96-15,0 9 16 16,-1 4-100-16,-3 6 36 0,0 3 24 15,0 6 60-15,-3 3-48 0,-5 4 0 16,-5 3-12-16,2 0-96 0,-5-1 60 16,0 5-40-16,-4-8-20 0,0 0 20 0,0-2-36 15,-4-3 4-15,-4-8 8 0,5-2 48 16,-1-10 16-16,3-3 60 0,-3-6 36 16,5-4 48-16,-1-5 172 0,4-4-112 0,0-4-183 15,0-5-157-15,4-7-101 0,0-9-203 0,5-7 0 16,-2-7-148-16,9 1-280 15,0-3-52-15,0 0-28 0,9 3-376 16,2 3-696-16,5 0-1124 16,8 0-1665-16,-8 10-1283 0,12-13 5448 15</inkml:trace>
  <inkml:trace contextRef="#ctx0" brushRef="#br1" timeOffset="47522.181">32420 1384 5156 0,'0'0'6817'16,"0"0"-4405"-16,-16 70-1692 0,12-35-156 0,0 9 668 15,-4 7 56-15,4 6-400 16,-4 4-432-16,4 6-164 0,-8-1-156 0,4 7-76 16,0-4-52-16,-4 2-4 0,0-5 4 15,-4-3 40-15,5-5-48 0,-6-14-168 16,2-6-64-16,-1-6-112 0,4-7-272 15,-1-3-184-15,6-8-32 0,-1-8-44 16,8-6-144-16,0-9-384 0,4-14-1581 16,11-9-3651-16,2 4 4368 0,11-26 820 0</inkml:trace>
  <inkml:trace contextRef="#ctx0" brushRef="#br1" timeOffset="47762.443">32516 1476 5916 0,'0'0'4508'0,"0"0"-1851"0,0 0-1421 15,0 0-628-15,0 0 84 0,0 0-192 16,0 0 68-16,0 0 364 0,0 0-288 0,91 13-372 16,-75-4-200-16,0 4-72 0,-4 0-136 15,-5 0-160-15,2-1-136 0,-5 1-16 16,-4 2 88-16,0-1 72 0,-13 2 264 16,2-4 24-16,-9 4 0 0,-4 0 40 0,-4-4-40 15,1 4 112 1,-9-6 100-16,-1 3-128 0,-2-4-84 0,-5 0-72 15,-4-5-328-15,-3-1-268 0,-5 0-400 16,-4-3-952-16,-8 3-2481 0,16-3-3151 16,-32 0 7416-16</inkml:trace>
  <inkml:trace contextRef="#ctx0" brushRef="#br1" timeOffset="49595.191">7654 8512 1068 0,'0'0'300'15,"0"0"4676"-15,0 0-452 0,0 0-2599 0,0 0-625 16,0 0-152-16,0 0 176 0,0 0-108 0,0 0-228 15,0 0-236-15,-56-9-192 0,52 9-68 16,-1 0-32-16,1 0 16 16,4 0 45-16,0 0-9 0,0 0-100 0,0 0-52 15,0 0-8-15,0 0-40 0,0 0-44 16,0 0-64-16,4 0-96 0,-4 0-36 16,5 0-60-16,3 0-8 0,7 0 68 0,5 0 28 15,5 3-52-15,3-3 0 0,0 0-36 16,7 0 84-1,1 0 24-15,7 0-24 0,2-3-12 16,2-1-12-16,5-2 36 0,-4 3-104 0,0-4-4 16,4-2-4-16,-5 3-56 0,-3 0 52 15,0-5-40-15,-5 5-60 0,-2 4-72 0,-5-5-136 16,-13 3-164-16,-6 1-88 0,-6 3-36 16,-7 0-24-16,0 0-16 0,-3 0-245 15,-10 7-307-15,-6 6-1036 0,-2-5-2772 0,-14 9-2749 16</inkml:trace>
  <inkml:trace contextRef="#ctx0" brushRef="#br1" timeOffset="49978.636">7621 8876 3012 0,'0'0'756'0,"0"0"3196"16,0 0-1100-16,0 0-1003 0,0 0-521 15,0 0 0-15,0 0 60 0,0 0-108 16,0 0-232-16,0 0-272 0,0 0-164 0,0 0-124 16,9 4-24-16,-2-4 228 15,5-4-47-15,1 2-209 0,2-1-148 0,-2 0-56 16,-2-1-40-16,1 4 12 0,0-2-48 15,9 2 28-15,-6 0-28 16,5 0-36-16,3 0-36 0,5 0 0 16,8 0-12-16,1 0 0 0,2-5-60 0,5-1 0 15,0 4 52-15,-1-4-56 0,2-5-8 16,-2 5-8-16,-7 0-80 0,0-1-56 0,-12 1-216 16,0 3-232-16,-9 0-48 0,-2-1-112 15,-9 4-85-15,0-3-127 0,-4 3-332 16,-4 3-732-16,-4 4-1104 0,-8 6-1893 15,0-1-2295-15,-12 10 6276 0</inkml:trace>
  <inkml:trace contextRef="#ctx0" brushRef="#br1" timeOffset="50299.2">7662 9312 5224 0,'0'0'428'0,"0"0"5345"16,0 0-4081-16,0 0-508 0,0 0 240 0,0 0-84 16,0 0-200-16,0 0-300 0,0 0-204 15,0 0-120-15,47 16 20 16,-27-10-12-16,8 0-136 0,4 1 17 16,4-4-105-16,-1 4 16 0,10-1-12 15,-2-3-52-15,5 0-96 0,0-3 16 16,8 0-40-16,-4 0-36 0,4 0-88 0,-5-6 0 15,1 3-4-15,0-4-4 0,-5-2-12 16,2 3-192-16,-10-4-100 0,-3 0-80 0,-8 4-92 16,-4 0-80-16,-5-1-65 15,-6 1-135-15,-2 0-344 0,-7 2-1360 16,-4-3-4537-16</inkml:trace>
  <inkml:trace contextRef="#ctx0" brushRef="#br1" timeOffset="52450.475">12865 4045 2808 0,'0'0'340'0,"0"0"3364"0,0 0-992 16,0 0-1075-16,0 0-545 0,0 0 32 0,-76-26 148 15,64 23-216-15,8 0-176 0,-8 3-244 16,4 0-140-16,0 0-160 16,-8 0-116-16,4 0-168 0,-8 0-44 0,-3 10 0 15,-1 2 4-15,0 7 72 0,-8 0 64 16,4 10 40-16,-4-1 20 0,0 8 12 0,0 1-72 15,-7 8-136-15,-2-1-12 0,2 6-100 16,-1 2-20-16,0 2-4 0,4 0-12 16,4 0-24-1,4-3-36-15,5-1 108 0,3 2-8 0,8-2-16 16,4 1 0-16,4 0 40 0,4 2 8 16,4 1-8-16,8 4 64 0,0 0-68 0,8-6 76 15,-5 3-88-15,6-4 88 0,-1-4-72 16,-1 0-16-16,1-5 24 0,-4 0-44 15,4-1-16-15,0-4 120 0,4 5 0 0,-4-7-4 16,8 3 0-16,0 0 8 0,4 3 100 0,-1-2 64 16,5 2-28-16,4-3-128 15,4 3 0-15,0 0 92 0,8 1-4 0,7-8 68 16,1 5-68-16,8-7-20 0,7-7 196 16,9 0-40-1,0-3 52-15,8-5-100 0,3-5-172 0,1 4-12 0,-1-3-8 16,-3-4-40-16,3 4 48 15,-3 0 4-15,4-4 44 0,-5 4-36 16,5-7 36-16,0-6 64 0,4 0 12 0,-5-3 72 16,1-7-64-16,-1-5-8 0,1-4-40 15,-1-3 28-15,1-7-16 16,-1 0-84-16,2-6-8 0,2-3 48 0,1 0-52 0,-5-3-68 16,4-3 56-16,-7-1 4 0,0 1 8 15,-1-1 88-15,-3 1-80 16,-4-1 0-16,0-2-4 0,-5-1-4 0,-3-3-160 15,-8 3-60-15,-4 1 24 0,-5-4 0 16,-6 4 36 0,-2-2 12-16,-7 5 52 0,-4-3-4 0,-5-4 28 0,-3 0-4 15,0 0-8-15,-8-6 32 0,4 0 4 16,-12-4 0-16,0 5 48 16,-4-6 68-16,-9 6 44 0,-3-4 72 0,-3 3 148 15,-9 0 120-15,-4-1-12 0,-4 4-36 0,-8 1-100 16,-7-2-244-16,-10 1-60 0,-2-2-256 15,-13 1-60-15,-7-2-88 0,-10 3-96 16,-7 3 56-16,-7 1 128 0,-5 5 104 0,-3 7 152 16,-4 0-52-16,-5 7 24 15,-3 1 88-15,-5 1 60 0,0 4 0 0,-4 4 100 16,5 1-160-16,-4 1-72 0,-1 4-212 16,4 5-160-16,1 0-28 0,8 7 124 15,-1 3 36-15,4 0 112 0,0 7 100 0,9 5 56 16,-5 7 44-16,1 3 8 0,7 10-8 15,-3 3 88 1,-1 6-76-16,8 4-4 0,4 6-4 16,9 2-4-16,3-2-88 0,12 0 0 0,9-6-40 15,10-4 40-15,14-6-40 0,7-9-60 16,12-8-164-16,8-1-1328 0,8-8-972 0,16-6-2325 16,8-3 3101-16,0 0-1068 15,35-6 2668-15</inkml:trace>
  <inkml:trace contextRef="#ctx0" brushRef="#br1" timeOffset="52826.757">15790 3591 8008 0,'0'0'5009'15,"0"0"-3305"-15,0 0-444 0,0 0-680 0,0 0 388 16,0 0-436-16,47-74 184 16,-27 49-16-16,8 0-296 0,0-4-244 0,4 1-160 15,4 0-88-15,3-5-108 0,1 5-112 16,4-4-196-16,-4 7-272 0,-5-1-200 16,2 4-568-16,-5 2-1180 0,-9 6-2061 0,-7 3-2759 15,-4 5 7320-15</inkml:trace>
  <inkml:trace contextRef="#ctx0" brushRef="#br1" timeOffset="53030.885">15889 3796 8596 0,'0'0'5917'16,"0"0"-4293"-16,0 0-808 15,0 0-156-15,0 0 624 0,107-69-132 0,-63 37-248 16,4-6-392-16,4-6-244 0,0 2-123 15,4-2-145-15,-1 3-133 0,-3 0-27 16,-4 3-264-16,0 0-296 0,0-1-172 0,-5 4-316 16,-3 0-1168-16,-12 7-3053 15,7-10-4479-15</inkml:trace>
  <inkml:trace contextRef="#ctx0" brushRef="#br1" timeOffset="53325.244">16853 2421 5672 0,'0'0'4780'15,"0"0"-2119"-15,0 0-557 0,16 83-320 16,-12-48-272-16,-4 7-260 0,4 9-240 15,0-1-208-15,0 7-303 0,-4 4-113 0,8 2-76 16,-4 1-8-16,8 0-52 0,-1-4 16 16,6-3 8-16,-2-2-68 0,6-8-208 15,-5-3-4-15,-1-3-204 16,2-2-104-16,-6-4-256 0,1-4-292 0,-3 1-185 16,-2-4-323-16,-7 1-604 0,0-6-1944 15,0 5-2213-15</inkml:trace>
  <inkml:trace contextRef="#ctx0" brushRef="#br1" timeOffset="57378.882">10506 8610 4652 0,'0'0'600'0,"0"0"5345"16,0 0-3905-16,0 0-532 0,0 0-272 16,0 0-396-16,0 0-232 0,0 0 212 0,0 0-8 15,84 19-200-15,-37-12-220 0,9 0-48 16,4-7-100-16,8 0-36 0,4-5 8 16,3-4-44-16,1 0-52 0,-4-4-108 0,-1 0-8 15,-3 1-8-15,-8-1-80 0,-1-3-328 16,-10 6-164-16,-2-2 64 0,-10 3-224 15,-9-1-128-15,-9 4-612 0,-11 3-1232 16,-4-1-2329-16,-12 4-3275 16</inkml:trace>
  <inkml:trace contextRef="#ctx0" brushRef="#br1" timeOffset="57731.838">10605 8824 9336 0,'0'0'2237'16,"0"0"-713"-16,0 0-368 0,0 0 256 16,0 0-20-16,0 0-388 0,0 0-188 0,88 56-276 15,-60-43-184-15,4-3-88 0,0-1-72 16,0 0-84-16,-4 4-112 0,-4 0-76 0,-4 0-44 16,-8 6 32-16,-1-1-32 0,-11 9-52 15,0 4 12-15,-8 4-48 0,-7 6 72 16,-9 10 88-16,0-4-64 0,-8 7 52 0,0-3 60 15,0-3 4-15,0-4 8 0,4 1 76 16,4-7-40 0,5-7 60-16,3-2 64 0,4-10-76 15,12 0-96-15,0-9 0 0,0-1 84 0,15-3 176 16,6 1-140-16,11 0 16 0,3-7-4 16,5 0 52-16,8 0-60 0,4-3-4 15,-5-1-120-15,2-3-4 0,2 4-140 16,-3-2-384-16,-4-2-388 0,-4 0-244 15,-8 4-924-15,-4-3-3465 0</inkml:trace>
  <inkml:trace contextRef="#ctx0" brushRef="#br1" timeOffset="58293.452">10674 10176 3592 0,'0'0'1196'16,"0"0"3056"-16,0 0-2444 0,0 0-355 15,0 0-377-15,0 0 128 0,0 0-68 16,0 0-220-16,0 0-368 0,0 0-212 16,0 0-148-16,83 63-4 0,-74-44-84 15,2 4-92-15,-3-4 80 0,-4 3-76 16,0-3 48-16,-4 3 4 0,0-3-20 0,0-2-44 15,0-3-4-15,0-3-8 0,-4-6-40 16,4-2-32-16,-4 1-100 0,0-4-328 0,0 0-320 16,0-4-440-16,-3-2-144 0,-2-2-680 15,1-6-793-15,4-2-1175 16,-3-3 64-16,-2 3 3388 16,1-9 612-16</inkml:trace>
  <inkml:trace contextRef="#ctx0" brushRef="#br1" timeOffset="58431.65">10717 10049 3204 0,'0'0'260'0,"0"0"692"16,0 0 3872-16,0 0-2707 0,0 0-453 0,0 0 52 16,84-25-308-16,-68 25-380 0,0 0-244 0,0 0-292 15,0 0-268-15,-1-4-224 0,-2 1-12 16,2-3-556-16,2 2-612 0,-6-2-832 16,2 4-3233-16</inkml:trace>
  <inkml:trace contextRef="#ctx0" brushRef="#br1" timeOffset="58603.166">11044 10137 8460 0,'0'0'5481'0,"0"0"-4445"0,0 0-444 16,0 0-116-16,83-28-196 0,-59 18-280 15,-3 1-164-15,3 2-640 0,-1-2-728 16,-3 6-872-16,-4 3-2417 0,-4 0-611 0,-8 5 4668 15</inkml:trace>
  <inkml:trace contextRef="#ctx0" brushRef="#br1" timeOffset="58738.768">11179 10236 2864 0,'0'0'132'0,"0"0"2996"0,0 0 804 0,0 0-2419 0,-48 64-273 16,48-55 176-16,0-3-128 0,5 1-284 16,7-4-180-16,-1-3-132 0,9 0-196 15,5-3-264-15,3-7-232 0,0-6-272 16,0-4-160-16,3 2-336 0,-4-8-384 0,-6 7-1332 15,3-12-4337-15</inkml:trace>
  <inkml:trace contextRef="#ctx0" brushRef="#br1" timeOffset="58895.393">11507 9906 8884 0,'0'0'5777'16,"0"0"-4393"-16,-5 66-940 0,5-34-56 0,5 3 368 15,2 2 576-15,1 2-396 0,0-1-448 16,4 1-488-16,0-7-196 0,0-1-748 16,0-5-744-16,-4-11-1412 15,-1-5-2985-15</inkml:trace>
  <inkml:trace contextRef="#ctx0" brushRef="#br1" timeOffset="59548.751">10598 7947 2592 0,'0'0'196'0,"0"0"-196"16,0 0 6284-16,0 0-4800 0,0 0-479 0,0 0 867 15,0 0-832-15,0 0-272 16,0 0-52-16,80 70-108 0,-65-49-48 0,-2 5-124 15,2 3-164-15,-2 3-152 0,-6 3-120 0,1-1-52 16,-4 1-32-16,0-7 32 16,0-2 40-16,1-8 12 0,-5-4 12 0,3-4-4 15,-3-7-8-15,0 0 0 0,0-3 0 16,4 0 124-16,-4 0 36 0,0 0-12 16,0 0 16-16,0 0-44 0,4 0-56 15,0-9 8-15,0-7-72 0,4-3 0 0,4-11-96 16,0 2 20-16,4-4-156 0,0 4 68 15,0 0 28 1,-1 2 64-16,6 7-64 0,-1 3-76 0,-1 0-12 16,1 6-200-16,1 1-124 0,-2 2-220 0,1 5-392 15,0 2-496-15,0 0-517 0,4 9-1747 16,-9-3-1796-16,17 7 5196 0</inkml:trace>
  <inkml:trace contextRef="#ctx0" brushRef="#br1" timeOffset="66060.573">12936 8909 11569 0,'0'0'1892'0,"0"0"-1484"0,0 0 480 15,0 0-172-15,0 0 140 0,0 0-132 0,0 0-212 16,0 0-140-16,0 0-104 15,-3-38-32-15,3 38-12 0,0 0 32 0,0 0 260 0,0 0-184 16,0 3-124-16,0-3-60 16,0 0-16-16,0 0-32 0,0 2-16 15,-4-2-72-15,4 4 0 0,-4-1-12 16,4 1 8-16,-4-1-4 16,-1 3-4-16,5 1 12 0,0-1-12 15,0 3 0-15,0 1 4 0,0 3 56 0,0-1 28 16,5 4 32-16,3 3 52 0,-4 0-112 15,-1 3 0-15,1 0 40 0,0 7-92 16,-4 3 4-16,0 6-12 0,0 0-64 0,0 6 52 16,-8 0-40-16,8 1-32 0,-3 0 12 15,3-4-64-15,0-5-108 16,3-5-172-16,9-6-196 0,4-2-76 0,0-8-272 16,8-5-1116-16,-8-7-2076 0,12-3-1805 0</inkml:trace>
  <inkml:trace contextRef="#ctx0" brushRef="#br1" timeOffset="67450.929">19770 8369 6796 0,'0'0'5669'15,"0"0"-4417"-15,0 0-304 0,0 0-40 0,28-76 176 16,-9 66-16-16,9 7-328 15,4 3-208-15,8 3-164 0,0 13-148 0,-4 7-72 16,-5 5-56-16,-6 7-88 0,-5 6 52 16,-9 4-56-16,-7-1 0 0,-4 7 28 15,0 0-28-15,-15 0-52 0,-2 2 48 0,2-2-152 16,-5-6 92-16,-1-5 52 16,6-1-72-16,2-10 76 0,6-7-104 15,-1-9 16-15,8-4-40 0,0-9-72 0,0 0 8 16,8-13-144-16,4-5 12 0,8-11 72 15,4-9 72-15,4-4 4 0,0-8-40 0,0-1 124 16,-5-1 100-16,5 2 64 16,-4 3-4-16,-4 6 88 0,4 6 52 0,-4 3-52 15,-4 10 16-15,-1 5 8 16,-2 5-48-16,-5 5-64 0,-1 7-56 16,1 4 4-16,1 11 240 0,-1 8-4 15,-1 5 4-15,-3 4-52 0,-4 6-60 16,0 6 0-16,0-3-76 0,-8 4 24 0,1-3-80 15,3-4 48-15,0-4-48 0,-1-5 120 16,5-6-124-16,0-8-60 0,0-5 48 16,0-4-60-16,9-6 4 0,-1-4 68 0,3-4 0 15,6-9-84-15,2-8-4 0,1 0-44 16,4-7-16-16,4 1 12 0,-4-1 32 16,-1 0 104-16,2 3 8 0,-5 8 68 0,-5 1-76 15,2 10 4-15,-6 4 8 0,2 6 84 16,-5 0 76-1,3 6 100-15,-3 4-176 0,4 6 112 0,-4 2-132 16,0 6 44-16,1-3 128 0,2 2-116 16,-7-1 40-16,4 3-4 0,-4-6 4 15,0 3-112-15,0-6-60 0,0 0-40 0,-4-4-180 16,4-1-24-16,0-9-36 16,3 2-172-16,2-4-308 0,3-4-412 15,-1-9-408-15,6 4-1404 0,3-13-3117 0</inkml:trace>
  <inkml:trace contextRef="#ctx0" brushRef="#br1" timeOffset="67751.771">21001 8668 12913 0,'0'0'1780'16,"0"0"-1364"-16,-28 73 376 0,16-45 1056 0,0 7-72 16,4-7-372-16,4 2-624 0,4-12-403 15,0 1-245-15,8-9-132 0,8-7-92 16,4-3-8-16,8-6 92 0,3-7-100 0,1-9-137 15,0-6-179-15,0 2-148 0,0-3 36 16,-8 1 20-16,0 2 208 16,-9 4 40-16,-6 3 144 0,-5 6 124 15,-4-3 0-15,-4 3 8 0,-12 5 4 16,-5-3-12-16,-2 3-72 0,-1 4 24 0,0 4-16 16,-4 4 16-16,4 8 36 0,5 7 12 15,-2 2 0-15,6 6 60 0,2-2 4 0,6 0-64 16,3-6-136-16,4-3-236 15,4-3-556-15,12-1-1076 0,0-5-864 0,0-7-1289 16,16 0-1263-16</inkml:trace>
  <inkml:trace contextRef="#ctx0" brushRef="#br1" timeOffset="68142.925">21534 8617 8324 0,'0'0'2508'0,"0"0"-1067"0,0 0 191 16,-79 82 264-16,48-47-48 0,3-3-208 15,3-1-328-15,1-2-304 0,9-4-267 0,6-8-313 0,9-5-428 16,0-2-264-16,5-7 44 16,10-3 60-16,6 0 160 0,2-13 0 15,5-3-12-15,4-10-377 0,-1-5-51 16,-3-1-72-16,4 1 88 16,0-5 20-16,-4 2-36 0,4-2-16 0,-4-5 136 15,0 0 48-15,0-3-148 0,0-6 24 16,0-5 36-16,-4-2 76 0,-5-3 96 0,-2-4 188 15,-2 4 0-15,-6 2 112 16,-5 11-112-16,0 10 176 0,-4 10 60 0,0 12 72 16,0 8 224-16,0 7-100 0,-8 10-112 15,-1 6 124-15,1 9 8 0,1 3 24 16,-6 11 52-16,5 2 44 0,-3 7-63 0,-2 6-145 16,2 3-60-16,-6 0 0 0,2 3-88 15,-2-2-60-15,6-4-156 0,-1-7 0 16,4-3-228-16,4-8-4 0,0-5-32 15,4-5-64-15,4-4-209 0,12-9-227 0,0-1-68 16,4-2 0-16,4-4-920 0,-5-3-2228 16,9 4-1449-16</inkml:trace>
  <inkml:trace contextRef="#ctx0" brushRef="#br1" timeOffset="69186.044">22519 8436 4484 0,'0'0'8953'15,"0"0"-7333"-15,0 0-712 0,0 0-56 0,0 0 340 16,0 0-180-16,0 0-68 16,28 76 204-16,-17-28-420 0,6 9-59 15,-1 9-17-15,-4 7-144 16,-5 7-156-16,-3 2-124 0,-4 1-92 0,0-1-136 0,0 1-48 15,-8-4-60-15,1-6 0 0,-1-3-76 0,8-9-92 16,-5-7-88-16,5-10-8 0,0-6-40 16,0-3-36-16,0-6-41 15,5-7-47-15,-5-6-144 0,4-7-400 0,0-6-300 0,0-3-172 16,3-6-644 0,-3-11-760-16,5 3-1669 0,-1-22-1395 0</inkml:trace>
  <inkml:trace contextRef="#ctx0" brushRef="#br1" timeOffset="69416.864">22687 8651 12357 0,'0'0'1900'16,"0"0"-1280"-16,0 0-392 0,31-69 500 0,-11 56 316 16,8 4-76-16,0 2-424 0,7 7-532 15,-3 0-12-15,0 10-248 0,-8 6-84 16,0 6-4-16,-12 3 112 0,-8 4 52 0,-4 6-56 15,-12 0-96-15,-8 3 312 0,-12 0 12 16,-4 4 52-16,-3-5 160 0,-6 1 12 0,2-6 48 16,-4-3-36-16,2-7-236 0,-2-6-308 0,-1-9-464 15,-8-5-628 1,16-2-1488-16,-31-2-4669 0</inkml:trace>
  <inkml:trace contextRef="#ctx0" brushRef="#br1" timeOffset="69884.377">19395 8096 4560 0,'0'0'520'16,"0"0"5068"-16,-35 89-4275 0,22-50 43 0,-2 8 232 15,-2 7-240-15,2 0-400 16,-2 3-316-16,6 0-200 0,-6 6-136 0,6 5-72 16,-2 1-68-16,6 7-92 0,3 4 72 15,4-1-88-15,7 0-48 0,18-3 0 16,3-2-124-16,7-7 64 0,10-4-52 0,2-10-120 15,13-8-424-15,3-13-224 0,10-6-172 0,10-18-448 16,-16-4-712-16,53-23-2489 16</inkml:trace>
  <inkml:trace contextRef="#ctx0" brushRef="#br1" timeOffset="70176.697">23838 7753 16085 0,'0'0'1660'0,"84"22"-1104"0,-49-6-408 16,1 6 112-16,0 10-100 0,-8 1 60 15,-8 7 212-15,-5 5-52 0,-2 9-112 16,-5 3-60-16,-5 10-124 0,-3-1-76 0,0 3-4 15,-15 8-8-15,-5-6 0 0,-4-2-4 16,-8-2 8-16,-4-3-160 0,-3-5-84 16,-10-1-136-16,2-5-36 0,-9-4-24 15,0-5-44-15,-4 0-144 16,0-3-416-16,-3-3-932 0,11-10-2777 16,-31 10-4399-16</inkml:trace>
  <inkml:trace contextRef="#ctx0" brushRef="#br1" timeOffset="73584.991">7693 11808 2612 0,'0'0'1384'16,"0"0"4120"-16,0 0-3875 15,0 0-381-15,0 0-112 0,0 0 16 0,0 0-144 16,0 0-88-16,0 0 36 15,0 0 132-15,53 35-252 0,-14-29-344 0,4-4-100 16,6 2-76-16,7-4 12 16,-1 0 136-16,4-6-75 0,-3-4-321 15,0 1-68-15,0-5-157 0,-4-1 9 0,-4 3-32 16,0-1-40-16,-8-3-120 0,-1 6-320 0,-7 1-172 16,-4 2-472-16,-8 7-780 0,-8 0-2632 15,-8 7-3421-15</inkml:trace>
  <inkml:trace contextRef="#ctx0" brushRef="#br1" timeOffset="73786.701">7860 12100 7796 0,'0'0'4189'0,"0"0"-2605"15,0 0-580-15,0 0-424 0,0 0 224 16,0 0 512-16,0 0-412 0,96 6-28 15,-44-6-236-15,8 0-152 16,0 0-280-16,-1 0-208 0,-3 0-124 0,-1 0-216 0,-6 0-16 16,-10 0-208-16,-3 0-300 0,-3 3-464 15,-18 0-1240-15,-3 10-2797 16</inkml:trace>
  <inkml:trace contextRef="#ctx0" brushRef="#br1" timeOffset="74003.045">7804 12532 6384 0,'0'0'3268'0,"0"0"-1011"15,0 0-749-15,0 0-148 0,0 0-304 16,0 0-124-16,0 0 356 0,0 0-92 0,92 15-240 16,-40-15-296-16,4 0-212 0,4 0-32 0,7 0 9 15,-3-3 11-15,4 0-260 0,4 1-176 16,-4-5-144-16,-1 3 0 0,-3 1-332 0,-1 0-289 31,-7 3-223-31,0 0-456 0,-12 0-988 0,8 10-3229 16</inkml:trace>
  <inkml:trace contextRef="#ctx0" brushRef="#br1" timeOffset="75220.257">10562 11484 1056 0,'0'0'1604'15,"0"0"1780"-15,0 0-204 0,0 0-1215 0,0 0-617 16,0 0-160-16,0 0 4 0,0 0-124 15,0 0-176-15,0 0-172 0,0 0-212 0,39-13 48 16,-7 13 20-16,13 0 136 16,6 0-176-16,9 0-96 0,3 0-196 15,1-9-124-15,5-5 40 0,-6-1-100 16,-3 0-60-16,0-6-92 0,-5 2-80 16,-7 1-12-16,0-1 40 0,-8 3-296 15,-8 3-72-15,-8 4-444 0,-5 2-340 0,-10 4-780 16,-9 3-2096-16,-9 0-3337 0</inkml:trace>
  <inkml:trace contextRef="#ctx0" brushRef="#br1" timeOffset="75595.198">10614 11534 11525 0,'0'0'2096'16,"0"0"-1056"-16,0 0-332 0,0 0 576 15,0 0-68-15,0 0-292 0,107 0 48 0,-62 3-288 16,2 1-220-16,-3-1-380 0,-4 3-48 16,-5 1-36-16,-3 3-132 0,-8 6 60 15,-4-2 56-15,-4 9-56 0,-12 6 64 0,-4 0 8 16,0 5-96 0,-12 7 8-16,-4 1 16 0,-3 6-124 0,-5-4 0 15,-4 3-24-15,3-3 100 16,-3-2 40-16,4-4 80 0,1-3 8 0,3-3 8 15,0-4-12-15,4-5-4 0,9-4 84 16,7-6-84-16,0 0-4 0,7-7-112 16,9 0 116-16,8-2 160 0,0-2-48 0,8 2-16 15,7-4-84-15,2 0 136 16,2-6-136-16,1-1 0 0,8 0 100 0,0-5-112 0,-1 3-196 16,1-4-148-16,-4 0-136 0,-4 1-516 15,-1 1-904-15,-10 2-2468 16,-1-1-3313-16</inkml:trace>
  <inkml:trace contextRef="#ctx0" brushRef="#br1" timeOffset="76828.805">10614 12916 1632 0,'0'0'988'0,"0"0"4480"0,0 0-3756 0,0 0-267 16,0 0-225-16,0 0 16 0,0 0-168 0,0 0-300 15,0 0-240-15,0 0-88 16,0-41-204-16,0 31-48 0,4-3-140 0,0 0-48 15,0 1-4-15,-1-1-8 0,5 1 8 16,-3 5-8-16,-1-2 8 0,4 2 0 16,-5 0 4-16,5 1-8 0,1 0-92 15,-5 3 40-15,3-1 56 0,1-2-8 16,0 3-40-16,1 0-48 0,2 1-36 0,-3 2-4 16,4 0 140-16,0 5 236 15,1 4-36-15,2 10-188 0,1 4 88 0,0 3-28 16,0 2 52-16,0 7 52 0,0 0 24 0,-4-1-40 15,-1 2 40-15,2-4-64 16,-2-1-40-16,-3 1-96 16,1 0 12-16,-2-4 64 0,1 0-72 0,1-5 112 0,-1-7-116 15,-5-6-172-15,5-4-64 0,-4-6-36 16,0 0-28-16,1-4 40 0,2-5-204 16,-3-3-716-16,4-7-760 0,-4 0-737 0,5-13-2955 15</inkml:trace>
  <inkml:trace contextRef="#ctx0" brushRef="#br1" timeOffset="77052.589">11000 12760 4636 0,'0'0'4960'16,"0"0"-4120"-16,0 0-440 0,0 0 205 15,-43 73 639-15,26-48-68 0,2 4-456 0,-2 3-52 16,2 0-176-16,-9 0-140 0,4 6-240 15,-8-4-56-15,4 1 104 0,-4 0-156 16,4-2 160-16,0-2 48 0,0-9-212 0,9 0-4 16,-2-6-96-16,6-7-164 0,7 1-288 15,0-7-216-15,4 1-892 16,0-4-905-16,8-4-2851 0,-1 1 516 0,6-10 4368 16</inkml:trace>
  <inkml:trace contextRef="#ctx0" brushRef="#br1" timeOffset="77314.191">11391 12795 3968 0,'0'0'6020'16,"0"0"-3395"-16,0 0-1361 16,0 0-528-16,0 0-432 0,0 0-104 15,0 0 28-15,-52 73 136 0,40-48 192 0,0 4-56 16,4 0-104-16,-4 3-48 0,5 1 36 15,2 0 48-15,-3 2-12 0,8 0-124 0,0-7-112 16,0-3-72-16,0-2-52 16,8-7-48-16,4-4 0 0,0-2 40 0,8-3-52 15,-1-7-60-15,6 0 48 0,-1-10-320 16,4-4-124-16,-4-4-196 0,-5 3-256 0,-3-8-320 16,-4 7-1148-16,-4 4-3157 0,-3-4-2267 15</inkml:trace>
  <inkml:trace contextRef="#ctx0" brushRef="#br1" timeOffset="77502.591">11271 13040 7704 0,'0'0'4241'0,"0"0"-3613"0,0 0-476 16,0 0 296-16,0 0 148 0,0 0 152 15,0 0 136-15,0 0-180 0,88 0-300 0,-64-4-304 16,4-2-100-16,-1-1-112 0,1 5-64 15,-8-5-492-15,4 4-708 0,-8 0-920 16,4 3-3093-16</inkml:trace>
  <inkml:trace contextRef="#ctx0" brushRef="#br1" timeOffset="79237.344">11905 12636 536 0,'0'0'10212'0,"0"0"-8375"0,0 0-561 16,0 0-376-16,0 0 168 15,0 0-64-15,0 0-296 0,0 0-76 0,0 0 72 16,51 70-40-16,-31-32-88 0,8 7-40 16,0 2-48-16,0 7 56 15,-1 3 29-15,1 0-173 0,-3 1-196 0,-1-4-92 16,-4-4-108-16,-1-5-4 0,-2-7-48 0,-2-3-52 16,-2-7-8-16,-2-1-172 15,1-8-144-15,-4-5-145 0,0-7-79 16,-4 0-108-16,9-7-212 0,-6-3-748 0,5-8-780 15,-4-1-1424-15,4-16-2317 0</inkml:trace>
  <inkml:trace contextRef="#ctx0" brushRef="#br1" timeOffset="79468.777">12407 12674 4456 0,'0'0'7129'15,"0"0"-6117"-15,-52 73-720 0,36-37 184 0,-8 8 816 16,0 4 272-16,4 2-268 0,-7 4-440 16,3 0-240-16,-8 0-152 0,4 0-72 0,-8 3-120 15,-1 0-160-15,-2 0-112 0,-1 0-108 16,-4 1-16-16,8-1-132 0,0-2-272 16,9-8-136-16,2-3-76 0,10-6-468 0,7-7-616 15,8-8-748-15,0-10-1485 16,4-4-999-16</inkml:trace>
  <inkml:trace contextRef="#ctx0" brushRef="#br1" timeOffset="79814.164">12717 13278 10212 0,'0'0'3109'16,"0"0"-1977"-16,0 0-968 0,0 0 228 16,0 0 664-1,0 0 392-15,0 0-372 0,0 0-312 0,0 0-276 16,0 0-304-16,-87 0-108 0,75 15-64 16,-4 8-12-16,0 2 108 0,0 6 28 15,0 8 56-15,4 2-20 0,-4 0-24 0,8 0 56 16,0 1 40-16,8-4 160 15,0-6 189-15,0-7-277 0,13-2-136 0,2-8-80 0,5-2-100 16,4-7-76-16,3-2-44 16,10-4-24-16,-5-10-4 0,7-3 28 15,-3-9-196-15,-8 0-169 0,4 0 21 0,-8 0-8 16,-5-1-80-16,-6 4-256 0,-5 0-340 16,-4 3-564-16,-1 4-1136 0,-6-1-3681 15</inkml:trace>
  <inkml:trace contextRef="#ctx0" brushRef="#br1" timeOffset="79978.82">12686 13443 12197 0,'0'0'2784'0,"0"0"-1664"0,0 0-652 16,0 0 488-16,0 0 540 0,0 0-248 0,75 32-480 16,-55-32-328-16,4 0-440 15,0-7-256-15,0-6-352 0,-4 1-308 0,4-4-304 16,-9 0-752-16,-2 3-1856 0,-5 6-1473 15,-5 2-1843-15</inkml:trace>
  <inkml:trace contextRef="#ctx0" brushRef="#br1" timeOffset="80109.431">12893 13449 8160 0,'0'0'2356'0,"0"0"-1363"0,0 0-661 0,-5 70 104 16,10-42 228-16,-1 4 64 0,0 3-308 15,4 0-144-15,4 3-136 0,-4 3-36 16,-1-3 96-16,1 4-200 0,1-4-200 0,-5-3-740 15,-4-4-800-15,4-8-1433 0,-1 8-3967 16</inkml:trace>
  <inkml:trace contextRef="#ctx0" brushRef="#br1" timeOffset="113117.159">12798 11223 2716 0,'0'0'1904'0,"0"0"416"15,0 0-384 1,0 0-360-16,0 0-323 0,0 0 167 0,0 0-8 0,0 0-92 15,0 0-140-15,0 0-212 16,0 0-180-16,0 0-24 0,0 0-80 16,0 0-232-16,0 0-244 0,0 0-124 0,0 0 452 0,0 0-207 15,-65 58-197-15,65-17-132 0,0 6-4 16,0 10-80-16,0 7-25 0,0 3 9 16,0 6 28-16,-4 3-60 15,-4 1-28-15,1-5-108 0,-1-5-156 16,3-11-28-16,1-4-124 0,4-11-788 0,0-9-1624 15,0-3-3013-15,4-14-1147 0,-4 2 5049 16</inkml:trace>
  <inkml:trace contextRef="#ctx0" brushRef="#br1" timeOffset="125214.211">19478 11433 7928 0,'0'0'5769'0,"0"0"-4361"0,0 0-60 15,0 0 8-15,0 0-332 0,-95-10-192 16,76 20-208-16,-2 5-304 0,1 11-100 15,1 6 8-15,2 15 52 0,6 14 36 16,-2 12 61-16,5 9 183 0,8 7-148 16,0 0-304-16,0 3-96 0,0-6 0 0,13-9-12 15,-1-14-108-15,-1-9-88 0,9-16 28 16,1-12-76-16,2-14-20 16,5-5-16-16,4-7-61 0,-1-11-327 0,10-11-152 15,-5-6-628-15,3-10-1628 0,-15 6-2213 16,8-23-2539-16</inkml:trace>
  <inkml:trace contextRef="#ctx0" brushRef="#br1" timeOffset="125677.199">19725 11662 8716 0,'0'0'5325'16,"0"0"-4601"-16,0 0-384 0,0 0 376 16,21 82 688-16,-18-48-116 0,-3 2-232 0,4-1-468 15,1 0-296-15,-1 0-268 16,0-7-24-16,0 3-172 0,0-5-36 15,-1-4-72-15,1-9-24 0,0-3-28 0,5-10-12 16,2 0 292-16,1-16 52 16,4-3 136-16,5-6-136 0,2-11-72 15,-3 2-52-15,4-1 52 0,-5 2 20 0,6 5 40 16,-1 2-32-16,0 5 44 0,0 5 44 16,-9 3-44-16,2 10-12 15,-6 3 12-15,-3 0 12 0,-4 9 344 0,1 7 0 0,-5 7-84 16,-5 1-40-16,-3 9-36 0,-3-4 36 15,-2-1-24-15,2-2-160 16,3-8-48-16,4-8-12 0,-1-4 12 0,5-6 72 16,0 0 40-16,5 0-112 0,7-13 0 0,-1 1 108 15,9-10-24-15,5-1-84 16,-1 1-136-16,-1-1 4 0,1 11-4 16,0 3-24-16,-9 2-8 0,6 7 92 15,-5 0 76-15,-4 10 232 0,-1 3 12 0,2 3 0 16,-9 3-48-16,3-4-100 15,1 4 40-15,-3-2-64 0,-1 1-72 0,0-2-68 0,0-4-56 16,-1 1-32-16,-3-3-52 16,8 3-84-16,-4-4-112 0,1-2-232 15,-1 0-116-15,0-1-308 0,3-3-932 16,-3 0-1116-16,0-3-2309 0</inkml:trace>
  <inkml:trace contextRef="#ctx0" brushRef="#br1" timeOffset="126212.951">20709 11776 1172 0,'0'0'9648'16,"0"0"-8595"-16,0 0-793 0,0 0 48 15,0 0 764-15,0 0 636 0,0 0-752 16,0 0-552-16,0 0-204 0,0 0 84 0,0 0 128 15,-86 95 208-15,65-66-16 16,10 3-160-16,-2 0-140 0,6-5-72 0,3 2-60 16,4-3-84-16,0-4-40 0,4-3-48 15,3 0-40-15,10-6-48 0,-6-4 76 16,10-5 12-16,3-4 0 0,3-7 0 0,1-9-12 16,3-6-148-16,1-7-84 15,0-3-124-15,-4-3 48 16,-4 4 0-16,-3 3 172 0,-10 2-48 0,-3 7 196 15,-3 3 44-15,-5 3 28 0,-5 1 140 16,-11 5-76-16,-4-2 84 0,-4 2-120 16,-3 4-16-16,-1 3 16 0,4 0 24 0,0 6-28 15,0 5-32-15,0 3-16 16,8 6-44-16,-4-1-4 0,4 0-112 0,4 0-96 16,4 0-136-16,0 0-260 0,8 4-140 15,0-4-316-15,0-1-1172 0,0-1-2821 16</inkml:trace>
  <inkml:trace contextRef="#ctx0" brushRef="#br1" timeOffset="127065.365">21268 11925 1264 0,'0'0'732'0,"0"0"2108"16,0 0 88-16,0 0-1320 0,0 0-896 0,0 0-92 16,0 0 165-16,0 0-41 0,0 0-192 15,0 0 36-15,0 0 60 16,8-67 236-16,-8 60-240 0,-8 2 88 0,-1-4-84 0,6 2-200 16,-5 0-124-16,0 0 20 15,-1 5-60-15,2-4-60 0,-1 2 132 16,4 4 236-16,-5 0-56 0,6 0-252 0,-5 0-284 0,0 4-40 15,1 4-80 1,-6 6-4-16,5-1 64 0,-3 2 60 16,2 8 40-16,-3-1-28 0,1 7 160 0,2 3 12 15,-2-1-16-15,-2 0-80 16,5 1-4-16,1-3-72 0,3-4-12 0,4-5-8 16,0-5-76-16,0-2-4 0,0-4 4 15,4-2 76-15,3-4 8 0,1 1 0 0,5-4-56 16,2-4 56-16,5-9-4 0,1-3-4 15,7-2-64-15,-2-8-52 0,2-2-84 16,0-1 0-16,0-4 0 0,-3 6 96 16,-1-2 28-16,-5 1 8 0,-3 2-32 15,-4 4-52-15,1 3 0 0,-6 0 36 16,1 3-48-16,-4 2-36 0,1 6 208 16,-5 1 0-16,4 3 56 0,-4 2-8 0,0-1 4 15,0 3-40-15,3-3 112 0,-3 3 72 16,4-4 0-16,-4 2-36 0,4-3-36 15,0-1-40-15,4 1 4 0,0-9-88 16,0 5-88-16,4-7 84 0,-4 3-44 16,0-6 0-16,4 1-40 0,-5-2 16 0,2-5-88 15,-1 0-52-15,-4-5-44 0,-1 2 56 16,1-3-44-16,-4-1-28 0,0 0 148 16,0 3 40-16,0 4 84 15,0 6 136-15,0 1 12 0,-4 1-12 0,1 4 52 16,-1-2-16-16,4 2 60 15,-4 0-168-15,0 1 108 0,4-1-76 0,-4 0 28 16,4 1-124-16,0 6 148 0,0-1 60 16,0 7-36-16,0 0-60 15,0 0 8-15,0 0 16 0,0 2-136 0,0 9-72 16,0 8 72-16,0 6 156 0,-5 13 40 16,1 9-48-16,1 11-64 0,-5 2-80 0,0 7-4 15,-4 6-12-15,0 0-36 0,-4 2-24 16,4-2-88-16,4-2-24 0,1-15 124 15,2-1 56-15,5-14 4 0,0-3 0 0,0-6 0 16,9-7 8-16,2 1-8 16,1-5-8-16,0-7-200 0,-4-5-160 0,0-5 48 15,4-1-112-15,0-3-136 0,4-7-284 16,0-5-1156-16,0-4-1212 0,-4-6-2789 16,-1 2 181-16</inkml:trace>
  <inkml:trace contextRef="#ctx0" brushRef="#br1" timeOffset="127531.366">22092 11722 7840 0,'0'0'5949'0,"0"0"-5669"16,0 0 20-16,0 0 384 0,37 98 876 15,-29-47 80-15,-1 10-436 0,-3 4-408 0,4 12-196 16,1 2 92-16,-2 7-131 0,-3 3-285 16,-4 4-176-16,0-5-100 0,0-2-76 15,-4-7-56-15,0-9-24 0,4-12-28 0,0-14-33 16,0-12-87-16,0-7-12 0,4-12-160 15,4-7-260-15,-4-3-120 0,5-3-132 0,2-16-240 16,1-6-380-16,0-9-1176 0,4-11-1613 16,-8-8-1027-16,0 11 2908 15</inkml:trace>
  <inkml:trace contextRef="#ctx0" brushRef="#br1" timeOffset="127739.442">22331 11687 1840 0,'0'0'7768'0,"0"0"-4971"15,0 0-1929-15,0 0-396 0,0 0 416 16,0 0 172-16,96 9-156 0,-68 7-244 0,-4 4-336 16,4 8-76-16,-4 1-200 0,-8 5-44 15,0 1 108-15,-12 7-24 0,-4 2 20 16,-13 3-20-16,-15 5-16 16,-7 2-8-16,-9-4-4 0,-12 5 40 15,0-11-24-15,-4-6 84 0,9-10-40 16,3-8-68-16,12-13-52 0,5-7-284 0,10-24-668 15,10-7-504-15,11-16-904 0,0 5-2829 16,15-47-3550-16</inkml:trace>
  <inkml:trace contextRef="#ctx0" brushRef="#br1" timeOffset="127957.605">22937 11296 13001 0,'0'0'1692'16,"0"0"-1088"-16,0 0 36 0,100 32 240 0,-72-13 16 15,-4 6-204-15,-1 4-260 0,-3 9-212 16,-3 1-172-16,-2 5-44 0,-2 3-4 16,-2 4-84-16,-7 3-28 0,-4 0 100 0,-8 1-284 15,-12 1-184-15,-12 5-64 0,-7-1-64 16,-10 0-56-16,-6 4-144 0,-4-4-60 0,-6-2-212 16,-3-2-172-1,-3-2-601-15,-5-6-1255 0,17-11-2116 16,-45 9 4900-16</inkml:trace>
  <inkml:trace contextRef="#ctx0" brushRef="#br1" timeOffset="128758.439">8279 15230 13745 0,'0'0'1392'16,"0"0"-1228"-16,79 13 76 0,-27-7 400 16,12-6 448-16,7 0 16 15,6-3-464-15,7-10-296 0,-1-6-100 0,4-4-188 0,1-2-56 16,-8 3-60-16,-5 0-160 15,-7 4-172-15,-8 1-312 0,-12 4-324 0,-12 11-600 16,-12 2-2248-16,-20 7-3521 0</inkml:trace>
  <inkml:trace contextRef="#ctx0" brushRef="#br1" timeOffset="128943.457">8502 15643 8564 0,'0'0'6465'0,"0"0"-6061"0,0 0-40 16,0 0-352-16,80 29 1068 0,-37-22 60 0,6-7-412 16,11 0-224-16,-2-5-112 0,11-4-48 0,6-7-344 15,-2 0-84-15,2 1-236 16,0-1-148-16,-3 0-392 0,0 3-556 0,-16 3-1352 16,11 1-3737-16</inkml:trace>
  <inkml:trace contextRef="#ctx0" brushRef="#br1" timeOffset="129661.427">8514 16084 5156 0,'0'0'856'15,"0"0"2028"-15,-80 32-2040 0,60-25-200 16,1-1 941-16,6-4 419 0,9-2-372 16,4 0-592-16,0 0-528 0,0 0-140 0,4 0-12 15,13 0-212-15,11 0 236 0,11 0 404 16,9 0 80-16,16 0-340 0,4 4-236 15,3-1 24-15,1 1-60 0,8-4-232 0,-5 0-24 16,9-4-72-16,0-3-16 0,4-5 4 16,-1-3-72-16,5-5-248 15,4 1-440-15,-1-6-396 0,-24 6-1104 16,33-16-3305-16</inkml:trace>
  <inkml:trace contextRef="#ctx0" brushRef="#br1" timeOffset="130048.864">10985 14732 9140 0,'0'0'5533'0,"0"0"-4309"15,0 0-756-15,0 0-256 0,0 0 560 0,0 0 688 16,0 0-528-16,0 0-504 0,3 73-76 16,-3-23-84-16,0 14-72 15,4 6-60-15,-4 9 68 0,4 4-80 0,-4 3-112 16,0 0 72-16,4 2-72 0,-4 1-12 0,0 0-88 15,0 1-48-15,0-8-32 0,0-3-88 16,0-10-12-16,0-5-64 0,4-16-228 16,0-10-68-16,4-10-108 0,4-9-280 15,-4-13-312-15,8-6-688 0,-4 0-772 0,8-21-2565 16</inkml:trace>
  <inkml:trace contextRef="#ctx0" brushRef="#br1" timeOffset="130318.234">11475 15046 9972 0,'0'0'4825'0,"0"0"-4281"16,0 0-308-16,60 98-60 0,-29-53 620 15,-4 6 460-15,5-1-172 0,1 8-532 0,-1-8-196 16,0 1-136-16,0 0-108 0,-1-3-112 16,-3 0-72-1,-1-1-36-15,1-6-88 0,-4 1-232 0,1-7-396 0,-5-7-204 16,3-9-748-16,-3-9-1064 16,-3-10-2369-16,-2-3-1159 0,-3-26 5752 0</inkml:trace>
  <inkml:trace contextRef="#ctx0" brushRef="#br1" timeOffset="130532.815">12108 14916 6596 0,'0'0'6109'16,"0"0"-4937"-16,-68 70-844 0,36-32-24 0,-7 6 708 16,-2 7 428-1,-6 9-336-15,-1 1-484 0,0 6-140 0,0-1-124 16,1 1-100-16,-5-3-108 0,7-2-144 15,-2 2-4-15,8-10-184 0,2-7-260 0,5-1-192 16,13-12-168-16,2-5-428 0,10-7-1300 16,7-3-2733-16,0-9-3395 0,7-3 8656 0</inkml:trace>
  <inkml:trace contextRef="#ctx0" brushRef="#br1" timeOffset="130828.388">12706 15535 3124 0,'0'0'616'0,"0"0"6228"0,-80 19-4659 16,48-3-265-16,-4 10-712 15,1 2-128-15,3 13-200 16,4 6-140-16,-4 7-224 0,8 4-148 0,4 2-72 15,4 4-40-15,12-4 40 0,4-6 20 0,0-7-48 16,12-5-136-16,8-10 28 0,3-10-28 16,9-6 320-16,0-10-111 0,5-6-149 15,6-6-140-15,-3-13-52 0,0-10-156 0,0-6-148 16,-9-3-193-16,1-3-151 16,-11-3-48-16,-6 6-444 0,-11-1-1212 0,-4 7-1980 15,-4 0-1209-15,-4 14-1119 16</inkml:trace>
  <inkml:trace contextRef="#ctx0" brushRef="#br1" timeOffset="130976.278">12491 15763 4804 0,'0'0'8405'15,"0"0"-6765"-15,0 0-1012 0,0 0-36 16,47 70 572-16,-19-54-100 0,4-3-212 0,0-7-328 16,7-2-436-16,2-4-88 0,-2-10-456 15,1-3-368-15,0-6-288 0,-8-3-516 16,-5 3-904-16,-3-4-2065 0,-11 5-1415 0,-2 8 3468 15</inkml:trace>
  <inkml:trace contextRef="#ctx0" brushRef="#br1" timeOffset="131115.863">12845 15811 652 0,'0'0'10373'0,"0"0"-8433"0,-12 80-1240 16,8-42-356-16,4 3 212 0,0 7 416 0,0-1-128 16,4 0-144-16,4 2-216 15,0-5-176-15,-1-6-308 0,2-2-248 16,-1-11-572-16,3-10-148 0,2-5-532 0,-1-8-720 15,4-2-1029-15,-8-8-2823 0,7-24 4480 16</inkml:trace>
  <inkml:trace contextRef="#ctx0" brushRef="#br1" timeOffset="131357.78">13507 14925 12925 0,'0'0'3052'0,"0"0"-2388"16,-5 96-612-16,10-52 384 0,-1 20 668 0,3 3 136 15,1 5-528-15,0 8-408 0,0 2-216 16,0 7-40-16,0 3-48 0,1 1-40 16,-6-6-144-16,-3 1-220 0,0-11-124 0,0-3 76 15,0-6-164-15,0-10-772 0,-8-6-924 16,4-4-1657-16,0-17-2331 0,0 13 1869 15</inkml:trace>
  <inkml:trace contextRef="#ctx0" brushRef="#br1" timeOffset="131965.555">18698 14865 4652 0,'0'0'740'0,"0"0"4500"0,0 0-3391 16,0 0-509-16,0 0-176 0,0 0-220 0,0 0-524 15,0 0-124-15,0 0 32 16,-76 70 92-16,60-33 224 0,1 9 36 0,6 10-104 16,-3 7-168-16,12 8-44 0,0 2-44 15,0 0-4-15,8-3-244 0,9-1-72 0,2-4-204 16,5-8-104-16,4-7-156 16,8-11-100-16,-1-12-348 0,10-10-324 0,2-17-940 15,1-10-968-15,-4-16-3073 0</inkml:trace>
  <inkml:trace contextRef="#ctx0" brushRef="#br1" timeOffset="132428.522">19160 15037 6704 0,'0'0'7297'0,"0"0"-6197"16,8 88-660-16,-8-43-116 15,4 9 332-15,0 3 476 0,0-6-228 0,0-6-388 16,4-8-440-16,-1-5-76 15,2-6-372-15,3-7-232 0,-1-10 12 16,6-5-32-16,-2-8 64 0,5-9 56 16,5-9-24-16,-5-6 148 0,3-4 192 0,-7-3 188 0,0 2 204 15,-4 3 248-15,-4-3 64 0,0 5-112 16,-4 3-168-16,0 2 12 16,0 11 116-16,0 5-116 0,-4 5 36 15,0 2 212-15,4 2-128 0,-4 8-156 16,4 3 20-16,-4 6-24 0,0 3-120 0,4-3 20 15,-4 0 4-15,0-3-112 0,0-6-44 16,0-8-104-16,4-2-12 0,-1 0-60 16,6-2 44-16,3-8 176 0,4-6 0 15,3-6-52-15,2 0-96 0,3-1 40 0,-5 5 20 16,1 8-36-16,1 3 124 0,-2 7 168 16,-3 7 32-16,0 9 144 0,-4 9 368 15,0 3 144-15,-1 1-468 0,-2 3-168 0,-1 0-124 16,0-7 160-16,-1-2-124 15,2-5-132-15,-1-2-180 0,-4-3-260 16,3-7-56-16,2-3-56 0,3 0 64 16,4-3 92-16,-4-12-860 0,8-4-452 0,8-3-1100 15,-1-6-1409-15,9 0-775 16,-4-1 2016-16,4 1 1805 0,-4 2 1171 16</inkml:trace>
  <inkml:trace contextRef="#ctx0" brushRef="#br1" timeOffset="132954.044">20105 15221 432 0,'0'0'2580'0,"0"0"1584"0,0 0 961 16,0 0-2817-16,0 0-644 15,0 0-332-15,0 0-184 0,0 0-264 0,0 0-148 0,-13 69 56 16,-2-43-87-16,3-7-73 16,-1 0-260-16,6-7-248 0,3-5-124 0,0-1-136 0,4-2 4 15,0-4-12-15,0 0-76 0,0 0 76 16,4 0 12-16,-4 0-28 16,8 0 51-16,-1 0 109 0,6 0 12 0,-5 3-12 15,3 0-52-15,2-1-8 0,2 3 8 0,-2-5-68 31,2 0-76-31,2-7-96 0,-2-5-48 0,1-4 196 16,4-8 32-16,-4 3 4 0,-4-8-124 16,4 1-88-16,-4-1 28 0,-5 1 80 0,2-2 92 15,-5 5 56-15,-4 3-44 0,0 4 20 16,0 4 76-16,0 8 12 0,0 3 148 16,0 3 36-16,0 0-12 0,0 0-112 0,-4 3-60 15,4 0-72-15,-5-3-88 16,5 0 0-16,0 3-24 0,-4 1 12 0,0-4 0 15,4 3-372-15,-3 1-52 0,-1-1-36 16,0-3-24-16,0 5-172 16,-5-5 136-16,5 7 236 0,1-7 212 0,3 3 156 0,-4-3 76 15,4 0-52-15,0 0-52 16,0 3 4-16,0-3 36 0,-4 0 24 16,4 4 44-16,0-4 8 0,0 3 48 0,-4-3 56 15,4 3 100-15,0-3 88 0,-4 0 24 16,0 0 12-16,-1 2-24 0,2-2-140 0,-1 0 40 15,-4 4 108-15,0-4 4 0,0 3-80 16,4 0-156-16,-4-3-16 0,-3 4-4 16,2 3 4-16,1-2-64 15,-3 4-80-15,2-2-84 0,-3 3-40 16,5 3-8-16,-1-7-164 0,-1 7-344 16,5-7-448-16,-3 4-1252 0,7-4-1749 0,-4 0-591 15,0-3 4524-15,4 0-648 0</inkml:trace>
  <inkml:trace contextRef="#ctx0" brushRef="#br1" timeOffset="133400.625">20734 15186 8564 0,'0'0'6185'16,"0"0"-5401"-16,0 0-572 0,0 0 204 0,0 0 336 16,-79-3 32-16,54 18-292 0,5 8-180 15,-4 8 32-15,5 4 268 16,-2 7 248-16,6-1-240 0,6-3-120 16,2-6-160-16,7-7-135 0,0-9-205 15,0-6 0-15,7-4-108 0,6-6 108 16,6-4 244-16,5-10 68 0,8-10-260 0,4-10-52 15,4-10-280-15,4-7-121 0,0-7-39 16,0-2 136-16,-5-1-24 0,2-2 24 16,-2 0-160-16,-7-7-212 0,0-2-136 15,-8-2-64-15,-9-2 156 0,2-1 380 16,-9 8-12-16,-8 4 76 0,0 18 276 0,0 12 176 16,0 17 540-16,0 11 128 15,-4 7-260-15,0 13-104 0,-5 9 12 0,-2 9-160 16,3 10-124-16,-5 11 96 0,2 2 112 0,-1 6 72 15,0 0 0-15,4 1-160 16,0-4-328-16,-1-3-124 0,2-7-360 0,3-2-384 16,0-4-284-16,4-3-712 0,0-13-2584 0,-4 4-3005 15</inkml:trace>
  <inkml:trace contextRef="#ctx0" brushRef="#br1" timeOffset="133646.93">21272 15084 5348 0,'0'0'8973'16,"0"67"-8201"-16,0-22-772 0,-9 8-76 16,2 10 76-16,-1 8 980 0,0 1 408 15,-4 6-348-15,8-3-216 0,0 1-4 0,0 1-292 16,0-1-336-16,4-4-128 16,0-1 92-16,0-8-156 0,0-6-96 0,0-6-488 15,0-6-40-15,0-4-100 0,0-10 132 16,0-6-52-16,-4-8-40 15,-1-8-332-15,5-9-432 0,0-9-100 16,-3-10-440-16,3-10 503 0,0-9-343 0,0-9 84 16,3-11 364-16,2-9-888 0,-1 13 1840 15,4-44-684-15</inkml:trace>
  <inkml:trace contextRef="#ctx0" brushRef="#br1" timeOffset="133887.791">21392 15116 6004 0,'0'0'7073'0,"0"0"-5573"0,0 0-756 0,0 0-216 15,0 0-148 1,0 0 356-16,0 0-52 0,0 0-436 0,0 0-248 16,86-29-84-16,-65 29-12 0,3 6 96 15,-5 10 0-15,-2 4 0 0,-6 5-76 16,-6 4-36-16,-5 2 112 0,0 4 12 16,-16 3 100-16,-9 1 12 0,-3-2-36 15,-3 2-88-15,-5-4 0 0,-4-7-60 0,5-6-204 16,3-9-96-16,4-6-76 0,8-7-116 15,8-20-440-15,8-5-464 0,4-16-616 16,12-10-937-16,12-10-1683 0,-5 11 2100 16,22-43 1624-16</inkml:trace>
  <inkml:trace contextRef="#ctx0" brushRef="#br1" timeOffset="134080.193">22188 14436 2796 0,'0'0'11125'0,"0"0"-9117"0,12 80-1116 15,-12-32-172-15,-4 12 396 0,-4 13 12 16,-8 9-64-16,0 7-288 16,-3 9-251-16,-2 1-249 0,-3 2-276 0,5 5-84 0,-5-5-120 15,0-6-125-15,-1-5-303 0,6-5-124 16,-1-5-236-16,0-7-140 0,4-10 44 16,0-3-1212-16,-3-12-1961 0,6-13-1451 15,-6 3 996-15</inkml:trace>
  <inkml:trace contextRef="#ctx0" brushRef="#br0" timeOffset="213394.523">25196 12779 12533 0,'0'0'1580'16,"0"0"-1084"-16,0 0-296 0,0 0 80 16,0 0 436-16,-4 79 388 0,4-31-248 15,-4 10-260-15,4 14 44 0,-7 8-16 0,-2 12-160 16,-3 6-84-16,1 10-76 0,-6 0-84 16,2 0-108-16,-1-6-112 0,-5-4-40 15,2-12-140-15,-1-13-40 0,4-16-72 0,4-13-52 16,4-15-60-16,4-13 220 0,0-10 88 15,4-6-324-15,0-16-208 0,0-15-908 16,0-14-452-16,8-18-164 0,-4-17-189 0,4-15-207 16,0-10 24-1,-4 20-424-15,0-55 689 0</inkml:trace>
  <inkml:trace contextRef="#ctx0" brushRef="#br0" timeOffset="213727.449">25037 12830 3324 0,'0'0'720'0,"0"0"5720"15,36-70-4871-15,-29 57-213 0,6 7-556 16,-2 4-192-16,6-3 124 0,2 5 164 0,9 0-236 15,4 7-176-15,4-1-152 0,4 7-20 16,-4 6-128-16,0-1-184 0,-5 8-96 16,-6 7-52-16,-10 1 12 0,-6 8 40 15,-9 5-28-15,-4 4-64 0,-13-3-160 0,-3 2 0 16,-12-2 100-16,1-3 60 0,-5-8 124 16,-4-2 16-16,1-6-76 0,-2-7-68 15,5-6-48-15,5-7 116 16,6-2 124-16,6-4 108 0,7-3 28 15,8 0 220-15,4 0 32 0,0 7-312 0,8-2 96 16,8 12 216-16,4 2 44 0,7 3-24 16,5 0 0-16,0 0-124 0,1 1-52 15,2-5-8-15,-3 1 20 0,4-2 0 16,-4-4-160-16,0-1-84 0,-4-2-92 0,0-1-128 16,0-2-148-16,-9-1 24 0,5-3 24 15,-8-3-260-15,-4 0-688 16,0 0-936-16,-4-9-652 0,-4-1-1329 0,-4-12-2247 0</inkml:trace>
  <inkml:trace contextRef="#ctx0" brushRef="#br0" timeOffset="214028.148">25602 13547 4956 0,'0'0'7669'0,"0"0"-6725"16,41 76-524-16,-26-53 164 0,9-4 312 0,1-7-204 15,-2-5-176-15,10-7-192 0,2-10-140 16,5-9-20-16,8-9-76 0,-1-4-88 0,2-5-48 15,-2-5 0-15,-8 3-100 16,-2 2-92-16,-14-1-20 0,-6 8 220 0,-14 2 40 16,-3 3 12-16,-11 3-12 0,-17 0-140 15,-4 5 44-15,-8 11 96 16,0 6 240-16,0 6 308 0,1 17-216 0,-2 8-44 16,2 8-52-16,7 8 32 0,0 4 92 15,4 0-4-15,8 2-112 0,1-1-44 16,6-5-56-16,9-5-144 15,4-4-164-15,8-6-216 0,12-7-60 0,8 0 92 16,4-6 300-16,11-6-212 16,6-7-172-16,7-6-240 0,0-3-532 0,3-13-616 15,-7 4-920-15,11-20-3209 0</inkml:trace>
  <inkml:trace contextRef="#ctx0" brushRef="#br0" timeOffset="214530.296">26934 13164 1880 0,'0'0'652'15,"0"0"1652"-15,0 0 376 0,0 0-1472 16,0 0-172-16,-88 69-156 0,56-40 97 0,0 2 51 16,-4 4-160-16,4-3-120 0,0 3-164 15,9-7-80-15,3-2-104 0,8-7-112 16,7-3-200-16,1-3-88 0,4-1-176 15,0-2 52-15,9 3 112 0,3 2-52 0,3-2 16 16,5-1 36-16,1 2-40 0,-2-2 44 16,5 1-44-16,0-3-8 0,-4 2 60 0,-4-2 8 15,0-1 4-15,0 4 36 0,-9-4 244 16,-2 4-44-16,-1 3 44 16,-4 0 20-16,0 6-24 15,-12 3-112-15,-4 0-104 0,0 5-64 0,-4-2 0 0,0-3 68 16,-4-2-76-16,9-8-124 15,-6-2 60-15,10-3 52 0,-2-6-172 0,5-4-380 0,5-7-304 16,-5-9-92-16,3-3-336 16,5-7 108-16,0-2-369 0,5-1-591 15,3 4-932-15,-1 6-1424 0</inkml:trace>
  <inkml:trace contextRef="#ctx0" brushRef="#br0" timeOffset="-214267.691">27105 13423 1332 0,'0'0'7744'16,"0"0"-6892"-16,0 0-800 0,0 0 476 15,0 0 773 1,0 0 7-16,0 0-492 0,0 0-512 0,0 0 36 16,7 86 180-16,-7-48 284 0,0 4 64 0,0 2-136 15,0-6-284-15,4 0-324 0,5-8-120 16,3-9-4-16,4-4-176 0,-1-5 4 15,6-10-40-15,3-2 52 0,4-5 72 16,-1-11 76-16,5-7-100 0,4-5 0 16,-4-7-100-16,0 0-24 0,-4 0-100 0,-5-3 56 15,-3 3 52-15,-3 0 28 0,-10 4 124 0,1 2 12 16,-4-1-112-16,0 12 72 0,0 6 104 16,-4 9 264-1,0 3 200-15,5 6 4 0,-5 10-80 16,0 9-100-16,0 7-4 0,0 3 4 15,0 2 20-15,0 1 24 0,0-5-72 0,3-5-260 16,1-6-12-16,0-3-220 0,8-6-216 16,-4-3 16-16,8-10-4 0,4 0 172 15,-1-13 116-15,6-9-156 0,6-4-184 16,-3-8-56-16,4-2-24 0,-4 2 24 0,0-5 152 16,0 8 148-16,-4 5-304 0,-4 11 240 15,-8 5 244-15,4 10 64 0,-9 5 412 0,2 12 504 16,-5 8-384-16,4 4-216 0,-1 6-188 15,6 3 148-15,2 4 268 0,2-8 400 16,2-2-808-16,5-6-136 16,4-11-276-16,8-5 12 0,4-7 264 0,4-6 40 15,-1-10-40-15,5-9-252 0,1-4 4 0,-6-5 32 16,-3-5-72 0,-5 3-28-16,-3-3-292 0,-4-2 36 15,-8 0-76-15,-8-3-340 0,-3 0 360 16,-9-1 75-16,-4 4 553 0,-9 3 117 0,-7 9 615 15,1 7 268-15,-2 13 248 0,2 6-160 16,-5 4-456-16,4 8-420 0,-4 14 0 0,0 2 144 16,0 10 4-16,0 0 40 0,4 4-40 15,4-1-24-15,9-3-128 0,-2-3-208 16,9-3 0-16,0-4-100 0,13-2-132 0,2-4 56 16,5 0-84-16,8-6-112 15,4 0-4-15,12-1 376 0,4-5-336 0,-1-3-672 16,9-7-320-16,4 0-420 0,-16 0-973 15,20-10-2403-15</inkml:trace>
  <inkml:trace contextRef="#ctx0" brushRef="#br0" timeOffset="-213765.764">29603 13275 6624 0,'0'0'4853'0,"0"0"-4057"15,0 0-388-15,0 0-100 0,0 0 456 0,0 0 36 16,0 0-396-16,-72 83 88 0,40-36 108 16,4 3 432-16,1 4-164 0,2-3-216 15,10-3-268-15,2-13-188 0,10-7-196 0,3-9-148 16,7-10 88-16,6-2 8 16,7-7 4-16,7-3 44 0,10-16 0 0,2-7-4 0,9-9-32 15,0-5-256 1,0-4-124-16,-4 5 72 0,-5 1 112 15,-3 9-24-15,-4 10 48 0,-4 7 76 0,-12 12 112 16,-4 0 24-16,-9 14 408 0,-3 10 64 16,0 4-64-16,-7 4-184 0,-1 7-40 0,-5-6 76 0,10 0-16 15,-1-8-136 1,0-3-108-16,4-9-148 0,8-7-100 16,4-3-60-16,7-3 24 0,6-12 28 15,3-10-144-15,7-10-380 0,1-10-804 16,4-2-688-16,4-10-133 0,-12 9-807 15,16-34-2440-15</inkml:trace>
  <inkml:trace contextRef="#ctx0" brushRef="#br0" timeOffset="-213447.631">30699 12290 3192 0,'0'0'376'0,"0"0"5540"0,0 0-4752 16,-8 86-315-16,-8-32 155 15,-5 16 484-15,-7 13 80 0,5 5 112 16,-5 7-380-16,0 1-316 0,8-5-424 0,1-1-472 0,2-5-88 15,10-5-296-15,-1-7 16 16,-1-10 196-16,9-9-188 16,0-12-428-16,13-11-204 0,-2-9 472 15,1-9-132-15,-3-10-1056 0,-2-3 684 16,-7-6 300-16,0-10-220 0,-11-6-1149 16,-6-10-67-16,-11-3 724 0,-3-5 436 0,-9-6 468 15,-8-4 368-15,0-4 76 16,0 6 272-16,5 4 184 0,-2 9 272 15,17 12 1088-15,5 11 665 0,11 6-573 0,12 6-880 0,4 3-1016 16,12 6-4-16,16 4 424 16,15-3 184-16,13-1 0 0,16-6-336 0,12-3-204 15,11-6-76-15,5-7-100 0,0 0-584 16,-1-2-500-16,-23 2-764 0,23-6-1157 0</inkml:trace>
  <inkml:trace contextRef="#ctx0" brushRef="#br0" timeOffset="-212473.054">26248 15227 5528 0,'0'0'248'0,"0"0"3884"0,0 0-3396 16,0 0-323-16,0 0 331 0,0 0 768 15,0 0-204-15,0 0-528 0,0 0-452 16,4 70-4-16,-4-23-16 0,0 14 352 0,0 8 184 16,0 11-336-16,-4-1-176 0,0 7-124 15,-4-3-60-15,4-1-148 0,1-3-48 16,3-9-88-16,-4-5-112 15,4-9-144-15,0-8-216 0,7-13-36 0,-3-13-80 16,8-9 16-16,4-11-264 16,4-4-68-16,4-18-444 0,-4 1-1337 0,16-28-1715 15</inkml:trace>
  <inkml:trace contextRef="#ctx0" brushRef="#br0" timeOffset="-212148.357">26754 15598 10496 0,'0'0'2545'0,"0"0"-2037"16,-20 95-500-16,9-50 440 0,2 6 436 0,5-3 212 15,0-11-444-15,4-2-388 0,8-9-240 16,12-7-24-16,0-6-12 0,8-7-152 16,0-6 92-16,8-6 60 0,0-7 12 0,3-10 8 15,1-4-8-15,-3-5-176 0,-2-3 52 16,-3 0 36-16,-4-1 4 0,-5 1 84 15,-2 2 12-15,-9-3 108 0,-4-2-120 0,-4 3-112 16,-4 4 112 0,-8-1 0-16,-5 3 12 0,-6 11 88 15,-5-2 140-15,-4 10-68 0,-4 4 40 0,0 6-60 0,0 0 44 16,-3 3-196 0,-1 6-100-16,3 4-100 0,-2 0-24 0,-1 3-212 15,0 3-132-15,8 0-140 0,-4 4-212 16,8-4-560-16,0 2-641 0,5-4-2143 15,-5 5-1808-15</inkml:trace>
  <inkml:trace contextRef="#ctx0" brushRef="#br0" timeOffset="-211166.328">27587 15533 4152 0,'0'0'9045'0,"0"0"-7557"0,0 0-1036 15,0 0-400-15,0 0-52 0,0 0 188 16,0 0-188-16,0 0-304 0,0 0-200 0,0 0 496 16,32 4-196-16,-24 3-480 0,-1 3-760 15,-3-3-1429-15,-4 5-3671 0</inkml:trace>
  <inkml:trace contextRef="#ctx0" brushRef="#br0" timeOffset="-211031.179">27551 15884 7956 0,'0'0'3193'0,"0"0"-2601"16,0 0-488-16,0 0 100 0,0 0 248 0,0 0-364 0,80-12-88 15,-56-4-768-15,4-3-585 16,0-7-1119-16,-4 4-2680 0</inkml:trace>
  <inkml:trace contextRef="#ctx0" brushRef="#br0" timeOffset="-210756.208">28073 15726 8612 0,'0'0'4077'16,"0"0"-3805"-16,-8 79-160 0,4-54 524 15,0 1 368-15,4-10-524 0,4-7-480 16,8-9-164-16,8 0 164 0,8-19 108 0,4-6 32 15,7-10-140-15,5-11-152 0,4-1-100 16,-4 0-76-16,-4 0 88 0,-8 5-64 16,-4 6 124-16,-12 8 120 0,-12 3 60 0,-4 6 52 15,-9 3 48-15,-14 4 192 0,-5-1 52 16,-4 7 48-16,0 6 24 0,-3 0 112 16,7 12-228-16,0 7-160 0,3 6-40 15,1 5-40-15,5 3-60 0,7 3-124 16,4-4-184-16,8 0-68 0,4-10-276 15,7-2-932-15,13-8-957 0,-7-3-2327 16</inkml:trace>
  <inkml:trace contextRef="#ctx0" brushRef="#br0" timeOffset="-210504.458">28594 15751 4832 0,'0'0'5984'0,"0"70"-5123"0,0-42-501 0,0 2-76 0,0-5 60 16,9-10 116-16,3-8-232 0,8-7-48 15,4-7-52-15,8-14 164 0,4-9 48 0,3-5-212 16,-3-7 48 0,-4-1-36-16,0 4-76 0,-8 2-56 15,-8 5 156-15,-4 3 24 0,-5 4 140 0,-7 2 0 16,-3 4-64-16,-9 1 104 0,-4 4-184 16,-4 2-8-16,-4 5 36 0,4 7-100 15,0 0 148-15,-4 7-260 0,4 5-244 0,0 5-80 16,1 5-24-16,-2 0-44 15,1 7-552-15,5-1-600 0,-2-9-1149 0,-6 16-2619 0</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01:26.409"/>
    </inkml:context>
    <inkml:brush xml:id="br0">
      <inkml:brushProperty name="width" value="0.05292" units="cm"/>
      <inkml:brushProperty name="height" value="0.05292" units="cm"/>
      <inkml:brushProperty name="color" value="#FF0000"/>
    </inkml:brush>
  </inkml:definitions>
  <inkml:trace contextRef="#ctx0" brushRef="#br0">28316 6819 1756 0,'0'0'2152'0,"0"0"2216"0,0 0-2348 15,0 0-795-15,0 0-9 16,0 0 388-16,-27-72-4 0,14 61-332 0,-2 6-712 0,2-2-196 15,-2 0-152-15,-2 5-8 16,2 2-52-16,-6 0-64 0,1 0 4 0,-3 2-40 16,-5 5 0-16,-4 5 16 0,0 2-60 15,-4 5-4-15,-4 0-12 0,1 0-52 0,-1 3 56 16,3 1-4-16,2-5-48 0,7 4-16 16,8 1 16-16,4-7-40 15,8 3 16-15,8-3 84 0,0 0 148 16,8-1 292-16,12 1-96 0,4-3-172 0,8-1-64 15,4-5-104-15,4 0-8 16,4-5-40-16,-5-2-116 0,1 0-160 16,0 0-244-16,-9 0-128 0,-3-2-104 0,-3 2-604 15,-13-3-968-15,-4 3-1909 0,-8 0-1171 16,0 0 2292-16</inkml:trace>
  <inkml:trace contextRef="#ctx0" brushRef="#br0" timeOffset="193.986">27750 7197 1668 0,'0'0'6988'0,"0"0"-5540"0,0 0-700 0,0 0 449 16,0 0 235-16,0 0-200 15,0 0-412-15,0 0 100 0,0 0-12 0,84 16-252 16,-48-12-100-16,0-4-124 0,3 0-200 16,-2 0-48-16,2-4-176 0,-3 1-8 0,0-3-148 15,-1 2-60-15,6-2-184 0,-2 0-360 16,1 0-456-16,1-1-564 15,-6 1-1272-15,-7 0-3045 0,8-4 274 0</inkml:trace>
  <inkml:trace contextRef="#ctx0" brushRef="#br0" timeOffset="6192.146">29599 6534 5548 0,'0'0'6545'0,"0"0"-5957"15,0 0-484-15,0 0 216 0,-79-54 392 16,51 44 264-16,0 7-244 0,0 0-180 0,-4 0-224 16,4 3-76-1,-4 3-80-15,-4 6 40 0,0 7 76 0,-4 10 32 16,5 6 116-16,-9 12 80 0,4 7-120 0,0 12-92 15,0 4-32-15,5 6-88 0,-2-1 48 16,5 2-172-16,4 2-60 0,5-7-40 16,3-5 32-16,12-6 4 0,4-8-80 15,8-11 80-15,20-8-132 0,3-9 56 16,14-5 76-16,2-10-92 16,9-7 48-16,4 0 36 0,4-14-224 0,0-5-132 0,-1-6-160 15,-3-5-28-15,-12 0-88 16,-8-5-156-16,-8-1-284 0,-9 1-560 0,-10-2-108 15,-5 8-477-15,-4-21-2531 0</inkml:trace>
  <inkml:trace contextRef="#ctx0" brushRef="#br0" timeOffset="6358.8">29236 6917 5624 0,'0'0'6121'0,"0"0"-4981"0,0 0-448 0,0 0 360 0,0 0 320 15,0 0-156-15,0 0-376 0,13 68-124 16,15-65-40-16,3-3-208 0,5 0-164 15,4 0-304-15,-5-6-100 0,6-4-96 16,-5 1-296-16,-5-1-172 0,-3 0-336 16,-4 1-544-16,-12 3-500 0,-4 0-344 15,-4-1-801-15,-4 3-1423 0</inkml:trace>
  <inkml:trace contextRef="#ctx0" brushRef="#br0" timeOffset="6510.706">29475 6994 3724 0,'0'0'4012'0,"0"0"-2340"16,-20 73-392-16,20-44 45 0,-8 9 3 15,5-3-184-15,-1 3-136 0,0 0-112 16,4-6-348-16,0-1-272 0,0-5-276 0,0-1-188 16,4-6-124-16,3-3-204 15,1-3 28-15,5-3-192 0,-6-3-460 16,1-2-1096-16,1-5-1989 0,2 0-471 0</inkml:trace>
  <inkml:trace contextRef="#ctx0" brushRef="#br0" timeOffset="6753.476">29958 6854 7748 0,'0'0'4117'16,"0"0"-2289"-16,0 0-1396 0,0 0-140 15,0 0 780-15,0 0 732 0,51 80-676 0,-35-48-488 16,0 2-296-16,0 1-172 0,4 1-108 16,-4-8-64-16,0 4-268 15,4-7-140-15,-4-3-120 0,-1-6-276 0,2-3-552 0,-6-7-588 16,2 0-968-16,2-8-2285 0</inkml:trace>
  <inkml:trace contextRef="#ctx0" brushRef="#br0" timeOffset="6943.906">30241 6823 9128 0,'0'0'840'16,"0"0"2257"-16,-88 54-1837 0,56-32-148 0,-4 10 380 16,0 0-364-16,5 2-436 0,-1-2-372 15,4 3-220-15,4 0-100 0,0-3-184 0,-1 0-188 16,10-4-268-16,-1-2-180 15,4-5-180-15,4-5-652 16,8-3-1128-16,0-9-1113 0,4-4-771 0</inkml:trace>
  <inkml:trace contextRef="#ctx0" brushRef="#br0" timeOffset="7453.56">30731 6684 1368 0,'0'0'6188'15,"0"0"-4824"-15,0 0-548 0,-88 88 304 16,56-43 157-16,0 2 11 0,4 6-168 16,-4 8-224-16,8-1-268 0,0 1-76 0,9-7-28 15,7-10-64-15,8-3-76 0,0-8-76 16,12-5-48 0,4-5 0-16,3-4-88 0,5-7 48 0,4-2-24 15,8-7-72-15,0-3-112 0,-1-3-12 16,6-7-160-16,-5-9-444 0,-4 0-196 15,-5 0-168-15,-2-6-136 0,-10-1-472 0,-7 0-696 16,0 4-993-16,-8-12-1739 0</inkml:trace>
  <inkml:trace contextRef="#ctx0" brushRef="#br0" timeOffset="7592.808">30647 6994 7140 0,'0'0'2168'16,"0"0"-772"-16,0 0-199 0,0 0-21 15,0 0-208-15,0 0-132 0,0 0-180 16,0 0-256-16,0 0-288 0,0 0-112 15,99 3-700-15,-75-9-324 16,0-7-556-16,0 4-809 0,-8 3-655 16,0-4-1320-16</inkml:trace>
  <inkml:trace contextRef="#ctx0" brushRef="#br0" timeOffset="7724.369">30886 6963 1228 0,'0'0'4912'0,"0"0"-2728"0,0 0-100 0,0 0-283 0,0 82-281 15,0-56-280-15,0-1-296 0,0 1-40 0,0-1-32 16,0-3-256-16,0 0-368 0,0-3-248 15,0 0 0-15,8-3-160 0,-4 0-212 16,4-6-284-16,0-1-228 0,4-3-136 0,4 0-560 16,-4-6-1144-16,8 0-2893 0</inkml:trace>
  <inkml:trace contextRef="#ctx0" brushRef="#br0" timeOffset="7953.867">31193 6924 10224 0,'0'0'1829'0,"0"0"-1521"16,0 0 612-16,0 0 1108 15,0 0-644-15,71 67-576 0,-51-45-312 16,0 0-188-16,0-3-176 0,0 1-132 15,0-2-88-15,0-1-180 0,0-4-664 16,-1-1-408-16,6-5-796 0,-9-5-2561 0,7-2-2519 16</inkml:trace>
  <inkml:trace contextRef="#ctx0" brushRef="#br0" timeOffset="8146.964">31440 6911 11361 0,'0'0'1780'0,"0"0"-1180"0,-76 58 72 0,44-33 840 16,-4 5-220-16,0-2-748 0,8 0-544 15,0 1-136-15,4-4-160 0,5-3-280 0,3-3-364 16,4 0-776-16,-1-3-800 0,10-7-1697 16,3-2-1319-16</inkml:trace>
  <inkml:trace contextRef="#ctx0" brushRef="#br0" timeOffset="8357.876">31670 7109 13549 0,'0'0'2052'15,"0"0"-2052"-15,0 0-540 16,0 0 540-16,0 0 316 0,84-32-316 0,-59 22-872 16,-5-3-588-16,-1 8-1393 15,1-9-2843-15</inkml:trace>
  <inkml:trace contextRef="#ctx0" brushRef="#br0" timeOffset="8512.425">31981 7032 6492 0,'0'0'7417'16,"0"0"-5661"-16,0 0-1112 0,0 0 32 16,0 0 476-16,0 0-388 0,76-3-504 0,-52 0-260 15,0 1-160-15,0-5-444 0,4 0-500 0,-4-3-636 16,-4 4-2840-16,7-3-3845 0</inkml:trace>
  <inkml:trace contextRef="#ctx0" brushRef="#br0" timeOffset="9065.045">32961 6684 6536 0,'0'0'1676'16,"0"0"44"-16,0 0 213 0,0 0-373 15,0 0-620-15,0 0-344 0,0 0-168 16,0 0-340-16,0 0 88 0,0 0 124 0,0 0 80 16,-91 38 284-16,71-24-120 15,0 6-244-15,0-1 8 0,5 0-24 16,-2 0 12-16,2 0-36 0,2-3-40 16,2 0-60-16,3 0-12 0,4-4-136 15,0-1-12-15,4-3 12 0,-5-2 60 16,5-1-24-16,0-3 4 0,0 2 20 0,0-4 0 15,0 0-20-15,0 3-40 0,-4 0-4 16,4 4 112-16,-7 2-20 0,3 4-92 16,0-1-4-16,-5 4 0 0,2 0-4 15,3 1-4-15,-4-3-8 0,4 2 0 0,0 1 0 16,-1-2-52-16,5-2 64 0,-3 3 88 16,3-3-76-16,0 0 84 15,0-1-20-15,0 1 8 0,3-7-72 16,2 4 36-16,3-4 12 0,-4 0 28 0,0 0 8 15,-4-2-48-15,4-1-48 16,-1-3-44-16,-3 0-128 0,0 0-8 16,0 0 68-16,0 0 40 0,0 0-16 0,4-3-80 15,-4-1-64-15,5-2-4 0,-5 0-32 16,0 0-52-16,4-1 0 16,-4 1-88-16,0 0 36 0,0 2 76 0,0-2-88 0,-4 0-16 15,4 0-228-15,-5-1-380 0,1 1-384 16,4 2-360-16,-3-5-569 0,3 5-651 15,-4-4-2196-15</inkml:trace>
  <inkml:trace contextRef="#ctx0" brushRef="#br0" timeOffset="9553.537">32739 7071 6688 0,'0'0'1972'0,"0"0"-1428"0,0 0-452 15,0 0 308-15,0 0 696 0,0 0-39 16,0 0-505-16,0 0-348 0,0 0-116 16,0 0-80-16,-25-4 144 0,18 17 76 0,-1-1 284 15,-5 5 212-15,6 2 96 16,-1-4-104-16,0 5-48 16,3-5-156-16,-2 1-164 0,3 0-24 0,4-2-52 15,0 0-12-15,0 2-28 0,0-3-120 16,0 3 24-16,8 0-12 0,0 0 12 0,0 3-76 15,0 0-12-15,3 0-40 0,2-3 36 16,2 0-36-16,2-3-8 16,3-1 4-16,-1-3-4 0,5-2-64 0,4-3-60 15,4-4-48-15,0 0-208 0,-4-13-164 16,0 1-40-16,-4-2 24 0,-5-5-20 0,-6 0-32 16,-5 0-120-16,-4-6-16 0,-1 3-268 15,-3-4-152-15,-3 0-789 16,3 4-935-16,-12-13-2336 0</inkml:trace>
  <inkml:trace contextRef="#ctx0" brushRef="#br0" timeOffset="9863.91">32894 7111 7264 0,'0'0'2412'16,"0"0"-1768"-16,0 0 389 0,0 0 759 0,0 0-164 15,0 0-560-15,0 0-600 0,0 0-392 0,0 0-76 16,0 0-456-16,0 0-412 0,84 6-116 15,-73-8-48-15,-3-2-328 0,1 2-405 0,-5 2 197 16,-4 0 412-16,0 0 196 0,0 0 492 16,0 2 468-16,-4 4 560 15,0 5 544-15,-5-5 128 0,2 7 36 0,3 3-219 16,-4-1-101 0,-1 7-52-16,5 2 140 0,-3 1-60 0,-1 0-148 0,-1 7-72 15,5-4-92-15,-3 1-56 16,3-1-264-16,4-2-212 0,0-5-132 15,0 2-72-15,8-4-76 0,4-3-40 0,4-4-368 16,4-2-68-16,-1 0-168 0,-2-7-724 16,3-3-652-16,-9 0-1109 0,1-13-2691 0</inkml:trace>
  <inkml:trace contextRef="#ctx0" brushRef="#br0" timeOffset="10179.226">32376 6852 5988 0,'0'0'1796'15,"0"0"-836"-15,0 0 308 16,0 0 21-16,0 0-33 0,-4 79-144 16,4-51-212-16,4 4 32 0,4 1-172 15,4 2-124-15,-4-2-140 0,4-1-36 0,0-3-128 16,-1 0-96-16,-2-7-164 0,3 0-72 16,-5-3-72-16,6-6-76 0,-5 0-88 15,-1-7-356-15,1 0-280 0,1-3-312 0,-1-3-676 16,-5 0-1193-16,9-6-2111 15</inkml:trace>
  <inkml:trace contextRef="#ctx0" brushRef="#br0" timeOffset="10379.097">32567 6842 8960 0,'0'0'1020'0,"0"0"-968"15,0 0 400-15,0 0 1093 0,-72 86 267 0,52-61-584 16,-3 4-648-16,-1 2-304 0,0 1-224 0,-4 0-52 16,0 0-48-16,-4 0-100 15,0-1-472-15,-4 1-428 16,5-1-276-16,3-8-949 0,-8 8-1679 0</inkml:trace>
  <inkml:trace contextRef="#ctx0" brushRef="#br0" timeOffset="12058.287">29133 7734 7476 0,'0'0'3881'0,"0"0"-2393"0,0 0-356 0,-24 63 260 0,16-31-72 16,0 3-116-16,0-3-252 16,8 3-276-16,0-3-260 15,8-4-184-15,8-2-136 0,8 0-92 0,4-8 84 16,0 1-76-16,4-6 36 0,-1 0-48 15,1-11-8-15,0 1-200 0,4-3-72 16,0-3-76-16,-1-4 36 0,10-4 24 0,-6-3-96 16,1-5 48-16,0 5 60 0,0-10-16 15,-4 2 76-15,-1-3-36 0,1 3-64 0,-3 0 76 16,-1 2 196-16,-1 5 52 0,-4 2 108 16,6 4 56-16,-1 2 84 15,0 4 64-15,4-1-16 0,-1 1-36 16,9 3-124-16,0 0-136 0,0 0 0 0,0 10-12 15,-4 0-48-15,-1 2-4 0,-3 1 60 16,0 6 4-16,-4-1 52 0,-9 2 72 16,2 6-40-16,-5-1 188 0,-12 0-88 0,-5 4-48 15,-3-4 0-15,0 4 12 16,-11-1-64-16,-9 1-8 0,4-4-32 0,0 2-44 16,0-8-60-16,4-5 48 0,8-3-112 15,0-8 36-15,4 2 4 0,0-5-88 16,0 0-136-16,0 0-52 0,8 0 276 0,8-5 84 15,3-5 0-15,9-6-64 0,4-3-196 16,4-6-124-16,4-1 84 0,0-2-72 16,0-1-44-16,8 4-200 0,-5 3-268 15,6 2 264-15,-2 5 112 0,-3 3 88 16,0 5 344 0,0 3 76-16,-8 4 48 0,-1 0 144 0,-7 6 76 15,-4 1 240-15,-4 3-76 0,0-1-16 16,0 3-12-16,0-1-176 0,8 1-64 0,0-2-40 15,0-1-112-15,0-2 88 0,7-5 0 16,-3-2 64-16,4 0 52 0,4 0-104 16,0-7-60-16,7 2 84 0,-2-5 88 0,7-5-100 15,-1-2-8-15,5-1-116 16,0-5-48-16,0-2-128 0,-1 0 52 0,-7-2-176 16,-5 6 28-16,-6 5-108 0,-10 0 88 15,-14 7 40-15,-6 3-72 0,-7 2-8 16,-4 4-324-16,-7 0-20 0,-9 0-884 0,3 0-1541 15,-19 0-2999-15</inkml:trace>
  <inkml:trace contextRef="#ctx0" brushRef="#br0" timeOffset="12551.453">29468 8836 9864 0,'0'0'1625'16,"0"0"-933"-1,0 0 0-15,-21 79 672 0,14-44 48 0,-5 7-192 16,0 4-192-16,-9 9-76 0,6 2-132 0,-5 3-96 16,-4 6-152-16,4-4-172 0,4-1-204 15,-4-9-124-15,8 0-64 0,4-11-8 16,4-6-48-16,0-7-72 0,4-3-112 16,0-6-84-16,8-2-124 0,4-11-132 0,0-4-164 15,9-2-348-15,6-8-308 0,1-11-532 16,-8 2-2221-16,12-21-2875 0</inkml:trace>
  <inkml:trace contextRef="#ctx0" brushRef="#br0" timeOffset="12801.021">29666 8721 8928 0,'0'0'1628'0,"0"0"-867"0,0 0 63 0,0 0 872 16,0 0-352-16,0 0-552 0,0 0-376 0,0 0-128 15,84 32-76-15,-72-22 0 0,0 2-112 16,0 1-28-16,-4 3-72 16,-3-3 0-16,-5-1-136 0,0-3-40 0,-5 4 92 15,-7 0-56-15,-3-1 68 16,-6 2 60-16,-3-1-104 0,-4-4-8 16,0-3 36-16,0 1-52 0,5-4-148 0,3-3-140 15,0 0-352-15,4-7-428 0,4-2-812 16,4 3-1069-16,0-10-3079 0</inkml:trace>
  <inkml:trace contextRef="#ctx0" brushRef="#br0" timeOffset="14015.989">29468 8836 4108 0,'0'0'1304'0,"0"0"-512"0,0 0-116 0,0 0 12 0,0 0-348 15,0 0-160-15,0 0-60 16,0 0-4-16,0 0 64 0,0 0 28 0,0 0 24 16,-4-10 92-16,4 10-76 0,4-2 36 15,-1 2 128-15,1-4 301 0,0-3-69 16,0 1-340-16,5 0-44 0,-2-1-144 0,5 1-108 15,1 0-8-15,-6-1-8 0,9 1 0 16,-4-3-68-16,4 2-64 16,0 1 64-16,0 0 76 0,-4-1 0 0,0 1 48 0,-5 3-32 15,-2-1 124-15,-1 4-24 16,-4 0 12-16,0 0 52 0,4 0-40 0,-4 0-40 16,0 0-92-16,4 0 4 0,-4 0-12 15,4 0-12-15,-4 0 0 0,7 0 0 16,-3 4 4-16,1-1 0 0,3 0-68 0,-4 0 60 15,0 4-72 1,-1-4-12-16,-3 3-4 0,4 0-204 16,-4 1-116-16,4-1-40 0,-4 0 67 0,0 1-315 15,0-1-88-15,0-3-148 0,0 0-260 16,0 0-324-16,0 1 20 0,0-4-156 16,0 0-200-16</inkml:trace>
  <inkml:trace contextRef="#ctx0" brushRef="#br0" timeOffset="14515.538">30248 8928 7008 0,'0'0'2372'16,"0"0"-884"-16,0 0-291 0,0 0 247 0,0 0-152 15,0 0-612-15,0 0-452 16,0 0-104-16,0 0 116 0,0 0 112 0,0 0-100 16,73 13-200-16,-54-13-52 0,-3 3-336 0,4 0-268 31,-4-3-304-31,-1 0-436 0,2 0-988 0,-6 0-1853 16,10 0-1915-16</inkml:trace>
  <inkml:trace contextRef="#ctx0" brushRef="#br0" timeOffset="14794.709">30790 8843 6948 0,'0'0'2464'0,"0"0"-747"16,0 0-137-16,0 0 264 0,0 0-384 0,0 0-456 0,0 0-332 16,0 0 8-16,-59 78 96 0,38-49-68 15,6 0-132-15,2-4-212 0,2-3-236 16,3-3-128-16,3 0-60 0,5-7-28 0,0 2-116 16,0-8-408-16,13 1-88 0,2-7-248 15,6 0-440-15,7-4-560 0,3-5-1056 16,-7-1-2037-16,4-6-1739 15</inkml:trace>
  <inkml:trace contextRef="#ctx0" brushRef="#br0" timeOffset="15073.598">30974 8982 6716 0,'0'0'4909'0,"0"0"-3525"0,0 0-480 0,0 0 388 16,-45 67 304-16,38-52-168 0,7 1-604 0,-4-3-368 15,4-3-224-15,4-1-88 0,7-3-68 16,6-3-76-16,3 1 0 0,3-4-60 15,1-4-40-15,8-5-84 0,-4 0-124 16,0-4 16-16,4-1 68 0,-8 2-20 0,-5-1 8 16,-2 0 28-16,-6 4 72 0,-2 0 44 15,-5-1 92-15,-4 1 136 16,0 0 76-16,-9 2-208 16,1-3 132-16,-3 4 24 0,-2 3-52 0,-2 3-108 0,-2 0 0 15,2 0-96-15,-1 6-76 0,-4 4-16 16,8-4 52-16,-4 3-72 0,4 1-300 0,0 0-504 15,8-1-792-15,-3 1-1168 16,3-1-2181-16</inkml:trace>
  <inkml:trace contextRef="#ctx0" brushRef="#br0" timeOffset="15651.077">31528 9029 4468 0,'0'0'2836'0,"0"0"-628"0,0 0-519 15,0 0-85-15,0 0 24 0,0 0-188 0,0 70-276 16,0-48-220-16,-9 1-292 16,5 8-172-16,-4 1-136 0,-3 6-72 0,-6 7-52 15,2 3-48-15,-1-1-16 16,-5 4 64-16,6 0-48 0,-5-4-76 0,4 1-12 15,4-6-84-15,-4-4-88 0,5-4 84 0,-2-5-44 16,5-1 0-16,1-9-36 0,2-3-88 16,1-3-148-16,4-7-156 0,0-2-148 0,0-4-140 15,4 0-192 1,1-7-184-16,6-3 112 0,1-5-292 16,4-7-428-16,0-4-585 0,4-2-275 0,-9 1-1372 15,6-10 873-15</inkml:trace>
  <inkml:trace contextRef="#ctx0" brushRef="#br0" timeOffset="15982.211">31551 9125 6720 0,'0'0'768'0,"0"0"-328"0,0 0 4 16,0 0 500-16,0 0 220 0,0 0-415 0,0 0-377 15,0 0-268-15,0 0-40 0,0 0 76 16,0 0 0-16,44-49-24 15,-44 49 24-15,0 0-8 0,4 0 32 16,-4 0 104-16,4 0 140 0,0 0-36 16,0 4-172-16,0-1-60 0,-4-3-36 15,4 4 8-15,0-1-48 0,-4 0-52 0,4 0 0 16,-4 0 80-16,0 4 72 0,0 3-40 16,-4 2 16-16,-4 4 0 0,-4 3-40 15,0 0-92-15,0 0 68 0,-4 0-68 0,4-3-4 16,0-1-4-16,1-2-60 0,2-3-16 15,5-4-88-15,0-3-116 0,4 1-100 16,0-4-356-16,0 0-352 0,0 0-453 16,4-7-763-16,0 3-656 0,5-8-2472 15</inkml:trace>
  <inkml:trace contextRef="#ctx0" brushRef="#br0" timeOffset="16195.592">31818 9090 7868 0,'0'0'2100'0,"0"0"-1184"0,0 0-375 15,0 0 447-15,0 0 568 0,-56 85-264 16,45-66-476-16,-6 4-336 0,6-4-132 0,-1 0-136 16,3-3-112-16,2-4-100 0,-1 1-4 15,0-3-60-15,-1-4-96 16,9-3-292-16,-3-3-316 0,3 0-404 15,0-3-656-15,0-3-2749 0,0-13-2823 0</inkml:trace>
  <inkml:trace contextRef="#ctx0" brushRef="#br0" timeOffset="16360.666">31818 8921 8264 0,'0'0'4617'16,"0"0"-3369"-16,0 0-716 0,0 0 416 15,0 0 404-15,0 0-396 0,0 0-536 0,0 0-284 16,0 0-136-16,0 0-12 16,0 0-84-16,64 51-300 0,-48-48-712 0,-4 4-496 15,0-4-1628-15,4 0-3313 0</inkml:trace>
  <inkml:trace contextRef="#ctx0" brushRef="#br0" timeOffset="16642.251">32013 9182 1096 0,'0'0'10697'15,"0"0"-9441"-15,0 0-976 0,0 0 396 16,0 0 576-16,0 0-32 0,0 0-448 0,0 0-300 16,0 0-300-16,0 0-172 0,88 42-184 15,-60-56-424-15,4-2-104 16,-4 1-144-16,3-1-140 0,-6 0-188 16,-1 3 48-16,-9 0 136 0,-6 1 159 0,-1 2 505 15,-8-2 336-15,0 5 684 16,-8 1 297-16,-5 3 211 0,-2 3-340 0,-2 5-64 0,-3 6-108 15,-3 5-40-15,-5 2-20 16,4 5-36-16,-4 2 24 0,4 0-36 0,4 1-68 16,4-3-72-16,5-4-280 0,3-5-152 15,8 0-64-15,0-5-132 16,4-2-124-16,7-4-88 0,9-3-220 0,8 0-468 0,4-10-980 16,0 1-2981-16,15-10-3615 0</inkml:trace>
  <inkml:trace contextRef="#ctx0" brushRef="#br0" timeOffset="16926.246">32658 9083 12137 0,'0'0'2396'0,"0"0"-1892"15,0 0-12-15,0 0 688 0,-83 42 188 0,59-29-312 16,0-1-552-16,9 1-308 0,2-4-108 16,6 1-40-16,7 0 8 15,0 2-56-15,0-3-136 0,11 4 4 16,6 4 84-16,3-3 44 0,3 3-4 15,1 2-80-15,4-3-20 0,-8 6 32 16,0-3-8-16,-4 3-4 0,-1 0 76 0,-6-3-36 16,-5 4-16-16,0-4 4 0,-4-3-12 0,0 0 0 15,0-4 72-15,-8 1 88 0,-8 0-16 16,0-4-72-16,-4 1-48 16,-4-4-248-16,-8 4-24 15,-4-7-124-15,1 0-76 0,-10 0-264 0,2-3-904 0,7 0-2256 16,-24-3-1977-16</inkml:trace>
  <inkml:trace contextRef="#ctx0" brushRef="#br0" timeOffset="20420.03">29679 5867 1384 0,'0'0'444'0,"0"0"156"0,99-3-356 0,-63 6 44 15,7 0 2568-15,-2 0-1480 0,-1 1-620 0,4-1-68 16,-8 1 24 0,-1 1-156-16,1 2-196 0,-8 0 16 15,-4-1-55-15,-1-4-125 0,-6 4-196 0,-6-1 0 16,2-3-80-16,-9-2 16 0,-4 0-93 16,4 0 69-16,-4 0-28 15,0 0-260-15,0 0-760 0,-4-7-1472 0,-4-1-2744 0,3 2 5168 16</inkml:trace>
  <inkml:trace contextRef="#ctx0" brushRef="#br0" timeOffset="20639.463">30157 5775 1384 0,'0'0'4'16,"0"0"580"-16,0 0-152 16,0 0 4480-16,0 0-3384 0,0 0-672 0,0 0-40 15,0 0 33-15,0 0-65 0,0 0-80 16,63 70-92-16,-59-54-104 0,5 3-100 15,-9-3-196-15,4 3-84 0,-4-3-128 16,0 0-72-16,0 0-208 0,0-1-276 0,-4-2 112 16,-9 0-156-16,2-1-336 0,-6 1-469 15,-2-3-587-15,-1-1-608 0,-8 0-516 16,0-2 1124-16,8-4 1900 16,-8 0 92-16</inkml:trace>
  <inkml:trace contextRef="#ctx0" brushRef="#br0" timeOffset="21250.01">31049 6054 964 0,'0'0'68'16,"0"0"440"-16,0 0-168 0,0 0-16 0,0 0 1148 0,0 0 1068 16,60-76-796-16,-52 66-552 15,0 1-480-15,4 3 232 0,-4 0 73 16,4-1-109-16,0 3-204 0,4-1 20 0,3 2-204 16,2-1-144-16,7 2 64 0,0 2-48 15,3-5-156-15,1 3-32 16,4 2-76-16,-4-4-56 0,-4 4-64 0,-4 0-4 15,-1 0-4-15,-6 0-68 16,-6 0-56-16,-7 0-4 0,1 0-100 16,-1 0-200-16,-4 0-264 0,0 0-284 0,0 0-540 15,0 0-945-15,-9-2-2051 0,1-2 1004 0,1-5 1609 16</inkml:trace>
  <inkml:trace contextRef="#ctx0" brushRef="#br0" timeOffset="21459.901">31595 5804 2508 0,'0'0'848'0,"0"0"1092"0,0 0 1132 0,0 0-1056 16,0 0-675-16,0 0-73 0,0 0-96 15,75 38-300-15,-62-26-304 0,2 1-120 16,-2 0-152-16,-1-1-24 0,-5 5-208 16,2-4-64-16,-5 1-112 0,-4 0-64 0,0-1-392 15,-9 2 228-15,-6-2 164 0,-2 3-136 0,-2-3-156 16,-1-1-4-16,-1-5-72 15,10-1-208-15,-1-6-492 16,8 0-797-16,4-6-2491 0,0-7 784 0</inkml:trace>
  <inkml:trace contextRef="#ctx0" brushRef="#br0" timeOffset="21841.802">32041 6010 1212 0,'0'0'172'16,"0"0"192"-16,0 0-12 0,0 0 2140 0,0 0-1348 16,0 0-208-16,0 0 272 0,0 0 168 15,0 0-304-15,0 0-411 0,0 0-197 16,-51 41-120-16,51-41-72 0,0-3 84 0,0 0 80 15,0-3 100-15,0-1-40 0,4-3-12 16,0-2-168-16,3-1-104 0,1 1-20 16,1-5-16-16,2 2-100 0,2-2-76 0,6 5-64 15,-3-3 12 1,4 2-60-16,8 3 36 0,-4 1 0 16,4-1-88-16,4 4 88 0,-4 2-48 15,0 1 60-15,0 0 12 0,-5 3 0 0,-3 0-36 16,-4 3 40-16,0 4-68 0,-4-1-72 15,0 4 8-15,-4-1-48 0,-1 1-460 0,-2-1-644 16,-1 1-697-16,-4-1-747 0,0-2-1692 16,0-4 2252-16,-4-3 2137 15</inkml:trace>
  <inkml:trace contextRef="#ctx0" brushRef="#br0" timeOffset="22070.371">32467 5800 1332 0,'0'0'1004'0,"0"0"860"16,0 0 1116-16,0 0-1320 0,0 0-236 0,0 0-43 16,0 0-217-16,68 64-180 0,-59-44-172 15,2-1-156-15,1 0-316 0,-4-5-152 16,0 6-180-16,0-1-8 0,-8 3-100 0,0-3-140 16,-4 0-528-16,-11 3 172 0,-6-2 88 15,-7-1-104-15,-3 2-248 0,-9-2-232 16,-4 1-161-16,-4-1 113 0,0-3-572 15,1 0-1480-15,6-7-531 0</inkml:trace>
  <inkml:trace contextRef="#ctx0" brushRef="#br0" timeOffset="24430.886">3498 9457 11129 0,'0'0'4720'0,"0"0"-4288"0,0 0-432 15,0 0 0-15,83-33 236 0,-47 13 536 0,0 8-124 16,8-1-180-16,4 0-136 0,3 0 60 16,5 4 40-16,8-1-76 0,0 1-236 15,-5-1-120-15,1 1-60 0,-8 2-52 16,-1 1 52-16,-6 3 56 0,-9 0 0 0,-1 3-120 15,-7 0 28-15,-7 6-4 16,-6 4-8-16,-6 5-188 0,-2 1 40 16,-7 10 56-16,-7 2 152 0,-6 4-148 0,-11 5 60 15,1 2 124-15,-9-1 12 0,0 0 84 0,-8-3 28 16,0 1-40 0,0 2-60-16,-4-4 48 0,1 4-52 0,-2 1-8 15,2-2-4-15,7-2 0 0,0 0 0 0,9-3-56 16,6-6 60-16,6-4 0 0,6-7 96 15,5 2 100-15,4-8-24 16,4 0 88-16,9-2-100 0,6 0 0 0,5 1 36 16,4-4 72-16,12-2-24 15,4-2-96-15,7-2-40 0,1-7-32 16,4-5-24-16,0 2-52 0,-5-1-8 0,1-2-52 16,-3-2-4-16,-10 1-116 15,5-3-164-15,-8 1-256 0,-4-1-176 0,-5-3-136 16,-3 3-408-16,-3 3-1396 0,-10-1-2993 0</inkml:trace>
  <inkml:trace contextRef="#ctx0" brushRef="#br0" timeOffset="24746.103">4833 9166 2600 0,'0'0'3220'0,"0"0"2901"0,0 0-5533 0,0 0-536 0,0 0-40 16,0 0 704-16,-88 83 200 0,64-58-120 15,-1 7-256-15,-2 0-100 0,0 2 16 16,-5 4-32 0,0 1-100-16,-9-1-128 0,2 3-196 0,-5 3-4 15,-4 4-44-15,-4 3-28 0,-3-4-24 16,3 1 52-16,0-3-28 0,8-7 28 0,0-4 36 15,8-2-116-15,4-7-32 0,4-2-356 16,9-7-148-16,7-7 32 0,4-3-252 16,8-1-304-16,0-5-452 0,0-5-1165 0,8-1-1111 15,-1-3 80-15,6-7 3564 0</inkml:trace>
  <inkml:trace contextRef="#ctx0" brushRef="#br0" timeOffset="25155.333">4844 9706 5308 0,'0'0'6993'0,"0"0"-5993"0,0 0-1000 16,0 0 0-16,0 0 584 0,-8 86 632 0,8-52-8 15,0 8-408-15,4 8-156 0,4 7-100 0,1 7-36 16,-5 3-104-1,3-1-60-15,-3-2-124 0,4 0-60 16,-3-5-52-16,-1 0-8 0,-1-6 20 0,5-9-56 16,-4-6-4-16,0-13-60 0,1-9-60 0,-2-3-88 15,1-7-256-15,-4-6-248 0,4 0-184 16,0-9-268-16,0-7-360 16,0-6-484-16,0-10-468 0,-4-6-2497 0,0 7-927 15,-4-30 5748-15</inkml:trace>
  <inkml:trace contextRef="#ctx0" brushRef="#br0" timeOffset="25408.566">4889 9817 2692 0,'0'0'5740'0,"0"0"-1539"15,0 0-3933-15,0 0-52 0,0 0-216 16,0 0 880-16,0 0 92 0,0 0-340 0,0 0-344 16,0 0-76-16,75-64 68 0,-59 71-44 15,0 2 16-15,0 1-116 0,-1 3-60 16,-2 2-28-16,-1 4-36 0,-9-2 112 0,1 4 12 15,-4-2 0-15,0 1 16 0,0 2-16 16,-7-3-24-16,-1 0-16 0,-5-3-84 0,2-1-12 16,-6-2-168-1,6-3-156-15,-10-1-172 0,6-6-128 16,-1 0-68-16,0-3-24 0,0 0-284 0,0-3-800 16,0-9-969-16,1 2-2235 0,7 2 972 15,-9-9 3613-15</inkml:trace>
  <inkml:trace contextRef="#ctx0" brushRef="#br0" timeOffset="27428.138">5677 9432 4788 0,'0'0'352'0,"0"0"1276"16,0 0-820-16,56-85-44 0,-36 56 364 0,4 1-96 16,-1 0-283-16,1 4-261 0,1-1 0 15,3 4 36-15,-4 1-24 0,-1 1-144 0,1 0-40 16,-4 1 68-16,-1 1 108 0,2 1-88 16,-5 4 24-16,3-4-140 0,2 4-152 15,-6 5-120-15,2 0-16 0,-6 4-96 0,2 3-4 16,-2 3 36-1,6 4 12-15,-6 8 104 0,6 5-16 0,-6 2 264 16,5 10-132-16,-8 0 132 0,4 5 0 16,-8 7-12-16,0 1-276 0,-4 3 100 15,0 0-16-15,0-3-96 0,-4-7-12 16,0-7-100-16,0-2 52 0,0-11 8 0,0 2-196 16,0-11-376-16,4 1-420 0,-4-4-908 15,0-3-396-15,0-3-277 0,-4 0-235 0,-3 0-1112 16,-2-6 2732-1,2-1 969-15,-6-2 271 0</inkml:trace>
  <inkml:trace contextRef="#ctx0" brushRef="#br0" timeOffset="27649.547">6015 9525 652 0,'0'0'1292'15,"0"0"-628"-15,0 0-544 0,0 0 920 16,0 0 2060-16,0 0-1712 0,0 0-312 0,28 82-168 16,-7-65 201-16,-6 2-109 0,2-5-68 15,-2 5-140-15,-2 1-224 0,-2-4-36 16,-3 0-256-16,1-4 36 0,-2-2 104 0,1-7-88 15,-4 1-104-15,5-4-12 16,-2 0 0-16,1-7 160 16,4-3-24-16,4-8-64 0,0-5-136 0,4-2-84 15,0-3-64-15,0-1-136 0,3 4-188 16,1 2-184-16,1 4-376 0,-5 6-236 0,3 1-448 16,-7 5-796-16,9-2-2897 0</inkml:trace>
  <inkml:trace contextRef="#ctx0" brushRef="#br0" timeOffset="27953.357">6889 9169 2720 0,'0'0'7388'0,"0"0"-5635"0,0 0-257 16,43 88 216-16,-23-46 60 0,-4 6-556 15,4-1-388-15,0 4 68 16,0 3-344-16,4 0-224 0,-4 0-184 0,-1 1-144 16,5-2-48-16,-3 1-108 0,2-3 148 15,1-7-200-15,-8-5-184 16,4-14-108-16,-8-9 80 0,4-10 28 0,-4-6-348 0,0-6-416 15,4-13-568-15,-4-10-972 16,-1 4-1961-16,6-29-2423 0</inkml:trace>
  <inkml:trace contextRef="#ctx0" brushRef="#br0" timeOffset="28165.826">7443 9331 7492 0,'0'0'5705'15,"0"0"-4853"-15,0 0-332 16,0 0 224-16,0 0 476 0,-101 22-336 0,74-3-188 15,-10 8-152-15,6 0-188 0,-5 9 136 16,-4 1-260-16,1 4-72 0,-6 7-148 0,-2 0 48 16,-1 3-52-16,-8 2-8 0,5 1 0 15,-1 3 0-15,0-2-184 0,4-8-12 0,4 1-296 16,8-10 88-16,8-6-288 0,8-7 72 16,5-9-376-16,7-3-528 0,4-7-676 0,-1-3-709 15,5 0-2503-15,0-3 1548 0</inkml:trace>
  <inkml:trace contextRef="#ctx0" brushRef="#br0" timeOffset="30549.227">4378 11048 588 0,'0'0'704'15,"0"0"-432"-15,0 0 304 0,0 0 676 0,0 0 2924 16,17-63-2656-16,-14 50-228 0,1 0-119 16,-4 4-45-16,4 0-108 15,-4 2-92-15,0 1-20 0,0 0-164 0,0 2-144 16,0 4-152-16,0 0-76 0,0 0-88 15,0 0-184-15,0 7-92 0,4 2 140 0,4 10 184 16,-4 4 112-16,4 8-76 0,0 8-136 16,-4 5-48-16,0 7-84 15,-4 3-36-15,0-1-64 0,-4 8-60 16,0-1 8-16,-4 4 52 0,0-1-60 16,0-6 60-16,0-9-148 0,0-6 4 15,5-11 20-15,3-9-24 0,0-6 36 16,0-9-48-16,0-4-132 0,0-3 8 0,0 0 140 15,0-3 144-15,3-7 0 16,1-3-72-16,4-5-76 0,0-9 12 0,0-4 132 0,0 0-44 16,0-8-88-16,-1 4 124 0,2 1-64 15,3 1-124-15,0 8 88 16,0 3 40-16,-1 3-64 0,2 6 132 0,2 4-112 16,-2 2 4-16,2 4 108 0,2 0 4 0,-2 0 76 15,-2 3 0-15,-2 0-16 16,1 0-56-16,-3 6 4 0,-5 4 104 15,-4 2-112-15,0 1-56 0,0 3-120 16,0 1-136-16,-9 2 88 0,-3-5 36 0,5 0-28 16,-6-1-160-16,5-4 72 15,-3-3 156-15,-2-3 136 0,2 1-64 0,3-4 60 16,-1 0 16-16,1 0 120 0,5 0-116 16,-1-7 64-16,0 4-68 15,0 0 0-15,4 0-12 0,0 3-40 0,0-3-36 16,0 3 80-16,4 0-80 0,0 0-28 15,3 6 116-15,1-3 64 0,5 7 24 0,-6-4 280 16,6 3-44-16,2 1-48 0,2-1 44 16,-6 1-108-16,5 3 24 0,0-3-136 15,0-1-96-15,0 4-4 0,-4-5 0 0,0 3-4 16,0-1-132-16,-5-2 20 0,6 3-108 16,-5-2-204-16,3-4-276 0,2 6-280 15,-2-5-1264-15,-3-3-45 16,5-3-4319-16</inkml:trace>
  <inkml:trace contextRef="#ctx0" brushRef="#br0" timeOffset="31430.497">4227 10915 3324 0,'0'0'80'0,"0"0"1368"16,0 0 3600-16,0 0-3155 0,0 0-561 15,0 0 104-15,0 0-276 0,0 0-256 16,0 0-232-16,0 0-224 0,0 3-140 0,3-3-120 15,-3 0-184-15,9-3-4 0,-5 3-60 16,8 0 60-16,4 0 64 0,-1 0 32 0,6-3-20 16,-6 3-72-16,5 0 72 0,5-3-64 15,-1 0 84-15,-1 0-96 0,5 0-8 16,-4-4 4-16,4 1-52 0,0 2-92 16,-4-3 48-16,-1 5-256 15,-3-1-168-15,-3 3-308 0,-6 0-340 16,1 0-688-16,-8 3-985 0,-4 4-3139 15</inkml:trace>
  <inkml:trace contextRef="#ctx0" brushRef="#br0" timeOffset="32614.01">5215 11462 2236 0,'0'0'128'15,"0"0"-128"-15,0 0 4712 0,0 0-2856 16,0 0-612-16,0 0-187 0,0 0 99 0,0 0-340 15,0 0-104-15,0 0 0 0,0 0 44 0,8-4 24 16,-4-3-64-16,4 4-196 16,0-2-84-16,-1-1-104 0,-2 2-84 0,3 1-124 15,-4 3-28-15,0-4-20 0,-4 4-72 0,3 0 0 16,-3 0-4-16,0 0 0 0,0 0 0 16,0 0 48-16,-3 0 88 15,3 4-76-15,-4-4 4 0,4 3-60 0,-4-3-4 0,0 0 0 16,4 0-60-1,-4 0 48-15,-1 0 8 0,1-3 4 16,4-1 4-16,-3-2-4 0,3 4-64 16,0 2-60-16,0-4-96 0,0 4-40 15,0 0-72-15,0 0-64 0,0 0-4 0,3 0 176 16,1 4 136-16,-4-2-12 0,5 1 100 0,-1 4 104 16,0-4-104-16,0-3 88 15,-4 4 0-15,0-4 24 0,4 0 24 0,-4 0 76 16,0 0 0-16,0 0-4 0,0 0-32 15,0 2-128-15,-4-2-48 0,4 0-148 16,-4 4-24-16,0-4-4 0,4 0 28 0,-4 3 24 16,4-3 48-16,0 0 28 15,0 0 40-15,0 0 8 16,0 0 48-16,0 0-36 0,4-3 64 0,0-3 0 16,0-5-76-16,3 3-40 0,-3-2-8 15,5-1-40-15,-1 6 80 16,-4-2-128-16,3 4 12 0,2 3 48 0,-1 0-24 0,-4 0 96 15,-1 7 4-15,5-1 52 0,-4 0 60 16,1 1-12-16,-1 3 72 0,-4-5-164 16,0-2 80-16,0 4 60 0,0-3-12 0,0-2-36 15,0 2-36-15,0-4 32 0,-9 3-96 16,1-3 0-16,1 0-208 16,-1 0 32-16,-5 0-36 0,6 0 152 15,3-3-100-15,-4-3 72 0,-1-5-36 0,5 3 60 16,-3-2 60-16,3-1-496 15,4 3 332-15,0 1-32 0,0 1-152 16,0-1 0-16,4 4 140 0,0 1 148 0,-1-2 0 0,1 1-72 16,1 3-156-16,-5 0-228 0,4 0-1356 15,0 0-705-15,-4 0-2967 0</inkml:trace>
  <inkml:trace contextRef="#ctx0" brushRef="#br0" timeOffset="33322.622">5877 11112 3556 0,'0'0'260'0,"0"0"4220"0,0 0-2228 0,0 0-683 0,0 0-353 16,0 0 68-16,0 0-276 0,0 0-188 16,0 0-424-16,0 0-184 0,0 0 12 15,-77 77 64-15,70-52 44 0,-1 4 140 16,0 9-16-16,-1 3-112 0,6 1-40 16,3 2-32-16,0-4-140 0,0 2-28 0,0-4-104 15,7-6-112-15,2-3-68 0,6-7-176 16,2-7-188-16,2-4-344 0,9-5-352 15,0-6-964-15,-4 0-1757 0,12-6-1943 16</inkml:trace>
  <inkml:trace contextRef="#ctx0" brushRef="#br0" timeOffset="33774.617">6271 11303 144 0,'0'0'900'16,"0"0"4864"-16,0 0-2884 0,0 0-1127 0,0 0-289 15,-95 63-64 1,74-37-164-16,5 5-428 0,4-6-212 16,5-2-260-16,3-4-148 0,4-6-188 15,0-4-248-15,4-6-16 0,3-3-48 0,1 0 52 16,9-6 248-16,-2-7-168 0,5-5-272 16,-4-9-264-16,4 2-108 0,-4 0 76 15,0 0 200-15,-5 2-16 0,-2 4 268 0,-1 7 0 16,-1-1 68-16,-3 7 124 0,-4 3 104 15,0 3 204-15,0 0 80 0,0 6 432 16,0 3-24-16,5 4 120 0,-5 6-268 0,4 3 52 16,-4 4 20-16,4 2 12 15,0 4-4-15,-4 3-28 0,4 3-52 0,-4 3-112 16,3 4-52-16,1 3-96 0,-4 2 364 16,4-2-328-16,-4 0-236 0,0-5-84 0,0-4 12 15,0-1-4-15,-4-6-8 0,0-3 12 16,1-7 60-16,-1-7-20 15,0-4-48-15,-4-5 8 0,-1-3 72 16,-2 0-84-16,-2-3-160 0,-2 0 4 0,-5-6-28 16,0 0-96-16,0-5-236 0,0-4-196 15,-3-1 68-15,-1-1-172 0,-1-1-388 16,10-5-180-16,-1 5-512 16,8-1 152-16,4 3-637 0,-1 3-323 15,5-7-2132-15</inkml:trace>
  <inkml:trace contextRef="#ctx0" brushRef="#br0" timeOffset="33997.46">6481 11681 1016 0,'0'0'7748'15,"0"0"-5563"-15,0 0-565 0,0 0-156 16,0 0-12-16,28 72-408 0,-24-53-408 0,-4-2-212 15,0 2-216-15,5-1-208 16,-5-1-72-16,0-2-116 0,4 1-60 16,0-6-336-16,-4-1-332 0,4-6-344 0,0 1-496 15,-4-4-341-15,3-4-2167 0,1-8-1300 16</inkml:trace>
  <inkml:trace contextRef="#ctx0" brushRef="#br0" timeOffset="34231.557">6797 11404 5256 0,'0'0'688'0,"0"0"3096"0,0 0-3048 15,0 0-247-15,0 0 747 16,0 0 140-16,0 0-424 0,0 0-456 0,0 0-272 15,0 0-224-15,88-3-48 0,-73 3-420 16,2-4-712-16,-2-1-584 0,-3 2-2477 16,4-10-3207-16</inkml:trace>
  <inkml:trace contextRef="#ctx0" brushRef="#br0" timeOffset="34352.394">7215 11378 1304 0,'0'0'9404'0,"0"0"-8155"0,0 0-1133 0,0 0 624 16,0 0-216-16,0 0-524 16,0 0-204-16,0 0-820 0,0 0-545 0,84 4-2423 15,-68-10-2424-15</inkml:trace>
  <inkml:trace contextRef="#ctx0" brushRef="#br0" timeOffset="34495.096">7474 11385 4804 0,'0'0'4092'16,"0"0"-1571"-16,0 0-1609 0,0 0-4 15,0 0 464-15,0 0 60 0,0 0-328 16,0 0-632-16,0 0-200 0,83 52-248 16,-66-52-24-16,-6 2-136 0,6-2-496 15,2 0-608-15,-3 0-604 0,1-2-2465 0,-2-9-3691 16</inkml:trace>
  <inkml:trace contextRef="#ctx0" brushRef="#br0" timeOffset="35114.632">8410 11281 1604 0,'0'0'1420'16,"0"0"3592"-16,0 0-3040 0,0 0-283 0,-56-63-293 15,45 56-76 1,-2 3-260-16,-2 4-164 0,3 7-212 0,-4 5-124 15,0 10-176-15,0 11-24 0,1 1 20 16,-2 8 136-16,9 2-160 0,1-2-148 16,2-1-96-16,5-6-112 0,0-7-76 15,0-8-20-15,5-9-148 0,6-4-52 0,5-7 76 16,4-7 84-16,4-4-100 0,0-9-20 16,-1-2 44-16,1-3-48 0,1-4 76 15,-5 4 96-15,-1 2-72 0,-6 1 60 0,-2 6 12 16,1 7 76-16,-3 2 8 15,-6 4-8-15,1 3-88 0,0 0 88 0,4 10 12 16,1 3 108-16,-6 6 288 0,9 3-148 16,-4 6-124-16,0 4 124 0,4 3 24 15,-4 4 0-15,-5 1 8 0,6 2-8 16,-5 2 8-16,-4 0-84 0,0 7-108 16,0-3 8-16,-9 0-92 15,-2-1 4-15,3-9 80 0,-4-3-40 0,0-6-12 0,4-7-36 16,-4-6 0-16,4-3 4 0,0-7 48 15,-3-3-52-15,-6-3-172 0,1 0 16 16,0-3-64-16,0-10-260 16,1 1-96-16,3-7-168 0,-1-8-736 0,2 2-1412 0,7 0-1729 15,-5-7-1847-15</inkml:trace>
  <inkml:trace contextRef="#ctx0" brushRef="#br0" timeOffset="35387.041">8785 11696 5380 0,'0'0'2004'0,"0"0"2281"0,0 0-3821 16,0 0-28-16,44 82 468 0,-40-56 136 0,4 7-92 16,-5 1-220-16,5 4-324 0,1 6 8 15,-1 4 108-15,-5 7-148 0,-3-2-248 16,0-2-48-16,-3 3 108 0,-5-3-184 15,4-7-4-15,-5-3-4 0,5-2 0 16,1-14-68-16,3-3-84 0,-4-12-36 16,4-4-164-16,0-6-200 0,0-6-144 0,7-10-236 15,-3-6-416-15,0-10-776 0,1 6-1729 16,-5-27-1423-16</inkml:trace>
  <inkml:trace contextRef="#ctx0" brushRef="#br0" timeOffset="35608.755">8777 11725 1384 0,'0'0'3908'0,"0"0"2413"0,0 0-5461 0,0 0-500 16,0 0 136-16,0 0 152 0,28-74 48 0,-17 69 24 15,6-2-116-15,-2 5-160 0,6 2-108 16,-1 0 0-16,-1 0-12 16,-2 6-228-16,-2 2-20 0,-2 3 0 0,-6 1-64 15,1 4-12-15,-8 0 4 0,0 0 44 0,-4-1-40 16,-4 5-8-16,-8-1-108 0,1 0-16 15,-10-3 112-15,5-1-36 16,-3-2 44-16,3-6-160 0,-1-4-184 16,6-3-188-16,-1 0-344 15,4-10-432-15,0-3-552 0,4 3-801 0,0-14-1639 0</inkml:trace>
  <inkml:trace contextRef="#ctx0" brushRef="#br0" timeOffset="35929.336">9279 10985 3920 0,'0'0'1068'15,"0"0"3468"-15,0 0-3256 0,0 0 5 16,100 47 387-16,-73-28-176 0,1 1-428 0,0 5-504 15,0 1-228-15,-4-1-16 0,-4 4-120 16,-4 2-76-16,-8 1-124 0,-5 3-8 16,-3 3-68-16,-3 3-60 0,-9 1 76 15,-4 0-4-15,-8-1-36 0,4 0-48 16,-4-3-112-16,0-6 24 0,1-1 96 0,-1-5 132 16,-4-4 4-16,3-3-144 15,6-6-344-15,-5-1-312 0,4-9-628 0,8 1-1024 16,-8-4-2641-16</inkml:trace>
  <inkml:trace contextRef="#ctx0" brushRef="#br0" timeOffset="36570.904">10223 11328 3908 0,'0'0'1564'0,"0"0"4665"0,0 0-4657 16,0 0-312-16,0 0 188 0,0 0 64 15,0 0-264-15,76-3-340 16,-48-3-272-16,3 2-84 0,1-2-176 16,0 0-220-16,0-1-76 0,1 1-80 15,-6-1-88-15,1 2-116 0,-4 1-164 0,0-2-144 16,0 3-320-16,-9 3-324 0,-2 0-596 15,-9 0-780-15,0 6-2021 0,-4 4-1791 0</inkml:trace>
  <inkml:trace contextRef="#ctx0" brushRef="#br0" timeOffset="36747.31">10354 11522 4556 0,'0'0'520'0,"0"0"3876"0,0 0-1831 0,0 0-1005 0,0 0-380 15,0 0-200-15,0 0-540 16,0 0 88-16,0 0-68 0,105 9-432 0,-70-18-28 16,5-1-212-16,0-2-436 0,0-1-300 15,-8 4-784-15,7-4-3509 0</inkml:trace>
  <inkml:trace contextRef="#ctx0" brushRef="#br0" timeOffset="38010.219">11717 11001 1892 0,'0'0'820'0,"0"0"28"0,0 0 4148 15,0 0-2940-15,0 0-523 0,0 0-305 0,0 0-188 16,0 0-280-16,0 0-96 0,0 0-20 16,0 0-8-16,-19-23-64 0,11 27-116 15,-5 6-272-15,-2 5-120 0,-2 4 48 0,-3 10 120 16,5 3 52-1,3 6-28-15,0 1-72 0,4 1-60 0,0 4-64 16,4-5-60-16,4 2-96 0,0-5-64 16,0-5-48-16,4-3 48 0,4-5-88 15,7-7-196-15,6-7-360 0,-1-2 48 16,8-7-152-16,0-4-184 0,4-5-508 0,0-5-929 16,-13 2-2407-16</inkml:trace>
  <inkml:trace contextRef="#ctx0" brushRef="#br0" timeOffset="38678.654">12227 11137 1668 0,'0'0'704'16,"0"0"-440"-16,0 0 124 0,0 0 1568 0,0 0 180 15,0 0-616-15,0 0-432 0,-20-69-20 16,20 66-227-16,0-4 15 0,-4 4-192 16,0-1-24-16,0-1 80 0,1 2-76 15,-1-3-264-15,-5-1-128 0,5 1-104 0,-4 0 92 16,1-1-60-16,3 0 20 0,-5 2-100 16,5 1 24-16,1-2-52 15,-1 6 56-15,0-4-28 0,4 4 36 0,-4 0-24 16,4 0 36-16,-4 0 32 0,0 4-180 15,-1 8-160-15,-2 7-24 0,-1 4 184 16,0 5 232-16,0 4 128 0,0-1-76 0,4 1-136 16,0-3-48-16,0-6-100 0,4-4 0 15,0-5-112-15,0-3 16 0,0-5 88 16,8-3-104-16,4-3 0 0,4 0-184 0,4-3 84 16,0-10-48-16,4 1-40 0,0-8 64 15,-5 1-12-15,1 0 132 0,1 0 68 16,-6 6-72-16,-2 1 120 0,-6-1 116 0,1 7 20 15,-4 3-124 1,0-1-12-16,-4 4 8 0,0 0 32 16,0 0 108-16,5 7 16 0,-2 2 344 15,-3 4 4-15,4 3-180 0,0 0-72 0,0 3-28 16,0 4 28-16,0 2 48 0,0 0-76 16,-4 7-48-16,4 5-48 0,-4 2-28 15,0 3 64-15,0 2-100 0,0-3-64 0,0 0 44 16,0-2-52-16,-4-2-4 0,0-2-96 15,0 0 96-15,0-6-44 0,0 2 40 16,-4-5 4-16,0-5 4 16,0-2 48-16,0-2 40 0,4-7 8 0,-8-2 40 0,4-4 32 15,-3-1 28-15,-6-3-196 16,2 0-60-16,-2 0-184 0,-3-9-48 0,5-1-188 0,-2-3-84 31,-2 1-136-31,6-5 8 0,-2 5-216 0,7-1-36 16,3 5-428-16,-2-3-396 0,7 5-973 15,0 0-1559-15,0-1-1148 0</inkml:trace>
  <inkml:trace contextRef="#ctx0" brushRef="#br0" timeOffset="40007.653">12518 11618 768 0,'0'0'3328'0,"0"0"-1364"0,0 0-456 0,0 0-80 0,0 0-4 16,0 0-123-16,0 0-301 0,0 0-32 16,0 0-180-16,0 0-92 0,0 0-92 15,0 0-192-15,0 2-108 0,0 1-140 0,0 4-80 16,0 0 28-16,0 5-24 0,0 4 12 15,0-3 0 1,0 5 88-16,0 5-76 0,0-5 48 16,0 5-36-16,0 0-12 0,0-5-40 0,5 4-32 15,-5-2-40-15,0-5-8 0,0 1 0 16,0-3-40-16,0 0 48 0,3-7 0 16,-3 0-8-16,0 1-104 0,0-4 40 0,0 0-16 15,0-3 36-15,0 0-32 16,0 0 20-16,0 0-20 0,0 0 20 0,0 0-48 15,0 0-48-15,0 0-28 0,0 0-12 0,4 0-12 16,-4 0-16-16,0 0-12 16,0 0-24-16,0 0-76 0,0 0-176 0,0 0-204 15,0 0-184-15,4-6-196 0,-4-4-509 16,4 4-1463-16,0-10-2568 0,-20 54 3888 16</inkml:trace>
  <inkml:trace contextRef="#ctx0" brushRef="#br0" timeOffset="40341.488">12646 11769 5196 0,'0'0'2448'16,"0"0"-724"-16,0 0-123 0,0 0 159 16,0 0-156-16,0 0-444 0,0 0-300 0,0 0-224 15,0 0-228-15,0 0-196 0,0 0-152 16,16-2 16-16,-9 2 60 0,2 0-60 0,2-3-76 16,1 3-88-16,1-4 84 15,2 4-84-15,1-3 28 0,0-1-16 16,4 1-12-16,0-3-108 0,-4 3-140 0,4-4-276 15,-8 1-192-15,4 0-232 0,-4-1-336 16,-1 1-680-16,-2 3-857 0,-5-7-1555 16</inkml:trace>
  <inkml:trace contextRef="#ctx0" brushRef="#br0" timeOffset="40629.398">12766 11630 300 0,'0'0'2920'15,"0"0"-2136"-15,0 0-444 0,0 0 100 0,0 0 3444 16,0 0-2680-16,0 70-492 0,0-51-95 15,4-1 67-15,-1 2 160 0,-3 1-232 16,0-2-332-16,0 0-140 0,0 4-80 16,0-4-60-16,0 4-88 0,0-4-16 15,0 3-316-15,0-7-536 0,0 1-601 0,0-3-851 16,0-1-1752-16</inkml:trace>
  <inkml:trace contextRef="#ctx0" brushRef="#br0" timeOffset="41554.19">13108 11493 3356 0,'0'0'1212'0,"0"0"1508"0,0 0-748 15,0 0-536-15,0 0-407 0,0 0-309 0,0 0 32 16,0 0 252-16,0 0-244 15,28 74-180-15,-24-46-80 0,0 7-120 0,4 0 20 16,-4-4-176 0,-4 5-36-16,0-1-76 0,0-5-104 0,0 3-8 15,-4-5-40-15,0 1 24 0,-4-7-108 16,4 1 116-16,-1-8-104 0,2-2 64 16,-1-7-28-16,0-6-60 0,4 0-76 15,0 0-216-15,0 0-52 0,0-6 156 0,4-1 148 16,3-9-76-16,2-2 12 0,-1-1 112 15,7-7 0-15,-2 3 120 0,2 5-88 16,2 1 96-16,-2 2 112 0,1 6-36 0,-4 0-24 16,-3 2 36-16,2 3 64 0,-7 4-76 15,0 0 12-15,-4 0-88 0,0 0 4 16,0 0 0-16,0 0 84 16,0 4 100-16,0 3 28 0,-4 2-164 15,-4 0-68-15,1 1 16 16,-2-1-112-16,-3 4-100 0,5-3 84 0,-6-4 28 0,5 0 100 15,5 1 4-15,-1-4 32 16,4 0-36-16,0-3-240 0,0 3 0 16,0 4 176-16,4-1 64 0,3 0 100 0,1 4 52 15,1-4 0-15,2 0-40 0,-3 4 40 16,8-4-52-16,-4 0 0 0,1 1-88 0,-2-1-12 16,1-6 0-16,0 3 0 15,0-3-48-15,-1 0-304 0,-2 0-536 0,3 0-372 16,-5-3-629-16,2 3-891 0,-1-3-1732 0</inkml:trace>
  <inkml:trace contextRef="#ctx0" brushRef="#br0" timeOffset="42414.926">13805 11481 4092 0,'0'0'860'16,"0"0"2144"-16,0 0-984 0,0 0-227 15,0 0-309-15,0 0-380 0,0 0-92 16,0 0-360-16,28 66-232 0,-28-49-136 16,0-3-148-16,-4 3-136 0,-4-1-40 15,1-1-20-15,-2 2-116 0,1-5-216 0,0 1-172 16,5-7-92-16,-6 1-116 0,5-4-256 16,4-3-380-16,-4 0-593 15,4 0-1923-15,0-13-1915 0</inkml:trace>
  <inkml:trace contextRef="#ctx0" brushRef="#br0" timeOffset="42944.189">14359 11062 3284 0,'0'0'2788'16,"0"0"-308"-16,0 0-1792 0,0 0 8 0,0 0 68 16,-44-70 253-16,37 60-401 0,-6 0-132 0,5 4 132 15,-3 4 68-15,-2 2 140 0,2 2-56 16,-6 10-532-16,-2 9 44 0,-5 6 20 16,4 9 52-16,-5 5 156 15,6 3 64-15,3-2-276 0,0-8-172 16,8 1-124-16,4-10-160 0,0-5-64 0,4-8-36 15,8-5 60-15,4-7 4 0,7 0 184 16,2-3 4-16,3-10-156 0,0-6-136 16,-1 0-108-16,1-3 164 0,0 2 56 15,-3 1 64-15,-6 1 76 0,1 1 48 0,-4 5 52 16,0 5 8-16,-4 1-60 0,-4 0-4 16,0 6-68-16,-4 0 72 0,4 0 60 15,4 9 384-15,-5 1-56 0,6 6-28 0,-1 0-64 16,0 6-20-16,0 7-92 0,0 2-96 15,0 4 24 1,-1 6 208-16,2 4-124 0,-5 3-172 0,0-1 28 16,-4 4-40-16,4-7-12 0,-4 1-64 15,4-1 56-15,-4-6-64 0,0-3 64 0,0-4 8 16,0-1-112-16,0-5 112 0,-4-3-4 0,0-3 4 16,-4-3-60-1,-4-3-200-15,0-4-460 0,-4 1 124 16,0-4-108-16,-4-2-240 0,0-4-192 0,0 0-676 15,4-4-1105-15,-3-12-3059 0</inkml:trace>
  <inkml:trace contextRef="#ctx0" brushRef="#br0" timeOffset="43247.916">14574 11658 10828 0,'0'0'1285'15,"0"0"-773"-15,0 0 156 0,0 0 372 16,0 0-296-16,88 0-328 0,-72 0-252 0,-8 0-52 16,3 4 16-16,-3 2-128 0,1 4 0 15,-5 2 68-15,-4 1-68 16,0 6-64-16,-4 0 52 0,-5 0-72 0,-2 4 84 16,-1-2 12-16,-1-2 36 0,2-3-36 15,7 0 200-15,0-6 168 0,0-1-8 16,4-5-232-16,4 2-136 15,0-3 44-15,8 0 100 0,4 0-8 0,-1-3-140 16,6 0 0-16,-1 0-224 16,3-6-112-16,-3 0-320 0,4-1-360 0,-8 1-520 0,0 0-1205 15,4-5-3759-15</inkml:trace>
  <inkml:trace contextRef="#ctx0" brushRef="#br0" timeOffset="43752.962">14873 11719 6624 0,'0'0'4232'16,"0"0"-3279"-16,0 0-93 0,0 0 784 0,0 0-320 15,0 0-404 1,84 6-412-16,-61-12-244 0,-3-1-44 16,4-5-168-16,-3 2-52 0,-2-2-284 0,-3-4-604 15,0 3-244-15,-4 1-388 0,-4-2-948 16,-4 5-2305-16,-4-1-1631 0</inkml:trace>
  <inkml:trace contextRef="#ctx0" brushRef="#br0" timeOffset="43964.024">15017 11541 3860 0,'0'0'300'15,"0"0"5036"-15,0 0-4096 0,0 0-439 0,0 0-17 16,0 0 236-16,0 0-16 0,-5 77-196 16,10-52-192-16,2 3-200 0,1-3-64 15,0 4-140-15,1-4-212 0,-2 1-60 16,1-7-76-16,0 0-52 0,0-7-280 15,0 1-440-15,-4-6-268 0,8-4-432 0,-4-3-945 16,-4 0-1475-16,8-12-1595 0</inkml:trace>
  <inkml:trace contextRef="#ctx0" brushRef="#br0" timeOffset="44385.866">15296 11509 2584 0,'0'0'5860'15,"0"0"-3223"-15,0 0-1529 0,0 0-456 16,0 0 340-16,7 67 288 0,-7-46-264 0,0 5-424 16,0 0-256-16,0-4-172 0,0 3-40 0,0 1-124 15,0-4 0-15,0 1-76 16,0-5-12-16,0-2-72 0,-4-3 24 0,4-4-328 16,0-6-28-16,0-3 92 0,0 0-92 15,0 0 164-15,4-3 96 0,4-6 232 16,5-8 176-16,-2 5 52 15,5-6-40-15,0 1-112 0,4 1-68 0,0 1 132 16,-4 2-28-16,3 3 64 0,-2 4-100 16,-6 3-76-16,-2 3-76 0,-1 0-124 15,-4 0 76-15,-4 0 108 0,0 0 16 16,0 6 228-16,-8 1-88 0,-5 5-16 0,2 1-60 16,-6-1-60-16,-2 4 8 0,3 0 36 15,0 0-48-15,4 3-72 0,0 0 72 16,4 1 112-16,4-5 176 0,4 1-84 15,0-3-28-15,4-4-16 0,12 1 104 16,0-4 8-16,3 1-84 0,6-4-188 0,3-3-40 16,0 0-156-16,3-3-428 0,-3-7-268 15,-4 1-220-15,4-1-604 0,-12 1-1149 16,8-4-2699-16</inkml:trace>
  <inkml:trace contextRef="#ctx0" brushRef="#br0" timeOffset="44614.696">15957 11541 5216 0,'0'0'6129'0,"0"0"-5141"15,0 0-580-15,0 0 232 0,0 0 680 16,12 82-12-16,-8-56-428 0,-4-4-396 0,0 0-372 15,0 4 0-15,-4-4-108 0,-5 4-4 16,2-1-148-16,-5-3-100 0,0 1-376 0,0-5-356 16,-1-5-68-16,6-3-580 0,-1-4-1573 15,-4-6-3567-15</inkml:trace>
  <inkml:trace contextRef="#ctx0" brushRef="#br0" timeOffset="44942.119">16614 11237 5336 0,'0'0'3276'0,"0"0"-1400"0,0 0-947 0,0 0-145 15,0 0-80-15,0 0-168 0,0 0-412 16,84 11-124-16,-64-11-100 0,-1-2-1292 15,-2-5-1565-15,11-6-4987 0</inkml:trace>
  <inkml:trace contextRef="#ctx0" brushRef="#br0" timeOffset="45094.888">17279 11164 4912 0,'0'0'8181'0,"0"0"-7001"16,0 0-420-16,0 0 32 0,0 0-260 15,100-17-360-15,-80 11-172 0,4 2-328 0,-1-2-476 16,1 3-840-16,-3 0-916 0,3-3-2809 16</inkml:trace>
  <inkml:trace contextRef="#ctx0" brushRef="#br0" timeOffset="46057.546">12510 11512 600 0,'0'0'2948'15,"0"0"-1996"-15,0 0 364 0,0 0 2832 16,0 0-2459-16,0 0-409 0,0 0-324 16,0 0-144-16,0 0 20 0,0 0-24 0,24-9 36 15,-16 9-148-15,8-3-228 0,-4-4-244 0,4 4-28 16,-4 0-24-16,8 0-96 0,-4 0-76 16,4 3-64-16,0-3-120 0,3 3-100 15,5 0-60-15,0 0-40 0,8-4-260 16,4 1-360-16,0 0-860 0,-8 0-984 15,24-7-2049-15</inkml:trace>
  <inkml:trace contextRef="#ctx0" brushRef="#br0" timeOffset="47066.754">14710 11484 1616 0,'0'0'4928'0,"0"0"-3008"0,0 0-832 0,0 0-116 16,0 0 85-16,0 0-21 0,0 0-76 16,0 0-224-16,0 0-144 15,0 0-12-15,32-6 304 0,-17 6-272 0,-2-7-228 16,6 4-148-16,1-3-212 0,4 2-24 16,4-6-76-16,4 5 4 0,4-1-88 15,4-5-116-15,-1 3-336 0,5-2-432 0,-4-3-296 16,3 7-292-16,2-1-737 0,-13 1-1627 15,11-1-1844-15</inkml:trace>
  <inkml:trace contextRef="#ctx0" brushRef="#br0" timeOffset="48228.444">18451 11296 3768 0,'0'0'2008'16,"0"0"2580"-16,0 0-3439 0,0 0-149 0,0 0 148 15,0 0 256-15,0 0-296 0,0 0-268 16,35 68-332-16,-31-54 12 0,-4 3-88 16,0 2-160-16,0 0-64 0,-4-1-108 15,-3 2-56-15,-1-4-44 0,-1 0-8 16,2-4-4-16,-5 1-60 0,-1 0-224 0,2-4-224 15,-1-2 40-15,4-4-56 0,0 1-160 16,4-4-96-16,0 0-116 0,4-11-820 16,0 2-777-16,16-16-3327 0</inkml:trace>
  <inkml:trace contextRef="#ctx0" brushRef="#br0" timeOffset="48714.29">19244 10941 4272 0,'0'0'6452'0,"0"0"-5715"0,0 0-213 15,0 0 40-15,0 0 752 0,-76-70 48 16,60 61-192-16,0 5-448 0,0 4-140 16,-4 7-228-16,-4 4-96 0,1 13 24 0,-1 1-12 15,-4 9 24-15,0 6-88 0,0-2-36 0,4-1-96 16,8-5-76-16,4-10-60 15,4-6-12-15,8-7-4 0,0-5-60 0,12-1-84 0,4-3 212 16,8-7-164-16,8-5-184 16,0-10-248-16,3-1-56 15,1-2-24-15,0-3 116 0,-4 3 104 0,-4 2 48 16,0 0 100-16,-4 4 152 0,-8 7 76 16,0-1 88-16,-9 7 76 0,-3 2 152 15,-4 4 12-15,5 0-12 0,-5 4 84 0,4 5 284 16,-4 4 12-16,0 7-84 0,0 5-64 15,0 0-64-15,0 7-88 0,0 3-76 16,0-1-48-16,0 8-36 0,0-2 12 0,4 2-96 16,-4 0-64-16,4-4-60 0,-1 0 60 15,1-3-72-15,0-1 24 0,-4-2-28 16,0 0-8-16,0-3-52 16,0-4-60-16,0-5-128 0,-8-1-56 15,1-5 8-15,-1 0-28 0,-8-2-8 0,0-5 72 16,-4 0-148-16,-4-5-68 0,-4-2 264 15,-4 0 160-15,0-6 116 0,0-9-264 16,-3-2-396-16,3-8-908 0,8 6-1645 16,-4-13-5355-16</inkml:trace>
  <inkml:trace contextRef="#ctx0" brushRef="#br0" timeOffset="49543.92">19583 11719 3724 0,'0'0'6204'16,"0"0"-4875"-16,0 0-853 15,0 0 424-15,11 89 372 0,-7-58-56 16,-4 4-336-16,0 3-376 0,0 3-56 0,0 3-72 16,0-2 20-16,0 0-124 0,-4-4-148 15,0 0-28-15,0-4-96 0,4-2-52 16,0-9-48-16,0-7-72 0,0-7-12 0,4-2 108 15,0-4 4-15,5-3-68 16,-1 0-8-16,-1-10-176 0,5-5-72 16,0-4-360-16,0-4-124 0,0-2-236 0,-4-7-60 15,4 3 64-15,-5-2 91 0,-2-1-231 16,3-3 732-16,-4-4 520 0,-4 1 168 16,0 4-24-16,0-1 320 0,0 0 16 15,0 9 180-15,0 4 165 0,0 6 175 16,0 3-208-16,4 8-132 0,0 2-240 0,3-1-40 15,2 1-40-15,-1-1-12 0,-1 4-76 16,6 0-116-16,-5 0-48 0,-4 4 52 16,-1 3 24-16,1-2 128 0,-4 4-32 15,0 5 4-15,-7 2-80 0,-9 2-20 16,0 2-164-16,-8 2-60 0,4-3-76 16,0 0-264-16,4-6-240 0,0-4-188 0,5-3-84 15,2-3-168-15,5 1-572 0,0-4-1265 16,4-4-3095-16</inkml:trace>
  <inkml:trace contextRef="#ctx0" brushRef="#br0" timeOffset="50275.748">19897 11972 8372 0,'0'0'2184'16,"0"0"-1035"-16,0 0-189 0,0 0 532 16,0 0-332-16,0 0-316 0,0 0 20 15,0 0-156-15,0 0-288 0,76-15-208 16,-56 5-188-16,4 0-24 0,0-5-284 16,0-1-496-16,-1-3-460 0,-3 3-476 0,-4 0-1296 15,-4 0-2753-15</inkml:trace>
  <inkml:trace contextRef="#ctx0" brushRef="#br0" timeOffset="50474.354">20065 11696 340 0,'0'0'7736'0,"0"0"-6208"0,0 0-764 16,0 0 125-16,0 0 575 0,-20 87-164 15,20-59-264-15,0 7-392 0,0-3-116 0,0 2-88 16,0 1-116-16,0-6-236 0,4-1-88 15,-1-2-100-15,5-4-252 0,1-6-376 16,-1 0-204-16,3-10-180 0,-2 1-152 0,6-7-677 16,-7 0-1207-16,8-10-3172 0</inkml:trace>
  <inkml:trace contextRef="#ctx0" brushRef="#br0" timeOffset="50885.644">20312 11649 6900 0,'0'0'3008'0,"0"0"-1591"16,0 0-657-16,0 0 568 0,0 0 132 0,0 0-316 15,19 88-216-15,-15-56-416 0,-4 0-204 0,0 0-36 16,0 0-160-16,-4-4-112 0,0 1-52 16,1-1-60-16,-1-6-12 0,4-3 24 15,-4-2-96-15,4-9-80 0,0-4-260 16,0-1-28-16,0-3-140 0,4 0 428 0,3-7 276 15,5-5 176-15,1-1-112 0,-2-2-64 16,2-1-48-16,-2 3 48 16,1-2 64-16,-3 5-60 0,-2 0 4 0,-3 4 68 15,0 0 24-15,-4 2 12 0,0 4-112 16,0 0-164-16,-8 0-128 0,-3 0 180 16,-2 7-104-16,2 2 216 0,-6 7 0 0,6 0 328 15,-2 0 88 1,5 2 12-16,4-1-136 0,1-1-56 0,3-4 12 15,3-2 16-15,9 0-32 0,4-4-168 16,5-3 36-16,2-3 36 0,1 0-136 16,4-3-264-16,0-3-108 0,-4-4-4 0,0 0-240 0,-5-2-212 15,-2 2-400-15,-6-2-764 16,-7 6-1037-16,-4-8-2435 0</inkml:trace>
  <inkml:trace contextRef="#ctx0" brushRef="#br0" timeOffset="51228.362">19515 11620 6368 0,'0'0'2068'0,"0"0"-592"0,0 0-187 15,0 0 11-15,88-35-408 0,-61 26-408 16,1 0-116-16,4-5-92 0,3 5-96 0,2-1-180 15,3 1-12-15,-1-1-216 0,2 1 12 16,2 3-240-16,-7 2-400 16,-1-2-900-16,-7 6-1013 0,13-3-1587 0</inkml:trace>
  <inkml:trace contextRef="#ctx0" brushRef="#br0" timeOffset="55859.619">20870 10394 3544 0,'0'0'10101'0,"0"0"-8005"16,0 0-1176-16,0 0-260 16,0 0 364-16,0 0-332 0,0 0-80 15,0 0-12-15,86 80-88 0,-58-54-60 0,9-1-88 16,-5 3-83-16,4 4-61 0,-4 1-100 16,-1 0-120-16,1 6 0 0,-8-4-120 0,-4 4-40 15,-8 1-73-15,-12-1 5 0,0 5 68 16,-20 3 52-16,-8 1-232 0,-8 2-124 15,-7 5 84-15,-5 2 124 0,-1-4 36 16,-6 5-148-16,-4-1-608 16,-5 0-1004-16,0 0-632 0,12-12-261 0,-32 9-2047 15</inkml:trace>
  <inkml:trace contextRef="#ctx0" brushRef="#br0" timeOffset="56798.985">4681 13414 4092 0,'0'0'4912'16,"0"0"-3644"-16,0 0-3 0,0 0 819 15,0 0-612-15,0 0-420 16,0 0-260-16,0 0-108 0,0 0-224 15,0 0-216-15,0 0 176 0,24 73 120 16,-16-28 48-16,0 2-232 0,0 7-184 0,0 7-100 16,-4 3-12-16,0-1-56 0,-4 0-4 0,0-6-132 15,0-3-4-15,0-13-60 0,0-9 12 0,4-6-8 32,-1-8-68-32,1-8-72 0,-4-4-232 0,5-6-276 15,-1 0-392-15,-4-12-304 0,0 2-460 16,0-22-4213-16</inkml:trace>
  <inkml:trace contextRef="#ctx0" brushRef="#br0" timeOffset="57042.905">4255 13198 11325 0,'0'0'2380'0,"0"0"-1656"0,0 0-4 16,0 0 580-16,0 0-344 0,0 0-448 0,0 0-36 16,91-32-116-16,-59 26-12 0,4-1-196 15,-1 5-148-15,2-2-100 16,-5 4-32-16,4 0 20 0,-4 0 28 16,-4 0-40-16,0 0-148 0,-1 0-284 0,-3-3-476 15,4 3-488-15,-8-3-1400 0,8 1-3377 16</inkml:trace>
  <inkml:trace contextRef="#ctx0" brushRef="#br0" timeOffset="57417.291">5422 13843 3452 0,'0'0'9893'15,"0"0"-7637"-15,0 0-988 0,0 0 204 0,0 0-300 16,0 0-500-16,0 0-356 0,0 0-316 16,0 0-108-16,0 0-136 0,16-7 84 15,-8-2-328-15,4-2-708 0,-5 9-852 0,2-4-3361 16</inkml:trace>
  <inkml:trace contextRef="#ctx0" brushRef="#br0" timeOffset="58250.65">6266 13411 7824 0,'0'0'1636'0,"0"0"-1028"16,0 0 128-16,0 0 653 0,0 0-137 0,0 0-376 0,0 0-320 16,0 0-128-16,0 0-124 15,0 0 8-15,0 0 44 0,-83 54-8 16,71-19 4-16,4 4-68 0,0 5-48 0,5 3-64 15,-1 0-108-15,-1 4-64 0,5 0-100 16,0-7-36-16,5-2-124 0,2-8-40 16,1-5-112-16,5-13-280 15,6-2-340-15,-3-12-44 0,7-2-716 16,-2-7-2549-16,11-11-2943 0</inkml:trace>
  <inkml:trace contextRef="#ctx0" brushRef="#br0" timeOffset="58690.3">6638 13630 3392 0,'0'0'6204'16,"0"0"-4499"-16,0 0-241 15,0 0 316-15,0 0-196 0,0 0-516 0,-88 28-400 0,68-2-188 16,3 2-20 0,2 4 80-16,3-4-124 0,4 2-216 0,4-11-200 15,4-4-160-15,0-5-108 0,0-7-88 16,7 0 12-16,2-3 196 0,3-3 48 15,-1-3 88-15,6-10-136 0,-1-3-212 0,3-3 116 16,-2-4 8-16,-2 5 60 0,-2 1 52 16,2 0-24-16,-2 8 0 0,-5 2 20 15,3 4-32-15,-3 6-52 0,1 0 212 0,-2 13 48 16,1 2 216-16,5 8 48 16,-6 6 12-16,1 3-16 0,3 1 212 0,-2 6-136 0,-1 0-140 15,-4 6 28 1,0-1-28-16,-4 3-36 0,0 0-24 15,0-2 0-15,0-1-36 0,-8-5 72 0,0-4 24 16,4-7-64-16,-4-2-68 0,0-4-52 16,0-6-12-16,1-4-36 15,-2-3 64-15,1 2-4 0,-3-9-32 0,-2 2-40 16,1-4-60-16,-4 0-124 0,-3-4-12 16,-2-2-144-16,-3-3-40 0,1-7-144 15,-1-1 20-15,4 2-76 0,-1-4-212 0,6 0-364 16,4 0-292-16,2 3-852 15,5 0-1597-15,4 0-2447 0</inkml:trace>
  <inkml:trace contextRef="#ctx0" brushRef="#br0" timeOffset="59250.337">6977 13868 7372 0,'0'0'2320'0,"0"0"-863"16,0 0-505-16,0 0 200 0,0 0-36 15,0 0-192-15,0 0-72 0,0 0-60 0,11 71-84 16,-7-44-124-16,0 2-116 0,0-1-100 15,-4-2-160-15,0-4-144 0,3 4-64 0,-3-7-136 16,0-3-12-16,0-1-60 0,0-4-176 16,0-5-220-16,5-4-164 15,-5-2-176-15,4 0-300 16,0-2-340-16,0-4-1201 0,4-20-3215 0</inkml:trace>
  <inkml:trace contextRef="#ctx0" brushRef="#br0" timeOffset="59820.503">7334 13808 1880 0,'0'0'1640'0,"0"0"-624"0,0 0 16 0,0 0 436 16,0 0-248-16,0 0-284 0,0 0-328 15,0 0-132-15,0 0 4 0,0 0 189 16,8 6 103-16,-8-6-68 0,0 0-220 15,5 0-128-15,-5 0-64 0,0 0-12 0,0 0-64 16,4 0-92-16,-4 0 180 0,4 2-52 16,0-2 64-16,-1 5-116 0,5-3-12 15,-4 5-76-15,1-1 104 0,-1 1-64 0,0 2 12 16,-4 4-40-16,3 3 0 16,-3 0-120-16,0-1-4 0,0 1-12 15,-3 0-176-15,-1 0-48 16,0 1-196-16,-1-3-232 0,1 3-184 0,-4-7-332 0,5 2-228 15,3-6-357-15,-4-2-907 0,4-4-2024 0</inkml:trace>
  <inkml:trace contextRef="#ctx0" brushRef="#br0" timeOffset="60035.85">7825 13687 10044 0,'0'0'3997'15,"0"0"-3969"-15,0 0-28 16,0 0-192-16,0 0 192 16,0 0 76-16,0 0-76 0,0 0-460 0,80-19-856 15,-65 13-2629-15,9-1-2939 0</inkml:trace>
  <inkml:trace contextRef="#ctx0" brushRef="#br0" timeOffset="60210.284">8227 13681 6188 0,'0'0'2248'0,"0"0"-760"0,0 0 73 15,0 0-9-15,0 0-472 0,0 0-536 16,0 0-404-16,88 16-40 15,-68-16-92-15,3-3-8 0,1-4-212 0,8-6-652 16,4 4-860-16,-8-1-737 16,12-5-3363-16</inkml:trace>
  <inkml:trace contextRef="#ctx0" brushRef="#br0" timeOffset="60713.217">9032 13484 7764 0,'0'0'3197'0,"0"0"-1565"16,0 0-204-16,0 0 464 0,0 0-228 0,0 0-208 16,0 0-428-16,0 0-332 0,-76-57 0 15,64 53-247-15,4 4-253 0,-7 4-148 0,-6 9-48 16,1 9 0-16,-3 6 0 0,-1 10 180 15,4 4 100-15,-1-4 0 0,2 3-28 16,7-9-72-16,4-7-108 0,4-9-72 0,0-6-92 16,4-7-196-16,8-3-196 15,8 0 108-15,4-3 144 16,4-10-25-16,7-7-143 0,-3-2-160 0,0 0 36 16,0-3 144-16,-3 6 100 0,-6-1 56 15,-3 8 52-15,-4 3 76 0,-3 5-16 16,-6 4-60-16,5 0 172 0,0 4 208 0,-4 9 176 15,4 2-4-15,0 8-136 16,-4-1 60-16,0 6 4 0,0 4-4 0,-4 4-136 16,0-3-80-16,0 9 44 0,0-4-8 15,0 0 32-15,0-3 64 0,-4-2-63 16,0-5-93-16,-8-3-64 0,4 0-36 0,0-2 36 16,-7-5 100-16,-2 2-56 0,-3-5-44 0,1-2-76 15,-2 1 68-15,1-9 4 16,1-2 0-16,-2-3-80 0,1 0-13 15,1-3-135-15,2-9-168 0,2-4-308 16,-1-6-428-16,4-7-1140 0,4 10-2712 16,4-16-2713-16</inkml:trace>
  <inkml:trace contextRef="#ctx0" brushRef="#br0" timeOffset="60937.83">9327 13868 6624 0,'0'0'4745'0,"0"0"-3781"0,0 0 300 0,0 85 584 16,0-47-132-16,0 7-500 0,0 3-612 0,0 3-200 15,0 5 60 1,0-1 16-16,4-1-188 0,-4-3-292 0,4-7-88 16,-1-6-240-16,1-9-28 15,0-4 28-15,-4-5-176 0,0-9-100 0,0-1-140 16,0-6-224-16,0-4-580 0,0 0-672 15,0-7-1009-15,0-11-2915 0</inkml:trace>
  <inkml:trace contextRef="#ctx0" brushRef="#br0" timeOffset="61185.336">9391 13903 1644 0,'0'0'7288'0,"0"0"-4935"0,0 0-1841 16,0 0 284-16,0 0 580 0,0 0-148 15,0 0-400-15,75 16-296 0,-59-10-272 16,-4 1-96-16,-3 2-64 0,-2-3-52 16,1 0-48-16,-4 5 76 0,-4 2 8 0,0-1 52 15,-4 4-24-15,-8 2-108 16,-4 2-4-16,1-4-112 0,-6-1 16 0,1-2-40 16,-3-3-40-16,3-4-12 0,-5-3-236 15,5-3-232-15,1 0-148 16,-1-6-248-16,4-4-288 0,4-3-613 15,0 1-1051-15,4-10-4352 0</inkml:trace>
  <inkml:trace contextRef="#ctx0" brushRef="#br0" timeOffset="61460.494">10048 13309 3344 0,'0'0'6492'0,"0"0"-4587"0,0 0-509 16,0 0 256-16,67 70 60 0,-50-44-480 0,-2 2-440 15,1 1-400-15,-4 2-172 0,-3 4-108 16,-2 1-52-16,-3-2 16 0,-4 1-64 16,0 3-8-16,-11-3-4 15,-6 3-12-15,-3-3-76 0,-3 0-8 16,-5 0-28-16,0-3-160 0,0-4-380 15,0-5-216-15,4-8-172 0,-4-2-496 0,12-7-948 16,-4-6-2361-16</inkml:trace>
  <inkml:trace contextRef="#ctx0" brushRef="#br0" timeOffset="61880.467">11008 13658 6656 0,'0'0'5013'0,"0"0"-2749"0,0 0-1012 0,0 0-56 16,0 0 236-16,96 13-408 0,-60-13-424 15,3 0-304-15,-3 0-124 16,0-3-172-16,1 0-28 0,-2 3-140 0,-7-3-176 16,-1 3-308-16,-3 0-472 15,-11 0-828-15,-5 3-2492 0,-5 0-2081 0,-6 10 1858 16</inkml:trace>
  <inkml:trace contextRef="#ctx0" brushRef="#br0" timeOffset="62012.482">11140 13881 4548 0,'0'0'456'0,"0"0"5444"0,0 0-3335 0,0 0-905 16,0 0-536-16,0 0-276 0,0 0 8 16,0 0 68-16,0 0-52 0,0 0-324 15,111 44-316-15,-71-53-232 0,4-4-184 0,4 0-232 16,-1-3-592-16,2-3-848 0,-10 7-2744 16,9-8-4929-16</inkml:trace>
  <inkml:trace contextRef="#ctx0" brushRef="#br0" timeOffset="62526.718">12510 13236 1160 0,'0'0'1632'16,"0"0"3912"-16,0 0-3836 0,0 0-483 15,0 0 75-15,0 0 36 0,-88 42 68 16,73-23-20-16,-2 3-388 0,6 3-304 0,-1 3-152 15,4 8-36-15,4 2 96 0,0 0-60 16,4 3-176 0,0 0-204-16,0 1-76 0,4-1-76 0,3-6-8 15,2-3-172-15,-1-4-120 0,3-2-36 16,2-5 8-16,2-4-240 0,6-4-44 16,-1-4-172-16,7-3-616 0,-7-6-1380 0,16 0-2809 15</inkml:trace>
  <inkml:trace contextRef="#ctx0" brushRef="#br0" timeOffset="63529.232">12992 13322 156 0,'0'0'2308'0,"0"0"5296"0,0 0-5571 0,0 0-537 15,0 0-368 1,0 0-20-16,0 0-192 0,0 0-216 0,0 0-84 0,0 0-48 15,0 76 24-15,0-47-52 16,0-1-88-16,0 1-148 0,0-4-96 0,0 0-72 16,0-6-4-16,0 0-44 0,4-5-16 15,-4-5-72-15,0 1 0 0,4-4-8 16,-4-3 8-16,0-3-60 0,0 0-28 16,0 0-20-16,0 0-28 0,0 0 4 15,0 0 32-15,0 0 88 0,0 0-36 16,0 0 36-16,0 0-148 0,0 0-108 0,0 0 36 15,0 0 36-15,0-9 36 0,4-1 0 16,0-6-48-16,1-3-48 0,-1 0 32 16,-1-3-144-16,5 3-80 0,-4-4-8 15,0 4-80-15,0 1 48 0,-4 1 232 0,0 2 108 16,0 5 148-16,0 1 80 16,-8-1 80-16,4 3 60 0,0 1-20 0,0 0 96 0,-3-1 28 15,2 5-88-15,1-5-72 16,0 2 56-16,-4-2-80 0,5 0 92 15,-1 1-132-15,-5 3 148 16,5-1-128-16,4 1 68 0,-8 3 116 0,5 0-32 16,-5 0-272-16,-1 0 12 15,-6 10-12-15,2 3 8 0,-2 2-4 0,-2 7 44 0,2 7 28 16,-5 3 32-16,8 6 4 16,-4-3-28-16,4 3-84 0,4 0 0 0,-4-6-8 0,8 0-76 15,4-10 8-15,0-3 68 16,0-6-40-16,4-4-60 15,0-3 56-15,4-2 40 0,0-4 8 0,4 0 4 16,0-7 12-16,4-5 52 0,4-8-64 16,-1-2-356-16,5-3-100 15,-3-3 24-15,3-2 160 0,-5 5-112 0,1 3 112 16,-3 3 60-16,-6 6 64 0,-3 4 136 16,-4 6-44-16,-4-1 56 0,4 4 124 15,-4 0 40-15,0 4 132 0,0 5-12 0,0 7 64 16,0 0-16-16,0 6-132 0,0 4-104 15,0-1 64-15,5 7-24 0,-5-1-36 16,0 8 72-16,0-1-28 0,0 6-44 16,0 4 24-16,-9-1 120 0,5 4-72 15,-8-4-52-15,5-1-8 16,-6 1-4-16,5-6-36 0,-4 0-72 0,4-2 64 16,-3-4-56-16,3-4 52 0,-1-2-48 0,1-3 0 15,-3-8-4-15,7-2 4 16,-5-4 48-16,2 1 40 0,-1-7 32 0,-5 1 16 15,2-3 32-15,-6-4 4 0,2 0-76 16,-5 0-84-16,0 0-24 0,0-6-192 0,0-5-160 16,-3-2-88-16,6 1 48 0,2-7-208 15,6 0 0-15,5-3 36 0,4 0-116 16,0-4-516-16,8 4-160 0,5 0-724 16,2-1-809-16,-2 10-1715 0,2-8-1091 0</inkml:trace>
  <inkml:trace contextRef="#ctx0" brushRef="#br0" timeOffset="63785.977">13260 13925 1332 0,'0'0'2164'0,"0"0"5365"0,0 0-5589 16,0 0-148-16,90 3-204 0,-69 1-456 16,-1-1-564-16,-5 1-232 0,2 1-176 15,-6-2-160-15,-3 3-76 0,1 1 76 0,-9 5 4 16,0 2 132-16,-4 5-24 0,-9 6-40 15,-6 0 4-15,-1 4-28 0,0 3 0 0,-5-4-32 16,6-2 44-16,3-7 0 0,4-3 16 16,8-3 16-16,0-7-92 15,4-3-196-15,0 0-172 16,12-3 368-16,4 0 0 0,8-6 0 0,7-7-48 16,6-7-780-16,-1 1-292 0,3-6-504 15,-7 10-2468-15,4-11-4093 0</inkml:trace>
  <inkml:trace contextRef="#ctx0" brushRef="#br0" timeOffset="64358.14">14112 14077 144 0,'0'0'9912'0,"0"0"-8055"16,0 0-693-16,0 0-56 0,0 0-8 15,0 0-196-15,7 70-240 0,-7-53-252 0,0-2-200 16,-7-3-52-16,-1 5-96 15,0-4-60-15,4-4 68 0,-8 1-72 0,8-1 0 16,-4-3-320-16,1-2-240 0,-2-1-296 0,5 0-96 16,-4-3-276-16,4 0-688 15,1 0-3065-15,-6-3-1555 0</inkml:trace>
  <inkml:trace contextRef="#ctx0" brushRef="#br0" timeOffset="64710.238">14618 13833 588 0,'0'0'520'16,"0"0"6984"-16,0 0-5059 0,0 0-993 0,0 0-268 0,0 0 124 15,0 0-528-15,0 0-240 16,0 0-288-16,83 7-252 15,-66-7-72-15,-2 0-104 0,1-4-516 0,5 1-736 0,-2 0-2533 16,-3-4-4547-16,4 0 7712 0</inkml:trace>
  <inkml:trace contextRef="#ctx0" brushRef="#br0" timeOffset="64854.248">15056 13823 4164 0,'0'0'1720'0,"0"0"3120"15,0 0-3179-15,0 0-653 0,0 0-488 0,0 0-276 16,0 0-244-16,0 0-548 0,0 0-804 16,0 0-993-16,88-9-2523 0,-69 3-175 15</inkml:trace>
  <inkml:trace contextRef="#ctx0" brushRef="#br0" timeOffset="64993.903">15379 13777 3664 0,'0'0'288'0,"0"0"3936"0,0 0-1932 0,0 0-671 15,0 0-49-15,0 0-116 0,0 0-488 16,0 0-452-16,0 0-268 0,95-11-184 0,-71 9-28 16,0-4-36-16,0-1-372 0,4 0-696 15,0-2-692-15,-8 2-2089 0,4-2-3799 0</inkml:trace>
  <inkml:trace contextRef="#ctx0" brushRef="#br0" timeOffset="65458.393">16499 13903 1004 0,'0'0'392'0,"0"0"6080"15,0 0-4204-15,0 0-555 0,0 0-409 0,0 0 32 16,0 0-188-16,8 83-316 0,-8-64-296 16,-8-1-324-16,-1 2-128 0,5-1-32 0,-3-7-52 15,3 1-4-15,-4-3-84 16,4-4 0-16,-1 0-36 0,1-3-112 15,1-3-340-15,-1 0-128 0,4 0-256 0,0-3-260 16,0-6-932-16,4-1-3857 0,12-15 1001 0</inkml:trace>
  <inkml:trace contextRef="#ctx0" brushRef="#br0" timeOffset="66001.867">17092 13595 272 0,'0'0'1384'0,"0"0"4196"0,0 0-4488 16,0 0-252-16,0 0-88 0,-35-70 269 15,27 57-5-15,-5 1 32 0,2-1-92 16,-2 3-260-16,2 1 60 0,-6 6 116 0,6 3-36 16,-5 0-240-16,0 3-116 0,-5 10-72 15,2 6-136-15,-5 6-64 16,4 3-36-16,0 8-24 0,0-4-12 15,9-1-16-15,-2-2-16 0,9-7-104 16,0-3-112-16,1-9-8 0,3-1-64 16,0-6-12-16,3-3 8 0,5 0 188 0,5 0 16 15,2-5-16-15,1-9-260 0,4-2 12 16,4-6-8-16,0 3-4 0,0-3-52 0,-5 3 40 16,6 0 36-16,-9 6 100 0,-1 7-4 15,-2 0 44-15,-1 6-16 0,-5 0 48 16,-3 3 64-16,5 6 412 0,-5 4-76 0,0 6-88 15,-1 3 36-15,1 3-88 16,0 4 40-16,4 3-12 0,0-1 120 16,0 8-36-16,0-1-124 0,1 3-100 15,-6 0-76-15,1-2 4 0,0 2-12 16,0-3-84-16,-4 0 76 0,0 0 0 16,0-4 0-16,0 2-44 0,-4-4 48 0,0-4-4 15,0-3 0-15,-4-2 8 0,0-2 52 16,-4 0 44-16,0-7-48 0,0-1-36 15,1-2 0-15,-6-2-12 0,-3 0-88 0,1-6 80 16,-1 1-64 0,-1-4-28-16,-2-4-84 0,-1-5-196 15,4-10-128-15,0-4-432 0,4-6-500 0,1-2-1156 16,2 3-3245-16</inkml:trace>
  <inkml:trace contextRef="#ctx0" brushRef="#br0" timeOffset="66549.041">17287 14147 2584 0,'0'0'336'16,"0"0"4544"-16,0 0-2820 0,0 0-295 15,0 0-305-15,0 0-224 0,44 83-140 0,-32-54-260 16,-4 6-88-16,-3-1-216 0,-2 4-172 16,-3 1-76-16,0-1-96 0,0 0-80 15,-3-3 4-15,-6 0-112 0,5-7-108 16,0-2-28-16,0-7-48 0,4-7-136 16,0-5-240-16,0-1-48 0,0-6-148 15,0 0-276-15,4-9-364 0,0-7 352 0,4-6-1273 16,-3-3-2671-16,-2 1 732 0</inkml:trace>
  <inkml:trace contextRef="#ctx0" brushRef="#br0" timeOffset="66777.031">17391 14132 2480 0,'0'0'532'0,"0"0"-152"16,0 0 4296-16,0 0-3044 0,0 0-636 0,0 0-83 16,0 0 319-16,0 0-352 0,0 0-132 0,0 0-4 15,79-20 36-15,-66 30 36 16,-5 0-392-16,-1 5-104 0,-3-2-108 15,-4 4-12-15,-4 1 20 16,-3 1-72-16,-10 7-136 0,2-4-12 0,-9 0-108 16,0-3-140-16,4-4-88 15,-4-1 16-15,8-5-180 0,0-3-12 0,5-2-132 16,-2-4-160-16,9-4-628 0,1-4-476 0,-1-6-2773 16,4 1-811-16</inkml:trace>
  <inkml:trace contextRef="#ctx0" brushRef="#br0" timeOffset="67862.97">17837 14281 628 0,'0'0'1380'15,"0"0"-1052"-15,0 0 4188 0,0 0-2092 16,0 0-511-16,0 0-601 0,0 0-292 0,0 0-20 16,0 0-192-16,0 0-140 15,0 0-240-15,4 41-116 0,-4-28-48 0,0 3-28 16,-4-1-148-16,0 5-24 0,-3-1-64 0,-1 0-60 15,-1 0 8-15,-2-3-32 0,3-1-168 16,-5-2-120-16,9-7-172 16,-3 1-196-16,7-4-208 0,-4-3-360 0,4-6-877 15,0-10-2035-15,8-3-1040 0,-5 0 4728 16</inkml:trace>
  <inkml:trace contextRef="#ctx0" brushRef="#br0" timeOffset="74099.185">18239 13595 6808 0,'0'0'560'0,"0"0"2560"16,0 0-1151-16,0 0-465 0,0 0-88 0,0 0-196 16,0 0-300-16,0 0-436 0,-31-6-384 15,27 28-52-15,-8 10 224 16,3-1 220-16,2 7 184 0,-5-3-272 16,4 1-244-16,0-8-52 0,4-9-104 15,4-6 80-15,0-7-80 0,8-6 136 0,8 0-140 16,-1-13-136-16,6 0-268 0,3-8 160 15,-4-9-52-15,7 5-12 0,-3-3 124 16,0-1 24-16,1 7-12 0,-6 3-544 16,-3 6 208-16,0 4 84 0,-8-2 0 0,4 9-244 15,-8 2 344-15,-4 0 108 0,4 0 152 16,-4 0 64-16,3 0 152 0,2 9 416 16,-1 4-252-16,0 3-68 0,0 6 64 0,0 7-72 15,-4 3-56 1,0 3-36-16,0 3-48 0,0 3 88 0,0 0-64 15,0 1 12-15,-4-2 24 0,0 2 48 16,0-4-48-16,4-3 136 0,0 0-12 0,-4-4-64 16,4-5-168-16,0-3-48 15,-5 2 0-15,2-6-4 0,-1 3 0 0,0 0 96 16,-4 0-44-16,-4 1-52 16,0-5-8-16,0 1-40 0,0 0 48 0,-3-2 88 15,2-4-40-15,-2-7-48 0,2 0 0 16,-2-3 4-16,-2-3 0 0,2 0-4 15,-6-6-204-15,2-3-264 0,-1-10-160 16,0-4-4-16,4-3-112 0,4-5-324 0,8-1-1004 16,0 7-1197-16,8-13-2395 0</inkml:trace>
  <inkml:trace contextRef="#ctx0" brushRef="#br0" timeOffset="74350.845">18810 14021 6140 0,'0'0'5637'0,"0"0"-4933"16,0 0-448-16,0 0 420 0,11 79 532 15,-11-54 140-15,0 3-720 0,0 2-340 0,0 1-104 16,0-5-8-16,0 5-176 15,-4-5-24-15,1-1-212 16,3 0-104-16,-4-8-336 0,4-4-444 0,0-4-712 0,0-4-2301 16,0-5-2271-16</inkml:trace>
  <inkml:trace contextRef="#ctx0" brushRef="#br0" timeOffset="74729.078">19391 13500 1120 0,'0'0'6020'0,"0"0"-1219"0,0 0-3753 16,0 0-196-16,0 0 136 16,83 66 132-16,-66-41-300 0,-2 5-300 0,-2-2-184 15,-2 4 12-15,-3 3-64 0,-3-4-76 16,-5 5 40-16,-13-3 12 0,-2 6-76 0,-5 3-84 15,-12 0-100-15,0-4-196 0,-4-1-60 16,5-5-16-16,-1-7-200 0,0-2-420 16,4-8-712-16,4-5-1120 0,-8-4-3233 0</inkml:trace>
  <inkml:trace contextRef="#ctx0" brushRef="#br0" timeOffset="75391.365">18379 13709 4652 0,'0'0'2444'0,"0"0"-976"16,0 0-108-16,0 0 49 15,0 0-257-15,0 0-448 0,0 0-260 16,0 0-136-16,0 0-16 0,0 0-4 0,0-32-44 15,0 32-4-15,0-3 100 0,0 3 84 16,-4-3-120-16,1 3-124 0,-6-3-128 0,-3 3-52 16,0 0-76-16,-4 0-152 0,0 0-24 15,1 6-60-15,-6 1-204 0,2-1-256 16,-1 6-312-16,-1-2-412 0,6 3-933 16,-1 4-2443-16</inkml:trace>
  <inkml:trace contextRef="#ctx0" brushRef="#br0" timeOffset="78560.838">3820 15500 5032 0,'0'0'1708'0,"0"0"756"0,0 0 117 0,0 0-701 15,0 0-464-15,0 0-140 0,0 0-192 16,0 0-380-16,0 0-296 0,0 0-164 16,0 0-144-16,32 23 232 0,-11-2-36 15,6 8-76-15,5 3-60 16,4 6-40-16,-4 3 28 0,4 4-136 0,-1 3 108 15,-3 2-32-15,4 4-28 0,-4 0 124 16,-1 3-112-16,-3 0-72 0,0-6 8 0,-3-3-16 16,-5-4 4-16,-1-3-104 15,1-6-16-15,-3-5 64 0,-2-2-12 16,-3-9-16-16,4-3-32 0,-4-1 32 0,0-5 4 16,0 0 8-16,-1-4-68 0,-2 0 56 0,-1-3-268 15,-4-3-196-15,3 0-100 0,-2 0-92 16,-1-3-304-16,0-7 28 15,0-5-208-15,-4 2-1364 0,0-15-2505 16</inkml:trace>
  <inkml:trace contextRef="#ctx0" brushRef="#br0" timeOffset="78913.289">4569 15459 4376 0,'0'0'612'16,"0"0"2472"-16,0 0-792 0,0 0-1171 0,0 0-505 16,0 0-40-16,-67 78 52 0,51-52-68 15,0 2-180-15,-5 5-164 0,-2 2-52 0,-1 10-40 16,-4-1 68-16,0 4-56 0,0 2 180 15,-4 2-24-15,1 1 68 0,-1-2 48 16,-4 3-124-16,4-1-84 0,0-1-64 16,1-2-128-16,-1 1-8 0,4-3-12 0,0-4-148 15,0 0-16-15,0-2-96 16,4-1-108-16,0-6-72 0,4-3-88 16,4-10 108-16,4-3-200 15,5-6-720-15,-1-7-409 0,3 1-967 0,5-7-1308 0</inkml:trace>
  <inkml:trace contextRef="#ctx0" brushRef="#br0" timeOffset="82083.034">4721 16284 7352 0,'0'0'2064'16,"0"0"257"-16,0 0-1217 15,0 0-340-15,84-5 392 0,-60 5 188 0,4-7-204 16,0 0-348-16,0 1-260 15,3-4-236-15,1 1-76 0,0-1-132 16,0 4-88-16,-9 0-100 0,-3 3-36 0,-3-1-60 16,-6 4-36-16,-3 0-4 0,-4 4-136 15,0 2-112-15,-4 6 400 0,0 4 20 0,0 0-108 16,-4 10-92-16,-8-1 140 0,5 1-36 16,-10 5-40-16,2-2 20 0,-2 2-96 0,-2 1 60 15,3 1 116-15,-5-5 100 0,-2 0 0 16,7-2 0-1,-4-1 0-15,4-3 96 0,0 0-8 0,0-3-24 16,4 0 112-16,0-2 24 0,5-2 140 16,3-3-12-16,0 2-116 0,4-1-100 15,0-4-100-15,4 0 84 0,3 1 92 0,9 0 96 16,0-4 88-16,4 0-76 0,0 1 24 16,0-7-24-16,4 0-112 0,-1 0 12 15,-2 0-72-15,3-7-64 0,-9 4-60 0,5-6-116 16,-3 2-240-16,-2-2-312 15,2-1 28-15,-6-2-244 0,6-4-468 0,-6 0-1120 16,1 0-2445-16,4-10-2243 0</inkml:trace>
  <inkml:trace contextRef="#ctx0" brushRef="#br0" timeOffset="82301.93">5274 16351 4500 0,'0'0'440'0,"0"0"136"0,0 0 2712 0,0 0-1684 16,0 0-871-16,-56 76-333 0,41-51-16 15,-1 2-128-15,-7-2-176 0,2 2-80 16,-3 3-64-16,5-5-28 0,-1 4-48 16,-1-4-52-16,2-3 24 15,-1 0-180-15,3-6-205 0,2 3-351 0,-2-7-520 16,10-1-1048-16,-5-5-92 0</inkml:trace>
  <inkml:trace contextRef="#ctx0" brushRef="#br0" timeOffset="82574.179">5342 16621 4348 0,'0'0'2068'16,"0"0"1824"-16,0 0-2783 0,0 72-261 16,0-42 328-16,5 1-148 0,-1 8-184 0,-4 2-416 15,4 4 240-15,-1 2 20 0,-3 0-304 16,0 1-272-16,4-4-100 0,-4 1 12 0,0-1-24 16,0-6-76-16,0 0-120 15,0-3 72-15,0-9-52 0,0-5-236 16,4-7-140-16,-4-9-240 0,4-5-396 0,-4 0-416 15,5-12-557-15,-5 3-2187 0,4-20-852 0</inkml:trace>
  <inkml:trace contextRef="#ctx0" brushRef="#br0" timeOffset="82830.057">5442 16621 4256 0,'0'0'1236'16,"0"0"1156"-16,0 0-964 0,0 0-380 15,0 0-131-15,0 0-57 0,92-45-80 16,-77 45-168-16,2 0-16 0,-2 7-52 0,-2-1-228 16,-5 7 0-16,-5 0-24 15,1 2 120-15,-4 4-56 0,0 4-56 16,-4 3-164-16,-3-5-36 0,-6 5-88 0,2-8 36 0,-1 2 16 16,-4-4 0-16,4 0-60 15,-4-7-4-15,0 1-324 0,0-4-368 16,4 0 140-16,-4-3 36 0,4-3-308 0,0-3-604 15,4-6-1257-15,0-1-1451 0,1-9-1676 16</inkml:trace>
  <inkml:trace contextRef="#ctx0" brushRef="#br0" timeOffset="83134.223">6163 16056 11949 0,'0'0'2700'0,"0"0"-1740"15,0 0 32-15,0 0 560 0,0 0-468 0,0 0-312 16,96-10-344-16,-68 7-220 0,0-3-124 16,3 2-48-16,1-2-36 0,-4 0-132 15,4 0-112-15,-8-1-404 0,-5 1-432 0,2 6-332 16,-14-4-1164-16,2 4-3381 0</inkml:trace>
  <inkml:trace contextRef="#ctx0" brushRef="#br0" timeOffset="83314.807">6243 16272 4304 0,'0'0'6769'0,"0"0"-5253"0,0 0-700 0,0 0 732 0,0 0 164 16,0 0-496-16,0 0-648 0,0 0-100 16,0 0 0-16,0 0-88 0,83 9-272 15,-55-16-108-15,0-2-340 0,4 0-152 0,-4-4-408 16,0 0-616-16,-8 4-1180 15,8-7-4009-15</inkml:trace>
  <inkml:trace contextRef="#ctx0" brushRef="#br0" timeOffset="84610.931">7394 15577 5308 0,'0'0'1144'0,"0"0"1492"15,0 0-1420-15,0-68-443 0,0 56-105 16,-4 6 204-16,4 2-4 0,0 1-16 15,0 3-68-15,0 0-128 0,0 0-116 16,-3 0-76-16,3 0-16 0,-4 3-64 16,-5 3-384-16,-3 8-12 0,1 5-212 0,-6 9-88 15,6 7 88-15,-6 6 88 0,2 8 12 16,-1 3-40-16,8 8 4 16,-4 1 4-16,4-1 56 0,4-5 0 15,4-14-112-15,0-6 212 0,0-10 164 0,4-9-124 16,-1-7-40-16,2 2-100 0,3-9-40 15,0-2 40-15,-1 3 48 0,-3-3-124 0,5 0-88 16,-1 0-404-16,-4 0-120 0,-1 0-208 16,1 7-16-16,5 0 548 15,3 5 360-15,-5 4 104 0,6 3 80 16,-2 7 176-16,1-1 116 0,-3 3-24 16,-2-3 380-16,5 5-332 15,-3-3-88-15,-5 5 136 0,3 1 52 0,-3-2-220 16,0 4-212-16,-4-4-12 0,0 2-52 0,0-3 4 15,0 0 0-15,0-5-4 0,0-6-100 16,0-3 36-16,0-3-100 0,0-7-292 16,0 1-488-16,9-7-900 0,-5 0-1029 0,3-7-1619 15</inkml:trace>
  <inkml:trace contextRef="#ctx0" brushRef="#br0" timeOffset="85010.184">8060 15879 7672 0,'0'0'5745'0,"0"0"-4397"15,0 0-720-15,0 0 292 0,0 0 388 0,0 0-320 16,0 0-472-16,0 0-356 0,-64 82-72 15,56-47 36-15,0-1 44 0,0 4-8 16,4 3-48-16,-4 1-100 0,8-1-4 16,-4-3-8-16,4-6-60 0,0-1-164 0,9-5-180 15,-2 0-196-15,5-8-56 0,0 2-176 16,8-7-408-16,4-1-700 0,-8-2-2089 16,11-4-3271-16</inkml:trace>
  <inkml:trace contextRef="#ctx0" brushRef="#br0" timeOffset="86180.357">8642 16011 2464 0,'0'0'1916'0,"0"0"-664"16,0 0-236-16,0 0 100 0,0 0 64 0,0 0-220 15,0 0-200-15,0 0 193 0,0 0 23 16,0 0-72-16,0 0-280 0,-9-22 24 0,5 19-44 16,-3 0-200-16,-1 3-92 0,-1 0-32 15,-2 0-32-15,-1 0 40 0,-1 9-288 16,-2 4-164-16,-1 6 164 0,4 9 140 0,-4 7 60 15,4 4 8-15,1 2-72 0,-2 3 76 16,5-6 72-16,1-3-84 16,3-9-76-16,-1-10 24 0,5-11-148 0,0 2-56 15,0-7-28-15,9 0-176 0,2-7 252 16,9-8-40-16,0-3-128 16,4-6-60-16,-4-4 40 0,-5 0 72 0,2 2 36 15,-6 1 24-15,2 6-8 0,-5 0 8 16,-1 6 52-16,-3 3 4 0,4 4 4 15,-3 4-108-15,-1 2-152 0,0 0 152 0,7 8 112 16,2 5 312-16,2 3 12 0,2 5-236 0,-2 6 84 16,1 5-8-16,-4 2-52 15,0 1-28-15,-8 4 192 0,4 1-80 16,-8 5 28-16,0-1-28 0,0 4 0 16,0 0-108-16,-8-3 60 0,4-1-64 0,-4-6-84 15,0-1 4-15,4-7 72 0,-3-5-16 16,2-6 12-16,1-3 16 0,0-7 48 0,0-2-40 15,-4-1-8-15,1 0 44 0,-2-2 40 16,-3-1-64 0,1 0-92-16,-6-3 80 0,6 0-24 15,-9-3-72-15,3-4-156 0,-2-5-104 0,-1-1-80 16,-1-6 68-16,6 3-96 0,-1-3-12 16,8 3-28-16,0 4-12 0,4 1-352 0,4 3 20 15,0 2-140-15,4-1-284 16,4 0-624-16,0 2-1049 0,0-2-1623 0</inkml:trace>
  <inkml:trace contextRef="#ctx0" brushRef="#br0" timeOffset="87252.008">9048 16427 5548 0,'0'0'2304'0,"0"0"-400"0,0 0-443 16,0 0-77-16,0 0-120 0,0 0-352 0,0 0-168 15,0 0-156-15,0 0-220 0,0 0-132 0,0 0-160 16,32 25-76-16,-32-18-8 15,0-1 8-15,0 3 0 0,0 4-76 16,0 4-284-16,-4-2-48 0,-5 1-132 0,-2 3-64 16,3-6-4-16,0 0-168 0,0-4-384 15,4-2-593-15,0-5-1199 16,0-2-1864-16</inkml:trace>
  <inkml:trace contextRef="#ctx0" brushRef="#br0" timeOffset="87464.341">9338 16215 5288 0,'0'0'352'0,"0"0"4912"0,0 0-3731 15,0 0-477-15,0 0-228 0,0 0-220 0,0 0-232 16,0 0-288-16,0 0-88 0,0 0-104 0,60 28-488 15,-47-25-500-15,-2-3-800 16,1 0-1337-16,8 0-3075 0</inkml:trace>
  <inkml:trace contextRef="#ctx0" brushRef="#br0" timeOffset="87597.279">9697 16230 4788 0,'0'0'2408'0,"0"0"-760"16,0 0-172-16,0 0-211 0,0 0-329 15,84-6-312-15,-68 3-252 0,8 0-372 16,-4 0-64-16,3-1-384 0,1-2-692 0,-3-1-1013 16,14 1-2363-16</inkml:trace>
  <inkml:trace contextRef="#ctx0" brushRef="#br0" timeOffset="87759.835">10259 16196 6412 0,'0'0'3312'0,"0"0"-1855"15,0 0 19-15,0 0 304 0,0 0-280 0,0 0-232 0,0 0-388 16,0 0-388-16,0 0-208 16,92 6-284-16,-72-10-24 15,-1-2-408-15,1 3-284 0,5 0-392 16,-6 0-528-16,-3 0-1548 0,8 0-4429 16</inkml:trace>
  <inkml:trace contextRef="#ctx0" brushRef="#br0" timeOffset="88387.919">11071 16030 6148 0,'0'0'2768'0,"0"0"-1464"16,0 0-79-16,0 0-57 0,0 0-108 0,0 0-44 15,0 0-348-15,-79 29-80 16,72-1-8-16,-2 11-4 0,1 2-56 0,-3 3-148 16,7 1-112-1,0-3-88-15,4-9-172 0,0-8-88 0,4-5-168 16,0-7-80-16,7-6 52 0,2-5 160 16,2-2 60-16,5-5-48 0,0-8-36 15,4-4-164-15,0-4 0 0,0-2 20 0,-5 2-72 16,2 2 24-16,-10 2 52 0,2 4-16 15,-6 7 52-15,1 3 60 0,1 3 68 16,-5 3 84-16,7 6 40 0,-3 7 444 0,1 7-28 16,2 2-36-16,-3 4 120 0,5 2-260 15,-6 1 76-15,1 3-16 0,0 1 12 16,0 4 24-16,-4 2-40 16,0 2 24-16,-4 3-84 0,0-1-40 0,-4-2 16 15,-3 0 56-15,-2-6-96 16,1 0 52-16,-3-7-76 0,2-1-100 0,1-11-44 15,4-3 44-15,-3-7-36 0,-2-3 124 16,1-3 36-16,-3 1-100 0,-6-4-72 0,2 0-232 16,-9-10-248-16,-1 1-144 0,-2-7-180 15,-1-3-52-15,0-3-148 0,-4-7-256 16,5 0-848-16,6 4-1853 0,-7-13-759 0</inkml:trace>
  <inkml:trace contextRef="#ctx0" brushRef="#br0" timeOffset="88657.287">11462 16091 8732 0,'0'0'3037'0,"0"0"-1489"0,0 0-772 16,80 44 48-16,-56-28 28 0,0 3-156 15,-4 3-300-15,4 1-232 16,-9-1-52-16,2 3 36 0,-10-3-36 16,-3 6 36-16,-4 2-72 0,0-2-76 0,-4 4-96 15,-7-1-88-15,-6-2-52 16,2 0-40-16,-5-8-84 0,3 2-220 16,-2-4-188-16,-1-6-408 0,1 0-780 0,2-10-2233 15,-3 0-3047-15</inkml:trace>
  <inkml:trace contextRef="#ctx0" brushRef="#br0" timeOffset="89193.158">12362 15479 9400 0,'0'0'2525'16,"0"0"-989"-16,0 0-380 0,0 0 228 0,0 0-292 0,25 98-140 15,-22-60-224-15,6 6-136 16,-1 6-176-16,-1 4 24 0,-3 7-24 16,4 6-136-16,-3 3-136 0,-1 6-44 0,-4 3-64 15,0 7-36-15,0-1-136 0,0-2-192 16,0-1 48-16,0-3 36 0,0-5-136 16,-4-4-208-16,4 0-88 0,-5-4 60 15,5-5-56-15,0-7-276 0,-4-7 4 16,4-9-508-16,0-6-644 0,0-13-1873 0,0 0-2747 15</inkml:trace>
  <inkml:trace contextRef="#ctx0" brushRef="#br0" timeOffset="107918.465">11228 16167 1760 0,'0'0'1072'15,"0"0"-708"-15,0 0 2932 0,0 0-1684 16,0 0-836-16,0 0-412 0,0 0 76 15,0 0 36-15,0 0-128 0,0 0-88 0,0 0-132 16,-9-38 105-16,5 38-25 0,4-3-28 16,0 3-16-16,0-3 68 0,0 3 36 15,-4 0 68-15,4 0 72 0,0 0-12 16,-4-4-52-16,1 1-140 0,-1 3-76 16,0-4-4-16,-1 1 104 0,1-2-112 0,0 1 48 15,0 2-100-15,1 2-64 0,-1-5-56 16,4 3 56-16,-4-2 4 0,-1 1-4 15,1 0-4-15,0 3-8 0,0-2 0 0,1 2 12 16,-1 0 8-16,0 0-8 0,-5 0 0 16,5 0-64-16,-3 0-24 0,-1 0 76 15,0 0-40-15,-4 5 0 0,4 2-100 0,0 0-100 16,0 1-104-16,0 2-76 16,4 0-324-16,-4 2-156 0,8 4-533 0,-4 0-1199 15,0 3-1972-15,4-6 2268 0</inkml:trace>
  <inkml:trace contextRef="#ctx0" brushRef="#br0" timeOffset="108521.531">10745 16735 2620 0,'0'0'2060'0,"0"0"2832"16,0 0-3395-16,0 0-329 0,0 0-272 15,0 0 136-15,0 0-72 0,0 0-180 16,0 0-236-16,0 0-160 0,0 0-120 0,8 13-56 15,-4-7-20-15,-4 7-52 0,4 6-84 16,1 3-40-16,-5 4 0 0,3 2-12 0,-3-3 0 16,0 0 8-16,-3 1-8 0,-2-3-76 15,-3-1-84-15,-4-3-336 0,5 0-168 0,-6 0-228 16,5-7-308-16,1 1-776 0,-2-6-1185 16,5 0-3003-1,-7-7 4888-15</inkml:trace>
  <inkml:trace contextRef="#ctx0" brushRef="#br0" timeOffset="113262.589">13176 16256 2692 0,'0'0'104'0,"0"0"1472"0,0 0 3248 15,0 0-3055-15,8-70-381 0,-8 57-288 0,0-4 40 16,0 6-544-16,0 1-144 0,0 1 36 16,0 2 56-16,-4 0 164 0,0 4 12 15,0-2-128-15,0 1 8 0,-1 2-60 16,1-3-36-16,1 3-128 0,-5 2-132 0,0 0-196 16,-1 0-48-16,-2 7-96 0,-6 4 88 15,2 9-200-15,-5 5 24 16,4 10-8-16,-4 6-4 0,8 1 48 0,0 5-12 0,4-10 40 15,4 0-16-15,4-12 60 0,0-10-132 16,0-5-60-16,8-7-40 0,1-3-76 16,6 0 200-16,5-13 128 0,4-2 48 15,0-7-84-15,0-4-120 0,-4-2-148 16,-1 2 88-16,-2-3 24 0,-2 7 36 16,-2 3 124-16,-6 6-88 0,-3 7 176 15,0 3 0-15,-4 3 4 0,4 0 108 0,1 9-112 16,3 7 240-16,-1 7-56 0,5 3-60 15,0 7-112 1,0 3 60-16,-4 2 4 0,0 3-4 0,0 4 52 16,-4-1 40-16,-4 1 32 0,4-1 152 15,-4-3 36-15,0 0-152 0,-4-2-96 16,-4-4 24-16,-4-7-60 0,4 1 32 0,-4-4-20 16,0-6 12-16,4-7-28 0,-3-1 76 15,3-3-36-15,3-8 44 0,-3 5-20 0,1-5-36 16,-1-5-124-16,-5-1-48 15,2-2-52-15,-2-9-108 0,-2 1 36 16,3-6-132-16,-4-3-188 0,8 0 232 0,-1-1-84 16,6-3 24-16,3 3-248 0,3-2-104 15,6 0-308-15,7-1-608 0,4-2-452 16,4-2-781-16,4-1-2395 0</inkml:trace>
  <inkml:trace contextRef="#ctx0" brushRef="#br0" timeOffset="113529.203">13953 16030 1684 0,'0'0'1148'0,"0"0"7125"15,0 0-6593-15,0 0-876 0,0 0-196 16,0 0-240-16,0 0-64 0,-72 86-16 0,52-57-20 16,0-1-68-16,0 1 12 0,4 6-72 15,4 0 112 1,-4 3 12-16,8 6-128 0,-3-2-136 0,2 2-68 15,9-5 68-15,-4-6 0 0,4-3 248 16,4-9-24-16,5-4-100 0,2-4-24 16,6-8-96-16,2-1 120 0,5-4-124 15,4-4-8-15,0-5-228 0,0-7-36 0,0-3-128 16,0-4-192-16,-1 2-64 0,-3-2 140 0,-4 1-1584 16,-8 0-1093-16,-3 3-2055 0,-6 6 1085 15</inkml:trace>
  <inkml:trace contextRef="#ctx0" brushRef="#br0" timeOffset="113684.741">13801 16389 9408 0,'0'0'1693'0,"0"0"-345"15,0 0-88-15,0 0 124 0,0 0-504 0,0 0-628 16,0 0-188-16,0 0 100 16,0 0 132-16,0 0 44 0,76 16-128 0,-40-23-212 15,-4-2-372-15,0 0-300 0,-1-4-288 0,5 0-456 16,-4-3-1144-16,4 4-3201 15,4-2 1269-15,-13 6 3425 0</inkml:trace>
  <inkml:trace contextRef="#ctx0" brushRef="#br0" timeOffset="114244.593">14770 15843 5228 0,'0'0'7445'0,"0"0"-6601"15,0 0-208-15,-76 38 260 0,51-21 148 0,2 4-228 0,-1 8-344 16,0 3-172-16,0 3-28 16,8 2 60-16,0 4 112 0,4 8-100 15,0-2-136-15,4 1-72 0,8-4-24 0,0-2-28 16,0-4 16-16,8-3 8 16,4-7-20-16,0-6-48 0,8 0-40 0,0-6-4 15,-4-7-60-15,4 2 16 0,0-9-36 16,0-2-88-16,0 0-112 0,-1-2-20 15,2-9-4-15,-6 2-136 0,1-7 24 0,-4 4-104 16,-3-4-236-16,-5 3-296 0,-4 1-384 16,0-1-256-16,-9 0-117 0,-3 0-91 15,-8 0 8-15,1 1 388 0,-1-1 504 16,-5 4 784-16,2-1 220 0,-1 1 1432 16,8 3 624-16,4 6-124 0,4 0 109 0,4 0-73 15,4 0-456-15,0 0-532 0,4 0-376 16,4 6-152-1,4-4-68-15,4 5-24 0,8-7-112 0,-4 0-224 16,4 0-24-16,0-7-272 0,-5-1-64 16,1-3 0-16,1 2-88 0,-2-1-216 15,-3 1 12-15,-4 3-56 0,-3-1-420 0,-6 4 48 16,1 3 528-16,-4 0 516 0,0 0 12 16,0 13 412-16,0-1-120 15,0 5 308-15,0 4-116 0,0 2 24 0,0 3 64 16,0-1-172-16,0 7-224 0,0-1-60 15,4 7-112-15,0 6-4 0,0-2 264 16,4 3-108-16,-8-4-156 0,4-7-136 0,0-4-268 16,4-5-388-16,4-3-124 0,0-3-372 15,0-3-2945-15,-1-6-1783 0,10-7 4464 16</inkml:trace>
  <inkml:trace contextRef="#ctx0" brushRef="#br0" timeOffset="114826.22">15726 16608 7476 0,'0'0'4841'16,"0"0"-3157"-16,0 0-964 0,0 0-532 0,0 0 228 16,0 0-100-16,0 0-92 0,0 0-184 15,-52 67-40-15,35-49-112 0,6-1-128 0,-6-1-176 16,6-4-240-16,-1 1-272 0,0-3-568 15,4-4-1457 1,0 0-3771-16,1-3 5876 0</inkml:trace>
  <inkml:trace contextRef="#ctx0" brushRef="#br0" timeOffset="115645.668">16622 16074 4008 0,'0'0'704'0,"0"0"4432"0,0 0-3703 16,0 0-213-16,0 0-240 0,0 0-268 16,0 0-216-16,0 0-20 0,-80 42-120 0,73-20-20 15,-1 7-96-15,-5 9 4 16,6 6-32-16,-1 5 84 0,-1 1 140 0,1-5-176 15,1-5-148-15,7-11-112 0,-4-7-4 16,4-8-132-16,0-12-24 0,0-2-140 16,8 0 100-16,3-9 28 0,6-8 168 15,3-5-196-15,-1-6-128 0,1-7-164 16,1 0-124-16,-6 4 36 16,1-1 264-16,4 6 100 0,-8 7 36 0,4 3 28 15,-9 7 140-15,6 3 12 0,-5 2 116 16,-1 4 280-16,2 0 36 0,-1 7-16 15,0 2 36-15,-1 1-60 0,-3 2-168 16,5 4-36-16,-1 3-8 0,-1 1-16 16,-3 7 8-16,1 3 16 0,-1 5-40 15,0-1 16-15,-4 8-104 0,0-2-8 0,4 4-52 16,-4 2-8-16,0-2-68 0,0 1 12 16,0-5 52-16,0-4 4 0,0 2 8 15,0-6 48-15,0-4 124 0,-4 0 28 0,0-4-16 16,0-3-8-16,-5 2-56 0,2-1-8 15,-1-3-12-15,-5 0 12 0,2 0 12 0,-6-3-28 16,6 0 28 0,-5-4 48-16,0-3 24 0,-1-2 52 0,-2-1 120 15,3-6-40-15,-4 4-44 0,0-4-68 0,0-4-104 16,1 2-28-16,-2-4-24 16,6-1 4-16,2-3-64 0,6 4-8 15,-1-4-56-15,4 1-32 0,4 0 12 16,0-4-16-16,0 0-20 0,0-3 20 0,8 0 88 15,0-3-36-15,3 0 40 16,6-1-40-16,-2 1 44 0,1-2-132 0,5 5-12 16,-6 0-120-16,1 3-136 0,0 4-16 0,-4 2-20 15,-4 4 20-15,4-3-16 0,-5 6-196 16,6 0-400-16,-1 0-900 0,-4 0-1101 16,0 0-3283-16,7 0 1761 0</inkml:trace>
  <inkml:trace contextRef="#ctx0" brushRef="#br0" timeOffset="116483.988">17156 16338 3208 0,'0'0'1720'0,"0"0"2392"16,0 0-3180-16,0 0-172 0,0 0 93 15,0 0 147-15,0 0-272 0,0 0-480 0,0 0-248 16,88 29-164-16,-77-29-268 0,6 3-312 0,-6-3-605 16,6 0-1395-1,-6 0-2892-15,6-3 4708 0</inkml:trace>
  <inkml:trace contextRef="#ctx0" brushRef="#br0" timeOffset="116607.122">17646 16338 2812 0,'0'0'3940'0,"0"0"-2564"0,0 0-1376 16,0 0-1624-16,0 0-56 0,0 0-940 15,0 0 2188-15,96-22-676 0</inkml:trace>
  <inkml:trace contextRef="#ctx0" brushRef="#br0" timeOffset="116760.214">18052 16306 4940 0,'0'0'3316'0,"0"0"-944"16,0 0-1587-16,0 0-413 0,0 0 384 16,0 0 216-16,0 0-212 0,0 0-480 0,92-2-280 15,-72-4-312-15,-1-1-196 16,6 0-476-16,-5 2-708 0,0-2-2437 16,-4 3-1391-16,8-2 5416 0</inkml:trace>
  <inkml:trace contextRef="#ctx0" brushRef="#br0" timeOffset="117422.72">18941 16056 3220 0,'0'0'0'0,"0"0"0"15,0 0 4416-15,0 0-3248 0,0 0-132 0,0 0 32 0,-84-48 93 0,69 48 103 16,2 7 160-16,1 5-268 16,5 7-452-16,-6 7-204 15,5 6-252-15,5 6-160 0,-5 3-16 0,4 3 16 16,-1-3-88-16,1-5-92 0,4-9-116 16,0-7-32-16,9-8-32 0,-1-5-140 15,-1-4-68-15,10-3 240 0,-2-3 92 0,2-11 144 16,6-4-100-16,-3-4 44 15,0-3-56-15,0-4-20 0,-4 7 60 16,-4 6 72-16,4 3-48 0,-8 4 52 0,-1 9 44 16,6 0 232-16,-5 6-12 0,-1 7 0 0,6 6-140 15,-5 6-124-15,-1 8 0 16,1-2-8-16,1 7 8 0,-1 0 4 0,-5 3-4 16,1 6 52-16,0 5 24 0,-4 5 140 15,0 3 84-15,0 1-100 0,-4 2-40 16,-7-3 4-16,-2-2 8 0,-2-8 52 15,-2 1 88-15,2-9 216 0,-2-5-32 16,2-4-228-16,-1-12-108 16,4-1-24-16,-1-11-12 0,2-3-16 15,3-6-108-15,-4-3-52 0,0-9-60 0,-3-4-220 16,2-7 64-16,-2-3 84 0,2-5-64 16,2-1-256-16,-2-9-116 0,-2 0-116 15,7-1-408-15,-1 1-704 0,5 0-909 0,4 3-3055 16,0 13 1148-16,0-13 4612 0</inkml:trace>
  <inkml:trace contextRef="#ctx0" brushRef="#br0" timeOffset="117767.556">19618 16163 3208 0,'0'0'8465'15,"0"0"-6825"-15,0 0-560 0,0 0 44 16,103 20-92-16,-71-20-348 0,5 0-364 0,-1 0-220 16,-4-6-100-16,-4-4-132 15,-1 4-364-15,-3-4-228 0,-4 4-260 16,-4-1-572-16,-8 4-1493 0,-4 3-4743 0,-8 0 5420 16</inkml:trace>
  <inkml:trace contextRef="#ctx0" brushRef="#br0" timeOffset="117925.358">19718 16367 4300 0,'0'0'7681'0,"0"0"-6437"15,0 0-764-15,0 0 360 0,0 0 116 16,0 0-208-16,80 38-164 0,-52-35-220 0,0-3-364 16,4-3-128-16,3-6-332 0,1-1-444 15,0-3-512-15,-5 3-1148 0,-6 1-3877 0,14 0 1801 16</inkml:trace>
  <inkml:trace contextRef="#ctx0" brushRef="#br0" timeOffset="119112.424">20571 16170 548 0,'0'0'4336'16,"0"0"788"-16,0 0-3499 0,0 0-473 0,0 0 32 15,0 0-96-15,7 73-244 0,1-67-252 0,-3-3-180 16,3 1-88-16,3-4-4 0,2 0-72 15,-2-4-12-15,6-5-64 0,-2-4-84 16,1-2-88-16,0-2-88 0,-5-1 16 16,6-1 24-16,-6 3-4 0,-2 0 4 15,-1-1 36-15,0 3-52 0,-5-3 4 0,-3 1-4 16,0 0-48-16,0-3-12 0,0 4 40 16,-3-4-80-16,-5 3 28 0,0 3 64 0,-4 0 4 15,4 7 68 1,-4 2 100-16,0 2 0 0,0 2-88 15,0 2 120-15,-4 5-128 0,0 5 80 16,0 2-36-16,0 1-48 0,-3 8-48 0,2-1 44 16,2 6 4-16,-2 5-52 0,2 0 4 15,-1 6-16-15,4-1-20 0,-1 3 84 0,6-3 0 16,-1 1 160-16,4-4 40 0,4 0 20 16,0-4-56-16,0-2-40 0,0-1-28 15,8-6 40-15,0-2-48 0,8-4-44 16,-4-4-44-16,8-3-48 0,-1-2-16 15,5-4-120-15,0-3-176 0,4 0-108 0,0-6-192 16,0-5-308-16,0 0-348 0,-1-5-592 16,1-1-1329-16,-7 5-3255 15,3-4 4716-15</inkml:trace>
  <inkml:trace contextRef="#ctx0" brushRef="#br0" timeOffset="125992.093">21319 15596 7656 0,'0'0'1672'0,"0"0"-960"16,0 0 1593-16,0 0-1081 0,0 0-220 0,0 0-272 16,0 0-80-16,0 0-72 0,0 0 8 15,0 0-140-15,96-52-200 0,-68 37-40 16,-4-2 16-16,4-2-64 0,0 0-24 15,0 0-132-15,-4 1-4 16,3-1-12-16,-7 3-40 0,1 3-32 0,-2 3 8 16,-3 8-20-16,-8 2-16 0,0 2-24 15,-8 10 132-15,0 11 4 0,0 3 184 0,-4 8-132 16,-8 4 32-16,-4 4 40 0,-3 6-124 16,-2-1 12-16,-3 4-12 15,1 3 0-15,-5 0-48 16,-4 3 40-16,4-3-44 0,4-3 52 0,4-6 76 0,4-8 108 15,4-8-184-15,8-6-140 0,4-11-144 16,0-2 12-16,9-7 48 0,2-3-72 16,1 0 84-16,4 0 12 0,0-10 64 0,0 0 0 15,-1-1 72-15,-2-3 64 0,-1 4 0 16,-9 4 76-16,5 6-52 0,-8 0-24 16,5 4 0-16,-5 5 100 15,0 3 112-15,0 7-124 0,0 7-88 16,0 3-72-16,0 2 68 0,-5 1 4 15,5 3 76-15,0 4-64 0,0-5 88 16,0 8 112-16,0-1 60 0,5 6-88 0,-1 4-108 0,0 0 72 16,-4 3-148-16,0 3 12 15,0 4-12-15,0-1 0 0,0 0-8 16,-8-3-4-16,-5 0 8 0,6-6-72 0,-5 1 8 16,0-12 68-16,0 2 60 0,-1-11 52 0,2 1 48 15,-4-7-152-15,-2-2-8 0,2-4 0 16,-2-6-12-16,-3 2-148 15,1-8 36-15,-5-2 12 0,-4 2-108 0,0-7 68 0,0 0-280 16,-4-3-116 0,-4-6-84-16,0-5 92 0,1-5-268 15,-6 1-588-15,5-5-1081 0,8 5-799 0,-11-14-2928 16</inkml:trace>
  <inkml:trace contextRef="#ctx0" brushRef="#br0" timeOffset="140808.379">15786 7854 5564 0,'0'0'1496'0,"0"0"3677"16,0 0-3729-16,0 0-644 0,0 0-120 0,0 0 40 16,0 0 580-16,0 0-592 0,0 0-236 15,-13 3-164-15,17-3-88 16,0 0-84-16,8 0 12 0,0-3-40 0,8 3 16 15,1 0-12-15,2 0-52 0,1 0 0 16,0 0-60-16,4 0 0 0,-4 3 0 16,8-3-60-16,-5 4 24 0,10-1 36 0,-2-3 0 15,5 0 0-15,-1 0-64 16,6-7 4-16,-2 4 0 0,2 1-16 16,-2-1 4-16,5-1-28 0,0-3-48 0,4 5-84 15,0-5 132-15,3 4 88 0,1 1-48 16,0-3 56-16,0 3-8 0,0-2-136 0,3 1 84 15,0 0 60-15,10 0 0 0,-2-4-4 16,1 1-52-16,8 0 52 0,-1-4 0 16,5 4-40-16,3-3 44 0,-2 2 4 15,2 1 0-15,0 2-4 0,1 2-96 16,0-3 100-16,-1 3 0 16,1-1 0-16,-4 0 4 0,3 0-4 0,1 0 0 15,4-1-56-15,0-3-12 0,4 2 64 16,-1-2-116-16,1 1 112 0,0-1-100 15,-5 1 108-15,5 0 0 16,-5 0-52-16,-3 2-20 0,4-3 60 0,-4 4 0 0,-2 1-76 16,2-1 88-16,0-1 0 0,0 2 0 0,-1-3 0 15,1-1-40 1,0 3 40-16,-1-2 60 0,1 0-60 0,4-1-44 16,-4 0 44-16,-1 0-4 0,1-1 4 15,0 1 0-15,-5 0 40 0,5 2-32 0,-8 1-8 16,3 0 0-16,1 3-4 15,-5 0-52-15,2 0 56 0,-2 0 4 0,1 0-4 16,-4 0-48-16,-1 0 48 0,-2 3 8 16,-2 0 48-16,1 1-56 0,-5-1-56 15,-3 3 48-15,0-3 8 16,-4 0 0-16,-5 1 12 0,1-1 0 0,-4 0-12 16,-4 0 0-16,-1 4-8 15,-2-7-4-15,-6 7 8 0,1-7-44 0,-4 2 36 16,-4 1 0-16,-4 0-52 0,-5 1-24 15,-6-2-48-15,-2 3 64 0,-3-3 68 0,1-2 4 16,-5 0-12-16,-4 0-32 16,0 0 44-16,4 0 100 0,-4 0 24 15,0 0 0-15,0 0-36 0,0 0-4 0,3 0-20 16,-3 0-16-16,4 0-36 0,-4-2 52 16,4-3-52-16,1 3-4 0,-5 2-8 15,0-4-60-15,0 1-376 0,0 3-136 0,0 0-248 16,-5 0-948-16,-3 0-2785 0,-16 0-4103 15,48 16 7888-15</inkml:trace>
  <inkml:trace contextRef="#ctx0" brushRef="#br0" timeOffset="144827.545">19502 1895 3572 0,'0'0'2436'0,"0"0"448"0,0 0-1576 16,0 0-507-16,0 0 203 15,-3-63 160-15,-1 47-148 0,0 2-156 16,4 0-168-16,-4 0-112 0,4-2 56 15,-4 7 72-15,-1-3-164 0,1 5-60 0,1 4 20 16,-5 3 72-16,0 0 36 16,-1 6-40-16,-2 10 232 0,-5 4-756 0,4-1 121 15,-4 9-141-15,-4 0-28 0,4 4-120 16,0 6-25-16,5-3 45 0,2-7-32 16,5 2-208-16,0-16 48 0,4 3 60 0,0-11 24 15,12-2-108-15,-3-4-152 0,6 0 188 16,2-4-16-1,2-8-172-15,5-4-260 0,-8 0-116 0,4-3 144 0,-8 1 284 16,4 1 140-16,-9 1 0 0,6 3 124 16,-5 7 64-16,-1 3 12 0,2 0-36 15,-5 3 112-15,4 3 112 0,3 6 316 16,-2 4-24-16,-1 1-36 0,-1 0-156 0,6 5 88 16,-5 0-16-16,-5 4-8 0,5 2-56 15,-4 4 16 1,1 3 0-16,-5 0 124 0,0 2-76 15,0 2-16-15,0 2-20 0,0-4-100 0,0 8-40 0,-5-5 64 16,1 1-24-16,-4-2-76 0,1-5-60 16,-2 1-4-16,1-6 4 0,4-1-4 0,-3-6 0 15,3-3-8-15,0-3-4 0,-5-7-4 16,5 1 8-16,1-4 0 0,-1 0-60 16,0 0-172-16,-4-3-40 0,-1-3-108 15,-2-7-148-15,-2-2-68 16,6-4-108-16,-1-3-8 0,0-4-120 0,4 1-12 15,4 0-1448-15,0 0-1637 0,0 3-1415 16,4-8 2484-16</inkml:trace>
  <inkml:trace contextRef="#ctx0" brushRef="#br0" timeOffset="145104.916">19854 2260 6492 0,'0'0'3164'0,"0"0"-959"0,0 0-821 0,0 0-100 15,0 0 124-15,0 0-280 0,0 0-396 16,0 0-348-16,0 0-236 0,0 0-100 16,0 0-48-16,75 61 0 0,-75-49 0 0,0 4-8 15,0 0-104-15,0 0 24 0,-4 3-408 16,-8 0 300-16,4 0 132 16,0-3 64-16,0-3 0 0,5-1 8 0,-6 1 44 15,9-3-52-15,0-4-56 16,0 0 52-16,0-3-104 0,5 1 108 15,6-1 188-15,5-3 72 0,4 0 48 16,4-3-72-16,4-4-172 0,0-3-64 16,4 1-184-16,-4-4-260 0,4-2-500 15,-4 2-704-15,-9 0-1340 0,9-7-4345 0</inkml:trace>
  <inkml:trace contextRef="#ctx0" brushRef="#br0" timeOffset="145343.205">20352 2076 4832 0,'0'0'5636'0,"0"0"-2827"0,0 0-1349 0,0 0-628 16,0 0 164-16,0 0 48 15,0 0-252-15,0 0-300 0,0 0-284 0,0 0-208 16,83 4-12-16,-63-4-160 0,0 0-480 16,-1-4-848-16,5 1-856 0,-11 0-3337 15</inkml:trace>
  <inkml:trace contextRef="#ctx0" brushRef="#br0" timeOffset="145496.313">20866 2070 8292 0,'0'0'5853'16,"0"0"-4757"-16,0 0-580 0,0 0 204 16,0 0-236-16,0 0-484 0,0 0-172 15,0 0-984-15,90-7-360 0,-62 1-1220 0,-7 0-3221 16,11-10 965-16</inkml:trace>
  <inkml:trace contextRef="#ctx0" brushRef="#br0" timeOffset="145627.214">21291 2013 6716 0,'0'0'4925'0,"0"0"-3337"0,0 0-1068 0,0 0 380 16,0 0 436-16,0 0-396 0,0 0-304 16,0 0-340-16,77 6-296 0,-58-6-372 15,1-3-848-15,4-4-612 0,-3 0-2589 16,-6 5-4183-16,9-4 8160 0</inkml:trace>
  <inkml:trace contextRef="#ctx0" brushRef="#br0" timeOffset="146291.973">22037 1752 208 0,'0'0'9400'0,"0"0"-7091"0,0 0-813 15,0 0-708-15,0 0-40 0,-84-19 156 16,64 19-112-16,-4 11-340 0,1 3-104 16,-5 16 96-16,-4 3 112 0,0 13 0 0,4 4-4 15,4 2-4-15,4-5-68 16,8-3-384-16,8-9-96 0,4-6-96 16,0-9-124-16,8-8 168 0,8-5-128 0,7-7 92 15,5-5-204-15,13-7-100 0,-5-7-176 0,7-10-184 16,-7 1-276-16,0-4 72 0,-5 3 292 15,-7 8 172-15,-7-2 368 16,-2 10 48-16,-6 5 76 0,-5 1 100 0,-4 7 140 16,0 0 340-16,0 2-68 0,0 11-80 15,0 0-136-15,0 6 80 0,0 4-104 0,0 5 28 16,4 0-56-16,-4 4-20 0,4 3-28 16,-4 4 76-16,3 1 12 0,-3 2 24 15,0-1-88-15,0 4 36 0,-3-8-108 16,3 2 36-16,-4-4 84 0,0-7 148 0,0-2-136 15,-1-4-112 1,1-7-56-16,-3 2-40 0,3-8 24 0,-4-3 0 16,-5 0-20-16,2-2-76 0,-2-1-4 15,-6-3-388-15,-1 0-80 0,1-7-52 16,-6-5-76-16,1-4-88 0,-4-6-224 16,4-3-168-16,1-1-212 0,3 1-628 0,8 2-856 15,3 5-2109-15,6 4-279 0</inkml:trace>
  <inkml:trace contextRef="#ctx0" brushRef="#br0" timeOffset="146585.467">22427 2426 1408 0,'0'0'9224'0,"0"0"-7503"0,0 0-481 16,0 0 432-16,0 0 196 0,16 78-492 0,-12-52-516 16,0 7-384-16,0 0-232 0,-4 9-36 15,4 2-132-15,0 4-32 0,-4 3-44 16,0 3-12-16,0 0 4 0,-8 1 0 16,4-8 0-16,0-6 0 0,-3-6 0 0,2-7-68 0,1-6 4 15,0-6 0-15,4-3-136 16,-4-7-124-16,4-6-232 0,0 0-372 15,0 0-256-15,0-12-328 0,0-7-660 16,4-7-629-16,-4-5-1491 0,0 5-1324 16</inkml:trace>
  <inkml:trace contextRef="#ctx0" brushRef="#br0" timeOffset="146830.982">22335 2544 1056 0,'0'0'1280'16,"0"0"4052"-16,0 0-4176 0,-11-81-276 0,11 69 76 15,0-1 357-15,0 1-21 0,7 2-364 16,6 4-156-1,-1-4 20-15,3 4-160 0,5-4-244 0,-3 7-176 16,2-1 12-16,1 1 0 0,-4 3-40 16,4 0 152-16,-9 7 108 0,6 3-88 15,-6-1-268-15,-2 4-88 0,-1 0-124 0,-4-1 24 16,-4 4-84-16,0 0 0 0,-4 0-28 16,-4 2-36-16,-4-1-48 0,-4-1-40 15,-4-1 52-15,0 2 72 0,0-9 24 16,0 3-64-16,0-5-276 0,-3-4-304 15,2-2-552-15,6 0-1205 0,-18-12-3695 0</inkml:trace>
  <inkml:trace contextRef="#ctx0" brushRef="#br0" timeOffset="147873.116">23188 1924 92 0,'0'0'7328'0,"0"0"-4052"0,0 0-1515 15,0 0-549-15,0 0-120 0,0 0 52 16,0 0-228-16,-48-64-404 0,36 55-180 0,1 2-132 16,2 4 12-16,-2 3-28 0,-1 0-112 15,-1 10-72-15,-2 12-72 0,-1 7 72 16,4 6 48-16,-4 5 164 0,4 2 8 0,4-1-48 15,0-3-96-15,0-9-76 0,8-4-132 16,0-6 40-16,0-6 84 0,8-6-104 0,4-4-160 16,4-3-12-16,4-3 0 15,4-11-76-15,-1 0 124 16,5-3 12-16,-8-5-28 0,1 3 140 0,-2-1 24 16,-3 5 52-16,-4-1 28 0,1 6 8 15,-6 1-48-15,1 2-4 0,-4 5-48 16,0 2 100-16,4 0 324 0,-4 2 276 0,4 8-252 15,4 3-140-15,-4 6-108 0,0 0-24 16,3 3 72-16,-2 4 0 16,-5 2 12-16,0 3 12 0,0 1 24 0,-4 0-96 0,0 0 48 15,0 6 36-15,0 1-100 16,0-1-32-16,0 3 32 0,0-3 64 16,-4 0-136-16,0-6 72 0,0 0-72 15,-1-4 112-15,-2-3-24 0,3 1 44 16,-4-4-8-16,0-3-28 15,-4-3-8-15,0-1-16 0,0-5 0 0,-4 4-8 0,4-8-76 16,-4 0-196-16,0-6-220 0,-3 0-124 16,2 0-232-16,2-12 56 0,2-2-176 0,5-5-400 15,5-3-424 1,3-4-852-16,0-2-2237 0,0 9-1811 16</inkml:trace>
  <inkml:trace contextRef="#ctx0" brushRef="#br0" timeOffset="148094.702">23563 2388 4680 0,'0'0'7665'0,"0"0"-6413"0,0 0-616 16,0 0 184-16,0 0 440 0,0 0-100 0,28 79-356 16,-17-54-312-16,-2 4-196 0,2-1-160 15,1 7-28-15,-3 0-44 0,-2 0-52 16,1-3-12-16,-4-1-4 0,0-2-84 15,1 0-132-15,-5-8-308 0,4 2-336 0,-1-4-144 16,1-6-504-16,-4-4-1256 0,4-6-3649 16</inkml:trace>
  <inkml:trace contextRef="#ctx0" brushRef="#br0" timeOffset="148883.653">24120 2117 1772 0,'0'0'9269'0,"0"0"-7217"16,0 0-796-1,0 0-80-15,0 0 216 0,0 0-276 0,0 0-448 16,0 0-300-16,0 0-60 0,0 0 36 0,84 0-76 15,-56-3-108-15,0 0-88 0,0-6-24 16,0 2-48-16,-1 1-132 0,-3-1-76 0,-3 1-220 16,-1 6-448-16,-5 0-384 0,-7 0-532 15,-4 0-1252 1,-4 6-2793-16,0 1 397 0,-12 6 4200 0</inkml:trace>
  <inkml:trace contextRef="#ctx0" brushRef="#br0" timeOffset="149041.785">24225 2263 1228 0,'0'0'8696'0,"0"0"-6507"16,0 0-1125-16,0 0-300 0,0 0 388 0,0 0-32 15,0 0-244-15,0 0-256 0,0 0-276 16,0 0-96-16,63 7 12 0,-27-10-40 16,0-4-180-16,3-2-40 0,2-1-520 0,-6-3-284 15,5 4-280-15,-16-1-908 0,12 1-3761 0</inkml:trace>
  <inkml:trace contextRef="#ctx0" brushRef="#br0" timeOffset="149980.23">25519 1924 4864 0,'0'0'288'0,"0"0"5176"16,0 0-4215-16,0 0-913 0,0 0 288 15,0 0 196-15,-84-32 204 0,64 32-128 0,5 3-480 16,-2 10-100-16,-2 6 32 0,-1 6 76 16,0 7 188-16,4 5 40 0,4 5-24 15,-4-3-172-15,8-4-212 0,0-3-168 0,8-7 32 16,0-10-108-16,0-5-36 16,8-3-84-16,4-7 32 15,8 0-36-15,3-7-156 0,1-5-28 0,4-4-100 16,0-6-36-16,0-1 12 0,-7-2 24 15,2-1 184-15,-7 4 84 0,0 3 40 16,-4 3 52-16,-4 4 48 0,-4 2 112 0,0 7 36 16,0-1-8-16,-4 2-96 0,0 2-40 15,4 0-4-15,0 2 160 0,0 8 288 0,0 3-28 16,4 3-60-16,-1 3-152 16,2 3 24-16,-5 3 28 0,0 0-4 15,0 5-32-15,-1-3-16 0,1 3-88 0,0-2-48 16,1 4 64-16,-1-1-64 0,0 1-8 0,-4 0 20 15,0 0-20-15,0 3-56 16,0-4-4-16,0 4 0 0,0-3 0 16,0-3 44-16,0 3 0 0,0-7 36 15,0 0-24-15,0-6-60 16,-4 0 76-16,0 0-68 0,-1-3 76 0,-3-2-12 16,1-2 16-16,-1 1 8 0,-4-7-60 0,-4 3-28 15,0-2-8-15,-4-4 60 16,0-1-60-16,0-2-8 0,1-2-260 0,-2-4-96 15,6-7-184-15,-2 1-152 0,1-5 72 16,8-2-248-16,-3 0-164 0,11 0-556 16,-4 0-1084-16,4 3-2413 0,0-6-1899 0</inkml:trace>
  <inkml:trace contextRef="#ctx0" brushRef="#br0" timeOffset="150697.578">26033 2537 1772 0,'0'0'7864'16,"0"0"-5275"-16,0 0-1197 16,0 0-592-16,0 0-68 0,0 0 72 0,0 0 16 15,0 70-272-15,0-45-176 0,0 6-200 16,0-2 0-16,0 0-72 0,0-1-96 16,0-2-4-16,4-5-88 0,0-4 76 0,0-4-248 15,0-4 40-15,4-6-492 0,0-3-392 16,0 0-44-16,0-12-616 0,-4 2-1441 15,4-18-5163-15</inkml:trace>
  <inkml:trace contextRef="#ctx0" brushRef="#br0" timeOffset="151023.232">25954 1744 5320 0,'0'0'6769'0,"0"0"-4993"16,0 0-676-16,0 0-168 0,0 0 208 0,0 0-12 15,0 0-300-15,0 0-364 0,0 0-144 16,0 0-16-16,75 2 112 0,-47-2 48 16,0 0-232-16,0 0-184 15,0 0-48-15,0 0-36 0,-5-2-112 16,5-3-20-16,-4-1-284 0,-4 0-476 16,0-7-216-16,0 4-756 0,-4-1-2420 0,-4-12-3409 15</inkml:trace>
  <inkml:trace contextRef="#ctx0" brushRef="#br0" timeOffset="151228.204">26403 1473 3748 0,'0'0'1784'0,"0"0"3657"16,0 0-3705-16,0 0-640 0,0 0 220 0,0 0 92 15,0 0-300-15,0 0-364 0,20 82-240 16,-20-56-196-16,0 6-176 0,0-1-132 15,0 4-172-15,-3 0-88 0,-5 3-268 0,8 1-428 16,-5-2-292-16,5-2-1048 16,0-9-2401-16,0 6-2211 0</inkml:trace>
  <inkml:trace contextRef="#ctx0" brushRef="#br0" timeOffset="151512.351">26837 2156 364 0,'0'0'2336'0,"0"0"5864"0,0 0-6719 16,0 0-169-16,0 0 512 0,0 0-120 16,0 0-752-16,0 0-372 0,-83-51-260 15,75 51-88-15,-4 9-220 0,1 4 48 0,-2 9 88 16,1 6 24-16,1 4 132 0,-2 4 172 15,6 1-48-15,-6 2-232 0,5 3-124 0,4-9-72 16,1 3-60-16,3-8-52 16,0-2-32-16,0-4-64 0,7-3-292 15,6-2-136-15,6-5-4 0,1 1-408 0,8-11-548 16,-8 2-1224-16,16-8-3609 0</inkml:trace>
  <inkml:trace contextRef="#ctx0" brushRef="#br0" timeOffset="152045.661">27499 2121 8340 0,'0'0'2432'0,"0"0"-2275"0,0 0 151 16,0 0-308-16,-71-70 1744 0,54 57-16 0,2 3-456 15,-1 3-396-15,0 2 20 0,4 5-32 0,-4 0-284 16,0 16-212-16,-4 6-124 16,0 9 64-16,-4 8 264 0,0 6 184 15,9 2-211-15,-2-3-337 0,6-9-208 0,3-3-36 0,8-10-184 16,4-8 3-16,7-6 105 16,10-2-92-16,-2-2-64 0,5-4 12 15,4-10 48-15,0-3 12 16,4-6-84-16,-4-3 60 0,0 0 72 0,0 0 28 15,-9-3-4-15,1 3 64 16,1 5 60-16,-10 2 4 0,-3 5 80 0,1 3-84 16,-6 4 0-16,5 3-4 0,-4 0 4 15,4 7 232-15,0 6 88 0,0 2-136 16,0 4-172-16,0 7 60 0,0-1 12 0,-4 7 28 16,0 3 20-16,0 0 40 0,0 0-76 15,-4 3-32-15,4 3-52 0,-4-3 0 16,0-2 48-16,3-2-60 0,-3 1 0 15,0-3-8-15,0-4-4 0,-3 1 12 0,-1-4 4 16,-8-2 56-16,0-4 0 0,-4 0 40 16,0-4-88-16,-7 2 72 15,-2-8-24-15,-3 0-52 0,0-2 52 16,0-4-8-16,1 0-52 0,-1-3-144 0,8-6-368 16,0-4-156-16,4-5-448 0,4-4-364 15,8-4-772-15,4 8-1636 16,0-10-3405-16</inkml:trace>
  <inkml:trace contextRef="#ctx0" brushRef="#br0" timeOffset="152381.127">27954 2577 7704 0,'0'0'7797'0,"0"0"-7329"0,0 0-140 15,0 0-328-15,0 0 884 0,0 0-40 16,0 74-436-16,0-52-308 0,0 3-96 16,0 1-4-16,0-6-4 0,0 1-168 0,0-2-300 15,0 0-332 1,0-6-376-16,4-3-700 0,-4-4-2249 16,3-6-3139-16</inkml:trace>
  <inkml:trace contextRef="#ctx0" brushRef="#br0" timeOffset="152823.208">28587 2304 5648 0,'0'0'7837'0,"0"0"-5973"16,0 0-920-16,0 0-108 0,0 0-292 16,0 0-308-16,0 0-12 0,0 0 24 0,80-2-248 15,-48-5-88-15,-4 4-308 0,3-3-272 16,1-1-408-16,0 1-488 0,-4-4-1408 15,-9 7-3913-15,6-6 2154 0</inkml:trace>
  <inkml:trace contextRef="#ctx0" brushRef="#br0" timeOffset="152945.998">29121 2276 1032 0,'0'0'9664'0,"0"0"-7915"0,0 0-1073 0,0 0-92 0,0 0 228 16,0 0-748-1,0 0-64-15,96-35-1280 0,-73 26-1028 0,1-2-2685 16,-4 6-491-16,8-4 4969 0</inkml:trace>
  <inkml:trace contextRef="#ctx0" brushRef="#br0" timeOffset="153079.383">29531 2169 4484 0,'0'0'2788'0,"0"0"1993"16,0 0-3705-16,0 0-132 0,0 0 808 15,0 0-512-15,0 0-680 0,0 0-376 0,0 0-184 16,79-11-152-16,-58 9-492 0,-1-5-788 15,-5 4-920-15,6-6-3993 0</inkml:trace>
  <inkml:trace contextRef="#ctx0" brushRef="#br0" timeOffset="153893.193">30467 2041 80 0,'0'0'2060'16,"0"0"-860"-16,0 0 2976 0,0 0-2140 0,0 0-383 15,0 0-189-15,0 0 16 0,0 0-356 16,0 0-168-16,0 0-332 0,-79-39-64 0,67 39-200 15,0 0-172-15,0 14-40 16,-8 2-76-16,0 6 28 0,1 6 124 0,-2 4 84 16,5 0 24-16,1-7-40 15,7 0-120-15,4-8-112 0,-1-9-20 16,5 3-40-16,0-8-160 0,5-3-36 0,3 0-12 16,7 0-64-16,5-3-96 0,1-8-4 15,2-1-100-15,1-3-12 16,-4-5 12-16,4 4 24 0,-1-3 16 0,-2 4 80 0,-5 2 112 15,0 4 180-15,-9 2 44 16,2 4-60-16,-1 3 76 0,-4 0 392 0,-1 6 224 16,5 4 36-16,-4 6-200 0,5 4-344 15,-6 1 16-15,1 5-12 0,0 2 88 16,-4 1-28-16,4 2-24 0,0 4 52 0,-4 0 8 16,9 0 188-16,-6 0-16 0,1-3-244 15,-4-1-136-15,0-2-4 16,0-3 4-16,0 0 0 0,0-1 48 15,-4-3 28-15,-3 0-4 0,-2-6 12 16,-3-4 4-16,0 1-4 0,0-7-84 16,-3 1 0-16,-1-4-4 0,-5-3 4 0,6 0-108 15,-5-10-188-15,4-2-540 0,4-4-116 16,4-7-92-16,0-2-428 0,4-1-1364 0,4 7-3461 16,0-6 318-16</inkml:trace>
  <inkml:trace contextRef="#ctx0" brushRef="#br0" timeOffset="154163.846">30873 2416 6536 0,'0'0'6853'15,"0"0"-5993"-15,0 0-856 0,0 0 104 16,-7 86 688-16,7-55 476 0,-4 1-400 15,4 3-560-15,0 3-212 0,0 0 24 0,0 0-112 16,0 0-4-16,0-2-4 0,-4-5 0 16,-4 1-4-16,4-4-12 0,-4-3-36 0,4 1-104 15,0-7-84-15,0-3 16 16,4-6-168-16,0-3-368 0,0-7-224 16,0 0-348-16,8-5-256 0,0-7-489 15,0-4-947-15,4 0-2768 0,-1-15 4992 0</inkml:trace>
  <inkml:trace contextRef="#ctx0" brushRef="#br0" timeOffset="154394.283">30942 2428 1704 0,'0'0'1016'0,"0"0"2788"16,0 0 552-16,0 0-2995 0,0 0-565 16,0 0-44-16,0 0-96 0,0 0-368 15,0 0-284-15,0 0 96 0,0 0 112 0,56 4-212 16,-41 5-12-16,-3 1-128 0,0-1-100 15,-4 4 64-15,-4-4 60 16,0 1 40-16,-4 0 76 0,0 2 176 0,-8-2-36 16,-3-1-92-16,-2 4-48 0,-2-3-88 0,-6-1-192 15,-3-3-24-15,5-2-52 16,-5-4-192-16,4 0-296 0,4-6-336 0,0-11-1665 16,4-5-2003-16,4 6 2140 0</inkml:trace>
  <inkml:trace contextRef="#ctx0" brushRef="#br0" timeOffset="154639.058">31300 1905 3664 0,'0'0'548'0,"0"0"2136"0,0 0-300 0,0 0-675 16,32 86-477-16,-20-61-272 0,0 7-224 15,-4 2-152-15,0-2-240 0,0 3-224 0,-8 0-120 16,0-3-112-16,0-3 108 0,-8-1-288 16,0-3-112-16,-8 1 20 0,-4-4 80 0,1-5 100 15,-2 1-24-15,-3-5-260 0,0 0-692 16,1-4-1169-16,3-4-1643 0,-8 0-740 16</inkml:trace>
  <inkml:trace contextRef="#ctx0" brushRef="#br0" timeOffset="155444.126">31910 2203 1148 0,'0'0'1240'0,"0"0"-848"16,0 0 5404-16,0 0-3892 16,0 0-219-16,0 0-229 0,-4-73-88 0,0 70-120 0,-4 0-148 0,3 3-372 15,-2 0-196-15,3 0-188 0,-4 0-36 16,0 3-308-16,0 7 0 0,-4 9 0 16,-4 6 112-16,0 3 352 0,0 1-196 15,4 3-144-15,1-10-124 0,6-3-116 16,1-3 20-16,4-10-52 15,0 0-156-15,4-1 8 0,1-3-84 16,6-2-40-16,6 0-12 0,2-2 12 0,1-9-16 0,0-1-12 16,4-1-12-16,-4-3-8 15,-5 0 116-15,2 3 112 0,-6 7 112 0,2 0 116 16,-5 3 12-16,-1 3 12 16,-3 0 480-16,5 3 36 0,-1 6-72 0,-1 4-48 15,1 6-72-15,1 0-24 0,-1 7-76 16,-1 2 0-16,1 3-40 0,-3 1-24 0,-1 3 40 15,-4 0 32-15,0 0-48 0,0-3 0 16,0 3-24-16,0-7 0 0,-4 1 60 16,4 0 28-16,-5-7 56 0,1 0-72 15,0-3-108-15,-3-3-52 0,3-4 0 16,-5-1-36-16,1-3 28 16,1-1 4-16,-5 0-80 0,-4-4 0 0,0 0-48 15,0-3-100-15,-5 0-96 0,2-9-84 16,-1-2-136-16,4-4-284 0,0-3 84 15,4-6-176-15,4 2-416 0,4 0-1296 0,4-6-3017 16</inkml:trace>
  <inkml:trace contextRef="#ctx0" brushRef="#br0" timeOffset="155648.058">32372 2508 6856 0,'0'0'4469'16,"0"0"-2253"-16,0 0-1680 0,0 0-220 16,4 86 604-16,0-59 316 0,-4 3-640 0,4 1-544 15,0 4-52-15,-4 0-200 16,4 4-488-16,-4-4-420 0,0 2-588 16,0-11-2477-16,-8 8-3387 0</inkml:trace>
  <inkml:trace contextRef="#ctx0" brushRef="#br0" timeOffset="158529.117">27037 3003 784 0,'0'0'8792'15,"0"0"-7011"-15,0 0-961 0,0 0 76 16,0 0 236-16,0 0-68 16,0 0-172-16,0 70-176 0,12-54-96 0,4 6-52 15,0 0-108-15,4-3-68 0,4 4-96 0,-5-2 60 16,5-1-160-16,-3-4-60 0,3 0-40 16,-5-4-24-16,5-2-72 0,4-1-68 15,-4-2 8-15,4-1-4 0,0 0-80 0,4-6 56 16,-5 0-108-16,5 0-60 0,5 0-88 15,-2-3-40-15,5-3-172 16,-1-1 212-16,6 1 68 0,-2-3-20 0,5-1-68 16,0 1 4-16,0-1 68 15,-1-2 16-15,-2-1 60 0,-6 0 80 16,1 1 132-16,-4-1 4 0,0 1 72 16,0-2-8-16,0 2 24 0,-1-2-76 0,1 2 0 15,4-1 48-15,0 7-52 0,8-4 56 16,-4 7-56-16,-1 0-4 0,5 3 0 15,-8 0 48-15,-4 10 148 0,-8-1 92 16,-4 1 44-16,-8 6-212 0,-4-4-12 0,-5 4 28 16,-7 4-4-16,0-1-88 15,0 3 40-15,-7-3-24 0,-5 3-52 0,3-6 36 0,-2-1-44 16,-1-2 0-16,4-3-4 0,0-4-72 16,4-3-52-16,4 0-228 0,-4-3 140 15,4 0 212 1,0 0 76-16,0 0-64 0,8-3 52 0,0-6-64 15,4-7-24-15,7 0-228 0,6-3 116 16,3-3-80-16,3 3 28 0,-3 2 124 0,4 9-88 16,-4-3 152-16,0 9 100 0,-4-2 280 0,4 4-52 15,-5 0-116 1,5 4 148-16,-3 3-76 0,2-1-36 16,-2 0-96-16,3 0 96 0,-5-3-40 0,1 1 88 15,4-4-112-15,-4 0 12 0,4 3-48 0,0-3-84 16,4 0-60-16,0 0 0 0,3 0 0 15,5-3-4-15,4-8-52 0,0 6 44 16,-1-9-4-16,5 2 4 0,-8-4-128 16,0-3-60-16,0 0-184 0,-4 0-64 0,-8 0 168 15,4 0-56-15,-8 0 68 0,0 0-72 16,-5-1-228-16,-6 8-88 0,-10 3-548 16,-3 3-508-16,-8 6-1393 0,-24 0-5799 15</inkml:trace>
  <inkml:trace contextRef="#ctx0" brushRef="#br0" timeOffset="158981.657">28678 3714 1772 0,'0'0'9549'0,"0"0"-8289"0,0 0-864 16,0 0 356-16,0 0 600 0,0 0-396 0,0 0-388 16,0 0-168-16,100 42-128 0,-72-49-48 15,7-5-224-15,6-8-160 0,-1-2-76 16,4 0 24-16,-5-3-88 0,-3 0 36 0,-4 2 60 15,-4 5-184-15,-8-1 124 16,-8-2 264-16,-4 6 64 0,-8 0 100 0,0 1-164 16,-8 5-52-16,-4 2 52 15,-4 1 0-15,0 6-76 0,-8 0-276 0,0 13 176 16,-4 3 176-16,0 2 148 16,-4 8 256-16,1 0 8 0,3 6-8 0,-4 2-152 0,4 2-68 15,4 1-56-15,8-5-32 16,5-1-32-16,6-5 60 0,5 0-36 15,12-7-88-15,4 0-176 0,12-2 52 0,0-6-148 16,11-1-104-16,10-3-180 0,10-5-260 0,-15-2-948 16,36 0-3485-16</inkml:trace>
  <inkml:trace contextRef="#ctx0" brushRef="#br0" timeOffset="160182.879">26049 4486 5184 0,'0'0'52'0,"0"0"4060"0,0 0-3584 0,-28-67 468 16,20 49-123-16,0-1-165 15,0-2-324-15,4 6 252 0,-4 3-216 16,5 2 36-16,-6 0 64 0,5 10 236 0,0 0 0 15,-4 0-96-15,-4 3-412 0,-4 11-148 16,0 4-36-16,1 11 208 0,-6 3 160 16,2 6 224-16,-1 3-240 0,3-6-232 15,2 0-184-15,7-6-148 0,4-10 0 0,0-7 16 16,4-5-40-16,4-4-136 0,8-3 36 16,3-3 24-16,6-7-48 0,-1-5-76 0,4-4 20 15,-1-4-20-15,-3-2 96 16,1 0 8-16,-2 2-80 0,-3 1 84 0,-4 3 72 15,1 3 120-15,-2 3 72 0,-7 7 56 16,4-1-56 0,-4 7-124-16,-4 0 124 0,4 7 212 0,4 6 556 15,-4 6-152-15,4 3-268 0,-1 6-184 0,2 4 8 16,-5 3-48-16,0 0 112 0,0 0-24 16,0 3-16-16,-4 0 64 0,0-3-52 15,0 3 28-15,0 0 60 0,0 0 32 16,0 0-92-16,-4-2-176 0,-4-3-60 0,0 0 72 15,0-4-72-15,0-4 12 0,-4 0 40 16,4-6-44-16,-4-2 100 0,4-9-8 16,4 3 44-16,-8-5 4 0,4-6-40 15,0 2-108-15,-4-2-12 0,4 0-60 16,-3-5-36-16,-6-5-224 0,9-2-72 16,-3-8-220-16,2-2-92 0,5-3 36 0,0-7-228 15,4 3-376-15,8-3-984 16,1 11-2441-16,6-15-2611 0</inkml:trace>
  <inkml:trace contextRef="#ctx0" brushRef="#br0" timeOffset="160377.368">26455 4686 3220 0,'0'0'8737'0,"0"0"-7345"16,0 0-616-16,-7 70-4 15,7-45 604-15,-4 7-120 0,4-3-388 16,0 2-436-16,0-1-272 0,0-2-160 16,4-3-76-16,-1-6-120 0,1-3-432 0,4-4-316 15,5-8-44-15,-6-4-320 0,5-4-624 16,-3-2-1273-16,2-19-4491 0</inkml:trace>
  <inkml:trace contextRef="#ctx0" brushRef="#br0" timeOffset="160611.758">26364 4140 4212 0,'0'0'8253'0,"0"0"-6877"15,0 0-628-15,0 0 124 0,80 2 560 16,-57-2-676-16,5-5-444 0,0 2-240 0,0-7-72 0,4 0-160 16,-4-2-484-16,0-1-596 0,-8 1-664 15,-5-1-2165-15,6-3-4019 0</inkml:trace>
  <inkml:trace contextRef="#ctx0" brushRef="#br0" timeOffset="160800.716">26754 3928 5032 0,'0'0'6761'0,"0"0"-5429"16,0 0-796-16,0 0 200 0,0 0 888 15,0 79-124-15,0-51-448 0,8 4-412 0,0-1-248 16,1 1-160-16,-2 0-232 0,1 2 0 16,-4-1-144-16,4 2-52 15,-8-1-272-15,0 2-384 0,0-4-264 0,0-2-540 0,0-10-996 16,4 2-3121-16</inkml:trace>
  <inkml:trace contextRef="#ctx0" brushRef="#br0" timeOffset="161179.605">27073 4553 5348 0,'0'0'8813'16,"0"0"-7601"-16,0 0-1024 0,0 0 176 15,0 0 192-15,0 0 68 0,0 0 156 0,0 0-296 16,84 25-448-16,-52-42-36 0,-1-2-332 16,1 1-140-16,4-8-188 0,-8 5 48 15,0-2-4-15,0 1 88 0,-9 3 160 0,-2 0 80 16,-10 0-4-16,-3 3 288 0,-4-1 4 16,0 3 204-1,-11 0-128-15,-1 5 380 0,-4-1 72 16,0 4-36-16,0 6 48 0,-4 0-300 0,0 3-92 15,0 14-36-15,0 2 136 0,-7 6 88 0,6 6 60 16,-3 4 48-16,0 3-112 16,5 3-24-16,3 3-36 0,0-4-64 0,4-6 60 15,8-5 76-15,4-4 108 0,0-6-308 16,4-3-144-16,8 0-96 0,7-3-148 16,2-5-196-16,3-3-136 0,4-5-272 0,4 0-428 15,3-5-880-15,-11 3-2869 16,12-10-3627-16</inkml:trace>
  <inkml:trace contextRef="#ctx0" brushRef="#br0" timeOffset="161849.784">27965 4353 1852 0,'0'0'11029'0,"0"0"-9437"16,0 0-936-16,0 0 88 0,0 0 344 0,-84 25-132 16,65-2-224-16,-1 5-204 0,0 0-148 15,4 1-12-15,4-1-172 0,4-2 20 16,0-5-216-16,8-4-112 0,0-7 16 0,0-4-40 15,4 1 0-15,8-7-32 0,0 0-176 16,8-4 160-16,0-9-212 0,0-3-220 16,4-3-176-16,3-2-92 15,-3-2-24-15,0 4 228 0,-3 0 148 16,-6 3 204-16,1 7 112 0,-8-1 216 0,0 7 128 16,1 3 88-16,-6 0 136 0,1 6 216 0,0 4 188 15,0 9-164-15,0 3-240 0,0 6-92 16,0 5-12-1,0 2-112-15,0 2 100 0,-4 8-12 0,4-4 160 16,0 3 60-16,-4 1-188 0,4-4-68 16,0-6-16-16,-4 0-52 0,4-6 16 15,-1-2 36-15,2-3 24 0,-5-2-40 0,4-6-44 16,-4-1-100-16,0-2 100 0,0-3-4 16,-4-1 76-16,-4-2 48 0,-8-5 60 15,0 3-12-15,-4-3-160 0,-4-2-60 16,0 0-60-16,0-2-52 0,5-9-252 0,2-5-268 15,-3 1-236-15,9-4 48 0,3-3-112 16,4-4-480-16,4 4-1088 0,0 3-2557 16,0-10-2655-16</inkml:trace>
  <inkml:trace contextRef="#ctx0" brushRef="#br0" timeOffset="162006.827">28448 4832 12553 0,'0'0'2228'16,"0"0"-1424"-16,0 0-84 0,11 79 340 16,-7-50-316-16,-4 3-436 0,4-3-308 15,-4 2-84-15,4-2-100 16,-4-1-348-16,5-3-752 0,-5-5-1292 0,0 2-4361 16</inkml:trace>
  <inkml:trace contextRef="#ctx0" brushRef="#br0" timeOffset="162626.702">28938 4607 5488 0,'0'0'6933'16,"0"0"-5645"-16,0 0-512 0,0 0-220 0,0 0 288 15,75-10 344-15,-47 7-304 16,4 0-316-16,0 0-348 0,0-1-220 0,0 2-100 0,-4-2-64 16,-1 4-56-16,1-3-572 15,-3 3-1084-15,-10 0-1952 16,-2 0-2885-16</inkml:trace>
  <inkml:trace contextRef="#ctx0" brushRef="#br0" timeOffset="162780.699">29037 4791 4244 0,'0'0'8505'0,"0"0"-6017"0,0 0-1932 0,0 0-468 0,0 0 492 15,0 0 228-15,0 0 60 0,96 12-360 16,-57-14-508-16,2-8-88 0,6-3-296 16,1-4-592-16,0 3-680 15,-13 1-2340-15,21-10-4409 0</inkml:trace>
  <inkml:trace contextRef="#ctx0" brushRef="#br0" timeOffset="163341.803">29874 4588 12997 0,'0'0'3804'0,"0"0"-3480"0,0 0-212 0,0 0 236 16,0 0 268-16,11 66 236 0,10-60-312 15,7-2-248 1,7-4-180-16,10-4-24 0,-2-8-88 0,9-7-132 16,-4-3-76-16,4-3-172 0,-9-1-124 15,1 1 96-15,-8-1 40 0,-8 0-28 16,-4 4-4-16,-8 3 64 0,-9 0 212 0,-3 3 56 15,-4 1 68-15,-4 2 172 0,-7 4 64 16,-1-1 12-16,-4 3 0 0,-4 7 176 16,-4 0-180-16,0 7-108 0,-8 5-12 0,-3 11-36 15,-2 2 132-15,1 7 88 0,1 4-24 16,-1 1-52-16,0 3-60 0,8 2-16 16,0 0 40-16,8-1 60 0,9-6-24 15,11 0-24-15,0-7-100 0,16-2-108 16,11-7-108-16,13-3 12 0,4-7-28 0,12-6-144 15,0-3-196-15,7-3-396 16,-3-6-372-16,-16-1-1380 0,23-2-4253 16</inkml:trace>
  <inkml:trace contextRef="#ctx0" brushRef="#br0" timeOffset="168499.383">24567 4613 5944 0,'0'0'6221'0,"0"0"-5413"0,0 0-552 16,0 0-208-16,0 0 384 0,0 0 380 15,0 0 176 1,96 0-84-16,-65 0-392 0,9 0-112 0,0 0-128 15,0 0-264-15,3 0 104 0,2 0-112 16,-6 0 0-16,1 0-84 0,0-3-100 16,-9 0 108-16,-7 3-260 0,1-4-248 15,-9 4-224-15,-4-2-240 0,-5 2-552 16,-3 0-2505-16,-12 0-3519 0</inkml:trace>
  <inkml:trace contextRef="#ctx0" brushRef="#br0" timeOffset="168666.468">24702 4823 4348 0,'0'0'7201'0,"0"0"-5585"0,0 0-1148 0,0 0 244 0,0 0 312 16,0 0-40-16,88-10-324 16,-56 7-336-16,3-4-324 0,5 5-24 15,1-2-188-15,-2 1-76 0,5 3-380 0,0-3-576 16,-12 3-776-16,11-3-2841 0</inkml:trace>
  <inkml:trace contextRef="#ctx0" brushRef="#br0" timeOffset="186413.419">6060 6817 3288 0,'0'0'1120'0,"0"0"2436"0,0 0-2404 16,0 0-104-16,0 0-79 0,0 0 47 15,0 0-120-15,0 0-144 0,-76-26-168 16,72 20-192-16,4-1-164 0,0 4-68 0,0-3-96 15,0 0-64-15,0-4 52 0,0 0 24 16,4 1 24-16,4-1 40 0,-4-3-16 0,4 1-48 16,0-1-72-16,-5 0 8 0,6 1 0 15,-1-1 40-15,0 0-52 16,3 0-16-16,6 1-72 0,-6-4 40 0,9 0-152 16,-3-3 148-16,2 1-24 15,1-1-24-15,5 2 12 0,-2-2-40 0,-3 6 68 16,4 1-132-16,-9 5 192 15,2 1 0-15,-2 6-4 0,-2 0 4 16,2 4 88-16,-2 5 4 0,2 0 8 0,-2 5-100 0,-2 1 48 16,1-3 4-16,-3 5-52 0,-2-2 4 0,1-2-8 15,-4 0-80-15,0-4-4 16,1 1 36-16,-5-4-84 0,4-3-92 0,-4 0-164 16,0 1-476-16,0-4-768 0,-4 0-1385 15,-1 0-2491 1,-7 0 2876-16</inkml:trace>
  <inkml:trace contextRef="#ctx0" brushRef="#br0" timeOffset="186649.289">6402 6435 1748 0,'0'0'640'16,"0"0"-196"-16,0 0 3628 0,0 0-3384 16,0 0-236-16,0 0-8 0,0 0 176 15,0 0 248-15,0 0-4 0,0 0-155 16,76 45-221-16,-68-29 12 0,0-1-128 15,0 5-52-15,-8-1-104 0,0 0-64 16,0 3 12-16,-4-3-60 0,-8 3-100 0,-4 5-4 16,1-6-52-16,-10 4-128 15,1 4-48-15,-4 0-216 0,-4-1-44 0,4-2-100 16,-3-1-80-16,-1-3-533 0,0-2-495 16,12-8-1164-16,-16 3-2603 0</inkml:trace>
  <inkml:trace contextRef="#ctx0" brushRef="#br0" timeOffset="187263.062">4709 6489 6468 0,'0'0'5153'16,"0"0"-4433"-16,0 0-568 0,0 0 144 0,0 0 532 15,0 0 616-15,0 0-84 16,0 0-300-16,24 92-244 0,-20-51-88 16,4 4-276-16,-8 10 188 0,0-2-164 0,0 4-332 15,-8 0-96-15,4-3-48 0,-5-6-44 16,6-4-76-16,-1-8-76 0,4-8-36 15,0-10-60-15,0-4-28 0,4-4-84 0,-1-4-52 16,2-6-136-16,-1 0-276 0,4 0-536 16,-4-4-412-16,7-5-48 0,-2-8 139 0,3-1 305 15,-5-4 732-15,2-3 184 16,-1-1-44-16,-4 0 548 16,-4 1 444-16,3 0 124 0,-3 6 252 0,4 3-20 15,0 7 144-15,5 2-71 0,2 0 51 16,6 7 84-16,2 0 20 15,5 0-44-15,4 0-132 0,4 7-364 0,4-7-104 0,-1 4-48 16,1-4-164-16,5 0-52 0,-9 0-116 16,3-7-8-16,1-3-164 0,-4 1-32 15,0-1-520-15,-4-3-496 0,-8 1-512 0,-9 2-1373 16,-3-5-4003-16</inkml:trace>
  <inkml:trace contextRef="#ctx0" brushRef="#br0" timeOffset="187449.658">5315 6600 7292 0,'0'0'612'15,"0"0"2469"-15,0 0-1541 16,0 0-556-16,0 0 132 0,-5 70-144 0,5-41 8 0,0 6-120 16,5 0-440-16,-5 6-320 15,0 1-88-15,0 5-12 16,0-3-160-16,-9 4-16 0,2-1-120 0,-1-1-164 15,-5-2-220-15,9-3-564 0,-3-3-956 0,3-13-1693 16,-4 7-2059-16</inkml:trace>
  <inkml:trace contextRef="#ctx0" brushRef="#br0" timeOffset="-134862.909">2956 15141 3696 0,'0'0'5340'0,"0"0"-3584"15,0 0-647-15,0 0-417 0,0 0 188 16,0 0 388-16,0 0-108 0,0 0-268 0,0 0-344 16,0 0-240-16,0 0-48 0,0 0-48 15,0 10-52-15,4-7 12 0,3 4 52 16,2 2 144-16,-1 4 136 0,3 0-136 0,2 5-16 16,-5 5 64-16,-1 2-112 0,1 3-108 15,-8 1-64-15,5 6-32 0,-5 2-16 16,0 2-76-16,0-1 4 0,0 3-12 0,0 1-48 15,0 3-24 1,0-1 60-16,0 0 4 0,0 1-4 0,0 3-36 16,0-1 44-16,0 3 4 0,-5-1-60 15,5 1 52-15,0-2 8 0,0 5 0 16,-4 2-60-16,4-1 0 0,0 3 8 0,0 1-8 16,-4 0 60-16,4 4-72 0,-3-1-12 15,3-2 20-15,-4 1-32 16,4 1 48-16,-4-1-12 0,4-3-52 0,0 1 52 0,0-1-24 15,0-3 8-15,0-4 28 16,0-2 4-16,0 0 44 0,4-1 0 16,0-2-60-16,3 2 44 0,-3 2-56 15,5 1 60-15,-1-3-60 0,-5 4 68 16,5-3-8-16,1-4-48 0,-5-2 56 0,3-1 0 16,-3-3 4-16,-4 1 4 0,4-8-4 15,-4 4-48-15,4-3 44 16,-4-1-56-16,0-2-4 0,5 2 4 0,-5 2-48 15,0-3 8-15,0 0 40 0,0-2 8 16,0-3 40-16,0 1 8 0,0-7 4 16,0-3 8-16,0-4-4 0,0-1-4 15,-5-5-12-15,5-4 12 0,0 2 12 0,0-4 88 16,0 0-88-16,0 0 48 0,0 0-8 16,0 0 8-16,0 0-48 15,0 0 48-15,0 0 4 0,0 0-16 16,0 0 0-16,0-4 12 0,0 4-8 0,0-2-40 15,0-1-8-15,0 0-4 0,0-1 4 16,0 1 68-16,0-4 12 0,0 4-20 0,0 1-4 16,0-5 12-16,0 3-8 0,0-2-52 0,0 6 72 15,0-3-36-15,0 0-36 0,5 3-12 16,-1-2-60 0,-4-3-36-16,3 3 20 0,1-5 28 15,0 1 36-15,4-1-60 0,-4 1 64 16,4-1-80-16,0 1 40 0,0 0-24 0,0-1 24 15,4 1 44-15,0 0 0 0,0 0-68 0,4 2-48 16,0-2 120-16,7 0 4 0,1 3 108 16,4-4-112-16,0 1-48 0,0 3-12 15,4-3 52-15,0-1-116 0,0-3 120 0,4 3-84 16,3-4 88-16,-2 1-48 0,6 0-12 16,-3 1 60-1,4-1 96-15,3 4 52 0,2-1-100 16,-2 1-48-16,1 3 0 0,4 3 52 0,-4-3-52 0,8 3 12 15,-4 0 48-15,4 0-60 16,-1 0 0-16,4 3 4 0,1-3-8 0,4 0-4 16,0 0 8-16,4-3 80 0,0-4 20 0,-1 1-96 15,5 0 32-15,0 0 12 16,-4-1 0-16,3 1-48 0,0-1 12 16,-2 1 0-16,2 3-12 15,1 0 120-15,-4 0-64 0,4 3-56 0,-1 0 0 0,1-4 0 16,0 4 48-16,-1-3-44 15,0 0 0-15,6 3 4 0,-2-3 36 0,1-3-40 0,-4 2 56 16,4-2-52-16,-1 0 40 16,1 0-48-16,0-1-48 0,-5 4 48 15,5-4 12-15,-4 0-12 0,-1 5-28 0,1-2 28 16,0 4 0-16,-1-2 12 0,5 2 12 16,-4 0-16-16,4 0-4 15,-1 0 4-15,5-3-4 0,-4 0 72 0,4-4 8 16,-1 0-12-16,1 2-60 15,-5-6-12-15,5 2-8 0,0-1-64 0,-1-2 68 16,2 2 4-16,-2-3 4 0,-3 4 0 16,3-1-4-16,1 1 0 0,-5 3 4 0,5-1-4 15,-3 1 4-15,-2 0-12 0,0 3 44 16,1-1-36-16,-4 1 60 0,4 0-60 16,-5 0-8-1,1-4-4-15,4 0-48 0,-1-1-12 0,5-3 72 0,-4 3-36 16,4-2 36-16,-1 0 0 0,1 1 48 15,0-1-36-15,-1 4-12 0,5-4 8 16,-4 8 100-16,-5-5-32 0,6 4-64 16,-6-4-8-16,5 4-4 0,-5 0-8 0,1 0-92 15,0-3 92-15,-5-1 16 0,9 4 44 0,-9-3-52 16,6-1 0 0,-2 1-12-16,-4 0 24 0,6 2-12 15,-6 1 0-15,1 0 4 0,0 0 52 16,-5 3 16-16,1 0-72 0,-4 0-8 15,-1 0 4-15,2 6 4 0,-6-6-60 0,5 7 8 16,-5-4 40-16,1 0 0 0,0 0 8 16,0 0 4-16,3 0 4 0,-3 1-4 0,0-1-84 15,0 0 84-15,0 0 4 16,-1 1 8-16,1-1-4 0,4 3 92 0,-4-3-100 0,0 0 0 16,-1 0 4-16,1 1 56 15,0-1-60-15,4 0-76 16,-4 0 68-16,3-3 12 0,-3 4-4 0,4-4 0 15,-1 0 0-15,-3 0 0 0,4 0 28 16,0 2-28-16,-1-2 0 0,5 0 12 0,-4 0-12 16,4 0 8-16,0 0-4 0,-1 5 4 15,5-5-4-15,-4 2-4 16,3-2 0-16,1 0 40 0,-1 0-40 16,5 0-68-16,-4 0 20 0,4 0 48 0,-1 0 44 15,5 0-44-15,-4 0-8 16,4 0 0-16,-1-2 8 0,5 2-8 0,0 0 4 15,0 0 4-15,-1 0 68 0,1 0 8 16,3 2-68-16,-3 1-4 0,3-3-4 0,-3 3-52 16,4 0 44-16,4-3-64 0,-5 0 64 15,5 0 16-15,0 0-8 0,3 0 8 0,1 0 76 16,3 0-84-16,1 0 12 16,-4-3 60-16,7 3-72 0,-7-3 0 15,3 3 36-15,1 0-84 0,0 0 40 16,-1 0 8-16,1 0 0 15,4 0 12-15,-5 0 0 0,5 0-12 0,4 0 76 16,-5 0 8-16,0-3-36 0,5 3-48 0,-5-7-36 16,2 5 24-16,-2-2 12 0,0-2 0 15,1-1-52-15,3 4 44 0,-2-3 16 16,2 2 44-16,-4 2-48 0,1-1 8 16,-1-1-4-16,1 4 64 15,0-3-72-15,-5 3-64 0,1-3 52 0,4 3-48 16,-5-7 56-16,4 4 4 0,-2-3 8 0,6 3 4 15,-4-4-8-15,1-2 0 0,0 3 0 16,-1-1 104-16,1-2-96 0,-5 2-12 16,1-2 0-16,-5 3 12 0,1 0 44 15,-5 1-56-15,1-1 0 0,0 0 0 0,-1 4 0 16,1-3 52 0,-4 3-4-16,0-2-44 0,-4 1-4 0,0 0 0 15,-1 1-36-15,-3-2 36 0,-1 1-12 16,-3-1-44-16,-1 1 56 0,-2 0 0 15,-6 0 8-15,1 3 32 0,-1-3-32 0,-3 3-16 16,0-4-56-16,-5 4 64 0,-3 0 88 16,-3 0-88-16,-6 0 0 0,1 0 4 15,-8 0-4-15,-1 4 8 0,-6-4-4 16,-1 0-4-16,-5 3 0 0,-3-3 0 16,-4 0 48-16,-4 0-48 0,0 0-4 15,-8 0-56-15,0 0 8 0,0 0 4 0,-4 0 48 16,0 0 4-16,-4 0 72 0,0 0-16 15,0 0-12-15,0 0-40 0,0 0 4 16,0 0-12-16,0 0-60 0,0 0-12 16,4 0 20-16,-4 0 40 0,4 0 12 0,-4 0 0 15,3 0 4-15,1 0 0 0,1 0 0 16,-1 0-4-16,4 0 4 0,-4-3 0 16,3-4 0-16,6 1 60 0,-5 0-16 0,3-7-44 15,2 0 4-15,-2-3-8 16,-3-3-8-16,1-3-4 15,-2-6-60-15,1 0 64 0,-4-8-80 0,-4-2-20 16,4 0 12-16,-4-3 96 0,0-4-4 16,0 1-12-16,0-4-80 0,0 1-76 15,0-8-44-15,-4-2-4 0,4 1 36 0,0-6-12 16,0 3 24-16,0-2-36 0,4 1 0 16,-4 2 60-16,0 2 52 0,0-1-104 15,0 3 80-15,0 0 32 0,0 0-60 16,0-1 88-16,0-2-140 0,-4 0 16 15,-4-1-176-15,4 2-72 16,-3 0-404-16,3-2-44 0,-1 0 176 0,1 7-68 16,0 1 112-16,0 6-96 0,1 5 196 0,-5 8 148 15,4 6 412-15,-5 2 228 0,2 4 156 16,-1 6 116-16,0 0 84 0,-4 1-124 16,4-1-168-16,0 4-216 15,-1-4 24-15,2 3-12 0,-1 1-24 0,0-1-64 16,4 1 8-16,0 5 144 0,-4 1 52 15,4 1-16-15,0 2 24 0,-3 0-72 0,-2 0-28 16,1 0-48-16,0 0-60 16,5 2 8-16,-6 1 76 15,5 3-12-15,-4-1-12 0,4-3 24 0,1-2 12 16,-1 4 80-16,4-4 56 0,0 0-24 16,-5 0-64-16,1 0-84 0,0 0-52 0,-4 0-12 15,1 0-8-15,-6-4-216 0,2 2-164 16,-6-3 248-16,2 3 140 0,-2-2 76 0,-6 4 40 15,-5 0-80-15,-4 0-36 16,-4 0-136-16,-4 0 136 0,-3 4 4 0,-6 3-4 0,-2-1-12 16,-8 0-4-1,-1-4-48-15,-4 5 12 0,-1-3 52 16,-2 2-100-16,-5-6 0 0,1 6 12 0,-1-6 80 16,0 4 8-16,-3-1 0 0,-1 0 44 15,1-3 32-15,-6 3 24 16,6 3 16-16,-5-2-108 0,-4-1 84 0,1 3-80 15,-1 0 124-15,-4-3-128 0,4 4 0 0,-3-1-8 16,0 0-48-16,-1-1-40 0,-4 0 36 16,5-2-64-16,-1 0 68 0,0 0-4 15,-4 1 4-15,1-1-56 0,-1 1 92 0,-4-1-32 16,1-1 44-16,-4 1 0 0,3 4 100 16,-3 0 64-16,-6 2-152 15,6 0 128-15,-4 5-140 0,-1-2 92 16,0 1-84-16,5 0-8 0,-9-1 0 15,5 1-4-15,-2-4 4 0,-2 1 28 16,4-1 20-16,-1-3-40 0,5 1 44 0,-1-1-48 16,0-2-4-16,4-2 0 0,1 3 100 15,3-5-100-15,0 2 0 0,-3-2-12 0,-1 0-40 16,5 0 40-16,-5 3 12 16,5-3 52-16,-5 3-12 0,4-3-40 15,1 4 0-15,-5-2 36 0,1 2-36 0,3-4-60 0,-4 3 60 16,1 1 48-16,-2-1-48 15,2-1-48-15,-4 1-40 0,3 1 76 0,-3-1 8 16,3 1 8-16,1-1 40 0,-2 0-44 16,2 1 0-16,-1-2-44 0,4 0 44 15,-3 5 0-15,3-3-52 0,1 2 48 16,-9-2-84-16,9 1 88 0,-9-2-8 16,5 4-56-16,-1-1 56 15,4 1-4-15,-4-4 12 0,5 4 0 16,0-5-52-16,-1 2 52 0,4-1 52 0,4 0-44 15,-4-3-4-15,4 0-4 0,1 3 0 16,3-3 68-16,-4 0-64 0,5 0-8 16,-5 0-132-16,5 0 128 0,-1-3-80 15,4 3-88-15,-3-3 112 0,-1 3 0 0,4 0-24 16,0 0 76-16,1 0-84 16,-1 0 92-16,0 0 8 0,5 0 44 15,-5 3-48-15,-3 0-8 0,3 1 8 16,0 2-4-16,-4 0 0 0,1 4 4 15,3-4-104-15,-3 3 96 0,-1 1-92 0,0 0-76 16,4-1 88-16,-4 1 36 0,5-1-84 16,-5 0 84-16,5 1 52 0,2 0 40 0,-2-1-32 15,0-3 56-15,2 4 64 0,-2-3-4 16,3-2-8-16,0 6-40 0,1-5-68 16,-1 0 4-16,0 1-12 0,1-1-100 15,-2 0-100-15,2 1 196 0,0-1-128 16,-2-3 124-16,2 0-184 0,-1-3 112 0,5 3 80 15,-9-3 0-15,4 0-20 0,0 0 20 16,0 0 164-16,-3 0-100 0,3 0-52 16,-3 3 88-16,3-3 24 15,-4 0-120-15,5 0 68 0,-2 0-60 16,-2 0 96-16,4 0-108 0,-2-3 0 16,2 0 0-16,-1-3 0 0,-4 3-100 0,5-4 100 0,-5 1 52 15,-4-1-40 1,0 0-12-16,5 2-104 0,-5-4 104 15,5-2-24-15,-5 6 24 0,4-5 0 0,-4 3-64 0,5 1 16 16,-5-1 48-16,5 2 88 0,-2 2 0 0,2-1-84 16,-1-3 0-16,-3 4 84 15,3 0-88-15,-3 1-96 0,-2-2 92 16,1 2-88-16,1-3 92 0,-1 3 76 0,1-2-76 31,3 1 0-31,1 0 0 0,-6 1-104 0,10-5 60 0,0 7 44 16,-2-4 88-16,2 1-52 0,3 3-36 15,-4-3-56-15,4 3 56 0,1 0 148 16,-4 0-144-16,-2 0 4 0,6 0 116 16,-1 0-112-16,1 0 64 0,3 0-76 0,-5-3 48 15,2 3-48-15,3 0-124 0,0-3 124 16,1-1 0-16,-1 1 0 0,0 0-164 16,5 0 12-16,-1 0 152 0,0 0-48 0,4-4 36 15,-4 7 0-15,0-3-36 16,5 0 48-16,-5 0 64 0,1 0-64 15,-1 0-12-15,0 3 12 0,0-4 188 0,0 1-124 16,1 0 60-16,-1 0-124 0,-4-1 4 16,4 2 120-16,0-3-124 0,1 5-76 15,-1-2-40-15,0-1 112 0,4 0-72 0,-4 3 76 16,9-4 88-16,-5 4 52 16,0 0-136-16,5 0 72 0,-5 0-24 0,4 0 40 15,-4 0-88-15,5 0-4 0,-1 0 48 16,0 0-48-16,4 0 52 0,0 0-28 15,1 0 40-15,2 0-76 0,2-2 12 16,2-2-84-16,2 1 68 0,3 3 16 0,4-4-72 16,1 1 52-1,-1 3 20-15,4 0 76 0,4 0-68 0,-1-2 80 0,2 2-80 16,7 0 4 0,0 0 116-16,4 0 52 0,4 0-56 0,0 0-48 15,5 0 12-15,3 0-88 0,-5 0 0 16,5 0-88-16,0 0 24 0,0-3 64 0,0 3 0 15,0 0 0-15,0 0-60 0,5 0 44 16,-5 0 16-16,0 0 0 0,3 0 88 16,-3 0-36-16,0 0 8 0,0 0-48 15,0 0 52 1,0 0-12-16,0 0 8 0,0 0 16 0,0 0 48 0,0 0 0 16,0 0 12-16,0 0-12 0,0 0 28 15,0 0-28-15,0 0-12 0,0 0-28 0,0 0-76 16,0 0 0-16,0 0 40 0,0 0-48 15,0 0-8-15,0 0-80 0,0 0 0 16,0 0 4-16,0 0-56 0,0-4 4 16,0 4 0-16,0 0 0 0,0 0-52 15,0-3-36-15,0 3-24 0,0 0-160 0,0 0-420 16,0-3-628-16,0 3-1765 16,0 0-3615-16,0 10 3228 0</inkml:trace>
  <inkml:trace contextRef="#ctx0" brushRef="#br0" timeOffset="-127629.439">22009 16173 156 0,'0'0'10756'16,"0"0"-8635"-16,0 0-621 16,0 0-440-16,0 0 108 0,0 0 84 0,0 0-192 15,0 0-336-15,0 0-248 0,19-57-132 16,2 47-52-16,3 2 0 16,-1 1 12-16,10 0-136 0,-1 2-92 15,3-2 57-15,5 3 63 0,-1 1-64 0,6 0-60 0,2 0 24 16,1 0-48-16,5-1 52 15,1 4-28-15,2-3 12 0,0 3-36 16,-3-3 24-16,-2 3-64 0,1-3-8 0,-4 3-112 16,-1-3 64-16,-2 3 44 0,-6-3-68 15,5-1 64-15,-4-2 4 0,-4 0-92 16,0 3 96-16,-1-4 0 0,1 4-52 0,-4-3-8 16,0 0-48-16,-1-4-24 0,-3 4-4 15,-3-1 40-15,-1 1-61 0,-5 2-27 0,-6 2 40 16,-2-3 20-1,-3 5-44-15,-3-2-52 0,-5 2-96 16,0 0-76-16,0 0 24 0,0 0-72 16,0 0-140-16,0 0-368 0,0 0-432 0,-9 0-752 15,5 0-2021-15,-11 7-2399 0</inkml:trace>
  <inkml:trace contextRef="#ctx0" brushRef="#br0" timeOffset="-127183.22">22244 16415 6988 0,'0'0'2584'0,"0"0"-419"0,0 0-1521 0,0 0-288 0,0 0 524 15,0 0 452-15,0 0-516 0,0 0-96 16,0 0-284-16,0 0-24 0,-44 22 84 0,48-22 280 16,0 3 84-16,4-3-124 15,4 0 56-15,0 0-100 0,-5 3-119 16,6-3-101-16,-1 0-12 0,4 3-36 16,-1-3-184-16,10 0-80 0,3 0-40 0,3-3-60 15,9 0-12-15,1 0 0 0,2-4 36 16,4 4 0-16,5-3-12 0,0 0-24 15,4-1-44-15,-1-3-4 0,1 5-52 16,0-5 4-16,-7 0-24 0,-2 4 0 16,-3-5 0-16,-4 9-24 0,-8-4 88 0,-4 3-76 15,-4-4 24-15,-1 7 8 0,-7-3-20 16,0-1-12-16,-4 4 12 0,-4 0-12 16,-4 0-72-16,0 0-124 0,0 0-168 15,0 0-168-15,0 0-309 16,0 0-295-16,0 0-464 0,4 0-668 0,0 4-508 15,0-1-1937-15</inkml:trace>
  <inkml:trace contextRef="#ctx0" brushRef="#br0" timeOffset="-123931.403">24096 15243 8968 0,'0'0'1692'16,"0"0"-739"-16,0 0-209 0,0 0 392 15,0 0 96-15,24-80-260 0,-16 64-244 16,1 4-240-16,-2-4-52 0,1 4-128 16,-4 2-48-16,-4 3 88 0,5 7-112 0,-5 0 8 15,0 0 40-15,0 0 12 16,-9 3-140-16,-2 4-156 0,-6 9-220 0,-2 3 24 16,-5 12 60-16,3 5 56 0,-3 8 80 15,1 7 0-15,-1 3-12 0,0 3-148 16,0 3-12-16,-4 5 24 0,1-2-100 15,-1-7 88-15,4 1 36 0,-4-5 124 0,7-8 0 16,6-6 112-16,-1-2 8 16,4-9 80-16,4-2-88 0,0-2-64 0,8-10-36 0,0-3 160 15,0-4-172-15,0-6-92 16,8 0 92-16,8 0 0 16,4-3 136-16,-1-4-40 0,2-3-32 0,3 1-64 15,-9 3-100-15,2 2 0 0,-6 4-60 16,2 0-36-16,-2 4 196 0,-3 9 316 0,1 9-96 15,-2 3 16-15,1 7-40 0,-4 2-24 16,0 4-100-16,1 1-64 0,-5 6 36 16,0-4-44-16,4 3-52 0,-4 1-20 0,0-1 64 15,0-3-40-15,0-6-4 0,0 0 40 16,0-4 0-16,3-5 0 0,-3-3 0 16,4-8-48-16,0 2 8 15,0-8-20-15,0-3-284 0,8 1-188 16,-4-7 0-16,0 0-204 0,4-4-1020 0,-4-5-1404 15,0 3-3297-15,3-14 1665 0</inkml:trace>
  <inkml:trace contextRef="#ctx0" brushRef="#br0" timeOffset="-123050.091">24595 15879 1044 0,'0'0'1172'0,"0"0"708"16,0 0 2628-16,0 0-2864 0,0 0-267 0,-76-20-41 15,60 20-192-15,4 0-360 0,0 3-292 16,0 14-52-16,-4 2-64 0,5 9-48 16,-2 7 24-16,2 2-44 15,3 5-8-15,-1 2-152 16,5-5-24-16,4-6-72 0,0-6 32 0,0-8 76 15,4-6 64-15,9-7-52 0,-2-6-60 0,6 0 0 16,6-10-76-16,1-9-36 0,0 0-196 16,4-6-100-16,-4 0 48 0,-5 2-24 15,2 2 36-15,-10 4 88 0,2 4 60 0,-9 7 80 16,0 0 8-16,-1 2 0 16,-3 1 60-16,0 3 116 15,4 0-4-15,-4 0-124 0,0 0 92 0,0 7-140 16,4 2-68-16,0 7 68 0,1 9 64 15,3 4 20-15,-1 3 4 0,-3 6-16 16,0 3 28-16,5 0 0 0,-5 1-40 0,-1-1-60 16,-3 1 88-16,0-5 60 0,0 1-24 15,0-6 12-15,0-1 20 16,0-1 16-16,-3-5-12 0,-1-3-60 0,4 0-40 0,-5-3-48 16,1-3-8-1,0 0-4-15,0 1-4 0,0-5 4 0,1-3 8 16,-5 1 56-16,-1-1-4 0,-6 1 0 0,-2-4-8 15,2 1 8-15,-9-1 0 0,0-3 4 16,-4 0-52-16,5-3 60 0,-2 0-24 0,1-6-48 16,4 0-56-16,5-7-32 0,-2 0-68 15,6-3-76-15,-2-3-16 0,9-2-48 16,0-2-36-16,4 4-36 16,0 0 8-16,0-1-24 0,0 2-164 15,0-1-240-15,4 3-356 0,0-3-200 16,5-1-176-16,-2-2-373 0,5 0-903 0,8 0-1748 15,-8 6 2664-15,16-15 1060 0</inkml:trace>
  <inkml:trace contextRef="#ctx0" brushRef="#br0" timeOffset="-122775.884">25340 15818 5052 0,'0'0'480'15,"0"0"4868"-15,0 0-3907 0,0 0-613 16,0 0 140-16,0 0 232 0,-72 82-344 16,56-51-280-16,0-1-176 0,0 5-52 0,5-1 0 15,-6 4-40-15,6 0-12 0,2 4-96 16,1-7-68 0,4 0 16-16,4-7 0 0,0-2 24 15,8-5-36-15,5-4 0 0,-2-1-4 0,6-7 40 16,2 1-24-16,-3-7-140 0,0-3-8 0,4 0-184 15,-1-3-208-15,-2-7-88 0,-1 1-172 16,-4-5-452-16,-1 0-828 0,-2 0-1272 0,-5-2-2989 16,0 4 354-16,-4-1 5839 0</inkml:trace>
  <inkml:trace contextRef="#ctx0" brushRef="#br0" timeOffset="-122614.666">25200 16129 692 0,'0'0'10481'0,"0"0"-8265"0,0 0-896 0,0 0-100 16,0 0-40-16,0 0-360 0,0 0-416 15,0 0-228-15,0 0 228 0,0 0 16 16,60 13 68-16,-36-13-180 0,4 0-236 16,0-4-72-16,4-3-440 0,-8-1-200 0,4-3-196 15,-1 5-380 1,1-2-1168-16,0 1-2385 0,-8 0-3119 0,4 2 7000 16</inkml:trace>
  <inkml:trace contextRef="#ctx0" brushRef="#br0" timeOffset="-121897.724">26192 15621 328 0,'0'0'9352'15,"0"0"-6239"-15,0 0-1345 0,0 0-720 16,0 0-244-16,0 0-32 0,-92-38-112 16,69 44-4-16,3 7-128 0,-8 9-88 0,4 6-8 15,-3 7 92-15,-1 9 24 0,0 14-96 16,-4 5-160-16,0 8-123 15,0 2-109-15,4-4 76 0,0 1-136 0,8-9-60 0,5-5-12 16,6-10 0-16,9-9 64 16,0-9 8-16,12-5 8 0,4-7 76 0,4-3 184 15,4-7-48-15,-1-6-76 0,9 0-108 16,-4-6-36-16,0-7-84 0,0-3 36 16,0-3-124-16,-4-3-144 0,-3 0-121 0,-6-3-123 15,-3 1 48 1,-4 2-280-16,-4 0-536 0,-4-3-524 15,-8 3-392-15,-4 2-332 0,-7 2 7 0,-2 2 429 0,1 3 344 16,-4 6 1796-16,8 4 24 0,-4 3 2136 16,9 0-112-1,-1 6-147-15,3 1-121 0,5 3-268 0,4-4-392 16,0 4-164-16,8-1-60 0,9 0 20 16,3 1-144-16,-1-3-244 0,9-4-232 15,4-3-188-15,0-3-108 0,0-7-124 16,0 1-132-16,-1-4-112 0,-3-4-24 0,-4 5-24 15,-8-1-424-15,0 5-492 0,-8 1-812 0,-4 0-664 16,-4 2-2025-16,0 0-335 16,0 3 5012-16,-12-2-692 15,5 1 313-15,-6 3 535 0,5 0 1907 16,-3 3-1175-16,7 8 2044 0,-5-3 3361 0,5 9-4141 16,0-2-904-16,1 4-296 0,3 6 96 15,0 1-44-15,0 3-152 0,3-1-104 0,1 5-60 16,0-2-16-16,5-3-124 15,-1 1-212-15,-1-3-180 0,1-4-352 0,5-4-568 16,-6-2-344-16,5-6-384 0,0-4-1048 0,4-6-1869 16,-4 0-2575-16,8-22 6372 0</inkml:trace>
  <inkml:trace contextRef="#ctx0" brushRef="#br0" timeOffset="-121149.076">26762 15361 4004 0,'0'0'1224'0,"0"0"3132"0,0 0-3011 16,0 0-305-16,0 0 556 0,0 0 76 15,0 0-248-15,0 0-172 0,0 0-164 16,64 88-96-16,-53-44-200 0,-2 14-60 16,-1 6-39-16,-4 8-209 0,-4 11-192 0,0 3-172 15,-8 0-28-15,0-1-92 0,-4 0-48 16,0 1-24-16,4-3-148 16,-4-3-80-16,4-8 32 0,0-5-12 15,5-6-49-15,3-11-23 0,0-2 24 16,0-9-12-16,3-8-52 0,5-6-208 0,4-6-244 15,0-6-368-15,4-6-524 0,0-7-592 16,0-7-1857-16,-4-6-2815 0,3-15 5656 0</inkml:trace>
  <inkml:trace contextRef="#ctx0" brushRef="#br0" timeOffset="-120332.145">27885 15716 4028 0,'0'0'824'0,"0"0"4416"16,0 0-3563-16,0 0-385 0,0 0-20 0,0 0 216 15,0 0-560-15,0 0-156 16,-87-44-176-16,79 44-152 0,-8 12-112 0,4 8-112 16,-4 7-24-16,-4 8 28 0,5 4 80 15,-6 8 160-15,1 1 24 0,5-4-220 16,-6-2-72-16,10-10-76 0,3-7-20 0,-1-6-60 15,9-9-40-15,0-8-108 0,5-2-208 16,7 0-52-16,3-6 284 0,9-10-52 16,4-3-144-16,0-6-88 0,4-6 52 0,-4 2 32 15,-4 0 4-15,0 3 32 0,-8 5 28 16,-5 5 108 0,2 3 48-16,-9 7 4 0,0 2 60 15,0 4 36-15,-4 0 224 0,0 4-140 0,0 2-116 16,3 0 40-16,1 7 152 0,1 4-24 15,-1 2-72-15,4 2 8 0,-4 2 16 16,-1 5-12-16,1 0-16 0,0 4 16 0,1 0-16 0,-5 4-48 16,4-3-48-16,-4 3-16 0,0 2 16 15,0 0 56-15,0 0 164 0,0-3-148 16,0 3-24-16,-4-6-36 16,-1 0 64-16,-3-1-72 0,1-1 80 15,-1-5 28-15,-1-3 20 0,-2 0-24 0,-1-7-44 16,0 2-16-16,-4-4 24 0,0-4 40 15,0-3-16-15,-4 4-24 0,0-7-12 0,-3-3-8 16,-2 0-4-16,1 0-44 0,-4-6-4 16,4-4-12-16,5-2-52 15,-1-1-116-15,8 0 32 16,0-3-84-16,8 0 4 0,0 0-92 0,4-3-96 16,4 3-112-16,3-6-108 0,2 0-352 15,3 0-900-15,4 0-784 0,-4-4-1461 0,-1 7-1771 16,6-13 3436-16</inkml:trace>
  <inkml:trace contextRef="#ctx0" brushRef="#br0" timeOffset="-119800.787">28379 15011 5044 0,'0'0'1032'0,"0"0"4317"16,0 0-3901-16,0 0-288 0,0 0 4 0,-7 70 220 15,7-51-376-15,0 6-340 0,7 4-224 16,2 3-136-16,-5 6-16 16,4 3 4-16,-5 6 48 0,-3 2-40 0,0 4-60 0,-3 1-72 15,-9 1-88-15,-1-5-44 0,-2-2-40 16,2-7-72 0,2-3-88-16,-1-7-108 0,8-8-24 0,0-4-64 15,4-9-120-15,0-4-216 0,0-6-284 16,8 0-524-16,0-6-392 15,4-7-652-15,-4-3-1697 0,-4 0-1463 0,-4-10 5576 16</inkml:trace>
  <inkml:trace contextRef="#ctx0" brushRef="#br0" timeOffset="-119489.81">28336 15068 392 0,'0'0'7748'0,"0"0"-5468"0,0 0-1107 16,0 0-197-16,0 0 196 0,0 0-144 0,0 0-400 0,95-44-300 15,-74 41-28-15,-2 3 20 16,5 0 28-16,0 3-24 0,-4 3-12 0,4 1-92 0,-12 2-20 16,4 4 0-16,-8 0-64 15,-4-1-76-15,-4 4 28 16,0 0-76-16,0 3 100 0,-9-3-40 0,-6 3-12 15,-1 0-8-15,-4 0-48 0,0 0-4 16,-4 0-76-16,1 0-20 0,-1-5-16 16,3-3-112-16,2-4-208 0,-1 0-276 0,3-4-336 15,2-1-352-15,-1-2-656 0,0 0-1017 16,4 0-3227 0,-4 3 4428-16</inkml:trace>
  <inkml:trace contextRef="#ctx0" brushRef="#br0" timeOffset="-119012.352">28635 16002 3636 0,'0'0'5220'0,"0"0"-1075"15,0 0-2961-15,0 0-336 0,0 0 712 0,92 6-120 16,-57 1-416-16,9-1-348 0,-4-3-272 15,4 0-148-15,-5-3-100 0,6 3-156 16,-10-3 0-16,1 0-132 0,0-3-432 0,-8-3-368 16,-4 3-140-16,-9 0-536 0,-2 3-2552 0,-13 0-2961 15</inkml:trace>
  <inkml:trace contextRef="#ctx0" brushRef="#br0" timeOffset="-118850.994">28814 16215 3756 0,'0'0'8097'0,"0"0"-6409"0,0 0-800 0,0 0 212 0,0 0 144 15,87 37-376-15,-55-33-580 0,1-4-288 0,3 0-320 16,-1-10-288-16,5 1-572 16,-1-7-1300-16,-7 3-4253 0,13-12 165 0</inkml:trace>
  <inkml:trace contextRef="#ctx0" brushRef="#br0" timeOffset="-118470.906">29531 16109 8432 0,'0'0'6041'0,"0"0"-4681"0,0 0-1032 0,0 0-176 15,-7 68 436-15,14-62 56 0,9-3-184 0,4 0-336 16,4-3-124-16,8-9-8 15,4-4-56-15,-4-6-156 0,3 0-240 0,1-4-24 0,-4 1 132 16,-8 3 80-16,-4 0 104 0,-4 0 168 16,-8 0 36-16,-8 3 196 0,0 1 192 15,-5-1 60-15,-6-3-148 0,-5 3-88 16,0 2-12-16,-4 2 36 0,4 10-28 0,-4 2-132 16,1 0-52-1,-1 8 4-15,-5 9-52 0,6 4 84 0,-9 5-8 16,4 6 48-16,0-1-16 0,0 8 4 15,1-2 24-15,2 5-12 0,1-4 8 16,8 0 116-16,5-3 240 0,7-6-280 16,0-8-212-16,7 2-8 0,9-7-80 15,0-4-28-15,12-2-208 0,0-7-176 16,4-3-144-16,8-9-40 0,-1-7-264 0,6-6-824 16,-10 3-1428-16,17-12-4193 0</inkml:trace>
  <inkml:trace contextRef="#ctx0" brushRef="#br0" timeOffset="-117666.404">30288 15307 6520 0,'0'0'4645'16,"0"0"-2837"-16,0 0-1516 0,0 0-292 0,0 0 0 15,0 0 420-15,0 0-36 16,88-74-308-16,-60 52-72 0,3 0-4 0,1-1 4 0,0 4 84 15,-4 4 52-15,0 2 60 0,-8 3 80 16,-4 5 96-16,-4 1 140 0,-8 1-76 16,0 3-212-16,0 0-76 0,-4 0-4 0,0 0 16 15,0 0-164 1,4 0 0-16,0 0 0 0,-1 3 0 0,2 4-44 16,-5 2-28-16,0 7 72 0,0 10 72 15,-5 7 28-15,-14 9 12 0,-1 6 28 16,-8 6 68-16,0 2 80 0,-8 5-40 15,4-1-64-15,1 1 136 0,-1-7 124 0,8-7 340 16,8-9-292-16,4-6-200 0,12-10-292 16,0-5 0-16,0-4-160 0,4-7 136 15,8-6-24-15,0 0 48 0,4 0-72 16,-1-11-76-16,6-1 144 0,-1-1-44 16,-5-2 40-16,2 2-4 0,-6 1 8 0,1 5 4 15,-7 4 12-15,-1 3-4 0,-4 0 4 16,3 0 84-16,-3 7 112 0,0 5 24 15,4 4-72-15,-4 3-88 0,4 2-60 16,0 6 36-16,0 1-40 0,1 0 64 16,-1 4-68-16,3 0 4 0,-3 0 112 0,4 3 124 15,-4 0-36 1,4 4-52-16,-4-2-32 0,-4 1-3 0,0 0-49 16,0 3-68-16,0 0-4 15,0 1 0-15,4-2 4 0,4 6-4 0,0-2 0 16,4-6 0-16,0 4-56 0,4-7 52 15,0-3 0-15,-4-1-45 0,0-3-47 0,-1-1-4 16,-2-6-8-16,-1 2 0 0,-8-4 20 16,0 0-44-16,0 0-88 0,-8-3-60 0,-5-4 0 15,2 1 84-15,-2-4 148 0,-2-2 44 16,-2-1-60-16,-2 0 16 0,-1-3 0 16,1 1 36-16,-2-4-124 15,-3 0-96-15,-4-4-148 0,0 1-112 16,-4-6-172-16,1 3-540 0,-1-4-884 15,-4-3-1112-15,0 1-2545 0,12 2 741 0,-11-3 4780 16</inkml:trace>
  <inkml:trace contextRef="#ctx0" brushRef="#br0" timeOffset="-37899.924">15539 6340 116 0,'0'0'8540'16,"0"0"-6624"-16,0 0-411 0,0 0-229 15,-45 82 248-15,45-50-164 0,0 3-920 0,0 4 652 16,0 2-424-16,4 7-372 0,0-1 36 15,1 4 12-15,-5 3-136 0,0 0 12 0,-5 0-48 16,-3 3-72-16,-3 0-88 16,-2 4 72-16,2-2-72 0,-1 2-12 0,0 2-52 15,0-2 44-15,-1-4-68 0,6 0-68 16,-1-6 20-16,0-6-24 16,3-4 4-16,2-6 20 0,3-7 64 15,0-2-4-15,0-8-72 0,0-1 40 0,0-5-28 16,0-6-280-16,3 4-192 0,2-6-48 15,3-4-128-15,0 0-952 0,4-4 32 16,4-12-605-16,0-3-315 0,3-9-1960 0,-2 2 1532 16,11-21 2844-16</inkml:trace>
  <inkml:trace contextRef="#ctx0" brushRef="#br0" timeOffset="-36583.821">15741 6617 2656 0,'0'0'64'16,"0"0"5328"-16,0 0-3284 0,0 0-815 0,0 0 179 15,0 0-60-15,112-7-340 0,-68 1-432 16,0 2-272-16,7-2-144 0,-3 0-12 15,8 3 12-15,-1-1-88 0,5 1-60 16,0 0-72-16,9 3 108 0,-2-3-12 0,1 3-100 16,-1 0-88-16,5 0-12 0,-4 0 40 15,0 0 8 1,3-3-72-16,5 3 36 0,3-3 0 0,2 0-48 16,2-1-12-16,0 1 72 0,1 0 76 0,0 0-124 15,-1 0-128-15,-6-1 244 0,-2 4 8 16,-3 0 0-16,3 0-68 0,2 0 60 0,2 0 4 15,-3 0-108-15,-5 0-12 16,5 0 12-16,0 0 48 0,-5 0-100 16,5 0 40-16,-4-2-180 0,-1-5-212 0,2 1-168 15,-6 0-92-15,-3-1 148 0,-4 1 116 16,-4 0 100 0,-5 2 180-16,1 1 156 0,0-1 76 0,-1 1 4 0,-3 3 268 15,0-3-68-15,4 3 80 16,0-6-172-16,0 3-96 0,7-4-16 15,1 1-64-15,8-4-132 0,-4 1-212 0,3-1-457 16,1 1-519-16,-4 0-328 0,-1-1 272 0,-3 0 760 16,-4 4 460-16,-4 0 220 0,-8 2 352 15,0-2 428-15,-4 3-232 16,-5 0 556-16,1-3-404 16,-8 2-492-16,4-2-208 0,0 0 596 0,3-1-596 0,1 1-168 15,5 0-560-15,2 0 236 16,-4-5-548-16,2 9-416 0,-5-2-224 15,-4 2 1132-15,-1-3 432 0,-3 5 116 0,8 0 52 16,-4 0 376-16,0 0-428 0,0 0 104 16,-1 0 664-16,5 0-544 0,-8 0-200 15,4 0-24-15,0 0-12 0,3 0-404 0,2 0 312 16,-1 0-104-16,0-2-812 0,-1-2-1640 16,-7 1 2660-16,-4 3 576 0,-4 0-80 15,0 0-380-15,-9 0 704 0,6 0 500 16,-9 3-44-16,4-3-756 0,-4 0 364 15,0 4 352-15,4-4-600 0,0 2-572 0,-1-2 104 16,2 0 184-16,2 5-196 0,2-3-156 16,-6-2 0-16,6 4 40 15,2-2 112-15,-3 4 316 16,5-1 628-16,2 1-887 0,-3 0-133 0,4 0 632 0,-5 1 752 16,6-1-964-16,-1 4-484 15,0-4 140-15,4-3 532 0,-5 3-368 0,-3-3-216 16,-3-3-88-16,-6 0 148 0,1 4-160 15,-3-4 0-15,-2 3 68 16,5-3 32-16,-5 0-12 0,10 3-24 0,-2 0-60 0,2-3 0 16,-1 3 60-16,0-3 84 15,0 3-48-15,3-3-24 0,-2 0 188 16,2 0 164-16,-3 0 36 0,0 0-380 0,0 0-16 16,0 0-68-16,0 0-48 0,-4 0-40 15,4 0 80-15,-1 0 4 0,-2 0-84 16,2 0-100-16,-2-3 52 0,-1 3 12 15,-1 0 60-15,2 0 64 0,-6 3 12 0,5-3 164 16,-3 4 12-16,-5-4-184 0,3 0 44 16,-3 0 64-16,0 3 40 0,1-3-104 0,-1 0-44 15,0 0 4-15,-4 0 32 0,0 0-40 16,0 0-96-16,3 0-32 16,-3 0 44-16,0 3-68 0,0-3 92 15,0 3 60-15,0-3 224 0,0 6 224 0,0-3-116 16,-3 4-96-16,3-1-148 15,0 4-16-15,0-3-60 0,0 2 88 0,0 3-100 16,0 1 172-16,3 0-172 0,1 3-120 16,4 3 120-16,-4 0 64 0,1 3 60 15,-5 3-116-15,0 4 116 0,0-4 72 0,-5 7 160 16,-3-7 304-16,-3 7-268 16,-2-6-232-16,-2 2-92 0,-2 1-68 15,2 4-12-15,-6-6-72 0,6 4 36 0,-5 5 44 16,-1 2-4-16,6 0-4 0,-5 4-100 15,4-2 108-15,0 2 0 0,1-1-44 16,2-6 48-16,1 0 144 0,5-3 4 0,3-4-12 16,-1-2-112-16,1-4-24 0,0-6-160 15,0 3-144-15,4-7-176 0,-3-2-96 16,-1-1-52-16,-5-2-124 16,1 0-332-16,-3-2-436 0,-2-1-692 15,2-1-797-15,-1-3-2719 0,-1 0 3356 16</inkml:trace>
  <inkml:trace contextRef="#ctx0" brushRef="#br0" timeOffset="-34185.618">17204 8560 2516 0,'0'0'52'0,"0"0"1240"15,0 0 3048-15,0 0-2860 0,0 0-408 0,0 0-67 16,0 0-149-16,0 0-268 0,0 0-64 16,-20-48-80-16,20 42-76 0,0-1-192 15,0-2 12-15,0 2 64 0,0 0 40 16,0 5 60-16,0-1 12 0,0 0-84 0,0-1-20 15,0 4-100-15,0 0 16 0,0 0 24 16,0 0 248-16,0 0 44 0,0 0-120 0,0 0-140 16,-4 0-48-16,4-2-24 0,-4-3-48 15,4 3-64-15,-4-2-48 0,-1 4 8 16,5-6 44-16,-3 6-44 0,-1-7-8 16,-4 5-48-16,4-2 36 15,-4-2 8-15,-4 4 4 0,0-2 160 16,0 1-148-16,-4 3-12 0,-4 0-48 15,5 0-24-15,-6 0 72 0,6 9 0 0,-5 3 8 16,-1 7 152-16,6 4 96 0,-5 9 344 16,-1-1-260-16,2 5-168 0,-1 2-64 15,4 0-24-15,4-3 16 0,0-4 68 16,8-5 64-16,4-7-100 0,0-3-132 16,8-4-108-16,4-5-12 0,0-1 112 15,0-3 0-15,4-3-116 0,4 0-68 0,0-9-28 16,0-4 48-16,3 0-8 15,-2-2-4-15,-1 2 0 0,-1-3-12 0,-2 0 60 16,2 7 4-16,-7-1-16 0,0 7 24 0,-3 0-8 16,-2 3-40-16,1 0 108 0,0 6 64 15,0 4 112-15,0-1 108 0,-4 4-36 16,4 3-48-16,-4 3-28 0,-4 0 28 16,3 6 48-16,2 0 0 0,-5 5-64 0,0 1 28 15,4 4 8-15,-4 0 76 16,0-1-24-16,0-2-48 0,0 3-16 15,0-3-48-15,-4 0-24 0,-1-7-8 16,2 4 33-16,-5-7-1 0,4 0-48 16,-4-3 52-16,0 0-40 0,0-7-60 0,0 2 4 15,-3-1 4-15,-2-4-4 0,5-6-4 16,-4 0-4-16,-4-3-68 0,5 0-100 16,-6-3-85-16,-3-3-31 0,5-7-128 0,-2 0-60 15,2-6-184-15,2 0-76 0,2 3-336 16,7-3-1160-16,4 3-656 15,0 4-1217-15,8-4-691 0</inkml:trace>
  <inkml:trace contextRef="#ctx0" brushRef="#br0" timeOffset="-33895.721">17431 9121 3788 0,'0'0'5640'16,"0"0"-3447"-16,0 0-1241 16,0 0-148-16,-20 89 388 0,16-56 80 15,0-2-268-15,4 7-308 0,0 3-136 0,0 0-104 16,0 4-124-16,0-1-88 0,0 1-108 16,0-7-72-16,0 0-64 0,0-3-12 15,0-6-4-15,0-1 16 0,0-6 0 16,0-3 4-16,0-6 4 0,0 0-4 0,0-7-4 15,4 0-52-15,-4-6-44 0,4 0-360 16,-1 0-172-16,2-6-204 0,-1-10-332 16,4 0-716-16,-4 1-1096 0,7-17-2393 0</inkml:trace>
  <inkml:trace contextRef="#ctx0" brushRef="#br0" timeOffset="-33641.697">17502 9057 5764 0,'0'0'220'16,"0"0"2624"-16,0 0-1588 0,0 0-468 0,0 0-119 15,0 0 127-15,0 0-132 0,0 0-216 0,0 0-168 16,84 5-104-16,-76 1-60 0,4 2-40 16,-8 3 64-16,0 1-40 15,-4-2-92-15,0-1 44 0,0 4 24 0,-11 0-28 16,-2 0-32-16,-2-1-8 0,-6 1-4 15,1-1-4-15,-3-2-4 0,3-4-84 16,-4-6-216-16,8 0-220 0,0 0-216 0,4-6-180 16,3-4-509-16,6 1-1315 0,-1-7-3212 15</inkml:trace>
  <inkml:trace contextRef="#ctx0" brushRef="#br0" timeOffset="-33432.995">17989 8855 8140 0,'0'0'6181'0,"0"0"-4405"0,0 0-672 0,0 0-212 0,0 0 276 16,0 0-140-16,0 0-380 15,99 0-492-15,-71-6-156 0,0 0-136 0,0-1-96 16,0 0-476-16,0 4-348 0,-13 1-312 15,6 2-1164-15,-14 0-1713 0,-3 0-1131 16</inkml:trace>
  <inkml:trace contextRef="#ctx0" brushRef="#br0" timeOffset="-33273.381">18028 9017 7232 0,'0'0'4677'0,"0"0"-3705"0,0 0-588 0,0 0 584 16,0 0 620-16,0 0-184 0,0 0-464 15,0 0-456-15,84 19-288 0,-56-19-196 16,-4 0-192-16,0-4-316 0,-1 1-432 0,2-2-704 16,-9 1-2620-16,3-3-5253 0</inkml:trace>
  <inkml:trace contextRef="#ctx0" brushRef="#br0" timeOffset="-29295.553">20674 8880 3724 0,'0'0'1580'0,"0"0"3476"0,0 0-3895 16,0 0-457-16,0 0 76 0,0 0 12 15,0 0-412-15,0 0-380 0,0 0-76 0,0 0-612 16,0 0-524-16,52 3-641 15,-48-6-1115-15,3-1-3324 16</inkml:trace>
  <inkml:trace contextRef="#ctx0" brushRef="#br0" timeOffset="-7245.79">18921 8731 5228 0,'0'0'2472'15,"0"0"1917"-15,0 0-2549 0,0 0-512 16,0 0-332-16,-12-67-188 0,8 46-36 16,0 2-240-16,-4-1-236 0,0 1-28 0,0 3-8 15,-3 0-124-15,-6 4 84 0,2 5 48 16,-5 4-108-16,-1 3 12 15,6 10 12-15,-5 9 8 0,-1 9 4 16,6 10-12-16,-2 7 0 0,2 5 20 16,7 1-44-16,0 1-28 0,4-5-132 0,4-3-68 15,0-9-176-15,7-10 100 0,10-12 80 16,-1-7-20-16,4-6-28 0,0-2 104 16,8-15-120-16,0-5-508 0,-5-3-132 0,1-4-452 15,0-2-272-15,-8 6 1132 0,0-5 228 16,-4 8 44-16,-4 3 88 0,0 7 76 15,-4 5 28-15,0 4 96 0,-4 3 52 0,0 0 32 16,0 10 216-16,0 5-92 0,0 4-88 16,4 4-108-16,-4 5 32 0,3 3 52 15,2 5 404-15,-1 2-284 0,4 4-144 16,-8-2 56-16,4 2 12 16,-4 0-12-16,0-1 209 0,0-4-161 15,0-2-132-15,0-2-124 0,0-5-48 0,0-6-64 16,-8-3 4-16,0-3 0 0,3-6 36 15,-2-1 60-15,-5-6-108 16,0 0-92-16,-4 0-40 0,0-3-100 0,-3 0-192 16,-6-6-157-16,-3-3-103 0,0-4 48 0,0 0-280 15,4 0-416-15,5 1-468 16,6-4-764-16,6 6-1637 0,7-2-2719 0</inkml:trace>
  <inkml:trace contextRef="#ctx0" brushRef="#br0" timeOffset="-6978.745">19347 9255 11881 0,'0'0'2296'0,"0"0"-880"0,0 73 200 0,0-35-344 0,-8 0-348 15,5 9-312-15,-1-2-452 0,-5 6-160 16,5-4-4-16,-4 5-144 15,1-5-60-15,3-3-24 0,0-9 12 16,-1-3 60-16,5-12 12 0,-4-8 12 0,4-5 12 16,0-1-48-16,0-6-12 0,0-3-76 15,4-11-248-15,1-1-212 0,3-10-56 16,-1-7-1064-16,5-3-904 0,-3-7-2969 16,-2 10 1713-16</inkml:trace>
  <inkml:trace contextRef="#ctx0" brushRef="#br0" timeOffset="-6772.343">19311 9274 1096 0,'0'0'1604'16,"0"0"4696"-16,0 0-4720 0,0 0-551 0,0 0 47 16,0 0 60-1,0 0-272-15,0 0-160 0,0 0-140 0,0 0-156 16,84-19-148-16,-72 26-60 0,-4 2 0 0,0 3 12 16,-8 1-64-16,0 3 12 15,0 3-72-15,-4 3-36 0,-4 0-52 0,-4 2-252 16,1-3-180-16,-2 2-116 0,-2-4-72 15,2-5-8-15,2-3-68 0,-2-2-164 16,5-6-292-16,1-3-685 0,3 0-1451 0,0-3-2324 16,4-10 4584-1</inkml:trace>
  <inkml:trace contextRef="#ctx0" brushRef="#br0" timeOffset="-6600.79">19575 9309 432 0,'0'0'8220'0,"0"0"-5763"0,0 0-421 0,0 0 160 0,0 0-280 16,0 0-616-16,0 0-600 15,79 41-440-15,-67-41-260 0,4 0-88 0,-5 0-380 16,6-6-280-16,-6 0-308 0,2-4-1012 16,-1 0-3025-16</inkml:trace>
  <inkml:trace contextRef="#ctx0" brushRef="#br0" timeOffset="-6235.785">19869 9080 1828 0,'0'0'5488'0,"0"0"141"16,0 0-4773-16,0 0-540 0,0 0 64 0,0 0 64 15,0 0-92-15,0 0-352 16,0 0-60-16,0 0 56 0,0 0-4 0,0 51 8 15,0-44 0-15,0-1 4 0,0 3 96 16,0-5-24-16,0 2 100 16,0-3 140-16,0 3-28 0,0-3 52 15,0 1 12-15,0-1-44 0,0 3-120 16,0 0-76-16,4 1 0 0,-4 2 12 16,0 5 24-16,4-6-12 0,-4 9-48 0,0-2 48 15,0 1-52-15,0 3 128 0,0 0-76 16,0-3 24-16,0 0-112 0,0 0-48 0,0 0-12 15,0-4-52-15,0 4-32 0,0-2-4 16,0-2 52-16,0-3-100 0,0 1-236 16,0-3-272-16,0-1-192 0,0-3-96 15,0 0-116-15,0-1-540 0,5-2-789 16,-5 0-2503-16,0-5 300 0</inkml:trace>
  <inkml:trace contextRef="#ctx0" brushRef="#br0" timeOffset="-5686.413">19319 8388 132 0,'0'0'8840'0,"0"0"-3599"0,0 0-3789 15,0 0-420-15,0 0 48 0,0 0-164 16,0 0-304-16,0 0-96 0,0 0-184 16,0 0 8-16,88-3-144 0,-64-3-104 15,4-4-92-15,0-3-156 0,4 0-272 16,-4-2-528-16,0-1-460 0,-5 1-984 0,-3 1-2713 0,1-5-3563 15</inkml:trace>
  <inkml:trace contextRef="#ctx0" brushRef="#br0" timeOffset="-5483.613">19710 8101 992 0,'0'0'8640'0,"0"0"-6463"0,0 0-741 0,0 0 12 0,0 0 76 15,0 0-276-15,11 77-408 0,-7-48-360 16,1 2-280-16,-1 2-116 16,-4 2-84-16,4 2-112 0,-4 5-72 0,0 2-148 15,0 1-88-15,0-4-348 0,4-3-348 0,3-9-836 16,6-1-756-16,-5-12-1397 16,16 3-2235-16</inkml:trace>
  <inkml:trace contextRef="#ctx0" brushRef="#br0" timeOffset="-4847.91">20818 8455 3192 0,'0'0'820'0,"0"0"5784"15,0 0-5007-15,0 0-181 0,-88 9 80 0,72 3-272 16,4 15-280-16,-4 1-200 0,4 10-100 15,4 6-128-15,-3 7-24 0,2 0-80 16,1 3-68-16,4-6-124 0,0-8-60 16,4-7-160-16,4-11-8 0,4-6-112 0,5-10 0 15,2-2-76-15,5-4-36 0,-1-10-64 16,9-6-120-16,0-9-76 16,0 0-84-16,-3-8-92 0,-1 1-40 15,0 1 184-15,-9 3 192 0,-3 2 220 16,0 4 112-16,-4 6 0 0,-8 4 128 0,4 5 236 15,-4 3-40-15,0 4 152 0,0 0 4 16,0 0-84-16,4 11-320 0,0 1 160 0,1 7 84 16,2 6-88-16,1 4 0 0,0 6 88 15,0 3-12-15,4 4-88 16,-4 5-12-16,0 7-88 0,-4 0-48 0,4 5 76 16,-4 6-100-16,0-5-36 0,-1-4 0 15,1-7 124-15,1-5 32 0,-5-6-92 16,0-6-4-16,0-9 60 0,0-4-8 0,0-7-4 15,-9-3-12-15,2 1-32 16,-1-7 45-16,-8 0-121 0,0-3-36 16,-4 0-221-16,-4-6 41 0,-4-6-188 15,1-5-228-15,-1-2-4 0,0-6-288 16,0-7-212-16,4 1-864 0,3-5-1068 0,10 2-2617 16,3 11-551-16,8-3 5596 0</inkml:trace>
  <inkml:trace contextRef="#ctx0" brushRef="#br0" timeOffset="-4554.126">21387 9182 6492 0,'0'0'1440'15,"0"0"2693"-15,0 0-3189 0,-4 69 116 0,4-40 364 16,0 6-92-16,0 7-164 0,0 2-304 0,0 4-372 16,4 2-28-16,1 4 172 15,-5-3-148-15,0 0-320 0,0-3-168 0,0-7-76 16,-5-6-44-16,5-10-64 0,0-3-36 0,0-5 0 16,0-11-48-16,0-4-136 15,0-2-112-15,0-2-88 0,5-11-360 0,-1-6-496 16,-1-10-596-16,-3 1-1913 15,4-10-1139-15,-4 12 308 0</inkml:trace>
  <inkml:trace contextRef="#ctx0" brushRef="#br0" timeOffset="-4356.7">21304 9303 1356 0,'0'0'1032'0,"0"0"5524"0,0 0-4872 0,0 0-503 16,0 0-129-16,0 0 44 0,0 0-160 15,0 0-280-15,0 0-204 0,88-23-136 0,-69 33 8 16,-6-1-84-16,-2 4-16 0,-3 0-52 0,1 2-48 15,-9 2 12-15,0-2 28 16,0 1 32-16,-9 6-108 16,1-3-88-16,-7 1-160 0,2-1-336 15,-2 0-364-15,2-7-436 0,-2 1-708 16,6-3-825-16,-3-7-2367 0,9 0 312 0,-1-3 4625 16</inkml:trace>
  <inkml:trace contextRef="#ctx0" brushRef="#br0" timeOffset="-4194.597">21566 9382 10933 0,'0'0'2408'16,"0"0"-356"-16,0 0-48 0,0 0-508 0,0 0-612 16,0 0-592-16,0 0-292 0,0 0-208 15,0 0-476-15,0 0-352 0,0 0-1084 16,84-3-3469-16</inkml:trace>
  <inkml:trace contextRef="#ctx0" brushRef="#br0" timeOffset="-3934.922">21806 9257 3708 0,'0'0'2164'0,"0"0"3909"15,0 0-4401-15,0 0 240 0,0 0-196 0,84-14-600 0,-69 14-328 16,-2 0-288-16,-2 0-292 0,-3 0-196 15,-4 2-12-15,-4 4-40 0,0 7 40 0,0 6-4 16,-12 4 4-16,1 2 0 0,-6 4 0 16,-2-1 0-1,2-3 8-15,6-2 4 0,2-8 100 0,1-2 108 16,8-3-196-16,0-8-24 0,0-2-112 0,0 0 112 16,8 0 0-16,5 0 0 0,2-8-192 15,2-9-372-15,2 2-300 0,-3-8-284 16,0 2-672-16,-4-2-1084 0,0 7-2661 15</inkml:trace>
  <inkml:trace contextRef="#ctx0" brushRef="#br0" timeOffset="-3650.875">21287 8363 5276 0,'0'0'5328'16,"0"0"-3167"-16,0 0-305 0,0 0-4 15,0 0-248-15,100 25-448 0,-72-25-508 0,-4 0-268 16,4 0-284-16,4-6-96 15,-4-4-260-15,-4 1-436 0,0-7-460 0,-1 3-584 16,-6 1-2416-16,2-11-3749 16</inkml:trace>
  <inkml:trace contextRef="#ctx0" brushRef="#br0" timeOffset="-3493.751">21674 8204 6096 0,'0'0'4989'0,"0"0"-2797"0,0 0-884 15,0 0-96-15,8 70 252 16,0-45-104-16,1 1-328 0,-2-1-504 0,1 4-404 16,0 2-124-16,0 2-96 0,0 0-64 15,0 3-708-15,-4-1-464 16,-1-3-704-16,1-7-2264 0,1 9-2721 0</inkml:trace>
  <inkml:trace contextRef="#ctx0" brushRef="#br0" timeOffset="-3202.482">22539 8868 10588 0,'0'0'5793'0,"0"0"-4981"0,0 0-368 16,0 0 100-16,0 0 0 0,88-11-112 16,-73 9-300-16,-2-4-132 0,2 2-304 15,2-3-624-15,-6 1-952 0,6-2-3372 16</inkml:trace>
  <inkml:trace contextRef="#ctx0" brushRef="#br0" timeOffset="-3049.98">22973 8826 8596 0,'0'0'6961'0,"0"0"-5121"0,0 0-788 0,0 0 372 15,0 0-664-15,0 0-432 0,96-2-268 16,-72-5-60-16,4-3-376 0,4 4-248 0,-4-1-148 15,3 1-560-15,-11 0-1608 16,8-1-4085-16</inkml:trace>
  <inkml:trace contextRef="#ctx0" brushRef="#br0" timeOffset="-1979.378">24152 8455 312 0,'0'0'9020'16,"0"0"-6387"-1,0 0-1277-15,0 0-276 0,0 0 80 16,0 0-276-16,0 0-164 0,-88 19-72 0,69 4-168 16,3 8-120-16,-4 4-56 0,4 6-8 15,1 0-60-15,2 1-80 16,5-11-156-16,4-2-40 0,1-10-44 0,3-6-16 16,3-4-84-16,1-6 12 0,8 0-12 0,0-3 0 15,4-6-12-15,0-3-140 0,0-4 16 16,4-3-152-16,-5-3 112 0,2 0-52 15,-6 0 224-15,2 0 140 16,-5 2 48-16,-1 5 212 0,-3 3-24 0,0 2-16 0,-4 4 28 16,5 3 36-16,-5 0-88 0,4 0 28 15,3 10-64-15,1 3 244 0,5 6 28 0,-6 6-76 16,5 10-12-16,-3 0 60 16,2 6 36-16,-3 6 96 15,-4 1 24-15,-4 6-64 0,0-3-96 0,0 2-119 16,-8 2-97-16,-3-4-64 0,-6-4 24 0,6-2-96 15,-2-4-12-15,1-6-56 0,-4-3 64 16,4-10 0-16,5-3-80 16,-6-3-16-16,5-10-241 0,1 0-207 15,-1-6-24-15,-5 0-184 0,2 0-252 0,3-8-488 16,-4-6-636-16,8-2-756 0,-4-6-2013 16,8 7-1267-16,0-17 5464 0</inkml:trace>
  <inkml:trace contextRef="#ctx0" brushRef="#br0" timeOffset="-1727.928">24427 9062 5348 0,'0'0'7565'0,"0"0"-5989"0,0 0-288 0,0 0 336 16,0 0-288-16,0 0-452 0,0 0-392 0,0 0-176 16,0 0-180-1,0 0-40-15,40 69-48 0,-44-47-48 0,-4-3-12 16,0 3-60-16,1 1-4 0,2-2 16 15,1-2-20-15,4-5 76 0,0-2-40 0,0-2 32 16,0-4 8-16,9-2 4 0,6-1 156 16,2-3 28-16,2 0-160 0,9-3-24 15,0-7-328-15,0-7-100 0,-4 3-100 16,4-5-284-16,-5-7-484 0,1 3-1064 0,0-2-2733 16,-12 3-3371-16,0-13 7576 0</inkml:trace>
  <inkml:trace contextRef="#ctx0" brushRef="#br0" timeOffset="-1504.758">24491 8341 12005 0,'0'0'2268'15,"0"0"-1044"-15,0 0 184 0,0 0-476 16,84-3-624-16,-69-1-308 0,2 1-40 16,-1-3-148-16,-1-4-292 0,2 1-616 0,-6-4-876 15,1 0-3133-15,1 1-1203 0,-6-11 3424 16</inkml:trace>
  <inkml:trace contextRef="#ctx0" brushRef="#br0" timeOffset="-1337.092">24762 8128 7232 0,'0'0'4993'16,"0"0"-3421"-16,0 0-280 0,0 0 28 15,0 69 60-15,0-42-168 0,4-2-524 0,0 2-548 16,-4 5-140-16,4 1-148 0,0 1-60 16,-4 4-280-16,4 0-412 0,0 4-332 0,-4-1-412 15,4-6-2600-15,-4-7-3329 0,8 1 5133 16</inkml:trace>
  <inkml:trace contextRef="#ctx0" brushRef="#br0" timeOffset="-815.791">25376 8591 4804 0,'0'0'7869'16,"0"0"-7269"-16,0 0-588 0,0 0 688 0,0 0 716 15,-84 0-408-15,64 16-484 0,0 9-260 16,-4 7 80-16,5 3 164 0,2 7 48 0,1-4-136 16,8-4-164-16,0-4-168 0,5-5-40 15,3-10 12-15,0-5-60 0,3-4-36 0,9-2-112 16,4-4 144-16,0-7-56 15,4-9-172-15,4 0-212 0,-4-5-100 16,4-2-100-16,-4-3 160 0,0 4 72 16,-1 3 20-16,-6 7 116 0,2-1 112 15,-7 3 156-15,-4 4 8 0,1 2 100 16,-5 4 52-16,4 0 252 0,-4 10-44 16,0 3 164-1,0 3-200-15,4 6-40 0,-4 3-48 0,3 7 0 16,-3 4 48-16,4 1 36 0,0 5 60 0,-4 2 100 0,0 0-64 0,4 1-248 15,-4-1-80-15,0-2-48 0,0-1-40 0,-4 3-44 16,0-6 44 0,0 4 0-16,1-7-8 0,-5-3 8 15,-1-4 8-15,1-3-8 0,-3-6-84 0,-6 0-84 16,6-3-4-16,-5-6-12 0,0-1 0 16,0-2-60-16,0-7-88 15,4 0-12-15,0-13-248 0,8-3-464 0,0-9-764 0,4-3-1360 16,0-8-2969-16,4 8 309 15</inkml:trace>
  <inkml:trace contextRef="#ctx0" brushRef="#br0" timeOffset="-631.337">25738 9157 7008 0,'0'0'5309'15,"0"0"-3133"-15,0 0-1508 0,0 72-12 0,-8-44 584 16,4-2-48-16,0 3-480 0,4-3-476 15,0-1-236-15,0-3-48 0,0-3-28 16,0-6-220-16,0-4-552 0,4-3-108 16,0-6-324-16,-4 0-924 0,5-3-693 15,-5 0-3163-15,3-13 3388 0</inkml:trace>
  <inkml:trace contextRef="#ctx0" brushRef="#br0" timeOffset="-377.467">25690 8490 4396 0,'0'0'5848'0,"0"0"-3047"16,0 0-773-16,0 0-32 0,0 0-396 0,0 0-596 0,84 16-464 15,-56-14-356-15,0-2-172 16,4 0-12-16,-4 0-292 0,4-2-260 16,0-5-160-16,-4 1-424 0,0 0-1180 0,-5-1-3169 15,-7 1-2411-15,-4-4 6504 0</inkml:trace>
  <inkml:trace contextRef="#ctx0" brushRef="#br0" timeOffset="64.069">26229 8369 7160 0,'0'0'8021'15,"0"0"-6153"-15,0 0-1220 16,11 76-352-16,-7-47 676 0,4 3 380 0,0 0-404 16,-4 2-448-16,4-2-351 0,4 2-149 15,-4 2-85-15,-4-4-171 0,0 3-424 16,-4-7-480-16,0 4-576 0,0-9-2204 0,-12 4-2669 15</inkml:trace>
  <inkml:trace contextRef="#ctx0" brushRef="#br0" timeOffset="4952.373">18483 8274 2640 0,'0'0'260'16,"0"0"-260"-16,0 0 2932 0,0 0-632 15,0 0-704-15,0 0-203 0,0 0-133 16,0 0 4-16,39 67-48 15,-30-52-272-15,-1 8-216 0,-1-1-28 0,1 1-192 16,-3 4-188-16,3-2-48 0,-5 7-60 0,1 1-4 16,-4 5-40-16,4 7-168 0,0-1-84 15,1 6 32-15,-1 1-20 0,0 6 72 0,3-3-124 16,1 7 112-16,-4-8-88 0,4 4 20 16,0-2 76-16,-4-1-56 0,4-4 60 15,-4 2 12-15,0-2 4 0,0 1-8 16,0-4-8-16,4 0-56 0,-4-1-28 15,0-5-164-15,-1 0-88 0,2 0 16 0,-1-3-4 16,-4 4 48-16,4-4 104 0,0-3 96 16,0-1 12-16,0 2 64 15,-1-4 4-15,2-1 108 0,-1-3 0 0,0 4-24 16,-4-3-20-16,0-1-68 0,0 0-8 16,0-2-44-16,0 0 52 0,0-1 0 15,0-2 8-15,0-1 256 0,0 0 48 16,0-3-92-16,0 0-44 0,4-3-88 15,0 0-28-15,3-4 4 0,-3 1-56 0,5-3-8 16,-5-1 0-16,0 1 0 0,-4-1-16 16,4-2 8-16,-1 2 0 0,-3 0 8 15,0 1 4-15,0 6 60 0,0-2-64 16,0 0 8-16,0 2-8 0,0 1-4 16,0-1 4-16,0-7-64 15,0 3 64-15,0-5 0 0,0-4-48 0,0 0 36 16,0-3 0-16,0 0 8 0,0 0 4 15,4 0 92-15,0-3 40 0,1-3-68 16,3 0 60-16,-1-1-64 0,5-2-60 0,-3 2-4 16,-2 4-68-16,5-1-4 0,-3 2 64 15,-2-1-60-15,5 0 56 0,-3 3-68 16,2-4 8-16,5 1 4 0,-4-1-52 16,4-2 12-16,-4 0 48 15,4-1 60-15,0 1-44 0,-1 0 48 0,6-3-12 16,-1-1-64-16,-1 0-24 0,2 1-60 0,3-1 12 15,8 4 32-15,-1-4 116 0,5 4 424 16,4-3 24 0,-1-1-372-16,6 1-76 0,2-1 0 0,1 0 4 15,4 1 8-15,4-1 36 0,-1 1-48 16,5-3-48-16,0 1 40 0,-4 3 4 0,4-3 0 16,-1-1 0-16,5 3 4 0,-4-1-8 15,0 0 8-15,0 4-12 0,-1-3-48 0,5-1 48 16,-4 0-100-16,0 1 24 0,3 3 0 15,-3-4 16-15,0 4-4 0,0-1-8 16,-5 1-28-16,5 0-4 0,-4 0 32 16,0 1-16-16,0 3 36 0,-5-4-84 0,1 2 72 15,4 2 0-15,-4-3 64 16,-1 3 4-16,5-2 8 16,-4-1 4-16,-1 2 0 0,1-1-4 0,-3 1-56 15,2-1 4-15,-3 1-12 0,-1 3 52 16,-2-3-116-16,-2 1 52 0,1 2 76 0,0-4 4 15,0 4-4-15,-4 0-4 0,3 0 4 16,-2 0-12-16,2 0 8 16,1 0-44-16,0 0 44 0,-5 0 8 0,6 0-8 15,-2 0-4-15,1 0-40 0,-4-3 44 0,0 3 0 16,-1 0-44-16,2 0 48 16,-2 0 0-16,-3 0 0 0,0 0-40 0,-4 0 40 15,-1 0 0-15,1 0 8 0,-4 0 48 16,0 0-44-16,-4 0 28 0,1 3 48 15,-1 1-88-15,-5-2-8 0,5-2-44 0,-4 3 4 16,3-3 44-16,2 3-8 16,-1 1-32-16,4-4 44 15,0 0 12-15,0 0 48 0,4 0-60 0,-4 0 0 16,7 0 0-16,-3-4 44 0,0 1-40 0,0 3 44 16,0-3-44-16,3 1-4 0,1 2-8 15,0 0 0-15,4-4-4 16,0 4-52-16,-1-3 60 0,6 3-48 0,-2-4-72 0,5 4 60 15,0 0-36-15,4-2 64 16,0 2 36-16,-1 0 48 0,1 0-44 16,0 0 48-16,-1 0 24 0,1 0 48 0,-3 2-24 15,2-2-36-15,1 0-60 0,0 0-4 16,3 0-4-16,1-2-48 0,4-2 52 16,3-2-4-16,1-1-4 0,0 5 0 15,0-5-36-15,-1 4 44 16,2 0 12-16,-1-1 0 0,-5 1 64 15,-4 3-76-15,5-3 60 0,-4 0 16 0,0 0-72 16,0-1 0-16,0-2 72 0,-1 3-76 16,1 0 12-16,0 0 32 0,0-4-44 0,0 4-68 15,-5-3 16-15,1 3 52 0,0-4 12 16,-1 4 64-16,-6 0 164 0,2 0 20 16,-3 0-8-16,0 0-92 0,0-1-84 15,0 4-28-15,-1-3 4 0,1 0 8 0,4 0 4 16,0 0-60-16,-5-1 8 15,6-3-4-15,-6 2 52 0,1-2-48 0,-4 0 52 16,-4 1-16-16,-4 1 40 0,-4-2 84 16,-4 0 52-16,-4 4 12 0,-5 0-28 15,-7 1-72-15,5-5-24 0,-6 3 20 16,1 2-56-16,5-5-16 0,-6 4 16 16,1-4 20-16,0 1 4 0,4 0 8 0,0-1 4 15,0-5-28 1,0 2-20-16,3-3-52 0,2 1 36 0,-1-1-36 15,0 1 48-15,4-4 16 0,-5-3-68 0,2 0 40 16,-2-1-40-16,2-5-8 0,-6 0 0 16,6-4-8-16,-10-3-188 15,5 1-72-15,-3-1 120 0,-6-3 72 0,1 0 68 0,-4 0-64 16,0 0-40-16,0-4 100 16,0 6-60-16,-4-6 72 15,1-2-12-15,3 3-52 0,-5-4 16 0,5-3 0 0,0 1-64 16,0 3-72-16,0-3-100 15,5-1 0-15,-5 1-148 0,3-1 132 0,1 1-36 16,4 3 36-16,-4 0 52 0,0 2 96 16,-4-2 60-16,5 6 92 0,-5-2 0 15,0 2-72-15,0-3-68 0,-5 2-36 0,1 1-164 16,0 4-164 0,4-4-204-16,0 3-412 0,-4 3-4 15,4 0 248-15,0 7 231 0,0-3 285 0,-4 6 296 16,4-1-92-16,0 5 156 0,0-1 24 15,-4 0 120-15,4 6 88 0,-3 1 116 16,-2 0-156-16,1-1 29 0,-4 1-1 16,4 2 36-16,0-2-244 0,1-1-12 0,-1 1-56 0,-1-1-212 15,-3 1-41 1,4-1 257-16,-3 4-12 0,-1 0 64 0,3-1 8 16,-3 4 0-16,1 0 0 0,-6-3 108 15,5 2 373-15,1 4-113 0,-1-3 32 16,-1-1-164-16,2 4-52 0,-1-3-24 15,0 1-16-15,-1-1-76 0,2-1-76 0,-5 1-204 16,0 0 12-16,0 3 104 0,-4 0 36 16,-8 0 28-16,4 3-208 0,-8 4 232 0,4 1 76 15,-8 3 168-15,4-2 88 16,-4 1-52-16,1-1-228 0,-1 1-40 0,4-1 116 16,1-3 140-1,-6-3-116-15,6 1-36 0,-1 2-28 0,0-6-12 0,0 0-64 16,0 3-12-16,0-3 192 15,0 0-68-15,0 0-36 0,-4 0-88 0,0 0-100 16,0 0 100-16,1 0 268 0,-1 3-156 16,-4 0-36-16,0 1-76 0,-4-1-152 15,-4 0 152-15,1 0-4 0,-5 0-104 0,1-3-236 16,-6 0 220-16,1 0 60 0,-4 0-244 16,5-3 56-16,-9 0 212 0,4 0 40 15,0-4 104-15,-3 4-4 0,-1-3-48 0,0 0 24 16,0-1 88-16,0 1-48 0,1 0-52 15,-5-4-64-15,4 4-68 16,0 0 68-16,-3-1 0 0,3 1-60 16,1-4-44-16,-1 3 92 0,0 2-36 0,0-5 36 15,1 3-36-15,-5-2 40 0,8 3 8 16,-4-4 4-16,0 3 60 0,0 2-24 16,4-4-40-16,-3-2-4 0,8 5 0 15,-5-3-8-15,0-1-52 0,0 0 52 0,5 4 12 16,-5-3-192-16,0 2-140 0,0 1-88 15,4 0-80-15,-3-1 232 0,-1 4 24 16,0-3 192-16,3 2 52 0,-2-3 8 0,3 5-8 16,0-1 4-16,0 0-4 15,1-3 116-15,3 2-24 16,1-3-80-16,-2 2-12 0,2 2 0 0,-1-1-64 16,-1-2 12-16,2 2 52 0,-1 1-4 15,1 0 4-15,-2-2 0 16,-2 5 0-16,-1-4 0 0,0 1-76 0,-4 3 64 0,1 0 12 15,-1 0-48-15,0 0 48 16,0 0 0-16,0 3-52 0,0 1-40 16,1-2-140-16,3 1 16 0,-8 0 208 0,4 4 8 15,5-4 8-15,-5 0 0 16,0 4 172-16,4-5-104 0,-4 1 40 0,1 1-64 0,-1-1 52 16,0 1-56-16,0-1-48 15,0 3-12-15,2-3 0 16,1-1-40-16,1 5-36 0,1-3 76 0,-1 2 8 15,0 1-36-15,0 2 40 0,1-3 140 0,-1 4-76 16,-4-4 92-16,5 4 188 0,-2-1-100 16,-3 0-52-16,4 1 12 0,5-1-76 15,-5 2 0-15,1-6-52 16,-1 5-20-16,0-3-56 0,-1 2-52 16,2-3 52-16,-1 4 0 0,0-3 8 0,1 1-8 0,-5-1 0 15,0 3-8-15,4-4 8 0,-3 3-48 16,-5 1-44-16,4 0 88 0,0 2-84 0,-4 1 76 15,1 0-60 1,-1-1 68-16,-4 4 4 0,4-2 0 0,0 0 100 16,1 0-48-16,4 1 24 0,-5-2-64 0,0-1-4 15,0 2-4-15,4-3-4 0,-4 3 8 16,1-1 80-16,-1-1-44 16,0 1-44-16,4 0-12 0,1 3 12 0,3-7 16 15,7 3 96-15,6-1 168 0,3-5 64 0,8 0-28 16,8-3-60-16,1 4-4 15,6-7 12-15,5 3 52 16,5-1 72-16,3-2-72 0,0 0-112 0,0 0-116 16,0 0-28-16,0 0-52 15,0 0 80-15,0 0-24 0,0 0 24 0,3 0-28 16,1 0-56-16,9-2-4 0,-5-1 0 16,-1 3 0-16,1-3 0 0,1 3 0 15,-5 0-48-15,-1-4 40 0,-3 4-56 0,4 0 4 16,-4 0-4-16,4 0-60 0,-4 0-44 0,0 0-608 15,0-3-616-15,0-3-1704 0</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04:47.958"/>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2967 1279 5228 0,'0'0'6053'0,"0"0"-4797"0,0 0-388 0,0 0 212 0,21-63 68 16,-17 43-116-16,-1 8-28 0,1-1-112 0,-4 7-144 15,0 3-60-15,0 3-176 16,0 7-144-16,0 5-4 15,5 16 84-15,-5 14 209 0,0 15-173 16,0 19-240-16,-9 13-100 0,-2 12-132 16,-6 8-12-16,2 2-8 0,-1 0-220 0,-4-3 44 15,0-7 28-15,5-12-112 0,-2-13-32 16,9-16 55-16,0-11-47 0,4-21-96 16,4-9-296-16,0-9-368 0,0-10-488 0,0-4-456 15,9-11-100-15,-6-15-92 0,5 3-1017 16,-4-44-1927-16</inkml:trace>
  <inkml:trace contextRef="#ctx0" brushRef="#br0" timeOffset="311.682">2992 1432 6836 0,'0'0'4805'0,"0"0"-3921"0,0 0 8 0,16-74 24 16,-16 65 220-16,4 4-180 16,-4 0-196-16,4 5-260 0,0 5-268 0,3 6-96 15,6 8 460-15,2 14 360 0,9 8-296 16,4 19-220-16,0 9-136 0,0 11-296 15,4 2 0-15,-4 0-8 0,-5-1 8 0,1-9-4 16,-3-8 48-16,-6-13-40 0,2-13-4 16,-6-13 40-16,-2-8 12 0,-1-9-48 15,-5-8 48-15,1 0-52 0,0-6 92 16,0-13 140-16,0-12-31 0,1-14-65 0,-5-12-44 16,3-13-92-16,1-6 76 15,0-3-84-15,0-1-72 0,4 7 12 0,8 6-4 16,-4 10 4-1,4 13-25-15,3 6-35 0,-2 10 20 0,-2 2-92 16,-2 7-248-16,-2 6-280 0,2 3-112 16,-5 8-348-16,-1 2-720 0,6 0-588 0,-9 2-665 15,4 8-1795-15</inkml:trace>
  <inkml:trace contextRef="#ctx0" brushRef="#br0" timeOffset="653.81">3721 1867 11537 0,'0'0'3088'0,"0"0"-2092"16,-8 89-380-16,3-54 372 0,2 0 272 15,-1-1-544-15,4-2-420 0,0-7-152 0,4-5-132 16,-1-8-12-16,10-3-52 0,-5-4 52 16,3-5 0-16,2-5 0 0,2-4 64 15,2-10-56-15,3-3 72 0,-1-6 80 16,-2-4-148-16,-2 0-12 0,2 0-160 15,-10 4-60-15,1 5 24 0,-4 4 60 16,-4 0-12-16,0 7 12 0,-8-1-36 0,-3 3-60 16,-10 4 64-16,1 3 168 15,1 3 72-15,-2 6-60 0,-3 10 160 16,5 3 260-16,-5 13 24 0,4 2-176 0,0 4-36 16,4 4-108-16,4-7-136 0,5 0-156 15,2-10-100-15,5-2-64 0,0-10-172 16,5-5-184-16,2-4-156 0,5-8-376 15,12-8-240-15,0-14-420 0,-1 4-1041 0,14-25-2563 16</inkml:trace>
  <inkml:trace contextRef="#ctx0" brushRef="#br0" timeOffset="1099.315">4318 1188 4136 0,'0'0'260'0,"0"0"4864"0,0 0-3499 16,0 0-557-16,0 0 348 15,-28-68 80-15,24 68-288 0,-3 0-236 0,3 0-52 0,-4 10 52 16,3 6-248-16,1 7-116 0,1 10-216 0,-1 13-100 16,4 4-84-16,0 7 20 15,0 14-31-15,7 1-53 0,2 14-8 0,-1 6-88 16,0 3-48-16,3 4-60 0,2-6 60 15,-2-12 12-15,6-11-12 0,-10-19-36 16,1-22-100-16,5-14-33 16,-9-11-207-16,3-4-52 0,-3-4 16 0,0-9 8 15,-4-2-208-15,0-8-336 0,0-2-300 16,-12-3-368-16,-4-1-216 0,-7-3 252 0,-5 1 360 16,-8-5-33-16,3 3 125 0,-2 0 908 15,-1 7 220-15,8 4 804 0,9 10 1161 16,6 9-97-16,5-1-140 0,5 4-252 15,3 0-320-15,0 0-352 0,3 4-308 0,5-1-116 16,5 0 48-16,-2 0-48 0,6 3-148 16,6-6-172-16,5 0 40 0,4 0-92 15,-1-6-8-15,5-3-48 16,1-1-588-16,2-2-384 0,1 2-380 16,-12-4-1260-16,8 3-3361 0</inkml:trace>
  <inkml:trace contextRef="#ctx0" brushRef="#br0" timeOffset="1380.356">4621 1876 6916 0,'0'0'8481'0,"0"0"-6973"16,0 0-1148-16,0 0 124 0,24 73-100 0,-12-66-88 0,4-7-24 15,4-7-76-15,8-12 88 16,3-6-52-16,5-10-232 16,5-7-76-16,-2-5-220 0,-3 3-208 15,-8 2-200-15,-4 7 32 0,-12 10 212 0,-4 6 260 16,-8 5 140-16,-5 12 20 15,-10 2 40-15,-9 2 64 0,-4 15-60 0,-8 8 120 0,4 10 300 16,-3 6 208-16,3 4-48 16,0 6-180-16,12 0-8 0,-1-4-28 0,10-3 184 15,7-6-248-15,4-6-304 0,8-9-84 16,8-4-136-16,8-9 72 16,3-8-12-16,14 1 160 0,6-3 100 0,9 0-100 15,4-9-296-15,4-4-996 0,-5 1-460 16,-10 2-2676-16,14-5-4517 0</inkml:trace>
  <inkml:trace contextRef="#ctx0" brushRef="#br0" timeOffset="2150.37">5637 1200 5700 0,'0'0'6005'16,"0"0"-4381"-16,0 0-404 0,-4 79-160 0,1-28-56 16,3 9-320-16,0 11 260 15,0-2-96-15,0 3-320 0,11-1-208 0,6 2-148 16,2-10-76-16,1 1-96 0,4-10-36 16,0-12-88-16,3-9-36 15,1-14-48-15,0-8 88 0,0-5-4 16,0-6-48-16,4-6-256 0,-8-10-340 0,0 0-372 15,-1-7-896-15,-10 2-868 0,-5 2-1637 16,-8-7-2467-16</inkml:trace>
  <inkml:trace contextRef="#ctx0" brushRef="#br0" timeOffset="2321.448">5498 1756 1172 0,'0'0'11745'0,"0"0"-9953"0,0 0-1564 0,0 0 352 16,0 0 376-16,87 25 276 0,-39-22-268 15,5-3-216-15,1-7-284 0,10-5-168 16,1-9-140-16,2-6-156 16,-3-1-112-16,0-1-304 0,-8-3-392 15,-5 0-328-15,-7 1-496 0,-8 10-1124 0,-4-15-3065 16</inkml:trace>
  <inkml:trace contextRef="#ctx0" brushRef="#br0" timeOffset="3276.509">6099 1025 8412 0,'0'0'4633'0,"0"0"-4021"0,0 0-28 15,-7 89 464 1,7-45 424-16,-4 5-256 0,4 5 176 16,0 5-304-16,8 9-236 0,-1 1-231 0,10 11-317 15,-6-1-244-15,6 0-60 0,2-3-40 16,-3-3-80-16,4-9-124 15,4-9-121-15,-4-9 193 0,-1-4 124 0,-2-17 44 0,-1-12-188 16,-4-10-4-16,3-3 48 0,2-19-20 16,-6-3-212-16,9-13-36 0,-3-4 12 0,-6-5-124 15,5 3-16-15,-7-3 284 16,2 5 112-16,1 4 24 0,-4 5 120 0,4 6 4 16,-8 12 60-16,0 2 100 0,-1 7 248 15,-3 3 172-15,5 3-152 0,-5 10 12 16,0 3 28-16,4 6-56 0,-4 3 40 0,0 3-88 15,0-2-47-15,0-3-101 16,8-1-216-16,-4-6-112 0,3-7-81 0,2 1 9 16,3-10-20-16,-1 0-52 0,6 0 48 15,-2-10-24-15,5 1-232 0,1-4-60 16,-2 0-152-16,1-2-408 0,4 2-220 0,1 4-284 16,-6-1-8-1,5-4 676-15,-8 6 872 0,4-5-480 16,-4 1 248-16,-4-1 280 0,4 1 268 0,-4-2 52 15,-1 1 372-15,-2 4 388 0,-1 3-648 16,-5-1-244-16,1 7 68 16,-4 0-44-16,0 3 52 0,-4 7 440 0,-7 9 572 15,-2 6-224-15,-6 4-364 0,3-1-96 16,-5 1 248-16,2-4-180 0,6-5-272 16,2-5-107-16,-1-5-97 0,7-1-76 0,5-5-108 15,0-4-96-15,0 0-124 0,0 0-37 16,5 3 69-16,3 0 184 0,4 0 8 15,0 4 76-15,0 0 64 0,-5 1-68 16,6 3 44-16,-1-5-116 0,-1 2-4 0,6-4 5 16,3-1 155-16,3-3-160 0,-3-15-241 15,12-10-39-15,0-14-256 0,7-12-96 0,10-9 176 16,-1-4-376-16,-1-6-168 16,-2-6-4-16,-2 0-300 0,-3-6-412 0,-9 0 32 15,-6-5 167 1,-5 11-487-16,-9 6 1028 0,-7 16 976 0,0 18 1000 15,-4 15 812-15,0 11 101 0,0 8-153 16,0 2-312-16,-4 12-116 0,-3 9-44 16,3 9-256-16,-4 14-140 0,-1 7 316 15,5 5-299-15,4 9-85 0,0 1-172 0,0 3-228 16,0 5-240-16,0-4-184 0,13 0-108 16,-1-1 52-16,3-10 52 0,-2-12-124 15,2-12-40-15,-2-10 68 0,-6-9 40 16,1-7 52-16,-4-2-88 0,-4-5-132 15,0 2-124-15,-12-1 24 0,-4-3 4 16,-7 0-88-16,-9 0 35 0,-4 0-15 16,-1-9-104-16,-2-4-4 0,-1-3-100 15,9 0 36-15,3-3-52 0,11 7 616 0,6 1 12 16,7 6 248-16,4 2-152 0,7-1-8 16,14 1 172-16,7-7 412 0,7-3-48 15,13-1-172-15,4-6-124 0,4-2-72 0,0-1-268 16,7 1-40-16,1 0-276 0,0 3-512 0,3-1-736 15,-15 8-2688-15,16-7-3661 16</inkml:trace>
  <inkml:trace contextRef="#ctx0" brushRef="#br0" timeOffset="3932.083">9219 1092 10268 0,'0'0'2225'16,"0"0"-505"-16,0 0-468 0,0 0-284 15,0 0-144-15,0 0-140 0,0 0 436 16,0 0-40-16,68 108-276 0,-48-45-232 16,-4 13-183-16,-4 6-145 0,-1 5-148 0,-6 1-12 15,-1-1-84-15,-4-1-12 0,0-7-120 16,0-13-124-16,-4-11-169 0,-1-17-75 15,1-17 36-15,0-8-12 0,4-6-112 16,0-7-308-16,0-7-180 0,-3-6-348 0,3-8-1140 16,-4-9-1593-16,0-3 1313 0,-4-9 476 15,-4-3 684-15,0-3 92 16,-4 1 1360-16,4-1 232 0,1 7 2984 0,6 9 1208 16,1 10-1460-16,4 5-175 0,4 6-313 15,8 4-452-15,8 4-392 0,4-4-492 16,7 7-208-16,1-3-80 0,9-3-252 0,2-1-64 15,6-2-220-15,-2-7-36 16,5-3-48-16,-5-6-168 0,1-3-260 16,0-1-352-16,-4-3-312 0,-8 1-624 0,-8 8-1424 15,0-15-3269-15</inkml:trace>
  <inkml:trace contextRef="#ctx0" brushRef="#br0" timeOffset="4092.107">9841 1079 9128 0,'0'0'5917'0,"0"0"-5013"15,0 0-348-15,0 102 216 0,8-57 132 16,-4 5-52 0,7-2 20-16,2 2-56 0,-2 2-292 0,6-2-220 15,2 4-304-15,-2 4-136 0,-2 2-108 16,1 0-48-16,0 3-368 0,0-2-272 16,0-1-396-16,0-6-708 0,-4-16-252 0,12 13-2017 15</inkml:trace>
  <inkml:trace contextRef="#ctx0" brushRef="#br0" timeOffset="4644.825">11275 1683 3268 0,'0'0'288'0,"0"0"4768"16,0 0-3540-16,0 0 29 0,0 0-237 0,-4-74-36 15,-12 67-136-15,0 1 60 0,0 4-128 16,-3 2-336-16,2 0 336 0,-2 13 96 16,2 6-424-16,-3 9-400 0,5 13-131 0,-5 8-101 15,4 3 64-15,4 3-28 0,4-4-144 16,0-9 4-16,8-15 152 16,0-4-156-16,0-15-160 0,0-1 16 0,0-3 48 15,8-4-16 1,0-4 52-16,12-9 60 0,0-9 0 0,8-6-109 15,-1-4-123-15,1 1-36 0,-4-1 76 0,0 7 68 0,0 1 64 16,-4 13 52-16,-4 1-64 16,-4 10-52-16,-4 0 100 0,4 7 24 0,-8 5 208 15,4 4 84-15,0 3-96 0,-4 0 92 16,4 0-43-16,-4 3-49 0,0-3-40 16,-1-3-156-16,1-2-12 0,5-6-156 0,-1-4-52 15,3-2-49-15,2-2 149 16,2-2-64-16,2-8-424 0,2-6-788 0,1 0-1076 15,-3 4-1676-15,6-7-1081 16</inkml:trace>
  <inkml:trace contextRef="#ctx0" brushRef="#br0" timeOffset="4861.232">11793 1584 1108 0,'0'0'9636'0,"0"0"-7571"0,0 0-601 16,0 0-440-16,0 0-272 0,-39 76 164 15,18-38 264-15,5 8-72 16,0-6-164-16,5 2-224 0,2-1-232 0,5-10-308 16,4 1-180-16,0-13-36 0,0-3-196 15,4-10 4-15,9-6 68 0,-2-6 112 16,10-13 44-16,7-13-412 0,0-6-404 16,3-10-172-16,-4 1-360 0,-2-4-260 0,2-6-476 15,1-3-76-15,-7 12-717 0,7-41-1459 0</inkml:trace>
  <inkml:trace contextRef="#ctx0" brushRef="#br0" timeOffset="5234.583">12104 879 4576 0,'0'0'248'0,"0"0"4588"16,0 0-2875-16,0 0-245 0,0 0-460 15,-4 76-232-15,-4-31-120 0,3 9 156 0,-2 3-96 16,-1 6-164 0,0 7-16-16,0 3-140 0,0 0-240 0,4 4-148 15,4-5-256-15,0 2-96 0,4-4-96 16,12-1 192-16,0-2 204 0,4-10-140 15,0-9-64-15,-4-16-220 0,4-11-108 16,-1-7 168-16,-2-9-132 0,-2-5-100 0,1-2 76 16,-4-11-64-16,-3-5-136 0,-5-8-200 15,-4-3-452-15,-9-3-564 0,-7-3-488 16,-8 1 244-16,-8-4 255 0,-3-4-575 0,-5 0 72 16,-4 1-332-16,0 6 640 0,9 10 1916 15,3 10 2048-15,8 4 2132 0,11 8-1596 16,2 3-876-16,7 0-475 0,4 0-185 15,4 3-332-15,7-3 172 0,6 4 636 0,11-1-16 32,7-3-152-32,5 0-388 0,8-10-236 0,4-1-268 0,-1-6-276 15,5-2-188-15,-4 0-220 0,-4 0-96 16,0 0-232-16,-1 3-336 0,1 0-72 16,-4-1-544-16,-4 5-1612 0,-8 3-2549 15,0-1-2570-15</inkml:trace>
  <inkml:trace contextRef="#ctx0" brushRef="#br0" timeOffset="5525.969">12781 1333 5336 0,'0'0'7713'16,"0"0"-5281"-16,0 0-1300 0,0 0-408 0,0 0 4 15,0 0 148 1,-95 63 120-16,59-33-276 0,4-2-344 0,4 7-240 16,4-4-136-16,0 1-84 0,12-3-16 15,0-8-56-15,4-2-4 0,8-2-12 16,0-4 4-16,8-4-4 0,8 1 108 0,4-7 64 15,4 3 64-15,7-2 8 16,-3-2-72-16,0-2-4 0,4 4 0 0,-8-1 4 0,-3 0-48 16,-6 4 44-16,-2-1-8 15,-6 3 12-15,-3 1 116 0,-4 2 56 16,0 1 120-16,-8 4 12 0,-8-2-144 0,-3 3-76 16,-2 1-24-16,-3-2-4 0,-4-1-56 15,0-3-160-15,-7 0-216 0,3-4-344 16,-8 0-312-16,1 1-560 0,7-4-1584 15,-16-3-3909-15</inkml:trace>
  <inkml:trace contextRef="#ctx0" brushRef="#br0" timeOffset="5951.967">14068 1565 5700 0,'0'0'5265'15,"0"0"-4593"-15,0 0-544 0,0 0 320 0,-56-70 448 16,49 67 84-16,-2 3-32 0,5 0-144 0,0 10-248 15,0 8-268-15,4 11 148 0,-4 6 60 16,4 0 172-16,0 0-136 0,8-4-312 16,5-8-220-16,-2-4 0 0,6-7-104 0,-2-5 104 15,2-4 100-15,2-3-40 0,1-5 4 16,-1-9-64 0,2-2-104-16,-5-3-92 0,0-3-136 0,-4 0-28 15,-4 3 40-15,0 0 96 0,-5 0 40 16,-3 2-4-16,0 2-36 0,-3 2 200 15,-9 3 24-15,-4 4 4 0,-4 6-4 0,0 0 0 16,-8 13-4-16,4 6 0 0,0 7 4 16,4-1-140-16,0 7-108 15,5-4-100-15,6-2-172 0,5-4-780 0,4-7-1532 16,0-5-2305-16</inkml:trace>
  <inkml:trace contextRef="#ctx0" brushRef="#br0" timeOffset="6226.06">14495 1409 9460 0,'0'0'3841'0,"0"0"-3385"16,0 0 256-16,0 0 448 0,0 0-280 0,0 0 204 15,32 86 88-15,-32-64-532 0,0-6-372 16,0 0-268-16,0-7-36 0,3-2-108 0,5-3 32 16,4-4 100-16,4 0 0 0,8-14-52 15,0-2 4-15,0-3-64 0,4-3-8 0,0 3-28 31,-4 3 108-31,0 4 44 0,-5 2-76 0,-3 7 8 16,-4 3-8-16,1 0 56 0,-2 6 28 16,-3 7 188-16,1 6 120 0,-6 3-112 15,1 4-36-15,0 2-40 0,-4 1-120 0,4 3-56 16,4-1-200-16,0-2-52 0,0 3-296 16,0-7-376-16,3 1-788 0,2-11-868 0,-1 5-2421 15</inkml:trace>
  <inkml:trace contextRef="#ctx0" brushRef="#br0" timeOffset="6550.804">16028 807 7824 0,'0'0'8029'0,"0"0"-6781"0,0 0-1240 0,0 0 416 16,60 101 260-16,-36-54 92 16,4 5 180-16,4-2-320 0,0 4-112 15,3 0-136-15,6-3-96 16,-2 0 157-16,-3-4-25 0,7 1-424 0,-6-8-48 15,3-1-328-15,-5-4-37 0,5-6-231 16,-3-4-136-16,-2-9-396 0,-3-10-688 0,-8-3-1928 16,3-19-1857-16</inkml:trace>
  <inkml:trace contextRef="#ctx0" brushRef="#br0" timeOffset="6719.451">16770 842 10212 0,'0'0'5261'15,"0"0"-4645"-15,-97 59-608 0,50-21 448 0,-17 11 216 16,-8 11 84-16,-7 6-236 0,-13 8-264 16,5-1-88-16,-5-1-168 0,4 2-12 15,9-5-172-15,7 1-200 0,12-3-172 16,9-1-336-16,6 1-856 0,21-19-1252 16,-8 12-3829-16</inkml:trace>
  <inkml:trace contextRef="#ctx0" brushRef="#br0" timeOffset="13946.286">17319 1083 12805 0,'0'0'3040'0,"0"0"-1352"15,0 0-1068-15,0 0-288 0,0 0 212 16,0 0 508-16,0 0-64 0,0 0-392 15,0 0-315-15,64 63-221 0,-48-54-60 16,-1 1-60-16,2-1-109 0,-6-2-171 0,-2 2-684 16,-1-3-436-16,-8 7-1280 0,0-6-2565 15,0 12-3687-15</inkml:trace>
  <inkml:trace contextRef="#ctx0" brushRef="#br0" timeOffset="14061.006">17268 1574 3860 0,'0'0'9381'15,"0"0"-8161"-15,0 0-704 16,0 0 464-16,0 0 248 0,79 42-632 16,-67-37-596-16,4 2-320 0,-4 0-688 0,-4-1-832 15,8 1-2733-15</inkml:trace>
  <inkml:trace contextRef="#ctx0" brushRef="#br0" timeOffset="14873.667">5235 3423 9020 0,'0'0'644'0,"0"0"2049"16,0 0-1465-16,0 0-252 0,0 0 220 0,99 15-152 15,-71-8-372-15,4-4-252 0,0 3-184 16,0-3-112-16,0 0-124 0,-1 1-148 16,-3-4-52-16,0 0 104 0,-3 0-276 15,-1-4-364-15,-5-2-396 0,-3 3-892 16,-8 0-2113-16,-4 0-2935 0</inkml:trace>
  <inkml:trace contextRef="#ctx0" brushRef="#br0" timeOffset="15065.997">5462 3638 6612 0,'0'0'2804'0,"0"0"-983"0,8 85-117 0,0-45 544 15,0 4-492-15,-4 0-640 0,4 0-300 16,-4-2-228-1,-4-1-316-15,4 0-272 0,-4-3-24 0,0 0-184 16,0-5 48-16,0-2-136 0,-4-8-184 16,0-2-64-16,-1-5-160 0,2-3-396 15,-9-3-640-15,-1-1-812 0,2-3-2021 0,-13 1-1383 16</inkml:trace>
  <inkml:trace contextRef="#ctx0" brushRef="#br0" timeOffset="15219.923">5255 4248 7080 0,'0'0'2360'0,"0"0"-1364"0,0 0-171 16,0 0 471-16,0 0 56 0,0 0-212 0,0 0-260 0,0 0-236 16,92 38-148-1,-73-32-96-15,5-3-104 0,4-3-84 0,-4 0-88 16,-1-3-124-16,5-3-128 0,0-3-296 0,-3-4-632 16,3 0-848-16,-8 0-2413 0,3-2-4267 15</inkml:trace>
  <inkml:trace contextRef="#ctx0" brushRef="#br0" timeOffset="15398.648">5841 4067 8776 0,'0'0'1772'0,"0"0"-819"16,0 0 459-16,83 31 532 0,-55-27-700 15,4-4-740-15,3-7-368 0,6-4-136 0,-2-16-260 16,1-1-396-16,1-7-488 0,-2-3-716 15,-15 10-2317-15,4-16-2507 0</inkml:trace>
  <inkml:trace contextRef="#ctx0" brushRef="#br0" timeOffset="15709.982">6056 3749 6492 0,'0'0'2788'0,"0"0"-1364"0,0 0-175 16,0 0 335-16,-20 80-100 15,20-55-492-15,0 0-324 0,4 5-48 16,7 1 0-16,2 0-64 0,-2 5-100 0,2 2-124 16,-2 3-172-16,1 3 36 0,1 4-12 15,-2 3 84-15,2 4-20 16,-2-3-104-16,1 0-92 0,-3-2-52 0,-2-4-8 16,1-2-44-16,0-6 52 0,-4-7 4 15,0-2 4-15,0-7 76 0,0-6 16 16,-4-3 32-16,0-6 40 0,0-5-24 0,0 1 20 15,-8 0 4-15,-4 1-40 0,-7-2-132 16,-2 2-76-16,-7-1-108 0,-4-3-44 16,-3 0-104-16,-5-7-364 0,0-5-344 15,-4-1-256-15,5-3-528 0,11 1-1268 16,-8-11-2861-16</inkml:trace>
  <inkml:trace contextRef="#ctx0" brushRef="#br0" timeOffset="17183.057">7845 3737 5276 0,'0'0'2016'0,"0"0"-1144"15,0 0 164-15,0 0 336 0,0 0-59 0,0 0-61 16,0 0-144-16,-80-48-112 0,72 51-176 15,-3 7-316-15,-2 11-220 0,-2 8-60 16,6 13 28-16,-3 9 20 0,5 9 12 0,-2 0 24 16,5 4 40-16,-4-7 32 15,8-9-108-15,0-11-184 0,0-7-88 0,0-15-72 16,8-5-28-16,5-7 88 0,-6-3 8 16,9-3 4-16,0-7 0 0,4-10-48 15,0-1-184-15,-4-8-16 0,-1 0 124 16,2-2 24-16,-6-1 16 0,2 7 20 15,-5 3 52-15,-1-1-72 0,-3 10 32 0,0 5-32 16,0 1 20-16,1 4-8 16,-5 3-92-16,8 3 4 0,-5 4 160 0,5 5 188 15,5 4-16-15,-6 6 12 0,5 3 28 16,-3 4 8-16,2 2 28 0,1 5-76 0,-3-4 24 16,2 5-12-16,-3-2-72 0,1 4-16 15,-2 1-8-15,1-1 48 16,0 1 72-16,-5-1 24 0,2-4 48 0,-5 0-36 15,0-4 48-15,0-6 72 0,0 2-60 0,-5-5-47 16,-2-3-113-16,3 0 4 16,-8-7-76-16,4 1 24 15,-4 0-24-15,-4-3-60 0,0-1 88 0,0-5-88 0,-3-2 24 0,-6-2-36 16,1 0-48 0,5-2-124-16,-5-9 16 0,0-1 24 0,0-1-64 15,4 0-49-15,4-2 41 0,4 5-40 0,9-2 48 16,3 5-168-1,0-2-64-15,0-1 12 0,7-3-12 16,5-3-40-16,0 1 0 0,4-2-260 0,0-2-432 16,3 0-752-16,-2 7-804 0,7-10-2345 0</inkml:trace>
  <inkml:trace contextRef="#ctx0" brushRef="#br0" timeOffset="17515.137">8339 4191 9232 0,'0'0'2513'0,"0"0"-1281"0,0 0-176 16,0 0 296-16,0 0-68 0,4 73-280 0,-4-51-236 15,0 1-264-15,0 2-160 16,0-3-60-16,0 0-88 0,0-4-184 16,0 2-12-16,0-7-124 0,0 0-96 15,0-10 48-15,0 0-208 0,0-3-432 16,4-6-432-16,-1-7-604 0,5 0-1324 15,5-15-4909-15</inkml:trace>
  <inkml:trace contextRef="#ctx0" brushRef="#br0" timeOffset="17698.724">8737 4095 10136 0,'0'0'2649'15,"0"0"-1121"-15,0 0 136 0,0 0-76 0,0 0-428 0,0 0-608 16,0 0-256-16,0 0-228 16,0 0-68-16,83 10-612 0,-62-20-412 15,7-1-428-15,-8 0-1148 0,12-2-3817 0</inkml:trace>
  <inkml:trace contextRef="#ctx0" brushRef="#br0" timeOffset="17842.5">9331 4105 10784 0,'0'0'1609'16,"0"0"-829"-16,0 0 1160 0,0 0-20 0,80 9-460 16,-65-9-328-16,2 0-264 0,2 0-320 15,5-2-304-15,-4-5-244 0,4-3-36 0,-4-1-596 16,4 0-396-16,4-2-376 0,-4 1-940 16,-5 6-2304-16,5-7-2273 0</inkml:trace>
  <inkml:trace contextRef="#ctx0" brushRef="#br0" timeOffset="17965.608">9916 4051 10904 0,'0'0'1785'0,"0"0"-1349"0,0 0 276 15,0 0-40-15,0 0-116 0,0 0-316 0,0 0-240 16,0 0-684-16,0 0-560 0,0 0-2625 16,100 3-5031-16</inkml:trace>
  <inkml:trace contextRef="#ctx0" brushRef="#br0" timeOffset="18399.544">10510 3842 14321 0,'0'0'2740'0,"0"0"-1772"16,0 0-188-16,-100 50 420 0,72-30-64 15,0 2-127-15,1 0-345 0,7-7-192 0,8 2-156 16,0-4-172-16,8-1-144 15,4-6-36-15,0 1-72 0,0-1-136 0,4-3-44 16,8-3 44-16,8 0 76 16,0 0-124-16,7-12-144 0,6-1-49 15,-6-6-111-15,5-4-40 0,-4 4 84 0,4-2 76 16,-4 5 132-16,-4 2 84 0,-4 8-12 16,-1 6 248-16,-2 0 24 15,-10 3 396-15,6 11 72 0,-5 1-52 0,-1 3-112 0,1 5-84 16,-4 6-24-16,1 3-108 15,-1 6 44-15,0 0 64 0,3 6-24 16,-3-2 60-16,0 2-64 0,0-3-8 0,-4 0-16 16,5-6-48-16,-5-2 28 0,0-5 69 15,0-3 15-15,0-3-4 0,0 0-44 16,-5-3-64-16,-3-3-12 0,0-2 0 16,-3-6-20-16,-2 3-64 0,-2-2-48 15,-5-4-48-15,-1 0-120 0,-2-5-100 16,-1 0-109-16,-4-10-195 0,4-6-296 0,0-3-184 15,1-4-556-15,6 4-1356 0,-3-12-2801 16</inkml:trace>
  <inkml:trace contextRef="#ctx0" brushRef="#br0" timeOffset="19234.3">11024 4349 4528 0,'0'0'8'0,"0"0"2676"0,0 0 516 16,0 0-1359-16,0 0-501 0,0 0-36 15,0 0-196-15,0 0-116 0,0 0-184 16,0 0-204-16,0 0-184 0,0 12-152 16,0-7-96-16,0-5-36 0,0 0-48 15,0 0 20-15,0 0 16 0,0 5-4 16,0 2-8-16,4 6 144 0,0 9 112 15,-4 3 204-15,4 7-244 0,0 3-136 0,0 7-32 16,0-1-75-16,0 3 51 16,0 1-92-16,0-5-44 0,0-1-88 0,0-4-8 15,4-6-25-15,-4-4-195 0,0-3-196 16,0-10-196-16,0-5-100 0,0-4-124 16,-1-3-444-16,2-3-620 15,-1-10-608-15,0 1-1597 0,-4-17-1935 0</inkml:trace>
  <inkml:trace contextRef="#ctx0" brushRef="#br0" timeOffset="19432.755">11127 4328 3344 0,'0'0'3192'0,"0"0"2929"0,0 0-5201 0,0 0-656 16,0 0 180-16,0 0 316 16,0 0-44-16,0 0-208 0,0 0-72 15,0 0-160-15,88-14-80 0,-75 28 52 0,-2-2-108 16,-3 7-44-16,-4 0 40 0,-4-1-12 15,0 9-36-15,-8-2-88 0,-7 0-148 0,-6 0-136 16,-3-2-4-16,-4-4 80 16,-7 0-444-16,-1-3-544 0,8-3-600 15,-20 0-2801-15</inkml:trace>
  <inkml:trace contextRef="#ctx0" brushRef="#br0" timeOffset="20103.106">8681 4435 6672 0,'0'0'912'0,"0"0"3941"0,0 0-3161 15,0 0-464-15,0 0-284 16,0 0-144-16,0 0-108 0,0 0-136 0,0 0-172 16,0 0-152-16,-7 70-96 0,-2-47-136 15,1-2-44-15,-3 5-28 0,-2-4-16 16,2 0-60-16,3-3-244 0,-5 0-316 0,9-3-324 16,1-3-704-16,3-3-2829 15,3-1-5379-15</inkml:trace>
  <inkml:trace contextRef="#ctx0" brushRef="#br0" timeOffset="20511.626">10275 4188 6492 0,'0'0'2544'0,"0"0"-992"16,0 0-123-16,0 0 91 0,0 0 76 0,0 0-372 0,0 0-240 15,0 0-120 1,0 0-196-16,0 66-164 0,-8-43-248 16,0-2-208-16,0 5 4 0,-4-1-52 15,0 4-72-15,-3-4-60 0,-2 4-140 0,2-4-340 0,-2 2-304 16,1-6-180-1,1-5-524-15,7-3-1064 0,-16-5-3717 0</inkml:trace>
  <inkml:trace contextRef="#ctx0" brushRef="#br0" timeOffset="21133.118">7319 3651 3420 0,'0'0'2216'16,"0"0"-1096"-16,0 0-548 0,0 0 192 0,0 0-296 16,-48 79 0-16,36-50 1973 15,0 6-1225-15,0 3-448 0,1 3 32 0,2 0 20 16,1 1-200-16,4 3-232 16,4 2-148-16,0 0-64 0,4 0 60 15,8 5-72-15,4-1-84 0,4-1-80 0,3-3-312 16,9-1-168-16,5-2-196 0,3-6-248 15,7-6-624-15,-7-10-945 0,24 1-1851 0</inkml:trace>
  <inkml:trace contextRef="#ctx0" brushRef="#br0" timeOffset="21733">11677 3577 3464 0,'0'0'1460'0,"0"0"-704"0,0 0 2364 16,0 0-627-16,0 0-789 0,0 0-468 16,0 0-304-16,0 0-100 0,0 0 108 0,0 0-316 15,60 77-328-15,-36-54-220 16,4-2-12-16,0 2-56 0,-5-2 60 15,2 5 36-15,-5 2-104 0,-9 2 0 16,2 1 100-16,-9 1 84 0,-4 3-84 16,0 0-96-16,-4 2 4 0,-9-1 0 0,2-4 0 15,-6-4 116-15,2-3-52 0,2-5-72 0,-2-4-68 16,3-3-352-16,0-8-360 16,0-1-188-16,5-4-304 0,-2 0-144 15,5-4-912-15,4-1-2657 0</inkml:trace>
  <inkml:trace contextRef="#ctx0" brushRef="#br0" timeOffset="22032.756">12825 3464 8200 0,'0'0'4445'16,"0"0"-2273"-16,0 0-1252 15,0 0-28-15,0 0 216 0,0 0-280 16,0 0-116-16,-92 34 12 16,60-9-148-16,0 11-128 0,0 5 4 0,-3 4-3 0,7 8-73 15,0 1-60-15,5 1-136 16,6-2 40-16,6-1-76 0,2-8-24 0,5-6-24 16,4-6-24-16,0-7-72 0,9-3 0 15,-2-3 0-15,5-6-88 0,-4-4-32 0,4-2-144 16,0 0-16-16,4-7-36 15,0 0-60-15,0-7-169 0,0-5-259 16,-4-8-296-16,0-2-464 0,-5-3-1264 0,2 6-3041 16,-9-8-3111-16</inkml:trace>
  <inkml:trace contextRef="#ctx0" brushRef="#br0" timeOffset="22204.96">12474 3886 6584 0,'0'0'7593'16,"0"0"-6521"-16,0 0-820 0,0 0 288 15,0 0 376-15,0 0 16 0,88 12-68 16,-60-15-140-16,0-3-320 0,4-4-132 0,4-2-128 16,-1-4-144-16,-3-3-84 0,4 0-148 0,0 0-616 15,0-4-320 1,-4 1-692-16,-9 7-2840 0,14-10-5109 16</inkml:trace>
  <inkml:trace contextRef="#ctx0" brushRef="#br0" timeOffset="22549.388">13507 3448 12357 0,'0'0'3984'0,"0"0"-3800"15,0 0 28-15,0 0 200 0,35 79 184 0,-19-43 600 16,4 1-360-16,4 8-236 0,4-1-164 16,4 7 112-16,0 0 137 0,0 3-201 15,-4-1-208-15,4 2-192 0,-4-5-84 16,-1-5-148-16,-3-7 40 0,-4-7-220 15,-1-6-229-15,2-5-187 0,-5-7-120 0,-1-10-44 0,2-3-164 16,-6-3-428-16,6-13-768 16,-2-9-2025-16,-7 0-2363 15</inkml:trace>
  <inkml:trace contextRef="#ctx0" brushRef="#br0" timeOffset="22765.542">14152 3584 5500 0,'0'0'6877'0,"0"0"-5413"15,0 0-904-15,0 0-244 0,0 0 240 0,0 0 516 16,-91 54 96-16,63-28-300 0,-4-1-292 16,0 7-120-16,-5 3-76 15,2 5 0-15,-9 6-100 0,-4 1-60 0,1 4-112 16,-9 0-108-16,4 0-112 0,-4-1-120 16,4-2 148-16,4-6-200 15,9-8-364-15,7-8-300 0,8-8-524 0,8-5-1108 0,8-7-2013 16,0-6-2475-16</inkml:trace>
  <inkml:trace contextRef="#ctx0" brushRef="#br0" timeOffset="23341.918">15734 3886 6280 0,'0'0'8545'0,"0"0"-6969"0,0 0-928 0,0 0-164 15,0 0-48-15,0 0 500 16,0 0 192-16,107 0-360 0,-63-7-268 0,3 1-136 0,2-3-95 16,-2-4-25-16,1 0-112 15,-4-2-124-15,8-7-8 0,-4-2-80 16,-1-4-321-16,-2-4-379 0,-2 1-476 0,-7 2-428 16,-8 7-2192-16,-4-6-2761 0</inkml:trace>
  <inkml:trace contextRef="#ctx0" brushRef="#br0" timeOffset="23584.357">16200 3289 9420 0,'0'0'3873'0,"0"0"-3265"15,-21 76-264-15,18-31 452 0,-5 9 728 0,4 9 112 16,4 6-356-16,-4 12-472 0,0-2-232 15,-1 7-52-15,2 0-51 0,-5-4-133 16,4-8-124-16,0-12-152 0,4-14-64 0,0-16-232 16,0-13-60-16,8-10 35 0,8-9 5 15,4-12 80-15,8-11-388 0,0-14-576 16,3-11-948-16,-3 6-2044 16,0-24-2045-16</inkml:trace>
  <inkml:trace contextRef="#ctx0" brushRef="#br0" timeOffset="23961.085">16546 3133 8188 0,'0'0'2316'0,"0"0"445"0,0 0-1641 15,0 0-352-15,0 0 456 0,0 0 108 16,4 96-208 0,-4-55-252-16,0 3-236 0,5 7-124 0,-5 0-88 15,4 6 52-15,-4 4-99 0,0-4-269 16,0 3-108-16,0-2 12 0,0-4 36 15,0-7-48-15,0-3-4 0,0-6-68 0,0-6 64 16,0-10-40-16,0-9-12 0,3-4-76 0,1-6-229 16,-4-3-143-16,4 0-4 15,4-3 268-15,1-2-4 0,-2-5 128 16,5 3-28-16,-4-2 16 16,0 6 8-16,0-1-24 0,0 4 148 0,-1 4 208 15,6 8 308-15,-1 5-76 0,0 4-28 16,0 2-168-16,-5 2-12 0,2-3-76 0,-1-3 40 15,3 0-15-15,-3-9-117 0,5 0-16 16,-2-8 24-16,6-2 72 16,-6 0-8-16,9-9-136 0,0-7-132 15,0-3-389-15,0-6-319 0,4-1-248 0,-4 1-420 0,-4-1-1488 16,0 11-3185 0,-4 2-2751-16</inkml:trace>
  <inkml:trace contextRef="#ctx0" brushRef="#br0" timeOffset="24245.021">17001 4001 4120 0,'0'0'5084'15,"0"0"629"-15,0 0-4353 0,0 0-488 16,0 0 256-16,0 0-192 0,0 0-28 0,0 0-228 16,80-13-276-16,-61-7-260 0,5 1-144 15,-4-6 0-15,0-1-388 16,0 1-88-16,-5 0-60 16,-6 6 84-16,-1 0 108 0,-8 5 108 0,0 9 140 15,-4-2 96-15,-9 5 24 0,-2 2 124 16,-5 0-28-16,-4 6 92 0,0 9 92 15,0 5 28-15,0 8 72 0,0 0-76 0,1 10-36 16,3 1 36-16,-1 1-36 0,6-1-11 16,-2-1-73-16,10-2-28 0,3-11-104 15,0-3-76-15,4-10-252 0,8-5-153 16,-1-4 77-16,14-3-84 0,-1-10-52 16,3-5-196-16,14-10-236 0,-5-8-536 0,7-2-1048 15,1 1-1633-15,-8 9-167 0,12-8 88 0</inkml:trace>
  <inkml:trace contextRef="#ctx0" brushRef="#br0" timeOffset="24459.295">17391 3895 2520 0,'0'0'4680'0,"0"0"-1760"0,0 0-287 0,0 0-497 16,0 0-448-16,28 73-520 0,-28-50-240 15,0-4-104-15,0-3-92 0,0-4-120 0,0-5-260 16,0-4-220-16,4-3-132 0,8 0-72 16,4-10 24-16,3-5-48 0,6-5-212 0,3-5-228 15,0 0 24-15,-4 0 156 0,-1 6 172 16,-7 2-76-1,0 11 40-15,-4-1 72 0,0 7 148 0,-5 5 36 16,-2 3 112-16,3 9 112 0,0 2 8 16,-4 6-96-16,-4 0-160 0,3 0-12 15,-3 4-36-15,0-1-380 0,-3-2-188 0,-1 2-372 16,0-2-876-16,0-7-404 0,-9 6-2961 16</inkml:trace>
  <inkml:trace contextRef="#ctx0" brushRef="#br0" timeOffset="24937.561">14969 4375 11281 0,'0'0'1844'0,"0"0"-1272"0,0 0 100 0,0 0 592 15,0 0-172-15,0 0-380 16,-49 70-316-16,42-45-236 0,-5 1-36 15,-1-1-112-15,2 1-12 0,-1-5-100 0,0 2-160 16,4-4-284-16,-4-6-92 16,9-1-284-16,-6-5-392 0,5-1-1368 0,-4-6-4337 0</inkml:trace>
  <inkml:trace contextRef="#ctx0" brushRef="#br0" timeOffset="25719.628">19040 3575 4804 0,'0'0'1732'0,"0"0"-72"0,0 0 2337 0,0 0-2453 0,0 0-644 16,0 0-232-16,0 0 88 16,0 0 108-16,-32-38-268 0,21 38-160 0,-2 0-28 15,2 5-124-15,-5 9-16 16,0 7 100-16,-1 9 248 0,-2 8 80 15,7 9-124-15,-4 7-40 0,5 7-43 0,2 2-209 16,1-3-148-16,8-6-120 0,0-6-12 16,4-7-268-16,9-9-120 0,-2-9-133 15,9-9-199-15,7-7-172 0,1-7-260 0,9 0-248 16,3-15-832-16,-8 2-196 16,11-19-3693-16</inkml:trace>
  <inkml:trace contextRef="#ctx0" brushRef="#br0" timeOffset="26159.688">19590 3702 4224 0,'0'0'2360'0,"0"0"4473"0,0 0-5261 0,0 0-400 0,-79 82 176 15,51-43 60 1,0 2-108-16,0 4-384 0,8-1-372 0,1-6-203 16,6-10-181-16,5-5-160 0,8-8-24 15,0-8-317-15,0-7-71 16,8 0 44-16,5-4 368 0,2-5-4 0,1-4-176 15,0-9-248-15,0-3-12 0,-4-1 84 0,-1-2 112 16,2 0 12-16,-1 5 32 0,-5-3 40 16,2 8 40-16,-1 5 56 0,-4 3 64 15,-1 4 0-15,1 3-4 0,-4 3 0 16,9 0 4-16,-5 6 52 16,0 7 192-16,3 3-12 0,5 3-48 15,-3 6 16-15,-2 0 8 0,5 7 36 0,1 0 72 0,-2 6 88 16,2 0-52-16,-2 6-144 15,-3 0 24-15,0 2-112 0,-4 1-116 0,-4 2-4 16,0-2 4-16,-4 4 4 0,-4-1 0 16,-4-3 40-16,0-2 4 0,-4-3-52 15,0-11 4-15,1-5 4 0,2-4 4 0,1-7 84 16,1-5 25-16,-2-3-49 16,2-5 16-16,-1-2-88 0,0 0-12 15,-4 0-232-15,0-12-229 0,0-4-75 16,-4-3-40-16,4 0 28 0,-4-6-68 15,8 3-88-15,0-2-36 0,8 6-404 0,1-1-68 16,3 0-360-16,0 6-964 0,11-9-2761 16</inkml:trace>
  <inkml:trace contextRef="#ctx0" brushRef="#br0" timeOffset="26469.442">19996 4124 12981 0,'0'0'1816'0,"0"0"-1524"16,0 0 160-16,0 0 316 0,0 0-144 15,0 0-388-15,0 0-172 16,81 0 96-16,-78 13 100 0,1 3 52 0,-4 2-40 0,0 5-64 16,-7 2-36-16,-1 1 0 15,-9-1 0-15,6 3 124 16,-2 2 48-16,2-5 0 0,-1-3-52 0,3-6 12 0,2-4-8 15,7-5-128-15,0-4-56 16,0-3 20-16,4 0-60 0,3 0-8 0,10-3-52 16,-2-6-12-16,5-1-28 0,5-6-456 15,-5 0-384-15,-1-1-124 16,1 3-44-16,0-3-632 0,-8 4-2596 16,7-6-3781-16</inkml:trace>
  <inkml:trace contextRef="#ctx0" brushRef="#br0" timeOffset="26989.125">20507 4182 7264 0,'0'0'5501'0,"0"0"-4153"15,0 0-664-15,0 0-216 0,0 0 528 0,0 0 212 16,0 0-244-16,0 0-336 0,0 0-248 16,0 0-132-16,20 66-16 0,-20-54-24 0,0 7-28 15,-9 0-68-15,2 4-72 0,-5-4-40 16,3-3-72-16,2-4-236 0,-1-2-388 16,4-4-240-16,4-6-140 0,0 0-264 0,0 0-764 15,0-2-2001 1,8-19-1379-16</inkml:trace>
  <inkml:trace contextRef="#ctx0" brushRef="#br0" timeOffset="27350.96">21093 3930 9652 0,'0'0'5277'0,"0"0"-4121"0,0 0-864 0,0 0-228 16,0 0 456 0,0 0 300-16,0 0 96 0,0 0-252 15,0 0-360-15,0 0-168 0,43 10-24 16,-30-10-112-16,2 0-236 0,1-6-476 0,4-4-384 16,0 0-536-16,-4 5-1328 0,4-9-5397 0</inkml:trace>
  <inkml:trace contextRef="#ctx0" brushRef="#br0" timeOffset="27485.488">21538 3956 7736 0,'0'0'5281'0,"0"0"-3765"16,0 0-520-16,0 0 272 0,0 0-400 0,0 0-308 16,0 0-560-16,0 0-112 15,92-61-1056-15,-64 43-716 0,-8-2-3025 0,8 1-3831 16</inkml:trace>
  <inkml:trace contextRef="#ctx0" brushRef="#br0" timeOffset="27614.89">22028 3867 888 0,'0'0'7140'0,"0"0"-1107"0,0 0-5409 0,0 0-360 16,0 0 464-16,0 0-312 0,0 0-260 16,0 0-156-16,0 0-384 0,0 0-812 15,0 0-1068-15,73-41-5461 0</inkml:trace>
  <inkml:trace contextRef="#ctx0" brushRef="#br0" timeOffset="28265.804">22782 3565 3816 0,'0'0'680'0,"0"0"556"16,0 0 3896-16,0 0-3271 0,0 0-701 16,0 0-412-16,0 0-104 0,0 0 236 0,0 0-4 15,0 0-32-15,-84 86-176 0,69-48-140 16,-2 7-84-16,-3-2 20 0,5 3 124 16,-2-5-64-16,2-3-272 0,7-6-144 15,-1-10-108-15,5-10-148 0,4-2-44 0,0-6-52 16,0-4 48-16,8 0 0 0,1-4 24 15,6-6 168-15,6-5-300 0,3-10-52 16,-1-1-108-16,-3-3-28 16,4 1 36-16,-4-1 8 0,-4 4-20 15,-1 5 32-15,-2 8 0 0,-5 2 156 16,-1 7 180-16,2 3 100 0,-5 0 84 0,0 10 448 16,3 2 64-16,-3 4-76 0,5 10-112 15,-5-1-96-15,4 7-44 0,-1 6 16 16,1 3-64-16,-3 1 64 0,3 2 156 15,-5 1 124-15,1-1-80 0,0-3-152 0,-4 0-188 16,0-6-132-16,-8 0-4 16,1-3 52-16,-6-3 24 0,-2-7 40 15,-2 0-39-15,2-4-37 0,-2-1 24 16,-2-7-8-16,3-4-64 0,-4 0 0 16,4-3-88-16,5-3-81 0,-6 0-27 0,2-6-120 15,2-3-208-15,-2-7-120 0,2-3-312 16,5-8-264-16,1 6-728 0,7 5-1956 0,0-6-1621 15</inkml:trace>
  <inkml:trace contextRef="#ctx0" brushRef="#br0" timeOffset="28495.324">23100 4168 2612 0,'0'0'5652'16,"0"0"-187"-16,0 0-4653 0,0 0-432 15,17 80 360-15,-17-49 604 0,0 1-292 0,0 3-212 16,0 7-300-16,-5-4-184 0,1 3-100 16,0 1-108-16,-3-4 0 0,7-1-136 15,-4-2-12-15,0-6-4 0,4-7-108 0,0-3-36 16,0-6-120-16,0-4-124 0,0-6-124 16,0-3-160-1,0 0-416-15,0-3-788 0,-4-3-952 0,-5-7-2129 16,5 0-387-16</inkml:trace>
  <inkml:trace contextRef="#ctx0" brushRef="#br0" timeOffset="28732.799">23061 4175 4028 0,'0'0'836'0,"0"0"5489"0,0 0-4505 16,0 0-624-16,0 0-372 0,0 0 4 0,0 0-32 15,0 0-124-15,75-29-204 0,-62 29-144 16,2 0-140-16,2 3-24 0,-6 4-72 0,1-1 12 15,-4 7-88-15,0 0-12 0,-4 0-60 16,-4 2 48-16,-4 4-124 0,-4 0-24 16,-4 0-60-16,-4-3-116 15,0-3 12-15,1-4 104 0,-2-3-20 0,-2-2 4 16,-1-4-176-16,-1 0-280 0,6 0-508 16,-5-7-684-16,4 2-1041 0,-4-12-2183 15</inkml:trace>
  <inkml:trace contextRef="#ctx0" brushRef="#br0" timeOffset="29515.509">23766 3563 4484 0,'0'0'1904'0,"0"0"-656"0,0 0 1780 16,0 0-1279-16,0 0-445 0,0 0-88 16,0 0-184-16,-84 28-280 0,73-3-56 15,-2 13 96-15,-2 6 148 0,2 10 12 16,2 1-232-16,-1-2-196 0,3-4-172 0,5-16-240 16,4-4-47-16,0-12-65 0,8-9-133 15,5-3 57-15,6-5 64 0,1-7-36 16,4-9-244-16,4-3-328 0,-3-6 60 15,-2-4 68-15,-3 1 88 0,-5-1 0 16,2 7 8-16,-2-1 112 16,-2 8 172-16,-6-2-36 0,1 9 96 15,-3 1 52-15,-1 3 12 0,0 4 172 16,0 0 88-16,3 0-48 0,6 7 60 0,-5 5 48 16,3 1 72-16,2 10-124 0,-2 2-36 15,1 7-132-15,-3 6-52 0,-2 0 0 16,-3 6 52-16,4 1-40 0,-8-1-60 15,0-3 112-15,0 1 44 0,0-2 100 0,-4 2 36 16,-4-3-36-16,1-2-47 16,-6 2-113-16,1-8-64 0,0-2-44 15,0-4-8-15,1-3-52 0,-2-5 52 0,2-5-40 16,-6-3-73-16,6-2-15 16,-6-3-92-16,-2-4-16 0,2 0-72 0,2-7-148 15,3-3-208-15,0-5-224 0,8-5-120 0,0 1-668 16,4 0-1136-16,4-4-2729 15</inkml:trace>
  <inkml:trace contextRef="#ctx0" brushRef="#br0" timeOffset="29699.218">24320 4130 6776 0,'0'0'8329'0,"0"0"-7349"0,0 0-724 15,0 0-20-15,0 0 412 0,-9 83 600 16,2-61-396-16,-1 0-608 0,0 0-244 16,3-3-100-16,-2-3-96 0,3 1-368 0,0-6-412 15,0 3-648-15,0-9-1500 0,-4 2-2921 16</inkml:trace>
  <inkml:trace contextRef="#ctx0" brushRef="#br0" timeOffset="30062.655">23531 4254 8400 0,'0'0'2653'0,"0"0"-1217"0,0 0-732 0,0 0 124 0,0 0 172 15,0 0-208-15,-16 67-176 0,12-48-216 16,-4 2-224-16,0 0-176 15,4-2-12-15,0-1-52 0,1-2-60 0,-2-3-112 16,5-4-180-16,0-2-224 0,0-4-268 16,8-3-160-16,0-3-324 15,4-1-1121-15,8-11-1595 0</inkml:trace>
  <inkml:trace contextRef="#ctx0" brushRef="#br0" timeOffset="30417.217">24558 3448 10736 0,'0'0'1993'0,"0"0"-1737"0,0 0 764 15,0 0 808-15,0 0-324 0,0 0-452 16,0 0-400-16,77 66-124 0,-62-40-76 0,1 5-108 16,-4 8-76-16,1 2-112 0,-6 0-116 15,-3 7-40-15,-4-4-76 0,0 4 68 0,-11-1-52 16,-6 2 12-16,-7-6-88 15,1 2-156-15,-1-7-112 0,0-6-72 0,0-6-104 16,4-8-48-16,0-6-228 16,5-8-772-16,2-1-3068 0,1-3-4373 0</inkml:trace>
  <inkml:trace contextRef="#ctx0" brushRef="#br0" timeOffset="31612.315">24256 4153 328 0,'0'0'2788'0,"0"0"-596"0,0 0-552 0,0 0-124 16,0 0-40-16,0 0-195 0,0 0-253 0,0 0-60 15,0 0 24-15,0 0-104 0,0-4-184 16,0 4-48 0,0 0 104-16,0 0-164 0,0 0-92 0,0 0-108 0,0 4-64 15,0 2 36-15,0 3 48 0,0 1 208 16,4 6-136-16,-4 0-112 16,0 6-84-16,4 0-96 0,0 8-27 0,0-3-45 0,-4 2-76 15,4 2 12-15,-4-1 24 16,0-2-80-16,0 0 4 0,0-6 40 0,0 1-48 15,0-8-4-15,0 2-4 16,0-9-88-16,0 3 36 0,0-8 48 16,0 0-96-16,0-3-4 0,0 0-157 15,0 0-203-15,0 0 80 0,0 0 52 16,0-3-76-16,4 0-72 0,-4-8-112 16,3 3 56-16,-3-2-236 0,0-5-164 0,0 2-716 15,0 3-804-15,0-3-2857 0,-7 99-1939 0</inkml:trace>
  <inkml:trace contextRef="#ctx0" brushRef="#br0" timeOffset="32164.932">25722 3546 7856 0,'0'0'1596'0,"0"0"-1224"0,0 0 753 16,0 0 775-16,0 0-120 0,0 0-484 15,-88-67-540-15,73 64-232 0,-6 3-104 16,2 0-136-16,-9 6-96 0,0 7-92 15,-7 9 68-15,3 3 104 0,-5 8 116 16,-3 5 340-16,5 6-212 0,-1 1-168 0,4 5-64 16,0 5 84-16,8-5 24 0,4-2 13 15,8-7-97-15,5-5-108 0,2-8-76 16,5-6-60-16,5-3-60 0,6-3 0 16,6-4-60-16,2-5 56 0,9-1 0 15,0-6-92-15,8 0 36 16,-1 0-160-16,1-8-36 0,1-3-73 0,-5 5-119 0,-4-4-100 15,0 1-308-15,-9-1-224 0,1 4-416 16,-8-3-764-16,-5 2-2421 0,-2-2-2799 0</inkml:trace>
  <inkml:trace contextRef="#ctx0" brushRef="#br0" timeOffset="32337.089">25288 3965 116 0,'0'0'11313'0,"0"0"-9189"0,0 0-1512 15,0 0-80-15,0 0 448 16,0 0 328-16,0 0-380 0,0 0-348 0,80 3-196 0,-44-8-164 16,7-2-220-16,-2-7-92 15,6 2-44-15,-3-1-220 0,3-6-412 0,2 5-300 16,-2-6-604-16,-15 7-2168 0,12-9-3337 0</inkml:trace>
  <inkml:trace contextRef="#ctx0" brushRef="#br0" timeOffset="32616.756">26252 3396 13093 0,'0'0'2768'0,"0"0"-1788"15,0 0-368-15,0 0 412 0,0 0 168 16,0 0-296-16,0 0-312 0,0 0-12 0,32 74 57 15,-16-39-121-15,4 6-168 0,0 4-84 16,-4 2-160-16,3 1 12 0,-6-4-56 0,2 3-52 16,-6-5-60-16,2-4-24 0,-3-3-36 0,5-6 8 15,-2-4-128 1,10-3-244-16,-2-6-72 0,5-6-153 16,0-8-155-16,4-4-284 0,-4-10-544 15,3-7-824-15,-7-2-1460 0,5-12-2273 0</inkml:trace>
  <inkml:trace contextRef="#ctx0" brushRef="#br0" timeOffset="32801.814">26754 3359 11145 0,'0'0'3184'0,"0"0"-2400"16,0 0-772-16,0 0 480 16,-108 57 776-16,77-28 232 0,-5 8-480 0,0 4-372 15,-3 4-244-15,-2 6-36 0,-6 0-88 16,-1 6-88-16,-8 0-132 0,1 4-60 0,-10-4-216 15,1 4-140-15,1-8-120 0,3-2-144 16,9-6-216-16,2-8-488 16,6-4-1132-16,15-12-2753 0,-4-1-4007 15</inkml:trace>
  <inkml:trace contextRef="#ctx0" brushRef="#br0" timeOffset="34261.45">28233 3577 4804 0,'0'0'2652'15,"0"0"-1108"-15,0 0-676 0,0 0-196 16,0 0 1857-16,0 0-889 0,0 0-468 15,0 0-208-15,0 0-476 0,-53-18-128 0,29 30-176 16,-7 1-36-16,-5 6 88 0,4 7 72 16,-4-1 112-16,4 3-52 0,4 2-112 0,4-5-108 15,4 1-140-15,9-7-8 16,-1-5 0-16,12 0-12 0,0-5-124 0,0 1 4 0,12-1 68 16,-1 1-20-16,9-1-64 15,1 1 136-15,-2-4-148 0,1 5 36 16,-3-3 52-16,-2-2-16 0,1 5-24 15,-8-3 52-15,4 5-40 0,-4-3 100 16,0 3 4-16,-4-1 72 0,-4 1-64 0,0-3 76 16,0 3 8-16,-4-1-32 0,0-2 56 15,-4 2-120-15,4-5-4 16,-4-1-156-16,0-3-148 0,4 0-112 0,1-3-88 16,-6 3-52-16,5-3-124 0,0 0-276 15,0-6-1028-15,4-3-681 0,0 2-1503 16,4-15-2204-16</inkml:trace>
  <inkml:trace contextRef="#ctx0" brushRef="#br0" timeOffset="34415.905">28400 3845 6948 0,'0'0'2528'0,"0"0"-1055"0,0 0-265 0,0 0 656 0,-8 76-60 15,0-57-424-15,-1-3-528 0,6-4-308 16,-5-2-284-16,4 0-176 0,4-4-84 15,-4-4-184-15,4-2-172 0,0 0-348 16,-4 0-356-16,4 0-536 0,-5-2-1432 0,2-10-5129 16</inkml:trace>
  <inkml:trace contextRef="#ctx0" brushRef="#br0" timeOffset="34583.835">28412 3623 10392 0,'0'0'2649'16,"0"0"-1365"-16,0 0-184 0,0 0 204 0,0 0-496 0,0 0-708 16,0 0-100-16,0 0-384 15,0 0-512-15,0 0-632 16,0 0-1004-16,68-20-2461 0</inkml:trace>
  <inkml:trace contextRef="#ctx0" brushRef="#br0" timeOffset="34899.492">28571 3727 7840 0,'0'0'2716'0,"0"0"-1711"0,0 0-309 0,-24 74 1116 0,20-49 192 16,0-3-244-16,1-3-772 0,3 0-448 15,0-3-260-15,0-4-96 0,0-2-48 0,0-4-136 16,0-2-64-16,3-1-220 0,5-3-220 16,0 0 136-1,8-7-76-15,0-2-64 0,0-7-160 0,3 0 120 16,-2 0 80-16,-6 3 4 0,2 1 48 15,-1 2 64-15,-5 7 72 0,2 0 204 16,-1 3 76-16,-5 0 228 0,5 0 100 0,-4 0 140 16,5 6 60-16,-5 1-176 0,3-1 112 15,-3 7-68-15,0-4-24 0,0 2 24 16,1 0 100-16,-5-1 56 0,0-1-120 16,4 1-164-16,-4-4-196 0,0 1-72 0,0-4-48 15,0-1-84-15,0 2-288 0,0-4-280 16,0 0-288-16,7 0-296 0,1 0-608 15,8 0-724-15,0-6-1909 0,16-4-2738 0</inkml:trace>
  <inkml:trace contextRef="#ctx0" brushRef="#br0" timeOffset="35116.619">29148 3730 11297 0,'0'0'2456'0,"0"0"-1556"15,0 0-156-15,0 0 612 0,0 0-36 0,-83 66-200 16,71-36-276-16,0-2-280 0,4 4-16 16,5-4-100-16,-2 0-204 0,5-2-244 0,0-3-232 15,5-7-120-15,2-4 24 0,1-2-64 16,5-7-32-16,-2 0-188 0,9-3-252 16,4-3-348-16,-4-10-512 0,8 1-976 15,-13-1-2233-15,13-10-1203 0</inkml:trace>
  <inkml:trace contextRef="#ctx0" brushRef="#br0" timeOffset="35414.259">29352 3905 6656 0,'0'0'4080'0,"0"0"-2715"16,0 0-481-16,0 0 200 0,8 66 228 15,-5-46-292-15,2-8-420 0,3-2-140 0,0 0-128 16,3-7-84 0,6-3 0-16,3 0-24 0,-1-7-76 15,9-5-148-15,-4-7-28 0,4-1-120 16,0-2-108-16,0-3 8 0,-5 2 60 15,-2 4 28-15,-5 0 24 0,-4 4 136 0,-8 5 0 16,-1 1 200-16,-3 2-52 0,-7 1 172 16,-1 3 0-16,-5 3-72 0,-6 0-248 15,-1 6-12-15,-4 10 12 0,-4 6 12 16,1 8 284-16,-1 3 60 0,0 6 48 0,4-1-24 16,0 0-52-16,3-3-132 15,10 0-196-15,7-7-108 0,0-2-200 16,8-7-96-16,11-3 28 0,9-4-20 0,17-2-32 15,2-7-500-15,13-3-292 0,4 0-376 16,-13-3-1192-16,26-7-4089 0</inkml:trace>
  <inkml:trace contextRef="#ctx0" brushRef="#br0" timeOffset="36636.383">9088 6254 680 0,'0'0'3116'15,"0"0"-1892"-15,0 0 1924 0,0 0-291 16,0 0-1161-16,-48 96-640 0,36-58-4 15,-4 6 244-15,4 4-168 0,0 0-248 0,0 2-228 16,4-6-84-16,0-5-116 0,4-8-172 16,4-8-144-16,0-10-112 0,0-10-24 15,4 0-292-15,12-3 84 0,0-6 208 16,4-11 0-16,8-5-148 16,-1-3-196-16,-3-10-60 0,1 0 32 0,-1 0 128 15,-5 0 56-15,-6 3-72 0,2 7 164 16,-6 3 96-16,-5 9 48 0,-1 3-48 0,1 7-12 15,0 1-52-15,-4 2-84 0,4 2 100 16,4 8 48-16,0 9 472 0,4 0-252 16,1 10 28-16,-2-1-28 0,5 4-20 15,0 6 80-15,-1 0 52 16,2 3 36-16,-2 3-24 0,-2 5-40 0,-6 2 76 16,1-4-4-16,-3 6 72 0,-5-1-107 15,0 3-97-15,-5-2-88 0,-6-2 4 0,3-1-88 16,-9-4 24-16,6-6-12 0,-2-5 28 0,-2-6-52 15,3-7-48-15,-4-3 36 16,4-6-40-16,-4-7-4 16,4 0-4-16,-4-3-168 0,1-3-28 15,-6 0 28-15,6-9-40 0,-9-4-132 16,3-6-109-16,1-3-15 0,-3-4 112 0,3 1-112 16,4 0 36-16,8-1 48 0,0 4-36 15,8 6-188-15,0 4-200 0,0-4-240 16,0 6-544-16,12-3-572 0,-4 6-1121 15,8-5-2135-15</inkml:trace>
  <inkml:trace contextRef="#ctx0" brushRef="#br0" timeOffset="36977.448">9737 7049 2552 0,'0'0'1148'16,"0"0"1404"-16,0 0 436 0,0 0-1079 15,0 0-289-15,0 0-96 16,0 0-308-16,0 0-336 0,0 0-380 0,0 0-240 0,0 0-48 16,76 5-12-16,-72 5-4 0,0 3-36 15,-4 2-96-15,0 4 48 0,0 6-64 16,0 2-36-16,-8-2 64 0,0 4 32 15,0-4-20-15,4-3 60 16,0-3 284-16,0-6 488 0,0-3-408 0,4-5-316 0,0-5-184 16,0 4 132-16,4-4 124 15,4 0-204-15,12-7 8 0,-1-2-72 16,6-4-36-16,-1-2-344 0,0-2-304 0,-1-2-196 16,-3 3-316-16,-3 4-648 0,-6-1-2228 15,-3 1-5037-15</inkml:trace>
  <inkml:trace contextRef="#ctx0" brushRef="#br0" timeOffset="37873.154">9168 6413 2904 0,'0'0'2672'0,"0"0"-1800"16,0 0-508-16,0 0-168 0,0 0-68 16,0 0 144-16,0 0 848 0,0 0 44 15,0 0-996-15,0 0 40 0,0 0 540 0,-32-66-79 16,28 59 39-16,4 7 236 0,-5-4 48 15,5 2-268-15,-4 2-560 0,4-3 312 0,-4 0 216 16,1-1-288-16,-1 2-340 0,4 2 72 16,-4-5 136-16,0 3-272 0,-5 2-8 15,2-4-80-15,-1 4-24 16,-5 0 100-16,2 0-76 0,3 11-136 16,-8-2-24-16,4 3 32 0,1 1 88 15,2 6 28-15,1-3-48 0,0 3-168 0,5 0-1176 16,3-6-2597-16,0 6-3439 0</inkml:trace>
  <inkml:trace contextRef="#ctx0" brushRef="#br0" timeOffset="38342.71">10231 6588 7220 0,'0'0'4185'0,"0"0"-2725"16,0 0-416-16,0 0 412 0,0 0-236 15,0 0-448-15,0 0-388 0,88 34-236 0,-72-30-148 16,3-4-48-16,6 0-808 16,-1-7-464-16,-5 1-1200 0,5-3-5521 0</inkml:trace>
  <inkml:trace contextRef="#ctx0" brushRef="#br0" timeOffset="38467.974">10845 6645 10332 0,'0'0'1109'0,"0"0"-1109"0,0 0-1869 16,0 0-1011-16,0 0-3432 0</inkml:trace>
  <inkml:trace contextRef="#ctx0" brushRef="#br0" timeOffset="38605.032">11219 6569 10756 0,'0'0'1877'16,"0"0"-1369"-16,0 0 16 0,0 0 476 0,0 0 312 15,0 0-96-15,0 0-584 16,0 0-412-16,0 0-220 0,0 0-360 0,76 19-236 16,-64-19-484-16,-4 0-772 15,8 0-2909-15</inkml:trace>
  <inkml:trace contextRef="#ctx0" brushRef="#br0" timeOffset="39416.505">12216 6235 6656 0,'0'0'2064'0,"0"0"-472"15,0 0-251-15,0 0-73 0,0 0 32 0,0 0-128 16,-96 54-212-16,80-21-88 0,-1 4 20 16,2 4-92-16,-1 4-76 0,0-1-172 0,5-5-76 15,2-4-220-15,1-13-136 0,8-7-20 16,-4-5-100-16,4-7-116 16,0-3-152-16,8 0-12 15,0-6 232-15,8-4 48 0,4-6 0 0,-4-2-48 16,8-11-260-16,-4 0-68 0,-4 1-32 15,0-1 4-15,-1 3 48 0,-3 4 72 0,-3 3 12 16,-2 7 48-16,1 2 0 0,-4 4 100 16,1 6 0-16,-1 0 124 15,0 6 40-15,3 7 344 0,5 0-64 0,-3 6-72 16,-2 3 12-16,1 6 48 0,0-2 48 0,4 5-36 16,-4 1-112-16,-4 3 48 15,5 0-36-15,-2 4-60 0,1-2 8 0,-4-2 4 16,0 4-24-16,0-2-28 0,0-2 40 15,0 3-88-15,-4-2 36 0,0-2 28 16,0-2 56-16,0-3 29 16,0-4 11-16,0-2-40 0,-8-1 52 0,4-7-40 0,-4 2-60 15,0-1-20 1,-4-4-64-16,0 1 36 0,-4-7-36 0,0 4 0 16,-4-4-60-16,1-6-12 0,-2 3-120 15,-3-3-48-15,5 0-184 0,-1-3-60 16,0-7-101-16,4 1-155 0,4 0 60 15,0-8-140-15,4 4-52 0,0-6-188 0,4 4-636 16,4-3-368-16,0-3-472 0,0 9-1569 16,0-10-1775-16</inkml:trace>
  <inkml:trace contextRef="#ctx0" brushRef="#br0" timeOffset="40315.996">12590 6941 8200 0,'0'0'3053'16,"0"0"-1385"-16,0 0-764 0,0 0 212 0,0 0-24 16,0 0-52-16,0 0-132 0,0 0-108 15,0 72-124-15,0-40-52 0,0 9-132 16,0 1-116-16,4 5-120 0,4 2-36 16,-1 4-76-16,-2 1 40 0,3 0-100 0,-4-3-84 15,4 2 0-15,-5-6-120 0,1-1-124 16,5-4 12-16,-5-5-72 0,-4-5 60 15,4-7-84-15,-4-2-88 0,4-11-112 16,-4-5-124-16,3-4-272 0,-3-3-432 16,0-10-672-16,4-7-344 0,-4 6-789 15,0-25-1743-15</inkml:trace>
  <inkml:trace contextRef="#ctx0" brushRef="#br0" timeOffset="40568.753">12622 7000 9548 0,'0'0'1745'0,"0"0"-1141"16,0 0 24-16,0 0 48 0,0 0 64 0,60-66-132 15,-45 60-268-15,5 0-48 0,-4 6-80 16,0 0-96-16,-4 0 8 0,0 6-36 0,0 0 0 16,-4 3 12-16,-3 4 76 0,-2 0 16 15,-3 3 84 1,-3 3-40-16,-6 1-76 0,-3-2-20 15,-4 1-4-15,4 4-124 0,-8-8 48 0,5 1-56 16,-6-3-4-16,6-5-396 0,-1-1-252 16,0-3-124-16,0-4-236 0,4 0-440 15,0 0-1357-15,-4-13-3283 0</inkml:trace>
  <inkml:trace contextRef="#ctx0" brushRef="#br0" timeOffset="41282.064">13008 6353 8536 0,'0'0'2857'16,"0"0"-1297"-16,0 0-452 0,0 0 32 15,0 0-120-15,0 0-244 0,0 0-220 16,0 0-268-16,0 0-176 0,-44 86 108 16,33-41 176-16,2 2 416 0,1 0-116 0,1-3-244 15,3-2-184-15,0-10-132 16,4-11-64-16,0-4-72 0,4-10-120 16,4-7-284-16,3 0 40 0,9-10-80 0,1-10-192 15,2-2-176-15,1-6-244 0,-4 2-60 16,-4-2 36-16,0 2 4 0,-4 4 32 15,0 4 248-15,-4-1 208 0,-4 6 484 16,0 0 104-16,0 3 384 0,-4 4 376 0,0 3 144 16,0-1-104-16,0 4-12 0,0 0-124 15,0 0-248-15,0 0-148 0,0 7 128 16,0 2-84-16,0 7 100 0,0 7 220 0,3 5 96 16,2 1-92-16,-1 5-144 15,4 6-164-15,0-7-132 16,-1 9-136-16,6-4-52 0,-5 3 80 0,3-2-40 15,5 1-48-15,-4 2 12 0,1-1 220 0,2 1-160 0,-6-7-24 16,2 2-48-16,-3-4-4 16,0-2 4-16,-3-2-12 0,-2-4 4 15,-3 0-4-15,0-3 0 0,0-2 8 0,-3-2-44 16,-6-2-12-16,-3-2-16 0,1-2-8 16,-6-5 12-16,-3-1-12 15,5-6-52-15,-6 0-60 0,2-6-208 16,3-4-244-16,0-6-40 0,0-7-268 0,4-2-528 15,4-4-1020-15,0 10-1649 16,0-9-1279-16</inkml:trace>
  <inkml:trace contextRef="#ctx0" brushRef="#br0" timeOffset="41651.86">13678 6870 11129 0,'0'0'2152'0,"0"0"-1208"15,0 0-36-15,0 0 404 0,12 77 28 16,-12-49-364-16,4 1-496 0,-4 2-232 0,4 5-104 16,-4-1-68-16,0 0-76 0,0-4 0 0,0 1-52 15,-4-1-32-15,0-5-112 0,-1-4-248 16,1-6-132-16,4-4-92 0,-3-6-80 15,3-1-368-15,-4-5-1056 0,0-7-3113 16</inkml:trace>
  <inkml:trace contextRef="#ctx0" brushRef="#br0" timeOffset="42185.981">13092 6426 4464 0,'0'0'2032'0,"0"0"-980"15,0 0 12-15,0 0 180 0,0 0-43 16,0 0-97-16,0 0-196 0,0 0-232 16,0 0-4-16,0 0 60 0,8-29 0 0,-8 29-40 15,0-3-84-15,0 3-96 0,0-3-68 16,0 0-124-16,0-4-60 0,0-2-260 16,0 3-308-16,0-4 260 0,-4 4-264 15,4-1 128-15,0 4-40 16,-4-1 88-16,0 4 132 0,0 0-132 15,-4 0 72-15,-4 0-20 0,0 4-192 0,-4 9-124 16,0 0-104-16,0 2-72 0,1 1 48 0,-2 4-600 16,6-2-1108-1,-2-5-2205-15,5 6-2507 0</inkml:trace>
  <inkml:trace contextRef="#ctx0" brushRef="#br0" timeOffset="42686.282">14502 6515 3588 0,'0'0'7300'0,"0"0"-4775"0,0 0-849 15,0 0 192-15,0 0-404 0,0 0-248 16,80 32-384-16,-60-32-284 0,4 0-232 15,0 0-144-15,4-6-76 0,-1-7-96 0,1 0-24 16,-4-3-280-16,0 1-160 0,-8 1-96 16,-4 5-236-16,-4 2-296 0,-4 5-560 15,-4 2-2348-15,-8 2-2485 0</inkml:trace>
  <inkml:trace contextRef="#ctx0" brushRef="#br0" timeOffset="42876.458">14555 6728 9848 0,'0'0'2881'0,"0"0"-985"16,0 0-80-16,0 0-476 0,0 0-128 15,0 0-148-15,0 0-308 0,79 19-244 16,-47-19-148-16,-1 0-203 0,1 0-89 0,0-6-72 16,0-4-109-16,0 3-463 0,0-2-208 15,-1-1-284-15,1 4-588 16,-8 3-1292-16,12-1-3557 0</inkml:trace>
  <inkml:trace contextRef="#ctx0" brushRef="#br0" timeOffset="43949.248">15582 6343 5368 0,'0'0'2484'0,"0"0"-928"0,0 0-884 16,0 0-64-16,0 0 1805 0,0 0-1169 16,0 0-408-16,0 0-84 0,0 0-96 15,0 0-72-15,0 0-148 16,-80-40-112-16,65 52-28 0,-2 9-40 16,2 12 80-16,-2 8 400 0,2 8-4 0,2 3-168 15,2 0-116-15,3-5-132 0,-1-5-23 16,9-14-145-16,0-12-112 0,0-7-36 0,9-5-136 15,7-4 124-15,0-4-109 0,8-9-123 16,-1-6-168-16,1-2-172 0,0-5-140 16,1-3 112-16,-6 1-76 15,-3 2 44-15,0 0 112 0,0 8 36 0,-4 3 184 16,-5 1 100-16,2 5 72 0,-5 7 60 16,0-3 80-16,0 5 104 0,-4 0 292 15,4 10-108-15,-1 6 224 0,2 0-140 0,-1 10-88 16,0 2 72-16,0 3-48 0,0 5 88 15,-4 1 20-15,4 5-12 0,-4 3 0 16,3 2-112-16,-3-3-48 0,0 4-72 16,0 0 8-16,0-4-32 0,0 1-28 0,-3-3 64 0,3-9-15 15,-4 3 15-15,0-5 20 16,0-2-20-16,-4 0-112 16,0-4-68-16,0-3 44 0,-4-3-36 15,0-3 36-15,0-4-48 0,-4-1-60 0,0-2-48 16,0-4-16-16,-3 0-56 15,-6-5 20-15,1 0-81 0,0-7-163 0,1 1-116 16,-1-7-68-16,4-3-132 0,4-3 32 16,0 3 32-16,8-3-556 0,4 0-760 15,4 0-968-15,0 3-2149 0,0-6-1898 0</inkml:trace>
  <inkml:trace contextRef="#ctx0" brushRef="#br0" timeOffset="44208.062">15821 6896 1736 0,'0'0'9337'0,"0"0"-7577"15,0 0-972-15,0 0 76 0,0 0 396 0,4 79-104 16,0-60-388-16,-4 6-332 0,4 1-92 15,0 3 332-15,0 0-84 0,-4 2-324 16,0-2-120-16,0-4-148 0,0 0-52 0,0-6-68 16,0 1-88-16,0-8-368 0,5-2-264 15,-2-7-136-15,1 0-324 0,0-3-896 0,4 0-1985 16,0-13-1507-16</inkml:trace>
  <inkml:trace contextRef="#ctx0" brushRef="#br0" timeOffset="44753.256">15758 6045 8080 0,'0'0'2861'0,"0"0"-1293"0,0 0-560 16,0 0-56-16,0 0 912 0,0 0-728 15,0 0-208-15,0 0-152 0,0 0-224 16,0 0-124-16,83 44-160 0,-67-41-84 0,0-3-88 16,0 0-84-16,4-6-12 0,0 0-52 15,-4-10-412-15,8 3-380 0,-5-6-304 16,-2 0-364-16,-6 6-1580 0,6-6-3485 0</inkml:trace>
  <inkml:trace contextRef="#ctx0" brushRef="#br0" timeOffset="44967.998">16104 5861 4636 0,'0'0'5112'0,"0"0"-3051"0,0 0-753 15,0 0-188-15,0 0 16 0,0 0-28 16,0 0-164-16,0 82-212 0,0-57-164 16,0 7 8-16,0-3-196 0,-4 6-144 0,0-3-236 15,1 0-136-15,-6 3-196 0,5-7-628 16,4 0-352-16,0-8-1276 0,0 8-4069 0</inkml:trace>
  <inkml:trace contextRef="#ctx0" brushRef="#br0" timeOffset="45529.679">16559 6347 3100 0,'0'0'7488'0,"0"0"-4971"15,0 0-1069-15,0 0-140 0,0 0-252 0,0 0-200 16,0 0-64-16,0 0-68 0,-69 79-124 16,54-44 88-16,3 7-80 0,-4 2-84 0,4 3-99 15,0 1-13-15,0-1 24 0,4 0-28 16,3-5-104-16,2-3-184 0,3-4-120 16,3-7-60-16,10-5-276 0,2-9-148 0,6 0-28 15,7-9 16-15,4-5-89 0,-1 0-83 16,9-8-604-16,0-5-828 0,-4-3-1796 15,-4 3-1049-15,15-3-1967 0</inkml:trace>
  <inkml:trace contextRef="#ctx0" brushRef="#br0" timeOffset="46016.217">17124 6496 7884 0,'0'0'2668'0,"0"0"-611"16,0 0 55-16,0 0-224 0,0 0-668 0,0 0-232 15,-92 51-204-15,68-13-12 16,0 6 336-16,5 4-199 0,-1-3-157 0,4 2-220 16,0-9-192-16,8-7-124 0,4-8-208 15,0-7-8-15,4-7-40 0,0-6-44 0,0-3-36 16,8 0-28-16,4-3-68 0,4-10 168 16,-1-1-36-16,6-10-124 15,-6-1-128-15,5 0 20 0,1-4 24 16,-10 4 52-16,6 3 8 0,-6-1-37 15,1 4 65-15,-4 4 76 0,0 5 128 0,-4 0 112 16,-4 7-4-16,0 3-36 0,0 0 76 0,0 0-15 16,0 0 87-16,4 3-216 15,0 7-4-15,1 7 192 0,-2 1 64 0,5 4 44 16,-4 7 64-16,4 2-72 0,0 1-28 16,0 3-60-16,-4 0-20 0,8 3-40 15,-4-1-48-15,0 2 36 0,0-1-132 16,-1 1-4-16,-3-5-56 0,5-3 48 15,-5 5 4-15,0-4 0 0,-4 0 8 16,0 0 12-16,-4-1-4 0,-4 0 40 0,-4-1-40 16,-4-2 0-16,-4-3 52 0,0-2-52 0,-4-4 40 15,0-6-48-15,-4-5 68 16,4-1-68-16,0-4-120 0,1-3-264 0,-1-6-280 16,0-6-40-16,0-1-20 15,8-6-105-15,4-4-439 16,8 4-576-16,4-3-440 0,0 3-524 0,0 2-1933 15,12-4-2171-15</inkml:trace>
  <inkml:trace contextRef="#ctx0" brushRef="#br0" timeOffset="46230.698">17435 6941 8188 0,'0'0'5321'15,"0"0"-4053"-15,0 0-740 0,0 0 200 16,0 0 328-16,7 66-28 0,-7-47-288 16,4 7-432-16,-4-1-164 0,0 1-56 15,0 5 24-15,0-2-52 0,0-4-60 16,-4 4-112-16,4-4-220 0,0-6-380 0,0 0-204 16,0-7-496-16,4-5-1676 0,5-3-5201 15</inkml:trace>
  <inkml:trace contextRef="#ctx0" brushRef="#br0" timeOffset="46932.118">18037 6524 7040 0,'0'0'1780'0,"0"0"-640"0,0 0 149 15,0 0 367-15,0 0-256 16,-80-21-392-16,64 17-328 16,4 4-64-16,-4 0-104 0,4 6-4 0,-4 11-24 15,0 2 96-15,0 9 180 0,-4 7-12 16,5 9-52-16,-2 0 56 0,2 5-155 0,2-5-161 15,6-6-132-15,3-9-112 0,4-8-192 16,4-8-84-16,3-7-244 0,10-2 208 0,-2-4-12 16,9-10-40-16,0-6-204 15,4-6-97-15,-4 0 97 0,0-4 96 16,0 1 60-16,-9 0 0 0,6 3-76 16,-10 3 116-16,2-1 56 0,-6 8 28 0,-3 2 96 15,5 2 92-15,-5 3 4 0,-4 5 28 16,4 0 60-16,0 0-88 0,3 5 76 15,1 6 132-15,5 3-60 0,-6 7-12 0,5 5-112 16,-4 6-20-16,0 2-16 0,0 7-24 16,1 1 0-16,-9 2 16 0,3 1 8 15,1-1 13-15,-4 4-1 0,0 0 52 0,0-1 20 16,-4-3-20-16,-4 1-76 16,0-4-24-16,-4-3-44 15,4-3 8-15,-4-6-4 0,1 0-8 0,-6-10-48 16,6-1 0-16,-6-8-112 0,6 0-164 15,-6-6-93-15,2 0 5 0,-5-4-64 0,4 0-120 16,0-8-164-16,0-5-396 0,4-6-584 16,4-4-860-16,0 4-1457 15,4-12-2119-15</inkml:trace>
  <inkml:trace contextRef="#ctx0" brushRef="#br0" timeOffset="47228.07">18375 7059 12597 0,'0'0'1872'0,"0"0"-1216"0,0 0 136 15,0 0 148-15,0 0-292 0,83-14-252 0,-66 11-320 16,-6 3-76-16,2 0-88 16,-1 0-84-16,-9 7 24 0,1 5-88 0,-4 4 228 15,-4 6 8-15,-3 7 48 0,-5-4 40 16,3 7-16-16,-6-4 80 0,2 1 68 15,6-7 28-15,-1-3 48 0,4-3 24 0,4-4 36 16,0-6-48-16,12-1-148 0,-1-3-160 16,10-2-12-1,-1 0-100-15,4-2-96 0,3-9-60 16,-7 6-28-16,4-5-52 0,-3 0-156 0,-6 4-180 16,1-3-356-16,-4 2-684 0,-4 1-2477 0,-1-3-3399 15</inkml:trace>
  <inkml:trace contextRef="#ctx0" brushRef="#br0" timeOffset="47678.717">18769 6610 1384 0,'0'0'7892'0,"0"0"-5375"16,0 0-1017-16,0 0 20 0,0 0-260 0,0 0-172 15,0 0-244-15,0 0-448 16,80 38-396-16,-59-38-500 0,2-6-568 0,1-4-628 16,-4 0-1216-16,8-5-2961 0</inkml:trace>
  <inkml:trace contextRef="#ctx0" brushRef="#br0" timeOffset="47877.045">19474 6635 10076 0,'0'0'2369'15,"0"0"-1057"-15,0 0 296 0,0 0-40 16,0 0-352-16,81-3-364 0,-70 0-360 16,2 0-248-16,2-4-244 0,2 1-12 0,2-3-652 15,5-4-372-15,4-3-168 0,-4 4-492 0,4 2-1064 16,-9 4-1757-16,5 0-1287 15</inkml:trace>
  <inkml:trace contextRef="#ctx0" brushRef="#br0" timeOffset="48743.182">20586 6400 5640 0,'0'0'2744'16,"0"0"-1024"-16,0 0-147 0,0 0-165 0,0 0-288 16,0 0-284-16,-92 4-232 0,73 18-152 15,-1 4 240-15,0 8 116 0,4 4-68 0,1 1-60 16,2-5-44-16,2 1-180 16,2-8-188-16,5-6-60 0,0-5-52 0,4-9-156 15,0-5-48-15,0-2-160 0,4 0 12 16,5 0 112-16,2-2 76 0,6-12-324 15,-2 2-120-15,5-6-64 0,-4-6 12 0,0 6 196 16,-4-5 160-16,-1 10-16 0,-2 1-44 16,-1 2 96-16,-4 4 36 0,-1 3 0 15,1 3 28-15,1 0 48 16,-1 3 100-16,4 10 344 0,-1 6-36 16,1 6-96-16,5 7-176 0,-6 3-52 15,5 3 76-15,1 3 24 0,-2 0-36 0,-3 0 48 16,1-2 36-16,-6-1 0 0,1-3 64 0,0-3 44 15,-4-4-8-15,0-3 32 16,-4-1 36-16,-3-6-83 0,3-3-157 16,-5 2-76-16,-3-4-36 0,1-1 24 0,-2-5 24 15,-2-1-96-15,-5 0-12 16,-1-6-60-16,2 0-48 0,-5 0-100 0,0 0-85 16,0-10-119-16,4 1-172 0,0-3-176 15,5-4-132-15,2-4-120 0,5 5-568 16,5-2-1328-16,3-2-3189 0</inkml:trace>
  <inkml:trace contextRef="#ctx0" brushRef="#br0" timeOffset="49033.294">20866 6880 8112 0,'0'0'4113'16,"0"0"-3053"-16,0 0-344 0,4 73 344 0,0-44 212 16,-1 6-136-16,1 2-320 15,0 5-336-15,0 3-196 0,0-1-100 0,1 3-172 16,-1 4 36-16,-1 0-48 0,1-3-60 16,0-1 12-16,-4-2-100 0,0-8-12 15,4-1 0-15,-4-8 48 0,0-6-12 16,0-6-24-16,0-5-172 0,4-9-112 0,-4-2-116 15,0 0-316-15,0-9-544 0,0-4-1128 16,4-16-2425-16</inkml:trace>
  <inkml:trace contextRef="#ctx0" brushRef="#br0" timeOffset="49281.552">20793 6917 10664 0,'0'0'1749'0,"0"0"-981"0,0 0-592 0,0 0 68 15,0 0 188-15,0 0 228 0,77-58-68 16,-54 53-340-16,5 5-64 0,0 0-12 0,0 5-40 16,-4-3 96-16,0 4-56 0,-9 4 48 15,2-1 0-15,-13 1 0 0,-4 3 36 16,0 2 24-16,-8 2-120 0,-5-2-40 16,-6 1-120-16,-1-3-4 15,0-4-188-15,0 1-132 16,0-10-216-16,0 0-180 0,4 0-212 0,4-7-148 0,0-5-96 15,1-1-584-15,7-3-1125 0,-5-9-2879 16</inkml:trace>
  <inkml:trace contextRef="#ctx0" brushRef="#br0" timeOffset="49535.901">21244 6315 5804 0,'0'0'5161'0,"0"0"-2901"0,0 0-612 0,0 0-224 15,84 60-352-15,-61-38 216 0,5 0-380 0,-8 4-420 16,5-1-256-16,-6 1-164 0,-3 2-68 16,-4 1-76-16,-5-1 64 0,-2 4-132 0,-5 0-260 15,-8 0-112-15,-8 2 24 16,-4 2 0-16,-8-1 8 15,0-4 88-15,-4-2 132 0,-4-7 16 0,1 0-112 16,-5-2-460-16,8-11-1432 0,-20 0-4221 0</inkml:trace>
  <inkml:trace contextRef="#ctx0" brushRef="#br0" timeOffset="50334.893">22045 6397 6824 0,'0'0'2972'0,"0"0"-975"16,0 0-461-16,0 0-556 0,0 0 180 0,0 0-92 15,0 0-320-15,0 0-100 0,0 0-80 16,0 0-152-16,0 0-244 0,-84 13 24 16,64 19 28-16,-3 6 140 0,2 6 320 15,6 1-132-15,-5-1-152 0,7-5-96 0,5-5-111 16,1-11-21-16,7-4-84 0,0-11-88 15,0-1-256-15,11-7 27 16,6 0 169-16,3-7-4 16,7-7-200-16,1-9-348 0,0-6-252 0,0 1 52 15,-4 3 88-15,0-4 216 0,-5 10 148 0,-2 0 40 16,-6 3-68-16,2 4-24 16,-5 1 96-16,-8 5 176 0,3 6 140 15,-3 0 88-15,4 4 204 0,-4 4-4 16,4 6 172-16,-4 5-100 0,4 3-36 15,1 3-40-15,-1 4-60 0,3-1 84 16,1 7 72-16,-4 0-84 0,5 4-36 0,-2-2-28 16,-3 1 72-16,0 4-8 0,0 2 20 15,-4-2 0-15,4 2 24 0,-4-2 12 0,0-2-71 16,0-1-157-16,0-4-28 0,-4-4-12 16,0-2-36-16,0-3-40 15,0-1 0-15,-3-6 0 0,-2 0 4 16,1-3 0-16,1 0 36 0,-10-4 0 15,2-2-48-15,-2 3-12 0,-2-7-48 0,-5-3 12 16,0 0-96-16,0-3-148 0,-4-3-133 16,5-6-99-16,-5-4-112 0,7-3-120 15,-3-3-68-15,5 2-128 0,2-1-328 0,6 2-992 16,7 0-332-16,-5 3-457 0,9-3-1235 16</inkml:trace>
  <inkml:trace contextRef="#ctx0" brushRef="#br0" timeOffset="50740.107">22475 6845 6672 0,'0'0'5285'0,"0"0"-3777"16,0 0-516-16,0 0 416 0,0 0-76 0,0 0-8 16,8 77-316-16,-8-58-372 0,0 3-208 0,4 3-76 15,0 0 48 1,-1 0 28-16,2 4-235 0,-1-4-181 0,-4 0-12 16,0 1-281-16,0-3-351 15,0-1-256-15,0-3-424 0,-4-7-892 0,-1 4-3520 16</inkml:trace>
  <inkml:trace contextRef="#ctx0" brushRef="#br0" timeOffset="52637.9">23177 6353 5552 0,'0'0'900'0,"0"0"2988"16,0 0-2531-16,0 0-141 0,0 0-272 0,0 0-60 16,0 0-52-16,0 0-76 0,0 0 120 0,0 0 16 15,63 3-204-15,-43 0-184 0,4-3-12 16,0 0 48-16,8-3 20 0,0-3-36 16,-1-4-208-16,1 4-220 0,0-6-96 15,0 1-44-15,-4 3-80 16,-4-3-508-16,-5 5-612 0,-2 0-416 0,-6 3-1204 15,-7 3-4033-15</inkml:trace>
  <inkml:trace contextRef="#ctx0" brushRef="#br0" timeOffset="52832.992">23268 6619 6520 0,'0'0'8553'0,"0"0"-6881"15,0 0-1308-15,0 0-316 0,0 0 164 0,0 0 208 16,0 0 176-16,0 0 56 0,107-6-248 16,-67 0-304-16,4-4-100 0,0 4-136 0,-5 3-220 15,-2-4-888-15,-1 4-720 0,-8 3-2444 16,4-3-3453 0</inkml:trace>
  <inkml:trace contextRef="#ctx0" brushRef="#br0" timeOffset="54249.227">24599 6296 5520 0,'0'0'1028'0,"0"0"-404"0,0 0-236 0,0 0-12 0,0 0 1376 16,0 0 261-16,-28-67-633 15,20 60-424-15,3 4-56 0,-2-3 56 0,-5 6-28 16,4-3-68-16,-8 3-120 0,-4 3-296 15,0 10-40-15,-4 6 28 0,-4 0 192 16,4 9-28-16,0 4-120 0,5 0-112 16,2 3-35-16,6-4-65 0,3 1-104 0,4-6-160 15,4-1-100-15,0-8-56 0,0-5-36 16,4-5-149-16,4-5 109 0,3 2 96 16,6-4 64-16,-2-4-36 0,2-5-64 0,3-3-168 15,3-5-88-15,-3-2-24 16,1 0-12-16,-2 4 92 0,-3-2 52 0,0 1 160 15,-4 7-36-15,0 6 24 0,-4 0 36 0,0-1 60 16,-4 4 64-16,4 0 12 16,-1 7 144-16,1 3 92 0,-3 2 84 0,-1 7 36 15,0 3-12-15,0 11-120 0,3 0-4 16,-7 9 12-16,4 2-72 16,1 7 72-16,-5 4-64 0,0-5-32 15,0 4-52-15,0 0 28 0,0-4 20 16,0 2 16-16,0-5 20 0,-5-2 28 15,1-1 24-15,-3-2 9 0,-1-8-45 0,-1-2-52 16,-2-6-72-16,3-4-48 0,0-6-8 16,-4-6 8-16,0-1 0 0,0-7-12 0,-4 3-144 15,-4-5-52-15,4 0 3 16,-8-5-15-16,4-4-96 0,1-3-84 0,2-7-88 16,-3 0-60-1,8-7-4-15,-3 4-100 0,6 0-272 0,5 0-684 16,4-1-588-16,0 4-824 0,8-6-2101 0</inkml:trace>
  <inkml:trace contextRef="#ctx0" brushRef="#br0" timeOffset="54493.416">25045 6794 11357 0,'0'0'2404'0,"0"0"-1780"16,0 0-500-16,-16 65 432 0,8-38 616 0,0 4 28 15,0 2-448-15,0-1-440 0,0-1-204 16,4 1-108-16,0-6-60 0,0-1-248 16,4-6-548-16,0-3-332 0,0-6-412 0,0-4-560 15,0-6-1757-15,8-6-1455 0</inkml:trace>
  <inkml:trace contextRef="#ctx0" brushRef="#br0" timeOffset="54845.899">24969 5985 9732 0,'0'0'2729'0,"0"0"-1213"0,0 0-76 15,0 0-192-15,0 0 32 0,0 0-172 0,0 0-324 16,96 3-280-16,-68-3-212 0,-4 0-196 16,-1 0-56-16,1 0-40 0,0-3-72 15,4-4-100-15,-8 4-488 0,0-4-308 0,4-2-428 16,-8 0-884-16,-4 2-2549 16,0-8-3619-16</inkml:trace>
  <inkml:trace contextRef="#ctx0" brushRef="#br0" timeOffset="55048.668">25359 5768 7824 0,'0'0'3953'0,"0"0"-2165"0,0 0 0 16,0 0-268-16,0 0-480 0,0 0-260 0,0 0-92 15,0 0-136-15,37 74-76 16,-29-49-124-16,-5 6-8 0,1 2-152 0,-4 2-68 15,0 3-124-15,0 0-4 0,-4 4-240 0,4-4-500 16,-3-4-652-16,-1-5-908 0,4 5-3629 16</inkml:trace>
  <inkml:trace contextRef="#ctx0" brushRef="#br0" timeOffset="55913.72">26029 6480 692 0,'0'0'8052'0,"0"0"-5587"0,0 0-849 0,0 0 92 15,0 0-60-15,0 0-136 16,0 0-268-16,0 0-408 0,32 73-188 0,-16-70-112 0,0-3-136 16,4 0-120-16,4-3-96 15,-1-9-63-15,1-1-57 16,4-4-64-16,-4-2-60 0,4-3-133 0,-4 4-147 15,0-2-28-15,-4 1-8 0,0 0-16 16,-1 0 40-16,-2 0 32 0,-2 3-12 0,-6-2 76 16,-5 1 96-16,0 1 60 0,-4 0 52 15,0 0 36-15,-8-2-64 0,-1 5 12 16,1-3 56 0,-3 3 16-16,-5 7 4 0,4 0 88 0,-1 6-28 0,-2 0-72 15,-5 0 0-15,0 9 0 0,0 4 40 16,0 2 96-16,-3 8 0 15,2 2-36-15,-3 1 44 0,-4 2 80 0,4 1-68 16,-4 3 16-16,5 0 24 0,-1-1-36 0,0 1 24 16,5-1 48-16,2 1-24 15,2 0-28-15,6-3-32 0,1-4-64 0,8 0-72 16,0-2 48-16,0-1 100 0,8 1-112 16,1-4-40-16,2-4 40 0,5 1 0 0,0-3-36 15,0-4 76-15,4 1-76 0,4-4 36 16,4-6-48-16,8 0-44 15,3-3-212-15,13-7-244 16,4-5-168-16,0-4-496 0,3-1-740 0,-15 5-2692 16,9-8-5173-16</inkml:trace>
  <inkml:trace contextRef="#ctx0" brushRef="#br0" timeOffset="58163.94">27356 6429 4180 0,'0'0'2320'0,"0"0"-892"0,0 0-324 16,0 0 20-16,0 0-295 0,0 0-161 15,0 0-92-15,0 0 64 0,0-70 60 16,0 61-164-16,0-1 200 0,0 6 80 0,-4 2-96 16,0-4 28-16,0 6-128 15,-4-4-100-15,3 4-28 16,-6 0 12-16,-1 0-244 0,-8 0-164 16,5 4 76-16,-10 8 24 0,1 4 84 0,0 6 452 0,0 4-112 15,1-1-303-15,3 5-49 16,3-5-64-16,6 0-56 0,-1-6-28 0,8 0-60 15,-1-10-48-15,5 1-12 0,0-7-120 0,0 0 0 16,5-3 44-16,-1 3 16 0,0-3-24 16,8 0 12-1,0 0-96-15,4-6-89 0,0 0-171 0,7-7 52 16,-3-1-36-16,4 2 56 0,-3-3 24 16,-2 2-84-16,1 3 100 0,-4 1 68 15,-8 2 124-15,0 1 124 0,-4 3 4 16,4 3-4-16,-8 0-4 0,4 0-44 0,-4 0 48 15,3 0 4-15,-3 6 84 0,5 4 72 16,-1-1 84-16,0 8-72 0,-4 2 24 0,4 0 36 16,0 6 36-16,0 3-84 15,-1 0-84-15,6 9 20 0,-5 0 136 16,4 1-12-16,3 0-36 16,-2 0-100-16,2 4-44 0,-3-5-16 0,1 2-36 15,2-1-8-15,-3 0-4 0,-4-4-12 16,5 5-48-16,-9-5 60 0,4 2 52 0,-4-5 20 15,0-2 24-15,-4-4 52 0,-5-3-3 0,1 1-73 16,1-4-60-16,-1-4 0 0,-5 2 52 16,6-9-64-16,-1 3-4 15,-1-5-8-15,-2 0 4 0,3-2 8 0,-8-4 12 16,4 3 0-16,-8-3-12 0,4 0 0 16,-8-7-4-16,0-2 4 0,-4 0-64 15,0-4-56-15,-4 0-161 0,4-3-71 16,0 0-256-16,1 0-224 0,7 1 8 15,4-5-284-15,4 5-740 16,8-2-756-16,0 5-1705 0,4-10-2311 0</inkml:trace>
  <inkml:trace contextRef="#ctx0" brushRef="#br0" timeOffset="58676.702">27866 6807 7552 0,'0'0'2384'0,"0"0"-1428"0,0 0-271 0,0 0 443 15,0 0 336-15,0 0-200 0,0 0-396 16,0 0-180-16,0 0 20 16,0 0-68-16,4 57-144 0,-4-37-104 0,0 2-148 15,0 0-120-15,-4 3-112 0,0 4 24 16,0 2-36-16,-4 1-96 0,4-3-224 0,-4-4-256 15,0 4-56-15,0-4-60 0,4-6-180 16,-4 3-340-16,0-6-444 0,4-2-896 16,0-3-1921-16</inkml:trace>
  <inkml:trace contextRef="#ctx0" brushRef="#br0" timeOffset="67357.077">28504 6448 10288 0,'0'0'1225'16,"0"0"2663"-16,0 0-2716 15,0 0-288-15,0 0 104 0,0 0 84 0,0 0-252 16,0 0-104-16,-9-3-252 0,9 3-196 0,4-3 1 15,5 3-113-15,6 0-36 16,1 0 28-16,8 0-52 0,4 0-48 0,0 0-48 16,-4 0-8-16,0 0-76 0,0 0-88 0,-1 3 16 15,1-3-76 1,4 0-241-16,-8 0-427 0,4 0-4 0,-8 0-624 16,-4 3-1080-16,-9-3-2741 0,-3 4-2279 15</inkml:trace>
  <inkml:trace contextRef="#ctx0" brushRef="#br0" timeOffset="67532.271">28467 6696 11281 0,'0'0'2136'0,"0"0"-1564"16,0 0-204-16,0 0 796 16,0 0 140-16,0 0-136 0,0 0-196 15,84 15-308-15,-48-15-212 0,-1-2-72 0,2-4-112 16,3-5-268-16,-5 3 0 15,1-6-232-15,4 3-256 0,-4 0-456 16,4-2-328-16,-12 7-676 0,15-10-3785 0</inkml:trace>
  <inkml:trace contextRef="#ctx0" brushRef="#br0" timeOffset="67994.211">29391 6575 15529 0,'0'0'1940'16,"0"0"-1620"-16,0 0 40 0,0 0 612 16,0 0 244-16,0 0-388 15,0 0-392-15,84 42-252 0,-35-52-63 0,-2-6-121 16,9 0 0-16,-4-6-209 0,3-3-7 16,-7 2-188-16,-4 2 4 0,-8-2 168 15,-8 7 112-15,-5-3 20 0,-6 6 4 0,-9-3-40 16,-5 0 136-16,-3 4 96 0,0-4-44 15,-11-1-48-15,-2 3 68 0,-2-3-72 16,-2 4-76-16,2 5-24 0,-1 1 28 0,-4 3 24 16,4 4-136-16,-8 0-12 0,1 13 100 15,-9-1 96-15,4 7 148 16,-4 4-12-16,0 3 60 0,4 2-76 0,-4 4 40 0,4 1-76 16,0 4 4-16,0 1 80 15,8 0-32-15,1 0-4 16,6 4 16-16,6-5 0 0,3 2-52 0,4-4-24 15,0-1 12-15,4-2 4 0,7-2 32 16,9-3 12-16,4-2 89 0,4-5-61 16,4-1-100-16,8-3 24 0,-4-7-80 0,4-2 80 15,0-4-72-15,-1-3-12 16,1 0-40-16,-4-7-32 0,0-2-72 0,4-4-225 16,-5 0-187-16,-3-2-200 0,4-2-248 15,-4-2-712-15,-12 7-2140 0,8-4-2093 16</inkml:trace>
  <inkml:trace contextRef="#ctx0" brushRef="#br0" timeOffset="71925.852">24288 4166 5776 0,'0'0'1520'16,"0"0"-844"-16,0 0-288 0,0 0 1840 0,0 0-711 16,0 0-545-16,0 0-372 0,12-4-116 15,-8 4 36-15,3 0 44 0,-2 0 16 16,-1 0-148-16,0 0-84 0,0 0-24 16,0 0-60-16,-1 0-4 15,-3 0 0-15,0 0-24 0,0 0-40 16,0 0-12-16,0 0-24 0,0 0-36 0,0 0-60 15,0 0-52-15,0 0 36 16,4 0 0-16,-4-3-40 0,4 3-4 0,-4 0 12 16,5 0-4-16,-5 0-4 0,0 0 4 15,4 0 0-15,-4 0 0 0,0 0 60 16,0-3-60-16,0 3 0 0,0 0 4 0,0 0-16 16,0 0-60-16,0 0-36 0,0 0-140 15,0 0-60-15,0 0-36 0,0 0-176 16,-4 0-264-16,-1 0-132 0,-3 3-92 15,1-3-120-15,-1 3-148 0,4-3-549 0,-5 4-375 16,6-2-112-16,-1 1 216 0,0 1-68 16,0-4 300-16,64-19 1840 15</inkml:trace>
  <inkml:trace contextRef="#ctx0" brushRef="#br0" timeOffset="72646.064">24296 4140 588 0,'0'0'2788'0,"0"0"-1444"0,0 0-888 0,0 0 12 16,0 0 184-16,0 0 128 15,0 0-168-15,0 0-248 0,0 0-108 16,0 0 108-16,0 0 156 0,0 0 216 0,0 0 52 15,0 0-207-15,0 0-105 0,0 0-40 16,0 0 12-16,0 0-28 0,0 0-60 16,0 0-32-16,0 0-8 0,0 0-44 0,0 2-8 15,0 2-4-15,-4 6-60 0,0-4-92 16,4 3-48-16,0 2 12 0,-5 1-76 16,5 1-48-16,0-4 40 0,-3 4 4 15,3 0-60-15,0-1 4 0,0 1 60 0,0-1 0 16,0 4-60-1,0-2 60-15,0 1 8 0,0-3-8 0,0 5-8 16,0-4-44-16,-4 3 4 0,4-4-16 16,0 1 56-16,-4 3-152 0,4-4 156 15,0 1 8-15,0-4 68 0,0 4-72 16,0-4-8-16,0-2-172 0,0-1 116 0,0 0-12 16,0-2 28-16,0-1-80 0,0 1-152 0,0-2-124 15,0-2-28 1,0 3-120-16,0-3-140 0,4 0-180 15,-4 0-989-15,0 0-2463 0</inkml:trace>
  <inkml:trace contextRef="#ctx0" brushRef="#br0" timeOffset="73569.409">23886 3756 2544 0,'0'0'2204'16,"0"0"-736"-16,0 0-308 15,0 0-136-15,0 0-64 0,0 0-160 0,0 0-128 16,0 0-15-16,0 0 215 0,0 0 76 15,0 0 4-15,8-19-256 0,-8 16 60 16,0-1-64-16,0-3-268 0,-4 1-100 0,4 1-248 16,-4-5-76-16,4-3-136 0,0 3-40 15,-5-5-72-15,5 2-40 0,0 0-80 16,0 1 56-16,0 2 60 0,0 1-24 16,-4 2 72-16,4 3 200 0,-4-1-4 0,0 2 0 15,1 3-144-15,-5-4 64 16,-1 2-76-16,1 2-16 15,-3 0-160-15,-2 0 188 0,2 0-40 0,3 0-12 16,-8 0-164-16,4 0-232 16,4 0-288-16,-4 2-321 0,0 2 45 0,0-1 180 15,4 0 228-15,-4 3-8 0,0 1-384 0,4-1-676 16,-3 4-768-16</inkml:trace>
  <inkml:trace contextRef="#ctx0" brushRef="#br0" timeOffset="118542.102">1590 8969 8596 0,'0'0'2701'0,"0"0"-701"15,0 0-1276-15,0 0-216 0,0 0 688 16,0 0 320-16,0 0-400 0,0 0-404 0,0 0 136 16,15 41-276-16,-7-8-328 0,4 7-84 15,0 15-16-15,0 8-32 0,4 12-28 16,-5 12-72-16,-2 1 0 0,-1 1-4 16,0-5-8-16,-1-12-104 0,-2-8-68 0,-1-17-12 15,4-11 4-15,-4-15-52 0,-1-9-36 16,-3-5-248-16,4-7-616 0,-4 0-340 15,0-7-260-15,0-5-260 0,0-9-1925 16,0 4-2259-16,-7-27 4076 0</inkml:trace>
  <inkml:trace contextRef="#ctx0" brushRef="#br0" timeOffset="118925.901">1669 9004 4880 0,'0'0'2396'16,"0"0"740"-16,0 0-1603 0,0 0-461 0,0 0 200 15,91-44-172-15,-70 44-320 0,-6 0-216 16,1 9-252-16,0 4-236 16,-4 6 72-16,-8 9 12 0,0 7-36 0,-4 10 28 0,-4 9-104 15,-7 0-40-15,-6 3 0 0,1-6 128 0,-3-4 160 32,-2-6 568-32,-3-5-448 0,5-4-192 0,3-4-212 0,4-6 60 15,4-6-72-15,3-6-4 0,5-1-144 16,0-3-120-16,9 4 8 15,7-4 224-15,4 7 24 0,8-4 16 0,4 1-4 16,3-1 56-16,-3-2-56 0,0 3 0 0,0-1-12 16,-4 0 12-16,-4 3 0 0,-5 8 356 15,-6-1-84-15,2 3-28 0,-11 7-24 16,1-3-124-16,-5 2 76 0,-5 1 0 0,-3-7-64 16,-3 3 16-16,-2-6 8 0,-2 0-32 15,-2 0-100 1,-2-6-40-16,-1 0-228 0,0-4-84 0,0-3-16 0,-4-1-84 15,4-5-64-15,1 0-100 0,-5-7-100 16,3-3-152-16,6-3-448 0,-2-6-824 16,14-3-917-16,-1 6-2239 0</inkml:trace>
  <inkml:trace contextRef="#ctx0" brushRef="#br0" timeOffset="119532.479">2299 9582 1460 0,'0'0'9613'0,"0"0"-7893"16,-4 69-584-16,-1-33 732 0,-3 2-144 16,1 6-252-16,-1-9-528 0,3-3-504 0,5-6-440 15,0-7-24-15,5-7-184 0,3-6-88 16,3-6 4-16,2 0-4 0,6-9-220 0,1-10 60 16,1-6-12-16,-6-4-304 0,1 0-80 15,-8-2 400-15,4-1 216 0,-5 6 144 16,2 1 92-16,-5 2 16 0,0 8 96 15,-4 3-108-15,4 5 148 0,0 3-64 0,-1 4-84 16,-3 0 120-16,9 4 332 16,-1 3 56-16,3 5-128 0,2 7-124 0,2 0 272 15,2 10-24-15,2-1-16 0,-2 10-100 16,-2 4-108-16,1 2-52 16,-4 10-48-16,0 0-76 0,-8 3-8 15,0 4-52-15,0-5 0 0,-4 1 64 16,0-2 20-16,-8-4 28 0,1-7 156 15,-6-3 232-15,2-6-259 0,-2 0-105 0,-2-9-52 16,-6-1-8-16,2-3 32 0,3-6 0 0,-9-3-32 16,6-4-112-16,-5-6 64 15,4-3-76-15,0 0-84 0,-4-6-88 0,4-4-20 16,1-2 20-16,-1-1-68 0,8-3 68 16,-1 4 15-16,6-5 97 0,3 5-64 0,0-1 124 15,-1 1 56-15,5-2-56 16,0 0-48-16,5-3 40 0,-1 1-40 15,7-3 48-15,6 0 0 0,2-6-4 16,1 3-8-16,4-4 0 0,4 3-36 16,4-2 48-16,0 3 48 0,0-3-40 15,4 3-8-15,-4-1-8 0,-1 1 4 0,-3 3 0 16,-4 2 4-16,-4 3-48 0,0 1-12 16,-5 3-40-16,-2 0-44 15,-5 7-4-15,-4 1 4 0,-1 2 20 0,-3 0 4 16,0 0-28-16,0 0-108 15,0 2-72-15,0 1-92 0,-3 7-600 0,-1 0-1016 16,0-2-1880-16,-4 6-2985 0</inkml:trace>
  <inkml:trace contextRef="#ctx0" brushRef="#br0" timeOffset="122817.204">3940 8988 1488 0,'0'0'1016'0,"0"0"-636"0,0 0-316 0,-12-70 120 15,8 58 5492 1,0 2-3904-16,0 1-319 0,0 2-325 15,0 3-12-15,0 2 20 0,0 2-64 0,1-3-276 16,-6 3-224-16,5 0-80 0,-7 0-96 16,-2 0-52-16,1 3-24 0,-8-1-12 15,5 9-64-15,-6 1-72 0,1 7-28 0,1 4-100 16,-1 11-44-16,4 4-88 0,0 13 80 16,0 10 0-16,8 2 8 0,0 11-72 15,4-2 68-15,4-2 0 0,8-3 4 16,4-7-76-16,8-9-20 0,0-7-16 15,0-8 28-15,3-11-52 0,1-6-24 16,4-7-12-16,0-8-12 0,4-4-380 0,0-7-352 16,-4-5-40-16,0-8-716 0,0 1-1256 15,-4-2-2313-15,-8 4-1594 16</inkml:trace>
  <inkml:trace contextRef="#ctx0" brushRef="#br0" timeOffset="123122.568">4127 9528 3132 0,'0'0'4768'0,"0"0"-1960"0,0 0-1407 15,0 0-273 1,8 66 216-16,-4-47 168 0,1-3-384 0,-2-2-508 16,1-6-412-16,4-4-156 0,0-4 132 15,4 0 40-15,0-4-64 0,4-8-84 16,4-7-76-16,0-2-184 0,-5-6-136 16,2-5-128-16,-2 4 4 0,-2 3 168 0,-6 0-108 15,1 2 148-15,-4 4 104 0,-4 3 132 16,0 4 112-16,-8 2 40 0,-3 3-28 15,-2 1 124-15,-2 0 116 0,-6 3-180 16,6 3 28-16,-1 3-28 0,4 6-24 0,-1 7 4 16,2 6-56-16,-1 4 52 0,4 2 28 15,0 1-16-15,4 3-172 0,0-7-120 16,4-3-200-16,0-2-272 0,0-8-140 0,4-6-104 16,4-6-428-16,4 0-396 0,0-9-997 15,4-10-1835 1,-4 3-1687-16,3-16 6179 0</inkml:trace>
  <inkml:trace contextRef="#ctx0" brushRef="#br0" timeOffset="123485.167">4430 9325 2620 0,'0'0'404'0,"0"0"4812"0,0 0-3052 0,0 0-699 0,0 0-133 16,0 0-72-16,0 0-152 15,0 0-276-15,0 0-356 0,-4 76-68 0,8-60-72 16,0-4-176-16,0 8-84 0,0-5-76 15,3 2 0-15,-2-5-4 0,-1-2-144 16,0-4-28-16,0-3-48 16,4-3 16-16,0 0-392 0,0-6 96 0,4-4 452 15,-5-3-160-15,6-2-76 16,-5-2-80-16,-1-2 92 0,2 0-16 0,-1 0 284 16,-4 0-80-16,-1 7 88 0,-3-1 180 15,0 3 48-15,0 8 0 0,4-2 48 16,-4 4 64-16,0 0 64 0,0 0 60 0,0 4-276 15,4 5-124-15,1 1-64 16,3 5 200-16,-4 7-4 0,3 1 92 16,1-1 108-16,1 1-268 0,-5-2-128 0,3-1-60 0,1-5-116 15,-4 1-60 1,5-3-100-16,-6 0-260 0,1-4-336 0,4-3-188 16,-4 1-536-16,0-1-977 0,0-2-2171 15,-4-4-580-15,4 0 5329 0</inkml:trace>
  <inkml:trace contextRef="#ctx0" brushRef="#br0" timeOffset="123913.835">4784 9309 5396 0,'0'0'4276'16,"0"0"-2511"-16,0 0-917 0,0 0-80 16,0 0 540-16,17 76 308 0,-13-51-400 0,-4-3-636 15,0 3-332-15,0 1-196 0,0-6-52 16,3-5-52-16,-3 1-120 16,4-10-16-16,-4 1-20 0,4-4-4 15,-4-3-124-15,5 0-124 0,-1-3 420 16,4-10 40-16,-5 4 116 0,5-7-116 15,1-3-12-15,-1 3-188 0,-5-1 188 0,5 5-52 16,-4 3-100-16,0 2 24 0,1 7-24 16,-1 0 164-16,-4 0 252 0,3 3 328 0,1 8-20 15,0 1-288-15,4 4 40 0,-3 0-64 16,-2 3-64-16,1 0 40 0,-4 0-88 0,4-3-36 16,-4-1-100-16,4-2-72 0,-4 0-16 15,0-10-20-15,0 0-68 16,0-3-68-16,0 0-352 15,4-3-388-15,4-9 316 0,-4-8-356 0,4-5-628 16,4-7-1033-16,0-9-2207 0</inkml:trace>
  <inkml:trace contextRef="#ctx0" brushRef="#br0" timeOffset="124715.376">5139 8906 5380 0,'0'0'560'0,"0"0"5169"0,0 0-4461 0,0 0-784 0,0 0 152 16,0 0 680-16,0 0-132 0,4 95-264 15,0-53-340-15,0 2-132 0,0 3 4 16,5 7-132-16,-6 1-60 16,5 1-188-16,-4-5-72 0,4-2-84 0,-4-12-16 15,0-5-60-15,0-13 12 16,0-3 40-16,0-7-16 0,0-6-72 0,0 0-272 16,-4-3-92-16,0 0-8 0,0 0 256 0,0-6-76 15,-4 0-268-15,-4-7-276 0,-4 3 352 16,-4 1 272-16,1-1 308 15,-9 3 88-15,3 1 128 0,1 4 100 16,5 2 288-16,3 0 88 0,3 0-12 0,5 0-44 16,1 0-64-16,3 0-152 0,0 2-160 15,3-2-136-15,10 0 184 0,2 0 156 0,6 0-56 16,2 0-80-16,1-8-120 0,4-6-48 16,4 2-52-16,-4-4-108 15,0 0-12-15,0-3-120 0,-4 3-200 16,-1-3-268-16,1 0-88 0,-4 3-264 15,1 0-440-15,-2 0-816 0,-3 7-1052 16,-4 3-1961-16,-1 0 409 0,-2 1 4160 0,-5 5 940 0,0 0-288 16,0 11 1668-16,-4 2-1028 15,0-1 4328-15,0 7-2404 0,0 0-943 0,0-3-517 16,0 6 52 0,0-3 56-16,4 4-256 0,-4-2-268 0,3 2-32 15,-3-4-24-15,5 0-116 0,-1-6-196 16,0-4-208-16,0-2-112 0,4-1-52 15,-5-3-56-15,6-3-128 0,-1 0-68 0,0-6 56 16,8-1-36-16,-1-5-148 0,6 1-52 16,-2 3-16-16,5-3 224 0,0 5 276 15,0 4 160-15,-4 2-160 0,0 0-100 0,0 0 100 16,-1 8 12-16,6 3 796 0,-9-3-12 16,-1 6-636-16,2 2 0 0,-6 0 12 15,6-1-160-15,-6 5 124 0,5-2 172 0,0-1-236 16,1 1-72-1,-6 1 0-15,9 3 44 0,-4-2 4 16,0 5 196-16,-4-3-232 0,-1 7 40 0,2-1-4 16,-5 1-40-16,-4 3 324 0,-4 3-212 15,-4-3-32-15,-8-1-28 0,0 1 24 16,-4-4-76-16,0-5 116 0,-4-4-16 0,0-6 28 16,4-5 20-16,-3-3 100 15,2-5 232-15,2-5 25 0,-2-6-297 0,2-9-84 16,-2-5-132-16,10-1-132 0,-1-5-124 15,8-1 15-15,0 1 81 0,12-4 28 16,4 0 20-16,3-1 16 0,5 5-24 16,4-1 8-16,0 1-56 0,0 1-112 0,-5 3-224 15,5-3-156-15,-3 8-408 0,-1 3-708 16,-9 0-760-16,5 3-1941 0,-8 4-2107 0</inkml:trace>
  <inkml:trace contextRef="#ctx0" brushRef="#br0" timeOffset="125257.106">6880 9141 6280 0,'0'0'2376'15,"0"0"313"-15,0 0-1089 16,0 0-504-16,0 0 16 16,0 0 124-16,0 0-300 0,0 0-380 0,0 0-184 15,0 0-4-15,80 19 52 0,-44-13-28 16,3-3-184-16,2-3-52 0,-2 0-156 16,-7 0-8-16,4-6-64 0,-4-7-124 0,0-6-308 15,-1-6-496-15,1-5-576 16,-8 5-1384-16,8-16-2981 0</inkml:trace>
  <inkml:trace contextRef="#ctx0" brushRef="#br0" timeOffset="125452.461">7159 8899 3604 0,'0'0'8981'0,"-8"76"-7529"0,8-31-920 16,4 11-292-16,5 12 644 0,-2 1 756 15,5 1-344-15,-3 0-620 0,2-6-480 16,1-10-196-16,0-13-184 0,4-9-176 16,0-16-228-16,3-10-216 0,6-6-232 15,-1-19-372-15,4-6-892 0,-4-14-2409 0,-9 7-2215 16,6-25 6048-16</inkml:trace>
  <inkml:trace contextRef="#ctx0" brushRef="#br0" timeOffset="126269.22">7525 8508 12137 0,'0'0'2572'15,"0"0"-1852"-15,0 99-444 0,0-49 516 0,0 11 836 0,0 3-348 16,4-1-472 0,5 4-452-16,-1 0-212 0,-4-1-140 15,3 5 44-15,-2-2-40 0,-1-3-8 0,0-8-192 16,0-10 8-16,0-13-24 0,-4-14 48 15,3-8 52-15,1-7-64 0,0-6-124 16,1 0-96-16,3-6 392 0,-1-7-12 16,5-8-24-16,-3-5-40 0,2-9-120 15,2 3-136-15,-2 1 72 0,1 6 24 0,1 6 40 0,2 5-16 16,1 8-60-16,0 6 12 16,0 3 260-16,-4 10 96 0,4 5 292 15,-4 6-192-15,-1 1 16 0,-2 3 48 0,-5 1 60 16,0-1 40-16,-4-6-16 15,0 1-88-15,0-8-48 16,0-2-24-16,0-7-12 0,0 0-52 0,0-6-8 0,0 0-16 16,0 0 4-16,0 0-100 0,0 0-148 15,0-6-244-15,4-2-172 0,3-6-36 16,2 2-80-16,-1-4-236 16,-1 3-716-16,10-3-392 0,-6 4-24 15,1-1-57-15,4-3-23 0,0 3 136 16,-4-2 1028-16,0-1 220 0,-4 3 744 0,4 3 12 15,-4 3 796-15,0 1 560 0,-3 6 364 16,2 0 44-16,-3 13 165 0,0 3-185 16,0 7-408-16,0 2-96 0,-4 4-244 0,0-1-136 15,0 0 80-15,0-2-176 0,0-3-224 0,0-9-232 16,0-3-208-16,0-5-112 16,0-6-72-16,3 0-28 15,2 0-204-15,7-6 120 0,-4-7 84 0,8-4-108 16,-1-4-88-16,2-2-120 0,-2 2 44 15,2-2 188-15,-2 7 84 0,2-3 12 0,2 6 88 16,-7 4 136-16,0 3 52 0,1 3 96 16,-10 3 60-16,5 0-108 0,-4 3 44 0,-4 6 224 15,0 7-212 1,0 3-44-16,0 0-80 0,0 0-8 0,0 3 48 16,0-6 0-16,0-6-132 0,0-1-76 15,0-5-12-15,0-2 0 0,0-2 4 16,8 0-40-16,0-6 0 0,4-3 48 15,8-7 48-15,-1 0-48 0,6 0-132 0,-1-3-160 16,4 3 108-16,-4 3 0 0,3 4 16 16,-3 3 56-16,4 6-60 0,-4 0 64 15,0 0 108-15,-8 9 96 0,0 1-96 0,-4 6-36 16,-5-1 36-16,2 4 84 0,-1 4-20 16,-1-1-56-16,-3-4 320 0,0 6-184 15,-4-6-144-15,0 1-208 0,0-3-416 0,0-3-584 16,0 0-420-16,0-4-1492 15,0-6-5325-15,9 0 5537 0</inkml:trace>
  <inkml:trace contextRef="#ctx0" brushRef="#br0" timeOffset="127498.029">11733 8657 1592 0,'0'0'104'16,"0"0"4748"-16,0 0-1804 0,0 0-995 15,0 0-417-15,0 0-276 0,0 0-124 16,0 0 40-16,0 0-344 0,0 0-428 16,0 0-36-16,-4 30 84 0,4-9-12 0,0 9-152 15,0 7-104-15,4 8-80 0,0 6 28 16,0 9-84-16,-4 6 20 0,4 11-48 15,-4 6-64-15,0 5-56 0,0 5-88 16,0 5 4-16,-4 3 76 0,0-6 8 16,4-2-12-16,0-11 0 0,0-13 12 0,0-1 72 15,4-11-64-15,0-7-8 0,8-5-180 16,0-7-52-16,-4-9-48 0,4-7-100 0,0-13-292 16,0-2-404-16,4-7-272 15,0-9-644-15,0-11-1896 16,0 1-2161-16,-1-19 518 0</inkml:trace>
  <inkml:trace contextRef="#ctx0" brushRef="#br0" timeOffset="127958.977">12259 9017 6168 0,'0'0'5849'0,"0"0"-4673"15,0 0-716-15,0 0 276 0,0 0 752 16,0 0-224-16,64 82-320 0,-40-40-132 0,4 2-220 16,4 3-44-16,-4 4-72 0,4 4-12 15,-1-5-136-15,-3 5-132 0,4-8-88 16,-4 0 4-16,4-2-52 0,-4-10-60 0,0-1-40 15,-5-9-48-15,1 2-32 0,0-8-88 16,-8-4-168-16,4 1-40 0,-8-6-72 0,0 2-184 16,0-8-116-16,-4-1-288 15,0-3-460-15,0-3-572 0,-4-13-981 0,4-7-1951 16,-5 5 244-16,2-23 3857 16</inkml:trace>
  <inkml:trace contextRef="#ctx0" brushRef="#br0" timeOffset="128198.557">12833 9071 3220 0,'0'0'8045'0,"0"0"-6965"15,0 0-620-15,0 0-88 0,-76 73 440 0,57-45 492 16,-5 7-84-16,-1 7-360 0,1 2-300 16,0 10-144-16,-3 6-56 15,-1 4-52-15,-4 5-40 0,-4 4-96 16,0 1-84-16,0 2-88 0,-3-3-48 15,3-6-16-15,0-4 64 0,8-12-8 0,4-6-88 16,12-14-128-16,4-12-96 0,4-9-220 16,4-10-452-16,12-10-472 0,12-15-548 0,0-13-1941 15,0 6-3467-15,8-28 5017 16</inkml:trace>
  <inkml:trace contextRef="#ctx0" brushRef="#br0" timeOffset="128517.231">13204 8785 8036 0,'0'0'6921'16,"0"0"-5137"-16,0 0-1000 0,0 0-572 15,0 0 108-15,15 66 496 0,-6-30 336 0,-5 5-468 16,3 6-320-16,1 7-72 0,5 10-84 16,-6 0-48-1,1 5-160-15,-4 4-12 0,-4 0-88 0,0-2 52 16,0-5-60-16,0 0-16 0,0-5-92 0,-4-4-116 16,0-6 40-16,4-3 0 15,-4-4-40-15,4-9-132 0,0-3-52 0,0-10 12 16,0-3-104-16,0-6-360 0,0-7-552 0,0-3-852 15,0-3-2037-15,0 0-2355 16,-3-7 6372-16</inkml:trace>
  <inkml:trace contextRef="#ctx0" brushRef="#br0" timeOffset="129246.95">14036 9128 10716 0,'0'0'2105'16,"0"0"-689"-16,0 0-508 0,0 0 48 15,0 0-4-15,0 0-244 0,0 0-64 0,0 0 156 0,92 19-188 16,-52-16-208-16,3 4-76 15,5-4-44-15,4 0-28 16,3-3 60-16,1 0-28 0,4 0-43 0,0-3-85 16,0-7-120-16,-4 1-40 0,8-1 0 15,-5-5-48-15,-3 2 48 0,0-3-48 16,-8 0-124-16,-4 2-133 0,-12 6-155 0,-4-3-52 16,-13 5-236-16,-3 3-172 15,-7 0-796-15,-5 3-2048 0,0 0-1165 16,-13 10-3015-16</inkml:trace>
  <inkml:trace contextRef="#ctx0" brushRef="#br0" timeOffset="129490.058">14252 9471 1068 0,'0'0'9576'0,"0"0"-6995"16,0 0-957-16,0 0-692 15,0 0 196-15,0 0-24 0,0 0-412 0,0 0-92 16,0 0-8-16,91 10-56 0,-55-10-96 16,4 0-124-16,-1 0-120 0,2 0-76 0,-2 0-64 15,1 0-56-15,0-5-72 0,-4 3-88 16,-4-1-108-16,4 0-180 0,-5-1-116 16,-3-3-96-16,-4 7-324 0,-4 0-964 0,-8 0-2284 15,-8 7-2413-15</inkml:trace>
  <inkml:trace contextRef="#ctx0" brushRef="#br0" timeOffset="129701.145">14239 9829 5764 0,'0'0'7029'0,"0"0"-5665"0,0 0-872 0,0 0 216 0,0 0 388 0,0 0-40 15,0 0 84-15,0 0-320 16,112 10-120-16,-69-10-224 0,6-3-124 0,-6 3-120 15,1 0-72-15,0-4-100 0,0 4-12 16,0 0 12-16,-1-3-60 0,1 3-36 16,-4-5-340-16,4 1-380 0,-4-3-248 15,0-2-252-15,-9 4-1428 0,10-6-4949 16</inkml:trace>
  <inkml:trace contextRef="#ctx0" brushRef="#br0" timeOffset="130301.911">15777 8772 10756 0,'0'0'2385'0,"0"0"-821"0,0 0-332 0,0 0 8 0,0 0-48 16,0 0-296-16,0 0-220 15,0 0-92-15,0 0 64 0,9 77-76 0,-2-39-147 0,-3 9-1 16,4 4 120-16,0 7-132 16,0 5-160-16,-4 0-72 15,-4 6-92-15,0 8-4 0,0 0 0 16,0 5-72-16,-4 1 48 0,1-1-56 0,-2 1-4 16,1-1-84-16,-4 1-96 15,8-4-40-15,0 1 76 0,0-1-84 0,0 0-40 16,8-7-8-16,1-7-28 0,2-12 36 0,1-8-84 15,0-13-85-15,4-13-123 16,0-6-404-16,3-7-348 0,2-6-1072 0,-1-3-2132 16,-8-7-2473-16,8-12 4329 0</inkml:trace>
  <inkml:trace contextRef="#ctx0" brushRef="#br0" timeOffset="130846.599">16546 9103 196 0,'0'0'9172'16,"0"0"-6939"-16,0 0-289 0,0 0-740 16,0 0-120-16,0 0 244 15,0 0-200-15,72 76-168 0,-40-35-188 16,0 3-124-16,8 10-232 0,-5 0-88 15,1 0-112-15,0 3-20 0,-3-6-63 0,-2 0-41 16,-4-7-92-16,-2-2-76 0,-1-4 16 16,0-7-49-16,-9-2-39 0,6-10-68 0,-6 0-100 15,1-9-148-15,-4-3-148 16,0-5-108-16,0-2-8 0,1-2-384 0,-6-11-992 16,1-6-1084-16,0-4-2841 0,-4 4-138 15</inkml:trace>
  <inkml:trace contextRef="#ctx0" brushRef="#br0" timeOffset="131092.913">17195 9076 352 0,'0'0'10589'16,"0"0"-8705"-16,0 0-876 0,0 0-196 16,0 0 184-16,0 0-40 0,0 0-248 0,0 0-224 15,0 0-124-15,-59 90 0 16,35-49 8-16,-4 7 36 0,-7 6-96 0,-6 3-40 0,2 3 4 15,-10 4 8-15,-2-4-72 16,3 0-28-16,1-6-176 0,-1-3-4 0,4-3-204 16,4-10-16-16,8-7-148 15,4-6-96-15,12-8-312 0,5-4-308 16,2-4-728-16,9-6-1280 0,0 1-4141 0</inkml:trace>
  <inkml:trace contextRef="#ctx0" brushRef="#br0" timeOffset="131904.97">17439 9801 2980 0,'0'0'88'16,"0"0"5016"-16,0 0-3264 0,0 0-319 16,0 0-229-16,0 0-168 0,0 0-72 15,0 0 16-15,0 0 44 0,24 67-244 0,-13-36-200 16,2 4-152-16,-5 3-12 0,-1 3-176 16,-3 1-120-16,1-4-108 15,-5 3-88-15,0-6-12 0,0-3-48 0,-5-4-76 16,5-6 12-16,-4-2-108 0,4-10-184 15,0-4-196-15,0-3-216 0,0-3-212 16,9 0-904-16,-1-3-2056 0,-4-10-1245 16</inkml:trace>
  <inkml:trace contextRef="#ctx0" brushRef="#br0" timeOffset="132089.783">17543 10099 8388 0,'0'0'1980'0,"0"0"-551"0,0 0 19 0,0 0 276 0,0 0-212 0,0 0-492 15,83-9-216-15,-59 9-176 16,0-3-172-16,0-3-176 0,-1-1-208 0,1-3-72 16,1 3 0-16,-5-4-172 0,-1-3-404 0,1-1-252 15,1-1-412 1,-6 3-820-16,-3-3-2101 0,-4 3-2687 0,0-2 4788 0</inkml:trace>
  <inkml:trace contextRef="#ctx0" brushRef="#br0" timeOffset="132276.649">17853 9794 328 0,'0'0'7628'0,"0"0"-5608"0,0 0-215 15,0 0-129-15,-16 82-80 0,12-52-260 0,4 4-216 16,0 1-352-16,0-3-152 0,0 0-224 16,4 0-168-16,-4-4-224 15,0 1-4-15,0 0-244 0,0-7-304 16,0 0-188-16,0-3-192 0,4-3-348 15,5-6-728-15,-6-1-1209 0,5-6-3391 16,4-3 3896-16</inkml:trace>
  <inkml:trace contextRef="#ctx0" brushRef="#br0" timeOffset="133332.132">18471 8801 664 0,'0'0'1320'15,"0"0"6568"-15,0 0-5659 16,0 0-557-16,0 0-480 0,0 0-160 15,0 0-80-15,0 0-204 0,0 0-192 0,0 0-64 16,19 79-84-16,-10-41-116 0,-1 7 88 16,-1 2-96-16,6 5-28 0,-5 2-76 0,-4-1-8 15,-1 7-36-15,1 4-52 0,-4 0-80 16,0 3-4-16,0-1 0 16,-4 1-8-16,1-4 0 0,-1-2-88 15,-4-8 32-15,8-2-20 0,-5-7 80 16,1-2-80-16,4-7 76 0,0-4-68 0,0-9-20 15,0 1 36-15,4-11-16 0,-4 1-56 16,5-3-52-16,-5-7-136 0,4 1-96 0,0-4-40 16,0 0 36-16,3 0-108 0,6-7-304 15,-5-3-560-15,3 4-1104 0,-2-10-3029 16</inkml:trace>
  <inkml:trace contextRef="#ctx0" brushRef="#br0" timeOffset="134690.428">20750 8960 1880 0,'0'0'7468'0,"0"0"-5711"16,0 0-653-16,0 0-452 0,0 0-28 0,0 0 392 16,-56 91 32-16,44-46-68 0,8 3-292 15,4 9-92-15,-4 4-116 0,4-2-72 16,0 2-100-16,8-4-136 0,0-3-80 15,0-13-92-15,0-6-84 0,4-5-28 0,0-16-96 16,4-1-248-16,3-10 72 0,2-3-284 16,3-9-560-16,-1-7-1016 0,-3 0-2965 15,1-12-3443-15</inkml:trace>
  <inkml:trace contextRef="#ctx0" brushRef="#br0" timeOffset="135193.674">21072 9138 5712 0,'0'0'140'0,"0"0"5133"0,0 0-3297 16,0 0-440-16,24 69 0 0,-20-40-164 15,0-1-268-15,0 1-320 0,1-1-316 16,-5-5-360-16,0-4-108 0,4-7-72 16,-4 1-100-16,0-7-84 0,0-1-152 0,4-3-220 0,-1-2 184 15,1 0 60 1,4-2 52-16,5-9-204 0,-2-2 48 15,6-2 32-15,-2-1 56 0,1-7 148 0,0 5 176 16,0-2 76-16,0 1 84 0,-4 0 128 16,4 6 180-16,-5 5 76 0,-2 4 68 15,-1 4-76-15,-1 0-76 0,-3 4-84 0,1 1 56 16,-1 9-8-16,0 5 44 16,-4-1-12-16,0 5-36 0,0-5 48 15,0 1-200-15,0-2-192 0,0-8-76 0,0-3 16 16,0-6 0-16,0 0 8 15,0 0-140-15,0 0-140 0,4-3 220 16,7-3 108-16,2 0 4 0,2-4-96 0,-2 3-40 16,2 5-24-16,-2-2 36 0,-2 4 88 15,1 0 36-15,0 4 196 0,0 5 136 0,-1 4-88 16,2-1 40-16,-5 1-16 16,-1 3-60-16,2-4-24 0,-5 1-4 15,4 0 64-15,-4-1 24 0,-4-1 293 0,3-2-269 16,-3-4-208-16,0 6-76 0,0-5-8 15,4-3-12-15,-4 0 0 0,0 1-108 16,0-4-197-16,0 0-123 0,0 0-228 16,4-4-112-16,1 1-56 0,3-6-360 15,7-4-1028-15,-2-4-936 0,6-4-2101 16,-6 5-863-16,6-16 5017 0</inkml:trace>
  <inkml:trace contextRef="#ctx0" brushRef="#br0" timeOffset="135495.493">21802 9296 888 0,'0'0'10641'15,"0"0"-8673"-15,0 0-964 0,0 0-320 16,7 67 636-16,-7-48 124 0,0-2-212 0,0-6-448 16,0-4-428-16,0 0-248 0,4-5-96 15,0-2 96-15,5 0 16 0,2 0-76 16,1-9-48-16,8-4-196 0,1-3-108 0,-2 0-124 16,1-6-112-16,0 3-24 0,-4 0 132 15,-4 6 84-15,-4 1 76 0,-4 1 160 16,-4 6 108-16,0-2 4 0,-8 0 264 0,-4 1-40 15,0 4-52-15,-8-4 4 0,1 6-68 0,2 0 36 16,2 0-144-16,-2 0-12 0,2 8-60 16,-2 5 72-1,6-1 60-15,-2 2 4 0,2 2-64 16,3 3-100-16,4-4-48 0,-5 5-64 0,6-5-184 16,-1 2-460-16,4-2-788 0,0-2-1536 15,0-4-3453-15,20-6 2161 0</inkml:trace>
  <inkml:trace contextRef="#ctx0" brushRef="#br0" timeOffset="136014.919">22284 9334 2540 0,'0'0'1564'0,"0"0"284"0,0 0-1848 16,0 0 0-16,0 0 780 0,0 0 1092 15,0 0-164-15,0 0-587 16,0 0-557-16,0 0-164 0,0 0-80 0,-24-28 380 16,16 50 420-16,-4 7-148 0,0-1 32 15,0 4 228-15,0-6-268 0,1-5-288 0,2-4-224 16,5-5-144-16,0-9-100 16,4 0-64-16,0-3-120 15,0 0-24-15,4-6-192 0,9-4 20 16,2-9-12-16,5-2-148 0,8-9-96 0,-5-4-124 0,5-1 92 15,0 0 204-15,0-3 92 16,0-4-84-16,-4 1-172 0,1-6-68 16,-6-4-128-16,1-3-264 0,-5 0-144 0,-2-3-148 15,-1-4-224-15,0 7-101 16,-8 4 397-16,0 5 492 16,-4 10 608-16,0 12 636 0,0 11 296 15,0 5 269-15,0 5-9 0,0 2-256 0,0 0-212 0,0 2-40 0,-4 9-192 16,0 2-12-16,-1 8 8 15,-2 4-72-15,3 8 120 0,-4 1 272 0,0 4-252 16,0 6-64-16,-4 5-88 0,1 1 52 16,-2 4-88-16,1 4-16 0,0-1-36 15,-4-3-72-15,4-1-36 16,0-2-60-16,5-6-28 0,-1-7-76 0,3-5-44 16,5-6-72-16,0-8-124 0,0-2-376 15,13-8-356-15,2-4 108 0,5-5-168 16,4 0-820-16,1-5-2740 0,-2-2-4205 0,1-8 7693 15</inkml:trace>
  <inkml:trace contextRef="#ctx0" brushRef="#br0" timeOffset="136691.263">23308 9128 9772 0,'0'0'5861'0,"0"0"-4045"0,0 0-1488 16,0 0-324-16,0 0 488 16,0 0 740-16,0 98 184 15,-8-50-419-15,-4 12-389 0,0 7-112 0,0 6 84 0,0 6-60 16,0-3-256-16,-4 4-264 0,8-1 0 0,-8-5-96 16,8-8 84-16,0-6-96 0,5-9-72 15,3-14-64-15,0-1-44 0,3-11 68 16,5-3-20-16,-4-5-28 15,0-8-8-15,0-2-100 0,1-7-161 0,2 0-363 16,1-4-104-16,0-5-224 0,0-11-348 0,4-2-588 16,-4-3-960-16,0-11-2193 15,-4 11 721-15,0-22 3108 0</inkml:trace>
  <inkml:trace contextRef="#ctx0" brushRef="#br0" timeOffset="137004.34">23336 9057 1316 0,'0'0'10517'0,"0"0"-8257"0,0 0-1564 15,0 0-608-15,0 0 252 0,0 0 428 0,-9-63 72 16,22 54-404-16,2-1-396 0,2 4-28 16,7 0-12-16,-1 3 84 0,1 3-32 15,0 3 72-15,0 3 84 0,-4 7 76 0,-8-1 76 16,0 7-28-16,-9 0-96 0,-3 4-28 15,-3 2-72 1,-9 1-28-16,-4 2-108 0,-4 1 0 0,0 0-148 16,-4-1-72-16,0-3-36 0,1 4 96 15,-1-4-76-15,-1-3 52 0,1-3-40 16,5-6 28-16,-1-3-4 0,4-4 52 16,0 0-52-16,4-6-12 0,4 0-84 15,0-6-204-15,4-3-572 0,0-13-868 16,4-4-793-16,0 7-2931 0,12-23 1236 0</inkml:trace>
  <inkml:trace contextRef="#ctx0" brushRef="#br0" timeOffset="137315.079">24060 8610 4060 0,'0'0'4372'0,"0"0"-23"0,0 0-2697 16,101 3-300-16,-74 8-224 0,1 3-184 0,-4 5-152 16,0 4-104-16,-5 3-76 0,-2 6-148 15,-1 2-112-15,-4 4-32 0,-1 1-32 16,-7 5-56-16,1-3-136 0,-5 7 4 0,0 2-88 16,-9 1 0-16,-2 0 41 0,-6 3-53 15,-6 1-49-15,3-2-23 0,-8-2-28 16,4-4-80-16,1-2-76 0,-1-3-60 0,-1-5-64 15,5-5-180-15,5-7-116 16,-2-1-36-16,2-6-228 0,7-3-520 0,-4-4-1000 16,4-3-2361-16,0-2-2323 0,0-6 5904 15</inkml:trace>
  <inkml:trace contextRef="#ctx0" brushRef="#br0" timeOffset="151283.731">5849 12690 3008 0,'0'0'8033'0,"0"0"-6633"15,0 0-532-15,0 0-16 0,0 0 560 16,0 0 8-16,0 0-192 0,0 0-256 0,0 0-68 15,63 63-376 1,-39-33-80-16,4 3 28 0,4 9-39 16,4 3-265-16,3 10-52 0,1 3-60 0,1 7-52 15,-2 5-8-15,1 2-12 0,-5 2-180 16,6 1 96-16,-5-4-64 0,-1-2 39 16,1-9-63-16,-4-9 16 0,0-6-76 0,-4-14 12 15,-4-5-36-15,0-10-60 0,-5-6-100 0,-2-8-160 16,-2-2-312-16,-2-9-476 15,-6-7-304-15,1-6-948 0,-3 3-2493 16,-1-25 145-16</inkml:trace>
  <inkml:trace contextRef="#ctx0" brushRef="#br0" timeOffset="151549.351">6657 12693 2644 0,'0'0'10505'16,"0"0"-9285"-16,0 0-812 0,-88 76-44 16,56-41 580-16,4 4 308 0,-7 8-348 0,3 4-276 15,-4 6-308-15,4 3-64 0,-3 7-48 16,-1 6-36-16,-5 4-72 0,2 1-16 16,-1 2 16-16,-4-1 32 0,1 0-132 15,-2-2 0-15,6-6-4 0,-1-8-68 16,4-3-28-16,5-10-68 0,3-9-80 0,3-5-144 15,10-14 96-15,6-6-20 0,5-13-116 16,4-3-276-16,0 0-780 0,8-12-556 16,5-8-756-16,-2 8-2617 0</inkml:trace>
  <inkml:trace contextRef="#ctx0" brushRef="#br0" timeOffset="152582.252">7817 13195 4752 0,'0'0'8'16,"0"0"5256"-16,0 0-3703 0,0 0-397 0,0 0 240 15,0 0 84-15,0 0-320 16,0 0-284-16,0 0-244 0,0 0-120 0,-4 19-4 16,16-17 156-16,4 5-184 0,-1-7-132 0,10 4-76 15,3-1 24-15,3-3-36 0,5 0-87 16,4 0-45-16,8-3-28 0,-1-1-36 15,5 2-60-15,8-3 0 0,0 0-12 0,7-2 0 16,5-2 8-16,4 0-8 16,4-1-12-16,3 0 12 15,1 2 108-15,4-6-108 0,4 2-84 0,3-1 12 0,-3 0 12 16,3 0 12-16,1 4-52 0,-5 0-44 16,5 2 71-16,-1 1 65 15,-3-1-40-15,0 4 48 0,-1 0 0 0,1 0 48 0,-8 3-48 16,4 0-40-1,0-3-32-15,-5 3 72 0,8-3 0 16,1-1 4-16,0-2-4 0,-1 3-8 0,1-1-4 16,0-3 0-16,-5 5-48 0,1 2 48 15,-9-3-68-15,1 3 76 0,-4 0 0 16,-4 0 4-16,-1 0-72 0,-3 0 60 16,-4 0-40-16,-4 0-44 0,-1 0 36 15,-3 0-24-15,-4-3-52 0,-4-1-108 0,-4 2 48 16,-8-2-36-16,-4-3 12 0,-8 5 24 15,-9-1-196-15,-2 3-48 0,-9-3 96 16,-4 3 332-16,0-4 4 0,-9-3-240 0,1 1-260 16,-7-2-660-16,2-3-312 15,-6-2-216-15,2 1-660 0,2-1-2197 0,3 1-1531 16,-8-7 5501-16</inkml:trace>
  <inkml:trace contextRef="#ctx0" brushRef="#br0" timeOffset="152879.576">11606 12766 7372 0,'0'0'2476'0,"0"0"-839"16,0 0-1637-16,0 0 156 0,0 0 228 16,0 0 436-16,0 0 604 0,84 17-348 0,-57-11-360 15,-3 2-252-15,4 3-88 16,-4 2-164-16,0 2-52 0,-4-2 16 0,-4 6 120 0,-1-3 136 15,-2 0-196-15,-9 3 12 0,0-4-76 16,-4 4-12-16,0 0 120 0,-8 4 112 16,-8-2-24-16,-4 3-100 15,-4 1-220-15,-4 0-48 0,-8 1-112 16,1-1 4-16,-10 3 104 0,2-2 0 0,-9 2-268 16,-4 1-180-16,0 3-200 0,5-4-28 15,3-1-236-15,4-6-536 0,16-9-952 16,4-1-3073-16</inkml:trace>
  <inkml:trace contextRef="#ctx0" brushRef="#br0" timeOffset="154141.705">9104 12039 4712 0,'0'0'364'0,"0"0"5012"16,0 0-3803-16,0 0-473 0,0 0 132 0,0 0-32 16,0 0-68-16,0 0-124 0,0 0 248 15,0 0-408-15,4 0-432 16,4 29 0-16,-1 6-220 0,2 6-88 0,-1 4-108 15,-4 3 0-15,-1-1-72 0,1 1-88 0,-4-8 0 16,0-4 76-16,4-8-48 16,-4-6 20-16,4-9-24 0,-4-6 64 0,5-4-64 15,-5-3-84-15,0 0 24 0,4 0-36 16,-4 0 108-16,0 0 116 0,0 0-112 16,4 0-4-16,-1-3 0 0,9 3 124 15,-3-4-4-15,10 4 8 0,-3 0-8 0,4 0-104 16,0 4-52-16,0 2 88 15,-4 0 4-15,0 4 68 16,-8-1 52-16,-1 4-52 0,1-1 148 0,-3 1 12 0,-5 0 0 16,0-1 108-16,-5 2 16 15,-3-3-76-15,1 0-84 0,-5-3 8 0,-4 3-32 16,4-5-100-16,-4-3-24 0,0 0-208 16,0 1-152-16,1-4 152 15,-2 0-148-15,6-10-100 0,-2-2-252 0,1-5-540 16,5-4-520-16,-2-5-40 0,9-3-1157 15,0 1-2103-15,0 6 600 0</inkml:trace>
  <inkml:trace contextRef="#ctx0" brushRef="#br0" timeOffset="154319.832">9589 12344 3772 0,'0'0'848'0,"0"0"4520"15,0 0-3911-15,0 0-249 0,0 0 308 16,9 79 188-16,-18-59-516 0,2-1-356 0,-1-3-536 15,4-1-292-15,-5-2-4 0,2 0-148 16,3-7-84-16,0 1-240 0,0-5-328 16,0 3-168-16,-4-5-64 0,4 0-916 0,-4-11-3297 15,4 5-807-15,-4-10 5388 0</inkml:trace>
  <inkml:trace contextRef="#ctx0" brushRef="#br0" timeOffset="154493.492">9534 12157 2764 0,'0'0'9281'0,"0"0"-7541"0,0 0-792 15,0 0 36-15,0 0 60 0,0 0-288 16,0 0-608-16,0 0-148 0,0 0-248 16,0 0-48-16,40-23-304 0,-29 17-696 0,6 3-1052 15,-6 0-2405-15,6 0-3135 0</inkml:trace>
  <inkml:trace contextRef="#ctx0" brushRef="#br0" timeOffset="154872.292">9997 12303 1332 0,'0'0'8948'16,"0"0"-7759"-16,0 0-701 15,0 0 88-15,3 66 812 0,1-44-20 16,-4 8-296-16,0-5-448 0,0 7-264 0,0-4-176 15,0 7 104-15,0-4-4 0,0 8-136 16,-7-4-140-16,-2 0-8 0,1-4-8 16,0-2-68-16,-4-6 72 0,8-8-4 15,-4-5-40-15,4-4 48 0,1-6 84 0,-1 0-84 16,0 0-172-16,-5-6-396 16,1-7-380-16,1-3 180 0,-2-10-240 15,1-5-784-15,1-4-2221 0,-1 6-2199 16,-5-19 3616-16</inkml:trace>
  <inkml:trace contextRef="#ctx0" brushRef="#br0" timeOffset="154996.202">9900 12106 9728 0,'0'0'1148'0,"0"0"-891"0,0 0 411 16,0 0 180-16,0 0-556 0,0 0-292 15,92-48-356-15,-72 39-568 0,-8 3-957 16,12-7-4935-16</inkml:trace>
  <inkml:trace contextRef="#ctx0" brushRef="#br0" timeOffset="156082.342">13363 12852 3716 0,'0'0'420'16,"0"0"3352"-16,-4-73-2540 0,0 45-236 15,-4-4-224-15,0-3 401 0,0 0 15 16,-4 2-132-16,0 6-412 0,0-2 248 0,-4 8-36 16,1 4 152-16,2 4-144 0,1 4-124 15,1 6-372-15,-2-1-100 0,2 4-12 16,-2 0-132-16,-2 10-112 0,-5 6-12 0,4 6-160 15,-4 6 36-15,3 5 4 16,2 8 44-16,-1 3 32 0,0 8 40 0,0 0-4 16,4 9 0-16,1 6-4 15,-2 3 12-15,1 3 68 0,5-3 68 16,2 0-40-16,1-4 76 0,4-9-96 0,0-6 56 16,13-6 64-16,2-11-36 0,5-2-4 15,1-13 272-15,6-3-164 0,-3-6-91 16,8-8 35-16,-1-2 8 0,1-6-168 0,0-10-48 15,-4 4-8-15,0-7 0 16,0-4-4-16,-8 1-192 0,0 2-173 0,-8-1-87 16,-4 5 0-16,0-3-120 0,-8 3-272 0,0 0-588 15,-8 0-1144-15,-9 4-1244 0,-2-1-485 16,-5 1-911 0</inkml:trace>
  <inkml:trace contextRef="#ctx0" brushRef="#br0" timeOffset="156331.691">13156 13202 992 0,'0'0'8732'15,"0"0"-6955"-15,0 0-585 0,0 0-540 16,0 0 340-16,0 0 296 0,0 0-384 16,0 0-452-16,99-16-452 0,-75 2-212 0,4 6-380 15,-8-5-464-15,3 3-300 0,-2-3-560 0,-5 4-549 16,0-1-559-16,-4 4 56 16,-4 0 204-16,-4 2 2304 0,0 4 460 0,-4 0 1540 15,0 4 64-15,0 5 2740 0,0 4-1972 16,0 2-707-16,0 4-525 0,0 7-276 15,3-1-100-15,1 4-220 0,5 0 48 0,2-1-304 16,1 1 0-16,1-1-20 16,2-3-84-16,-2 1-176 0,6-1-8 15,-3-5-172-15,0-8-560 0,4-2-416 0,-4-7-376 16,0-3-877-16,8-10-2155 0</inkml:trace>
  <inkml:trace contextRef="#ctx0" brushRef="#br0" timeOffset="156569.264">14048 12958 5896 0,'0'0'9865'0,"0"0"-8037"0,0 0-1456 15,0 0-372-15,32 78 468 0,-20-56 604 0,0 4 4 16,0-7-420-16,4 0-352 0,-1-7-208 0,6 1-96 15,-1-2-316-15,3-5-316 16,1-4-148-16,0-2-128 0,0 0-400 0,1-2-604 16,-10-9-1004-16,1 2-1401 0,0-10-907 15</inkml:trace>
  <inkml:trace contextRef="#ctx0" brushRef="#br0" timeOffset="156710.476">14375 12830 3892 0,'0'0'756'16,"0"0"5028"-16,0 0-3967 0,0 0-721 0,-84 22-332 15,56 1 196-15,-4 5 84 16,1 8-176-16,-5 1-248 0,4 3-236 0,-4 6-100 16,4-5 0-16,1 0-112 0,-1-6-172 15,8-3-108-15,7-7-176 0,2-3-384 0,7-9-612 16,8-6-1208 0,0-4-3337-16</inkml:trace>
  <inkml:trace contextRef="#ctx0" brushRef="#br0" timeOffset="157225.36">14920 13008 4440 0,'0'0'5352'16,"0"0"-3559"-16,0 0-473 0,0 0-480 0,0 0 72 16,0 0-16-16,84 28-152 0,-67-21-268 15,-2-4-264-15,5-3-76 0,4 0-136 16,0-3-360-16,4-4-684 0,3-6-648 0,-6 6-1072 16,10-5-3041-16</inkml:trace>
  <inkml:trace contextRef="#ctx0" brushRef="#br0" timeOffset="157500.322">15702 12953 2736 0,'0'0'5448'0,"0"0"-5448"16,0 0-2468-16,0 0-180 0,88-28 1372 0,-69 25 648 16,9 3 628-16,-4 0 380 0,4 0 884 15,0 0 368-15,0 0 176 0,0 0-92 0,0 3 252 16,-5-3-71-16,-3 0-401 15,-4 0-568-15,0 0-448 0,1 0-264 16,-6-6-164-16,5 3-52 0,0-1-356 0,-1-2-352 16,6 6-108-16,3 0 124 15,0 0-52-15,4 6 744 0,-1 1 16 0,-3 2 408 16,4 2-360-16,-8-6-52 0,4 2 332 16,0 0 1200-16,-8-1-872 0,-1-4-672 0,6-2-672 15,-10 0-28-15,6 0-156 0,-2 0 588 16,-2 0-1353-16,2-6-4851 0</inkml:trace>
  <inkml:trace contextRef="#ctx0" brushRef="#br0" timeOffset="158067.982">17992 12386 40 0,'0'0'10728'0,"0"0"-9071"0,0 0-965 0,0 0-272 15,0 0 116-15,0 0 296 0,0 0-124 16,-91-3-80-16,71 11-16 0,0 9-100 15,0 2-92-15,1 3-84 0,-2 7-100 0,1 5-40 16,1 7 48-16,-5 3-32 0,3 8 20 16,-2 5 16-16,-1 3 8 0,4 4-72 15,-4 6-40-15,4-6-44 0,0-1 8 0,9-6 28 16,2-9 36-16,9-8 56 0,0-8 80 16,5-6 56-16,10-7-60 15,5-3-99-15,8-6-105 0,8-7-8 0,0-3-92 16,3-7 0-16,10-6-12 15,-6-9-120-15,1-6-185 16,-4-4-291-16,-4 3-148 0,-4-2-152 0,-12 5-88 16,-5 4-264-16,-11 3-612 0,-4 0-908 0,0 10-1753 15,-23-4-539-15</inkml:trace>
  <inkml:trace contextRef="#ctx0" brushRef="#br0" timeOffset="158211.832">17758 12986 1540 0,'0'0'9701'0,"0"0"-7497"16,0 0-760-16,0 0-360 0,0 0-96 0,0 0 228 15,87 22-132-15,-55-22-372 0,4-6-456 0,0-7-256 16,0-4-12-16,-1 3-416 0,-3-5-236 16,-4-1-172-16,0 1-192 15,-8 0-624-15,0 3-564 0,-8 3-297 0,0 0-167 16,-8 7 28-16,-4 0-200 0,-4 2 228 16</inkml:trace>
  <inkml:trace contextRef="#ctx0" brushRef="#br0" timeOffset="158330.976">18136 12827 3528 0,'0'0'2280'0,"0"0"360"16,0 0-480-16,-56 66-527 0,45-37-189 0,2 0-468 15,1 3-244-15,1 6-204 16,3-4-172-16,-4 8-8 0,3-5 52 0,1 1 108 0,4 1-208 16,-4-4-300-16,4-6-12 0,0-7-496 15,4-3-304-15,-4-7-284 0,4-6-1160 16,-4 1-3601-16</inkml:trace>
  <inkml:trace contextRef="#ctx0" brushRef="#br0" timeOffset="160050.907">13466 12303 3180 0,'0'0'480'0,"0"0"-24"15,0 0 1120-15,0 0 2352 0,0 0-2303 0,0 0-445 16,0 0-156-16,0 0-8 0,0 0-148 16,0 0-188-16,0 0-212 15,-4-22-120-15,4 15-212 0,0 1 140 16,0-6-152-16,4-1 24 0,0 0-148 0,5-1 76 15,2-5-76-15,1 5-4 0,4-9-4 16,0 2-104-16,4-6 24 0,4 2-60 16,0-4 0-16,4-3-4 0,-1 1 64 15,1 2-124-15,0-3-12 0,4 4 20 0,-4 0-48 16,0 5 180-16,0 5-56 0,0 1-48 16,-8 5-36-16,3 1 48 0,-6 3 92 15,3 4 68-15,-4 2 8 16,0-3 36-16,-5 5-40 15,1 0 0-15,1 0 104 0,-2 7 60 0,-3 0-28 0,4-2 16 0,-4 6 60 16,0-3-84-16,4 6-28 0,0-5-100 16,4 3 164-16,-4 5 100 0,0-1-52 15,4 3-36-15,-4 0-64 0,4 0 84 0,-1 0 16 16,2 4-52 0,-2-5-80-16,-2 1-80 0,6-6-8 0,-3 3 8 15,0-7 24-15,0-2 76 0,5-1-32 16,-6-3-68-16,5-3-136 0,3 0 12 15,2-6 76-15,-1-4-40 0,4-5-96 0,0-2-64 16,0-1 36-16,0 1-76 0,0-2 52 16,-1 0 68-16,-3 3-8 15,0-2 0-15,0-1-112 0,4 0-28 0,-5 0-72 0,5-4-108 16,-4 0-188-16,4 2-160 16,0-2-12-16,0-2 72 0,-4 0-133 0,4-1-155 15,-5 1-136-15,-2 5 416 16,-5 2 496-16,0 8 296 0,-9 5 76 15,-3 1 40-15,1 4 80 0,-5 0 364 16,0 4 244-16,-5 1-132 0,-3 5-36 16,1 0-200-16,-1 2-48 0,-5 1-91 15,2 3 79-15,-2 3 84 0,2-3-48 0,-1 6-4 16,0 1 40-16,4 5-4 0,-4 0 16 16,0 3-16-16,0 5-128 0,1-1-104 0,-2 3-36 15,5-7-36-15,4-2 48 0,1-6 76 16,3-4 12-16,11-3-32 15,6-4-32-15,6-2 1228 0,5-4-600 16,4-6-840-16,3 0-148 0,2-3 0 0,2-7 84 16,1 1 52-16,8-4-196 0,-4 4-112 15,4-4 72-15,3-3 148 0,1 3 12 16,4 1 84-16,4-1-8 0,0 1 4 0,3-2-56 16,5 2 52-16,3-4 0 0,-2 0-48 15,6 3 60-15,-3-3 0 0,0 4 72 16,3 2-60-16,-3 1 52 0,-4 2 8 15,4 0 92-15,-5 5 20 0,1-1 28 16,0 0-116-16,0 3-44 0,-5 0 8 0,-3 0-56 16,4 0 0-16,-4 0 8 0,-4 3 0 15,-9 0 4-15,1-1-16 0,-12 2-4 16,-4-1 4-16,-8 4 4 0,-9-1 104 0,2 1 104 31,-10-1 32-31,-3 0 40 0,-4 0-28 0,0 1-132 16,0 2-84-16,-4 1-40 0,-7 0-196 0,-6-1-284 15,-7 7-232-15,-4-4-204 0,-4 4-276 16,1 0-456-16,-5 3-812 0,12-9-1821 0,-16 12-2347 16</inkml:trace>
  <inkml:trace contextRef="#ctx0" brushRef="#br0" timeOffset="160653.803">14052 10843 9856 0,'0'0'2537'0,"0"0"-805"16,0 0-492-16,0 0 68 0,0 0-104 0,28 79-204 15,-20-48-252-15,0 8-244 0,-4 1-64 16,0 9-64-16,-4-2 64 0,0 1 201 16,0 2-489-16,-4-2-152 0,0-7-120 0,0-3-28 15,0-9-33-15,4-7-51 0,-4-8-144 16,4-6-136-16,0-1-172 0,0-3-116 15,0-4-544-15,0 0-1272 0,-4 0-2441 0,0-14-3803 16</inkml:trace>
  <inkml:trace contextRef="#ctx0" brushRef="#br0" timeOffset="160898.688">14104 10985 1600 0,'0'0'2124'0,"0"0"1832"16,0 0-1988-16,0 0-728 15,0 0-391 1,0 0 11-16,0 0 60 0,0 0-96 0,0 0-164 0,0 0-196 16,71-16 52-16,-67 25-164 0,1 2-212 0,-5 1-12 15,0 5-120-15,0-3-16 0,-9 9 8 0,-6 0-76 16,-1-1-8-16,-4 3-92 16,0-3-204-16,-4-3-160 0,5 4-116 0,-2-8-28 15,5-1-132-15,0-2-324 0,4-3-417 16,4-2-499-16,0-5-48 0,8-2-348 15,0 0-768-15,0 0 3220 0</inkml:trace>
  <inkml:trace contextRef="#ctx0" brushRef="#br0" timeOffset="161080.922">14391 11112 1960 0,'0'0'548'0,"0"0"6220"0,0 0-5280 15,0 0-11-15,0 0 387 16,0 0-112-16,0 0-436 0,0 0-496 0,0 0-464 16,0 0-276-16,0 0-80 0,84-19-248 0,-68 13-120 15,3 0-252-15,1-4-408 0,0 1-420 16,-4 2-2565-16,4-5-3655 0</inkml:trace>
  <inkml:trace contextRef="#ctx0" brushRef="#br0" timeOffset="161294.862">14837 10807 1408 0,'0'0'10333'0,"0"0"-8657"16,0 0-1140-16,0 0-408 0,0 0 480 15,0 0 700-15,0 0-244 0,0 0-540 0,20 93-240 16,-16-65-100-16,-4 8-184 0,4-1-60 15,0 3-28-15,-4-1-196 0,0 1-388 0,0 7-356 16,0-5-256-16,-8 2-968 0,8-10-2285 16,-8 6-2991-16</inkml:trace>
  <inkml:trace contextRef="#ctx0" brushRef="#br0" timeOffset="163947.888">13793 11081 912 0,'0'0'1636'16,"0"0"-1636"-16,0 0-28 0,0 0 28 16,0 0 120-16,0 0-44 0,0 0-8 15,0 0 1092-15,0 0-560 0,0 0-392 16,0 0-132-16,0 0 4 0,0 0 12 0,0 0-92 16,0 0-12-16,0 0 0 0,0 0-40 15,0 0-24-15,0 0-16 16,0 0 92-16,0 0 92 0,0 0 24 0,0 0-12 15,0 0-28-15,0 0 16 0,0 0 116 0,0 0 196 16,0 0-24-16,0 0 112 0,0 0 40 16,0 0-12-16,0 0 80 0,0 0-44 15,0 0-76-15,0 0 12 0,0 0 24 16,0 0 37-16,0 0 55 16,0 2-8-16,-4 8-72 0,4 0-260 0,-8 2 12 15,4 7-140-15,0 0-128 0,0 4 152 16,4 2 16-16,0 0 0 0,4 0 20 15,0 5-96-15,8-5 8 0,-4 3-36 0,0 2-76 16,1-5-112-16,2 0 8 0,-3-2-124 16,4-9-216-16,4 0-412 0,4-5-168 15,3-5-201-15,-2-1-339 0,14-13-1700 0</inkml:trace>
  <inkml:trace contextRef="#ctx0" brushRef="#br0" timeOffset="164297.3">15264 10832 6156 0,'0'0'3272'16,"0"0"-935"-16,0 0-1861 0,0 0-464 15,0 0 80-15,0 0 664 0,0 0 196 16,51 74-368-16,-42-62-128 0,-2 7-132 16,-7-3-132-16,4 3 8 0,-4 1-12 15,0-1-12-15,0 7-72 0,-8-5-100 0,-4 8-4 16,0-4-4-16,1 0-128 0,-6 2-56 15,6-2-124-15,-6-3-380 0,2-3-320 16,-1-1-124-16,4 2-336 0,-4-7-673 16,8-4-1063-16</inkml:trace>
  <inkml:trace contextRef="#ctx0" brushRef="#br0" timeOffset="165019.108">15960 11106 2948 0,'0'0'1368'0,"0"0"-1224"0,0 0 232 15,0 0 1228-15,0 0 628 0,0 0-728 0,0 0-551 16,0 0 203-16,0 0 20 0,0 0-32 15,-3-69-124-15,-1 64-216 0,0 3-68 16,0-2 20-16,0 4-64 0,-1 0-212 0,-2 4-220 16,3 5-224-1,-4 7-36-15,-5 7 0 0,6 2 0 16,-1 6 148-16,0 1 12 0,0-1-64 0,4-2-96 16,4 0-12-16,0-10-124 0,0 0-8 15,0-6 8-15,0-4-124 0,8-5-280 16,0-4 32-16,8-4-48 0,4-8-340 15,4-4-864-15,-9 0-1288 0,10-12-2617 0</inkml:trace>
  <inkml:trace contextRef="#ctx0" brushRef="#br0" timeOffset="165284.017">16156 11166 4376 0,'0'0'6348'0,"0"0"-5303"0,0 0-621 15,8 71 48-15,-8-53 992 0,4-5 316 16,0-3-540-16,0-5-668 0,3-5-164 15,6 0-236-15,7-5-84 0,-1-8-88 0,6-4-200 16,-1-5-144-16,-5-3 72 0,1 2-88 16,-3-2 36-16,-6 9 72 0,1 1 28 0,-8 2 224 15,0 4 28 1,-4 2 56-16,0 1 268 0,-8 2-168 0,0 2 104 16,-4-1-116-16,0 3-8 0,0 0 32 15,5 3-104-15,-10 3-92 0,9 7-12 16,-4 2 12-16,4 1-8 0,1 0-32 0,7-3-232 15,-4-1-12-15,4-2-476 0,0 0-748 0,4-5-1188 16,-1-1-3145-16</inkml:trace>
  <inkml:trace contextRef="#ctx0" brushRef="#br0" timeOffset="165530.46">16714 10976 2644 0,'0'0'9101'0,"0"0"-7565"0,0 0-620 0,-4 70-232 16,4-38 716-16,0 5-44 0,0 5-316 15,0 2-400-15,0-2-276 0,0 2-168 16,0 0-132-16,0 1-64 0,0-3-88 0,0-5-68 16,0-2-104-16,4-6-144 0,-4-1 24 15,0-8 68-15,0-4-80 0,0-4-116 16,0-3-228-16,0-5-320 0,0-1-636 15,0-3-788-15,0 0-1537 16,0-10-3111-16</inkml:trace>
  <inkml:trace contextRef="#ctx0" brushRef="#br0" timeOffset="165752.887">16757 10999 5028 0,'0'0'248'16,"0"0"2472"-16,0 0-1052 0,0 0-620 15,0 0-235-15,0 0 147 0,0 0 112 0,0 0-336 16,0 0-264-16,77 8-120 16,-70-1-112-16,1-1-128 0,0 4 16 15,-8-1-20-15,0 0-108 0,0 8-64 0,-4-1 56 16,-8 3-4-16,-4 3-216 0,-3 3-112 16,-2 0-88-16,-3-2 8 0,5 0-124 0,-1-9-132 15,3 0-168-15,10-9-276 0,-1-1-1013 16,4-8-1795-16</inkml:trace>
  <inkml:trace contextRef="#ctx0" brushRef="#br0" timeOffset="166448.903">16984 11058 3420 0,'0'0'4696'0,"0"0"-2160"16,0 0-1379-16,0 0-349 0,-27 89 392 0,18-60 52 16,2 2-184-16,3 1-464 15,0-6-392-15,4-8-212 16,0-5-120-16,8-3-68 0,3-7-148 0,2-3 156 16,2 0-44-16,6-6-128 0,3-4 100 15,-5-5 24-15,1-1 80 0,0-3 148 16,-4 2 0-16,0 2 76 0,0 1 12 0,-4 2 0 15,-4 5-76-15,4 1 124 0,-4 6 116 16,0 0-24-16,0 4 148 0,-1 9-72 0,2-1-128 16,-1 7-92-16,-4 0-32 0,0 7 48 15,-4-4 12-15,0 6 24 0,0 1-36 16,0 3 148-16,-8-4-24 0,0 5-12 16,-1-2 20-16,-2-3-20 0,-6 1 60 15,2-7-64-15,-1-2 36 0,0-4-20 16,5-7-28-16,-2-4-40 0,1-1 4 0,-4-4 0 15,8-4-160-15,-3-4-84 0,-2-5-384 16,6-3-84-16,-1-3 108 16,-5 0 136-16,6-3-148 0,-1-4-80 0,-1-2-148 15,5 0-452-15,4-8-940 0,0 11-2157 16,4-13-2587-16</inkml:trace>
  <inkml:trace contextRef="#ctx0" brushRef="#br0" timeOffset="167484.017">4486 14672 4548 0,'0'0'156'0,"0"0"6036"15,0 0-4827-15,0 0-549 0,0 0 12 16,0 0 424-16,0 0-16 0,0 0-364 15,0 0-288-15,-88 82-200 0,81-57-140 0,-6 4-8 16,9 3 24-16,0 2 68 0,4 5 140 16,0-1-100-16,0 0-124 0,4 0-196 15,8 0-48-15,0-3-108 0,8-3-236 0,4-6-196 16,4-7-244-16,7-5-268 0,6-3-268 16,6-11-448-16,-11 0-1448 0,24-6-3597 15</inkml:trace>
  <inkml:trace contextRef="#ctx0" brushRef="#br0" timeOffset="168093.696">5319 14808 2508 0,'0'0'4516'0,"0"0"-1700"15,0 0-1760-15,0 0-591 0,0 0 291 0,-96 82 360 16,76-59-240-16,4-4-140 0,0 7-84 15,5-5 132-15,2 2 52 16,5-4-192-16,4 0-320 0,0-4-188 16,0-2-60-16,4-2-76 0,5-6-236 0,2-2 116 15,5-3-156-15,0-6-8 0,-1-3 36 16,6-4-124-16,-5-3-208 0,0-3-24 16,-4 0 88-16,4 3 352 0,-9-1 104 15,2 6 44-15,-1 1 4 0,-1 0-64 16,-3 4 76-16,4 0-76 0,1 2 76 0,-2 4 52 15,1 0 212-15,9 7 192 0,-6 2-20 16,6 4-144-16,-2 5-116 0,1 8 12 0,-4 0-64 16,-1 5 104-16,-2 1 8 0,-1 3 24 15,-4 1-24-15,0 2-52 16,-4-1 40-16,0 4-76 0,0-3 100 0,0-2 12 0,-4-5 72 16,0-2 60-16,0 0-136 15,0-7-72-15,-5-2 36 16,6-2-72-16,-1-6-24 0,-4-2-28 0,0-3 24 15,-4 0-32-15,0-5-16 0,1 0-64 16,-6-2-8-16,2 0-96 16,-2-2-224-16,-3-7-240 0,1-5 44 0,-1-1-100 0,-1-1-24 15,10-3-44-15,-1 3-264 16,3 0-324-16,6-3-616 0,3 4-721 16,0 5-691-16,3-6-2964 0</inkml:trace>
  <inkml:trace contextRef="#ctx0" brushRef="#br0" timeOffset="168286.263">5777 15100 8988 0,'0'0'5245'0,"0"0"-4461"16,0 0-484-16,0 0 544 0,4 72 616 0,-4-48-420 15,0-6-536-15,0 1-504 0,0-3-40 16,0-3-168-16,0-1-224 15,0-2-320-15,0-1-328 0,0 2-392 16,0-8-916-16,4-1-893 0,-4-2-2259 16</inkml:trace>
  <inkml:trace contextRef="#ctx0" brushRef="#br0" timeOffset="168480.419">6071 15014 14201 0,'0'0'3180'0,"0"0"-2400"0,0 0-556 0,0 0 108 0,0 0 72 15,0 0-108-15,0 0-296 0,0 0-184 16,0 0-272-16,0 0-232 0,84-18-428 16,-63 11-948-16,-10-3-2697 0,9 3-4727 15</inkml:trace>
  <inkml:trace contextRef="#ctx0" brushRef="#br0" timeOffset="168628.968">6558 15014 13901 0,'0'0'1784'0,"0"0"-1712"0,0 0 344 0,0 0 136 0,0 0 184 16,0 0-32-16,0 0-308 16,0 0-176-16,0 0-220 0,0 0-108 0,80 16-500 15,-72-19-284-15,7 0-284 0,1 0-832 16,0 0-2441-16,8-4-523 0</inkml:trace>
  <inkml:trace contextRef="#ctx0" brushRef="#br0" timeOffset="168728.635">7067 14998 10044 0,'0'0'2497'0,"0"0"-2497"16,0 0-372-16,0 0-256 0,0 0-869 0,0 0-951 15,0 0-3436-15</inkml:trace>
  <inkml:trace contextRef="#ctx0" brushRef="#br0" timeOffset="169337.758">7733 14547 3436 0,'0'0'1108'0,"0"0"3244"15,0 0-2616-15,0 0-3 0,0 0-453 16,0 0-180-16,-84 36-204 0,69-11-216 16,-2 10-144-16,6-1-72 0,3 7-20 0,-1 1-108 15,5-4-152-15,4-3-132 16,0-6-52-16,0-7-84 16,0-6-188-16,9-7 0 0,-1-5-28 0,-1-4-48 0,5 0 112 15,1-4 76-15,-2-8 48 16,6-4-228-16,-2-6-456 0,1-7-464 0,4 4-144 15,-8-3 264-15,4 5 496 0,-4 1 363 16,-4 8 281-16,0 5 12 0,0 7 104 0,0-1 401 16,-4 3 291-16,4 10 164 0,-5 1 160 15,6 8-236-15,-1 1-240 0,0 5-240 16,-5 0-152-16,1 7-28 0,5-4 0 0,-5 5 0 16,0-2-24-16,0 3-24 0,-4-1 60 15,0-1-52-15,0-4-60 0,-4 0-60 16,-4-2-16-16,-5 2 52 15,2-5 108-15,-2-2-32 0,-6 2-28 16,3-7-40-16,-4 0 4 16,-4-3-64-16,0-4-60 0,0-3-120 0,-4 1-40 0,0-4-136 15,1-3-260-15,-1 0-124 16,4-5-128-16,4-9-576 0,8 4-1080 0,-4-8-3169 0</inkml:trace>
  <inkml:trace contextRef="#ctx0" brushRef="#br0" timeOffset="169550.155">7993 15166 4772 0,'0'0'5152'16,"0"0"-4224"-16,15 86-63 0,-11-45 647 0,3 7 136 15,-2 7-364-15,-1-2-496 0,0 5-400 16,4-4-216-16,-4 0-172 0,-1-4-160 0,1-3-364 15,5-8-580-15,-5-11 436 16,0-9 124-16,0-6 192 0,-1-6-80 0,1-7-680 16,-4-10-981-16,4 0-743 0,1-15-2744 0</inkml:trace>
  <inkml:trace contextRef="#ctx0" brushRef="#br0" timeOffset="169786.786">8036 15104 8096 0,'0'0'2873'0,"0"0"-1613"0,0 0-836 0,0 0 468 16,0 0 136-16,0 0-120 0,0 0-164 0,0 0-256 15,88 5-164 1,-69 5-48-16,-6 3-104 0,2-4 0 0,-6 4-48 16,-2-1 28-16,1 5-92 0,-8-4-60 15,0 2-80-15,-4 4-44 0,-7 0 28 16,-6-3-56-16,-3 3-20 0,1-6-88 15,-2-1-188-15,-3-5-220 0,9-7-36 0,-5 0-296 16,8-9-512-16,-1-5-969 0,2-14-2351 16</inkml:trace>
  <inkml:trace contextRef="#ctx0" brushRef="#br0" timeOffset="169986.397">8422 14677 10164 0,'0'0'2265'0,"0"0"-1521"0,0 0-184 16,0 0 616-16,84 27 148 0,-64-17 12 16,-8 5-532-16,0 0-388 0,0 1-132 15,-5 3-76-15,-3 0-48 0,1 4-148 0,-5 2-12 16,-9 1-320-16,-2 2-60 0,-6 4 12 0,-6-1-140 16,3 2-324-16,-12-2-484 15,0 4-656-15,12-10-1181 0,-23 13-2359 0</inkml:trace>
  <inkml:trace contextRef="#ctx0" brushRef="#br0" timeOffset="171124.882">7175 15177 4272 0,'0'0'888'0,"0"0"3536"0,0 0-2539 15,0 0-617-15,0 0-312 0,0 0 72 16,0 0 156-16,-20 63-292 0,12-48-408 0,1-2-296 16,-1 3-188-16,-5-3-100 0,6 2-100 15,-5 5-360-15,-1-4-708 0,-2 2-480 0,6-1-1009 16,-10 5-2099-16</inkml:trace>
  <inkml:trace contextRef="#ctx0" brushRef="#br0" timeOffset="171665.741">5864 15405 3024 0,'0'0'392'16,"0"0"40"-16,0 0 2328 0,0 0 44 15,0 0-1344-15,0 0-623 0,16 67-81 16,-12-55 136-16,-4 4 0 0,0-4-236 16,0 5-264-16,-4-2-176 0,1 2-128 15,-1-1-88-15,-5 3-16 0,1-4-72 0,4 1-112 16,-3 0 76-16,-1-3-256 0,-1 3-416 15,2-7-172-15,3 1-572 0,0-3-821 16,-9 1-2495-16</inkml:trace>
  <inkml:trace contextRef="#ctx0" brushRef="#br0" timeOffset="172622.12">9677 14764 4328 0,'0'0'4'15,"0"0"2872"-15,0 0-52 0,0 0-763 0,0 0-221 16,0 0-200-16,0 0-184 0,68 73-440 16,-56-45-236-16,0 7-316 0,-4-3-240 0,0 2-224 15,0-2-52-15,-4-3-168 0,0-7 48 16,-4-3-24-16,4-6-248 0,-4-7-88 16,0 0-172-16,0-6-336 0,0 4-688 15,0-4-888-15,0 0-1757 0,0 0-1251 0</inkml:trace>
  <inkml:trace contextRef="#ctx0" brushRef="#br0" timeOffset="172863.903">9849 15002 4804 0,'0'0'4004'0,"0"0"-2724"16,0 0-235-16,0 0 687 0,79-4-332 0,-51 4-312 16,4 0-412-16,8 4 28 0,4-4 180 0,8 0 352 15,4 0-572-15,8 0-272 0,-1-6-160 16,9-1 0-16,-1-3 24 15,9 3-124-15,-5-4-128 0,2 1-4 16,-2 0-12-16,1 1-96 0,-8 2-112 16,-1 1-220-16,-7 3-24 0,-4 3 44 0,-4 0 128 15,-9 0 104-15,-3 3-84 0,-8 3 112 16,-4 1 112-16,-4-1-272 0,-4 0 84 16,0-6 236-16,-4 0 0 0,-4-9-756 0,0-4-776 15,0-5-584-15,-5-2-2105 0,-7-9-3983 16</inkml:trace>
  <inkml:trace contextRef="#ctx0" brushRef="#br0" timeOffset="173104.498">11315 14716 10724 0,'0'0'1993'0,"0"0"-1509"0,0 0-292 16,0 0 748-16,0 0 624 0,0 0-512 0,76 38-456 15,-56-34-308-15,-1 2-128 0,-2 0 24 16,-6 1-60-16,1 2-24 0,-3 1-40 0,-2-1 40 15,-7 7 48-15,0 3 24 16,0 0-24-16,-11 6-52 16,-2 4-44-16,-2 2-40 0,-6-3-4 15,1 5-8-15,-3-5-4 0,-1 1-96 0,-4-1-48 16,0-2-108-16,-4-1-76 0,4-3-212 16,0 1-264-16,0-7-336 0,4-7-520 0,9 1-1404 15,-6-10-3837-15</inkml:trace>
  <inkml:trace contextRef="#ctx0" brushRef="#br0" timeOffset="174185.791">13120 14643 4832 0,'0'0'1900'16,"0"0"-380"-16,0 0 348 0,0 0-271 0,0 0-305 16,0 0 56-16,0 0-360 0,0 0-8 15,0 0-144-15,0 0-288 0,0 0 32 0,-68-54-60 16,61 54-68-16,-6 6-364 16,1 1-80-16,0 9 40 0,-4-1-44 15,4 7 56-15,0 7 40 0,5 1 60 16,-1-3-16-16,8 2-44 0,-5-3-92 0,5-4-8 15,0-3-56-15,0-7-44 16,0-6-20-16,0-2-152 0,5-4-48 0,-1 0-60 16,3-4 108-16,1-2 272 0,5-3 0 15,-2-1 0-15,1-2-172 0,0-1 36 16,-4-1 64-16,0 6 68 0,-4 2-8 0,4 1-96 16,-4 3-4-16,4 2 12 15,0 0 100-15,0 2 108 16,4 9 128-16,0 2-152 0,0-1-80 0,4 7 56 15,-4 0-60-15,0 3-4 0,-1 0 4 0,2 1 0 16,-2-1 72-16,2 4 88 16,-5-1 64-16,-1 0 108 0,1 1-124 0,-3-1-36 15,-5 0-24-15,0 0 60 0,0-2-48 0,0 3-28 16,-9-4-120-16,1 0 0 0,1 0 64 16,-2-6-4-16,1-4-24 0,-3 1 16 15,-2-2-64-15,6-3-8 16,-9-2-68-16,4 1-20 0,-4-3 20 15,-4-1-92-15,4-3-152 0,-4 0-120 16,4 0-52-16,0-7-76 0,5 0-140 0,-2-2-52 16,5-1-256-16,8 1-668 0,0-4-552 15,0 4-849-15,8-7-2003 0</inkml:trace>
  <inkml:trace contextRef="#ctx0" brushRef="#br0" timeOffset="174436.659">13494 15059 10556 0,'0'0'2149'16,"0"0"-1641"-16,0 0-368 16,0 0 636-16,0 0 676 0,0 0-420 0,24 70-608 15,-16-52-236-15,0-2 24 0,0 4-28 16,0-1-84-16,0 0-92 0,-4 0-8 15,1-4 0-15,-2 4-4 0,-3-6-60 0,0-3-108 16,0 0-200-16,4-5-164 16,-4-5-284-16,0 0-336 15,0 0-768-15,0 0-1953 0,4-5-2043 0</inkml:trace>
  <inkml:trace contextRef="#ctx0" brushRef="#br0" timeOffset="175201.376">13893 15158 3092 0,'0'0'2436'16,"0"0"-808"-16,0 0-200 0,0 0-44 0,0 0-95 16,0 0-133-16,0 0-120 0,0 0-236 15,0 0-180-15,0 0-140 0,0 0-52 0,4 8-80 16,-4-2-28-16,0 8-184 15,-8 2-136-15,4 0-56 16,-9-1-4-16,6 1 8 0,-5 0-20 0,4-2 8 16,0-3-180-16,0-1-144 0,4-6-192 15,4-1-192-15,0-3-268 0,0 0-664 16,0-3-1409-16,4-14-2903 0</inkml:trace>
  <inkml:trace contextRef="#ctx0" brushRef="#br0" timeOffset="175497.112">14387 14887 8412 0,'0'0'4693'0,"0"0"-2941"0,0 0-984 0,0 0-48 16,0 0-36-16,0 0 72 0,0 0-420 0,0 0-272 16,0 0-64-16,0 0-244 0,0 0-252 15,91-15-400-15,-63 5-652 0,-7 0-1408 16,14-5-3845-16</inkml:trace>
  <inkml:trace contextRef="#ctx0" brushRef="#br0" timeOffset="175647.432">15064 14840 8444 0,'0'0'4229'0,"0"0"-4229"0,0 0-116 15,0 0-280-15,0 0 268 16,0 0-220-16,76 6-617 0,-56-9-571 15,4-3-48-15,-8 2-404 0,16-2-908 16</inkml:trace>
  <inkml:trace contextRef="#ctx0" brushRef="#br0" timeOffset="175790.428">15442 14796 6020 0,'0'0'1844'16,"0"0"-1336"-16,0 0 152 0,0 0 736 0,0 0-95 16,0 0-185-16,0 0 44 0,76 28 52 15,-64-22 96-15,4 4-200 0,-4-1 200 16,1-6-532-16,-2 4-776 0,-3-7-260 0,4 0-328 15,0 0-128-15,3 0-388 0,2 0-1092 16,-6-4-1004-16,10-2-2317 0</inkml:trace>
  <inkml:trace contextRef="#ctx0" brushRef="#br0" timeOffset="176459.613">16555 14611 9380 0,'0'0'2657'0,"0"0"-1289"0,0 0-376 15,0 0 220-15,0 0 4 0,0 0-632 16,0 0-324-16,-76 19-208 0,64 3 8 15,-1 10 52-15,6 2 124 0,-5 8 12 0,3 3 84 16,-2-4 196-16,3-3-124 0,-1-3-184 16,6-10-156-16,3-8-64 0,0-8-96 15,3-7-172-15,10-2-4 16,-1 0 100-16,8-11-148 0,0-9 0 0,-1-2-160 16,6-4-324-16,-5-2-172 0,-5 3 320 15,2 3 328-15,-6 2 204 16,1 8 124-16,-7 3 12 0,2 2 76 0,-3 7 52 15,-4 0 288-15,8 7 252 0,-4 5 68 0,4 4-252 16,4 6-236-16,-4 3-112 16,4 4 0-16,4 3-24 0,-4-1 36 15,4 8-24-15,-9-1 24 0,6 3 0 16,-1 4 72-16,-5 2-12 0,-3-3 136 16,5 4-12-16,-9-7-124 0,0 1 0 0,0-8-28 0,0-1 52 15,-9-5-24-15,1-3 12 0,-3-6-40 16,-2-3-68-16,-2-3-27 0,-2-3-13 15,-2-5-16-15,-1-5-68 0,-4 0-88 0,1 0-81 16,-2-3-99-16,1-6-144 16,0-4-76-16,0-6-88 15,1-3-120-15,-1 0-204 0,4-4-476 0,4 5-984 16,4 2 184-16,4 5-2221 0,8 2-3703 16</inkml:trace>
  <inkml:trace contextRef="#ctx0" brushRef="#br0" timeOffset="176780.664">17100 15297 8384 0,'0'0'3049'0,"0"0"-1841"0,0 0-480 0,0 0 248 16,0 82 148-1,4-50-104-15,-4 6-408 0,0 0-304 16,5 4-196-16,-5-1-44 0,3-3-68 0,-3 0-12 16,4 0-88-16,0-10-48 0,0-2 72 0,-4-3-12 15,0-7-124-15,4-7-36 16,-4-4-100-16,0-5-160 0,0 0-184 0,0 0-316 15,0-5-460-15,0-8-781 0,0 1-1683 16,0-11-2076-16</inkml:trace>
  <inkml:trace contextRef="#ctx0" brushRef="#br0" timeOffset="177001.349">17029 15240 8884 0,'0'0'2365'0,"0"0"-1361"0,0 0-492 0,0 0 72 0,0 0 280 15,0 0 100-15,0 0-388 0,0 0-276 16,80-7-44-16,-65 7 44 16,1 4-12-16,-4 2-76 0,0 3-100 15,-4 1-44-15,-4 2-68 0,-4 1-296 16,0 7 20-16,-4-1-12 0,-8 3-128 16,-4 0-36-16,-4-3-76 0,0 3-128 0,-3-3-160 15,2-6-12-15,-3-1-272 0,9-2-617 16,-2-7-1267-16,6-3-3704 0</inkml:trace>
  <inkml:trace contextRef="#ctx0" brushRef="#br0" timeOffset="177258.978">17311 15268 3788 0,'0'0'9213'0,"0"0"-6805"15,0 0-1288-15,0 0-184 0,0 0-84 16,0 0 36-16,0 0-176 0,0 0-308 0,0 0-404 16,80 22-16-16,-60-25-240 15,0-3-196-15,0-3-212 0,3-4-272 16,-2 0-632-16,-1-3-916 0,-5 4-589 0,2-4-1131 15</inkml:trace>
  <inkml:trace contextRef="#ctx0" brushRef="#br0" timeOffset="177416.223">17646 15093 8856 0,'0'0'4757'0,"0"0"-3109"0,0 0-640 15,0 0 40-15,-16 77-208 16,12-51-184-16,-4-1-168 0,0 3-180 0,4-3-196 15,1 1-112-15,-6 0-132 0,5-1-480 16,-4-3-476-16,1 1-540 0,3-8-1512 16,-13 11-3597-16</inkml:trace>
  <inkml:trace contextRef="#ctx0" brushRef="#br0" timeOffset="178286.057">12745 14633 4652 0,'0'0'688'16,"0"0"3512"-16,0 0-2623 0,0 0-641 0,0 0-168 0,-48 71-12 16,44-50 104-16,-3 5-140 15,3 2-140-15,0 7-204 0,4 0-32 0,-4 3-8 16,4 4 36-16,0 1-136 0,0 3-236 15,0 1-120-15,0 0-140 16,0 2-476-16,4-2-196 0,4 0-420 16,-1-15-924-16,10 18-2573 0</inkml:trace>
  <inkml:trace contextRef="#ctx0" brushRef="#br0" timeOffset="179029.817">18069 14564 10376 0,'0'0'2417'15,"0"0"-1577"-15,0 0-584 0,0 0 136 16,0 0 368-16,0 0 372 0,83 31-216 16,-63-15-260-16,4 0-136 15,0 6-164-15,4 1 4 0,-5 5-56 0,1 4-132 16,-3-4-172-16,-6 3-12 0,2 2-172 16,-2-5-124-16,-6 4 16 0,-2-3 8 0,-7-4 72 15,0 3-8-15,0-3-128 0,-7 5-148 16,-6-5-140-16,-2 1 80 0,-6-1-172 0,-7 3-616 15,0-2-1148-15,4-5-1921 0,-15 9-2518 16</inkml:trace>
  <inkml:trace contextRef="#ctx0" brushRef="#br0" timeOffset="-192113.785">12076 16415 1864 0,'0'0'900'0,"0"0"4796"16,0 0-4036-16,0 0-539 0,0 0-57 0,0 0 200 15,0 0 184-15,0 0-392 0,0 0-240 16,0 0-196-16,-84-7-124 0,68 7-152 0,0 0-8 16,-3 0-128-16,2 0 12 0,-7 0-72 15,5 0-60-15,-9 0 8 0,0-3 28 16,0 3 0-16,-8 0 68 0,-3 0-128 0,-2 0 8 15,-10 0-32-15,-1 3-36 0,-8 7-4 16,-4-1 0 0,1 7 0-16,-5-3-4 0,0 3-44 0,4 3 44 15,0-4-80-15,1 5 32 0,3-8 4 16,0 1 48-16,5-1-108 0,-1-2 68 16,4-3 40-16,5-1 124 0,-2 1-84 0,1-4-40 15,1-1-196-15,-1 5 196 16,4-4 112-16,0 4-64 0,0-1-48 15,1 3-72-15,-1-2-64 0,0-1-24 0,9 0 160 16,3 1 64-16,8-4-64 0,3 0-76 16,10-3 76-16,7 0 208 15,-1 0-208-15,1 0-168 0,4 0-164 0,-4-6 160 0,0 2-24 16,1-2-60-16,-1 0-240 0,-4 0 260 16,-5-1-296-16,2-2-140 0,3 2 68 15,-4 1-668-15,0-1-968 0,0 2-1673 16,4-2-567-16,0 4 417 0,4-7 4063 0</inkml:trace>
  <inkml:trace contextRef="#ctx0" brushRef="#br0" timeOffset="-191798.397">10064 16351 3432 0,'0'0'688'0,"0"0"2952"0,0 0-1800 15,0 0-455-15,0 0-373 0,0 0 0 16,0 0-388-16,0 0-316 0,-76 51-144 16,57-32-160-16,2 0 8 0,2 3 104 15,-2 0 24-15,2 4-4 0,-2-5 4 0,2 4 0 16,-1-1-12-16,4-2-4 16,-1 3-124-16,6-3-76 0,3 4-48 0,4-3-56 15,0-2 176-15,11 2 4 0,6 2 40 16,7 1-40-16,3-1 316 0,6 0-92 0,3 0 28 15,3 0-48-15,5-1-68 0,0-10-56 16,-1 6-72-16,2-7 24 0,2-1-32 16,5 1-8-16,0-7-92 0,-1 1-148 15,1-7-384-15,4 3-900 0,-4-3-1241 0,-8 0-4227 16,12 0 4404-16</inkml:trace>
  <inkml:trace contextRef="#ctx0" brushRef="#br0" timeOffset="-191062.976">13331 16218 2752 0,'0'0'468'15,"0"0"408"-15,0 0 3420 0,0 0-2792 16,0 0-203-16,0 0-325 0,0 0 228 0,-84 6-252 16,69 3-232-16,-2 1 124 15,2-1-104-15,-1 1-128 0,0 2-116 0,4 1-124 16,0 0-76-16,-4 3-12 0,4 3-64 0,4 2-72 16,0 9 0-16,0 5 12 15,4 6-52-15,0 3-8 0,0 6-40 16,0-1-48-16,4 2-12 0,0-3-4 0,0-7-128 0,8-6 8 15,0-7-136-15,8-6-256 0,0-6-176 16,8-6 24-16,8-7-156 0,7-3-232 16,2-10-1048-16,6-2-2341 15,-15-4-2763-15,16-3 6896 0</inkml:trace>
  <inkml:trace contextRef="#ctx0" brushRef="#br0" timeOffset="-190650.931">13956 16424 8556 0,'0'0'2288'15,"0"0"-963"-15,0 0-377 0,0 0 144 16,-91-3 236-16,71 9-284 0,4 4-260 0,1 5-288 16,-2 7-52-16,6 4-36 15,-2 0-64-15,5 4 60 0,1 3 12 16,3-7-24-16,4 2-112 0,0-6-108 0,0-3-108 15,4-5-64-15,3-6-132 0,1-4-160 16,0-4 96-16,8 0 0 0,1-6 124 16,-2-7-16-16,5-6-156 0,3-7-64 0,-2-2-36 15,-1-4 24-15,-5 2-12 16,2 3 24-16,-6 2 72 16,-3 5 100-16,1 8 72 0,-2 2-36 0,-7 7 88 15,4 3 12-15,-4 0 100 0,4 3 148 16,0 7 160-16,0 2-100 0,5 8-60 15,-2 2-16-15,1 0 28 0,1 0-16 0,-2 1 28 16,1 2-40-16,0-6-60 16,1 0-88-16,2-3-84 0,-3-7-136 0,4 1 52 15,0-8-112-15,-4 3-344 0,4-5-36 16,-4 0-56-16,4-5-12 0,-4 3-620 16,0-8-1044-16,4 4-2157 0,-9-4-2363 0,6 1 6304 15</inkml:trace>
  <inkml:trace contextRef="#ctx0" brushRef="#br0" timeOffset="-190304.806">14351 16668 144 0,'0'0'10108'16,"0"0"-8011"-16,0 0-1049 0,0 0-120 15,0 0 184-15,0 0-132 0,20 67-292 0,-12-54-228 0,0 0-228 16,-1 2-68-16,-2-2-152 0,-1 3-12 15,0 0-100 1,-4 3-160-16,0-3-212 0,0-4-276 0,0 1-348 16,0-1-676-16,-4-5-933 0,4-7-2287 15,0 0 244-15,0 0 4640 0</inkml:trace>
  <inkml:trace contextRef="#ctx0" brushRef="#br0" timeOffset="-190043.828">14805 16605 12237 0,'0'0'2016'0,"0"0"-1420"15,0 0 284-15,0 0 164 0,0 0-388 16,0 0-380-16,0 0-276 0,83 10-160 0,-70-7-200 16,2-3-348-16,-2 0-540 15,2 0-752-15,-2 0-2449 0,-1 0-2327 0,4-3 5472 16</inkml:trace>
  <inkml:trace contextRef="#ctx0" brushRef="#br0" timeOffset="-189903.8">15339 16567 3448 0,'0'0'1160'0,"0"0"3312"0,0 0-2083 0,0 0-265 0,0 0-316 16,0 0-524-16,0 0-540 0,0 0-420 15,0 0-324-15,0 0-72 0,68 41-600 16,-52-44-384-16,3-6-936 0,-2-4-2593 0,-2 3-2863 16,5 0 6456-16</inkml:trace>
  <inkml:trace contextRef="#ctx0" brushRef="#br0" timeOffset="-189747.658">15805 16554 5824 0,'0'0'1352'0,"0"0"2653"0,0 0-3105 15,0 0 72-15,0 0 412 0,0 0-308 16,0 0-600-16,0 0-312 0,0 0-164 16,88 26-392-16,-72-26-436 0,0-7-428 0,0 1-636 15,7-5-2273-15,-6 6-1727 0,15-8 5356 16</inkml:trace>
  <inkml:trace contextRef="#ctx0" brushRef="#br0" timeOffset="-189394.347">16383 16383 4256 0,'0'0'4720'0,"0"0"377"0,0 0-3985 16,0 0-536-16,0 0 192 15,-92 10 316-15,72-1-232 0,5 4-320 0,-9 9-276 16,8 0-108-16,-4 6 48 0,3 4 72 0,2 0 136 15,2 3 84-15,2-3-108 16,3-4-124-16,4-6-76 16,0-6-168-16,4-7-12 0,0-2-96 0,4-7-280 15,8 0-28-15,4-9 76 0,0-7-76 16,4-3-60-16,4-7-16 0,-1 1 36 16,-2 0 0-16,-6 1 160 0,1 6 124 0,-8 6 72 15,5 5 88-15,-10 4 144 0,1 3 140 0,-4 0 212 16,4 3 104-16,-4 1-132 15,4 4-76-15,-4 3-72 0,4 3-116 16,0 3-56-16,1 6-4 0,2-4 16 0,-3 6-12 16,0-6-52-16,4 1-96 15,-4-6-92-15,4-1-116 0,0-2-256 16,0-5-136-16,-4-3-72 16,8 0-80-16,-4-3-140 0,0 0-796 0,-5 0-2104 0,6-6-2245 15</inkml:trace>
  <inkml:trace contextRef="#ctx0" brushRef="#br0" timeOffset="-188714.023">16737 16710 5868 0,'0'0'1132'0,"0"0"3065"0,0 0-3437 0,0 0-400 15,0 0 316-15,9 92 596 0,-1-54 4 16,-1 3-232-16,2 4-284 0,-1 5-140 16,-4-2-52-16,3 3 20 0,-3-3-156 0,0 2-212 15,1-2-176-15,-1-7-44 0,-4-5-48 16,3-11-52-16,1-6-240 0,-4-7-104 15,4-8-48-15,-4-4-16 0,0-4-260 0,4-8-284 16,-4-7-548-16,4-6 368 16,0-5-268-16,-4-4-177 15,5-5-811-15,-5 2 280 0,0-4 632 0,0-1 1208 16,-5 1 368-16,-3-4 340 0,-4 4 364 16,5-1 624-16,-6 4 248 0,6 7-20 15,-1 9-224-15,8 3-147 0,0 6-117 0,0 3-88 16,4 4-28-16,3 0-180 15,5-1-132-15,0 4-196 0,0 3-144 0,4 0-12 16,-4 0-40-16,4 0-112 0,-4 10-12 16,0-1 24-16,-4 4 64 15,-4 0-24-15,0 6-68 0,-4 0-104 0,0-1-16 16,-4 5 0-16,-8 0-152 0,0-2-108 16,-3 2-48-16,-2-1-104 15,1-3-172-15,0-3-188 0,0-4-224 0,4-2-336 16,1-1-396-16,2-5-481 0,5-1-775 15,0-3-1332-15,4 0 4176 0,0-7-84 16</inkml:trace>
  <inkml:trace contextRef="#ctx0" brushRef="#br0" timeOffset="-188557.934">16957 16898 1748 0,'0'0'7124'15,"0"0"-4735"-15,0 0-1141 0,0 0 28 16,0 0 504-16,0 0-360 0,0 0-528 15,79 0-484-15,-58-7-272 0,-2 0-136 0,1-5-164 16,4-1-380-16,4-3-216 0,-4 0-16 16,-1-3-888-16,2 0-1320 0,-13 3-4269 15,4-3 2978-15</inkml:trace>
  <inkml:trace contextRef="#ctx0" brushRef="#br0" timeOffset="-188385.664">17399 16624 5792 0,'0'0'3236'0,"0"0"-103"0,0 0-2173 16,0 0-656-16,0 0 332 0,15 80 744 15,-10-61-300-15,3 6-516 0,0-3-316 0,-1 1-224 16,2-1-24-16,-1-3-88 0,0-4-96 16,-5 4-640-16,-3-3-436 0,4 0-456 15,-4-4-1173-15,0 2-3855 0,0-9 5140 0</inkml:trace>
  <inkml:trace contextRef="#ctx0" brushRef="#br0" timeOffset="-188043.653">17921 16177 5672 0,'0'0'7793'0,"0"0"-6789"0,0 0-816 0,0 0-84 0,52 85 688 16,-36-56 552-16,-5 3-672 15,6 1-464-15,-6 4-84 0,6 0-116 0,-6 5 140 16,-2-4 28-16,-1 0-168 0,-8 0-8 15,0 0-112-15,-13 0-124 16,-2 0-172-16,-6 0-164 0,-3-3-52 16,-3 3-44-16,-5-3-188 0,-4-2-200 0,-4-6-268 15,1-4-801-15,-10-4-1979 16,14-6-648-16,-21-4 4152 0</inkml:trace>
  <inkml:trace contextRef="#ctx0" brushRef="#br0" timeOffset="-185979.396">3617 16649 236 0,'0'0'10288'16,"0"0"-8499"-16,0 0-1253 0,0 0 0 0,0 0 200 15,0 0 476-15,0 0-620 0,0 0-236 16,0 0-180-16,0 0-28 16,-79 61 52-16,66-36-12 0,5 7 24 15,1 3 36-15,3 3 12 0,0 3 0 0,4 1-64 16,0-1-192-16,0 3-4 0,4-3-100 16,4-3-76-16,-1 1-156 0,6-7-180 15,-2-4-300-15,6-6-272 0,-2-6-256 0,6-3-756 16,-2-3-1965-16,-3-8-1911 0,12 1 5632 15</inkml:trace>
  <inkml:trace contextRef="#ctx0" brushRef="#br0" timeOffset="-185598.679">4135 16802 4356 0,'0'0'768'0,"0"0"5725"0,0 0-4393 0,0 0-644 15,0 0-260-15,-92 22-124 0,73-9-84 16,-1 6-236-16,3 4-276 0,2 2-268 0,3 2-84 16,4 3-28-16,4-2-32 0,4 1-4 15,0-7-12-15,0-3-48 0,0-6-36 0,7-4-124 16,-2-6-108-16,-1 0-64 0,4-3 0 16,0 0 76-16,-1-3-16 0,2-2-24 15,3-9-72-15,0-2 204 0,0-3 28 0,-5-3-124 16,6-3 88-16,-1 3 32 15,-5-4 40-15,6 3-124 0,-5 4 88 0,-1 5 64 16,-3 0 68-16,5 11 0 0,-5 0 4 16,-4 3 164-16,4 0 260 15,-4 3-128-15,3 10-8 0,1 3 20 16,0 3-72-16,0 6-40 0,0 1-12 0,1 2 4 16,-2 1 32-16,1 2-84 0,0-1-88 15,0-5-48-15,0 2-120 0,0 0 0 0,0-9-200 16,0 5-164-16,0-7-420 15,4-1-748-15,-4-2-1472 0,4-4-2865 0,-5 1-63 16,2 0 5605-16</inkml:trace>
  <inkml:trace contextRef="#ctx0" brushRef="#br0" timeOffset="-185366.342">4442 17126 9924 0,'0'0'2229'0,"0"0"-1089"0,0 0-304 0,0 0 492 0,0 0-284 16,0 0-384-16,0 0-384 0,16 73-104 15,-8-55-172-15,-4 8 0 0,3-4-64 0,2 4-20 16,3-5-64-16,-8 5-176 16,3-6-452-16,-2-2-208 15,3 1-380-15,0-2-604 0,-5-5-1301 0,1-2-2163 16,0-4 4064-16,1-6 308 0</inkml:trace>
  <inkml:trace contextRef="#ctx0" brushRef="#br0" timeOffset="-184694.036">4673 17062 3684 0,'0'0'1208'0,"0"0"4432"0,0 0-4211 15,0 0-953-15,0 0-324 0,0 0-148 16,0 0-4-16,0 0-128 0,0 0-784 16,83 17-1321-16,-66-17-3123 0,-10-4 2932 0,6 1 1068 15</inkml:trace>
  <inkml:trace contextRef="#ctx0" brushRef="#br0" timeOffset="-184398.871">4996 17068 1684 0,'0'0'1304'0,"0"0"428"16,0 0-600-16,0 0-572 0,0 0 28 0,0 0-264 16,87 7-324-16,-70-3-80 15,-2-4-984-15,2 2-96 0,-6 1 144 16,1-3 248-16,0 0 452 0,0 3 316 16,0-3 364-16,-4 0 404 0,0 0-168 15,-4 0-600-15,3 0-52 0,-2 0-328 0,3 0-64 16,4 0-100-16,0 0-72 0,0 0 84 15,-1 0 532-15,6 4 144 0,-2-2 388 0,-2 5 396 16,-2-3 528-16,2 2 472 0,-5 1-32 16,-1-5-192-16,1 2-339 15,-3-1-353-15,-1-3-336 0,0 0-272 0,3 0-188 0,-3 0-216 16,4-9-680-16,1-2-804 16,-2 3-1661-16,1-3-4363 15,-4 3 6920-15</inkml:trace>
  <inkml:trace contextRef="#ctx0" brushRef="#br0" timeOffset="-183791.89">6167 16773 1108 0,'0'0'1684'0,"0"0"5204"15,0 0-5431-15,0 0-597 0,0 0 244 0,0 0 304 0,0 0-272 16,0 0-404-16,0 0-160 16,0 0-84-16,-88-6-192 0,77 15 36 0,-6 4-332 15,6 6-4-15,3 7 4 0,-5 2 16 16,9 3 104-16,4 5 28 0,0-1-60 0,0-4-76 15,4-5-12-15,5-4-76 0,-1-3 0 16,-1-9 4-16,1-3-64 16,1-5-12-16,2-2 48 0,6-2-172 15,-2-12-164-15,2-4 88 0,-2-8-104 16,-2 0-76-16,2-2 176 0,-2 3 24 0,-6 2 176 16,1 2 64-16,0 7 24 0,-4 2-48 15,-4 5 60-15,4 4 52 0,-4 3 292 0,0 0 260 16,0 3 0-16,0 7-84 0,4 2-180 15,-4 5-28-15,4 2-24 0,4 3 0 16,-4 3-24-16,0-2 12 0,-1-1-224 0,2 0 0 16,-1-3-148-16,0 0-176 15,-4-3-460-15,4-3-548 0,0 2-632 0,-4-5-1297 16,0 3-3987-16</inkml:trace>
  <inkml:trace contextRef="#ctx0" brushRef="#br0" timeOffset="-183409.259">6386 17158 3160 0,'0'0'7384'0,"0"0"-5275"0,0 0-1433 16,0 0-232-16,0 0 596 0,0 0 292 0,0 66-500 0,9-43-424 15,-5 2-124-15,3 7-84 0,1-1 72 16,1 7-100-16,-5 1-48 0,3 5 36 0,-3-2-48 15,0-2-12-15,0-1-92 16,0-4-8-16,1-4-88 0,-5-6 4 16,0-6-4-16,3-8-196 0,-3-5-236 0,0-6-236 15,0 0-312-15,0-10-432 0,0-5-1024 16,-3-8-2061-16,-2-6-355 0,1 7 3776 0,0-13 56 16</inkml:trace>
  <inkml:trace contextRef="#ctx0" brushRef="#br0" timeOffset="-183198.19">6395 17247 3864 0,'0'0'104'16,"0"0"3072"-16,0 0-944 0,0 0-1172 16,0 0-247-16,0 0 175 0,0 0-80 0,0 0-180 15,0 0-68-15,0 0 8 0,79-26-128 16,-72 32-164-16,-2 1-72 0,-1 2-28 16,0 4-40-16,-4-1-100 0,0 4-36 0,-4 4-92 15,0-5-8-15,-4 4-136 0,-4 4-300 16,1-4-204-1,-2-4-180-15,-2 2-64 0,2-5-364 16,5-2-869-16,-3-4-2811 0,7-3 432 0,-5-3 3025 16</inkml:trace>
  <inkml:trace contextRef="#ctx0" brushRef="#br0" timeOffset="-183015.385">6610 17300 1228 0,'0'0'9480'0,"0"0"-7615"0,0 0-1253 0,0 0 48 16,0 0 392-16,0 0-196 0,0 0-440 0,0 0-416 15,83 10-76-15,-71-20-376 16,0 1-292-16,-1-3-384 16,-2-5-800-16,3 4-2585 0,-8 1-2814 15,-4-1 7327-15</inkml:trace>
  <inkml:trace contextRef="#ctx0" brushRef="#br0" timeOffset="-182818.691">6805 17104 11417 0,'0'0'1360'0,"0"0"-1232"0,0 0-16 15,0 0 744-15,15 72 220 0,-10-46-496 16,3-1-532-16,-4 4-48 0,-1-1-148 15,1 5-120-15,0-5-120 0,1 0-488 0,-1 1-436 16,-4-4-825-16,0-3-1975 16,0-6-1076-16,0 0 5176 0</inkml:trace>
  <inkml:trace contextRef="#ctx0" brushRef="#br0" timeOffset="-182446.214">7224 17265 9192 0,'0'0'4393'0,"0"0"-4393"15,0 0-52-15,0 0 52 0,0 0 1128 0,0 0-180 0,0 0-572 16,0 80-376-16,0-64-8 0,0 3-68 15,-5 0-188-15,1 3-364 0,-4 0-360 16,-3-3-312-16,-2 6-1029 0,-2-2-3183 0,2-7 633 16</inkml:trace>
  <inkml:trace contextRef="#ctx0" brushRef="#br0" timeOffset="-163084.927">9542 16367 7372 0,'0'0'4721'16,"0"0"-1985"-16,0 0-1336 15,0 0-488-15,0 0 328 0,0 0-12 0,0 0-372 0,0 0-416 16,28 3-320-16,-20 10 88 0,8 6 24 16,3 3-28-16,-2 6 17 0,2 1-77 15,-2 2-128-15,-6 2 56 0,2 2-24 16,-2-4 0-16,-3 7-36 0,-4 0-12 16,1 1 12-16,-5 2-8 0,0 0-4 0,0-3 0 15,-5 3-60-15,-3-5 12 0,0 2 0 16,-4-6-52-16,4-1-217 15,-3-6-435-15,-2-2-4 0,1-4-52 16,5-4-660-16,-6-2-880 0,5-3-1932 0,-11 3-2621 16</inkml:trace>
  <inkml:trace contextRef="#ctx0" brushRef="#br0" timeOffset="-162299.714">7952 17323 6096 0,'0'0'4869'0,"0"0"-2025"0,0 0-1376 0,0 0-512 0,0 0 504 16,0 0-4-16,0 0-404 0,0 0-308 16,0 0-208-16,0 0-171 15,-12 3-97-15,12-3-64 0,0 0-20 0,0 0-40 16,0 0-12-16,4 0-120 0,4 0-12 16,8 0 4-16,4 0 228 0,4 0-76 15,4 0 0-15,4 0-32 0,-1-3-64 0,5-1-12 16,0 2-44-16,4-5 0 0,0 1-4 15,3-5-4-15,2 2-68 0,2-3 60 0,1 2-32 16,1-3 44-16,2 1 48 16,-7 2-48-16,-1 0-4 15,2 1-44-15,-9 3 48 0,3-4-4 16,-7 4-4-16,4-4-92 0,-8 4 44 0,0 0 52 16,-4 0-52-16,-9 2-64 0,2 1 48 15,-10 3-76-15,-3-3-44 0,0 3-64 0,0 0 100 16,-4 0 36-16,0 0 36 15,0 0 8-15,0 0 28 0,0 0-73 16,0 0-111-16,0 0-108 0,0 0-124 0,0 0-204 16,-8 3-436-16,0 0-1088 0,1 4-2416 15,-10-1-3909-15</inkml:trace>
  <inkml:trace contextRef="#ctx0" brushRef="#br0" timeOffset="-161645.506">8761 17386 2560 0,'0'0'772'0,"0"0"6360"16,0 0-5779-16,0 0-1045 0,0 0 112 15,0 0 500-15,0 0 300 0,0 0-340 0,20 76-288 16,-12-63-116-16,4-1-40 0,0 1-48 0,4-3-28 16,3 3-52-16,2 0-36 0,-1-1-100 15,3 1 0-15,1-1-12 0,4 1-28 16,0 3-128-16,0 3 0 0,4-3 56 0,0 1-60 16,3 1 0-16,1 4-12 0,5 1-56 15,-2-2 64-15,5 2-56 16,-4-1 48-16,0-3-72 0,-5 0 84 0,5-6 0 15,-3 0-76-15,-5-1 64 0,-5-6 0 16,-3 1-72-16,0-4 32 0,-8 1-44 16,-4-4-152-16,-5 0-344 15,1 0 8-15,-3 0-320 0,-5-4-240 0,0 1-556 16,0-7-592-16,-9 2-1713 16,2-3-1439-16,-9-5 4260 0</inkml:trace>
  <inkml:trace contextRef="#ctx0" brushRef="#br0" timeOffset="-161391.134">8816 17449 4716 0,'0'0'652'0,"0"0"4784"0,0 0-4151 0,0 0-605 0,0 0 148 16,-31 82 136-16,23-55-220 16,0-2-264-16,0 0-292 0,0-3-188 0,0-3-4 15,-3 0-72-15,2-3-88 0,5-6-12 16,0-3-100-16,-4-4-116 0,5-1-204 0,-1-2-368 16,-5 0-648-1,1-5-933-15,1-9-3235 0,-1 8 4408 0,3-13-164 16</inkml:trace>
  <inkml:trace contextRef="#ctx0" brushRef="#br0" timeOffset="-161214.473">8702 17548 144 0,'0'0'1276'15,"0"0"6196"-15,0 0-5868 0,0 0-291 16,0 0 491-16,0 0-272 0,90-17-296 0,-62 15-140 16,4-4-340-16,5 2-192 0,-5 2-144 15,3-3-124-15,5-1-140 0,-4 4-156 16,-5-4-44-16,1 2-76 0,-4 4-116 15,0-3-228-15,-4 3-292 0,1 0 0 0,-2 0-568 16,-7 0-1140-16,4 9-3753 0</inkml:trace>
  <inkml:trace contextRef="#ctx0" brushRef="#br0" timeOffset="-160111.966">10251 17989 992 0,'0'0'1212'16,"0"0"4408"-16,0 0-3288 0,0 0-1043 16,0 0-261-16,0 0 20 0,0 0 372 15,0 0-264-15,0 0-328 0,0 0-232 16,0 0-64-16,-52-44 0 0,52 44 244 0,-4 0-92 15,4 0-172-15,0 0-120 0,0 3-52 16,0-3-48-16,0 0-72 0,-4 0-27 16,4 0-45-16,-3 0-52 0,-1 0-84 0,0 0 84 15,-1 0-96-15,-3 0-48 16,1 0-24-16,-6 3 0 0,1 0-12 16,5 7-124-16,-6 3-25 0,2 2 29 0,3 5 20 15,0 2 40-15,3 6 68 16,2 1 72-16,3-1-8 0,0 7 12 0,0-3 0 0,3 3 12 15,2-2-12-15,3-6 48 16,0 5-44-16,3-7 48 0,-2-2-52 16,-1-7-84-16,-1-4 12 0,1-2 12 0,1-7 56 15,-2 0-108-15,5-3 40 0,-3-3 12 16,2-10 60-16,6-3-60 0,-6-9-28 16,5-4-56-16,0-3-164 0,-4 1 16 15,0 2-28-15,4 7 124 16,-4 3-72-16,-4 6-40 15,0 1 96-15,-1 9-20 0,-2-1 84 0,-1 4 84 0,-4 0 64 16,0 7 248-16,4-1 220 0,0 7 0 16,0-1-224-16,-1 4-12 0,-3-3-60 15,8 3-36-15,-3-4-100 0,-1 1-36 16,0 0-108-16,3-4-128 0,6 1-132 0,-5-3-416 16,3-4-256-16,2-1-936 15,-2 2-1008-15,1-1-3309 0,1-3 561 0,-2 0 5576 16</inkml:trace>
  <inkml:trace contextRef="#ctx0" brushRef="#br0" timeOffset="-159699.791">10674 18254 3620 0,'0'0'5644'15,"0"0"-3643"-15,0 0-753 0,0 0 88 16,8 77 96-16,-1-47-224 0,1 4-288 16,5-2-288-16,-2 3-100 0,2 1-100 0,-2-3-128 15,-3 6-132-15,5 3-72 0,-6 0 12 16,1-2-112-16,0 2-52 16,-4-5 44-16,-4-2-40 0,4-6-76 0,0-4-48 0,-4-9 40 31,0-3-92-31,0-10-204 0,0-3-128 0,0 0-52 15,0-9-364-15,-4-10-416 0,0-7-808 16,-8-6-1761-16,4 4-1811 0,-8-16 3380 16</inkml:trace>
  <inkml:trace contextRef="#ctx0" brushRef="#br0" timeOffset="-159494.975">10669 18419 1304 0,'0'0'1108'0,"0"0"4848"15,0 0-3952-15,0 0-1075 0,0 0-197 0,0 0 344 16,37-68-276-16,-26 62-380 0,1 3-192 15,4-1-88-15,-4 2 12 0,0 2 48 16,0 2-72-16,-4 5 60 0,4 3-24 16,-8 2 72-16,4 7-48 0,-8 0-48 0,0 3-40 15,0 0-100-15,0 2-52 0,-4 1-20 16,-4-4-192-16,0-2-64 16,0 1 0-16,0-5-136 0,0-2-196 15,0-7-256-15,4-2-480 0,-4-1-837 0,4-3-1951 16,0 0-220-16,4-13 3513 0</inkml:trace>
  <inkml:trace contextRef="#ctx0" brushRef="#br0" timeOffset="-159328.977">10949 18462 4160 0,'0'0'1056'0,"0"0"3648"0,0 0-3103 0,0 0-89 0,0 0 340 16,0 0-176-16,0 0-596 0,0 0-660 0,83 19-312 15,-67-19-108-15,0 0-172 0,-4-2-336 16,0-4-312-16,-1-5-516 0,-2 5-1060 0,-1-1-3645 16</inkml:trace>
  <inkml:trace contextRef="#ctx0" brushRef="#br0" timeOffset="-159153.582">11168 18326 5064 0,'0'0'3900'15,"0"0"857"-15,0 0-4097 0,0 0-560 0,15 69 520 16,-7-43 688-16,1-3-436 16,-2 2-548-16,1 0-316 0,0-2 40 0,1 2-48 15,-6-3-144-15,1-3-416 16,0 0-304-16,-4-2-532 16,0-9-744-16,-4-2-873 0,0-2-3315 0,-8-4 4896 0</inkml:trace>
  <inkml:trace contextRef="#ctx0" brushRef="#br0" timeOffset="-158783.402">10450 17847 1148 0,'0'0'144'0,"0"0"9589"0,0 0-7425 0,0 0-1140 0,0 0-20 15,0 0 196-15,0 0-216 16,0 0-240-16,0 0-436 0,84 0-280 0,-64-4-72 16,0 1-100-16,4 0-56 0,-4 0-40 15,-1-1-112-15,-2-2-284 0,3 0-308 0,-5 0-332 16,-3-4-712-16,0 0-1404 16,-4-2-3433-16</inkml:trace>
  <inkml:trace contextRef="#ctx0" brushRef="#br0" timeOffset="-158603.985">10721 17662 3312 0,'0'0'444'15,"0"0"5512"-15,0 0-3931 0,0 0-873 16,0 0-104-16,0 0 340 0,0 0-228 0,0 0-448 16,0 0-244-16,40 80-168 0,-28-61-116 15,-4 3-96-15,4 0-76 0,-4 0-12 0,0 5-296 16,0-6-476-16,-1 5-592 0,-2-4-1244 15,3-3-3489-15,-4 6-1014 0</inkml:trace>
  <inkml:trace contextRef="#ctx0" brushRef="#br0" timeOffset="-157686.817">11681 18030 3308 0,'0'0'692'0,"0"0"1900"16,0 0 416-16,0 0-1315 0,0 0-397 15,0 0-20-15,0 0-328 0,0 0-116 0,0 0-164 16,-19-76-204-16,15 64 72 0,-1 1 96 15,1 6 32-15,-3-2-24 0,3 5-28 16,0-3-196-16,-5 5-24 0,5 0-160 16,-3 0-220-16,-5 0 40 0,3 7-52 0,-2 5-172 15,3 8-72-15,0 6 76 0,0 5 56 16,4 8 112-16,4 1 76 0,0 2 68 16,4-1 28-16,4-6-28 0,-4-7-92 15,4-7-40-15,0-7-12 0,-1-3 0 0,-2-6-8 16,3-5-116-16,4 0 112 0,-5 0-120 15,6-3-28-15,-2-5-48 0,2-6 36 16,-2-2 0-16,-3 0-20 0,5-6-68 16,-6 0-20-16,1 0 32 0,-4 3 64 15,5 0 12-15,-5 6 36 0,-1 1 24 16,1 5 64-16,0 3-28 0,-4 4 52 0,0 0 24 16,4 0 76-16,-4 7-68 0,4 5 200 15,1 5-12-15,-1 5-60 0,3 0-48 16,-3 3 96-16,0-3-48 15,4 1-20-15,0-4-116 0,-4 0-84 16,4-7-100-16,0 2-36 0,4-9-572 0,0-1-348 16,4-4-1100-16,0 0-732 0,4-4-2101 15,-9 2 209-15,10-11 3140 0</inkml:trace>
  <inkml:trace contextRef="#ctx0" brushRef="#br0" timeOffset="-157320.714">12188 18287 4992 0,'0'0'404'0,"0"0"5685"0,0 0-4385 15,0 0-904-15,0 0 112 0,-4 83 360 0,12-54-332 16,-1 3-444-16,6 3-260 16,-2 3-124-16,1 0-28 0,-3 3 40 0,2 3 12 15,-3-2 0-15,-4-1 60 0,0-3-8 0,-4-6-28 16,0-4-148-16,5-9-12 0,-5-2 0 15,0-12-8-15,0-2-376 0,0-3-368 16,0-3-44-16,-5-9-568 0,1-6-1632 16,-4-5-3305-16,4 4-90 0</inkml:trace>
  <inkml:trace contextRef="#ctx0" brushRef="#br0" timeOffset="-157110.469">12160 18395 704 0,'0'0'1240'0,"0"0"4684"0,0 0-4084 15,0 0-367-15,0 0-9 0,0 0-252 16,0 0-200-16,91-15-208 0,-79 21-148 16,4 3-156-16,-8 4-64 15,0 0 0-15,1-1-152 0,-2 4-48 16,-7 4-116-16,0-2-120 0,0 1 0 0,0 4-120 16,-4 3-252-16,-8-4-188 0,4 3-248 15,-3-3-212-15,-2-2-332 0,1-8-560 16,0-2-641-16,0-3-2131 0,5-5 72 15,-6-2 4560-15</inkml:trace>
  <inkml:trace contextRef="#ctx0" brushRef="#br0" timeOffset="-156949.335">12470 18469 1240 0,'0'0'9344'0,"0"0"-7531"0,0 0-1045 15,0 0 236-15,0 0 232 0,0 0-568 0,0 0-668 16,0 0-188-16,76 12-1100 0,-68-18-528 16,-4 0-2577-16,0-1-3031 0,-4 4 6656 0</inkml:trace>
  <inkml:trace contextRef="#ctx0" brushRef="#br0" timeOffset="-156679.661">12582 18336 1748 0,'0'0'2360'0,"0"0"4865"0,0 0-6121 15,0 0-492-15,0 0 304 16,0 0 160-16,0 0-308 0,92-13-340 16,-77 13-240-16,-3 0-188 0,1 0 0 15,-6 3-72-15,-3 7 72 0,0-1 72 0,-4 7 168 0,0 6-68 16,-4 0-72-16,0 6 0 0,-3 1-48 16,-1 3-52-1,-1 0-52-15,5-3 52 0,0-4 12 0,1-3 224 16,3-10-36-16,0 1-76 0,3-7-76 15,5-2 64-15,5-4 52 0,2 0-164 0,-2-4-152 0,2-8-168 16,-2-4-164-16,2-3-140 0,-7-6-360 16,4 0-636-16,-4-1-760 15,-8-3-1725-15,4 10-1751 0,-4-10 5204 0</inkml:trace>
  <inkml:trace contextRef="#ctx0" brushRef="#br0" timeOffset="-151915.494">11840 17830 8896 0,'0'0'2701'16,"0"0"-793"-16,0 0-1388 0,0 0-380 15,0 0 732-15,0 0 208 0,0 0-536 0,0 0-544 16,0 0-52-16,92 51-8 0,-72-51-116 16,-3 0 100-16,2 0 28 0,-3-2-260 15,-4-5-724-15,1-3-196 0,-6 4-560 0,-3-3-2665 16</inkml:trace>
  <inkml:trace contextRef="#ctx0" brushRef="#br0" timeOffset="-151716.425">12064 17668 5624 0,'0'0'6601'0,"0"0"-4649"0,0 0-1028 16,0 0 260-16,0 0 184 0,0 0-192 16,0 0-476-1,0 0-432-15,40 77-184 0,-32-49-36 0,0 1-48 16,0 3-148-16,-4-1-120 0,4 2-272 15,-5 0-560-15,1-3-192 0,5 1-520 16,-9-9-1056-16,8 7-3265 0</inkml:trace>
  <inkml:trace contextRef="#ctx0" brushRef="#br0" timeOffset="-151127.514">13335 18161 10376 0,'0'0'2505'0,"0"0"-1093"15,0 0-852-15,0 0 4 0,0 0 128 16,0 0-136-16,0 0-496 0,0 0 116 0,0 0-176 16,88 12-8-16,-56-8-328 0,-4-4-724 15,0 3-860-15,-5-3-2117 0,1 0-2119 16</inkml:trace>
  <inkml:trace contextRef="#ctx0" brushRef="#br0" timeOffset="-150941.385">13765 18180 7552 0,'0'0'2024'0,"0"0"-579"0,0 0-261 0,0 0-84 15,0 0-288-15,0 0-520 0,0 0-152 16,80 25-28-16,-68-25-112 0,0 0-96 0,4-3-232 15,-4-4-156-15,4 1-36 0,-4 3 108 16,0 0 224-16,0 3-224 0,-1 0-228 16,-2 3-1101-16,6 6-3159 0</inkml:trace>
  <inkml:trace contextRef="#ctx0" brushRef="#br0" timeOffset="-150787.496">14243 18214 10016 0,'0'0'2637'0,"0"0"-1285"0,0 0-128 0,0 0 336 16,0 0-220-16,0 0-576 16,0 0-664-16,0 0-100 0,0 0-124 15,0 0-148-15,96 19-260 0,-72-21-556 0,-4-5-1292 16,0 4-2341-16,3-6-3339 0</inkml:trace>
  <inkml:trace contextRef="#ctx0" brushRef="#br0" timeOffset="-150070.157">14969 18104 8444 0,'0'0'2665'0,"0"0"-1189"0,0 0-356 15,0 0 312-15,0 0-60 0,0 0-252 16,0 0-440-16,0 0-332 0,0 0-56 0,0 0-56 15,0 0-4-15,-68-20-72 16,55 27-112-16,-2 6-48 0,3 9-172 0,0 6 52 16,4 7 120-16,4 7 48 0,0 2 124 15,4 4 12-15,0-4 0 16,4 3-100-16,4-7-84 0,0-10-68 16,0-8-80-16,0-5-60 0,4-11 84 15,0-6-60-15,8 0 68 0,-4-12 116 0,8-11 0 16,-5-5-184-16,-2-5-236 15,-2 2 48-15,2 2 128 0,-6 1 132 0,2 6-40 16,-2 0 28-16,-3 5 28 0,0 1 20 16,0 7 64-16,-4 4-12 0,-4 5 24 0,0-5 184 15,4 5 116-15,-4 0-40 0,0 0-64 16,0 0 64-16,0 5-88 0,4 0-72 16,-4 4 156-16,4 10-60 0,-4 4-12 15,8 3-48-15,-8 5 144 0,4-3-32 16,0 1-152-16,0 1-96 0,0-3-100 15,0-4-84-15,0-4-88 0,0-4-144 16,4-5-360-16,-4-3-300 0,4-1-200 0,0-6-1504 16,-1 0-3025-16</inkml:trace>
  <inkml:trace contextRef="#ctx0" brushRef="#br0" timeOffset="-148703.489">15359 18504 3116 0,'0'0'5424'0,"0"0"-3808"16,0 0-892-16,0 0 49 0,0 0 135 15,0 0-76-15,0 0-220 16,0 0-372-16,0 0-52 0,0 0 80 16,0 0 124-16,4 2-80 0,0 9-8 15,-4-2 72-15,0 7 164 0,4 0 8 0,-4 3-76 16,0 0-88-16,0-1-124 0,0 1-124 16,0 2-52-16,0 0-84 0,0-2 0 15,0 4-88-15,0-4-48 0,0 0-12 0,-4-1-36 16,4-2-52-16,0-3-148 0,0-3-40 15,0-3-76-15,0-7-180 0,0 0-48 16,0-5-324-16,0-7-516 0,0-7-1385 16,0 3-1775-16</inkml:trace>
  <inkml:trace contextRef="#ctx0" brushRef="#br0" timeOffset="-148364.382">15040 18005 7036 0,'0'0'2892'0,"0"0"-1035"0,0 0-857 16,0 0 236-16,0 0 40 0,0 0-280 0,0 0-348 16,0 0-336-16,0 0-152 0,0 0 188 15,28 0 112-15,-12 0 8 16,4 3-248-16,-4 1-208 0,4-2 0 0,0-2-12 16,-4 4-40-16,3-4-32 0,2 0-200 15,-5-6-308-15,3-1-552 0,-2-6-360 16,-10 4-1212-16,5-10-3541 0</inkml:trace>
  <inkml:trace contextRef="#ctx0" brushRef="#br0" timeOffset="-148179.122">15327 17761 4636 0,'0'0'3916'0,"0"0"-2208"16,0 0-407-16,0 0 431 0,0 0-124 0,0 0-564 15,0 0-312-15,28 88-196 0,-24-58-64 16,4-3-244-16,-4 3-228 0,0 1-196 16,0-3-40-16,-1 4-188 0,2-3-48 15,-1-1-448-15,-4 5-772 0,4-12-1120 16,-4 14-2757-16</inkml:trace>
  <inkml:trace contextRef="#ctx0" brushRef="#br0" timeOffset="-136349.384">16865 12693 5308 0,'0'0'1536'15,"0"0"5161"-15,0 0-4809 0,0 0-844 16,0 0-272-16,0 0 232 0,0 0-104 0,0 0-180 15,0 0-228-15,-8-3-212 16,8 6-136-16,5 10-44 0,2 6 108 0,9 9 192 16,0 8 149-16,8 5-237 0,-4 7-140 15,4 2-76-15,-4 1-44 0,-1 0-44 16,-2 3-4-16,-6-6-4 16,2 3-72-16,-2-7-48 0,-3-3 8 0,5-6 16 15,-6-6-36-15,1-3-76 16,0-12-85-16,0 0-179 0,0-9-152 0,0-1-256 15,4-4-420-15,0 0-800 0,-4-6-1944 16,4-11-2477-16</inkml:trace>
  <inkml:trace contextRef="#ctx0" brushRef="#br0" timeOffset="-136128.146">17144 12903 3208 0,'0'0'5088'16,"0"0"-2127"-16,0 0-1065 0,0 0-700 16,0 0-60-16,0 0 72 0,0 0-324 0,0 0-304 15,-63 92-208-15,35-51-176 0,-13 4-36 16,-6 8-152-16,-5 8-8 0,-12 2-196 16,-3 11-52-16,-5-4-184 0,-4 5-324 0,4-5-460 15,0-1-648-15,25-20-1076 0,-13 11-2837 16</inkml:trace>
  <inkml:trace contextRef="#ctx0" brushRef="#br0" timeOffset="-132957.886">20614 13732 4864 0,'0'0'1264'0,"0"0"1980"0,0 0-1395 0,0 0-157 16,0 0-624-16,0 0 72 0,0 0-108 16,0 0-380-16,0 0-280 15,-15 12-272-15,39-12 76 0,11 0 168 0,5 0 52 16,8-3-12-16,-1 1-88 0,6-5-112 16,-1 0 24-16,-1 1-72 0,5-1-24 15,-4-2-40-15,-1 3-72 0,-3-1-76 16,-4 1 72-16,-4 3-108 15,-4-4-48-15,-8 4-160 0,0 3-232 16,-9 0-380-16,-2 0-136 0,-6 0-912 0,-3 0-1112 16,-8 10-2597-16</inkml:trace>
  <inkml:trace contextRef="#ctx0" brushRef="#br0" timeOffset="-132738.842">20762 13964 1096 0,'0'0'4228'0,"0"0"-3436"0,0 0 408 0,0 0 1044 16,0 0-387-16,76 27-433 0,-40-20-316 15,7 0-388-15,1-4-252 0,4 0-152 0,0-3-40 16,-1 0-200-16,1-3-64 0,0-7-12 16,0 1-96-16,-1-8-484 0,-2 5-772 15,-2-4-580-15,-11 0-985 0,5-6-4843 0</inkml:trace>
  <inkml:trace contextRef="#ctx0" brushRef="#br0" timeOffset="-132470.881">21168 13446 3088 0,'0'0'2084'0,"0"0"-716"0,0 0 2792 16,0 0-1899-16,80 31-597 0,-52-15-432 0,4 3 36 15,0 1-340 1,-1 1-272-16,5 2-200 0,-8 3-176 0,4-1-216 0,-8 3-64 16,4 1-4-16,-9 3-8 15,-2-1-64-15,-6 5-8 0,-2-5-28 16,-9 4 24-16,-9 6-168 0,-10 1 24 0,-9 3 68 16,-8 1-56-16,-4 2-40 0,-11 6-36 15,-1-2-52-15,-4-2-36 0,3-3-80 16,-1-3-64-16,1 2-380 0,5-8-496 0,5-7-692 15,15-9-1061-15,-4 0-1747 0</inkml:trace>
  <inkml:trace contextRef="#ctx0" brushRef="#br0" timeOffset="-130719.729">22754 12998 5684 0,'0'0'4724'0,"0"0"-2655"0,0 0-613 0,0 0-244 0,0 77-76 16,0-46-212-16,0 7-192 0,0 4-228 15,0 2-160-15,0 10-60 16,0 3 24-16,0 7-4 0,0 6 100 0,-4 8 24 16,-4 9-96-16,-4-2-248 0,0 1-24 15,-4-7 52-15,1 1-112 0,-2-7-72 16,-3-4-108-16,4-2-52 0,0-10 108 16,4-3-32-16,1-9-52 0,7-14-124 15,-1-6-72-15,5-8 48 0,0-7-100 16,9-7-596-16,-1-3 184 0,3 0 276 0,6-7-692 15,-2-5-852-15,1-1-929 0,5-16-2575 16</inkml:trace>
  <inkml:trace contextRef="#ctx0" brushRef="#br0" timeOffset="-130386.997">23136 13379 3800 0,'0'0'2696'0,"0"0"2289"15,0 0-3333-15,0 0-216 0,0 0 76 16,0 0-176-16,84 76-368 0,-52-41-292 15,0 3-184-15,3 10-136 0,5 3 216 0,-3 6-12 16,-2 0-304-16,-3-3-196 0,0 0-60 16,-8 0-84-16,-1-4-36 0,-2-5-136 0,-1-3-124 15,-1-8-84-15,-2-5-72 16,-2-7-20-16,-2-8-144 0,2-9-328 16,5-5-324-16,-4-5 4 0,0-15-1192 0,1 4-2061 15,2-22-2790-15</inkml:trace>
  <inkml:trace contextRef="#ctx0" brushRef="#br0" timeOffset="-130165.772">23750 13389 8704 0,'0'0'1940'0,"0"0"-935"0,0 0-441 16,0 0 128-16,-92 54 768 15,68-29 80-15,-3 4-388 0,3 8-392 16,-4 8-244-16,-4 6-168 0,0 6 56 0,0 7-96 15,-8 1 48-15,4 6-148 0,-7 0-208 16,3-6-232-16,0-1-40 0,4-4-60 16,4-9-308-16,8-6-212 0,5-11-280 0,2-4-492 15,6-9-408-15,7-8-281 0,4-7-431 16,0-6-1740-16</inkml:trace>
  <inkml:trace contextRef="#ctx0" brushRef="#br0" timeOffset="-129861.58">24085 13125 7836 0,'0'0'4725'0,"0"0"-2777"0,16 66-412 15,-4-27-308-15,-5 6-76 0,6 5-120 0,-2 4-284 16,-3 7-224-16,1 5-168 16,-5 0-104-16,-4 5-44 0,0 2-76 0,0 0-132 15,-4-4 0-15,-5-2-84 0,1-3-60 16,1-4-248-16,-2-3-44 0,1-5-40 0,1-5-64 16,-1-3 36-1,-1-6-112-15,5-7-100 0,0-5-204 0,4-6-396 16,0-5-736-16,0-8-1025 0,8-7-2287 15</inkml:trace>
  <inkml:trace contextRef="#ctx0" brushRef="#br0" timeOffset="-129604.272">24666 13684 15429 0,'0'0'2400'0,"0"0"-1292"0,0 0-652 15,0 0 96-15,0 0 312 0,0 0 136 16,84-3-271-16,-40-4-245 0,8-2-244 16,4-4-132-16,-1 1-108 0,1-1 0 15,-4-3-120-15,-5 0-120 0,-2 4-208 0,-10-1-293 16,-3 1-159-16,-8 5-444 0,-12 3-1000 15,-4 1-2404-15,-12 6-2957 0</inkml:trace>
  <inkml:trace contextRef="#ctx0" brushRef="#br0" timeOffset="-129438.268">24650 13877 3068 0,'0'0'8153'0,"0"0"-6921"0,0 0-452 0,0 0 704 16,0 0 304-16,0 0-468 0,0 0-172 0,0 0-180 15,88 51-176-15,-40-51-220 0,-1 0-232 0,5-9-276 16,4-4-64-16,-3 1-196 16,-6-5-448-16,1 5-320 0,-5-4-524 15,-15 10-1416-15,4-10-4333 0</inkml:trace>
  <inkml:trace contextRef="#ctx0" brushRef="#br0" timeOffset="-128804.822">25982 13484 5260 0,'0'0'976'0,"0"0"-704"16,0 0 2868-16,0 0-1295 0,0 0-257 16,0 0-328-16,11 95-112 0,-11-47-188 15,0 12-188-15,0 4-228 0,-4 12-172 16,0 3-64-16,-3 6-24 0,-2 5 136 16,1 1 68-16,4 2-244 0,-3 2-244 0,2-6-24 15,1-3-120-15,0-3-64 16,0-11 132-16,0-2-96 0,4-6-84 15,-3-9-88-15,3-9 32 0,0-5 16 16,0-11-72-16,0-8-92 0,0-10-116 0,7-9-176 16,1-3-672-16,1-15 52 0,-2-12-476 0,1 6-777 15,5-30-1607-15</inkml:trace>
  <inkml:trace contextRef="#ctx0" brushRef="#br0" timeOffset="-128501.126">25937 13586 8140 0,'0'0'1480'0,"0"0"-616"16,0 0-259-16,0 0 15 0,0 0 608 0,0 0 108 16,76-61-564-16,-56 58-268 15,0 3-76-15,4 0-36 0,-1 3-44 0,-3 4-148 16,5 2-76-16,-10 1 12 0,1 5-128 15,-8 2 132-15,0 2-56 0,-8 6 52 16,0 0-36-16,-12 7-12 0,-3 0-12 0,-5-1-68 16,-5 5 64-16,-2-3-68 15,2 0-8-15,-2-5-40 0,-1-2-104 0,4-7-176 16,-4 0-188-16,4-7-216 0,0-5-124 16,1-1-412-16,-1-6-408 0,7 0-1149 15,-6-2-2487-15</inkml:trace>
  <inkml:trace contextRef="#ctx0" brushRef="#br0" timeOffset="-127970.318">26615 12443 1004 0,'0'0'2584'0,"0"0"-408"15,0 0 2816 1,0 0-3079-16,0 0-245 0,59 96-468 0,-46-52-220 0,-2 9-280 16,-7 8-156-16,0 2-148 0,-4 4-148 15,0-1-64-15,-11 5-184 0,-2-2 0 0,1 1 36 16,-4-7-36-16,1-2-148 16,3-10-124-16,0-10 16 0,4-7-128 15,4-11-100-15,0-8 120 0,4-8 40 0,0-3-32 16,0-4-232-16,0-4-44 15,4-5-520-15,4-11-316 0,-1-2-221 0,-3 0-547 16,5-16-2136-16</inkml:trace>
  <inkml:trace contextRef="#ctx0" brushRef="#br0" timeOffset="-127711.853">26678 12566 5792 0,'0'0'1992'16,"0"0"-424"-16,0 0-508 0,0 0 189 0,68-73 83 15,-44 64-324-15,-4 3-200 0,8 2-76 16,-9 4-52-16,6 0-216 0,-1 10-152 0,-8-1 12 16,3 4-40-16,-6 0-60 15,-5 7-16-15,-5 1 4 0,-3 5-16 16,0 2-60-16,-11 7-60 0,-9 0-76 0,-1 3-4 16,-7 0-132-16,0-1-88 0,1-1-256 15,-1-1-56-15,0-6-12 0,0-4-244 16,4-3-136-16,4-6-124 0,5-4-312 15,2-5-537-15,5-3-935 0,1-4-1584 0</inkml:trace>
  <inkml:trace contextRef="#ctx0" brushRef="#br0" timeOffset="-127498.731">27093 12827 5288 0,'0'0'208'0,"0"0"4684"0,0 0-3523 0,0 0 179 15,88-11 200-15,-56 6-376 16,7-2-472-16,1-2-456 0,-1 3-392 16,6-4-52-16,-6 0-136 0,1 1-212 15,-3-4-564-15,-9 5-916 0,-1-9-2893 0</inkml:trace>
  <inkml:trace contextRef="#ctx0" brushRef="#br0" timeOffset="-127305">27834 12389 8172 0,'0'0'5069'0,"0"0"-3925"0,0 0-424 16,0 0 308-16,0 92 348 0,0-61 20 0,0 7-416 15,4 3-428-15,4 4-224 0,-4 0-120 16,-1 6-12-16,-3 3-196 0,0 3-24 0,0 0-392 16,0 3-464-16,0-4-224 0,-3 3-428 15,3-15-1512 1,-4 6-3837-16</inkml:trace>
  <inkml:trace contextRef="#ctx0" brushRef="#br0" timeOffset="-123887.613">22240 16091 6156 0,'0'0'872'0,"0"0"156"15,0 0 1816-15,0 0-1403 0,0 0-13 0,0 0-224 16,0 0-96-16,0 0-120 0,0 0-304 0,0 0-264 16,0 0-172-16,0 0 24 15,28 38 292-15,-17-4 48 0,6 14-208 16,-2 9-108-16,-6 6-104 0,-1 11-80 15,-5 0-52-15,-3-2-60 0,0 4-8 16,-3-3-116-16,-5 0 4 0,-1-3-16 0,1-9-80 16,5-17 20-16,-1-6-208 15,4-13 0-15,0-9 32 0,0-6-8 0,0-4-64 16,0-6-360-16,4-3-220 0,-1-10 216 16,10-9-580-16,-1-10-332 0,-1 7-1285 15,2-25-2851-15</inkml:trace>
  <inkml:trace contextRef="#ctx0" brushRef="#br0" timeOffset="-123651.608">22344 16093 4348 0,'0'0'2656'0,"0"0"-1436"16,0 0-236-16,0 0 464 0,0 0 69 0,83-53-249 0,-59 53-380 15,0 0-232-15,-5 6-264 16,2 4-140-16,-10 2-40 15,2 4 40-15,-5 4 4 0,-8 2 4 16,0 6-136-16,-8 4-24 0,-5 3-100 16,-2-4-100-16,-5 4-100 0,0-6-112 15,-4 0-144-15,4-7-160 0,5-6-76 0,-2-3 32 16,2-4-184-16,-2-6-360 0,2 0-649 16,2-3-859-16,2 0-1348 0</inkml:trace>
  <inkml:trace contextRef="#ctx0" brushRef="#br0" timeOffset="-123461.652">22599 16363 9108 0,'0'0'1500'0,"0"0"-815"0,0 0 59 0,0 0 368 15,0 0 8-15,91-7-536 0,-66 5-508 16,-2-4-40-16,1 3-36 0,4-4-164 0,-4 0-164 15,4 2-216-15,-5-2-1180 0,-7 0-1165 16,5-5-4519-16</inkml:trace>
  <inkml:trace contextRef="#ctx0" brushRef="#br0" timeOffset="-123270.172">23080 16043 9984 0,'0'0'1869'16,"0"0"-781"-16,0 0-412 0,-15 76 404 16,11-44 276-16,0 3-412 0,0 6-472 0,4 0-236 15,0 3-52-15,0-2-160 0,0 2-24 16,0-2-124-16,4-3-384 0,-4-2-100 16,4 1-200-16,0-6-360 0,-4 0-932 0,4-13-989 15,3 3-2511-15</inkml:trace>
  <inkml:trace contextRef="#ctx0" brushRef="#br0" timeOffset="-122753.357">23654 16211 12285 0,'0'0'2152'16,"0"0"-1256"-16,0 0-180 0,0 0 748 0,0 0-448 15,0 0-428-15,0 0-340 0,0 0 204 16,0 0 12-16,112 45-120 0,-72-39-136 0,3 0-88 16,2 5-48-16,-10-6-72 15,1 4-8-15,-8 2-4 16,-4-3-84-16,-8 3 48 0,-4-3 48 0,0 3 8 15,-9 1 100-15,1 1-12 0,-4 3 52 16,0 3-16-16,-11 0-44 0,-1 6-80 16,-8 1-8-16,-4 0-60 0,5-1 8 0,-6 0-32 15,-3-3-72-15,0 4-40 0,-3-4-60 16,3 0-36-16,-4-3-64 0,4 3-12 16,0-5-96-16,4-5-140 0,4-3-324 15,4-5-560-15,8-1-1024 0,1-3-3153 16</inkml:trace>
  <inkml:trace contextRef="#ctx0" brushRef="#br0" timeOffset="-122003.517">24272 16510 6308 0,'0'0'2352'0,"0"0"-1420"15,0 0-324-15,0 0 773 0,0 0-49 0,0 0-388 16,0 0-348-16,0 0-204 0,0 0-16 16,-92 86 164-16,68-64 28 0,1 3-128 15,-5 0-204-15,0 5-88 0,-4-2-148 0,4-3-8 16,-4 4-152-16,4-7-40 0,0 3-100 16,4-6-192-16,5-3-88 0,6-6-148 15,2-3-288-15,3-5-708 0,3-2-545 0,5-9-2387 16</inkml:trace>
  <inkml:trace contextRef="#ctx0" brushRef="#br0" timeOffset="-121624.706">24826 16024 8188 0,'0'0'2408'0,"0"0"-1135"15,0 0-477-15,0 0 364 16,0 0 144-16,0 69-512 0,3-43-516 0,5 6-196 16,5 6 68-16,-2 10 104 0,2 2-204 15,-2 8-48-15,1 2-240 0,-3 7-204 16,-2 6-4-16,-3-3-248 0,0 6-340 0,-4-4-508 16,0-1-633-16,0-21-1787 15,4 20-1196-15</inkml:trace>
  <inkml:trace contextRef="#ctx0" brushRef="#br0" timeOffset="-119176.638">28491 14379 1148 0,'0'0'9604'0,"0"0"-7715"15,0 0-617-15,0 0-284 0,0 0 132 0,0 0 120 16,100-7-284-16,-48 5-476 0,4-2-212 15,7-2-192-15,1-1-76 0,0 1-40 0,-4 0-132 16,-5 0-124-16,-7 3-176 0,-8-1-208 16,-8 4-152-16,-9 0-440 15,-6 0-1180-15,-17 4-2713 0,0-1-2283 0,-17 9 7237 0</inkml:trace>
  <inkml:trace contextRef="#ctx0" brushRef="#br0" timeOffset="-119018.876">28508 14636 1344 0,'0'0'768'0,"0"0"7472"0,0 0-6351 0,0 0-965 0,0 0-520 0,0 0 384 16,0 0 712-16,79 36-620 15,-23-34-432-15,3-2-288 0,1-9-160 0,0-4-52 16,-4-3-120-16,-5 1-400 0,-3-4-212 16,-8 0-436-16,-8 2-1088 0,-4-10-3305 0</inkml:trace>
  <inkml:trace contextRef="#ctx0" brushRef="#br0" timeOffset="-118775.196">28950 14109 508 0,'0'0'7024'0,"0"0"-5104"0,0 0-732 15,83 68 125-15,-51-47 155 0,0 5-336 0,0-4-212 16,-4 0-480-16,-4 4-288 0,-5-2-152 15,-2 5-156-15,-10 1-44 0,-7 1 112 16,0 4 80-16,-16 6-396 0,-7 3-140 16,-14 5 140-16,2-2 164 0,-9 6-192 0,-8 2-272 15,5-4 308-15,-5-1 128 16,3-2-256-16,10-10 8 0,7-6-157 0,12-13-1175 0,8-6-3220 16</inkml:trace>
  <inkml:trace contextRef="#ctx0" brushRef="#br0" timeOffset="-118048.982">30117 13376 10160 0,'0'0'2189'0,"0"0"-809"16,0 0 12-16,0 0 80 0,0 0-92 0,0 76-320 15,4-41-228-15,0 10-244 0,0 6-76 16,-1 6 72-16,6 2 25 0,-5 8-161 16,-4 3-196-16,0 6-248 0,0 3-4 0,-4 7-64 15,0 3 56-15,-1 0-40 0,-2 3 36 16,-1 1-72-16,0-1-48 15,4-6 72-15,-4 0-28 0,8-11-116 0,0-2-100 16,0-9-233-16,0-8 25 0,0-14-48 16,8-7-112-16,0-12-176 0,8-11-600 15,4-9-848-15,-5-6-1528 0,2-7-2685 0</inkml:trace>
  <inkml:trace contextRef="#ctx0" brushRef="#br0" timeOffset="-117651.072">30607 13766 912 0,'0'0'6780'15,"0"0"-3648"-15,0 0-1039 0,0 0-569 16,75 86-100-16,-47-48-8 15,0 4-164-15,-3 5-344 0,-1 4-232 0,-1 0-276 16,1 0-132-16,-4 0-84 0,4-7-184 16,-4-3-88-16,0-9-36 0,4-4-228 15,-5-5-124-15,2-8-136 0,-5-9-28 0,3 1 60 16,-2-7-288-16,2 0-712 0,-3-13-1388 16,-4 5-3245-16</inkml:trace>
  <inkml:trace contextRef="#ctx0" brushRef="#br0" timeOffset="-117446.087">31077 13779 7856 0,'0'0'5193'0,"0"0"-4453"0,0 0-448 16,-67 73 492-16,42-35 852 0,1 11-356 16,5 1-452-16,-5 4-336 0,0 3-72 15,0 3 8-15,-4 1-124 0,1-5-168 0,-5 2-136 16,4-4-320-16,-4-7-240 0,4-6-156 15,4-2-24-15,7-11-300 16,2-8-352-16,7-5-240 0,3-8-320 16,5-7-677-16,5-3-3395 0</inkml:trace>
  <inkml:trace contextRef="#ctx0" brushRef="#br0" timeOffset="-117150.409">31372 13440 6036 0,'0'0'4889'0,"0"0"-3181"16,0 0-868-16,0 0 176 0,0 0 672 0,0 0-128 16,36 85-400-16,-28-44-348 0,3 7-188 15,-2 6 156-15,-1 6-100 0,-4 3-363 16,-1 1-173-16,-3 0-132 0,0 3-12 0,-3-1-72 15,-5 1-36-15,-5-3-88 0,6-1-37 16,-5-6 5-16,-1 0-40 16,2-6-60-16,-1 3-52 0,4-7-120 0,4-1-16 15,-4-6-84-15,4-5-140 16,0-6-376-16,4-4-516 0,0-8-752 0,0-5-2249 16,0-3-3231-16,8-9 7460 0</inkml:trace>
  <inkml:trace contextRef="#ctx0" brushRef="#br0" timeOffset="-114723.293">31810 13877 5004 0,'0'0'6741'0,"0"0"-4709"0,0 0-624 0,0 0-492 0,0 0 88 15,0 0 148-15,0 0-464 0,0 0-244 0,79 4-4 16,-38-8-48-16,6-2-88 16,2 0-84-16,-2-4-60 15,-7 4-152-15,0 0-4 0,-8-1-4 0,0 1-148 16,-8-1-108-16,-9 0-160 0,2 2-144 15,-10 2-152-15,-3 3-340 0,-4 0-772 16,0 0-1340-16,-11 0-3805 0</inkml:trace>
  <inkml:trace contextRef="#ctx0" brushRef="#br0" timeOffset="-114536.16">31854 14103 1332 0,'0'0'9056'16,"0"0"-7483"-16,0 0-717 0,84-19 344 0,-52 12 240 16,-1 1-644-16,-3 0-608 0,0 0-188 0,0-1-152 15,-4 4-104-15,-4 0-408 0,-8 3-560 16,0 0-564-16,-12 0-889 0,0 9-2131 16,0-2-63-16</inkml:trace>
  <inkml:trace contextRef="#ctx0" brushRef="#br0" timeOffset="-114370.39">31822 14335 3044 0,'0'0'1656'0,"0"0"3964"0,0 0-3855 15,0 0-285-15,0 0 168 0,0 0-352 0,0 0-388 16,95 18-236-16,-54-20-204 0,2-8-172 16,6-3-204-16,2-3-92 0,-3 1-208 15,4-5-508-15,-5 2-152 0,-2-1-748 16,-10 3-1572-16,9-6-3849 0</inkml:trace>
  <inkml:trace contextRef="#ctx0" brushRef="#br0" timeOffset="-114001.319">32671 13894 4760 0,'0'0'7137'0,"0"0"-5997"0,-32 70-592 16,20-36 796-16,0 4 440 0,0 0-404 16,4 4-520-16,0-7-452 0,4-3-176 15,0-4-96-15,4-6-16 0,8-3 64 16,0-6-60-16,4-4 180 0,4 1-120 16,4-7-28-16,-5 0-20 0,6-3-4 0,-5 0-8 15,3-3-64-15,6-10-48 0,-5 1-12 16,3-4-44-16,-3-6-28 0,1 0-88 15,-2-3 28-15,1-5 32 0,-4 2-44 16,4-4 20-16,0-3 16 0,-5 1-40 0,2-5 12 16,-6 1-8-16,-2 3 144 0,-5 0 0 15,-4 4 0-15,0 2 0 0,-13 7-8 16,-2 5-4-16,-9 5 0 0,-4 5-88 0,-8 7-144 16,-8 5-136-16,-3 9-212 15,-9 9-520-15,0 9-628 0,1-4-944 0,14 1-2429 16,-19 9-2623-16</inkml:trace>
  <inkml:trace contextRef="#ctx0" brushRef="#br0" timeOffset="-113187.497">30428 16049 3648 0,'0'0'8009'0,"0"0"-6193"0,0 0-1028 16,0 0-192-16,0 0 260 15,0 0 24-15,0 0-392 0,0 0 56 0,0 0-284 16,0 0-160-16,0 0 0 0,67 67-52 16,-59-48 24-16,1-3-56 0,-9 0 44 0,3-3-52 15,1-4-8-15,-4-6-4 0,0 1-56 16,4-4 60-16,0-7-76 15,5-2 52-15,2-8 12 0,10-8 12 0,-2-1-64 16,1-5-72-16,-1-1 52 0,2 4-4 16,-5 3 40-16,0 6 8 0,-4 3 40 0,-4 9 100 15,0 7 76-15,-8 0 44 0,3 2 348 16,-3 15-136-16,0 2-40 16,0 10-160-16,-3 2-124 0,-5 1-44 15,4-4-64-15,0-5-4 0,-1-4-108 16,5-6-20-16,0-10-92 0,5 0-8 15,7-3 36-15,-5-3 196 0,10-6 72 16,-2-4 52-16,2-4-24 0,2-2-52 0,-3 0-40 16,0 0-8-16,-4 4-8 0,4 5-64 0,-8 1 8 15,4 2 64-15,-4 7 8 0,-4 0 104 16,4 4 220-16,-4 5 156 16,4 7-108-16,-4 1-152 0,-4 4-44 0,4 2-12 15,-1-1 60-15,2 0-16 0,-1-6-68 16,0-3-148-16,0-7-52 0,0 0-212 15,0-6-236-15,3 0-244 0,6-10 216 0,-2-5-36 16,6-1-568-16,-2-9-1128 16,6 2-1744-16,-1-5-1269 0,-5 9-415 15,5-7 4945-15</inkml:trace>
  <inkml:trace contextRef="#ctx0" brushRef="#br0" timeOffset="-112935.145">31176 15963 3488 0,'0'0'404'15,"0"0"8129"-15,0 0-6153 0,0 0-1348 0,0 0-52 16,0 0 508-16,0 0-344 0,4 74-348 0,-4-65-380 15,0-6-244-15,5 4-112 0,3-7-24 16,0 3-36-16,-1-3-136 0,6 0 40 16,-2-3 36-16,6-7 0 0,-6-3-52 15,1 1-8-15,0-1 8 0,-4 1 52 0,0-1 12 16,-4 0 36 0,-4-1-76-16,0 6 88 0,0-5 48 15,-8 4 4-15,-4-1 32 0,0 3-84 0,-3 4-60 16,-2 1-48-16,2 2 104 0,-2 0-100 15,2 8-168-15,2-1-108 0,2 5-72 16,3 1-116-16,0-1-360 0,3 2-800 0,2-1-1088 0,3 0-2441 16,0-4-831-16,0-3 4645 0</inkml:trace>
  <inkml:trace contextRef="#ctx0" brushRef="#br0" timeOffset="-112529.98">31507 15906 5700 0,'0'0'9961'16,"0"0"-8269"-16,0 0-1284 0,-67 90 236 0,50-65 524 0,6 3-348 16,-1-5-344-16,12-4-296 0,0-4-180 15,0-5-116-15,8 0-32 0,4-7 28 16,-5-1-40 0,10-2-20-16,-1 0 56 0,-4-5 40 0,8-5 68 15,-5-6-80-15,2 0-28 16,-2-6-108-16,5-7-12 0,0 1 0 0,0-7-88 15,0-4-100-15,0-1-12 0,0-8-28 0,0-4-36 16,-1-1-68-16,-2-4 184 16,-6-3 168-16,2 0 72 0,-5-1 128 0,-4 10 24 15,-1 4 288-15,-3 11 40 0,0 11 124 16,0 10 96-16,0 5-52 0,0 6-16 16,0 4-20-16,0 0 32 0,4 4-52 0,-4 3-108 15,0 5-88-15,0 4-60 0,0 6-52 0,-4 7 28 16,1 2 60-16,-5 8-28 15,-1-2-56-15,1 8-88 16,1 3-48-16,-5 2-12 0,3 4-84 0,-2 1-88 16,-2-5-168-16,2 1-88 0,3-7-40 15,0-2-8-15,0-4-16 16,8-9-64-16,0-4-212 0,0-3-524 0,3-5-828 16,10-9-1837-16,-1-2-2751 0,4-6 3748 15</inkml:trace>
  <inkml:trace contextRef="#ctx0" brushRef="#br0" timeOffset="-111855.606">32516 15681 2568 0,'0'0'288'16,"0"0"-224"-16,0 0 1800 0,0 0-1148 16,0 0-180-16,0 0 412 0,0 0 260 0,0 0 12 15,0 0-4-15,0 0-83 0,0 0-121 16,19-2 20-16,-14 2 32 0,-5 0-56 16,4 2-204-16,-4 1-156 0,0 0-164 15,4 8-28-15,-4 3 48 0,0 9-160 16,0 12-196-16,0 6-48 0,0 13 24 15,-4 7 44-15,0 9 4 0,-5 2-48 16,-2 5 84-16,-1 2-136 0,-4-3-72 16,4 0-4-16,-1-6-132 0,2 0-96 15,3-6 36-15,3-10-36 0,1-4-24 0,4-11 44 16,0-8-68-16,4-5-28 0,1-4 12 16,-1-9-140-16,4-7 4 0,-4-3-56 15,3-3-480-15,2-13-368 0,-1-5-176 16,3-8-493-16,-2-10-619 0,-1-2-2204 0,-8 10 3356 15,0-26 780-15</inkml:trace>
  <inkml:trace contextRef="#ctx0" brushRef="#br0" timeOffset="-111614.362">32467 15777 2452 0,'0'0'1408'0,"0"0"5360"0,0 0-5227 15,0 0-581-15,0 0-144 0,0 0 260 16,68-68-148-16,-44 63-408 0,4 1-296 0,0 2-64 15,4 2 92-15,0 0-104 0,0 0-36 16,-4 8-112-16,-4-2-12 0,-5 8-44 16,-3 1 56-16,-8 0 324 0,-4 6-224 0,-4 0-92 15,-4 2 4-15,-11 5-12 0,-9 4-12 16,-4-1-124-16,-4 5-276 16,-4-4-184-16,-4-1 80 0,0-2-88 15,-3-1 152-15,3-5-56 0,-1-8-468 0,6-2-1484 16,7-6-3413-16,-20-7 1161 0</inkml:trace>
  <inkml:trace contextRef="#ctx0" brushRef="#br0" timeOffset="-111039.931">30105 15640 248 0,'0'0'6296'0,"0"0"-2136"0,0 0-2731 15,-44 76-253-15,32-38 4 0,0 6-56 0,0 7-244 16,8 6-208-16,1 4-236 0,3-1-100 15,3 4-216-15,5-4-92 0,4 0-28 16,0 1-300-16,4-2-220 0,-4-1-40 0,4-1 136 16,0-5-584-16,8-5-780 0,-1-3-104 15,5-3-509-15,0 1-887 16,-7-8 112-16,14 27 604 16</inkml:trace>
  <inkml:trace contextRef="#ctx0" brushRef="#br0" timeOffset="-110496.568">33053 15312 5156 0,'0'0'2496'16,"0"0"2401"-16,0 0-3049 0,0 0-348 0,48 77-336 15,-36-52-308-15,0 7-152 0,4 1-284 16,-5 4-88-16,2 1-136 0,-5 4-184 16,-1 2-12-16,-2 3-60 0,-1 7-100 15,-4 3-100-15,-4 1-232 16,-8-2-64-16,-9 5 100 0,-2-4-128 16,-5 0-152-16,-3-2-400 0,-5-1-76 0,-9-1-344 15,2 2-569-15,-9-3-2783 0,12-10 388 16,-23 12 3780-16</inkml:trace>
  <inkml:trace contextRef="#ctx0" brushRef="#br1" timeOffset="-97154.768">30675 12802 7352 0,'0'0'364'16,"0"0"248"-16,0 0-196 0,0 0-132 0,0 0 1372 15,0 0-459-15,0 0-377 0,0 0-120 0,0 0 0 16,0 0 160-16,-52-63-28 16,40 63-176-16,0 0-260 0,0 5-60 15,-4 4 372-15,-4 4-424 0,0 4-284 16,-8 2 0-16,-8 6 40 0,-3 4 44 16,-1 2-72-16,-4 1-12 0,-4 0-4 15,0 0 0-15,5-1 4 0,-2 1 4 0,2 0 4 16,0-4 0-16,2 7-8 0,1-4 0 15,1 8-108-15,-5-1 32 0,4 0 0 16,0 7 64-16,0 2-84 0,0 7 20 0,1 3 68 16,-2 4-68-16,6 2 4 0,-1-3-16 15,4 1 76 1,0-5-88-16,0 2 88 0,4-8 0 0,0 2-76 0,4-1 84 16,-4-1 4-16,1 1 0 15,3-1 176-15,-4 5-164 0,-4-4 60 0,4 2-20 16,-4 1 72-16,1 4-36 0,-5-1-4 15,0 1 28-15,0-2-40 0,0 4-56 16,0 1-8-16,4 2-8 0,-3 1 0 0,3 0-8 16,-4-5-56-16,8 8-8 15,0-3 68-15,0 0-4 0,8 2 0 0,1 0 0 16,-2 2 8-16,6 1 76 0,2 1-64 0,2 0 0 16,2 0-4-1,1 2-8-15,5-1-4 0,-1 2 4 16,-4-3-4-16,4 0 4 0,-1-4 72 0,1 3-72 15,4-4 0-15,0 4 96 0,0-3-88 16,4-1-8-16,5-2 0 0,6 4 0 16,2-7-60-16,2 0-100 0,9-2 24 15,0-1 24-15,8-3 48 0,-1-1 16 16,10 2 48-16,-2-8 0 0,5 1 4 0,8-7 4 16,0 0-8-16,8-3 0 0,7-6-52 0,10 0-8 15,2 0 60-15,12-7 0 16,5 0-80-16,8-5-184 0,3-5 28 0,0 1 124 15,5-6-16-15,0-4 128 0,0 1 8 16,-5-4 68-16,1-3-76 0,3 0 4 16,-4 0-4-16,5-7 64 0,8-2-60 0,-5-5 52 15,5-5-56-15,-5-2-60 16,1-2 8-16,-1-2 52 16,-3-3-8-16,-4-4 4 0,-2-3-52 0,-1-7 56 15,-6-2 12-15,1-7-8 0,-8-2 80 16,-5-1 156-16,1-7-156 0,-4 1 16 15,-2-4-52-15,-2 1-48 0,-3-4-4 0,-2 4-80 16,-3-7 76-16,-1 3-48 0,-3 1 56 16,-4-1 52-16,-4-3 20 0,-4 0-8 0,-1 0-4 15,-3-6-48-15,-5-3 64 16,5-4 0-16,-3-2-68 16,-6-5 40-16,5-2-8 0,-4 0-40 0,-1-3-60 15,-7-4 56-15,-16 5-8 0,-11-5-200 16,-9 0-448-16,-4 1 660 0,0-1-12 15,0 1 12-15,0 2-12 0,0 1 12 0,0 4 76 16,0-1 196-16,0 0-272 0,0 2 4 0,0 1-76 16,0 1-16-16,0-4-24 15,-9 7-88-15,-7-5-88 0,-12 1 84 16,-7 7-96-16,-5 6 300 0,-4-1-228 0,-4 8-8 16,-4 5 236-16,-4 0 48 0,-3 7 16 15,-5 3 88-15,-4 4 96 0,1 3-120 16,-6 1 0-16,2 9-116 0,-4-3 72 15,-9 10-84-15,0-3-140 0,-8 8 24 0,-3 3 116 16,-9 6-112 0,-4 4 104-16,-3 5 4 0,-4 7 4 0,-5 0-64 15,0 3 4-15,-3 7 60 0,-1 3 24 16,5-1-24-16,-5 1-88 0,1-1 24 16,-5 1-188-16,1 4-628 0,31-9-2196 0,-51 6-2973 15</inkml:trace>
  <inkml:trace contextRef="#ctx0" brushRef="#br1" timeOffset="-94962.069">13988 7734 4396 0,'0'0'1600'0,"0"0"-376"0,0 0 72 16,0 0 244-16,-79-38-259 0,55 31-257 15,-4 4-244-15,-4 3-284 16,-4 0-124-16,-4 0-132 16,-4 7-188-16,-4 3 100 0,-3-2 24 0,-9 6-88 15,0 2-80-15,-7-1-8 0,-5 4 4 16,-4-3 112-16,0 3-56 0,-7 0-60 0,-1-3 192 16,-4 3 260-16,-3-3 76 0,-1 3-404 15,0-3-108-15,-7 3-16 16,-4 3 60-16,-1 0-60 0,-4 4-64 0,-3 2 48 15,3 4 16-15,-7 3 56 0,3 2-8 16,5 9-36-16,-5-2 52 0,5 4-64 16,2 3-4-16,6-1 4 0,-4 1-76 0,7-1-52 15,-4 2 40-15,8-1 12 16,5 2 12-16,3-5 4 0,8 3 60 0,9 0 12 16,11-4 136-16,5-2 16 0,15 2-152 15,8-5-12-15,8 2-44 0,3-2-20 16,9-1-12-16,5 0-12 0,3 0 0 0,0 0 80 15,3 3 4-15,5-2-44 16,5-1-40-16,2 4 24 0,5-4 64 16,1 1-4-16,7-1 0 0,0-3 0 0,-1 3 4 15,5-5 8-15,8 2 4 0,-4-1 28 16,7-2-36-16,5 3-4 16,0 1 12-16,4-1 64 0,4 3 60 0,0-3-128 15,0 3 88-15,3 1-92 16,0-2-4-16,1-1 12 0,9 2-8 0,-2-3 240 15,1 0-156-15,7-2-76 0,5 2 152 16,4-7-80-16,4 4-20 0,4-3 4 16,7 0-68-16,4 0-96 0,5-7 92 15,3 3-4-15,5-2 4 0,4-1 4 0,3-3 12 16,1 1 32-16,3-2-44 0,4-2-8 16,1 0 8-16,3-5 48 0,4-3 16 0,9 3-52 15,7-8 100-15,6 1-12 16,2-4-40-16,4 0-56 0,4-3-8 0,5 0-44 15,2 0 44-15,6 0-8 16,-1 0 12-16,0 3-4 0,1 0-36 16,-5 0-84-16,5 4 116 0,-5-4 8 0,4 0 8 15,4-3 4-15,1 3 72 0,-1-3-84 16,4 0-36-16,4-3 24 0,8-3 12 16,1-1 8-16,2 1 80 0,6-3-76 0,-5 2-12 15,5-6 0-15,-1 4-4 0,0 0 4 16,-1-1 48-16,-2 1-48 15,-4-1-36-15,2 3 24 0,-2-4 12 0,7-3 0 16,-4 2 44-16,5-4-44 0,2-3-124 16,-3-4 12-16,8 1 52 15,1-7 8-15,-1 4 44 0,4-7-56 0,-4 0-160 0,-4 1 100 16,0-1 16-16,-3-3 108 0,-1 3 4 16,-8 0-4-1,-4-1-148-15,-8-3 140 0,0 1 0 16,-3 0 8-16,-1-3 8 0,-4 0-8 0,-3-4-88 15,-5-2 16-15,1 0-44 0,-9-4 104 0,-4 1-124 16,-4-5-4-16,-7 5-24 0,-13-3 88 16,-7-5-64-16,-13 4 140 0,-7 1 72 0,-12-5 4 15,-9 5 64-15,-3-1-28 16,-13-4 16-16,-7 5-40 0,-8 3-84 16,-12-1-4-16,-5 4 8 0,-15 0 4 0,-11 2 52 15,-10 1-64-15,-7-1-88 0,-7 0-192 16,-14 2 268-16,-10-2-156 15,-9 1-8-15,-8 0 28 0,-8 0 148 0,-8-1 40 0,-11 1 224 16,-5 0-164-16,-12 0 92 16,-3-1 80-16,-9 2-268 0,-4 1 0 15,-3-3-4-15,-8 5-100 0,-5 2 12 0,-3 2 24 16,-9 2 56-16,-7 6-80 16,-1-4 40-16,-7 7 48 0,-5-1 8 15,1 5-8-15,-4-1 64 0,-5 2-68 0,-3-1 4 16,-9 6-48-16,-7-2-28 15,-4 1-12-15,-4 4 88 0,0-1 0 0,-9 4 0 16,-3 0-84-16,-8 3 80 0,0 0-80 16,-4 3 84-16,-1 0 4 0,-3 0 32 15,0 0-36-15,-3 6-64 0,-6 0 64 0,1 4 48 16,-5-1 76-16,2 1-72 0,-2 2-52 16,-2 4-12-16,-2-2 12 0,6 0 48 15,2 3 4-15,1-1-52 0,1-5-136 16,2 6 36-16,1-1 36 0,4 0 60 0,4 0 4 15,0 0-12-15,3 3-124 0,-3-1 136 16,8 1 0-16,0 0 40 0,0-2-32 16,3 2-16-16,1-4-84 15,0 2-8-15,0-1-92 0,7-1-100 16,1-2 232-16,8 0-144 0,0-4-12 0,8 1 36 16,3-1 4-16,5-2-324 15,7 0 104-15,1 1 156 0,8 3-68 0,-1-3 24 16,5-2-320-16,3 5-157 15,9-3 25-15,0-1-132 0,7 0-120 16,9 0-140-16,3-5-748 0,32 2-120 0,-35 1-388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10:42.418"/>
    </inkml:context>
    <inkml:brush xml:id="br0">
      <inkml:brushProperty name="width" value="0.05292" units="cm"/>
      <inkml:brushProperty name="height" value="0.05292" units="cm"/>
      <inkml:brushProperty name="color" value="#FF0000"/>
    </inkml:brush>
  </inkml:definitions>
  <inkml:trace contextRef="#ctx0" brushRef="#br0">5271 1152 7672 0,'0'0'3277'0,"0"0"-1377"0,0 0-944 16,0 0-184-16,0 0 352 15,0 0-144-15,0 0-296 0,0 0-212 0,-4-19-64 16,0 23-52-16,0 3-60 0,4 4-88 15,-4 8 4-15,-1 7-16 0,1 6-88 16,1 6 76-16,3 6-84 0,-4 11 8 16,0 2-36-16,0 6-72 0,-4 10-12 0,3 6-48 15,2 7 52-15,-1 8 4 16,0 2 4-16,4 0 64 0,0-1-64 16,0-3-4-16,0-3-68 0,0-4 60 0,4-5 12 15,0-7 4-15,-1-4 92 0,2-2-20 16,-1-6-32-16,4-4-44 0,0-6-8 15,-1-7 4-15,2-6-64 0,-1-6-180 0,-1-7-56 16,6-5-188-16,-5-8 88 0,-1-2-252 16,1-4-436-16,1-2 64 0,-5-4-460 15,3-10 292-15,1-9-544 0,1 0-1157 16,-5-26-2535-16</inkml:trace>
  <inkml:trace contextRef="#ctx0" brushRef="#br0" timeOffset="336.368">5845 1520 7280 0,'0'0'5081'0,"0"0"-4413"0,0 0-108 16,0 0 884-16,0 0-160 16,60 74-260-16,-41-49-184 0,9 10-64 0,4 3-308 15,3 3-136-15,2 7-172 0,3-1-96 16,-5 5-64-16,1-2 0 0,-4 1 0 16,0-4-48-16,-4 1-40 0,0 0 76 15,-4-1-36-15,4 3 48 0,-9-4 92 0,-3-9-92 16,-4-8-144-16,1-4 32 15,-2-6-8-15,2 0-176 0,-6-5-36 16,5-3-136-16,-4 0-300 0,-3-8-476 16,2 0-560-16,1-6-604 0,-4-4-1505 0,3-18-1403 15</inkml:trace>
  <inkml:trace contextRef="#ctx0" brushRef="#br0" timeOffset="612.895">6513 1596 10428 0,'0'0'2697'15,"0"0"-2085"-15,0 0-168 16,-95 61 632-16,68-35 304 0,-6 5-496 0,1 11-312 16,5 2-116-16,-6 7-160 0,-2 6-192 15,-1 6-104-15,-4 4-108 0,1 6-64 16,-6-3-76-16,2 0 76 0,-1-4 160 0,4-2 8 15,1-10-72-15,7-7-72 16,4-2 12-16,4-9-112 0,-1-8-236 16,14-3-240-16,-2-9 8 0,6-3-104 0,3-10-244 15,4-3-584-15,0 0-837 16,7-13-1515-16</inkml:trace>
  <inkml:trace contextRef="#ctx0" brushRef="#br0" timeOffset="1333.785">6820 2196 2736 0,'0'0'7236'0,"0"0"-3959"16,0 0-2109-16,0 0-624 16,0 0 224-16,0 0 588 0,0 0-256 15,0 0-152-15,41 90-200 0,-30-55-184 0,2 2-160 16,-5 8-148-16,-1 3-192 16,-3-1-64-16,0 4 0 0,-4 0-84 0,0-3-4 15,0-7 16-15,0-6 0 0,0-13-160 16,0-5-72-16,0-11-164 0,0 0-32 15,0-6-80-15,0 0-148 0,0 0-212 16,0-10-352-16,4-6-920 0,1-6-1837 0,-5 6-695 16,4-19 1952-16</inkml:trace>
  <inkml:trace contextRef="#ctx0" brushRef="#br0" timeOffset="1491.629">6904 2517 6400 0,'0'0'4853'0,"0"0"-3033"0,0 0-636 0,0 0 280 15,0 0-60-15,0 0-204 0,76 10-228 16,-48-7-176-16,-1-3-172 0,5 0-160 15,5-6-148-15,-1-4-112 16,-1-2-140-16,5-4-64 0,-8-3-268 16,-1 0-400-16,-3-1-360 0,-3 2-312 15,-5-1-1000-15,-5 5-3033 0,-7-5-5127 16</inkml:trace>
  <inkml:trace contextRef="#ctx0" brushRef="#br0" timeOffset="1685.178">7306 2238 6856 0,'0'0'5805'0,"0"0"-4505"0,0 0-692 0,0 0 352 16,0 86 508-16,4-54 4 0,1 6-376 15,3 3-424-15,-4 0-196 0,7 4-136 16,-2 5-96-16,-1 0-60 0,-1-1-184 0,-3-2-116 16,-4-1-248-16,0-6-172 0,0-8-100 0,0-4-148 31,4-9-92-31,-4-6-376 0,4-6-732 0,1-7-1060 15,-1 0-1741-15,3-23-1163 0</inkml:trace>
  <inkml:trace contextRef="#ctx0" brushRef="#br0" timeOffset="2051.181">7769 1226 3980 0,'0'0'4192'15,"0"0"-1087"1,0 0-2169-16,0 0-260 0,0 0 648 0,0 0 280 0,0 0-376 16,0 0-296-16,0 0-280 15,44 98 24-15,-32-57 48 0,-5 7-272 0,2 9-136 16,-5 6-48-16,4 11 0 0,-5 2 0 15,-3 3-23-15,0 7-77 0,0-4-44 16,0 1 8-16,0-4-132 0,0-2-96 0,-3-8 24 16,3-3-4-16,0-1-56 15,0-2 11-15,0-6 45 0,3-2 4 0,1-8-24 16,4-6-148-16,-3-3-24 0,3-4 24 16,-1-5 0-16,1 1-196 0,-3-2-268 15,3-6-128-15,-1-3-156 0,-3-6-508 0,4-4-476 16,-8-6-1032-16,5-3-2589 0</inkml:trace>
  <inkml:trace contextRef="#ctx0" brushRef="#br0" timeOffset="2614.837">8753 1777 3940 0,'0'0'8901'0,"0"0"-6893"0,0 0-740 16,0 0-228-16,0 0-96 0,0 0 76 0,0 0-88 16,99-3-224-16,-62 3-136 15,6 0-84-15,1-3-75 0,4 1-25 16,0-2-60-16,3 1-112 0,1-3-132 0,1-4-72 15,-2 1-12-15,-3-1-8 16,-1-3-136-16,-2 4-72 0,-2-1-76 16,-2 0-280-16,-2 4-157 0,-11 0-123 0,-4 3-212 0,-8 0-292 15,-5 3-764-15,-6 3-1820 0,-5 6-2041 16</inkml:trace>
  <inkml:trace contextRef="#ctx0" brushRef="#br0" timeOffset="2847.309">8928 2070 5732 0,'0'0'8989'0,"0"0"-7553"0,0 0-960 16,0 0-100-16,0 0 96 16,0 0 468-16,0 0-152 0,96-7-224 0,-60 4-184 15,3 0-148-15,6-3-24 0,-2 3-208 16,-2-1 0-16,6 4-148 0,-3-3-96 0,-4 0-36 15,-1 3-272-15,-3 0-308 16,-4 0-180-16,-4 0-376 0,-4 3-1020 16,-8 0-2065-16,-8 7-2467 0</inkml:trace>
  <inkml:trace contextRef="#ctx0" brushRef="#br0" timeOffset="3055.578">8928 2413 8584 0,'0'0'4257'16,"0"0"-2821"-16,0 0-840 0,0 0-320 0,0 0 392 16,0 0 88-16,0 0 200 0,0 0 184 15,108 22-160-15,-53-25-280 16,5-8-164-16,0 6-52 0,0-4 41 16,-4 2-113-16,-9-2-204 0,-2 2-76 15,-2 0-132-15,-7-1-48 0,0-3-136 0,-4-1-360 16,0-1-273-16,0-3-291 0,-4 1-788 15,-5 2-2824-15,14-6-4473 0</inkml:trace>
  <inkml:trace contextRef="#ctx0" brushRef="#br0" timeOffset="3703.687">10897 1844 340 0,'0'0'4184'0,"0"0"-3884"15,0 0 272-15,0 0 3764 0,0 0-2839 0,0 0-329 16,0 0-132-16,0 0 92 0,0 0-44 0,0 0-92 16,0 0-232-16,-52-35-152 0,44 35-112 15,0 0-56-15,-4 7-56 16,-4 3-164-16,0 8-24 0,0 14 12 15,-4 6 36-15,5 11 84 0,-6 7-8 0,5 7-28 16,1 1-136-16,2 3-8 16,5-7-76-16,1 0-64 0,7-5 64 0,0-8-12 15,3-9 64-15,9-3-51 0,8-10-25 16,-3-2 0-16,6-10 172 0,5-5 56 0,4-4-80 16,3-1-52-16,6-6-48 0,2-7-32 15,6-9-60-15,2-6-4 0,1-7-44 0,0-6-44 16,4-6-68-16,-9 0-88 0,1-4 4 15,-4-3 80-15,-5 0 16 16,-2-3 11-16,-5 0 21 0,-9 0 4 0,-3-3 0 16,-12 3 20-16,-8-3 76 0,0 3-84 15,-8 0 88-15,-7 10-76 16,-5 2 84-16,-1 14 124 0,2 2 108 16,-1 11 36-16,0 2-184 0,-4 7-80 15,0-1-4-15,-4 3-36 0,0 4-32 16,4 0 64-16,-8 4-80 0,4 5-48 0,-4 3-100 15,1 5-84-15,-1 2-60 0,-4 3-224 16,0 10-604-16,1 1-912 0,11-8-2096 0,-16 19-2129 16</inkml:trace>
  <inkml:trace contextRef="#ctx0" brushRef="#br0" timeOffset="4402.281">12996 1486 6232 0,'0'0'1364'0,"0"0"1796"0,0 0-1171 15,0 0-613-15,0 0-312 0,0 0-112 16,0 0-108-16,0 0-64 0,-60 79-112 15,49-44-76-15,2 9-40 0,2 4-28 16,-5 12-84-16,3 4-60 0,5 5-28 0,-3 2-12 16,7-1 1-16,0-4-89 0,0-6-252 15,7-5-132-15,10-14-101 16,-2-7-83-16,13-12-96 0,0-9-52 0,8-9 196 16,8-4-76-16,0-10-328 0,0-12-648 0,0-4-1112 15,-9 8-2645-15,-3-18-3295 0</inkml:trace>
  <inkml:trace contextRef="#ctx0" brushRef="#br0" timeOffset="4920.739">13307 1673 8824 0,'0'0'4741'0,"0"0"-3697"16,0 0-328-16,0 0 632 0,0 0 340 15,0 0-324-15,0 0-388 0,64 79-332 0,-52-50-156 16,0 6-147-16,-4-3-37 0,-5 5-196 15,6-5-108-15,-5 3 0 0,-4-6-60 0,4-3-40 16,0-5-128-16,0-5-76 0,-1-9-97 16,5-1-111-16,-3-6 112 0,3 0 68 15,-1-3 244-15,1-7 88 0,5-2 84 16,-2-7-84-16,2-6-4 16,-2-5-8-16,-3-4 12 0,0-5 0 0,4 2 0 15,0-4 12-15,-3 5 0 0,2 4 112 16,1 10-16-16,-4 7 40 0,0 8-76 15,0 4 52-15,0 3-16 0,-5 6-24 16,6 4 136-16,-1 6-88 0,-4-1-44 0,0 4-4 16,-1 0-40-16,-3-2-44 0,4-2-96 15,1-3-12-15,-5 2-16 0,4-11 112 0,0 0-96 16,0-3 96 0,3 0-120-16,2 0 132 0,3-3 4 15,-1-3 84-15,6-5-52 0,-2 6-36 16,1-2-64-16,0 0 4 0,0 5 60 0,0 2 152 15,0 2-8-15,0 9 88 0,-4 2 72 16,4 2 1-16,-4 1-5 0,0 3-68 0,-1-3-52 0,-6 0-20 16,3 0-52-16,-4-1-100 15,0 2-4-15,-1-2-4 0,1-2-48 16,-4-1-12-16,0 5-48 16,0-2-172-16,0-2-228 0,0 0-137 0,0 0-87 15,0 0-60-15,0-4-228 16,0-3-920-16,9-6-1876 0,3 0-133 0,4-10-163 15,11-15 200-15</inkml:trace>
  <inkml:trace contextRef="#ctx0" brushRef="#br0" timeOffset="5223.897">14375 1774 4728 0,'0'0'7977'0,"0"0"-6437"16,0 0-768-16,-4 67-68 0,-1-41 664 15,-2-4 92-15,-1-6-464 0,8-4-484 0,-4-2-328 16,4-7-176-16,0-3 40 15,4 0 148-15,8-3-108 0,4-3 80 16,4-7-168-16,3-6-12 0,5-3-244 0,-3-4-124 16,2 1 4-16,-2 3-16 0,-10-3 144 15,1 2-8-15,-8 4 44 0,-4 3 212 0,-4 0-12 16,-8 4 88-16,-8 2-76 16,0 0 124-16,-8 7 8 0,0 0 252 0,-4 3-176 15,5 10 12-15,-5 2-72 0,-4 11-52 16,8-1-44-16,0 3-52 0,4 0-72 15,4 1 0-15,0 2-112 0,4-5-380 16,5 2-116-16,3 1-72 0,4-4-380 16,0-2-1060-16,4-8-1721 0,7-5-523 15,13-5-1556-15</inkml:trace>
  <inkml:trace contextRef="#ctx0" brushRef="#br0" timeOffset="5664.177">14948 1819 13893 0,'0'0'3072'0,"0"0"-1696"0,-103 57-600 0,71-35 596 15,4-3 5-15,4 1-373 0,12-11-544 0,5-3-216 16,3-2-28-16,4-4-108 0,0 0-108 16,11 0-160-16,1 0 136 0,8-4 24 15,1-2 0-15,2-3-8 0,1-4-172 16,0-3-76-16,-4 0 4 0,3-6-4 15,-2 0 4-15,-1-5 8 0,-1 2 28 16,1-9-53-16,5-4 49 0,-1-10-168 16,-1-7-4-16,1-4 28 0,4-5-88 0,-4-8 0 15,-1-8 32-15,5-3-220 0,-4 4-40 16,-3 6-76-16,-2 10 120 0,-3 15 636 16,-8 17 136-16,5 8 88 0,-13 10 212 0,3 10 60 15,-3 0 0-15,0 3 60 16,0 3-176-16,0 4-156 0,-3 5-64 0,-6 8 156 15,1 11 40-15,0 7-100 0,-8 7 48 16,5 9 12-16,-6 3 76 0,6 6-28 16,-5 4-159-16,0 5-105 0,-1 2-52 0,2 2 24 15,-2-3 24-15,2 0 24 16,3-9-120-16,0-4-52 16,8-6-176-16,0-10-89 0,4-6-219 0,4-6-180 15,8-3-192-15,0-4-368 0,7-9-964 16,-6-7-2340-16,6-5-3173 0</inkml:trace>
  <inkml:trace contextRef="#ctx0" brushRef="#br0" timeOffset="6123.316">16367 1621 3664 0,'0'0'7152'15,"0"0"-5239"-15,0 0-549 0,0 0-352 0,4 87 108 16,-4-49-32 0,0 7-224-16,0 12-344 0,-4 9-116 0,-4 11 112 15,0 2 548-15,4 9-528 0,-3 2-268 16,-2-1-64-16,5-5-140 0,0-1-64 15,0-3-56-15,4-7-64 0,0-9-148 16,4-10-108-16,8-13-112 0,0-6 72 0,4-10 24 16,-4-9 0-16,4-4-88 0,-4-8-196 15,4-4-168-15,0-10-360 0,3-12-964 16,-2-6-869-16,-6 1-1943 0</inkml:trace>
  <inkml:trace contextRef="#ctx0" brushRef="#br0" timeOffset="6417.428">16447 1654 5520 0,'0'0'5897'0,"0"0"-5077"16,0 0-396-16,0 0-40 0,0 0 124 15,0 0 168-15,88-63-8 0,-64 60-188 0,4 3-140 16,3 0-104-16,1 8-96 0,0 5 64 15,-4 4-116-15,-1 8 24 16,-7 0-12-16,-3 7-88 0,-13 4 40 0,-4 1 96 0,-8 1-84 16,-12 3-4-16,-4-3-8 15,-8 1 8-15,0-5-8 0,-4-5-4 0,0-3 40 16,1-8-28-16,-2-2 52 0,5-6-48 16,4-7-64-16,5-3-256 15,3 0-356-15,3-6-244 0,2-10-200 0,11-7-1328 0,0 8-773 16,4-27-4039-16</inkml:trace>
  <inkml:trace contextRef="#ctx0" brushRef="#br0" timeOffset="6751.982">17455 977 10364 0,'0'0'3973'0,"0"0"-2885"15,0 0-436-15,0 0 224 0,71 89 268 16,-50-57-528-16,3 7-224 0,-1 5-132 16,-3 7-64-16,0 3-48 0,0 4-144 0,-4 5-4 15,-4-3-52-15,-5 6-8 0,-2 1 12 16,-5-4-76-16,-5 1-48 0,-6 0-24 15,-9-4 24-15,0-3-100 0,-8-2-172 0,0-5-100 16,-3-3-152-16,-1-2 36 16,-4-4 216-16,-1-6 80 0,2 0-76 0,-1 0-180 15,-4-4-232-15,5 1-116 0,-14 0-148 16,6-4-473-16,2-6-1431 0,-22 8-3520 0</inkml:trace>
  <inkml:trace contextRef="#ctx0" brushRef="#br0" timeOffset="10648.1">5446 4832 7060 0,'0'0'140'15,"0"0"4297"-15,0 0-3325 0,0 0-280 16,0 0 16-16,0 0 276 0,0 0 32 0,0 0-160 16,-4-12-208-16,4 12-184 0,0 0-88 15,0 0-136 1,0 0-160-16,0 6-220 0,12 3-40 0,4 10 40 15,7 11 108-15,9 10 4 0,9 11 20 16,-2 12-56-16,5 4 44 0,0 6-108 16,0 0-12-16,4-3-132 0,-1-3 32 0,1-4 40 15,1-11-88-15,-6-8 140 0,0-6-188 16,-2-10-36-16,-1-9-148 0,-9-6-84 16,-3-4-164-16,-7-2-300 0,-2-4-132 15,-7-3-652-15,0-3-1272 0,-8-16-2609 16</inkml:trace>
  <inkml:trace contextRef="#ctx0" brushRef="#br0" timeOffset="10930.163">6163 4657 9792 0,'0'0'3097'0,"0"0"-2049"0,0 0-720 0,0 0 256 15,0 0 496-15,0 0-88 0,-88 60-420 16,69-21-248-16,-5 6-80 0,-4 11 80 16,0 11-16-16,-4 6 24 0,-4 7-112 0,1-1-60 15,-6 3-72 1,2 4-88-16,-5-3 0 0,-4 2-76 0,5-2-108 16,-6-4-136-16,6-2 36 0,2-11-120 15,9-9 120-15,9-13-152 0,3-6-12 16,12-11-88-16,0-12-468 0,4-5-512 15,4-4-604-15,0-6-917 0,0-3-2883 0</inkml:trace>
  <inkml:trace contextRef="#ctx0" brushRef="#br0" timeOffset="11430.978">6498 5553 3024 0,'0'0'8981'0,"0"0"-7385"16,0 0-732-16,0 0-132 16,0 0 260-16,-8 70-4 0,12-39-144 15,4 7-228-15,-1 4-208 0,2 5-76 0,-1 7-124 16,0 0-12-16,-5 4-192 0,-3-1-4 16,0 3-48-16,4-7-112 15,-4-7 12-15,0-12-84 0,5-9-320 0,-5-12 20 16,8-9-88-16,0-4-176 0,-5-10-976 15,5 0-1144-15,1-18-4281 0</inkml:trace>
  <inkml:trace contextRef="#ctx0" brushRef="#br0" timeOffset="11593.093">6653 5851 3088 0,'0'0'8297'15,"0"0"-6949"-15,0 0-304 0,0 0 464 0,0 0 148 16,0 0-416-16,84 41-560 15,-60-41-384-15,3 0-176 0,1-6-120 16,4-7-36-16,5-6-528 0,-5 0-216 16,3-6-236-16,-3-4-1036 0,-4 11-2501 0,0-11-3351 15</inkml:trace>
  <inkml:trace contextRef="#ctx0" brushRef="#br0" timeOffset="11772.965">7072 5610 6564 0,'0'0'6081'0,"0"0"-4641"15,0 0-668-15,-13 79-68 0,10-44 528 16,3 4 120-16,0 2-108 0,0 3-388 16,3-3-308-16,5 4-120 0,1-4-160 15,-5 0-112-15,3 0-156 0,1 0-84 16,1-3-376-16,-1-2-360 0,-5-4-268 0,9-10-468 16,-7-6-984-16,6-6-2865 0</inkml:trace>
  <inkml:trace contextRef="#ctx0" brushRef="#br0" timeOffset="12433.762">8522 5524 784 0,'0'0'9184'16,"0"0"-7047"-16,0 0-781 0,0 0-340 15,0 0 268-15,0 0-192 0,0 0-284 16,0 0-236-16,0 0-228 0,0 0-108 16,-8 4-40-16,12-4 12 0,0-4 0 15,4 1 0-15,0-1-24 0,4 2-12 0,0-2-88 16,-1 2-80-16,6 2 60 0,-2-4-4 16,5 4-48-16,5 0 60 0,3-2 4 15,7-3 56-15,5 3 16 0,4-5-64 16,7-3-80-16,9 1 40 0,4-4-44 15,4 1-8-15,8 2-88 0,4-2 36 16,3 2 60-16,1 0 32 0,0 1-32 16,-1 0-68-16,-3 2 64 0,-5 1-44 0,1 0 36 15,-8-1-96-15,-5 1 36 0,-11 3 8 16,-4 0-32-16,-12-1-16 16,-8 1 16-16,-8-1-64 0,0 4-108 0,-12-5-176 15,3 2-172-15,-6-4-200 0,-1-3-264 0,-4-3-432 16,0-1-1132-16,-4 0-3085 0,-12-5-703 15</inkml:trace>
  <inkml:trace contextRef="#ctx0" brushRef="#br0" timeOffset="12657.412">9896 5140 5368 0,'0'0'2860'0,"0"0"205"0,0 0-1821 16,0 0-464-16,0 0 336 0,96 0-4 0,-76 3-316 15,0 1-212-15,-4 5-124 0,4 1-136 16,0 2-76-16,-4 1-64 0,0-1-136 16,-8 8 28-16,-1-1 8 0,-7 3-8 15,0 0 60-15,-15 6-68 0,-5 5-68 16,-4-2-256-16,-4-2-452 0,0 2-124 16,0-8-96-16,1-5-204 0,-1-1-508 0,-4-8-849 15,4-3-1595-15,4-6-1544 16,-16 0 5508-16</inkml:trace>
  <inkml:trace contextRef="#ctx0" brushRef="#br0" timeOffset="13026.714">8841 5140 1604 0,'0'0'7412'0,"0"0"-5564"15,0 0-963-15,0 0-205 0,52-83 304 16,-28 55-4-16,3 0-248 0,1 2-228 0,0-2-28 16,4 5 4-16,3 2-20 0,-3 4-88 0,1 1-108 15,-6 7 32 1,-3 2-88-16,-4 4-60 0,-4 3-148 15,0 3 76-15,0 7-16 0,-4 5 28 0,4 2 24 16,0-2-56-16,-1 8-56 0,6-4 0 0,-1-4 0 16,8 2-8-16,-1-5-44 15,10-8 52-15,2-4 4 0,9-4-4 0,4-8-112 16,4-7-592-16,3-4-600 0,1-3-688 16,-4 1-2249-16,-12 6-2883 0,12-9 3933 15</inkml:trace>
  <inkml:trace contextRef="#ctx0" brushRef="#br0" timeOffset="18718.856">11502 4660 416 0,'0'0'1084'0,"0"0"-392"0,0 0-264 16,0 0 384-16,12-63-216 0,-8 44-100 0,-4 2 3436 16,4-2-2764-16,-4 5-176 0,0-3-167 15,0-2-65-15,0 4-120 16,0-2-132-16,0 2 168 0,0 2 60 0,0 0-196 0,0 4-188 15,0-5-64-15,0 9-36 16,-4-2-124-16,4 5-16 0,0-2 76 16,0 4-64-16,-4 0-36 0,4 0-28 0,0 0-60 15,-4 0-236-15,1 6-52 16,-6 6 136-16,-3 11 136 0,1 3-48 0,-2 8 52 16,2 1 0-16,-6 7 0 0,2-4 4 15,2 6-48-15,-2-3 56 0,-2 8 12 16,2 4 52-16,-1 1-64 15,0 0-8-15,0 0-4 0,0-3 12 0,4-3 44 16,0-6 88-16,1-9 28 0,6 0-60 0,-3-8-24 16,4-6-28-16,0-3-48 0,4-6-76 15,-4-1-36-15,4-6-12 0,0 0-4 0,0-3 76 16,0 0 52-16,0 0 0 16,4 0 8-16,4-6 56 15,0 0 136-15,4-7-100 0,0 0 0 16,4-6-100-16,-4 2-48 0,-4 6-4 0,4 1-8 15,-4 4-104-15,-4 3-64 0,3 3-88 16,2 5 124-16,-1 9 192 0,0 4 128 16,-1 2 32-16,2 5 28 0,-5 4 32 0,0-1-44 15,3 7 8-15,-7 3-20 0,0 4 172 16,4 2-176-16,-4 0-60 0,0 7-100 16,0 0 8-16,0 0 4 15,0 3 76-15,-4 0-88 0,4-3-48 0,0-1 44 16,0-5-12-16,4-3-132 0,1-11 48 15,-1-6 40-15,4-6-104 0,3-3 80 16,-2-7-268-16,2-5-240 0,1-4-112 16,1 0-232-16,-2-10-604 0,-3 4-2505 15,4-13-2839-15</inkml:trace>
  <inkml:trace contextRef="#ctx0" brushRef="#br0" timeOffset="19622.527">12207 5042 1604 0,'0'0'2232'16,"0"0"-1076"-16,0 0 3784 0,0 0-3211 16,0 0-245-16,0 0-428 0,0 0 120 15,0 0-32-15,0 0-432 0,0 0-192 0,-92-26-172 16,73 45-164-16,-1 10 40 15,0 5 96-15,4 8 132 0,0 3-44 16,4-4-104-16,1-3-168 0,2-6-88 16,5-11-48-16,4-4-68 0,0-8-8 0,0-2-84 15,13-4-8-15,-2-3 116 0,6-3 4 16,6-11-76-16,-3-5-180 0,4-2-40 16,-5-5-28-16,2 1 88 0,-5 3 76 15,-4 2-16-15,-5 8 52 0,1 2 8 16,1 4-44-16,-5 6 132 0,3 0-12 15,1 0 88-15,-3 10 48 0,3 6 112 16,3 3 24-16,-3 6 52 0,4 3 64 0,-4 4 20 16,0 3-72-16,-4 3 24 0,1 0 32 15,-5 3-68-15,0 0 8 16,0 1-48-16,-9-1-24 0,1 1 12 0,0-4-52 16,-4-1 52-16,0-4-48 0,1-5 132 15,-2-6-12-15,2-6 12 0,7-3-76 0,-5-7-56 16,5-2 45-16,-4-2 15 0,1-2-100 15,-6 0-96-15,2-6-108 0,-10 0-40 16,2-4-121-16,-1-5-71 0,-4-2-280 16,4-8-52-16,-4-1 84 15,4-2-24-15,5-4-512 0,6 1-664 16,5-1-624-16,4 10-2273 0,9-14-2999 16</inkml:trace>
  <inkml:trace contextRef="#ctx0" brushRef="#br0" timeOffset="19874.255">12925 4934 6564 0,'0'0'2236'0,"0"0"2001"0,0 0-2637 16,0 0-192-16,0 0-56 16,0 0-152-16,-56 67-328 0,32-36-284 0,4 7-148 15,0 3-24-15,0 4-16 0,1 2 4 16,6 1-103-16,2-1-117 0,2 2-176 15,5-11 52-15,4-3 0 0,0-7 64 16,13-6-124-16,2-6-52 0,1-6-20 0,9-3 12 16,-2-5 12-16,5-2-148 0,0-7-93 15,4-2-247-15,-5-7-328 0,1-3-388 16,-3 3-824-16,-14 1-1980 0,2-5-3425 0</inkml:trace>
  <inkml:trace contextRef="#ctx0" brushRef="#br0" timeOffset="20031.431">12738 5286 5548 0,'0'0'5557'16,"0"0"-2909"-16,0 0-752 0,0 0-628 0,0 0 8 16,0 0-8-16,0 0-128 15,0 0-592-15,0 0-172 0,0 0-144 0,91 54-148 16,-59-54-84-16,8-4-252 0,-1-4-184 0,1-9-356 16,8 2-436-16,-4-8-884 0,-8 7-3060 15,19-15-4125-15</inkml:trace>
  <inkml:trace contextRef="#ctx0" brushRef="#br0" timeOffset="20284.837">13606 4728 11221 0,'0'0'3216'16,"0"0"-2280"-16,0 0-432 16,0 0 360-16,-88 47 468 0,60-15-200 0,4 9-396 15,0 9-176-15,1 8 64 0,3 2-28 16,4 8-183-16,0 1-37 15,4 1-172-15,0-7-84 0,4-2-32 0,4-7-40 0,4-10 60 16,0-10 0-16,8-4-48 16,3-11-60-16,2-4 0 0,2-5-12 0,2-4-108 15,3-6-12-15,3 0-64 0,1-9 4 16,-3-7-184-16,3-7-257 0,-9-2-147 16,2-4-328-16,-10 4-828 0,-3-4-2020 0,-4 4-2025 15,-8 3-1415-15,-12-6 7132 0</inkml:trace>
  <inkml:trace contextRef="#ctx0" brushRef="#br0" timeOffset="20531.022">13383 5270 3756 0,'0'0'1212'0,"0"0"5681"0,0 0-4645 16,0 0-544-16,0 0-104 0,0 0-152 15,0 0-284-15,0 0-372 0,0 0-132 0,0 0-115 16,87 41-205-16,-55-43-236 16,0-9-104-16,1 2-256 0,-2-1-413 0,-4-2-135 15,-2 2-148-15,-1 1-188 0,-8 3-448 16,-4-1-496-16,-5 4-140 0,-7 3 387 15,0 0 729-15,0 0 1108 0,-4 10 880 0,-3-1 149 16,-1 4 175-16,-1 2 32 16,6 4-36-16,-1 0-132 0,4 7-120 15,0-1-68-15,0 4-44 0,0 0-100 16,0 2-172-16,0-2-88 0,0 2-172 0,4-1-304 16,-1-2-136-16,6 0-520 0,-5-5-80 15,4 2-124-15,-1-6-152 0,1 3-912 16,-3-9-3129-16,10 4-5291 0</inkml:trace>
  <inkml:trace contextRef="#ctx0" brushRef="#br0" timeOffset="21800.589">14542 4629 2784 0,'0'0'140'16,"0"0"2024"-16,0 0 2264 0,0 0-2479 0,0 0-413 15,0 0 144-15,0 0-536 0,0 0-488 16,0 0-208-16,0 0 76 0,8 55 68 15,0-22 88-15,0 11-152 0,0 8-36 0,0 5-28 16,0 4-160 0,0 2-84-16,-4 7-96 0,4 0-16 0,-8 3-60 15,0 4-48-15,0-5-84 16,0 1-136-16,0-6 48 0,-4-4 40 0,0-6-64 16,4-3-220-16,0-7-124 0,-4-1 12 15,4-9-124-15,0-5-292 0,0-7-484 0,8-9-760 16,-4-5-1981-16,8-11-2235 0</inkml:trace>
  <inkml:trace contextRef="#ctx0" brushRef="#br0" timeOffset="22538.061">15650 5042 1408 0,'0'0'1072'0,"0"0"2016"0,0 0 1380 0,0 0-2983 0,0 0-193 16,0 0 20-16,0 0-60 15,0 0-208-15,-79-51-160 0,62 51-176 16,-3 10-276-16,1 9-232 0,-5 9-28 0,-1 8 96 16,6 8 16-16,3 3 108 15,4 1 12-15,0-1-124 0,8-3-184 0,0-8-96 16,4-8-84-16,0-9-48 0,4-3-52 16,8-9-48-16,0-4 48 0,3-3 184 15,6-3-64-15,7-10 28 0,-4-6-440 0,4-3-68 16,0-4 100-16,-5 0 0 0,-7 4 108 15,3 0 100-15,-6 6-136 0,-1 4 272 16,-9 2 12-16,6 4 24 0,-9 3 64 16,0 3 0-16,4 0 0 0,0 9 0 0,0 4 64 15,3 6 360-15,2 3-176 0,3 9 76 16,-5 5-100-16,1 2 8 16,1 6-56-16,-1 0 132 15,-1 1 12-15,-3 3 0 0,-4 0-64 0,5 2-36 16,-5-3 76-16,0-1 44 0,0-5 16 15,-5-6-64-15,1-7-84 0,-3-3-112 0,-1-6-24 16,-1 1 16-16,1-11 8 16,1 1 60-16,-5-4 65 0,0-6 71 0,0 0 24 0,-4 0-196 15,0-9-60-15,-8-7-60 16,4-6-48-16,-3-3-136 0,-2-14-204 0,1-2-145 16,4-4-247-1,1 1 0-15,2-4-228 0,10 7-324 0,-1 3-772 16,8 9-1964-16,0-9-2089 0</inkml:trace>
  <inkml:trace contextRef="#ctx0" brushRef="#br0" timeOffset="22827.896">16044 4597 7008 0,'0'0'2140'0,"0"0"1813"0,0 0-2505 16,0 0-540-16,0 0 36 0,0 0 40 15,0 0-204-15,49 95-176 0,-34-56-24 16,1 5-68-16,-4 4-44 0,0 8-80 0,-4 5-156 16,-4 2-12-16,-4-2 0 0,0-1-148 15,0-9-72-15,-4-6-144 16,-1-14 0-16,2-9-172 0,3-6 24 0,0-13-148 0,0 1-396 15,0-4-172-15,0-7-96 16,0-5-1016-16,0-1-2409 0,0-22-2475 0</inkml:trace>
  <inkml:trace contextRef="#ctx0" brushRef="#br0" timeOffset="23043.422">16048 4566 3708 0,'0'0'1824'0,"0"0"2676"0,0 0-3043 0,0 0-313 0,0 0 356 15,0 0-148-15,80-32-308 16,-57 34-256-16,2 9-220 0,3-2-96 0,-4 7-176 16,-4 0-64-16,-5 3-96 0,-3 0-124 15,-3 0 52-15,-9 6-64 0,0 3-72 0,-13 2-52 16,-2 1-120-16,-9 1-152 0,-1-3-12 16,-3-1-64-16,5-3-164 15,-5-6-280-15,8-2-380 0,0-5-780 16,4-5-941-16,4-4-2959 0</inkml:trace>
  <inkml:trace contextRef="#ctx0" brushRef="#br0" timeOffset="23265.299">16574 5089 12117 0,'0'0'3204'0,"0"0"-1944"0,0 0-4 16,0 0 380-16,88-3-460 0,-56-4-444 0,3-2-404 15,10-4-280-15,-6 1-48 0,5-4-244 16,-8 7-304-16,4-1-452 0,-8 1-500 16,-13 5-1592-16,-2 4-5197 0</inkml:trace>
  <inkml:trace contextRef="#ctx0" brushRef="#br0" timeOffset="23437.126">16670 5286 7656 0,'0'0'5865'15,"0"0"-4017"-15,0 0-440 0,0 0-132 0,0 0 424 16,0 0-128-16,0 0-539 16,0 0-365-16,108-16-320 0,-73 3-296 0,5-2-52 15,0-4-436-15,0 3-256 0,0 0-217 16,-1-3-471-16,2 6-1120 0,-13 1-3120 0,7 1-5733 15</inkml:trace>
  <inkml:trace contextRef="#ctx0" brushRef="#br0" timeOffset="23818.806">17562 5054 5108 0,'0'0'11825'0,"0"0"-10277"0,0 0-1140 16,0 0 120-16,0 0 548 0,0 0-112 16,0 0-407-16,0 0-241 15,0 0-220-15,84 35-96 0,-48-54-156 0,3-6-208 0,6-10-221 16,-6 3-219-16,1-6 12 16,-4 7-44-16,-9-1 84 0,-2 3-140 15,-13 1-80-15,-4 2 140 0,-8 0-216 0,-4 5 132 16,-9 2 904-16,-6 2 12 0,-1 8 724 15,-4 9-28-15,-4 3-316 0,-4 13-28 16,-4 5 72-16,4 12 56 0,-3 2-44 16,-5 6 36-16,8 6 176 0,-3 11 212 0,3-1-24 15,-1 3-80-15,10 1-108 0,-1-7-64 16,7-4-183-16,13-2-161 0,4-10-92 16,4-3-40-16,17-6-104 0,3-4-4 15,4-6-132-15,7-6-64 0,-3-7-180 0,8-6-121 16,0-6-175-1,0-7-340-15,3-6-760 0,-11 3-2388 16,20-15-4549-16</inkml:trace>
  <inkml:trace contextRef="#ctx0" brushRef="#br0" timeOffset="33987.886">19096 4353 1788 0,'0'0'5348'15,"0"0"-4712"-15,0 0 1592 0,0 0-615 16,0 0-457-16,0 0-100 0,0 0-28 16,0 0-260-16,-24-36-112 0,28 33-156 15,1 3-188-15,3-5-64 0,3-2 84 16,9-6 80-16,0 1-20 0,0-1-168 16,4 0-128-16,-4-3-96 0,0 4 0 15,-4-1-60-15,-1-1 0 0,6 2 56 0,-6 3-72 16,-2-4-24-16,-2 7-48 0,-3-1-36 15,1 4-64-15,-5 3-148 0,-1 0 88 16,-3 3-68-16,4 4 340 0,0 5 36 16,-4 4 100-16,0 3-96 0,0 7-4 0,-8 2 48 15,1 4 4-15,3 7-48 0,-5-1-4 16,1 6-12-16,5 3-52 16,-5 1-12-16,-1 0 68 0,1-4-104 0,5-6 112 15,-1-6 0-15,0-10-44 0,4-2-8 16,0-12-96-16,8 3-76 0,-1-8-108 15,6-3-108-15,-2 0 304 0,1-3 128 0,4-8-8 16,0-1-44-16,-4 3 60 0,0-3 0 16,-3 1 72-16,-2 2-68 0,-3 2 64 0,-4 1-56 15,0 6 48-15,0 0-48 16,0 0-12-16,0 0-48 16,0 3 48-16,0 3 24 0,0 4 92 0,0 6 32 15,0 0-36-15,0 6 52 0,0 1 80 16,-4 2-32-16,4 4-12 0,0 2-40 15,-4 4 116-15,4 7 44 0,-3-2-156 0,3 8-92 16,0 3 228-16,0 6-40 16,0-1-188-16,7 3 100 0,-3-2-24 0,8 0-24 15,-4 0-112-15,4-6 72 0,0-1-80 16,0-8 52-16,0-4 56 0,-5-3-40 16,6-7 88-16,-5-6-84 15,-4 1-64-15,-4-5 36 0,0-1-36 0,0-1 36 16,-4-4-48-16,-4 4-48 0,-5-7-88 15,2 4-72-15,-6-3 84 0,2-1 40 0,-5-2 84 16,-3-1-112-16,-1-3-272 0,-8 1 52 16,-4-4-152-16,-5 0-360 0,-2 0-476 15,-5-4-1140-15,12 1-2657 0,-24 0-2179 0</inkml:trace>
  <inkml:trace contextRef="#ctx0" brushRef="#br0" timeOffset="35100.376">4808 7061 2980 0,'0'0'352'0,"0"0"5972"0,0 0-4003 16,0 0-913-16,0 0-492 0,0 0 116 0,0 0-228 16,0 0-88-16,0 0-280 15,-84 42-124-15,73-28-40 0,-1 3-136 16,4 2 76-16,-4 0 108 0,4 6 124 16,4 2 44-16,0 3 4 0,4 8-176 0,0 1-144 15,0 5-116-15,4 0-56 16,4 4-48-16,4-4-36 0,0 1 24 0,-4 0-16 15,7-8-32-15,-2-4-40 0,-1-5-72 16,4-5-184-16,-1-9-692 0,2 0-268 16,2-11-572-16,1-3-708 15,-3 0-1957-15,-2-10-2011 0</inkml:trace>
  <inkml:trace contextRef="#ctx0" brushRef="#br0" timeOffset="35801.494">5171 7353 2980 0,'0'0'388'0,"0"0"356"0,0 0 4472 15,0 0-3147-15,0 0-661 0,0 0 80 0,0 0 16 16,0 0-376-16,0 0-148 0,0 0-200 16,0 0-204-16,-39-25-208 15,30 28-24-15,-3 2-40 0,5 9-204 0,-10 2-100 16,6 9-4-16,-6 3-8 0,10 7-28 15,-5 0 40-15,8-2 40 0,-1-2-40 16,5-6-64-16,0-6 4 0,0-6 52 16,0-4 4-16,5-4-156 0,3-5 28 15,0 0 32-15,3 0-32 0,6-5 32 16,-6-7-8-16,6-1 32 0,-6-6-120 16,6 0 24-16,-6-1 72 0,2 2-32 0,-2 3 8 15,1-2-48-15,-8 9 24 0,4-3 12 16,-4 5 84-16,0 2 4 0,-4 4 40 0,0 0 8 15,0 0 48-15,0 0 40 0,0 0 132 16,0 0 104-16,4 4-128 0,-4 2-136 16,4 5 40-16,0 0-40 15,4 6 76-15,0 5 12 0,-4 0 20 16,4 3-44-16,-5 4-64 0,6-1 28 0,-5 4 8 16,4 0-84-16,-4 3 40 0,3 3 68 15,-2-3 40-15,-1-1-100 0,0-1-12 16,0 2-36-16,0-7 52 0,-4 4-56 15,0-4 0-15,0-3 76 0,0 1 12 16,0-3-20-16,-4-1 20 0,-4-4-12 0,-1-1 16 16,2-1-28-16,-5-4 0 15,-1-2-64-15,2 2-8 0,-1-5-144 0,0-1 68 0,-4-6-8 16,4 0-124-16,-4 0-216 16,0-13-104-16,1-2-48 0,2-4 0 15,1 0-216-15,5-7-200 0,3 4-504 0,4-1-516 16,0 4-1121-16,4-3-2491 15</inkml:trace>
  <inkml:trace contextRef="#ctx0" brushRef="#br0" timeOffset="36149.753">5609 7785 3484 0,'0'0'3240'0,"0"0"-1264"0,0 0-656 16,0 0-223-16,0 0-5 0,0 0-44 15,0 0-156-15,0 0-172 0,0 0-28 16,0 0 52-16,8 28-144 0,-8-17-80 16,0-3-96-16,0 5-176 0,-8-1-164 0,4 5-76 15,1-5-8-15,-1-2-60 0,0 0-112 16,-1-5-200-16,1 2-264 16,0-3-240-16,4-1-296 0,-4-3-436 15,1 0-1141-15,-1-3-3247 0</inkml:trace>
  <inkml:trace contextRef="#ctx0" brushRef="#br0" timeOffset="36371.708">5916 7563 9652 0,'0'0'2489'0,"0"0"-1353"0,0 0-284 16,0 0-64-16,0 0-224 0,0 0-276 16,0 0-288-16,0 0-580 0,88-3-40 0,-68-4 128 15,3 4 96-15,-2 0-1536 16,-1-1-4597-16</inkml:trace>
  <inkml:trace contextRef="#ctx0" brushRef="#br0" timeOffset="36511.524">6335 7528 5440 0,'0'0'4636'0,"0"0"-2783"16,0 0-357-16,0 0-84 0,0 0-92 0,0 0-280 15,0 0-384-15,0 0-248 0,0 0-160 16,0 0-248-16,39 8-224 0,-27-16-644 16,1-2-556-16,-2 3-1104 0,9-5-3777 0</inkml:trace>
  <inkml:trace contextRef="#ctx0" brushRef="#br0" timeOffset="36683.842">6960 7478 13525 0,'0'0'2944'0,"0"0"-1900"0,0 0 80 0,0 0 128 16,0 0-456-16,0 0-748 0,0 0-48 0,0 0-196 15,0 0-216-15,0 0-252 0,0 0-468 16,88-21-816-16,-64 9-872 0,-5 3-2513 15,22-3-2659-15</inkml:trace>
  <inkml:trace contextRef="#ctx0" brushRef="#br0" timeOffset="37083.094">7355 7347 6036 0,'0'0'4828'0,"0"0"-2675"0,0 0-321 16,0 0-172-16,0 0-292 0,0 0-220 0,0 0-192 15,-96 6-272-15,76 7-284 0,-8 3-132 16,0 2-132-16,4 6-16 0,-3 6 40 15,-1 2-3-15,8 0 15 0,3 3 20 0,9-3-72 16,5-7-120-16,3-3-12 0,0-2-60 16,0-11 0-16,7-6-84 15,6-3-185-15,2 0 25 0,6-10-12 0,-1-8-52 0,3-1-180 16,-3-10-116-16,4 4 4 16,-4-2 28-16,0 2 88 0,-4 6 232 0,0 5 212 15,0 3 40-15,-4 5 8 0,-8 6 64 16,3 0 112-16,2 3 396 0,-5 11 12 0,0 0-136 15,3 5-164 1,1 6-108-16,1 8-104 0,-1 2 116 0,-1 4 24 16,6 1 84-16,-5 5 36 0,-5-1 28 0,5 3-28 15,-4 2-60-15,0-2 0 16,-4 1-40-16,0-4-44 0,0-2 24 16,-4-5 32-16,-4 2-84 0,-3-8-88 0,-2 1 0 15,-2-7-8-15,-2-6-124 0,-2-2-60 16,-1-9-72-16,-4-1-48 0,-1-7 24 15,-1-3-148-15,-2-9-88 0,-4-5-136 16,-5-2-384-16,-3-6-1180 0,9 9-2593 0,-13-13-2679 16</inkml:trace>
  <inkml:trace contextRef="#ctx0" brushRef="#br0" timeOffset="37324.93">6872 7925 7564 0,'0'0'2436'16,"0"0"-1311"-16,0 0-393 15,0 0 356-15,8 72 84 0,-8-52-500 0,0-1-384 16,-8-1-212-16,4 2-76 0,-3-1-8 15,-1-4-256-15,-1-1-268 0,2-5-240 0,-1-4-468 16,-1 0-1089-16,9-5-3067 0</inkml:trace>
  <inkml:trace contextRef="#ctx0" brushRef="#br0" timeOffset="37589.598">7725 7292 12985 0,'0'0'2244'0,"0"0"-1628"0,0 0-364 16,64 67 540-16,-44-41 152 0,3 6-292 16,-2-4-416-16,-1 5-188 0,-9-3-48 15,6 5-4-15,-9 4-44 0,-1-2-100 16,-7 1-24-16,0 4 60 0,-7-7-184 0,-10 0 24 15,-2-7 96-15,-5 1-72 0,0-6-188 16,-4-4-72-16,0-4-352 0,-4-5-796 0,4-4-2221 16,-12-6-2523-16</inkml:trace>
  <inkml:trace contextRef="#ctx0" brushRef="#br0" timeOffset="38096.962">8841 7185 10044 0,'0'0'2381'0,"0"0"-709"0,43 101-688 15,-30-53 72-15,2 6 24 0,-6 7-252 0,-5 1-332 16,-4 2-288-16,0-3-24 0,-4-4-72 15,0-7-112-15,-5-8-132 0,1-8-324 16,5-8-184-16,-1-10-92 0,0-6-104 16,4-3-288-16,0-7-576 0,-5 0-1341 0,5-7-3899 15</inkml:trace>
  <inkml:trace contextRef="#ctx0" brushRef="#br0" timeOffset="38294.719">8944 7624 8248 0,'0'0'2809'0,"0"0"-1013"0,0 0-460 0,0 0 380 16,0 0-252-16,108-7-276 0,-69 7-376 16,14-4-176-16,6 1-24 0,13-6-236 15,8-1-228-15,3-6-64 0,5-3-12 16,7-1 40-16,2-5-112 0,2 0-4 16,-7-4-60-16,-4 4-116 0,-13-3-332 0,-12 2-248 15,-7 4-96-15,-12 0-132 0,-12 3-416 16,-12 3-1012-16,-4 3-2333 0,-12 1-3207 0</inkml:trace>
  <inkml:trace contextRef="#ctx0" brushRef="#br0" timeOffset="38533.345">10167 7200 11101 0,'0'0'2000'0,"0"0"-1032"15,0 0-412-15,0 0 352 0,84 35 348 16,-60-18-176-16,0-5-524 0,4 4-396 15,-4 3-160-15,0-3-4 0,0 0-96 0,-1 3-36 16,-7 0-60 0,-4 3-136-16,-3 0 220 0,-5 1 0 0,-4 5-148 15,-13 0 184-15,-6 4 76 0,-2 4 4 16,-7-2 4-16,0-2 60 16,-7 3-68-16,-1-7-236 0,-3 1-424 0,-2-4-300 15,-2 1-176-15,3-10-392 0,12-4-797 16,-4-5-3691-16</inkml:trace>
  <inkml:trace contextRef="#ctx0" brushRef="#br0" timeOffset="39285.426">11905 7106 3800 0,'0'0'6156'15,"0"0"-4379"-15,0 0-433 0,0 0 132 16,0 0 36-16,-80-29-248 0,64 29-252 16,0 0-208-16,0 9-168 0,-4 8-208 15,0 8-12-15,5 13-52 0,-2 6 52 0,2 4 57 0,-2 2 183 16,10-2-268-16,-1-10-184 0,3-6-104 0,1-13-100 15,4-7-156-15,0-5-24 16,9-7-148-16,3 0 36 0,3-7 124 16,5-5-185-16,1-7-123 15,3-7-60-15,-5 1 36 16,1-3 120-16,-4 3 88 0,0 6 48 0,-4 2 8 0,-5 5 76 16,2 5 100-16,-5 1 0 15,0 6-40-15,0 0 100 0,3 10 124 16,2 2 328-16,3 4-108 0,-1 7-60 0,6 2-64 15,-2 6-124-15,5 4-24 0,1 4 112 16,3 5 196-16,-5 3-164 0,1 1-44 0,-8 6 0 16,0 4-28-16,-4-1-36 15,-4 0-8-15,-4 0-52 0,0-3-40 0,-8-4 89 16,0-2 11-16,-4-6 4 0,-8-2-40 16,4-7 12-16,-4-2 12 0,1-6 40 15,2-3 20-15,-7-3 24 0,5-2-20 16,-5-4-100-16,-4-5 0 0,4-1 24 15,-8-7-12-15,4 0 0 0,-4-12-72 0,0-8-244 16,4-5-348-16,0-4-125 0,5-2-75 16,3-1 100-16,12 6 44 0,4 4 44 15,-1 10 112-15,5-1-88 0,5 3-100 16,3 2 68-16,0 1 252 0,3-3 192 0,2 3 92 16,2-2-24-16,5 0-136 0,1-4-292 15,7 0-816-15,-9 1-1368 16,13-8-3217-16</inkml:trace>
  <inkml:trace contextRef="#ctx0" brushRef="#br0" timeOffset="71241.281">4490 9613 5776 0,'0'0'4632'0,"0"0"-2831"0,0 0-729 16,0 0-204-16,0 0 180 0,0 0 172 0,0 0-88 15,8 90-312-15,8-46-268 0,11 3-120 16,1 14 156-16,9 6 96 0,2 3-272 16,5 2-216-16,4 1-12 0,-1 1-16 0,2-4-96 15,-6-4-68-15,1-2 132 16,-4-10-136-16,-4-4-104 0,-1-6-76 0,-3-9 132 15,0-5-64-15,-8-5-152 0,0-6 8 16,-7-6-100-16,-2-7-132 0,-3 0-28 16,-4-6-160-16,0 0-148 0,-4-10-520 0,0-5-328 15,0-10-500-15,-4-7-825 0,0 3-2663 16,-12-25 3216-16</inkml:trace>
  <inkml:trace contextRef="#ctx0" brushRef="#br0" timeOffset="71481.552">5095 9824 5276 0,'0'0'1444'0,"0"0"2909"0,0 0-3441 0,0 0 292 0,0 0 280 15,0 0 16 1,-68 94-348-16,49-55-360 0,-1 8-212 16,-4 11-52-16,-4 5-136 0,0 11-84 15,-4 3-176-15,0 4-68 0,-4 1-64 0,1 1-60 16,-5-4 56-16,3-4-104 0,2-4-16 15,7-4-72-15,1-10 0 0,3-6 0 16,3-9-100-16,10-14-160 0,2-6 12 0,5-12-76 16,4-8-212-16,4-2-360 15,16-6-628-15,1-10-592 0,-2 4-2277 16,13-11-2147-16</inkml:trace>
  <inkml:trace contextRef="#ctx0" brushRef="#br0" timeOffset="71733.29">5319 10566 5672 0,'0'0'8989'0,"0"0"-7629"16,0 0-844-16,0 0 84 0,0 73 676 16,0-47-96-16,0 5-456 0,0 4-324 15,0 0-216-15,0 10-16 0,0-1-168 0,0 1-4 16,0-1-128-16,0 1-52 0,0-10-144 15,0-8-88 1,0-4-136-16,0-14-112 0,0-5-224 0,4-8-540 0,3-5-628 16,-3-10-380-16,4-4-649 15,-3 5-995-15,-1-14 64 0</inkml:trace>
  <inkml:trace contextRef="#ctx0" brushRef="#br0" timeOffset="71864.287">5379 10734 5736 0,'0'0'988'0,"0"0"4941"0,0 0-4009 0,0 0-360 16,0 0-296-16,91 0 60 0,-68 7 12 15,2-1-384-15,-1 4-284 0,0-8-155 0,-1 5-209 16,5-7-304-16,-4 0-24 0,4-9-364 16,-4-4-321-1,4-3-119-15,0-3-160 0,-5-3-712 0,1-3-1444 16,-3 6-2769-16,-6-11-2139 16</inkml:trace>
  <inkml:trace contextRef="#ctx0" brushRef="#br0" timeOffset="72032.483">5800 10487 7856 0,'0'0'4717'16,"0"0"-3865"-16,0 0-684 0,-4 72 416 0,1-39 756 16,3 4 100-16,0 2-432 0,0 2-368 15,3 7-112-15,1 2 76 0,0 5-92 16,5 1-84-16,-9 4-428 0,0-6 0 16,0-3-256-16,0-9-88 0,-4-3-412 0,-1-11-452 15,5-6-544-15,0-6-748 0,0-7-2469 16,0-5-2183-16</inkml:trace>
  <inkml:trace contextRef="#ctx0" brushRef="#br0" timeOffset="73448.176">6893 10109 4136 0,'0'0'804'0,"0"0"-152"0,0 0-92 16,0 0-12-16,0 0 1904 0,0 0-1392 15,0 0-388-15,0 0 549 0,0 0-17 16,0 0-316-16,0 0-192 0,84-38-228 16,-61 31-52-16,1 0-4 0,0 1 16 0,4-2-80 15,0 4-96-15,0-3 20 0,-5 4-100 16,5 3-48-16,-4-3-24 0,-4 3-24 16,3 3-64-16,2 7-12 0,-5 0-4 15,4 5 4-15,-9 2 8 0,6 1 168 0,-6 5-168 16,-2-1 48-16,-6 3-52 0,-3 0 80 15,0 5-76-15,-4-3 92 16,-4 3-12-16,-3-5-16 0,-6 3 4 0,1 1 32 16,-8-4-20-16,1 5 20 0,-1-5-44 15,-5 0 44-15,2 0-44 0,-1-6 20 16,0 0 4-16,0-3-40 0,0-4 24 0,5 1-72 16,-2-7 8-1,2 1-8-15,-1-4-136 0,3-3-112 16,-2 0-132-16,3-6-124 0,-4-4-68 0,4-3-84 15,4 1-44-15,-4-4-196 0,4-3-480 0,0 7-976 16,-4-7-3209-16</inkml:trace>
  <inkml:trace contextRef="#ctx0" brushRef="#br0" timeOffset="73673.642">6805 10413 2644 0,'0'0'6152'0,"0"0"-4628"0,0 0-996 16,0 0 297-16,0 0 519 0,0 0-224 16,75-9-320-16,-55 9-248 0,4-3-124 0,-4 1 4 15,8-3 4-15,-4 3-124 0,0-2-164 0,0-2-148 16,-1 0-44-16,1-1-84 16,0 1-120-16,1 0-64 0,-1-4-280 15,-1 4-212-15,1-4-384 0,4 4-780 0,-4-4-1041 16,0 4 297-16,8-3-1972 15</inkml:trace>
  <inkml:trace contextRef="#ctx0" brushRef="#br0" timeOffset="74412.554">7956 10017 6020 0,'0'0'2156'0,"0"0"-1328"0,0 0-76 16,0 0-144-16,0 0 293 0,0 0 1483 0,-83 82-1244 15,63-56-536-15,-1 2-76 0,6 4 264 16,-2 3-180-16,2 3-92 0,2 4-164 16,2 5-108-16,-1 0-48 0,9 2-68 15,-2 1-120-15,1-2-8 0,4-7-4 16,4-3-100-16,8-7-36 16,0-6-36-16,4-1 12 0,3-9-40 15,2-5-108-15,7-7-1000 0,4-3-508 0,3-6-156 16,-3-1-1193-16,16-15-4291 0</inkml:trace>
  <inkml:trace contextRef="#ctx0" brushRef="#br0" timeOffset="75220.389">8395 10411 5580 0,'0'0'2664'0,"0"0"-772"0,0 0-783 0,0 0-81 0,0 0 160 16,0 0-96-16,19 70-260 15,-6-64-340-15,-2-3-152 0,1 0-28 0,4-3-12 16,0-6-76-16,4-5-120 16,0-7-104-16,-1-1-172 0,2-7-40 0,-1 1-88 15,-1-4-120-15,-2-2-40 0,-2 3 56 16,-2 2 76-16,-6 1 60 0,1 2 4 15,-8 4 124-15,0 4 140 0,-8-1 56 0,1 3 132 16,-10 3 4-16,6 4-40 16,-6 3 76-16,6 3 72 0,-10 0-72 15,6 6-76-15,-1 7-104 16,-4 6 76-16,0 3 80 0,0 10 0 0,1 6 32 16,2 3-48-16,2 7 12 0,-2 0 48 0,6-1 12 15,2-2 12-15,5-1 40 0,4-9-64 16,0-6-100-16,0-4-88 0,13-10-60 15,-6 2-68-15,9-9-80 0,0-1-88 0,5-3-136 16,-2-4-88-16,9-4-12 0,0-8-184 16,0-4-336-16,0-3-824 0,-4 7-2325 15,12-18-2479-15</inkml:trace>
  <inkml:trace contextRef="#ctx0" brushRef="#br0" timeOffset="75401.071">9020 10515 4196 0,'0'0'6256'16,"0"0"-5287"-16,0 0-649 0,0 0 592 16,-11 73 932-16,2-48-244 0,-3 1-572 0,0 0-632 15,4-4-284-15,-4 0-44 0,5-6-68 16,-2-4-100-16,1 1-200 0,4-10-432 16,1 1-300-16,3-4-156 0,0 0-440 0,0-4-1137 15,0-8-2011-15</inkml:trace>
  <inkml:trace contextRef="#ctx0" brushRef="#br0" timeOffset="75556.049">9351 10547 8232 0,'0'0'5497'15,"0"0"-4369"-15,0 0-1016 0,0 0-112 16,0 0 0-16,0 0 0 0,0 0-576 0,0 0-696 15,83-92-832-15,-63 73-2025 0,16-10-2591 0</inkml:trace>
  <inkml:trace contextRef="#ctx0" brushRef="#br0" timeOffset="75717.815">9948 10399 10736 0,'0'0'1533'15,"0"0"-1073"-15,0 0 192 0,0 0 592 16,0 0-200-16,0 0-360 0,0 0-412 15,0 0-272-15,88-27-36 0,-64 14-252 0,4 1-268 16,4-4-200-16,4 0 276 16,-1 1-736-16,-3 2-1249 0,8-3-3275 0</inkml:trace>
  <inkml:trace contextRef="#ctx0" brushRef="#br0" timeOffset="75846.211">10609 10262 10348 0,'0'0'1905'16,"0"0"-1205"-16,0 0 104 0,0 0 260 0,0 0-120 15,0 0-348-15,0 0-596 0,0 0-64 16,0 0-240-16,92-44-236 0,-72 25-356 16,4 2-360-16,4 1-808 0,-8 7-897 0,20-11-1167 15</inkml:trace>
  <inkml:trace contextRef="#ctx0" brushRef="#br0" timeOffset="76272.582">11494 10137 6200 0,'0'0'5081'0,"0"0"-3749"0,0 0-628 0,0 0 136 16,0 0 272-16,0 0-296 0,0 0-348 16,0 0-284-16,0 0-120 0,84-3-64 15,-56-13-112-15,4-3-164 0,-4 1 76 16,0-1-68-16,0-4-56 0,-5 8 8 0,-3-5 28 15,0 4 20-15,-4 0 4 0,-8 3 264 16,-4 4 24-16,-4-1 232 0,0 1 120 0,-8 0-36 16,-4-4 24-16,-8 3 116 15,1 1-268-15,-2 2-124 0,-3 7 100 0,0 0 24 0,1 7-24 16,-5 9-28-16,0 3 52 16,0 6 60-16,0 7 12 0,0-1-12 15,4 7 72-15,1 1 76 0,6 2-4 0,-3 4-108 16,8-3 8-16,5-5 136 0,7-5 448 15,0-4-876-15,15-6-24 0,5 0-204 16,8-2 12-16,12-5 192 0,4-2 84 16,4-2 76-16,4-9-160 15,-1-2-380-15,1-7-56 0,0-2 132 16,0-1-580-16,-5-5-136 0,-3-1-516 0,0 0-1412 16,-12 3-1097-16,4-3-3571 0</inkml:trace>
  <inkml:trace contextRef="#ctx0" brushRef="#br0" timeOffset="76778.811">11346 10439 12733 0,'0'0'1084'0,"0"0"-1084"0,0 0 0 15,0 0 152-15,0 0 836 16,0 0 272-16,0 0-384 0,0 0-332 0,-43 70-244 16,23-42-128-16,8 1 24 0,-4-1-60 15,0 2-84-15,5-8-52 0,-2 0-172 16,2-3-48-16,3-3-76 0,-1-7-80 0,9-3-232 16,0-2-320-1,0-4-676-15,4 0-1476 0,12-16-2757 16</inkml:trace>
  <inkml:trace contextRef="#ctx0" brushRef="#br0" timeOffset="77159.154">12283 10179 17673 0,'0'0'816'15,"0"0"-816"-15,0 0-1960 0,0 0 564 16,0 0 1396-16,0 0 380 0,0 0 20 16,0 0-248-16,0 0-140 0,0 0-12 0,68-10-140 15,-60 4-136-15,-5 2-124 0,-3-2-132 16,5 3-200-16,-5 0-32 0,0 0 124 16,0-1-336-16,-5 4-633 0,2-3-39 0,-5 3 116 15,8-3 152-15,-8 0-260 0</inkml:trace>
  <inkml:trace contextRef="#ctx0" brushRef="#br0" timeOffset="77516.711">12056 9731 11477 0,'0'0'1972'0,"0"0"-1032"0,0 0-724 16,0 0 464-16,0 0 316 0,0 0 40 16,0 0-232-16,72 70-236 15,-48-45-112-15,-1 6-16 0,1 5 112 0,4 5 92 16,-7 0-324-16,-2 4-176 0,1-1-48 15,-8-2 16-15,0 2-28 0,-4 0-24 0,-4 1-52 16,-4-1 4-16,0 1-12 0,-4-4-8 16,-11 1-112-16,-6-2-112 0,-3 2-96 0,-4-4-24 15,-4-3-128-15,0-2-68 16,5-8-104-16,-1-6-52 0,3-7-88 16,2-2-720-16,7-4-1528 0,-12-1-4113 0</inkml:trace>
  <inkml:trace contextRef="#ctx0" brushRef="#br0" timeOffset="80962.607">14733 10293 5124 0,'0'0'8757'0,"0"0"-7065"16,0 0-936-16,0 0-32 0,0 0 48 16,0 0 228-16,0 0-116 0,0 0-224 0,0 0-148 15,88 13-320-15,-40-10 52 0,8 0-180 16,4-3 124-16,7 0-188 0,1-6-48 15,0-4-124-15,-1 1-92 0,-3-4-80 0,-4 3-388 16,-12-3-164-16,-9 8-236 16,-7-2-864-16,-15 4-2452 0,-17 3-3897 0</inkml:trace>
  <inkml:trace contextRef="#ctx0" brushRef="#br0" timeOffset="81145.832">14877 10534 808 0,'0'0'10781'0,"0"0"-9297"0,0 0-808 16,0 0 212-16,0 0 496 0,80 13 68 0,-37-13-452 16,6-6-420-16,2-4-384 15,1-3-160-15,0-2-36 0,-1-1-172 0,-3-3-72 16,-4 2-76-16,-4-2-188 0,-8 0-384 0,-4 5-400 16,-12-3-892-16,-5 4-2649 15,-11-6-3111-15</inkml:trace>
  <inkml:trace contextRef="#ctx0" brushRef="#br0" timeOffset="81397.183">15227 10007 3800 0,'0'0'7269'16,"0"0"-6369"-16,0 0-28 0,0 0 388 0,92 6 192 0,-60 5-208 15,-1-3-236-15,10 6-292 0,-1-3-152 16,-1 3-172-16,5 2 64 0,-8 3-240 15,0 3-216-15,-4 7-184 0,-12 2 136 0,-5 7-172 16,-6 7 36-16,-9 6 24 0,-12 6 36 16,-13 0-120-16,-6 7 120 0,-5-1-12 15,-4-6 124-15,1-3-48 16,2-6 56-16,5-6-12 16,5-12-180-16,7-6-236 0,7-12-276 0,6-3-504 0,7-9-640 15,0 0-1973-15,7-13-3667 0</inkml:trace>
  <inkml:trace contextRef="#ctx0" brushRef="#br0" timeOffset="81972.729">17160 9620 392 0,'0'0'10376'0,"0"0"-8627"15,0 0-133-15,0 0-364 16,0 0 20-16,0 0-8 0,0 0-176 0,0 0-208 0,0 0-144 16,52 92-200-16,-37-57-100 15,-2 12-71-15,-2 8-61 0,-3 11 0 0,1 13 12 16,-5 10 20-16,0 7-204 0,-4 8-128 16,0 1-4-16,-4 0-48 15,-4 1-96-15,3-9 84 0,1-4-156 16,4-11-64-16,0-12 96 0,13-10-176 15,-2-13-117-15,14-12 5 0,-1-9-176 0,-1-13-220 0,5-10-508 16,0-3-616-16,4-16-992 16,-12 0-1917-16,12-22-2347 0</inkml:trace>
  <inkml:trace contextRef="#ctx0" brushRef="#br0" timeOffset="82222.949">17869 9871 4152 0,'0'0'2980'0,"0"0"2713"0,0 0-3785 16,0 0-332-16,95 98 68 0,-59-56-156 0,5 9-180 16,2 5-672-16,-2 5-324 0,2 3-115 15,0-1-89-15,2 0-104 0,-6-6-4 0,1-2-88 16,-3-11-45-1,-2-6-27-15,-7-7 4 0,-1-7-40 16,-3-10-352-16,1-3-60 0,-9-5-164 16,-1-6-188-16,-3-13-704 0,1-3-856 0,-10-3-1625 15,5-16-1415-15</inkml:trace>
  <inkml:trace contextRef="#ctx0" brushRef="#br0" timeOffset="82459.86">18591 9801 900 0,'0'0'9768'16,"0"0"-8287"-16,0 0-765 0,0 0 340 15,0 0 652-15,0 0-156 0,-96 95-400 16,68-57-508-16,-4 7-216 0,-8 12-96 0,-4 6-112 16,-8 7-124-16,-4 10-96 0,-4-1 4 15,-3 6 0-15,-5-2-4 0,5-3-108 16,-1-7-76-16,8-10 0 0,9-11-100 0,11-9-292 15,12-14-52-15,7-7-404 16,14-9-936-16,3-8-1076 0,3-5-2465 16</inkml:trace>
  <inkml:trace contextRef="#ctx0" brushRef="#br0" timeOffset="82974.521">18980 10531 768 0,'0'0'9500'0,"0"0"-7631"15,0 0-285-15,0 0-56 0,41 95 68 16,-29-56-228-16,-1 8-176 0,2 7-616 16,-6 4-248-16,5 8-144 0,-7 1-108 15,-1 2 16-15,0 5-92 0,-4-2-72 0,0-1-52 16,0-8 28-16,0-5-28 0,3-11 40 15,-3-10-40-15,4-7-60 0,4-8 0 0,-4-13-184 16,5-6-256-16,-2-3-240 0,1-3-292 16,0-10-304-16,-4-5-596 0,0 2-2077 15,0-23-2331-15</inkml:trace>
  <inkml:trace contextRef="#ctx0" brushRef="#br0" timeOffset="83220.344">19053 10671 6064 0,'0'0'68'0,"0"0"4156"0,0 0-3243 16,0 0-265 0,0 0 616-16,83-58-164 0,-63 49-208 15,-4 6-384-15,4 1 40 0,-4 2-92 0,0 0-204 16,-9 2-8-16,6 10-224 0,-9 1-76 16,-4 7 24-16,-4 5 84 0,-9 4-120 0,-2 2-184 15,-9 7-204-15,-4-3-68 0,0-3-8 16,0 0 76-16,1-10 160 15,3-3 164-15,0-10-48 0,7-5-364 0,2-4-736 0,3-10-1216 16,0-6-1493-16,8 1-911 16,-4-17 1869-16</inkml:trace>
  <inkml:trace contextRef="#ctx0" brushRef="#br0" timeOffset="83523.285">19598 9624 6472 0,'0'0'7185'16,"0"0"-5341"-16,0 0-348 0,0 0-296 15,20 72 192-15,-8-40-172 0,0 9-196 16,4 7-539-16,0 6-301 0,0 9-64 15,4 10-60-15,-5 7-52 0,2 12-8 16,-6 3-56-16,2 7-188 0,-2-4 112 0,-7 0-60 16,5-5-41-16,-9-5-191 0,0-9-212 15,0-5 100-15,0-14-284 0,-9-2-372 0,5-11-360 16,-3-9-212-16,3-6-368 0,0-13-985 16,4-7-3007-16</inkml:trace>
  <inkml:trace contextRef="#ctx0" brushRef="#br0" timeOffset="84299.884">20546 9985 64 0,'0'0'12661'0,"0"0"-10461"16,0 0-1296-16,0 0-184 0,0 0 808 0,0 0-152 16,81 3-336-16,-50 1-428 0,5-2-348 15,0 5-164-15,8-1-52 0,3-2-36 0,6 2-4 16,-2-3 4-16,-3 1-12 0,0-4-60 16,-4 2-12-16,-5 1 60 0,-7-3 12 15,0 3-100-15,-8 4 88 0,-4-3-96 16,-12-1 84-16,0 0 24 0,-5-1 96 0,-3 2-36 15,0 3 40 1,0 2 32-16,-7 3-12 0,-5 11-8 16,-8-1-68-16,-4 3-44 0,-4 4-4 0,-4 2 0 15,-4 2-8-15,1 2 8 0,-5-4 4 16,-4 7 12-16,-4-3-12 16,0 0-4-16,5-4-56 0,-6-1 8 0,6-2 4 0,3-6-72 0,9-3-244 15,3-3-16-15,7-4-108 16,5-2-440-16,4-6-636 0,9 3-488 15,-1-5-1040-15,0-2-2545 0</inkml:trace>
  <inkml:trace contextRef="#ctx0" brushRef="#br0" timeOffset="85257.515">21929 9651 4228 0,'0'0'560'0,"0"0"4820"0,0 0-4203 0,0 0-305 16,0 0 12-16,0 0 336 15,4 71 4-15,4-40-68 0,0 10-248 16,4 8-168-16,-4 4-160 0,4 10-100 0,-4 4-100 15,-4 6-208-15,0 4-148 0,-4 2-24 16,0 3-48-16,0-1-28 0,0-9-20 16,0-9 36-16,0-12 48 0,0-9-124 15,7-12 48-15,-2-6-72 0,-1-6-280 16,0-2-400-16,-4 0-252 0,0-7-540 0,0 1-1212 16,0-3-2705-16</inkml:trace>
  <inkml:trace contextRef="#ctx0" brushRef="#br0" timeOffset="85722.182">21403 10515 3204 0,'0'0'1344'0,"0"0"-368"0,0 0 1520 16,0 0-424-16,0 0-471 0,0 0-129 15,0 0-100-15,0 0-152 0,0 0-116 16,0 0-296-16,0 0-164 0,4-6-76 0,-8 9-28 16,-3 7-184-16,-6 2-160 15,1 1-48-15,-8 3-88 0,1 3-12 0,-9 3-48 16,0 3-72-16,-4-3 60 16,-9 8 4-16,2-2-116 0,-4 4 112 15,-2-1-60-15,-2 4 64 0,-5 1-4 16,5-3-40-16,-6 3 40 0,9-4 12 15,4 0-72-15,5-7-28 0,11-2 16 0,-1-8-100 16,10 1-320-16,3-3-100 0,4 0-276 16,8-4-772-16,0-3-928 0,0 1-1793 0,0-4-987 15</inkml:trace>
  <inkml:trace contextRef="#ctx0" brushRef="#br0" timeOffset="88486.283">3757 13309 5032 0,'0'0'7253'0,"0"0"-6229"16,0 0-820-16,0 0 304 0,0 0 756 16,0 0-80-16,0 0-500 0,0 0-408 0,0 0-264 15,24 0 300-15,8 3-16 0,7 4 64 16,9-4-164-16,4-3-120 0,7 0-76 15,-3 0-4-15,4-6-144 0,0-1 24 16,-4 1 48-16,-5 0-196 0,1-1-124 0,-3 1-248 16,-10 0-596-16,-3 6-644 0,-8-3-2037 15,-8 3-2859-15</inkml:trace>
  <inkml:trace contextRef="#ctx0" brushRef="#br0" timeOffset="88692.684">3813 13687 4984 0,'0'0'2384'0,"0"0"-168"0,0 0-1416 15,0 0-620-15,0 0 877 0,0 0 199 16,79 7-248-16,-35-7-284 0,3 0-220 16,6 0-88-16,-1-4 60 0,-1 4-132 0,-3-3-184 15,4-3-160-15,-5 2-124 0,2-2 0 16,-6-3-32-16,-3-1-208 15,-4 1-468-15,-4-4-652 0,-13 4-1093 0,-2-10-3295 0</inkml:trace>
  <inkml:trace contextRef="#ctx0" brushRef="#br0" timeOffset="89036.654">4135 13087 560 0,'0'0'6720'0,"0"0"-4308"0,0 0-591 16,0 0-489-16,95-3 16 0,-67 3-148 15,4 3-180-15,0 3-220 0,5 4-156 0,-5 3-152 16,3-1-244-16,-3 7-124 16,0 0-124-16,0 6-12 0,0 7 4 15,0 3-80-15,-4 7 88 0,0 5-12 0,-9 4 0 16,-7 3-60-16,-4 3 64 15,-4 0-56-15,-4 4-20 0,0-4 72 0,-8 0 0 16,-8-3 12-16,0-3 72 0,0-3-72 16,-7-3 0-16,3-5-64 0,-5-5-32 0,5 0-16 15,1-10-36-15,2-2-112 0,6-4-88 16,3-10-100-16,-1 1-136 0,9-6-300 0,0-4-392 16,0-4-456-16,0-6-597 15,0 4-887-15,5-19-2944 0</inkml:trace>
  <inkml:trace contextRef="#ctx0" brushRef="#br0" timeOffset="103583.431">6880 12693 8584 0,'0'0'4625'0,"0"0"-3973"16,0 0-236-16,0 0 256 0,0 0 640 0,0 0-128 15,-27-66-24-15,18 66-420 16,5 0-188-16,1 3-124 15,-5 6-64-15,4 8-144 0,-5 5-36 0,5 12 56 16,4 7-56-16,0 14-4 0,0 8 17 16,0 13-9-16,4 4-188 0,5 5-8 15,-5 5 0-15,0 8-44 0,3 0-20 0,-3 7-97 16,5 0 21-16,-5 3 28 0,4-8-40 16,-1-4 112-16,1-6-24 0,1-11-76 0,-2-7 76 15,1-11-72-15,0-13-4 16,1-13-72-16,2-10-172 15,1-12-108-15,0-7-112 0,4-6-316 0,0-2-500 16,-1-12-116-16,2-8-104 0,3-7-1085 16,-8 1-2475-16,3-27-188 0</inkml:trace>
  <inkml:trace contextRef="#ctx0" brushRef="#br0" timeOffset="103858.787">7621 13058 8552 0,'0'0'5221'0,"0"0"-4321"0,0 0-568 16,13 76 320-16,2-38 792 0,9 6-404 16,4 11-448-16,12 2-212 15,4 10-12-15,-1 9 748 16,2 0-644-16,-2-2-472 0,6 2 4 0,-10-7 128 15,1-5-120-15,-5-7-12 0,2-5-168 0,-10-5-160 16,-3-10 132-16,-4-8-232 16,-4-4-156-16,-4-12-104 0,-4-3-4 15,-4-10-548-15,0-3-644 0,-4-17-200 0,0-5-901 16,0 3-2135-16,-4-31 508 0</inkml:trace>
  <inkml:trace contextRef="#ctx0" brushRef="#br0" timeOffset="104107.333">8343 13075 9108 0,'0'0'3109'0,"0"0"-2469"0,0 0-320 16,0 0 456-16,-100 72 512 0,69-36-316 16,-1 11-348-16,-9 4-148 0,2 7-80 15,-1 8-52-15,-4 10-180 0,-7 3-164 0,-2 10 0 16,-3-3 36-16,-3 2 0 0,3-8 24 15,5-4-120-15,2-12 48 0,10-10-88 16,7-12-60-16,12-11-136 0,4-10-164 0,7-4-312 16,9-11-324-16,0 1-764 15,0-4-1349-15,21 0-2639 0</inkml:trace>
  <inkml:trace contextRef="#ctx0" brushRef="#br0" timeOffset="104416.115">8610 13979 5868 0,'0'0'7861'0,"0"0"-6925"16,0 0-744-16,0 0 388 0,0 0 464 0,-9 95 88 15,9-53-512-15,13 8-140 16,-5 11-136-16,7 6-48 0,-2 5 120 0,2 11-136 16,-2 0-192-16,-2 6-88 0,-3 4-76 15,1-5 16-15,-6-6-184 0,5-5 0 0,-4-11-16 16,0-12 40-16,0-13-40 0,1-9-48 16,-5-14-100-16,3-7-160 0,-3-11-280 0,0-11-460 15,0-7-652-15,0-14-657 0,-8-9-1879 16,4 6-1372-16,-15-32 5864 0</inkml:trace>
  <inkml:trace contextRef="#ctx0" brushRef="#br0" timeOffset="104686.555">8487 14043 144 0,'0'0'9432'15,"0"0"-8284"-15,0 0-439 16,82-25 383-16,-50 21 92 0,0-2-244 15,5 3-360-15,-5 3 100 0,0-3-248 16,-5 3-308-16,-3 3-124 0,-4 3-72 16,-12 6-28-16,-5 5 92 0,-3 2 8 0,-3 6 0 15,-13 7 0-15,-4 3-52 0,-4 0 52 16,-4 0 0-16,-8-1 4 0,4-5 48 16,0-4-52-16,-3-9-12 0,7-6-168 0,0-6-536 15,4-4-116-15,4-11-580 0,4-5-821 0,1-9-2803 16,2 6 420-16,5-13 3365 0</inkml:trace>
  <inkml:trace contextRef="#ctx0" brushRef="#br0" timeOffset="105021.049">9351 12744 2936 0,'0'0'8901'0,"0"0"-7493"0,0 0-200 0,0 0 388 16,0 0-132-16,0 0-352 0,0 0-360 15,43 77-164-15,-35-49 216 0,1 13-168 0,-5 8-236 16,0 7-267-16,-4 11 63 15,3 12-112-15,-3 10-72 0,0 9 60 16,0 10-12-16,0 7-60 0,-3 2-4 0,3-2-80 16,0-8 12-16,0-8-84 0,0-4-273 15,7-7-79-15,1-8-116 16,1-4-84-16,-2-9-152 0,1-7-276 0,5-8-1188 16,-6-8-1988-16,1-12-3473 0,0 3 5673 15</inkml:trace>
  <inkml:trace contextRef="#ctx0" brushRef="#br0" timeOffset="109001.939">10614 13119 2764 0,'0'0'0'15,"0"0"-76"-15,0 0 76 16,0 0 1760-16,0 0-1176 0,0 0-400 0,0 0-28 16,0 0 340-16,0 0 440 0,-13-29-196 15,13 23 92-15,-3 0-56 0,3-1 80 0,-4 4 32 16,4 0 117-16,-4 0 43 0,0 3-220 15,0-4-168-15,-1 4-16 0,2 0-36 16,-1 0 48-16,4 0 16 0,0 0-124 0,0 0-204 16,0 0-168-16,0 0-116 15,0 0 0-15,4 0 28 0,8 0 344 16,3 7 108-16,6-1-172 0,3 1-160 0,4 2-48 16,8 4-88-16,3-1 40 0,5 1-52 0,4 3-52 15,4 1-8-15,-1-3 8 0,1 5 96 16,0-6-100-1,4-1 32-15,-5 2-32 0,1-4-8 16,-4-1-40-16,-8 0 40 0,0-2-4 16,-8-1-92-16,-4 1-32 0,-8-1 44 0,-5 0 40 15,-7 1-36-15,-3-1-16 0,-5 3 100 0,0-2 100 16,-9 2-4-16,-6 4-24 16,-6-1-68-16,-3 4 84 0,-7 1-40 0,-1-5-36 15,-4 4 64-15,-7 3-76 16,-10 3-4-16,-6 4-68 0,-5 2 0 15,-7 4 8-15,-2-1 52 0,6-1-48 0,7-5-88 16,4-3 4-16,9-3-92 0,7-6-132 16,7-4-60-16,10-2 56 0,7-5 52 0,8 2-28 15,8-4-336-15,4 0-1008 0,12-6-976 16,7-1-201-16,-2 1 457 0,14-1-740 16</inkml:trace>
  <inkml:trace contextRef="#ctx0" brushRef="#br0" timeOffset="109299.618">11574 13608 2520 0,'0'0'4576'0,"0"0"1301"0,0 0-5141 15,0 0-532-15,-80 28 268 0,52-18 740 0,0-1 28 16,1 4-432-16,-10 0-424 15,6 0-136-15,-5 2-76 0,0-2 0 0,-7 6-60 16,-2-2-112-16,-7 4-8 0,-3 2 4 0,-1 2 0 16,-7 0 4-16,3 4-12 15,0-4-64-15,0 1 4 0,8 0-52 16,9-5 0-16,3-2 112 0,16-6 4 16,7-3-40-16,10-8-40 15,3-2-256-15,4 0-464 0,0 0-196 0,8-2-520 16,8-5-1192-16,3-5-1481 0,2-1-1791 15,3-10 4417-15</inkml:trace>
  <inkml:trace contextRef="#ctx0" brushRef="#br0" timeOffset="109981.692">12426 13109 5196 0,'0'0'4292'0,"0"0"-1647"16,0 0-1597-16,0 0-832 0,0 0 152 0,0 0 484 16,0 0 480-16,0 0-328 0,33 74-320 15,-22-41-236-15,-3 9-128 0,5 9 0 0,-2 6 0 16,-7 13-24-16,4 6-100 16,-8 10-52-16,0 3 16 0,0 7-148 15,0-5 40-15,-4 1-52 0,0-6-148 0,0 1-24 16,4-12-60-16,-4-5 156 0,4-10 72 15,0-6-180-15,0-9 0 16,0-11-112-16,4-8-12 0,0-11-212 0,0-5 76 0,0-6-480 16,-4-1-296-16,4-3-288 0,-4-3-472 15,0-11-149 1,0 5-2435-16,0-19 320 0</inkml:trace>
  <inkml:trace contextRef="#ctx0" brushRef="#br0" timeOffset="110292.006">12514 13216 104 0,'0'0'8948'0,"0"0"-7872"0,0 0-135 16,0 0 75-16,0 0 480 0,72-75-180 15,-52 62-348-15,4 4-400 16,0 2-180-16,4 1 12 15,-4 3-92-15,-5 3-32 0,1 3-168 0,1 3 16 16,-10 7-112-16,1 6 64 0,-8 6 84 16,-4 4 12-16,0 3-60 0,-8 3-24 0,-4 0-84 15,0-3 4-15,-4 0 64 0,0-5-60 16,-3 3 88-16,-2-8-52 0,1 3-44 16,1-6-4-16,-1 0-148 0,-1-3-208 15,2-4-276-15,-5 5-236 0,4-2-300 0,-3 2-612 16,2-5-1473-16,-7 7-4039 0</inkml:trace>
  <inkml:trace contextRef="#ctx0" brushRef="#br0" timeOffset="114415.101">14005 12976 7628 0,'0'0'6753'15,"0"0"-5493"-15,0 0-960 0,0 0-60 16,0 0 512-16,0 0 564 0,0 0-404 0,0 0-568 15,24 19-4-15,8-12-68 0,3 2-92 0,1 1 76 16,7-1-72-16,2-3-48 0,-6 1-28 16,5-1-24-16,-4 0 28 15,0 1-52-15,-4-4-56 0,-1 3-4 0,-3 1-4 16,0-1 0-16,0-3 4 0,-4 0-4 16,-4 4-44-16,-4-4 0 0,-8-3-28 15,0 3-68-15,-4 0-4 0,-4 3 52 16,-4 1-88-16,0 2 92 0,-4 7 92 15,-9 4 108-15,-6 5-44 16,-9 2-64-16,-4 6 12 0,0-4 48 0,-7-1 36 0,2 0-24 16,-6-2-20-16,-2 5-48 15,2-1-4-15,-4-5-76 16,2 4-32-16,2-7 12 0,2-3-40 0,10-1-208 0,-1-1-264 16,4-4 16-16,12-5 24 0,5-1 0 15,2-3-400-15,9-4-792 0,0 0-872 16,0 0-589-16,9 0-1559 0,-2-4 1588 15</inkml:trace>
  <inkml:trace contextRef="#ctx0" brushRef="#br0" timeOffset="114696.011">14845 13566 4772 0,'0'0'5652'15,"0"0"-2739"-15,0 0-1833 0,0 0-536 16,-84 48 500-16,56-35 296 0,-4 3-364 16,-3-1-360-16,-5 1-380 0,0 4-176 0,-4-5-20 15,1 1-40-15,-9 3-4 0,-1-3-8 16,-2 3-48-16,-1 0 12 0,0-1-28 16,1-1 28-16,2 2-64 0,6 0-84 0,4-3-160 15,6 0 8-15,9-3-72 16,13-7-140-16,7 0-316 0,4-2-776 15,4-4-1076-15,12-7-2485 0,-1 4-111 16,17-13 4085-16</inkml:trace>
  <inkml:trace contextRef="#ctx0" brushRef="#br0" timeOffset="115171.373">15474 13119 4772 0,'0'0'8749'16,"0"0"-7417"-16,0 0-1120 0,0 0 468 0,108-44 860 0,-64 31-152 15,0 0-592-15,3 0-416 0,5 4-172 16,0-2-48-16,-4 6-48 15,0 2-16-15,-5 3 0 0,-7 0-20 0,-8 0-76 16,-8 6 48-16,-8 3-8 16,-3 4-40-16,-6 3-52 0,-3 3 52 0,0 7 60 15,-8 2 24-15,-12 7-84 0,0 0 0 16,-4 0-4-16,-3 6-56 0,-1 0 56 0,-4 0 0 16,0 4-8-16,4 0 12 0,0-4 136 15,0-3-48-15,4-2-88 0,9-5-8 16,-1 1 8-16,4-4 4 0,3-3 8 0,9 4 48 15,0-4 24 1,9 0 236-16,6-6 869 0,6 4-465 0,7-7-564 0,7-4-40 16,13 5 96-16,8-5 124 0,3-2 324 15,5-4-376-15,4-6-216 0,4 0-64 16,-1 0 36 0,6-6-44-16,-2-4-120 0,0-6-292 0,-3 3-212 0,0-5-140 15,-5-1-120-15,2-1-437 16,-5 1-1091-16,-21 7-3004 0,9-4-3965 15</inkml:trace>
  <inkml:trace contextRef="#ctx0" brushRef="#br0" timeOffset="118233.847">5151 16145 4592 0,'0'0'6072'0,"0"0"-4579"16,0 0-101-16,0 0-716 16,0 0-172-16,0 0 792 0,0 0-80 0,120 18-436 15,-61-18-200-15,1 0-172 0,12 0-152 16,-4-7-144-16,7-4-64 15,-3-5-48-15,-4-1-4 0,0-2-120 0,-12 0 4 0,-1 4-76 16,-15-1-76-16,-4 3-220 0,-8 4-180 16,-13 6-248-16,-2 0-664 0,-13 3-804 15,0 0-793-15,-9 0-2235 0,-26 9 1412 0</inkml:trace>
  <inkml:trace contextRef="#ctx0" brushRef="#br0" timeOffset="118411.527">5223 16348 5320 0,'0'0'3212'0,"0"0"-1284"0,0 0-1399 16,0 0 11-16,0 0 180 0,100 67 352 0,-44-58 8 15,11-3-336-15,5-6-288 0,4 0-168 16,-1-9-152-16,1-4-124 0,-8-2-12 0,-4-5-120 16,-5 3-420-16,-11-4-456 0,-4 2-8 15,-12 1-300-15,-4-1-925 16,-13 2-2883-16</inkml:trace>
  <inkml:trace contextRef="#ctx0" brushRef="#br0" timeOffset="118698.646">5852 15761 4484 0,'0'0'2112'0,"0"0"-152"15,0 0-496-15,108 44-251 0,-68-28 31 0,0 0-348 16,-1 6-376-16,-2-2-252 0,-5 5-116 16,0 0 0-16,-9 2 140 0,1 3 8 15,-4 5-240-15,-8 0-60 0,-9 7-200 16,-3-2-56-16,-7 8 160 0,-14 3 96 0,-6 3 52 16,-4 3-52-16,-6 3 0 0,-6 0-88 0,-2 1-92 15,-2-1 28 1,-1 0-24-16,4-5-180 0,1-8 12 0,6-2-332 15,5-11-208-15,9-8-613 0,7-10-1275 0,4-7-2728 16,0-9 4888-16</inkml:trace>
  <inkml:trace contextRef="#ctx0" brushRef="#br0" timeOffset="119265.29">7247 15956 7248 0,'0'0'7265'0,"0"0"-6557"15,0 0-708-15,0 0 0 0,0 0 380 16,0 0 624-16,95 21-84 0,-50-21-360 16,11-14-252-16,-2-5-12 0,6-9-272 0,4-1-24 15,-8-2-148-15,0-1-12 0,-8 6-88 16,-8 5-24-16,-5 7 88 0,-7 7 8 0,-7 7-120 16,-2 10 60-1,-6 10 236-15,-6 9 208 0,1 5 0 0,-4 10-72 16,-4 1 4-16,0 6-92 0,0 3 40 15,0 3-40-15,-4-1-48 0,4 3-8 16,-4 0 4-16,0-2-44 0,0 5 36 16,1-9 0-16,-6-1-72 0,5-5 8 0,-4-9-48 15,8-6-60-15,-4-7-80 0,4-9-120 16,-3-4 32-16,3-5-164 16,0-3-64-16,0-4-444 0,0 0-900 0,-8-7-2293 15,3-3-3675-15</inkml:trace>
  <inkml:trace contextRef="#ctx0" brushRef="#br0" timeOffset="119434.557">7466 16370 9156 0,'0'0'2825'0,"0"0"-2389"0,0 0-52 16,0 0 548-16,96 0-44 15,-56-7-436-15,-1-2-452 0,1-3-24 16,0 1-432-16,-8-1-392 0,-4 9-644 0,-12-1-1177 15,-4 4-2383-15,-12 11 521 0</inkml:trace>
  <inkml:trace contextRef="#ctx0" brushRef="#br0" timeOffset="119601.775">7439 16691 716 0,'0'0'11201'0,"0"0"-9513"15,0 0-1204-15,0 0 200 0,0 0 536 16,0 0-116-16,86 28-348 0,-45-28-300 15,2 0-72-15,6-7-224 0,-2-1-160 16,5-3-136-16,-5-1-532 16,5-1-460-16,4 1-152 0,-3-1-564 0,-6 4-2925 0,-15 2-2867 15,7-2 6460-15</inkml:trace>
  <inkml:trace contextRef="#ctx0" brushRef="#br0" timeOffset="120453.379">9231 16142 2980 0,'0'0'7396'0,"0"0"-6699"0,0 0-65 0,0 0-4 16,0 0 304-16,0 0 248 16,0 0-344-16,-40-70-384 0,28 66-52 15,1 4-8-15,-2 0 184 0,-2 4 280 0,-9 8-596 16,3 10-76-16,-2 14-84 0,3 5 8 0,-4 9 16 16,5 8 0-16,2 2-116 15,1-3-8-15,8-6-68 0,4-10-104 0,4-10-84 16,4-11 32-16,4-8 76 0,8-5 144 0,1-7 4 15,6-7 4-15,5-11 100 16,0-4-104-16,0-10-8 0,0 0-140 16,-4-3 12-16,-5 4 72 0,-3-1 56 15,-4 6-80-15,1 7 80 0,-10 7-80 16,5 6 40-16,-8 1-76 0,4 5 124 16,0 5 132-16,0 7 152 0,4 4-24 0,4 6-148 15,-4 6 24-15,4 4-60 0,-4 0 8 16,3 7 16-16,-2 1-28 15,-1 8-20-15,0 0 32 0,-5 2 28 0,-3 4-24 16,0-3-40-16,0 3 12 0,0-3-12 16,-3 0-48-16,-1-1-8 0,0-5 8 15,0-4 8-15,-5 1 164 0,2-8-60 0,-1-5 48 16,0-1 12-16,-4-6-12 16,-4-2-76-16,4-1-12 0,-8-3 28 0,4-7-4 15,-3 1-84-15,-2-1 88 0,1-5-44 16,-3-2-56-16,3-2-8 0,-4-2-76 15,-1-4-52-15,6-8-84 0,3-2 172 16,0 0-100-16,4-2-36 0,4 1 124 0,0 2-20 16,8 2 80-1,0-3 64-15,0 4-52 0,12-4 48 0,-4-3-52 16,4-1 80-16,4-2-44 0,0 0-40 16,3-3 52-16,5-1-52 0,1 1 44 15,-1 0-48-15,0 2-56 0,-1 4-56 0,-7 0 4 16,4 3 8-16,-12 4-44 15,4 5-28-15,-4 1-136 0,-3 3-124 0,-2-1-224 16,1 4-352-16,0 0-1104 0,0 0-1933 16,0 7-2151-16</inkml:trace>
  <inkml:trace contextRef="#ctx0" brushRef="#br0" timeOffset="120962.023">9598 16300 9748 0,'0'0'1096'16,"0"0"-423"-16,0 0 443 0,96 4 536 0,-49-4-288 0,5-6-432 0,0-8-420 15,3 2-116-15,1-4-112 0,-4 0-196 16,-4-3-88-16,-4 0-472 0,-9 0-112 15,-3 3-156-15,-8 0-204 16,-3 3-412-16,-14 6-548 0,-7 2-1337 0,0 2-2667 16</inkml:trace>
  <inkml:trace contextRef="#ctx0" brushRef="#br0" timeOffset="121122.218">9808 16418 7312 0,'0'0'4433'0,"0"0"-3201"15,0 0-788-15,0 0 268 16,77 12 288-16,-42-12-44 0,1-12-252 16,5-4-332-16,2-6-372 0,-3-2-136 0,0-3-164 15,-4-2-392-15,-4 1-352 0,-8-1-436 16,-5 4-1201-16,-6 5-2007 0</inkml:trace>
  <inkml:trace contextRef="#ctx0" brushRef="#br0" timeOffset="121361.089">9972 15815 10516 0,'0'0'1209'0,"0"0"-721"0,0 0 216 16,-3 97 504-16,3-58-120 0,0 2-372 0,7 4-284 15,1 2-196-15,0-2-12 16,4 6-224-16,-8-1-12 0,0 4-36 15,0 4-104-15,0-2 16 0,-4-2-156 16,0-6-72-16,4-3-216 0,0-10-152 16,4-4-332-16,4-8-100 0,0-8-597 15,4-8-999-15,4-7-1480 0,-5 0 1684 16,6-19 1597-16</inkml:trace>
  <inkml:trace contextRef="#ctx0" brushRef="#br0" timeOffset="122181.889">10837 16274 872 0,'0'0'8836'15,"0"0"-7776"-15,0 0-391 0,0 0-53 16,0 0 360-16,0 0-176 0,0 0 0 0,92 61-208 15,-64-65 76-15,0-4 48 0,0-9-204 16,-1-2-264-16,1 0-112 0,0-6-72 0,-4 0-4 16,-4-4-36-16,-1 3-24 15,-2 1-60-15,-6 3 52 0,-2 4-92 0,-5-1-12 16,-4 2 24-16,0 4-24 0,0 4 64 16,-9-1-64-16,-3 4 108 15,-4 3-48-15,-3 3-84 0,-2 0 88 16,2 3 48-16,-5 6 128 0,0 4-120 15,0 3-8-15,0 9 48 0,-3 4 104 16,3 6-108-16,3 6-40 0,-3 4-8 0,5 2-4 16,-1 0 8-16,8 2 36 0,0-2 40 15,8-6-76-15,4-5-44 0,4-5 44 16,8-3 96-16,3-5-20 0,6-4 84 0,7-3-20 16,4-7-140-16,3 1-112 15,1-10-100-15,7 0-172 0,2 0-168 0,2-3 12 0,-3-4-216 16,4-2-232-16,0-1-16 15,0 1-920-15,-12 0-2201 0,15-11-2807 16</inkml:trace>
  <inkml:trace contextRef="#ctx0" brushRef="#br0" timeOffset="122754.709">13191 15942 3512 0,'0'0'5180'16,"0"0"-3024"-16,0 0-651 0,0 0 63 16,0 0-224-16,0 0-324 0,0 0-744 0,0 0-268 15,-95 41-8-15,75-16 0 16,-8 0 44-16,0 4 8 0,4 2-40 0,-4 2 100 0,4-3-32 15,1 0-72 1,7-8 120-16,8 0 156 0,8-9 152 16,0 0-264-16,12-4-72 0,4 0-100 15,7 1 76-15,5-1 8 0,4-2-80 0,0-1 60 16,0 0-64-16,-1 1-12 16,2-3-4-16,-10-1-156 0,-2 2 100 0,-10 2 8 15,-2 0 64-15,-5 2 212 0,0-2 60 16,-4 2-28-16,0 4 4 15,-8 0-40-15,-5-4-60 0,2 4-24 0,-6-4-28 0,2 1-96 16,2-4-4-16,2 0-240 16,-1-6-336-16,4 3-236 0,0-3 72 0,4-3-296 15,0-6-420-15,0-4-768 0,4-6-389 0,8-3-599 16,7-3-1680-16,-2 2 4688 16,11-11-1179-16</inkml:trace>
  <inkml:trace contextRef="#ctx0" brushRef="#br0" timeOffset="123070.367">13502 16091 2980 0,'0'0'8617'16,"0"0"-7477"-16,0 0-388 0,-19 89 200 0,11-54 172 15,-5 2-192-15,2 2-232 0,7-4-232 16,-1-7-168-16,5-9-300 0,0 1-100 16,9-11-36-16,6-6-112 0,5-3 196 0,1-3-44 15,11-13-80-15,-1-7 76 0,1-9-272 16,0 1-144-16,0-1-112 0,-4-3 160 15,0 7 304-15,-9 0 164 0,-6 2 8 0,-6 1 140 16,-3 5 4-16,0 1 76 16,-4 11 24-16,0 1 196 0,0 7 344 15,0 0-108-15,-4 2-288 0,4 8-172 0,-4 6-128 16,1 7-96-16,-1 2 4 0,-1 7 172 16,1-4 120-16,0 4-124 0,0-7-136 0,0 1-36 15,4-7-160-15,0-3-224 0,4-4-444 16,0-5-140-1,9-4-288-15,2-3-568 0,2-3-2345 0,-2-7-3011 16,9-13 4929-16</inkml:trace>
  <inkml:trace contextRef="#ctx0" brushRef="#br0" timeOffset="123292.261">14164 16062 8052 0,'0'0'6061'0,"0"0"-3889"0,0 0-1028 16,0 0-672-16,0 0-260 0,0 0 108 15,-56 83 260-15,36-45 20 0,0 3-344 0,-4 3-120 16,4-6-88-16,4-2-48 0,4-5-120 0,8-2-100 16,0-10-320-16,4 0-88 15,0-10-16-15,8-2-36 0,1-7 144 0,2 0 112 16,9-4 104-16,-4-8 108 0,8-4-128 16,0 0-304-16,0-3-828 0,4-7-720 15,-1 1-1069-15,-6 6-2499 0,6-16 3701 0</inkml:trace>
  <inkml:trace contextRef="#ctx0" brushRef="#br0" timeOffset="123710.214">14666 15259 5532 0,'0'0'2652'0,"0"0"1433"16,0 0-2517-16,0 0-340 0,-12 82-272 0,-1-40-188 16,-2 5-24-16,-1 2 136 0,-4 7-192 15,4 0-172-15,-3 12-100 0,-2-1-148 16,1 5-120-16,1 4-24 0,-1-2-124 16,-5-7-48-16,6-3-96 0,3-14-76 15,0-9-52-15,8-13 116 0,4-8 44 16,4-11 28-16,0-6-124 0,7-3 144 0,10-6 64 15,3-7 172-15,3-9-36 0,5-6-136 0,0-4-92 16,0 1-140-16,-8 1 84 16,-4 11 144-16,-4 3-4 0,-4 13 8 15,-8 3 196-15,4 7 224 0,-4 5-32 16,0 7-164-16,-4 4-128 0,0 9-88 0,-4-4 52 16,0 4-12-16,0-4-36 0,4-2-12 0,0-7-72 15,4-7-36-15,0-1-52 16,4-9-208-16,8-2-232 0,0-7 48 0,4-5 32 15,4-7-88-15,-4-3-940 0,0-3-1044 0,-1-4-1969 16,-6 10-1879-16,-1-10 4796 16</inkml:trace>
  <inkml:trace contextRef="#ctx0" brushRef="#br0" timeOffset="124266.569">15299 15923 5380 0,'0'0'6965'0,"0"0"-5993"0,0 0-300 0,0 0-368 0,0 0 216 16,0 0 336-16,0 0 324 0,0 0-344 16,0 0-208-16,120 60-172 0,-60-66-136 15,11-10-244-15,1-3-76 0,0-7-212 16,3-3-144-16,2-6-136 16,-6-2-476-16,-7-1-424 0,-17 9-1332 15,-3-13-2721-15</inkml:trace>
  <inkml:trace contextRef="#ctx0" brushRef="#br0" timeOffset="124460.583">15717 15504 7796 0,'0'0'4189'0,"0"0"-3469"0,0 92-260 16,0-36-284-16,0 11 536 0,-4 10 452 0,1-5-236 15,-1-2-324 1,0-12-316-16,4-11-288 0,0-9-416 0,4-10-400 15,7-8-304-15,10-11-304 0,3-9-124 0,7-7 39 16,1-12-1147-16,-4-2-2832 0,12-27 5044 0</inkml:trace>
  <inkml:trace contextRef="#ctx0" brushRef="#br0" timeOffset="124802.767">16284 15005 11201 0,'0'0'2028'16,"0"0"-1240"-16,0 76-68 0,0-25-40 0,-9 8 100 0,-3 12 208 16,-3 4-80-16,-1 9-280 0,-5-1-284 0,2 4-208 15,-1 1-136-15,-1-11-76 0,6 0-96 16,3-12-24 0,8-12 12-16,4-8 136 0,4-14-164 15,8-12-84-15,8-6 12 0,0-10 184 0,4-3-284 16,4-13-140-16,4-9 124 0,3-7 32 15,-3-6 44-15,4 1 84 0,-8-2 104 0,-4 11 68 16,-4 6 68-16,-8 10 388 0,-5 9 104 16,-3 3 200-16,1 13-48 0,-5 6-108 15,-5 6-132-15,-2 7-216 0,-5 1-40 0,-1 2 60 16,2-4-120-16,3-5-88 16,8-6-108-16,0-8-64 0,8-5-224 0,8-4-72 15,7-6 208-15,5 0 24 0,4-12 100 16,0-7-264-16,9-4-716 0,-6-6-1100 15,5 4-553-15,-12 3-2043 0</inkml:trace>
  <inkml:trace contextRef="#ctx0" brushRef="#br0" timeOffset="125354.164">16845 15884 2672 0,'0'0'668'0,"0"0"8765"16,0 0-6693-16,0 0-1100 16,0 0-696-16,-52 70-292 0,33-41-196 15,-1 3-64-15,3-7-12 0,6 0-52 0,3-6-328 16,0-3-36-16,8-7-452 0,8-2-124 15,0-7 332-15,8 0 280 0,3-10 0 16,5-9-160-16,8-6-224 0,0-10-156 16,8-6-96-16,0-1-124 0,7-4 344 0,2-6 316 15,-6-3-152-15,9-5-796 0,-5-3-360 16,6-3 168-16,-5-3-269 0,-9-2 1069 16,-3 0 436-16,-4 9 4 0,-8 7 544 15,-9 14 705-15,-2 16-225 16,-5 8 240-16,-4 15 276 0,-4 2 200 0,0 9-404 15,-4 7-440-15,-8 10-296 0,0 8-332 16,-8 11 12-16,0 2 124 0,0 5 361 16,-3-2-269-16,2 1-300 0,1 0-196 0,5-6 0 15,2-1-184-15,5 1-44 16,8-5-52-16,4 2 280 0,9-4 228 0,2-3-132 0,6-3-96 16,3 0-104-16,-1-4-56 15,1 1 15-15,4-1-15 16,-4-3-132-16,0-2-48 0,-8-7-48 0,0-4-40 15,-8-5-84-15,-1-5-176 0,-7-2-236 16,0 0 192-16,0-9 96 0,-11-3 96 0,-2-8 224 0,-2 1 316 16,-5-6 64-16,-8 0 48 15,-4-2 40-15,-4 0-36 0,-7-2 220 16,-9 3-12-16,3-2 100 16,2 6-16-16,4 0 76 0,6 6 60 0,14 7-92 15,3 2-108-15,16 3-60 16,4 4-212-16,4-3 24 0,16 1-96 0,15-5 12 0,9-3 208 15,16-3-24-15,3 1-172 0,5-3-24 16,4 2-96-16,-4-4-208 0,-1 8-432 16,-3 0-236-16,0-1-816 0,-16 7-1988 15,20 3-1041-15</inkml:trace>
  <inkml:trace contextRef="#ctx0" brushRef="#br0" timeOffset="126129.929">19570 15852 1316 0,'0'0'2792'0,"0"0"4369"0,0 0-5429 16,0 0-396-16,0 0-376 0,-79-28-16 16,59 28-180-16,-5 6-280 0,2 10-224 15,-5 10-72-15,-3 6-28 0,3 8 84 0,-4 8 52 16,0 0 76-16,4-4-16 0,8-2-148 15,8-14-136-15,4-5-8 16,8-11-64-16,8-5-80 0,7-5 80 16,10-2 208-16,10-9 24 0,1-10-232 15,8-3-36-15,-4-7-220 0,-1-3 72 16,2 4 12-16,-13 2 48 0,0 8 52 0,-13 1-40 16,-3 8 16-16,-7 6 32 0,-1 3 64 15,-4 0 76-15,4 16 48 0,-1 3 84 16,-3 9-60-16,4 4-80 0,0 6-68 15,0 6-48-15,5 1 36 0,-5 3-52 16,-1 2 52-16,1 5 0 0,-4-1 0 16,0-1-48-16,0 2 56 0,-7-5 4 0,-6 1 0 15,-2-3 4-15,-2-3 44 0,-2-4 12 16,-1-3 112-16,-5-4 36 16,6-5-72-16,-5-4-88 0,4-5-36 15,-4-7 88-15,4-7-4 0,4 0 16 0,-3-6-16 16,-2 0-24-16,1-6 40 0,1-5-16 15,-1-3 40-15,-1-5-136 0,6-4-4 0,-5-3-120 16,0-2-132-16,4-4-172 0,0 0-108 16,4-2-192-16,4 2 76 0,4 0-140 15,4 0-360-15,0 4-660 0,8-1-804 0,8-6-1729 16,-4 10-1799 0,12-23 5952-16</inkml:trace>
  <inkml:trace contextRef="#ctx0" brushRef="#br0" timeOffset="126447.237">20184 15281 288 0,'0'0'8568'16,"0"0"-6848"-16,0 0-831 0,0 0 303 15,-4 96 348-15,0-55-12 0,0 9-372 16,0 8-412-16,0 7-188 0,1 6 12 0,3-2-88 16,-5-2-160-16,5-6-320 0,0-4-88 0,0-12-340 15,0-4-224-15,5-13 68 0,2-6 16 16,-3-9-56-16,4-4-268 0,-4-4-116 15,-1-5-708-15,2-7-429 0,-1-9-287 16,-4-3-2304-16,0 0 1672 0,0-13 2516 16</inkml:trace>
  <inkml:trace contextRef="#ctx0" brushRef="#br0" timeOffset="126692.659">20088 15312 4368 0,'0'0'4084'0,"0"0"-2828"15,0 0 61-15,0 0 47 0,84-40-100 16,-56 36-188-16,0 4-256 0,0 0-140 16,0 0 84-16,-5 0-108 0,1 6-160 15,-7 1-236-15,-2-1-260 0,-2 0-76 16,-9 8-108-16,-4-5 96 0,0 7 40 0,-9 3-88 16,-7 3-160-16,-12 1 84 15,0 5-36-15,-3-3-100 0,-5 5-52 0,-4-2 96 16,4-6-72-16,4 0-40 0,0-7-268 15,9-2-408-15,-1-3-1056 0,3-8-2081 0,10 3-1299 16,-2-5 5020-16</inkml:trace>
  <inkml:trace contextRef="#ctx0" brushRef="#br0" timeOffset="127260.781">20741 16119 6916 0,'0'0'4593'15,"0"0"-2613"-15,0 0-608 0,0 0-492 0,0 0 288 0,0 0-52 16,0 0-364-16,101 32-284 0,-69-29-112 16,3-3-160-16,5 0-48 0,0-6-56 15,4-4-92-15,-5 1-196 0,2-4-256 16,-5 1-188-16,-5-5-52 0,-8 4-236 0,-2 1-488 16,-14 6-1192-16,-2-1-2325 0,-10 7-2711 15</inkml:trace>
  <inkml:trace contextRef="#ctx0" brushRef="#br0" timeOffset="127417.669">20833 16331 4244 0,'0'0'7353'0,"0"0"-5869"0,0 0-808 0,0 0-308 16,0 0 328-16,0 0 336 0,0 0-264 16,0 0-380-16,108 58-388 0,-68-67-364 0,8-8-276 15,3-1-416-15,1-11-468 0,-12 11-1001 16,19-21-3743-16</inkml:trace>
  <inkml:trace contextRef="#ctx0" brushRef="#br0" timeOffset="127786.59">21671 16148 1084 0,'0'0'9480'0,"0"0"-8139"0,0 0-853 16,0 0 356-16,0 0 324 0,91 50-384 0,-59-50-432 15,4-6-264-15,7-6-76 0,-2-1-8 16,2-6-4-16,0 0-188 0,2-4-104 0,-9 1-8 16,-1-3-180-16,-7 3-68 0,-11 3 192 0,-2-1 128 15,-11 5 228 1,-4 2 192-16,-12-1 228 0,-4 6 300 16,-7-2-124-16,-5 3 56 0,0 5-8 15,0 2 192-15,-4 0-368 0,0 9-184 16,-3 7-148-16,3 7-24 0,-5 5 76 0,1 4-16 15,1 5-36-15,3 5-40 0,-4 5-96 16,4 1-84-16,0 3-28 0,4-1 112 0,8 1 88 16,9-3 184-16,7-3 108 0,4-8-196 15,11-4-184-15,10-5-144 0,7-9 144 0,7-6-52 16,5-6 28 0,-1-4-272-16,10-3-120 0,-6-13 8 15,5 0-224-15,0-6-736 0,-12 3-1376 16,15-7-2589-16</inkml:trace>
  <inkml:trace contextRef="#ctx0" brushRef="#br0" timeOffset="127945.309">22921 16363 1172 0,'0'0'-1171'0,"0"0"1171"0</inkml:trace>
  <inkml:trace contextRef="#ctx0" brushRef="#br0" timeOffset="132498.663">23204 16519 6108 0,'0'0'3156'0,"0"0"-551"0,0 0-1425 0,0 0-252 16,0 0-140-16,0 0 168 15,0 0-112-15,-44 74-224 0,40-69-148 0,4 2-48 16,0-4 92-16,0 0 272 0,8 1-272 0,-4-1-128 16,5-3-104-16,-2 3-164 15,1-3 0-15,0 0-56 0,4 0-52 16,0 0-8-16,0 0 8 0,0 0-12 16,0 0-60-16,-4 0-16 15,-4 0 16-15,-4 0-24 0,0 0 72 0,0 0 4 0,0 0 8 16,0 3 12-16,0-3 48 0,0 3-52 15,-4-3 40-15,4 3-8 0,-4-3-40 0,4 0-12 16,0 0-108-16,0 0-160 16,0-3-172-16,0-3-52 0,0 0-112 0,0-1-220 15,0-5-456-15,0 2-736 0,-4-3-380 16,4 3-1749-16,-8-2-3519 0,24 91 7284 0</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1:24:46.586"/>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FF0000"/>
    </inkml:brush>
  </inkml:definitions>
  <inkml:trace contextRef="#ctx0" brushRef="#br0">24204 1095 3952 0,'0'0'4388'0,"0"0"-1299"15,0 0-1233-15,0 0-672 0,0 0-188 0,0 0 148 16,0 0-172-16,-84-29-268 16,60 26-332-16,-3 1-176 0,-6-2-24 15,-6 4 48-15,-1 0 40 0,-8 0-52 16,-3 4-208-16,-9 1-40 0,-7-1-20 0,-6 5 56 15,-11-2-44-15,-3 2 0 0,-8 1-28 16,-6-1 4-16,-6 4-28 0,-8-1 4 16,3 4-64-16,5-2 48 0,7-2-108 0,9-3 32 15,10 3-56-15,14-5-80 16,7 3 64-16,12-3-84 0,8-5-80 0,12 2-40 16,4-1-40-16,13-3 92 0,7 0-80 0,4 0-672 15,7 0-740-15,6 0-57 16,2-3 33-16,17-8-1248 0</inkml:trace>
  <inkml:trace contextRef="#ctx0" brushRef="#br0" timeOffset="323.222">23654 1327 2916 0,'0'0'876'16,"0"0"3160"-16,0 0-2632 0,0 0 108 15,0 0 69-15,0 0 103 0,0 0-308 16,0 0-520-16,0 0-216 16,0 0-132-16,0 0-148 0,-75 17 72 15,51-15 52-15,-8-2 20 0,0 3-124 16,-3-3-112-16,-2 3-84 0,-7 0-100 0,1 0-76 16,-9 1-8-16,-4-1-12 0,-4 3-36 15,-4-3 48-15,-3 4-60 0,-9-4 48 16,0 3-76-16,-8 0 40 0,2 5-36 15,-2-5 76-15,3 2-80 0,6-1-32 0,-1 0-188 16,8-1-220-16,9 1-76 0,3-4-28 0,8 0-4 16,9 0-216-16,6-3-296 15,10 0-360-15,10 0-132 0,9-6-73 0,1-1-2303 16,3-5-1923-16</inkml:trace>
  <inkml:trace contextRef="#ctx0" brushRef="#br0" timeOffset="768.045">22440 920 4516 0,'0'0'6541'0,"0"0"-4681"0,0 0-548 15,0 0-580-15,0 0 224 0,-81 4 184 16,61 2-356-16,-3 3-340 0,-1 7-260 16,0 0-36-16,-4 7 0 0,-4 2-48 0,-4 4-100 15,-3 6-44-15,-6 2-56 0,2 1-60 16,-5 4 24-16,-3-4-60 16,6 3 60-16,-2-3-64 0,2-3 140 15,10-3-4-15,3-3-20 0,12-7-56 16,4-3 56-16,9 0 8 0,2-6 28 0,1 3 4 15,4-4 44-15,0 4 12 0,4 0-12 16,4-4 88-16,0 4-84 0,7 1 120 16,2-1-24-16,3-2 60 0,-1 6 28 0,9-4 44 15,8 3-156-15,1 0 36 16,6 3-100-16,9 0-12 0,3-3 52 0,9 4-52 16,8-4-124-16,0 2-12 15,8-1-48-15,-5-1-12 0,5 1-164 16,-8-5-364-16,-1 1-304 0,-6 0-120 15,-6-4-440-15,-4-2-609 0,-10-1-1039 0,-13-2-1948 16,7-1 3788-16</inkml:trace>
  <inkml:trace contextRef="#ctx0" brushRef="#br0" timeOffset="1546.275">25324 783 10020 0,'0'0'2009'15,"0"0"-741"-15,0 0-416 0,0 0 120 16,0 0 148-16,0 0-296 0,-76 19-288 0,56 0-128 16,-4 4 12-16,1 6-64 0,2 9-12 15,-3 0-132-15,5 7-104 16,3 5-32-16,0 1 20 0,0 0 12 0,4-1-104 0,7-5 76 16,2-3-32-16,3-8 4 0,3-2-52 15,6-10 0-15,6-3-72 0,2-2-12 16,2-5-172-16,5-5-248 0,8-5-88 15,0-2-188-15,0 0-376 0,4-12-684 16,0-4-1997-16,-8 4-2399 0,8-14 1864 0</inkml:trace>
  <inkml:trace contextRef="#ctx0" brushRef="#br0" timeOffset="1904.647">25516 1149 3120 0,'0'0'132'16,"0"0"6004"-16,0 0-4223 0,0 0-657 0,0 0 148 15,0 0 88-15,0 0-184 0,0 0-316 16,0 0-252-16,90 60-356 0,-66-62-296 0,4-5-88 16,4-5-196-16,0-5-408 0,0-2 12 15,4 0-20-15,-8 0 140 0,0 0-72 16,-8 0-108-16,-5 4 184 0,-6-2 316 16,-5 1 64-16,-4 4 40 0,0-2 48 15,-8 2 0-15,-1-4 212 0,-6 7 80 0,2-1-116 16,-6 1 116-16,3 2-56 0,0 5-48 15,-4 2 40 1,0 2-100-16,0 8 8 0,-4 3 16 0,-4 6 120 16,0 7-20-16,0 2 44 0,0 7-48 15,5 0 52-15,-1 4-4 0,4-2-124 16,4-2-36-16,8-3-76 0,8-7 4 0,0 0 8 16,8-6 28-16,8-3 20 0,8-3-120 15,8-1-144-15,3-5 8 16,5-3-136-16,4-4-184 0,9 0-164 0,-2-7-180 15,1-3-216-15,4-3-376 0,-5-2-764 16,-3 2-2357-16,-8 0-1351 0,8-9 4908 0</inkml:trace>
  <inkml:trace contextRef="#ctx0" brushRef="#br0" timeOffset="2290.492">26356 1041 1880 0,'0'0'12'16,"0"0"640"-1,0 0 4288-15,0 0-3136 0,-4-67-244 0,-8 58-171 16,-4 2-149-16,0 7-352 0,-4 0-228 15,-4 11-144-15,-4 8 36 0,0 2 140 16,-4 11 116-16,-3 6-240 0,3 3-136 16,4 1-76-16,-4-2-48 0,12-1-100 0,1-7-120 15,10-7-36-15,5-6-52 0,4-6-72 16,8-4-100-16,8-4-112 0,4-3 0 0,7-2-60 16,5-9-224-16,5-4-128 0,-1-3-328 15,-5-6-160-15,1-1 184 16,-4 4-96-16,0-4 228 0,-8 4 236 0,-8-2-193 15,0 2 605-15,-5 3 216 0,-2 0 8 16,-5 0 408-16,0 4 525 0,0-1-193 16,0 10 24-16,0 0-144 0,-5 3-332 0,2 0-128 15,-1 9 64-15,-4 7-12 16,0 6 276-16,0 3 160 16,0 4 32-16,0 3-12 0,0 3-104 0,0-3-72 15,4-4-200-15,4-2-220 0,0-8-64 16,12-2-12-16,4-6-188 0,8-1-316 15,4-5-264-15,4-4-92 0,3 0-300 0,-3-6-628 16,0-8-2129-16,-8 2-2807 0</inkml:trace>
  <inkml:trace contextRef="#ctx0" brushRef="#br0" timeOffset="2612.02">26714 1038 3308 0,'0'0'508'0,"0"0"5492"0,0 0-3823 0,0 0-525 16,0 0-260-16,0 0-96 0,0 0-272 16,0 0-332-16,-60 79-320 0,45-63-224 15,-6-3-144-15,6-1-4 0,2 1-112 16,6-3-132-16,-1-1-92 0,4-3-124 16,4 0 112-16,0 5 224 0,8-3-100 0,0 3-60 15,0 1-24-15,8 1-16 16,0-3 248-16,-1 2-12 0,6 1 88 0,-2 0 40 15,1-1-32-15,-3 1 56 0,-2 3-60 16,-3-4 60-16,-4 1 24 0,-4 0 88 16,-4-1 104-16,0 1-144 0,-4-1-48 15,-4-1-88-15,-4 1-4 0,1-5-308 0,-2 3 56 16,-2-8-308-16,2-2-584 0,5 0-920 16,1-2-557-16,-1-11-1651 15,8 3-1063-15,0-9 5339 0</inkml:trace>
  <inkml:trace contextRef="#ctx0" brushRef="#br0" timeOffset="3064.988">27061 1021 4024 0,'0'0'68'0,"0"0"6276"0,0 0-4799 16,0 0 219-16,0 0 144 15,-44 84-156-15,32-59-500 0,-4-3-468 0,8 3-328 16,-3-2-312-16,2-4-144 0,5 0-44 15,0-6-16-15,4-3-88 16,0-1-160-16,13-6 28 0,-2 0-128 0,5-3 128 16,4 0 8-16,0-3-112 0,8-7-12 15,-5 1 24-15,5-4 48 0,0-2 136 0,-4 2-136 16,1 0 4-16,-6 1 8 0,1 1 96 16,-3 5 168-16,-2 0 48 0,-2 6 48 15,-6 0 204-15,5 0 176 0,-4 9-36 0,0 7-80 16,-4 1 72-16,4 4-160 0,0 8 124 15,-5 0 12 1,2 2-176-16,-1 1-24 0,-4 3 0 0,0 0 76 0,0 3-64 16,-9-3-168-16,2 0-4 15,-5-4-64-15,0 5 60 0,-4-9-52 0,5 3 56 0,-6-8 4 16,2 3 56-16,-6-6-44 16,5-3 80-16,-3 0-8 0,2-3-76 15,2-1-8-15,2-5 44 0,2 0-48 0,-2-1-8 16,2-4-140-16,-1-2 144 0,0 0 0 15,-8-5-116 1,8-5-88-16,-4-6-308 0,0-3-44 0,8-7 76 16,0-2 12-16,8-7-144 0,0-3-64 15,0-4-416-15,12-2-908 0,1 9-1077 16,14-22-2639-16</inkml:trace>
  <inkml:trace contextRef="#ctx0" brushRef="#br0" timeOffset="3314.833">27735 974 3008 0,'0'0'196'0,"0"0"2840"15,0 0-920-15,0 0-252 0,0 0-199 16,0 0-117-16,83 80-520 0,-71-58-96 0,-4 0-24 16,4 0-196-16,-9 4-164 0,6-1-176 15,-9 0-164-15,0 5-208 0,0-5 0 16,-4 3-48-16,-8 1-176 0,-4 0-48 0,-4-1-164 15,0 3-124 1,-8-1 172-16,-4-2 132 0,-8 1-1164 16,1-4-16-16,-6-3 92 0,-2 0-889 0,11-5-987 15,-23-2-2972-15</inkml:trace>
  <inkml:trace contextRef="#ctx0" brushRef="#br0" timeOffset="4150.932">22096 3441 7536 0,'0'0'5585'0,"0"0"-4125"0,0 0-640 15,0 0-680 1,0 0 84-16,0 0 332 0,0 0 280 0,0 0-300 16,0 0-328-16,0 0-208 0,-40-6-48 15,40 9 48-15,13 4 48 0,-1-1 248 0,12 0-48 16,8 1 36-16,7 2-124 15,13-3-112-15,4-3 52 0,4 1-100 0,11-4 8 16,5 0-32-16,8 0 24 0,3 0 0 16,5 3 64-16,4-3-64 0,-5 3-148 15,-7-3-24-15,-5 0 160 0,-2-3-136 0,-14 0-148 16,-3-1-184-16,-13 1 8 16,-11 3-28-16,-8-3 92 0,-8 3-48 0,-8-3-60 15,-8 3-140-15,1 0-280 0,-5 0-440 16,-5 0-257-16,-3 0-435 15,-11 3-1864-15,-5 0-896 0,3 0 4781 16</inkml:trace>
  <inkml:trace contextRef="#ctx0" brushRef="#br0" timeOffset="4467.95">21937 3723 496 0,'0'0'5504'16,"0"0"-2812"-16,0 0-1296 0,0 0-608 15,0 0 345-15,0 0 183 0,0 0-364 16,0 0-280-16,0 0 220 0,100 11-224 16,-56-11-320-16,4 3-84 0,7-3-152 0,5 0-24 15,7 0 36-15,9 0 36 0,5 0 52 16,1 0-140-16,2 3-72 0,-3-3-100 15,1 0 4-15,-1 0-104 0,-6 0-96 16,1 2-140-16,-12-2-220 0,-1 0-72 16,-7 0 60-16,-8 0 48 0,-4 0 60 0,-8 0 76 15,-8 0-156-15,-4 0-568 16,-5-2-873-16,-2-1-931 0,-10-4-1140 0,1 4 2364 16,-8-10 1625-16</inkml:trace>
  <inkml:trace contextRef="#ctx0" brushRef="#br0" timeOffset="4803.499">23244 3289 5564 0,'0'0'2392'0,"0"0"2213"0,0 0-3569 16,0 0-756-16,0 0 252 0,100-3 352 15,-72 3-68-15,0 6-372 0,0 0-396 16,0 7 16-16,0-1 120 0,-5 5 4 0,1-1-136 16,-8 3 108-16,-4 2-36 0,-5 6 24 15,-3-2 0-15,0 0-132 0,-4 4 120 0,-11-1-88 16,-1 5 52-16,-12-2-16 0,0 1-72 16,-4 6-12-16,-4-4-8 15,-4 5 4-15,-3 1-8 0,3-1-48 0,-1-1-16 16,2 0-60-16,-1-2-12 0,8-5 24 15,0-2-12-15,9-4-248 16,-2 0-216-16,5-3-168 0,4 4-116 0,5 0-460 16,-1-4-912-16,3-7-2401 0,-3 4-1727 0</inkml:trace>
  <inkml:trace contextRef="#ctx0" brushRef="#br0" timeOffset="121422.311">7965 5096 3496 0,'0'0'4828'0,"0"0"-4040"0,0 0-268 16,0 0 204-16,0 0-155 15,0 0 151-15,-88 13 48 0,67-11 76 0,6 1-144 16,-9 0-168-16,0 1-100 0,-4-1-20 16,0 1 16-16,-8-1 40 0,0 0-80 0,-8-1-100 15,-3 5-76-15,-2 0-152 0,-5-1-56 16,-11-1-4-16,1 6 0 0,-3-2-136 16,-9 1 24-16,-4 0 0 0,1-1-24 15,3 4 48-15,-3-4-36 0,6 1 112 16,6-1-76-16,7 1 80 0,13-4-184 15,6 0 28-15,13-2-24 0,13-2-140 0,2-2-176 16,13 0-252-16,0 0-440 0,9-2-664 16,-1-2-545-16,20-5-2315 0</inkml:trace>
  <inkml:trace contextRef="#ctx0" brushRef="#br0" timeOffset="121707.599">7621 5317 612 0,'0'0'8884'0,"0"0"-7796"0,0 0-752 0,0 0 49 0,-87 42 527 16,55-29 124-16,1 0-196 0,-1-1-284 16,-9-2-228-16,-2 3-100 15,-9-4-128-15,-4 4-88 0,-12-4-8 0,-7 4-4 16,-5 0-4-16,-4 2-196 15,1-2 36-15,-5 3 52 0,4-3-4 16,4 3-60-16,5-5-216 0,7 3 84 0,16-4 168 16,9-7 140-16,19 0 92 0,7-3-92 15,9-3-268-15,8-10-716 16,4-3-132-16,13-7-549 0,-6 4-1083 0,21-19-2844 0</inkml:trace>
  <inkml:trace contextRef="#ctx0" brushRef="#br0" timeOffset="122039.049">6765 4823 8564 0,'0'0'1452'0,"0"0"-964"0,0 0-372 16,0 0 609-16,0 0 315 0,0 0-300 15,0 0-280-15,-84 41-196 0,56-16-96 0,0 3-28 16,-11 8-16-16,-1 2-8 15,0 3 24-15,-4 6-64 0,-4 5-76 16,5 2 60-16,-2-4 56 0,9 1-108 16,5-3 56-16,11-7 12 0,4-6 48 0,12-3 180 15,4-4 284-15,8 0-180 16,8 2-48-16,7-5 288 0,14 0 196 16,6 0-364-16,10-2-184 0,3-4-100 15,2-3-88-15,11 0-100 0,-5-7-8 0,-1 3-120 16,1-5-16-16,-8-1-256 0,0 0-276 15,-5-1-336-15,-3 1-516 0,-12-6-1208 16,11 3-3273-16</inkml:trace>
  <inkml:trace contextRef="#ctx0" brushRef="#br0" timeOffset="122588.175">9450 4728 6704 0,'0'0'2464'0,"0"0"-872"0,0 0-639 16,-80 98-17-16,56-54 72 0,5 7-56 15,-5 9 44-15,4 4-216 0,4 2-168 16,0 4-164-16,0-3-16 0,4-4 0 15,4-2-208-15,4-10-44 0,0-10-176 0,4-7 76 16,8-4-16-16,0-11-64 0,8 0-4 16,4-7-156-16,4-2-52 0,7-4-168 0,6-2-128 15,-1-4-200-15,7-10-208 0,5-3-420 16,0-3-840-16,-13 0-1981 0,17-12-1675 16</inkml:trace>
  <inkml:trace contextRef="#ctx0" brushRef="#br0" timeOffset="122988.313">9832 5238 9320 0,'0'0'1821'0,"0"0"-1037"16,0 0-552-16,0 0 384 16,0 0 632-16,0 0-8 0,-11 71-476 15,19-69-296-15,8 1-268 0,-1-3-40 16,10-3-80-16,3-3-80 0,3-10-148 0,5-3-4 15,-4 0-8-15,0-3-156 0,0-4-36 16,-1 4 12-16,-3-3 124 16,-3 0 4-16,-5-1-64 0,-9 5-16 15,-3-2 204-15,-4 4 88 0,-4 0 60 16,0 3 16-16,-8 0-24 0,1 6-44 0,-1 4 96 16,-1-1-16-16,-2 7 264 0,3 0 0 0,-5 7-348 15,2 6 124-15,-6 6-16 16,-2 3 152-16,-1 3 116 0,-4 7 68 0,4 3-100 0,-4 0-100 15,0 6 0 1,0-3-60-16,5 0-40 0,2 0-100 0,2-6 16 16,10 0 8-16,1-4-64 0,4-2-4 15,0-4 0-15,9-3-4 0,2 0-48 16,6-5-76-16,-2-2-84 0,9-6-40 16,1 1 0-16,6-7-176 0,5-7-176 15,4-5-168-15,8-8-244 0,3-5-372 16,-15 6-1237-16,20-19-2799 0</inkml:trace>
  <inkml:trace contextRef="#ctx0" brushRef="#br0" timeOffset="123536.823">10693 5029 9260 0,'0'0'2425'0,"0"0"-1193"0,0 0-504 15,-64 76 324-15,44-47 180 0,1-2-16 0,-1 0-420 16,8-5-364-16,4-3-228 15,4-6-204-15,4-4-72 0,0-3-52 0,0-2-64 16,0-1 68-16,8-3-32 0,0 0 144 16,0 0-76-16,8-7-140 0,-4 1 0 15,4-3-72-15,-1-1-156 0,6-6-88 0,-6 3-76 16,2-2-52-16,-6-1 36 16,6 0 48-16,-6-4-144 15,-3 8-28-15,1-1 192 0,2 0 244 0,-7 4 176 16,0-1 144-16,0 1 0 0,1 3 8 15,-2-1 96-15,1 1 76 0,-4 3-64 0,0 0 0 16,0 3 12-16,0-3 40 0,0 3-40 16,0-4-40-16,0 4 4 0,0 0-40 15,0 0 0-15,0 0-52 0,0 0-80 16,0 0-8-16,0 0 36 0,4 0 52 16,-4 0 4-16,0-3 0 0,0 3 4 15,0 0 96-15,0 0 64 0,0 0 8 16,0 0 16-16,0 0 104 0,0 0 48 0,0 0-52 15,0 0-36-15,0 0-56 0,0 0-96 16,0 0-96-16,0 0 0 0,0 0 0 16,0 0 0-16,0 0-8 0,0 0 0 15,0 0 0-15,0 0 8 0,0 0 56 16,0 0-52-16,0 0 52 0,0 0-12 0,0 0 12 16,0 0-52-16,0 0 0 15,0 0-12-15,0 0-12 0,0 0-76 16,0 0-16-16,0 0-124 0,0-6-268 15,0 3-460-15,0 0-144 0,0-4-721 16,0-2-475-16,0 3-368 0,0 2 80 0,0 42 372 16</inkml:trace>
  <inkml:trace contextRef="#ctx0" brushRef="#br0" timeOffset="123997.799">10757 4914 1332 0,'0'0'2008'0,"0"0"-420"15,0 0 224-15,0 0 188 0,0 0-152 16,0 0-447-16,0 0-313 0,0 0-132 0,0 0-8 15,0 0-92-15,0 0-212 0,-4-11-244 16,-4 17-264-16,-3 6-60 0,-2 1-4 16,-2 2 116-16,-6 4 48 0,5 4-52 15,-3-1 28-15,-2 3-40 0,1 4 0 16,5 0 16-16,-5-1-16 0,8 1 48 0,0-4 88 16,4-2-76-16,0-4-96 0,8-4-52 15,0-2 52-15,0 0-76 0,0-4-52 0,8 0 0 16,0-4-8-16,4 0 0 15,0-5-72-15,8 0 60 0,0 0 12 16,-1 0 0-16,2-5-48 16,7-6-64-16,-4 2-60 0,-1-7-60 0,5 0-160 15,-4-6 32-15,0 0-20 0,0-5-28 0,-1 2 60 16,-2-2 72-16,-1-3-72 0,-5 2-112 0,-2 0-84 16,-5-1 52-16,3 3 40 15,-7 5 136-15,-4 5 276 0,5 6 40 0,-5 6 304 16,0 4 24-16,0 0-52 0,0 0-72 15,-5 11-4-15,1 1 12 0,0 4-12 16,-3 9 232 0,-6 1-48-16,5 2-8 0,1 4-44 0,-1-3 4 15,-1-4-76-15,5 1-160 0,4-7-56 16,-4-4-44-16,4-2-64 0,0-4 60 16,4-2-80-16,0-1-40 0,5-6-236 0,-1 0-60 15,3 0-252-15,6-6-372 16,3-3-660-16,-5-1-2901 0,13-15-3031 0</inkml:trace>
  <inkml:trace contextRef="#ctx0" brushRef="#br0" timeOffset="124318.789">11346 4892 9564 0,'0'0'2305'15,"0"0"-1381"-15,0 0-96 0,0 0 680 16,-91 89 112-16,64-67-400 0,3 1-528 0,3-1-312 15,6-3-236-15,-2-2-144 0,10-5-8 16,-1 1-68-16,8-1-44 0,0-2-40 0,0-1-88 16,8 1 76-16,7-1 60 0,-2 0 52 15,6 4-4-15,1 0 16 0,1 0 44 0,-6 0-60 16,5-1 64-16,-4 1 40 16,-4 3 44-16,0 0 104 0,-4-4 68 0,-4 4 116 0,0-4 168 15,-4 2-124 1,0 2-196-16,-4-4 12 0,-8 4-88 15,4-6-80-15,-8 2 24 0,4-6-88 0,1 1-292 16,2-4-184-16,5-3-224 0,0-3-112 16,4-6-328-16,0-7-652 0,12-8 112 15,4-3-316-15,1 4-997 0,14-18-2763 0</inkml:trace>
  <inkml:trace contextRef="#ctx0" brushRef="#br0" timeOffset="124749.375">11621 5057 9028 0,'0'0'2645'15,"0"0"-713"-15,0 0-196 0,-19 83-268 0,-1-55-152 16,4 1-196-16,0-3-4 0,1-4-400 16,2-3-424-16,5-4-292 15,4-8-68-15,4-1-64 0,0-2-136 0,12-4-196 16,4 0 184-16,8-7-76 0,4-5-172 16,3-4-184-16,-3 0-164 0,4-6-20 15,-4 2 40-15,0 5 64 0,-4-1 224 0,0 5 276 16,0 6 292-16,-4 2 456 15,0 3-216-15,-8 3-140 0,0 7 508 0,-4 5 32 16,3 7-288-16,-3 1-16 0,1 8 100 16,-1 1-52-16,-5 7-52 0,-3 1 40 15,0 8 204 1,0 3 40-16,-7 3-236 0,-6 0-112 0,-2 3-112 0,-5-5 16 16,-5-2 24-16,6-6 0 15,-5-2-4-15,4-8 52 0,0-2 109 0,4-3-109 16,-3-8-136-16,2-1-36 0,2-8-12 15,2-2 12-15,-2-7 40 0,2 1-28 0,-6-4-36 16,3-7-48-16,0-8-8 0,-4-5 8 16,8-8-96-16,0-7-100 0,4-10-32 15,0-2-16-15,8-7 63 0,0 0-111 16,4 0 48-16,8 3-120 0,8 7 20 0,-1 2 4 16,9 4-40-16,4 0-160 0,0 3-484 15,0 0-864-15,-4 6-2076 16,4-12-2801-16</inkml:trace>
  <inkml:trace contextRef="#ctx0" brushRef="#br0" timeOffset="124968.308">12418 4940 7312 0,'0'0'1244'0,"0"0"-752"0,0 0 388 0,0 0 681 15,80 35-101-15,-68-16 28 0,1 3-88 0,-6 7-580 16,-3 3-324-16,0 2-100 0,-4 5-48 15,0 2 24-15,-4 0-52 16,-4 4-84-16,-4-1-188 0,-7 1-48 0,-6-1-52 0,-6 0-72 16,-9 0-372-16,0-2-172 15,-8 3-188-15,4-7-416 16,-3 0-548-16,2-7-756 0,13-12-1657 0,-15 10-1179 16</inkml:trace>
  <inkml:trace contextRef="#ctx0" brushRef="#br0" timeOffset="126040.845">3633 6947 9460 0,'0'0'1420'0,"0"0"1729"16,0 0-1369-16,0 0-440 0,0 0-272 15,0 0-320-15,0 0-216 0,0 0-128 0,0 0 84 16,0 0 268-16,92 16-332 0,-56-13-204 16,8 0-87-16,3-3-37 0,5 0-36 15,4 0-60-15,4-6-88 0,-1 2 4 0,6-2 24 16,-7 0-125-16,2 0-31 0,-8-1-152 15,1 1-240-15,-6 0-248 0,-7-1-288 16,-8 3-392-16,-4 4-1016 0,-9 0-2313 0,-11 0-2407 16</inkml:trace>
  <inkml:trace contextRef="#ctx0" brushRef="#br0" timeOffset="126264.971">3761 7258 9560 0,'0'0'2961'0,"0"0"-1481"0,0 0-696 16,0 0-156-16,0 0-12 0,0 0-184 15,0 0 4-15,0 0 372 0,84 19-104 16,-41-19-248-16,5 0-224 0,3-3-48 16,-2-7-72-16,3 0-112 0,-1-2-100 15,-3-1-72-15,4 1-160 0,-5-1-36 16,2 3-560-16,-6 1-384 0,-3-1-780 0,-12 4-1889 15,3-4-1975-15</inkml:trace>
  <inkml:trace contextRef="#ctx0" brushRef="#br0" timeOffset="126588.044">4279 6670 6188 0,'0'0'4056'0,"0"0"-2279"0,0 0-497 0,95 19 64 15,-59-9-60-15,0 6-304 0,0 0-520 0,0 3-212 16,0 3-60-16,-4 3-116 16,-4 4-60-16,0 4 36 0,-9 0-48 15,-3 6-64-15,-4 2 16 0,-12 4-52 0,0 2 100 16,-12 6-4-16,-8 2 4 0,-8 2 76 15,-4 0 36-15,-7-2-24 0,-1-8 24 16,-1 1 24-16,-2-6-40 0,0-5 52 16,-2-2-148-16,6-7-36 0,3 1-124 15,4-7-60-15,0-2-252 0,8-5-424 16,8-5-448-16,0-6-672 0,9-2-2549 0,-2-2-3807 16</inkml:trace>
  <inkml:trace contextRef="#ctx0" brushRef="#br0" timeOffset="128685.853">9694 9283 6644 0,'0'0'4112'15,"0"0"-2339"1,0 0-805-16,0 0 528 0,0 0 168 15,0 0-100-15,0 0-324 0,0 0-528 0,0 0-360 16,0 0-288-16,0 0-64 0,79 29-160 16,-71-29-292-16,0 6-396 0,0-6-468 15,0 7-924-15,-5-4-2609 0,-3 7-2655 0</inkml:trace>
  <inkml:trace contextRef="#ctx0" brushRef="#br0" timeOffset="128838.098">9725 9601 12437 0,'0'0'1644'16,"0"0"-1000"-16,0 0-556 0,0 0 556 0,0 0 452 0,0 0-424 16,20 67-424-16,-8-61-224 0,0 1-24 15,8-5-448 1,4-2-428-16,4 0-320 0,-5 0-1268 0,13-9-4045 0</inkml:trace>
  <inkml:trace contextRef="#ctx0" brushRef="#br0" timeOffset="129454.265">11535 8918 11161 0,'0'0'2304'0,"0"0"-796"0,0 0-788 16,0 0 60-16,0 0 276 0,0 0-324 0,-92 42-288 0,64-23-112 15,0-1-88-15,0 9-32 0,4-6-56 16,0 5-56 0,4-4-16-16,4 1 16 0,4-1-48 15,9-3-52-15,3-1-60 0,0-1-64 0,7-2-24 0,5 2 28 16,4-3-76-16,4 3 132 0,0-4-8 0,0-1 8 16,-1 1 56-16,-2 0-64 0,-6-1 12 15,-2 4 48-15,-5-3 4 0,0 6 8 0,-4 3 72 16,0 7 28-16,-13-3-88 15,2 2 60-15,-1 0 0 0,0-9-20 16,0 0-44-16,-4-6 32 0,8 0-40 16,-4-7-160-16,4-3-184 0,4-3-112 0,-4 0-100 15,4-6-448-15,0-7-428 0,0-3-148 0,4-6-748 16,0 6-813 0,8-9-2051-16</inkml:trace>
  <inkml:trace contextRef="#ctx0" brushRef="#br0" timeOffset="129801.586">11717 9118 6280 0,'0'0'4432'16,"0"0"-3095"-16,0 0-669 0,0 0 148 15,12 79 768-15,-15-44-88 16,-6 4-276-16,1-1-100 0,-3 0-124 0,3-3-252 16,-1-7-268-16,5-6-196 0,4-5-196 15,0-9-72-15,0-1-12 0,0-3 0 16,8-4-48-16,1 0-136 0,6-4-8 0,-2-3 32 15,6-5-36-15,-3-4-48 0,0 0 0 16,0-3 12-16,-4 0-12 0,4 1 24 16,-4-1 36-16,-1-1 84 0,-2 1 40 0,-1 3 60 15,0 7 4 1,-5 3-4-16,2 2-40 0,-5 4 40 0,0 0 204 16,4 12 64-16,0 5 188 0,0 2-56 0,7 9-44 15,-2 1-28-15,-5 3-96 0,4-4-52 16,3-2-80-16,-2-5-100 0,-1-4-100 15,3-4-116-15,-3-7-308 0,8-6-272 0,-4 0-48 16,8-9-104-16,0-11-552 0,0-1-1044 16,-4-2-2761-16,8-12-2651 0</inkml:trace>
  <inkml:trace contextRef="#ctx0" brushRef="#br0" timeOffset="130024.941">12259 9109 10256 0,'0'0'2929'15,"0"0"-2217"-15,0 0-496 0,-11 73 480 16,2-38 588-16,5 10 80 0,0 5-340 16,4 7-112-16,0 10-140 0,0 6-188 15,0 6-132-15,0 4-136 0,-4 3-220 0,-3 0-52 16,-1-4-44-16,-5-3-12 0,6-7-96 16,-1-8-24-16,-1-5 8 0,1-12-20 15,5-10-100-15,-1-8-48 0,0-7-124 0,4-9-220 16,0-7-260-16,0-6-316 15,0-6-668-15,0-13-732 0,0 3-1385 0,4-22-723 16</inkml:trace>
  <inkml:trace contextRef="#ctx0" brushRef="#br0" timeOffset="130259.083">12259 9276 3572 0,'0'0'4920'16,"0"0"-4092"-16,0 0-412 0,0 0 344 15,0 0 541-15,0 0-313 0,88-31-276 0,-73 37-36 16,2 7-208-16,-2 3-128 0,-2 3-112 16,-2 7 36-16,-3 2-64 15,-8 4-60-15,0 7-40 0,-12 1 24 16,-3 5-24-16,-9 3-20 0,-4-1-80 16,0 0 0-16,-4-5-16 0,4-7 8 0,4-6-80 15,5-11-252-15,6-11-336 0,2-7-184 16,3-3-720-16,3-7-2541 15,5-19-3219-15</inkml:trace>
  <inkml:trace contextRef="#ctx0" brushRef="#br0" timeOffset="130869.934">12641 9321 7160 0,'0'0'4045'15,"0"0"-2441"-15,0 0-684 0,0 0-260 0,0 0 72 16,0 0 8-16,0 0-60 0,5 86-128 15,3-38-180-15,-4 9 12 0,0 10 24 16,-1 5-64-16,1 5-24 0,-4 2 160 0,0 4 36 16,0-4-272-16,-7 1-124 0,-1-7-112 15,0-10-8-15,-1-12-84 0,2-11-40 16,3-13-32-16,4-15-248 0,0-5-200 0,0-7-232 16,0-4-32-16,0-14-412 0,8-8-420 0,-1-9-572 15,-2-10-425-15,3 8-1535 16,0-27-799-16</inkml:trace>
  <inkml:trace contextRef="#ctx0" brushRef="#br0" timeOffset="131079.215">12738 9303 6140 0,'0'0'1792'0,"0"0"-144"0,0 0-704 16,0 0 189-16,0 0-45 0,91-54 24 16,-71 56 52-16,0 11-348 0,-1 3 4 15,-2 7-248-15,-6 2-140 0,-2 7-8 0,-9 0-180 16,0 2-44-16,-4 4-52 0,-8 1-28 15,-4-2-28-15,-8 2-92 0,0-1-100 0,0 0-60 16,-4-6-136-16,8-7-96 0,-4-3-68 16,13-9-24-16,-2-7-64 15,9-6-120-15,4-6-468 16,0-10-620-16,8-6-321 0,1 3-655 0,14-16-1760 0</inkml:trace>
  <inkml:trace contextRef="#ctx0" brushRef="#br0" timeOffset="131367.458">13076 9404 8080 0,'0'0'2820'0,"0"0"-879"0,0 0-845 16,20 67 92-16,-16-42 208 0,-4 1-128 16,0-1-252-16,0-6-268 0,3-3-296 15,-3-10-244-15,9 0-136 0,-1-6 0 0,8-2-72 16,4-8-4-16,4-6-84 0,0-6-144 16,4-7-72-16,4 1-88 0,-9-4-100 0,5 3 72 15,-8 2 60-15,0 3 104 0,-12 2 92 16,-4 7-8-16,-4-5 48 0,-4 8 124 15,-9-1 160-15,-10 3 16 0,3 1 96 16,-8 6 84-16,0 3-132 16,5 0 48-16,-5 5-164 0,4 9 4 15,0 2-112-15,3 6 12 0,2-3 64 16,3 3-76-16,8-6-208 0,0-7-148 0,8 1-572 16,0-4-392-16,4-6-760 0,12-3-372 0,8-12-413 15,-4-2-1355-15,20-18-467 0</inkml:trace>
  <inkml:trace contextRef="#ctx0" brushRef="#br0" timeOffset="131886.427">13574 9099 6080 0,'0'0'4476'0,"0"0"-3059"0,0 0-801 15,0 0 88-15,-24 86 284 16,8-61 148-16,0 8-356 16,0-5-176-16,4-3-80 0,5-3-92 0,3-2-220 15,4-8-208-15,0 1 8 0,11-4 64 16,6 1-76-16,6 0-48 0,1-8-124 0,4 5-76 15,4-4 24-15,-4 3 64 0,-4-3 8 16,-5 4 68-16,-2 2 76 16,-6 1 8-16,-7 2 52 0,-4 1 220 0,0 4 100 15,0 1-60-15,-8-2-4 0,-3 3-136 16,-2 0 12-16,-2-3-8 0,-2 0-136 16,6-7-40-16,-6 1-184 0,6-4-300 0,3 1-296 15,4-7-128-15,0 0-264 0,4-7-828 16,4-2-268-16,4-4 123 0,12-3 809 15,3 1 372-15,5-2-428 0,4 8-288 16,4 0 1680-16,4 2 2356 0,-4 4-56 0,0-3-1416 16,0-1-368-1,-5 4 440-15,1 0 549 0,-4-3 411 0,-4-5-1128 16,0 3-448-16,-4-9 88 0,0 2-40 16,4-8-212-16,-5-2-100 0,-6 3-76 0,-1 0 0 15,-4 3 48-15,-4 0 16 0,-4 6 124 16,0 0-16-16,-12 4-32 0,0 6 144 15,-4 3 364-15,-4 0-128 0,-4 12-176 16,0 7-72-16,5 0-124 0,-5 7 24 0,-1 2 48 16,5 1 24-16,5-1-36 15,-2 0-96-15,6 2 8 16,3-5-44-16,3-3-76 0,5-6-88 16,0-3-44-16,13-4-140 0,-2 1 40 0,14-4 72 15,-1 0-48-15,7 1 84 0,5-4 64 16,0-3-212-16,3 0-680 0,2-3-440 15,-13 1-1060-15,23-9-3257 0</inkml:trace>
  <inkml:trace contextRef="#ctx0" brushRef="#br0" timeOffset="132818.977">16299 9217 6260 0,'0'0'0'15,"0"0"120"-15,0 0 1048 0,0 0 1216 16,-67-67-515-16,46 55-345 0,-7 2-12 15,5 0-308-15,-5 8-148 0,0 2-64 16,0 0-276-16,-4 5-240 0,1 12-20 0,-1 2 80 16,0 12 28-16,0 5-188 0,0 11-84 0,0 3-72 15,8 1-27-15,4-3-21 16,12-11-52-16,4-1-120 0,4-14-60 0,12-6-124 16,8-7-9-16,0-9 81 0,8 0 64 15,4-12-24-15,4-10-84 0,-4-3-100 0,4-5 0 16,-5-1-24-1,1 3 12-15,-4-1-4 0,-4 4 28 0,-1 5 24 16,-6 8 60-16,-2 2 24 0,-6 4 16 16,-1 6-40-16,-1 0 160 0,-3 6 96 0,1 4 336 15,-1 5 44-15,0 2-12 0,0 5-220 16,0 6-84-16,-4 4 20 0,0 5-44 16,0 9-16-16,0 4-20 0,0 7-52 15,-8 4-48-15,-5 8 0 16,6 8-8-16,-5-4-4 0,-1 3-36 15,2-3 44-15,3-3-4 0,-1-7-44 16,6-6-20-16,3-5-12 0,-4-11-40 0,4-10-192 16,0-2-172-16,0-10-268 0,4-7-204 0,-1-1-516 15,6-9-696-15,-5 1-988 0,8-6-3085 16</inkml:trace>
  <inkml:trace contextRef="#ctx0" brushRef="#br0" timeOffset="133410.392">16877 9318 5520 0,'0'0'844'16,"0"0"1236"-16,0 0 789 0,0 0-717 0,0 0-516 15,0 0-264-15,0 0-304 16,0 0-324-16,0 0-140 0,0 0 108 16,68 0-40-16,-33-3-208 0,10-3-196 15,-2-4-108-15,1 4-160 0,-4-7 0 16,0 4-136-16,-5 0-56 0,-3-2-248 15,-8 3-368-15,-3 1-336 0,-10 0-492 0,-7 7-1264 0,-4 0-2893 16,-12 7-1287-16</inkml:trace>
  <inkml:trace contextRef="#ctx0" brushRef="#br0" timeOffset="133549.476">16948 9490 7900 0,'0'0'2448'0,"0"0"-687"16,0 0-633-16,0 0 204 0,0 0-96 15,0 0-184-15,0 0-440 0,105 38-316 16,-70-51-296-16,-3-6-48 0,8-6-264 0,-8-1-260 16,-1-6-456-16,-6 7-1288 0,-1-10-3669 15</inkml:trace>
  <inkml:trace contextRef="#ctx0" brushRef="#br0" timeOffset="133770.068">17068 8887 2964 0,'0'0'7024'0,"0"0"-5811"15,0 0-285-15,0 0 528 0,0 98 228 0,8-57-28 16,0 7-612-16,0 9-528 16,-4 4-120-16,0 4-112 0,0 3-76 15,-4-1-196-15,0-2-12 0,0-4-392 0,0-4-164 16,-8 0-160-16,4-6-92 0,0-3-484 15,0-7-440-15,1-12-800 0,3 6-2333 16</inkml:trace>
  <inkml:trace contextRef="#ctx0" brushRef="#br0" timeOffset="134988.018">17905 9217 3160 0,'0'0'1576'16,"0"0"-612"-16,0 0-12 0,0 0 308 0,0 0 904 15,0 0-643-15,0 0-293 0,0 0-132 16,0 0-132-16,0 0 16 16,0 0-160-16,0-48-76 0,0 61-232 0,0 6-68 15,3 12-76-15,2 11-60 0,-1 12 0 16,4 10 60-16,-4 8 120 0,0 4 48 15,-4 8-232-15,0 1-96 0,0 0-208 0,0-3-44 16,-8 1-88-16,4-6-100 16,-4-4-256-16,0-10-16 0,4-9 188 0,0-9-4 15,4-7-36-15,-4-13-200 0,4-2-48 16,0-11-180-16,0-5-120 0,4-4-504 16,-4-3-540-16,4-13 47 0,0-6-607 15,-1 3 36-15,2-22-316 0</inkml:trace>
  <inkml:trace contextRef="#ctx0" brushRef="#br0" timeOffset="135244.843">17929 9296 7524 0,'0'0'2784'0,"0"0"-1099"16,0 0-789-16,0 0-104 0,0 0 96 15,0 0-92-15,39-67-220 0,-22 62-268 0,-2-2-84 16,2 0-52-16,7 7 16 0,-5 0-24 15,1 0 8-15,0 7-48 0,0 5-72 0,-8 2 20 16,4 5-68-16,-8-1 72 0,-4 1-64 0,-4 3-4 16,0 4 48-16,-4-4-56 15,-4 3-388-15,-8 1 252 0,0-3 124 0,-3 2-36 16,-5-3-64-16,-1-3-52 0,1 0 28 16,5-7-100-16,-1-5-148 0,3-1-216 0,2-6-348 15,-2 0-464 1,6 0-652-16,3-3-913 0,-4-7-2311 15</inkml:trace>
  <inkml:trace contextRef="#ctx0" brushRef="#br0" timeOffset="135841.57">19252 9293 5216 0,'0'0'5208'0,"0"0"-3663"0,0 0-765 15,0 0 24-15,0 0 464 16,0 0 132-16,3 73-400 0,-3-47-444 16,0-1-380-16,0 1-176 0,0-5-4 15,0-2-4-15,0-6-156 0,0 0-8 16,0-7-424-16,0 1-284 0,-3-7-160 16,-5 0-660-16,4 0-2561 0,-16-10-4203 0</inkml:trace>
  <inkml:trace contextRef="#ctx0" brushRef="#br0" timeOffset="136005.006">19252 8972 10452 0,'0'0'2317'0,"0"0"-1285"0,0 0 96 16,0 0 384-16,0 0-480 0,80-3-636 0,-57 3-396 15,5-3-12-15,4 0-360 0,-4 0-700 16,-4 3-984-16,11-7-3169 0</inkml:trace>
  <inkml:trace contextRef="#ctx0" brushRef="#br0" timeOffset="136285.83">19774 9112 12137 0,'0'0'1940'0,"0"0"-1044"16,0 0-16-16,0 0 660 0,-96 76-264 15,80-57-368-15,8-2-576 0,0-3-260 16,8 3-68-16,0-1-4 0,4-4 8 15,4 4-4-15,4 3-4 0,4-6-72 16,0 3-28-16,0-3 28 0,0-1 72 16,3-2 0-16,-2 2 0 0,-2-2 0 0,2-1 0 15,-6 2-12-15,2 1-88 0,-2 1 88 16,2 0 12-16,-9 1-8 0,0 3-4 16,-4-4-96-1,0 3-176-15,-4-4-296 0,-9-2 52 0,5-1 44 16,-3-5 36-16,-6-1-100 0,6-3 8 0,-2 0-88 15,-2-7-204-15,2-2-376 0,2-4-748 16,-1 4-2441-16</inkml:trace>
  <inkml:trace contextRef="#ctx0" brushRef="#br0" timeOffset="136835.94">21001 9257 5440 0,'0'0'5961'15,"0"0"-4589"-15,0 0-428 0,0 0-184 0,-88 33 96 16,68-17 92-16,-3 9-76 0,2 1-152 15,5 2-88-15,1 0-80 16,7 2-72-16,4-5-140 0,-1-6-68 16,5-3-152-16,0-7-120 0,9 1-12 15,2-7-96-15,6-3 96 0,6-3-40 16,-3-7 40-16,8-6-144 0,-4-6-152 0,4-1-96 16,-5 1-100-16,2 0 48 15,-5 3-52-15,-1 0 48 0,-6 7 124 0,-2-1 76 0,-3 7 136 16,-3 2 72-16,-5 1 52 15,4 3 64-15,-4 0 120 0,0 7 56 16,4 2 280-16,-4 7 40 0,3 3-192 0,5 0-108 16,-4 4-252-16,5-4-8 0,-2 0-60 0,5 0-16 15,4-7-12-15,4 1-132 16,8-7-288-16,3-6 160 0,10 0-824 0,-13-3-2764 16,8-10-3057-16</inkml:trace>
  <inkml:trace contextRef="#ctx0" brushRef="#br0" timeOffset="137299.229">22073 9257 5108 0,'0'0'2092'16,"0"0"528"-16,0 0-699 0,0 0 151 15,0 0-376-15,15 96-540 0,-15-45-460 16,4 7-140-16,-4 5 64 16,0 6-92-16,0 8-84 0,0 5-140 0,-8 4 4 0,5 3-52 15,-9 0-88-15,3-7-88 0,-2-2-80 16,3-10-332-16,4-10-108 0,-1-12-84 15,5-13-44-15,0-14 0 0,9-8-36 16,-1-13-192-16,-1 0-108 0,6-8-1128 0,-5-6-2101 16,-1-18-2987-16</inkml:trace>
  <inkml:trace contextRef="#ctx0" brushRef="#br0" timeOffset="137571.497">22045 9410 13697 0,'0'0'1720'0,"0"0"-1568"16,0 0-76-16,0 0 12 0,51-76 276 0,-27 60-60 15,8 1-128-15,0 2-164 0,0 3 260 16,-1 4-44-16,-3 3-228 0,-7 3 0 16,-6 5 0-16,-2 9 24 0,-6 2 176 15,-3 3 120-15,-4 3 52 16,0 0-52-16,-11 3-24 0,-2 5-136 0,-2-3-72 0,-6-2-20 15,6 2-68-15,-5-2-72 16,1-6 12-16,2 0-4 0,1-6-32 0,-4 0-216 16,4-4-316-16,1-3-232 0,2 0-232 15,-2-6-524-15,7 0-1208 0,-1-3-4197 0</inkml:trace>
  <inkml:trace contextRef="#ctx0" brushRef="#br0" timeOffset="137838.387">22483 9306 11177 0,'0'0'1604'0,"0"0"-816"0,0 0 12 0,0 0 816 0,0 0-376 15,0 0-336-15,0 0-224 0,0 0-204 16,0 0-156-16,71 93-100 16,-71-66-120-16,-4 4-92 0,1 2 36 15,-5-5-44-15,4-2-12 0,-5-4-124 16,5-3 16-16,1-10 56 0,3-2 52 15,0-1 0-15,0-6 4 0,0 0-64 0,3-6 72 16,10-7 104-16,-1-9 20 0,8-4-124 16,4-5-24-16,-1-2-196 0,1-4-136 0,-3 2-112 15,3 0-360 1,-1 4-328-16,-3 2-1008 0,-4 10-2377 0,0-3-2911 16</inkml:trace>
  <inkml:trace contextRef="#ctx0" brushRef="#br0" timeOffset="137995.298">22925 9328 10304 0,'0'0'2277'0,"0"0"-1053"0,0 0-212 15,0 66 248-15,0-43-196 0,0-1-444 0,0-4-436 16,0 1-184-16,0-2-76 16,0-1 28-16,0-3-152 0,0-1-384 0,0 1-320 15,-4-3-364-15,-4-4-600 0,4-3-689 16,1-3-2287-16</inkml:trace>
  <inkml:trace contextRef="#ctx0" brushRef="#br0" timeOffset="138155.761">22962 9166 11997 0,'0'0'2324'0,"0"0"-748"0,0 0-896 0,0 0 16 15,0 0 332-15,0 0-336 0,95-63-644 16,-67 50-48-16,-1-1-368 0,1 2-584 15,0 5-948-15,-8 1-2120 0,4 6-2253 0</inkml:trace>
  <inkml:trace contextRef="#ctx0" brushRef="#br0" timeOffset="138706.468">23228 9299 8188 0,'0'0'5617'0,"0"0"-4665"16,0 0-588-16,0 0 492 15,-16 73 744-15,16-60-108 0,0-4-512 0,0 1-452 16,0-1-152-16,8-2-60 15,0-3-152-15,0-2-164 0,8-2-184 0,0 0 0 16,7-9-72-16,2-4-72 0,3 1-100 16,0-5 0-16,3 2 36 0,-6 2 136 0,-2 4 84 15,-3 2 48-15,-7 4-12 0,-2 3 28 16,-3 0 108-16,0 3 124 0,0 0 136 16,-4 7 108-16,0-1 12 0,0 1-88 0,-4-1-32 15,0 4-64-15,4-4-64 16,-4 4 4-16,0 0 8 0,0-4 88 15,3 5-72-15,-3-2-88 0,4-3-72 0,-4 3-8 16,5-1-52-16,-1-2-52 0,8 1-180 16,-1 2-232-16,9-2 60 0,5 2 404 15,3-8 56-15,7-1-444 0,1-3-8 0,4-3 308 16,0-7-60-16,0 1-64 0,-1-1 64 16,-3 1 144-16,-3 2 64 15,-6 1 88-15,-3 0 96 0,-4 2-84 0,-8-3-88 16,4 5 0-16,-4-4 36 0,0 0-36 15,4-5-12-15,4 3-96 16,3-6 32-16,1-2 64 0,4 2 8 0,-8-3-4 0,0-2-4 16,-4 0 76-16,-8 3 20 15,-4-3 4-15,-4 3 60 0,0-1 124 16,-12 5 60-16,-4 5 124 0,-4 1-80 0,-4 6-152 16,0 0-80-16,-4 13-44 15,0 3 80-15,1 7 116 16,-6 5-56-16,6 1 40 0,-1 5 61 0,4-2 207 15,4-1-196-15,8-1-328 0,0-5-36 16,12-6-124-16,0-3-44 0,5 0 24 16,10-7-16-16,2 1-68 0,2-4-101 0,9-2-219 15,4-4-160-15,8 0-132 0,4-4-648 16,-9 1-176-16,21-3-5605 0</inkml:trace>
  <inkml:trace contextRef="#ctx0" brushRef="#br0" timeOffset="145187.12">26264 9001 7796 0,'0'0'5413'16,"0"0"-4901"-16,-28-73-220 16,12 44 0-16,0-2 616 0,-8 6 564 0,4 2-476 0,-3 4-84 15,3 9-212-15,3 7 356 16,2 3-228-16,-2 0-184 16,2 13 1-16,-1 6-285 0,0 10-188 0,-4 9-28 15,1 3 0-15,-6 10-36 0,5 2-104 16,-4 5-4-16,5-1-64 15,2 0-44-15,2-4-96 0,6-4 56 0,5-15 16 0,4-5-24 16,0-10-4-16,17-13-8 16,3-1-36-16,3-5 20 0,5-11 27 15,4-8-87-15,4-10-72 0,4-2-100 16,-4-4-12-16,3-3 40 0,-7-1 92 0,0 5 136 16,-4-1 0-16,-4 0 52 0,-3 4-64 15,-6 1-208-15,-3 8 20 0,-4 6 360 16,-4 4 172-16,-4 9 100 0,0-1 36 0,0 4-52 15,0 7-56-15,0 5 44 0,-8 4-48 16,4 3 12-16,-4 7 36 0,0 2-24 16,4 7-16-16,-3 7-20 0,-2 2 156 15,1 9 40-15,0 8-115 0,-8 3-117 16,4 3-28-16,-4 6-108 16,-3-1 52-16,2 8-64 0,2 3-108 0,-2-1-24 15,6 1-28-15,-2-1-9 0,6-5-75 16,-1-5-36-16,0-1 12 0,3-8 36 15,5-6 48-15,-3-2 16 0,3-5-64 16,-4-6-88-16,4-9-8 0,-4-4-80 0,4-8-504 16,0-6-640-16,4-9-764 0,0-4-1721 15,8-8-2327-15</inkml:trace>
  <inkml:trace contextRef="#ctx0" brushRef="#br0" timeOffset="145954.619">27037 8474 3600 0,'0'0'260'16,"0"0"4568"-16,0 0-2247 0,0 0-389 0,0 0-292 15,0 0 4-15,0 0-136 16,0 0-324-16,0 0-300 0,0 0-183 16,-39 19-237-16,30 0-144 0,1 7 108 0,0 2-180 15,-4 7-160-15,8 7-180 0,-4 2 24 16,4 3-44-16,1 10-28 0,-5 3-48 16,3 14 0-16,1 5-64 0,-4 7-8 0,5 9-72 15,-5 3-60-15,-1 1 24 0,1-5-16 16,1 2 4-16,-1-6-48 15,3-5-120-15,1-8 60 0,1-5-40 0,3-5 4 16,0-6-96-16,0-14-28 0,0-6-84 16,3-9-108-16,1-7-357 0,1-6-463 15,7-8-848-15,-1-9-888 16,-2-2-1509-16,6-9-1403 16</inkml:trace>
  <inkml:trace contextRef="#ctx0" brushRef="#br0" timeOffset="146695.148">27599 8880 820 0,'0'0'1176'16,"0"0"4404"-16,0 0-3572 0,0 0-511 16,0 0-277-16,0 0-96 0,0 0 120 15,0 0 68-15,0 0 12 0,0 0-160 0,0 0-180 16,-16 92-260-16,16-57 8 0,0 7-160 16,0-1 1-16,0 3-125 0,0 4-136 15,0-1-116-15,0-2-188 0,0-1-4 16,4-2-4-16,-4 2-80 0,0-3-92 15,0-3-20-15,-4 1-136 0,-1-4-12 16,2-7-169-16,-1-6-79 0,4-3-192 0,0-6-568 16,0-3-588-16,4-8-708 15,-1 2-516-15,6-4-1881 0,-1-4-535 0</inkml:trace>
  <inkml:trace contextRef="#ctx0" brushRef="#br0" timeOffset="147223.18">28192 9007 640 0,'0'0'11425'0,"0"0"-9829"15,0 0-1152-15,0 0-204 0,0 0 632 0,0 0 400 16,0 0-288-16,0 0-452 0,-79-47 60 16,66 62 120-16,2 7-232 0,-5 10-100 15,0 10-100-15,4 5 172 16,-4 4 228-16,4 0-255 0,0 0-145 0,0-1 12 16,8-2-76-16,4-10 52 0,0-2 216 15,4-11 0-15,12-6-208 0,4-3-264 16,4-7-8-16,4-3 0 0,0-2-4 15,4-4-72-15,-4 0-60 0,0-7-28 0,-1-5-116 16,-3-1-112-16,0-1-60 16,-7 0 0-16,-2 1-133 0,-3-4-247 0,-8 5-476 15,-4-4-456-15,0 0-716 0,-12 0-188 16,0-3-1185-16,-8 4-183 0,1-5 20 0,-5 5 3204 16,-1 2 1460-16,1 3-652 0,5 6 1344 15,-1 4-1020-15,3 0 7112 16,6 0-4823-16,3 4-553 0,4-1-356 0,-1 1-232 15,5-4-300-15,0 3 64 0,9-3-476 16,7 0-224-16,0 0-172 16,3 0-159-16,5 0-205 0,0-10-36 0,1 1-209 15,-1-5-239-15,-5 2 44 0,-3 3-280 16,-4-3-384-16,0-2-712 0,-8 5-924 16,0 2-1565-16,-4 1-879 0,0 0 628 0</inkml:trace>
  <inkml:trace contextRef="#ctx0" brushRef="#br0" timeOffset="147393.365">28284 9210 2328 0,'0'0'456'0,"0"0"5812"0,0 0-3247 16,0 0-1157-16,-12 66-640 16,8-43 36-16,4-1-88 0,0 4 76 15,0-1-280-15,0 4-296 0,4-1-48 0,0 0 32 16,4-2-219-16,-3-3-233 0,2-1-204 0,-3-3 0 16,4-3-204-16,0-4-281 0,-4-2-175 15,4-3-132-15,-4-5-360 16,8-2-736-16,-4-2-852 15,8-11-1489-15,-9 3-2775 0,10-19 5844 0</inkml:trace>
  <inkml:trace contextRef="#ctx0" brushRef="#br0" timeOffset="147622.098">28770 8899 8080 0,'0'0'4845'16,"0"0"-3801"-16,0 0-1040 0,0 0 556 0,0 0 788 0,0 0 228 31,0 98-156-31,4-59-428 0,-4 5-308 0,4 4-108 0,-4-1-104 16,0 7-215-16,0 0-257 0,-4-3-41 15,0 0-95-15,-4 0-56 0,1-6-248 16,-2-4-60-16,1-6-48 0,0-4-52 16,5 1-40-16,-5-6-384 0,-1-1-864 0,1-3-2020 15,5-3-1773-15,-5-6-139 0,-5 6 5480 16</inkml:trace>
  <inkml:trace contextRef="#ctx0" brushRef="#br0" timeOffset="149385.419">29444 9651 12049 0,'0'0'2640'0,"0"0"-1168"16,0 0-744-16,0 0 316 16,0 0-108-16,0 0-28 0,0 0-408 15,0 0-388-15,0 0-112 0,0 0-332 0,87 4-364 16,-71-8-364-16,-4 4-952 15,0 0-2388-15,-8 0-2221 0</inkml:trace>
  <inkml:trace contextRef="#ctx0" brushRef="#br0" timeOffset="150278.013">4378 11364 1800 0,'0'0'9385'0,"0"0"-6533"16,0 0-1576-16,0 0-684 0,0 0 76 15,17 87 364-15,-10-38-192 0,1 4-188 0,-4 12 36 16,-4 4-148-16,0 4-152 0,0 4-228 16,-8-8-160-16,0 1-4 0,1-9-8 15,-2-14-172-15,5-9 36 16,0-16-96-16,4-9-328 0,0-10-164 0,0-3-116 15,4-10-652-15,0-12-56 0,5-9-88 16,2-10-772-16,-3-14-2649 0,-4 11-439 16,4-29 5276-16</inkml:trace>
  <inkml:trace contextRef="#ctx0" brushRef="#br0" timeOffset="150667.965">4462 11411 1772 0,'0'0'3104'0,"0"0"3089"0,0 0-4229 0,0 0-744 0,52-64 68 15,-36 51-96-15,4 7-372 16,-1 0-248-16,1 3-92 0,1-1-124 15,-2 4 4-15,-3 0-32 0,0 10-96 16,-8-1-24-16,0 14 0 0,-8 2-24 16,0 13-36-16,-8 10-148 0,-12 6 0 15,-4 7-48-15,-4-1-28 0,0-7 28 16,0-8 48-16,5-8 184 0,7-7-40 16,0-8-68-16,7-3-76 0,6-6-12 0,3-4-124 15,0-2-96-15,12 2-12 0,7-3 144 16,9 4 100-16,8-1 12 0,5 1-4 15,-2 0-4-15,5-1 52 0,-4 0-48 0,-8 1 0 16,-4 6 64-16,-5-3 160 16,-6 2 88-16,-10 4-64 0,1 1-88 15,-8 5-84-15,0-3 88 0,-4 3-76 16,-7 1-92-16,-10-1 4 0,2-2 4 16,-5-1-12-16,-4-3-8 0,0-3-76 0,0 0 40 15,-4-4 40-15,4-2-76 0,0-4-248 16,0 1-88-16,5-7 24 15,3 0-72-15,3 0-184 0,6-4-68 0,11-5-508 16,0-4-1172-16,7-6-1989 0,18-3-2363 16,-9 3 4612-16</inkml:trace>
  <inkml:trace contextRef="#ctx0" brushRef="#br0" timeOffset="151098.21">5012 11964 2088 0,'0'0'9661'0,"0"0"-7869"0,-4 73-348 16,-1-36 480-16,-2 4-228 0,3-3-284 15,-4-2-180-15,0-4-343 0,8-10-297 16,0-3-276-16,0-10-316 0,0-6 0 0,8-3-352 0,4 0 12 16,8-6 148-16,4-6-28 15,-1-7-61-15,5-4-107 16,-4-6 48-16,0 4 12 0,1-1-52 0,-10 4 36 16,5 7-20-16,-4 5 44 0,-4 4 100 15,4 3 108-15,-4 3 112 0,4 6 172 16,-4 10 136-16,0 3 8 0,3 3-144 15,-2 6-24-15,-2 5 0 0,2 2-16 0,-2 2-120 16,-3 4 64-16,-4 8 32 0,1 3 52 16,-5 6 32-16,-5 2 16 15,-3 8-36-15,-3-2 8 0,-6 0 28 0,-2-3 24 16,-1-4 13-16,-1-9 79 0,2-3 88 16,-5-11-96-16,0-4-112 0,4-10-32 15,-3-7-100-15,2-2 0 0,1-9-12 0,5-4-60 16,-6-4-56-16,6-9-248 0,-2-2 136 15,6-12-84-15,3 0 92 0,3-2 52 16,5-6-12-16,0-3-16 0,9 0 16 0,3-3 24 16,4-1-40-16,3 4-8 0,5-3-41 15,4 3 5-15,0-3-52 16,4 5-168-16,4-2-444 0,3 7-444 0,-3-1-1004 16,-8 7-3036-16,13-7-5013 0</inkml:trace>
  <inkml:trace contextRef="#ctx0" brushRef="#br0" timeOffset="152120.08">6900 11515 1988 0,'0'0'1448'0,"0"0"1316"0,0 0 508 15,-7-76-1759-15,-1 51-665 0,-1 0-360 16,-2 2 164-16,-1 1 36 0,-1 6 96 0,2 0-76 16,-2 7-92-16,2 2-32 0,-1 4 124 15,0 3-48-15,0 10-388 16,-4 6-12-16,0 12 24 0,0 14-28 0,-8 6 88 0,4 15 320 15,0 4 204-15,1 5-176 16,2 4-155-16,1 1-53 0,8-1-180 16,1 0-108-16,3-4-100 0,4-4-96 0,0-8-56 15,11-7-116-15,2-7-32 16,6-8-220-16,5-10-293 16,4-5-51-16,4-8-212 0,4-5-64 0,3-10-304 0,6-10-1012 15,-2-12-604-15,2-6-2321 16,-10 5-503-16</inkml:trace>
  <inkml:trace contextRef="#ctx0" brushRef="#br0" timeOffset="152467.527">7323 11925 8880 0,'0'0'1656'16,"0"0"-163"-16,0 0 411 0,-92 76-236 16,64-34-216-16,0-1-212 0,8 7-292 0,1 3 56 15,6-4-212-15,5-6-148 0,5-6-203 16,3-7-249-16,0-9-192 15,3-8-12-15,5-9-192 0,5-2 204 0,2 0 60 16,5-13-60-16,1-1-48 0,6-13-221 16,-7-4 1-16,4-4-48 15,-5 0-12-15,2 0-36 0,-5 6 32 16,-4 1-24-16,-5 9 124 0,2 0 76 16,-5 9 32-16,-4 4 124 0,0 3 232 0,0 3 48 15,0 0 4-15,0 0-152 0,0 0-44 16,0 6 108-16,0 4-76 0,0 2-68 15,0 4-44-15,4 6 72 0,0 3 200 0,-1 5 108 16,-3-5-84-16,4-3-215 0,4 0-89 16,-8-6-97-16,5-3-39 0,-1-10-56 15,-4 0-236-15,4-3-412 0,-1 0-200 0,5-6-404 16,0-4-1084-16,1-5-1849 0,-2 2-1711 16,5-14 1948-16</inkml:trace>
  <inkml:trace contextRef="#ctx0" brushRef="#br0" timeOffset="152787.318">7546 12033 6564 0,'0'0'2428'0,"0"0"1645"0,0 0-3193 16,0 0 20-16,0 0 948 0,0 0-284 0,0 89-320 31,-4-61-316-31,4 5-160 0,0-5 45 0,0 0-205 0,0-5-280 16,0-4-236-16,4-3-92 0,-4-7-60 15,7-3-36-15,-3-3-136 16,5-3-180-16,-1-3-97 0,3-6 9 0,6-10-96 15,-2-3 8-15,2-3-84 0,-2-8-140 0,1 5-152 0,0 2 56 16,-4 4 140-16,0 3 164 16,1 3 164-16,-6 7 296 0,1 6 144 15,-4 3 416-15,0 3 488 0,1 6 164 0,-5 7-140 16,3 3-172-16,-3 3-268 0,0 4 64 16,0 2 120-16,0 1-60 0,0-4-164 15,4 1-131-15,-4-7-125 0,4-3-192 16,0-3-136-16,0-4-93 0,0-3-187 15,-1-6-300-15,6 0-264 0,3 0-52 16,-1-6-316-16,2-3-1504 0,2-8-3905 0</inkml:trace>
  <inkml:trace contextRef="#ctx0" brushRef="#br0" timeOffset="153066.213">8107 12062 3588 0,'0'0'3188'0,"0"0"1513"0,0 0-3485 0,0 0-144 15,0 0 648-15,0 0-40 0,0 0-380 16,0 0-316-16,0 0-188 16,-63 66-64-16,51-37 12 0,4 3-31 15,0 2-189-15,4 1-140 0,4-3-116 0,0-7-100 16,0-1-128-16,0-10-40 0,4-1-132 15,8-7-172-15,0-2-20 0,4-4 8 16,3-10-24-16,6-6-36 0,-1-9-37 0,4-7-135 16,-5-9-232-16,1 0-516 0,-4-6-696 15,-4-2-1220-15,0 15-2665 0</inkml:trace>
  <inkml:trace contextRef="#ctx0" brushRef="#br0" timeOffset="153770.069">8319 11430 640 0,'0'0'12645'0,"0"0"-10817"16,0 0-1388-16,0 0 12 16,0 0 328-16,3 66 364 0,-3-25-148 0,4 11-260 15,0 5 12-15,1 6 152 0,-1 0-119 16,-4 2-249-16,0 1-204 0,0-3-112 0,0-3-216 16,0-2 0-16,-4-10-132 0,-1-4-172 15,5-12-24-15,0-10 88 0,0-9 56 0,0-7-133 16,0-3-279-16,5-3-184 0,3-6-88 15,-1-3 8-15,1-5 476 0,5 2 0 16,-2-4-100-16,2 4-500 16,-5 1 216-16,-1 8 492 0,1 3 276 0,1 0 488 15,-5 7 492-15,-1 6-72 16,5 0-28-16,-4 8-120 0,5-1-208 16,-5 2-244-16,3 0-28 0,1-3 136 0,0-6 448 15,0-4-731-15,0-3-133 0,-4-6-269 0,4 0 1 16,4-2-24-16,0-11-96 15,-1-3 68-15,6-3-56 0,-1-3-4 16,3-3-40-16,2 2-20 0,-2 4 92 0,1 3 200 16,-3 3 76-16,-6 7-176 0,-3 6 76 15,-4 0 172-15,1 4 48 0,-1 4 324 0,-4 9 244 16,0-2 12-16,0 8-212 16,0-1-124-16,0 0-132 0,0 0 0 0,0 0-28 15,3-5-20-15,5-5 56 0,-4-3-168 0,4-5-12 16,0-4-536-16,4 0 168 15,-4-7 28-15,8 1 56 0,-4-6 100 0,4-1 0 16,-1 0 108-16,6 4 88 0,-1-1 92 16,-5 4-92-16,6 3-248 15,-6 3 88-15,5 0 160 0,1 9-8 16,2 4-96-16,1 6 104 0,0 1 496 16,0 5-496-16,-1 2-160 0,-2 5 120 15,-5 3 40-15,-8 7 752 0,-4-1-580 0,-4 7-28 16,-12 2 64-16,-4 8 148 0,-12-2 180 0,0-1-84 15,-4-1-196-15,0-7-40 0,-4-5 101 16,4-7-49-16,4-10-48 16,4-6-76-16,5-9-132 0,3-7 96 0,4-6-96 15,3-10-12-15,2-10-4 0,3-5-224 16,4-9-4-16,8-5 64 16,8-6-64-16,4 1 11 0,7-4-67 15,5-3-44-15,9-10-32 0,-2 0-64 0,9-5-168 16,7-4-316-16,-3 3-544 0,4 0-704 15,-16 20-724-15,8-18-6193 0</inkml:trace>
  <inkml:trace contextRef="#ctx0" brushRef="#br0" timeOffset="211566.023">9913 12421 3008 0,'0'0'8561'0,"0"0"-7101"15,0 0-760-15,0 0-344 0,0 0 264 0,0 0 688 16,0 0-280-16,0 0-208 0,0 0-140 0,11-5-236 16,-11 5-152-1,0 0-168-15,0 5 0 0,0-5-16 0,0 2-108 16,0-2-4-16,0 7 0 0,4-1 0 0,1 4 4 15,-5 6-48-15,0 3-36 16,0 3-128-16,0 7-20 0,-13-1-248 16,-2 7-288-16,-5 3-160 0,-5 3-444 0,-3 0-856 15,-3 1-1793-15,-1-4-1743 0,4-6 2552 16</inkml:trace>
  <inkml:trace contextRef="#ctx0" brushRef="#br0" timeOffset="-214356.811">11207 11671 10516 0,'0'0'5105'0,"0"0"-4273"0,0 0-536 0,0 0-144 16,0 0 36-16,0 0 144 0,0 0-44 0,0 0-64 16,0 0-40-16,104-9-124 0,-72-2-60 15,3 6-48-15,-2-2 36 16,-1-2-64-16,-5 2-8 0,1 2 8 0,0-2 28 16,-4 4-4-16,0-4-32 15,-5 3 20-15,2 2-8 0,-1-1-92 0,-5 0-96 16,-2 3 36-16,-5 0-24 0,3 0 48 15,-7 3-12-15,5 6 156 0,-5 10-32 16,-4 7 52-16,7 9 36 0,-7 6 72 0,4 6 184 16,-4 7-32-16,4-3-48 0,-4 3-28 15,0 1-24-15,-4-1 40 16,0-4-64-16,0-3-40 0,1-5-52 0,-1-4-8 16,0-9 0-16,4-4-48 0,0-9-28 0,0-3-108 15,0-4-340-15,0-3-284 16,0-3-336-16,0-3-920 0,-5 0-1221 0,-3 0-2359 15</inkml:trace>
  <inkml:trace contextRef="#ctx0" brushRef="#br0" timeOffset="-214178.16">11374 12157 4288 0,'0'0'7009'0,"0"0"-6057"0,0 0-392 0,0 0-176 15,0 0 88-15,0 0 252 16,88-10-220-16,-60 2-492 0,-4-6-12 0,0 4-516 0,0-2-500 16,-4 6-304-16,-9-4-753 15,2 7-2487-15,-9 0-652 0</inkml:trace>
  <inkml:trace contextRef="#ctx0" brushRef="#br0" timeOffset="-214024.751">11343 12350 1852 0,'0'0'5592'0,"0"0"-2368"0,0 0-1847 16,0 0-785-16,0 0-44 0,0 0-128 16,0 0-24-16,0 0-56 15,87 64-252-15,-42-70-88 0,2-5-352 16,5 0-4-16,4-6-64 0,4 1-872 0,-5-3-1457 16,-11 4-4463-16,16-11 5464 0</inkml:trace>
  <inkml:trace contextRef="#ctx0" brushRef="#br0" timeOffset="-213475.116">12355 12093 1828 0,'0'0'13781'0,"0"0"-11669"0,-84 54-1420 0,57-25-604 15,-1-1 280-15,0 1 480 0,11-4 288 16,6-2-564-16,3-7-380 0,8-7-192 0,0-6-60 15,0 0-60-15,8-3 20 0,3 0 64 16,6-3-12-16,7-3 36 0,-1-7-172 16,5-6-168-16,-4-3-148 0,4 0 24 15,-4-1-28-15,-4 2 72 0,0 4-24 16,-5 4 124-16,-2 7 96 0,2 3 40 16,-2 0 96-16,-2 3 100 15,-3 6 100-15,5 7 172 0,-6 6 48 0,5-1 0 16,-3 8-36-16,-2 7-124 0,1 1-12 15,-4 8-24-15,0 2 36 0,1 3 108 0,-2 8 40 16,-3 1-40-16,0 1-36 16,-3 4-36-16,-6-4 60 0,5 0 0 15,-8 0-64-15,0-5-56 0,0-5-40 0,1-5-36 16,-2-4 40-16,2-7 21 16,3-9-13-16,-1-6-8 0,1-3-52 0,1-7-48 15,3-6 4-15,-5 0-4 0,-2 0-36 16,-1-6-16-16,-8-7-92 0,4-3 95 15,-8 1 49-15,4-9 0 0,-4 6-108 0,5-4 32 16,-2-1 72-16,6 2-44 16,-2-2-60-16,6-2-148 0,2 3-36 0,5-1 48 15,4-2 96-15,0 2-32 0,4 1 8 16,5 0 24-16,6 0-60 0,2 0 48 0,2-3 100 16,5 3-12-16,4-1-4 15,0-2 16 1,0 3 0-16,4 2-52 0,0 1-48 0,-4 0-96 15,0 3-252-15,0 4-260 0,-1-1-904 0,-3 7-1268 0,0-4-2589 16</inkml:trace>
  <inkml:trace contextRef="#ctx0" brushRef="#br0" timeOffset="-212979.633">13383 11937 3384 0,'0'0'676'0,"0"0"1368"16,0 0 892-16,0 0-855 15,0 0-861-15,0 0-324 0,0 0 4 0,0 0-112 16,-88-9-260-16,68 22-228 0,0 3-148 15,-3 10 100-15,-1 5 176 0,0 7 344 16,-1 10-228-16,6 2 0 0,3 8-52 0,4 2-24 16,3-3 60-16,9-6-212 15,0-6-144-15,5-8-88 0,11-11-80 0,0-4-4 0,3-9-48 16,9-4-36-16,0-5 76 16,4-4 0-16,4-7-80 15,0-6-44-15,0-6-200 0,-4-3-132 0,-4 0-140 0,-5-4-236 16,-3 5-452-16,-3-2-1116 0,-13 8-1765 15,-4-8-2651-15</inkml:trace>
  <inkml:trace contextRef="#ctx0" brushRef="#br0" timeOffset="-212813.628">13088 12309 4424 0,'0'0'7561'15,"0"0"-6053"-15,0 0-808 0,0 0 84 16,0 0 196-16,0 0 24 0,0 0-232 15,92 32-276-15,-53-32-224 0,6 0-204 16,-2-2-68-16,5-5-148 0,-4 0-308 0,-1-3-624 16,5 1-540-16,4 0-1280 0,0-1-3561 0,-16 1 1773 15,24-4 3488-15</inkml:trace>
  <inkml:trace contextRef="#ctx0" brushRef="#br0" timeOffset="-212531.184">14391 11741 9200 0,'0'0'4765'16,"0"0"-4233"-16,0 0-532 15,0 0-100-15,0 0 100 0,-100 31 796 0,76-6 476 16,0 8-452-16,1 5-420 0,-1 9 32 16,0 10 160-16,-1 8 220 0,2 1-264 15,3 3-120-15,0 2-60 0,4-5-4 16,9-3-36-16,-2-5 13 0,9-7-85 15,0-7-40-15,4-9-20 16,4-6-100-16,8-7-84 0,0-3-12 16,0-10-4-16,4 1-116 0,8-7 24 0,0-3 20 0,0-6-20 0,4-10-60 15,0-6-112 1,-4-3-169-16,-1-8-223 0,1-2-376 16,-8-2-492-16,-9-2-864 0,2 2-2060 0,-9 7-2529 0</inkml:trace>
  <inkml:trace contextRef="#ctx0" brushRef="#br0" timeOffset="-212210.942">14203 12271 12885 0,'0'0'2084'15,"0"0"-1140"-15,0 0-264 0,0 0 540 0,0 0 136 16,0 0-96-16,0 0-628 0,36 70-328 0,-8-61-96 16,4-6-24-16,0 1-83 0,0-4-101 15,-1-4-185-15,-3-2-215 0,0-2-304 16,-3-6-252-16,-5 4-176 0,-5 1-192 0,2 3-368 15,-10-4-408 1,1 7-236-16,-4 0 347 0,-4 3 665 16,0 0 1260-1,-4 3 64-15,-4 3 1092 0,1 7 200 0,3 3 193 0,-5 3 231 16,1 6 8-16,4 6-436 0,1 2-428 0,-1 5-204 0,0 6 36 16,4 1-40-16,0 2-60 0,4 1 92 15,3-7 132-15,-3-6-816 16,4-6-108-16,8-3-676 0,-4-5-48 0,4-4 132 15,0-5-772-15,0-2-1428 0,8-4-2189 16,-8 1-1575-16,12-7 4864 0</inkml:trace>
  <inkml:trace contextRef="#ctx0" brushRef="#br0" timeOffset="-211508.544">16587 12074 600 0,'0'0'1316'0,"0"0"5792"0,0 0-5648 15,0 0 125-15,0 0-297 16,0 0-268-16,0 0-240 0,0 0-76 16,0 0-160-16,0 0-32 15,-60 4-112-15,40 8-56 0,-5 4-84 0,-3 3-12 0,0 6-60 16,-3 1 68-16,3 2-84 0,1-2-60 0,-1-4-36 15,7-3-76-15,5-3-60 0,4-3 60 16,9-4 12-16,3-3-12 16,0 4-168-16,7 4-128 0,10-3 148 0,2 5 140 15,9 1-52-15,0-5 56 16,4 1-72-16,0 0-48 0,-1-4 16 16,-6 0 8-16,-1 1 92 0,-9-1-68 15,-2 1 8-15,-6 3 68 0,-7-1 136 16,0 1 60-16,0 3 4 0,-11 1-16 15,-2-3-24-15,-2 2 36 0,-5 1-60 0,-1-6-76 16,-2 3-8-16,3-2-44 0,0-5 0 0,0-1 44 16,8-6-52-1,-4 0-220-15,4-3-112 0,0-3-140 0,1-5-72 16,2 3-176-16,5-5-272 0,4 1-800 16,0-5-508-16,13 1-2717 0,-6 5-659 15,21-16 5544-15</inkml:trace>
  <inkml:trace contextRef="#ctx0" brushRef="#br0" timeOffset="-211160.734">16774 12233 196 0,'0'0'8072'0,"0"0"-5319"0,0 0-689 0,-20 73-488 0,16-35 40 15,4 1-396-15,0 1-204 0,0 2-244 0,0-7-304 16,7-3-296-16,1-7-168 0,1-6 4 15,2-6-8-15,6-11-208 0,-2-2-64 16,5-2-48-16,8-15-108 16,0-5-128-16,4-3 12 0,0-3-16 15,-5-4 176-15,1 3 208 0,-4 1-100 16,-3 3 20-16,-6-1 232 0,-3 3 24 0,-8 1 140 16,0 7-128-16,-4-1 180 0,0 6 280 15,0 7 4-15,-4 3-56 0,4 0 16 0,-4 10-32 16,-4 2-32-16,4 10-64 0,-4 10 48 15,4 3 72-15,1 2 0 16,-1 5 240-16,4-3-132 0,0-4-416 16,0-7-120-16,0-5-300 0,7-4-372 15,9-7-196-15,0-5 12 0,8-7 4 0,0 0-424 16,3-7-1116-16,5-12-2693 0,-8 3-3223 0</inkml:trace>
  <inkml:trace contextRef="#ctx0" brushRef="#br0" timeOffset="-210961.81">17538 12369 9584 0,'0'0'5601'0,"0"0"-4709"16,-59 74-300-16,35-43 612 0,0 1 188 15,0 1-44-15,8-12-532 16,4-2-488-16,4-7-280 0,8-6-48 16,0-1-84-16,4-5-88 0,4 0-240 0,8-7-272 15,4-2 136-15,3-8-28 0,5-2-4 16,0-6-308-16,0 0-604 0,-3-1-500 0,-1-2-60 15,-5-2-333-15,5-3-1731 16,-8 3-1316-16,8-26 5432 0</inkml:trace>
  <inkml:trace contextRef="#ctx0" brushRef="#br0" timeOffset="-210628.238">17925 11522 1772 0,'0'0'2388'0,"0"0"-1240"15,0 0 3184-15,0 0-2359 0,0 0-41 0,-8 75-348 16,-1-33-224-16,-2 3-68 0,-1 8 16 15,0 5-120-15,0 5-140 0,-4 4-391 16,-3 3-169-16,-6 0-164 0,1-1-128 0,0-1-188 16,5-5-8-16,-5-6-96 15,3-3-28-15,2-9-8 16,7-8-48-16,4-11-4 0,4-7-96 0,4-10-109 16,0-9-267-16,12 0 228 15,0-6 64-15,7-10 156 0,2-6-172 0,3 0 96 16,0-1-96-16,-1 4-200 0,-6 4 248 0,-2 9 136 15,-6 2 196-15,2 4 60 0,1 7 260 16,4 4 140-16,0 8 400 0,4 1-116 16,-9 2-364-16,6 4-372 0,-6-4-4 15,6 0 52-15,-2 0 64 0,-2-6-120 0,-2-6-36 16,2-3-208-16,-5-4-168 0,3-3-252 16,2 0-60-16,-2 0-200 0,1 0-172 15,-3-7-1764-15,-2 0-3361 16,-3-1-435-16</inkml:trace>
  <inkml:trace contextRef="#ctx0" brushRef="#br0" timeOffset="-210262.17">18682 12395 8096 0,'0'0'3157'0,"0"0"-1605"16,0 0-392-16,92 19-224 0,-45-10 108 0,5-2 148 15,-1-1-236-15,9-6-304 0,5 0-272 16,-1-9-196-16,7-10-184 0,0-3-12 16,2-11-172-16,2-8-108 0,-7 0-660 0,-9-3-404 15,-14 8-1448-15,2-14-3933 16</inkml:trace>
  <inkml:trace contextRef="#ctx0" brushRef="#br0" timeOffset="-210056.64">19407 11804 7280 0,'0'0'4785'0,"-36"92"-2833"0,25-41-864 0,-6 16 4 15,2 6 432-15,-5 6 116 16,3-2-344-16,6-5-652 0,-6-4-412 15,9-12-232-15,5-11-56 0,3-10-152 16,0-15-268-16,7-12-220 0,14-8 36 16,7-13 20-16,11-9-196 0,5-16-596 0,8-9-1216 15,0-11-2561-15,-13 11-2463 0,17-29 7516 16</inkml:trace>
  <inkml:trace contextRef="#ctx0" brushRef="#br0" timeOffset="-209275.286">19873 11572 1512 0,'0'0'9553'0,"0"0"-6813"0,0 0-1816 16,-12 74-508-16,-4-27 416 0,1 13 656 0,-6 13 80 16,-3 4-368-16,1 5-444 0,3 1-280 15,-4-4-160-15,-1-5-135 0,10-11-181 16,-1-6 0-16,8-12-84 0,4-15 11 0,4-3-63 16,0-12-140-16,8-5-212 0,4-4-96 0,4-6-164 31,4-3 72-31,4-6-40 0,-1-7 0 0,1 0 20 0,-3 2 16 15,-2 6 88-15,-6 4 204 0,-6 4 388 16,-3 10 164-16,0 6 652 16,-4 10-24-16,0-1-84 0,0 3-64 0,-4 2-28 15,4-5-52-15,0-6-280 0,0-5-216 16,4-3-68-16,12-11-100 0,5 0-108 16,6-13-36-16,9-6-308 0,4-7-176 15,7-5-180-15,1-1-320 0,-4 1-412 16,0-2-44-16,-8 12-361 0,-4 5-403 0,-8 2 916 15,-5 11 1532-15,-6 3 312 16,-6 14 1636-16,-3 0 481 0,-4 5 411 0,-4 1-884 0,-7 0-752 16,2-2-620-16,1-2-164 15,5-3 100-15,-5-4 168 0,8-2-320 16,0-7-284-16,0 0-84 0,8-4-156 0,8-5 48 16,3-7-140-16,9-3-132 0,4-9 48 0,4-4 124 15,-4-3-708-15,4-7-232 0,4-5-212 16,-4-3-416-16,3-15-701 15,-3-1-2231-15,1-7-364 16,-2-3 5072-16,-7 9 0 0,-5 7 4 0,1 15 1652 0,-7 13-636 16,-6 16 3596-16,-7 11-1968 15,0 5-1475-15,-4 0-725 0,0 5 268 0,-4 11 580 16,-3 7 52-16,-5 5-204 0,-1 7-240 16,2 10-136-16,-6 8 92 15,2 5 32-15,2 3-100 0,2 5-123 16,3 1-209-16,4 0-168 0,4-4 84 0,4-3-148 15,4-6-228-15,3-6-228 0,2-4-4 16,2-9-68-16,2 0 44 0,-2-9 60 0,2-8 76 16,-6-1-101-16,-2-8-31 15,-5-6-28-15,-4-3 12 0,0 0 24 0,-4 0-60 16,-12-3 56-16,0-4 64 0,-8-5-156 16,-8-7 8-16,0-4-196 0,-3 2-64 15,-6-12 32-15,5 5-296 0,5-4 24 0,3 0 156 16,3 7 536-16,10 6 140 0,11 7 364 15,4 1-72-15,4 9-68 0,8 2 16 16,12 0-112-16,4 0 148 16,7-3 208-16,14 0-112 0,-2-1-160 15,9-3-212-15,0-1 0 0,4-6-112 16,0-2-160-16,3 4-428 0,-3-4-404 0,-9 3-1180 16,1 1-2949-16,-16 2-1479 0,8-3 5505 15</inkml:trace>
  <inkml:trace contextRef="#ctx0" brushRef="#br0" timeOffset="-208182.59">22571 11712 8288 0,'0'0'2641'15,"0"0"-857"-15,0 0-512 0,0 83-208 0,-4-41-220 16,4 2-104-16,-4 9-164 0,-1 2-328 15,1-1-248-15,-3 3-28 0,3-4-232 16,0 2-112-16,0-7-284 0,4-4-184 16,0-10-156-16,8-8-276 0,7-3-600 15,2-11-2237-15,-1-3-1671 0,11-5 5428 0</inkml:trace>
  <inkml:trace contextRef="#ctx0" brushRef="#br0" timeOffset="-207681.623">23061 12153 1696 0,'0'0'9429'15,"0"0"-8133"-15,0 0-616 0,-92 23-108 0,64-4 760 16,0 7 164-16,0 9-364 0,8-1-416 16,5-2-136-16,3-1-124 0,12-1-188 15,0-11-268-15,12-7-208 0,3-5-48 0,9-5 72 16,0-2 72-16,8-7 64 0,-4-5-148 15,4-3-176 1,-8-5-12-16,0 1-24 0,-8 1 36 0,0 1 84 16,-8 5 64-16,-4-1 100 0,-1 4 124 15,1 2 64-15,-4 4 112 16,0 0 48-16,0 3 28 16,0 0-32-16,0 0-56 0,0 0-92 0,0 3-72 0,0 4 0 15,0 5 112-15,4 4 88 0,-4 6 8 16,0 7-72-16,4 5-24 0,-4 5 24 0,0 9 284 15,0-4-200-15,0 3-48 0,0 0-36 16,0 2 32-16,0-2-8 0,-4-2-84 16,0-5-64-16,0 2 32 0,1 0-44 0,-5-7-4 15,-5 2 0-15,2-4-4 16,-6-3 4-16,2-3 4 0,-5-2 132 0,0-3 4 0,0-3 72 16,-4-3-160-16,0-2 0 15,5-9 28-15,-6-2 8 0,5-3 0 16,1 0-36-16,-5-6 28 0,3-7-68 0,2-3-8 15,3-3-88-15,-4-6-204 0,4 0 84 16,5-4-60 0,-2 4-160-16,5-4-196 0,4 1 156 0,4-1-224 15,0 1-128-15,8-4-924 0,-4 10-1128 16,12-16-2345-16</inkml:trace>
  <inkml:trace contextRef="#ctx0" brushRef="#br0" timeOffset="-207402.468">23551 11846 5004 0,'0'0'1068'16,"0"0"3304"-16,0 0-2351 0,0 0 67 15,0 0-540-15,0 0-320 0,0 0-412 0,15 82-148 16,-11-53-44-16,5 3-72 0,-5 5-124 15,4 8-76-15,-1 3-72 0,-3-1 88 16,-4 8-188-16,0-5-180 0,0 4-12 0,-8 0-96 16,1-3-88-16,-1-3-204 0,-1-4-160 15,2-6-40-15,3-7-40 0,0-6-148 16,4-5-376-16,8-7-556 16,3-6-380-16,6-7-869 0,-6 0-2359 0,13-17 1932 15</inkml:trace>
  <inkml:trace contextRef="#ctx0" brushRef="#br0" timeOffset="-207170.969">24053 12189 3636 0,'0'0'12453'0,"0"0"-10569"0,0 0-1600 15,0 0-136-15,0 0 296 0,99 6 560 16,-67-4-52-16,4-2-596 0,4 0-352 0,0 0-4 16,-1 0-136-16,-3 0-132 0,1-2-416 15,-5 2-296-15,-9-4-400 0,-3 2-696 16,-7 2-1928-16,-13 0-2425 0</inkml:trace>
  <inkml:trace contextRef="#ctx0" brushRef="#br0" timeOffset="-206996.409">24060 12395 6808 0,'0'0'6701'0,"0"0"-5117"0,0 0-1080 15,0 0-204-15,0 0 480 0,0 0 572 0,0 0-216 16,0 0-376-16,81 28-320 0,-50-28-208 16,1-7-232-16,0-1-88 0,0-3-536 15,-4 0-428-15,0 1-272 0,-13 0-1004 16,2 1-4301-16</inkml:trace>
  <inkml:trace contextRef="#ctx0" brushRef="#br0" timeOffset="-206089.062">25355 12074 2680 0,'0'0'1380'0,"0"0"-232"15,0 0 2912-15,0 0-2856 0,0 0-175 0,0 0 115 16,0 0 28-16,-11-70-220 0,7 61-372 15,0-3-128-15,0 5-140 16,-1-3 104-16,-2 4-76 16,-1 3-44-16,0 3 128 0,-8 3-200 0,-4 6-28 0,-7 13 88 15,-5 10 88-15,-1 10 108 0,-3 8-4 16,8 1 28-16,1 4 92 0,3-8-280 16,12-6-240-16,4-9-76 0,8-9-64 15,0-11-92-15,16-2-112 0,7-10-36 0,5 0 20 16,4-10-8-16,4-6-152 0,-3-3-96 15,2-3 24-15,-7-4 96 16,-1 4 96-16,-6-3 176 0,-5 2 84 0,-1 4 60 16,-2 4-44-16,-1-2 48 0,-5 5 224 15,-3 5 24-15,-4 4 84 0,4 0-72 16,-4 3-76-16,0 0-36 0,0 3-84 16,0 4-56-16,0 5 324 0,0 8 124 0,0 2-28 15,-8 10-124-15,1 3-132 0,-1 6 0 16,-5 6-4-16,2 8 28 15,-6 8-52-15,2 6 112 0,-1 5 24 0,-4-1-108 16,4-1-75-16,-3 2-85 0,2-4-12 16,6-3-24-16,-2-4-73 0,1-3-3 15,0-2 16-15,4-6-12 0,4-3-76 16,0-5-120-16,-3-2 36 0,7-4-24 16,0 0-96-16,0-7-68 0,0-2 52 0,0-4-112 15,0-3-36-15,0-5-68 16,0-4-312-16,0-5-564 0,-4-1-632 15,4-3-1149-15,-5-4-2331 0,1 0 1868 0,0 0 3209 0</inkml:trace>
  <inkml:trace contextRef="#ctx0" brushRef="#br0" timeOffset="-204728.703">26160 12827 10648 0,'0'0'6141'16,"0"0"-4985"-16,0 0-900 0,0 0-204 0,0 0 132 0,0 0 664 16,0 0 680-16,0 0-676 0,0 0-740 15,5 6-112-15,3-6-256 0,-1 0 24 0,5-3-36 16,0 0-436-1,-4 3-476-15,-4-4-1180 0,-4 4-4085 16,-56 4-3887-16</inkml:trace>
  <inkml:trace contextRef="#ctx0" brushRef="#br0" timeOffset="-203596.203">7746 14172 6168 0,'0'0'2796'0,"0"0"41"0,0 0-1541 16,0 0-584-16,0 0 316 0,0 0 28 15,0 0 120-15,0 0-392 0,0 0-128 0,0 0 264 16,95 19-64-16,-52-15-232 0,1-4-296 16,4 0-180-16,0-4-148 0,-4-4 0 15,-1-5-16-15,2-4-92 0,-6-4-328 0,-3 1-444 16,-4-2-224-1,-8 3-480-15,0 0-900 0,-13 7-2417 16,-7-7-2807-16</inkml:trace>
  <inkml:trace contextRef="#ctx0" brushRef="#br0" timeOffset="-203357.684">8036 13836 1580 0,'0'0'1536'0,"-4"99"5168"16,4-45-4063-16,4 16-441 0,-4 10-776 0,0 5-396 15,0-2-236-15,0-4-112 16,0-6-248-16,0-14-176 0,0-7-244 0,4-17-12 0,3-13-280 16,2-13-240-16,7-9 52 15,4-6-128-15,4-19 36 16,8-14-368-16,0-15-1076 0,3-12-2161 0,-7 11-2447 0,8-33 3461 15</inkml:trace>
  <inkml:trace contextRef="#ctx0" brushRef="#br0" timeOffset="-202997.787">8462 13551 104 0,'0'0'1160'0,"0"0"7400"0,0 0-7640 15,0 0-315-15,-35 98 1035 0,26-48 492 16,1 15-272-16,4 1-436 0,-3 7-380 0,-2 3-136 15,5 4-176-15,-4 0-344 0,-3-5-132 16,2-2-27-16,1-7-217 16,1-8 28-16,-1-7-40 0,-1-10-108 0,9-12-85 15,0-14-111-15,0-4-184 0,4-11-12 0,5-7-172 16,2-9 228 0,10-7 140-16,-2-8 44 0,-3-4 136 0,0-3-36 15,0 0-36-15,1 3 60 0,-10 3 12 16,1 10 116-16,0 6-80 0,-4 6 4 15,-4 7 84-15,5 3 120 0,-5 0 28 16,3 7-64-16,1 8 116 0,0 5 204 0,4 4-120 16,-4 9-76-16,0 2 88 0,4 0 36 15,-4-1-76-15,0-2-12 0,0-3-60 16,0-6-184-16,-1-4-56 16,-3-7-64-16,9-5-124 0,-5-5-248 0,8-2-256 15,0-7 48-15,4-5-56 0,4-7-1388 0,-1-6-2124 16,-2 6-2625-16,3-19 3293 0</inkml:trace>
  <inkml:trace contextRef="#ctx0" brushRef="#br0" timeOffset="-202835.044">8889 14379 7384 0,'0'0'5677'0,"0"0"-4141"0,0 0-1004 16,11 80-244-16,-11-52 696 16,0 3 656-16,0-2-236 0,-3 1-532 0,-5-5-472 15,3-3-300-15,5-10-100 0,-4-2-120 16,4-7-232-16,0-3-324 0,0 0-268 15,0-9 44-15,0-7-208 0,4-6-1208 0,-4-8-1977 16,0-3-2651-16,0 1 3828 0,0-16 3069 16</inkml:trace>
  <inkml:trace contextRef="#ctx0" brushRef="#br0" timeOffset="-202712.188">8861 14166 7656 0,'0'0'5777'0,"0"0"-4133"0,0 0-936 15,0 0-396-15,0 0 580 0,0 0 348 0,0 0-416 16,0 0-456-16,0 0-368 15,92 20-196-15,-64-23-592 0,7-8-324 0,1-1-808 16,-8-1-2797-16,15-9-4403 16</inkml:trace>
  <inkml:trace contextRef="#ctx0" brushRef="#br0" timeOffset="-202452.793">9478 14132 3892 0,'0'0'11417'0,"0"0"-10033"15,0 0-1048-15,-59 79 160 0,34-50 876 16,5 2 52-16,-3-2-560 0,3-1-560 15,3-3-304-15,6-6 0 0,7 4-108 16,4-7-28-16,0 0-120 0,11-3-268 16,6-4 108-16,2 4 88 0,1-4 8 15,5-3 36-15,3 4 64 0,-4-4 84 0,-1 4 0 16,1-1 64-16,-4 4 24 0,0-3-16 0,-8 2 52 16,0 1-28-16,-5-1 40 0,2 2 12 15,-9-2-4-15,0 1-8 0,0 3 0 16,-4-3-8-1,-4-4 8-15,-4 4 4 0,-4-3 40 0,0-5-44 0,-4 2-160 16,1-4-172-16,-6-3-588 16,-3 0-1416-16,12-3-2869 0,-16-13-4290 0</inkml:trace>
  <inkml:trace contextRef="#ctx0" brushRef="#br0" timeOffset="-202012.352">11020 14100 872 0,'0'0'10613'16,"0"0"-9125"-16,0 0-928 0,0 0 52 15,0 0 688-15,0 0-56 0,-76 89-360 16,61-54-316-16,-2 6-124 16,6 3-36-16,-6 7 80 0,6 0 40 15,-1 0-100-15,0-6-172 0,4-8-160 16,4-4-96-16,4-8-92 0,0-13-360 0,0-2-528 16,8-7-212-16,8-3-552 0,3-13-540 15,2-6-1965-15,7-10-1895 0,-8 7 2948 0</inkml:trace>
  <inkml:trace contextRef="#ctx0" brushRef="#br0" timeOffset="-201728.625">11071 14405 5136 0,'0'0'9229'0,"0"0"-7085"0,0 0-1444 0,0 85-328 0,0-53 528 0,0 4 528 0,5-11-392 16,-1 0-476-16,4-9-404 0,8-7-156 16,0-2-180-16,8-7-52 15,8-7 76-15,-4-5-64 0,7-11-100 16,-3-3-92-16,-4-2-28 0,0-4 72 15,-4 4 84-15,-4-1 52 0,-8 4 44 16,-4 3-20-16,-4 5 60 0,-4 3 148 0,0-3 48 16,-8 8 28-16,-5-3 60 0,-6 1 48 15,-1 5-24-15,-4 0 20 0,4 2-176 0,0 4 52 16,4 10-44-16,-4 7 136 0,4 2-48 16,-3 6-16-16,2 3-8 15,2-3-76-15,-2 4-92 0,2-7-80 16,2 0-148-16,6-9-308 0,3 0-472 0,4-9-1652 15,0-4-2321-15,0 0-3067 0,15-23 7660 16</inkml:trace>
  <inkml:trace contextRef="#ctx0" brushRef="#br0" timeOffset="-201439.189">11494 14281 4728 0,'0'0'9993'15,"0"0"-8709"-15,0 0-1056 0,4 66 112 0,-4-41 840 16,0 5 288-16,-4 1-428 0,4-5-540 15,0-1-280-15,0-2-96 0,4-5-124 16,0-2-124-16,4-6-84 0,0-3-48 16,4-5 0-16,0-2-36 0,4-7 24 0,0-5-28 15,3-4-60-15,6-6-36 0,-5 0-16 16,-5 6 48-16,2 0 136 0,-2 7 64 0,-6 2-12 16,2 7 108-16,-3 0 64 0,1 3 212 15,-5 7 136-15,3 6 48 16,-3-1-128-16,0 5-56 0,0 1-16 0,1 2-72 15,-1 0-84-15,-1-4-40 16,1 0-72-16,0 0-88 0,0-7-384 16,0-2-336-16,0-1-784 0,4-6-1392 0,-4 1-2657 15,4-4-51-15</inkml:trace>
  <inkml:trace contextRef="#ctx0" brushRef="#br0" timeOffset="-201128.681">12008 13798 116 0,'0'0'7284'0,"0"0"-2471"0,0 0-4213 16,0 0-240-16,8 73 264 0,-8-22 740 15,0 13-28-15,-4 5-280 0,-4 11-140 16,1-1-80-16,-2 1 24 0,5-2-80 16,4-7-280-16,0-5-272 15,0-11-228-15,0-14-68 0,13-10-176 0,2-12-288 16,2-6 56-16,2-13-52 16,5 0 52-16,4-9-28 0,-4-7-124 0,-1-3-764 0,-6-3-1076 15,-10-1-788-15,-3 8-2301 0,-8-8 561 16</inkml:trace>
  <inkml:trace contextRef="#ctx0" brushRef="#br0" timeOffset="-200964.646">11789 14284 156 0,'0'0'12197'16,"0"0"-10349"-16,0 0-1076 0,0 0-332 0,0 0 40 16,0 0 460-16,0 0-32 0,0 0-156 0,96 19-136 15,-64-15-220-15,7-2-188 16,-3 1-52-16,4-3-112 0,0-3-44 15,0-6-208-15,0-4-408 0,0-3-468 16,-1 0-532-16,-7-3-1508 0,-8 7-3397 0,0-7 509 0</inkml:trace>
  <inkml:trace contextRef="#ctx0" brushRef="#br0" timeOffset="-200696.254">12319 14240 4892 0,'0'0'7513'0,"0"0"-5145"16,0 0-1892-16,0 0-400 0,52 78 64 15,-36-55 364-15,0 2 76 0,-1 0 92 0,2-2-276 16,-6 6-136-16,-3-4 0 0,1 4 12 0,-9-1 24 16,0 0 60-16,0-2 60 15,-4 0-12-15,-9-1-12 0,2 0-124 0,-2-6-84 16,5-3-72-16,1-6-28 0,7-6 0 16,-4-1 40-16,4-3-16 0,0-3-108 15,8-8-164-15,3-5 80 16,2-6-244-16,6-9 60 0,1-7-100 0,8-4 12 15,4 1-208-15,-4 0-52 0,0 6 0 16,0 3-16-16,-5 3-152 0,-2 4-692 16,-5 6-1516-16,-1 0-3625 0</inkml:trace>
  <inkml:trace contextRef="#ctx0" brushRef="#br0" timeOffset="-200060.234">13004 14318 2352 0,'0'0'236'15,"0"0"-236"-15,0 0 364 0,0 0 4000 16,0 0-3080-16,0 0-428 0,0 0 48 0,0 0 309 16,0 0 167-16,0 0-284 0,0 0-308 15,-51-24-84-15,42 24-12 0,-2 3-52 16,-1 7-32-16,0 1 12 16,0 10 56-16,-1 0-60 0,2 2-88 15,-1 2-176-15,4-3-132 0,0 0-120 0,0-6-100 16,4 0-4-16,0-7-4 0,4 1-56 15,0-10-20-15,0 0-148 0,0 0-368 16,4 0 160-16,4-6 20 0,0-4-48 16,4-3 184-16,4-2-40 0,-5-1 64 0,6 3-60 15,-6 4 44-15,-2 2 64 0,-1 7-12 0,-5 0 224 16,5 4 148-16,1 5 264 0,-5 4 72 16,3-1 88-16,-3 7-140 0,0-3-88 15,0 4-60-15,0-5-64 0,1 2-84 0,2-5-36 16,-3-3-52-16,4 1-48 15,1-1-12-15,2-5-76 0,1-1-244 16,4-3-308-16,4 0-24 0,4-3-268 16,0-8-600-16,4 3-1328 0,-8-3-2777 15,7 2-751-15</inkml:trace>
  <inkml:trace contextRef="#ctx0" brushRef="#br0" timeOffset="-199670.776">13490 14284 1088 0,'0'0'2608'0,"0"0"4008"0,0 0-5171 0,-75 69-561 0,47-39-80 15,8 1 464-15,-4-2 64 0,8-4-304 16,8-6-664-16,4-6-340 0,0-6-20 16,4-7-4-16,8 0 0 0,8-10-100 15,4-6 52-15,8-10-52 0,4-5-188 16,4-7-196-16,-1-4-360 15,-3 1-432-15,0 0 28 0,-4 3 200 0,0-3-161 16,-4-1-499-16,-1 1-404 16,-2-4 144-16,-1 4 300 0,-5-1 1368 0,-2 9 300 15,-9 0 2332-15,3 8 272 0,-7 9-624 0,0 6-303 16,0 7-165-16,0 3-396 0,-3 6-216 16,-1 7-60-16,0 6-136 0,-5 13-204 15,5 10-80-15,-3 5 52 0,-1 7 316 0,4 6 96 16,-5 1-188-1,6 2-280-15,-5-5-184 0,4-7-136 0,0-7-96 16,4-6-80-16,0-7-68 0,0-12-288 16,4-2-312-16,8-12-172 0,0-5-52 15,7-3-548-15,2-9-1384 0,3-8-2705 16,-1-2-1567-16,-7 3 7008 0</inkml:trace>
  <inkml:trace contextRef="#ctx0" brushRef="#br0" timeOffset="-199536.578">13928 14386 836 0,'0'0'12957'15,"0"0"-10949"-15,0 0-1352 0,-7 91-332 16,-1-56 212-16,4 0 624 0,-5-3-248 16,6-3-484-16,-5-4-380 0,8-6-48 15,0-6-196-15,0-6-280 0,0-2-212 0,0-5-216 16,0-3-340-16,4-6-1056 0,0-7-2689 0,-1 3-2227 16,1-15 6264-16</inkml:trace>
  <inkml:trace contextRef="#ctx0" brushRef="#br0" timeOffset="-199394.892">13921 14230 3420 0,'0'0'9061'0,"0"0"-7237"0,0 0-940 0,0 0-368 0,0 0-140 15,0 0-268-15,0 0-108 0,87 3 0 0,-66-3-12 16,-2 0-200-16,5 0-580 16,4-3-680-16,4 0-176 0,-4 3-605 0,-9 0-2019 15,13 0-44-15</inkml:trace>
  <inkml:trace contextRef="#ctx0" brushRef="#br0" timeOffset="-199189.26">14379 14281 104 0,'0'0'11613'0,"0"0"-9657"0,0 0-1184 16,0 0 52-16,0 0 260 0,-92 85-140 16,68-43 72-16,0 2-44 0,1 4-88 0,3 3-32 15,3-4-156-15,10-2-419 0,3-4-209 16,4-7-68-16,4-5-245 0,12-6-511 15,3-14 320-15,5-5 8 0,8-10-208 32,4-20-236-32,8-7-340 0,0-8-992 0,4-6-2100 0,-5 3-1829 0,-7 9 1298 15</inkml:trace>
  <inkml:trace contextRef="#ctx0" brushRef="#br0" timeOffset="-198956.484">14797 13932 6368 0,'0'0'728'15,"0"0"3789"-15,0 0-3401 0,0 0-288 16,-12 79 364-16,-3-35 220 0,2 7-112 0,-6 9 60 16,3 1-268-16,-5 2-252 0,6-2-156 15,-2-4-199-15,-2 0-229 0,3-6-256 16,4-7-4-16,0-2-80 0,4-8-173 0,0-5-219 16,4-10-156-16,4-3-4 0,0-7-232 15,4-4-204-15,-4-5-316 0,4 0 104 16,0-7-68-16,0-10-36 0,0 1-665 0,-4-9-591 15,0 0-372-15,-8-10-1048 16,0-1 3804-16,-8-5 260 16,0-3-12-16,0 0-184 0</inkml:trace>
  <inkml:trace contextRef="#ctx0" brushRef="#br0" timeOffset="-198808.168">14502 14290 1000 0,'0'0'1068'0,"0"0"-572"16,-16-79-40-16,16 73 6688 0,0 3-5351 0,0 3-401 16,0 9-476-16,5 1-156 0,3 2-144 15,-1 1-8-15,5 3-84 0,4-4-228 0,5 1-144 16,6-3-40-1,5-4-40-15,0-2-72 0,8-4-4 16,3 0-444-16,-2-7-352 0,6 1-208 0,1-7-156 16,0 3-136-16,0-2-509 0,-1-1-3687 15,-10 3 412-15,10-2 4793 0</inkml:trace>
  <inkml:trace contextRef="#ctx0" brushRef="#br0" timeOffset="-198446.598">15678 14424 6584 0,'0'0'6181'0,"0"0"-3997"15,0 0-784-15,0 0-816 0,0 0-160 16,0 0 208-16,112 25 356 15,-61-19-204-15,9-6-272 0,8 0-268 16,7-9-164-16,1-4-80 0,0-2-196 16,-5-5-380-16,-3 1-332 0,-5-7-264 0,-7 5-776 15,-20 1-2384-15,5-11-3589 0</inkml:trace>
  <inkml:trace contextRef="#ctx0" brushRef="#br0" timeOffset="-198241.727">16287 14132 3556 0,'0'0'4028'0,"0"0"1449"16,-31 73-4497-16,18-35-512 0,-2 9 164 15,-6 4 740-15,6-1 32 0,2-1-328 16,6-5-512-16,-1-3-516 0,4-6-48 16,4-6-280-16,0-10-176 0,4-3-284 15,8-10-64-15,4-3-232 0,8-3-1020 16,3-12-2661-16,-7-1-3531 0,8-12 7976 15</inkml:trace>
  <inkml:trace contextRef="#ctx0" brushRef="#br0" timeOffset="-197995.408">16407 14614 340 0,'0'0'7404'0,"0"0"-195"0,-12 76-5909 16,8-52-776-16,4-3 24 0,0-2 628 16,12-9-12-16,4-4-440 0,12-6-480 15,4-10-244-15,7-9-48 0,9-6-184 16,0-7-380-16,4-3-76 0,-8 0 136 0,0 0 180 15,-5 7 136-15,-11-1 64 0,-4 7-88 16,-7 3 0-16,-10 6 180 0,-7 0 80 16,0 7 296-16,-7 3 4 15,-10 0-28-15,6 3-160 0,-10 0-64 0,-3 0 40 0,5 6-80 16,-5 0-8-16,0 7-108 0,0 0-16 16,-1-1-24-16,2 2-52 0,3-3-432 0,-4-1-1000 15,0 3-2800-15,8-7-4177 16,-12 5 7501-16</inkml:trace>
  <inkml:trace contextRef="#ctx0" brushRef="#br0" timeOffset="-197149.279">19117 14112 1760 0,'0'0'836'31,"0"0"-460"-31,0 0-140 0,0 0 4140 0,0 0-2576 15,0 0-440-15,0 0-447 0,-60-66 47 0,43 53-180 16,2 3-232-16,-2 5-192 0,2-2 160 16,-1 4-60-16,-4 3-28 0,0 0 36 15,0 10 52-15,-4 5-44 0,-3 7-124 0,3 10-24 16,-4 6-16-16,0 9-36 0,0 5 12 16,3 5-28-16,2 1 16 0,7-2 12 15,4-2 8-15,4-3 40 16,8-12-100-16,0-6-100 0,8-7-32 15,8-6-92-15,4-5 100 0,4-5 52 16,3-7-100-16,1-3-60 0,0-3 0 0,4-4-184 16,-8-5-96-16,-4-1-136 0,0-3-220 15,-8 4-52-15,0-5-164 16,-8 2-380-16,-1-1-704 0,-3 3-792 0,0 0-433 0,-7-3-723 16,-5 4 664-16,-4-1 1556 15,-4 0 1664-15,0 1 288 0,4 2 36 0,0 4 1320 0,5 3-692 16,-2 3 4984-16,9 0-3703 15,1 0-377-15,3 0-596 0,0 6-100 16,7 0 80-16,6 7-232 0,-2-7-208 0,5 4-284 16,12-7-256-16,0 0-260 0,7-3-12 15,6-6-296-15,-1-7-112 0,3-3-256 16,-6 1-216-16,-6-1-348 0,-7 0-488 16,-4 4-504-16,-4 1-945 15,-8 5-2439-15,-8-1 3152 0</inkml:trace>
  <inkml:trace contextRef="#ctx0" brushRef="#br0" timeOffset="-196999.991">19040 14440 3788 0,'0'0'1444'0,"0"0"4657"16,0 0-4693-16,-28 88-692 0,24-56-208 0,4 3 176 15,0 0 188-15,0-3-104 0,0 3-344 16,4-7-188-16,5 1-96 0,-5-4-140 16,4-2-240-16,3-4-436 0,-2-3-492 0,2-4-624 15,1-2-2169-15,-3-4-3963 16,2-6 7908-16</inkml:trace>
  <inkml:trace contextRef="#ctx0" brushRef="#br0" timeOffset="-196577.143">20439 14525 5488 0,'0'0'496'0,"0"0"4525"16,0 0-3673-16,0 0-644 0,0 0-28 0,16 83 224 0,-16-58 32 15,0 4-148-15,0-1-300 16,0-2-296-16,0-3-176 0,0-2-8 0,0-4-4 0,0-8-136 15,0-4-352-15,0-5-492 16,0 0-552-16,4-2-872 0,-4-4-2781 16</inkml:trace>
  <inkml:trace contextRef="#ctx0" brushRef="#br0" timeOffset="-196412.784">20387 14249 2720 0,'0'0'9145'0,"0"0"-7353"16,0 0-1424-16,0 0-164 0,80-13 72 15,-48 4 16-15,4-4-292 0,3 1-644 16,10-4-1128-16,-14 2-1321 0,16-5-2827 16</inkml:trace>
  <inkml:trace contextRef="#ctx0" brushRef="#br0" timeOffset="-196146.692">20925 14353 7476 0,'0'0'7081'0,"0"0"-5961"16,0 0-844-16,-107 80-36 0,75-58 540 15,0 0 632-15,8 1-452 0,8-5-580 0,8-1-380 16,8-5-72-16,3 1-48 0,14-1-16 16,7 2-48-16,4-5 72 0,12 4 4 15,-1 0 20-15,6-4 16 0,-2 1-28 16,-4-1-48-16,-2 1 0 0,-5-1 76 15,-9 4 8-15,-6-1 56 0,-2 2-80 0,-10 1-32 0,-5 2-28 16,0-2-28 0,-13 1 176-16,-7 0-124 0,-3 0-124 15,-5 0 76-15,0-4 172 0,0-2-8 0,0-1 8 16,0-3-212-16,4-2-452 0,1-4-820 16,-1 0-896-16,7-4-2169 15,2-2-2807-15</inkml:trace>
  <inkml:trace contextRef="#ctx0" brushRef="#br0" timeOffset="-195524.691">22324 14507 484 0,'0'0'444'0,"0"0"7148"0,0 0-5584 16,0 0-695-16,0 0-377 0,0 0 184 15,0 0 196-15,0 0-296 0,0 0-296 16,0 0-360-16,-49 0 32 0,38 18 60 15,-9 10 100-15,8 2-4 0,-4-2-120 0,8-3-128 16,0-2-108-16,1-8-60 0,7-5-64 16,0-4-72-16,0-3-68 0,7-3-128 15,9-3 132-15,4-3 64 0,4-6 0 0,0-5-120 16,3 2-188-16,-3-1-32 0,0 0-44 16,-7 6 52-16,-2 3 60 0,2 5 76 15,-10 2 72-15,1 2 24 0,0 5 100 0,-4 6 256 16,1 0 200-16,-2-1-84 0,-3 4-40 15,0-3-148-15,4 3-52 16,-4-4-20-16,4-1-104 0,0 1-8 16,4-3 0-16,4-2-48 0,-4 2-28 15,8-3-192-15,4 5-100 0,4-5-76 16,0-4 136-16,4 2 0 0,4-4-524 16,0 0-736-16,-8 0-1452 0,8-6-3213 0</inkml:trace>
  <inkml:trace contextRef="#ctx0" brushRef="#br0" timeOffset="-194944.481">24045 14430 7808 0,'0'0'5253'16,"0"0"-4297"-16,4 82-388 15,-4-30-428-15,0 14 340 0,-8 11 680 0,3 5-116 0,2 3-400 16,-1 2-260-16,4 1-160 16,0-5-164-16,0-1-60 0,0-6-60 15,0-5-40-15,0-11-160 0,0-2-12 16,0-14-148-16,0-4-28 0,0-1-36 15,0-11-60-15,4-6-120 0,-1-6-132 0,2-5-244 16,-1-9-672-16,0-2-633 0,0-2-835 16,0-12-1200-16,-1-2 2804 0,1 0 1276 15,-4-12 300-15</inkml:trace>
  <inkml:trace contextRef="#ctx0" brushRef="#br0" timeOffset="-194653.787">24096 14547 6672 0,'0'0'6061'0,"0"0"-5041"15,0 0-740-15,0 0-104 0,0 0 156 0,52-76 312 16,-28 60 8-16,-3 7-272 0,6-1-168 16,-3 7-148-16,0 3 8 0,0 3-72 0,-5 10-8 15,-2 0 8-15,-6 2 4 0,-2 1 196 16,-9 7 96-16,0 0 64 15,-9-2 152-15,-6 8-244 0,-9-4-104 0,0 4-164 16,-4-4-4-16,0-3-108 0,1 2-136 16,-1-6-60-16,7-6-64 0,-3-5-4 0,5 0-136 15,3-5-80-15,0-2-236 0,0 0-124 16,4-2-500-16,0-5-605 0,0-5-935 16,4 2-2524-16</inkml:trace>
  <inkml:trace contextRef="#ctx0" brushRef="#br0" timeOffset="-193888.136">24674 14624 2472 0,'0'0'2076'0,"0"0"-1008"16,0 0 2180-16,0 0-935 0,0 0-249 16,0 0-480-16,0 0-400 15,0 0-456-15,80 9-292 0,-56-6-248 16,0-3-180-16,0 4-8 0,0-4-112 0,8 0-124 16,-1 0-512-16,1-4-464 0,0-2-1276 15,0 0-2713-15,-4 3-2007 0</inkml:trace>
  <inkml:trace contextRef="#ctx0" brushRef="#br0" timeOffset="-193376.728">25671 14503 392 0,'0'0'11985'0,"0"0"-10289"0,0 0-1192 15,0 0 240-15,-80-3 728 16,60 3-552-16,0 0-440 0,0 9-332 15,-4 4-36-15,5 9 112 0,-9 11 96 0,3 8 172 16,1 6 192-16,0 2-196 0,5-3-208 16,2-1-280-16,10-13-24 0,3-7-184 0,4-8-96 15,11-9 72-15,2-2 12 0,6-6 36 16,9-6-12-16,0-2-76 0,0-12-8 16,4-2-128-16,0-1 176 15,-4-2 44-15,0 0 104 0,-4 0-16 0,-5 4 100 16,-2 3 0-16,-6 5 12 15,-3 3 100-15,1 7 24 0,-9 3-24 0,0 0-32 16,4 0-80-16,-1 7-84 0,1 5 84 16,0 9 148-16,0 6-52 0,5 4-32 0,-2 11 20 15,-3 3-20-15,0 9 108 0,0-1 60 16,-4 5-72-16,0 2-24 16,-4 0-16-16,-7-2-44 0,2-1-32 0,-3 0-44 15,-3-3-8-15,-2-3-52 0,1 0 8 16,-3-7 40-16,2-2 4 0,-2-4-52 15,3-7-12-15,4-6 72 0,-4-5 4 16,8-11 128-16,-4 1 16 0,4-8 12 16,-4 3-160-16,1-5 0 0,-6 0 52 15,-3-5-52-15,1-4 0 0,-6-7-244 0,5-6 12 16,-3-9-52-16,-1-5-144 0,4-6-140 0,4-4-28 16,4-2-472-16,4-4-884 0,4-2-532 15,4 1-2829-15,0 12 197 0,16-16 4348 16</inkml:trace>
  <inkml:trace contextRef="#ctx0" brushRef="#br0" timeOffset="-193068.139">25969 14566 4072 0,'0'0'9969'0,"0"0"-8641"15,0 0-1116-15,0 0 392 0,0 0 448 0,96 20-384 16,-68-8-284-16,-4 4-284 0,0 3-96 15,-5 3 0-15,-3 7 0 0,-8 1 8 16,-8 3 76-16,0 3 32 0,-11-1 28 0,-6-1-60 16,-2-2-88-16,-1-7 0 0,3-5-64 15,6-8 64-15,7-2 48 16,0-7 112-16,4-3 72 16,0-3-60-16,4-10-172 0,7-9-12 0,6-7-48 15,7-9-88-15,4-3-48 0,-1-3 12 16,6-4-52-16,-6 4 52 0,1 5-212 15,0 1-148-15,-4 7-156 16,-4 6-252-16,-1 2-688 0,-2 7-812 0,-2 3-1501 16,-2 3-239-16,-6 4 1456 0,-3 6 2228 0,0 0 508 15</inkml:trace>
  <inkml:trace contextRef="#ctx0" brushRef="#br0" timeOffset="-192805.54">26440 14500 2460 0,'0'0'392'0,"0"0"6644"16,0 0-4011-16,-9 66-1209 0,1-30-756 0,1-2-144 15,-6 4 452-15,2 2-76 0,3-7-388 16,4-3-428-16,4-9-304 0,4-5-172 15,7-3-256-15,1-7-36 0,8-2 84 0,1-4 48 16,7-4-60-16,3-11-148 0,5-5-148 16,0-1 48-16,0-2-24 15,-5-2 8-15,-3 0 48 0,-4 2 0 0,1-3-108 0,-10 4-120 16,-2 0-44-16,-6 0 420 16,-7 3 288-16,0 2 212 15,-7-1 332-15,-10 5 12 0,-3 3-80 16,-3 5-84-16,-5 5-56 0,4 2-88 0,-8 7 0 15,4 12 0-15,0 0-12 16,-4 2-36-16,8 5-68 0,-4-3-132 0,9-2-84 0,2-1-176 16,6-6-496-16,3 1-424 15,-1-9-420-15,9-5-2253 0,0 1-3091 0</inkml:trace>
  <inkml:trace contextRef="#ctx0" brushRef="#br0" timeOffset="-192299.032">27041 14518 1240 0,'0'0'8500'16,"0"0"-6247"-16,0 0-1229 0,-20 71-396 0,8-39 284 16,4 2 484-16,-4 4-204 0,4-2-200 15,0-5-300-15,5-5-228 16,3-7-108-16,0-6-96 0,0-4-200 15,7-6-60-15,5-3-60 0,4 0 56 16,5-9-12-16,2-7-360 0,5-6-300 16,4-3-128-16,-4-1-52 0,-4 3 124 0,0 1 212 15,-9 7 144-15,2-2-28 0,-6 8 116 16,-3-1 96-16,-3 7 192 0,-1 3 76 16,-4 0 632-16,0 3 20 0,0 10-24 0,-4 0-96 15,-1 2-148-15,1 5 56 16,0-1-60-16,4-3-76 15,-4 3-156-15,4-6-16 0,0 0-112 0,0-4-52 16,4-4-44-16,4 0-156 0,4-5-152 0,0 0 0 16,1-5-232-16,2-3-140 0,5-5-312 15,0-3-716-15,-4-3-2268 0,-1 2-2409 16,6-4 2125-16</inkml:trace>
  <inkml:trace contextRef="#ctx0" brushRef="#br0" timeOffset="-192042.321">27583 14455 588 0,'0'0'10240'0,"0"0"-8363"0,0 0-1329 16,0 0-192-16,0 0 508 0,0 0 320 0,-12 96-228 15,8-56-308-15,4 9-140 0,-4 1 88 16,4 11 176-16,-8 2-120 0,0 2-152 0,-4 0-12 16,0 2-48-16,-4-4-64 0,1 0-204 15,-2-2-172-15,2 0-68 16,-2-1 8-16,6 0-12 0,-6 1-84 0,6 3-516 0,3-7 332 15,-4-7 72-15,8-9 96 16,0-12-172-16,4-10-108 16,0-7-80-16,4-8 28 0,0-4-104 0,-1 0-312 0,1-7-552 15,1-2-492-15,3-10-965 16,-1 3-2163-16,1-16 1452 0</inkml:trace>
  <inkml:trace contextRef="#ctx0" brushRef="#br0" timeOffset="-191730.407">27726 14414 2500 0,'0'0'8'0,"0"0"204"0,0 0-52 0,0 0 256 15,84-16 2620-15,-64 23-516 0,-4 2-920 16,4 1-503-16,-5-1-69 0,2 7-124 0,-2-3-332 15,2 6-228-15,-6-3-168 0,2 3-24 16,-6 0-36-16,-3 6 32 0,-4-2 4 16,0 2 76-16,0 3 72 0,-11 1 128 0,-6-1-48 15,-7 4-80-15,1 1-128 0,-9-2-84 16,-4-6-84-16,0 4-4 0,-4-7-300 16,5-3-96-16,-1-6-88 0,8-3 84 0,8-8-28 15,4-2-116-15,4 0-64 0,8-9-260 16,4-4-512-16,0-2-853 15,0 5-2243-15,8-6-16 0</inkml:trace>
  <inkml:trace contextRef="#ctx0" brushRef="#br0" timeOffset="-191543.386">28420 15090 7112 0,'0'0'5265'0,"0"0"-2409"0,0 0-1420 16,0 0 116-16,0 0 352 0,0 0-504 15,0 0-1204-15,0 0-196 0,0 0-852 0,0 0-336 16,0 0-384-16,-52 10-2704 0,24-10-7961 0</inkml:trace>
  <inkml:trace contextRef="#ctx0" brushRef="#br0" timeOffset="-177233.631">3493 16691 1720 0,'0'0'12757'0,"0"0"-11269"0,0 0-848 0,0 0-392 16,0 0 340-16,0 0 1140 0,0 0-200 15,0 0-516-15,0 0-419 16,0 0 75-16,0 0-4 0,0 0-460 16,0 0 16-16,105 13-148 0,-46-7 36 15,5-4-96-15,7-2-12 0,-7 0-60 0,4 0 52 16,-9-6-100-16,1 0 8 0,4-1 28 16,-8-2-36-16,0 0-84 0,-4 2-584 0,-9-2 220 15,-11 6-197-15,-4-1-587 0,-7 4-356 16,-14 0-616-16,-3 0-1472 0,-4 7-1089 15,-8 6-2591-15</inkml:trace>
  <inkml:trace contextRef="#ctx0" brushRef="#br0" timeOffset="-177036.873">3761 16898 2736 0,'0'0'9849'0,"0"0"-8741"0,0 0-968 16,0 0 116-16,0 0 428 15,0 0 208-15,108 56-284 0,-57-56-84 0,9-9 36 0,3-7-64 16,6-3-288-16,-2-7-192 0,-3-2-16 16,0-1-188-16,-4 1-344 15,-5 2-276-15,-7-2-224 16,-4 2-588-16,-8 5-1104 0,-8-2-2345 0,-13 4-215 0,-11-3 4465 16</inkml:trace>
  <inkml:trace contextRef="#ctx0" brushRef="#br0" timeOffset="-176724.591">4047 16331 10056 0,'0'0'1201'0,"0"0"-865"0,84 20 384 0,-40-10 544 15,4-1-328-15,4 1-216 0,-1-1-228 0,9 0-40 16,-4 1-100-16,-4 3-76 15,-5-1-100-15,-2 7-76 16,-10 1 12-16,-3-1 108 0,-8 2 164 0,-8 5-48 16,-4 6-164-16,-8 3-36 0,-4 6-124 15,0 6 76-15,-16 5-88 0,-4 5-24 16,-4 3-200-16,0-3 64 0,0 0 72 0,-3-6 76 16,-1-6-48-16,0-7-28 0,0-3-60 15,4-7-40-15,-4-6-120 0,0-2-216 16,4-8-368-16,-3-2-508 0,3-4-1356 15,0-6-1697-15,3 0-2103 0,2-6 6308 0</inkml:trace>
  <inkml:trace contextRef="#ctx0" brushRef="#br0" timeOffset="-160675.029">5869 16418 7068 0,'0'0'2088'0,"0"0"2829"0,0 0-3845 16,0 0 52-16,0 0 196 0,0 0-196 0,0 0-288 16,-5-7-300-16,10 11-168 0,3 2 36 0,-1 6 312 15,5 7-119-15,4 13-245 16,1 10-112-16,-6 12 4 0,5 9-16 16,-8 11-152-16,0 5-76 0,-4 6-84 0,-4 4 0 15,0 0 76-15,0 0-184 0,0 0-40 0,-4-3-168 16,0-7 96-16,4-6-37 15,0-12 1-15,0-11-108 0,4-12 8 16,0-13-60-16,0-15-64 0,0-10-336 0,4-5-672 16,-4-15-264-16,0-12-436 0,0 3-857 15,-4-21-2559-15</inkml:trace>
  <inkml:trace contextRef="#ctx0" brushRef="#br0" timeOffset="-160416.901">5940 16446 7264 0,'0'0'6109'0,"0"0"-5321"0,0 0-600 16,0 0 356-16,79-31 212 0,-58 31-164 15,-1 0-304-15,4 6 0 0,-1 3-64 0,1 4-12 16,0 0 100 0,1 3-152-16,-10-1-72 0,1 8-88 0,-4-2 0 15,-8 9 0-15,-4-2 96 16,0 7 16-16,-12 0 0 0,0 4 12 0,-8-2 60 15,0-2 12-15,-4-3 40 0,1 0-152 16,-1-10-84-16,3-3-92 0,-3-10-68 0,9-2-24 16,2-7-312-16,2-7-208 0,-5-5-268 15,8-8-200-15,0-2-348 0,8 0-928 0,0 3-2585 32</inkml:trace>
  <inkml:trace contextRef="#ctx0" brushRef="#br0" timeOffset="-160006.143">7331 16561 4316 0,'0'0'7101'0,"0"0"-5653"16,0 0-912-16,0 0 708 0,0 0 384 0,0 0-408 16,28 88-476-16,-25-58-352 15,5 1-204-15,1 4-4 0,-9-4-64 0,4 1-8 16,-4 0-112-16,0-4-68 16,0-3-104-16,0-6-188 0,0-2-208 15,0-15-384-15,0-2-416 0,0-2-1084 0,0-23-3589 16</inkml:trace>
  <inkml:trace contextRef="#ctx0" brushRef="#br0" timeOffset="-159845.86">7211 16354 352 0,'0'0'12373'0,"0"0"-11301"15,0 0-896-15,0 0 460 0,88-9 108 0,-60 2-596 16,4 0-148-16,-1-1-100 15,1-5-732-15,8 1-488 0,-16 1-1221 0,19 3-2803 16</inkml:trace>
  <inkml:trace contextRef="#ctx0" brushRef="#br0" timeOffset="-159562.776">7853 16354 5684 0,'0'0'5761'0,"0"0"-4937"0,0 0-376 0,-25 76 596 0,14-50 300 15,-2-1-376-15,2 0-304 16,3-2-4-16,0-1-112 0,8 0-180 0,0-6-304 0,0 0-64 15,4 0-12-15,8 0-88 16,-1-4 52-16,6 1 4 16,3-3 44-16,-1-1 100 15,2-3-88-15,7 0 88 0,-4-1-28 0,-1-5-20 0,1 2 32 16,0 2 28-16,0-2-12 16,-1 4-92-16,1 1 544 0,-3 0 132 0,-1-2-536 15,-8 6-136-15,-9-2 24 0,1 3-24 16,-4 1 100-16,-4 4-100 0,-7 1-12 0,-9-2-184 15,-1 3-36-15,-7-3 48 0,5 1 0 16,-1-5-232-16,0 1-64 16,4-7-208-16,0-4-428 0,0-2-932 0,9 0-2065 15,-10-14-2287-15</inkml:trace>
  <inkml:trace contextRef="#ctx0" brushRef="#br0" timeOffset="-153495.385">8900 16396 10424 0,'0'0'1777'0,"0"0"691"0,0 0-1408 15,0 0 208-15,0 0-128 0,0 0-56 16,0 0 176-16,0 0-116 16,104 22-487-16,-64-13-537 0,0-3 268 0,-1-2-288 15,-3 2-100-15,5-6 0 16,2 0 0-16,-3 0-16 0,-4-3-56 0,0-4-72 16,-4-2-268-16,-4 0-465 15,-9-1-391-15,1-2-784 0,-8 2-672 0,-3 3-1424 16,-9-6-1861-16</inkml:trace>
  <inkml:trace contextRef="#ctx0" brushRef="#br0" timeOffset="-153274.274">9191 16091 1368 0,'0'0'9072'0,"0"0"-8087"0,0 0-977 0,0 0 500 0,-36 86 220 15,36-42-100-15,-4 9-96 0,4 4 52 16,4 5 224-16,0-3-64 0,5 1-4 0,-5-2-116 15,3-4-116 1,1-10-236-16,5-6-272 0,-6-9-260 16,5-13-248-16,4-9-216 0,0-7 272 0,4-10 136 15,4-12-60-15,0-11-252 0,3-8-744 16,-7-6-752-16,8-7-553 0,-11 13-1539 16,10-26 980-16</inkml:trace>
  <inkml:trace contextRef="#ctx0" brushRef="#br0" timeOffset="-152926.244">9649 15731 9068 0,'0'0'2093'16,"0"0"-797"-16,0 0-224 0,0 0 512 16,0 0-448-16,0 0-352 0,0 0-360 0,0 0-140 15,0 0 124-15,0 0-24 0,20 84 44 16,-20-31 104-16,0 5-168 0,0 8-120 16,0 7 4-16,0 7 44 0,-3 2 244 0,-1 7-208 15,0-3-148 1,-1-4-104-16,1-5-68 0,4-11 52 15,0-14 73-15,0-14-133 0,9-17-60 0,6-11-233 16,2-7-59-16,6-6 72 0,1-14-24 16,4-4-24-16,0-8-100 0,0-3 96 15,-4-2 112-15,-1 5 24 0,-10 4 72 0,-2 6-48 16,-3 6 12-16,-3 10-36 16,-5 3 108-16,0 0 88 0,0 9 308 15,0 7-12-15,0 6-136 0,0 1 48 0,4 2 244 16,0 0-156-16,-1 1-100 0,5-5-124 15,1-4 24-15,-1-1-32 0,3-7-64 16,2-2-272-16,2-7-44 0,2 0-236 0,-2-11-232 16,5-1-964-16,0-7-212 0,-4-2-1112 15,-1 1-1997-15,6-2-163 0</inkml:trace>
  <inkml:trace contextRef="#ctx0" brushRef="#br0" timeOffset="-152647.101">10207 16656 9380 0,'0'0'2361'16,"0"0"-965"-16,0 0-264 0,0 0-32 0,0 0-396 15,0 0 84-15,80 50-16 0,-56-52-176 16,0-11-116-16,-1-3-172 0,9-10-236 16,-4-2-72-16,0-7-108 0,-4 3-128 0,-3-3 16 15,-6 7-200-15,-2 2 12 0,-10 10 344 16,-3 4 64-16,0 2 76 0,-12 7-76 16,-4 0-164-16,-4 3 164 0,-8 3 52 15,4 10 232-15,-3-1-60 0,-1 11-64 16,4-2-88-16,4 9-60 0,4 1 40 15,4 4-52-15,4 3 0 0,0 0 84 16,8 3 16-16,0-2-36 0,0-4-64 16,4-7-88-16,4 1-36 0,8-10-84 15,4-7-64-15,4-1 36 0,4-9 0 16,0-2-64-16,0-2-208 0,3-9-348 0,1-5-684 16,-8 4-1424-16,12-10-2949 0</inkml:trace>
  <inkml:trace contextRef="#ctx0" brushRef="#br0" timeOffset="-152048.73">11582 16554 3436 0,'0'0'4584'0,"0"0"-3572"16,0 0-520-16,0 0 400 0,0 0 537 15,0 0-201-15,-68 70-220 0,68-42-224 16,4 7-68-16,8 7 4 0,4-1-308 0,4-3-52 15,-4 0-136-15,4-9-128 0,-1-4-96 16,-2-8-8-16,-2-8-92 0,2-6 28 16,3-3 20-16,-1-10-96 15,5-5-88-15,-3-10-40 0,2-8-128 16,-3-2 40-16,-4 0 76 0,-4 1 160 16,-4-2 128-16,-1 9 28 0,-7-3 20 15,0 8 128-15,0 0 12 0,-11 3-12 16,-1 3 76-16,-8 7-36 0,-4 2 308 0,1 4-176 0,-1 3-148 15,3 5-196 1,1 9-4-16,5 5-88 0,3 7-84 0,3 2 72 16,2 1 0-16,7-1 36 0,0 1-72 15,0-10-152-15,3-4-292 0,10-5-512 16,-1-3-484-16,-1-7-1609 0,13-7-2511 16</inkml:trace>
  <inkml:trace contextRef="#ctx0" brushRef="#br0" timeOffset="-151718.164">11973 16500 5852 0,'0'0'6449'0,"0"0"-5337"16,0 0-792-16,0 0 388 0,19 80 468 0,-14-52-60 0,-5 1-208 15,0 2-176 1,0-1 16-16,0-2 148 0,0-6-320 16,0-3-408-16,0-6-168 0,0-4-144 0,0-5-212 15,0-4-216-15,4 0 92 0,7-7 360 16,1-6 116-16,0-6-52 0,4-4-164 15,4-2-104-15,-5 0 40 0,2 3 28 0,-1 0 120 16,0 6-4-16,-5 6 16 16,2 4-24-16,-6 6-12 0,-3 0 160 0,0 3 160 15,0 10 164-15,5 6-4 0,-5 0-96 16,-1 6-100-16,1 1 60 0,4-5 76 16,-3 2-140-16,-1-1-8 0,0-2 12 15,-1-8-52-15,1-2-72 0,0-4-184 16,0-3-232-16,-4-3-128 0,9 0 48 0,-5-9-100 15,3-7-556-15,5-6-896 0,-8 3-2497 16,8-16-3255-16</inkml:trace>
  <inkml:trace contextRef="#ctx0" brushRef="#br0" timeOffset="-151495.268">12390 15938 13697 0,'0'0'2088'0,"0"0"-1916"0,0 0 16 0,0 73 144 16,4-38 776-16,1 10 128 0,-1-1-500 16,4 10-160-16,-1 0 276 0,1 3-232 15,1 4-303-15,-9 2-157 0,4 4-160 0,-4-7 0 16,3 4-148-16,-3-7-265 0,0-10-171 16,0 1-332-16,4-13-420 15,-4-3-372-15,8-7-12 0,1-12-308 16,-2-6-733-16,1-7-1191 0,9-17-868 15</inkml:trace>
  <inkml:trace contextRef="#ctx0" brushRef="#br0" timeOffset="-151096.959">12729 16589 5308 0,'0'0'5945'0,"0"0"-4789"16,0 0-684-16,0 0-24 16,0 0 316-16,37 86 96 0,-30-68-244 0,-3 1-300 15,0-2-180-15,0-8-132 0,4 1-4 16,0-7-124-16,0 0 12 0,4-3 24 15,0 0 76-15,4 0-40 0,4 0-88 0,-5 0 4 16,10 4 84-16,-5 1 52 0,8 5 192 16,-5 3-16-16,5 0-120 15,-4 3-56-15,0 3 0 0,0-1 0 16,-1 5-100-16,-6 2 44 0,-1 1 56 16,-4 2 0-16,-4 4-212 0,-5 3 76 15,-3 3 136-15,0 3 64 0,-3 4 24 0,-9 2 52 0,-1 4 96 16,-2 4 80-16,-1 1 100 15,-4 2 408-15,0-5-292 16,-4-6-224-16,1-5 40 0,-1-7 32 0,3-10 88 16,6-5 8-16,2-11-220 0,2-3-108 0,-2-6-148 15,6-6-72 1,-5-10-28-16,8-6-44 0,-5-10 44 0,9-5-20 16,0-8-52-16,0 1-100 0,9-1 112 15,7 1-12-15,0 3-12 0,3-4 24 16,9 3-36-16,0-2-52 0,4 3-112 0,4 0-336 15,-1-4-492-15,2 4-540 0,-9 12-1060 16,8-12-2701-16</inkml:trace>
  <inkml:trace contextRef="#ctx0" brushRef="#br0" timeOffset="-150636.208">14391 16605 11249 0,'0'0'1564'15,"0"0"-976"-15,3 99-384 0,6-49 216 16,-5 11 364-16,4 11-52 0,-1 5-180 15,2 8-260-15,-5-3 656 0,0 8-352 0,0-1-364 16,0 0-96-16,-4-4-12 0,0 1 20 16,-8-7-144-16,0-9-76 0,3-9-84 15,1-20 12-15,4-8-160 0,0-19-248 16,4-7-684-16,1-7 144 0,-1-3-220 0,4-13 588 16,-1-10 192-16,1-9-876 0,5 4-1761 15,-6-29-1795-15</inkml:trace>
  <inkml:trace contextRef="#ctx0" brushRef="#br0" timeOffset="-150410.89">14458 16672 6704 0,'0'0'2788'0,"0"0"-1315"16,0 0-713-16,80-67 432 0,-52 55 220 0,0-1-364 16,-4 6-332-16,4 1 64 0,-5 6-236 15,-2 0-220-15,3 3-136 0,-5 10-40 16,-3 2 0-16,-4 8 48 0,1 5-36 0,-10 4-84 15,-3 6-76-15,0 4-12 0,-16 2-164 16,1 0-132-16,-6 0-76 0,-3 1-136 16,1-3-28-16,3-7-32 0,0-10-48 15,0-6-140-15,4-6-156 16,4-10-416-16,8-3-1105 0,-4-13-2707 16</inkml:trace>
  <inkml:trace contextRef="#ctx0" brushRef="#br0" timeOffset="-150126.586">14861 16706 3208 0,'0'0'8825'0,"0"0"-7621"0,0 0-1116 15,0 0 408-15,0 0 404 0,0 0-120 16,0 0-416-16,0 0-236 0,72 77-16 0,-64-45-24 16,-5-1-84-16,1 4 76 0,-4 1-32 15,0-2 16-15,0-5 84 0,0-4-72 16,0-9-24-16,0-3 20 0,0-7 28 15,0-6 100-15,0 0 36 0,0-6 24 0,9-10 140 16,3-9-20-16,4-7-220 0,7-6-112 16,-3-4-48-16,4 1 0 0,1 3 8 0,-2-1 52 15,1 7-60 1,4 1-72-16,-4 6-104 0,-5-1-192 16,5 1-216-16,-3 6-136 0,-2 0-124 0,-3 3-376 15,1 2-984-15,-6 6-2361 0,5-5-1591 16</inkml:trace>
  <inkml:trace contextRef="#ctx0" brushRef="#br0" timeOffset="-149985.98">15371 16634 10708 0,'0'0'1785'15,"0"0"-1017"-15,4 66-44 0,-4-37 556 16,0 3-24-16,-4 0-260 0,0-1-436 0,-4 1-352 16,0-4-208-16,4-2-56 15,-4-5-180-15,4-4-308 0,0-7-216 0,0-1-272 16,1-9-404-16,-2 0-736 0,-3 0-2077 15,0-16-1495-15</inkml:trace>
  <inkml:trace contextRef="#ctx0" brushRef="#br0" timeOffset="-149844.679">15324 16516 8352 0,'0'0'2613'0,"0"0"-993"0,0 0-472 0,0 0 332 0,0 0-588 15,0 0-536-15,86-54-300 0,-61 44-56 16,-1-5-124-16,0 2-492 15,0 0-748-15,-1 4-712 0,-7 3-2189 0,9 3-747 16</inkml:trace>
  <inkml:trace contextRef="#ctx0" brushRef="#br0" timeOffset="-149246.447">15606 16665 3524 0,'0'0'7861'0,"-16"77"-5721"0,12-46-924 16,0 1-208-16,-4 6 208 0,8-6-184 0,0-7-464 15,0-2-336-15,8-4-168 0,8-7-64 16,0-2-148-16,4-10-160 15,0 0-188-15,4-10 164 0,-4-6 96 16,-1-3 112-16,2-7 48 0,-1 5 64 0,-1-2-36 16,1-2 48-16,-4 3 60 15,0-4 4-15,1 4-16 0,-6 6 0 0,1 1-48 16,-4 4-76-16,-4 5-172 0,0 6 248 16,0 4 0-16,-4 9 544 0,0 2-132 15,4 10-168-15,-4 1-56 0,0 6-28 0,4-1 244 16,-4-2 812-16,7-6-520 0,-2-1-600 15,3-6-96-15,0-7-108 0,3 1-52 16,2-7-208-16,2 0 52 0,2-3 108 16,3 0 196-16,-1-6 8 0,1-7-572 0,0 0-176 15,8-3 84-15,-8 1 112 0,4 2 240 16,-5 3 308-16,2 1-36 0,-5 2-292 16,-4 4 148-16,-1 3 60 0,2 0 128 15,-5 10 256-15,-1-1-96 0,2 1-84 16,3-1-28-16,-1 1 16 0,2-8 196 15,2 3-260-15,-2-5-24 0,2-7-252 16,5-3 140-16,-4-3-12 0,-4-2-28 0,4-5-180 16,-4 2 56-16,0-1-4 0,-4 3 80 15,4-3 96-15,-8 2-48 16,0 2-116-16,0-2-12 0,-4 5 304 0,0 3 140 16,-4-1 176-16,-4 3 204 0,4 1 96 15,-4 6 64-15,-4 0 56 0,-1 4-376 16,-2 9-360-16,-1 2-236 15,0 8 100-15,0 2 136 0,-4 10 124 0,4-3 220 16,1 2 92-16,2 4 44 16,2-2-136-16,3-5-160 0,-1-2-60 0,5-7-24 0,4-3-40 15,9-6-60-15,6-4 4 16,9-6-4-16,8 1-160 0,8-4-220 0,8 0-384 0,12 0 216 16,0-7 464-16,3 1-104 15,1-1-744-15,-4 2-508 0,4 1-976 0,-21-2-2513 16,25-1-1499-16</inkml:trace>
  <inkml:trace contextRef="#ctx0" brushRef="#br0" timeOffset="-148802.891">17331 17091 12613 0,'0'0'2304'16,"0"0"-1412"-16,0 0-224 0,72 70 724 15,-33-55-220-15,6-8-352 0,2-7-280 16,9-7-248-16,0-15-160 0,4-6-132 0,-4-7-148 16,0-7-60-16,-5-5-416 0,-7-1-220 15,0 4-244-15,-9-4-668 0,-10 16-1216 0,-1-5-3081 16</inkml:trace>
  <inkml:trace contextRef="#ctx0" brushRef="#br0" timeOffset="-148537.311">17869 16510 12165 0,'0'0'1800'0,"0"0"-900"0,0 0-484 16,0 0 276 0,0 0 348-16,0 0-568 0,-56 66-260 0,52-21-204 15,4 13 164-15,9 1 580 0,-1 11-136 16,3 3-148-16,5 4-116 0,-4 2 28 16,-4 1 48-16,0 2-160 0,-8-2-148 0,0-1-112 15,0-3-8-15,0-4-4 0,-4-5 4 16,-4-10-12-16,0-6-60 0,0-13 60 15,5-9-36-15,-2-7-16 0,-3-9-32 16,4-4-52-16,-3-6-8 0,3-3-40 16,-9-6-108-16,5-3-112 15,-3-10 144-15,2 0-84 0,-2-11-36 0,7 2-288 16,-4-7-660-16,-1-2-964 0,5 5-2741 0,4-10-2623 16</inkml:trace>
  <inkml:trace contextRef="#ctx0" brushRef="#br0" timeOffset="-148131.829">18511 17024 10316 0,'0'0'1765'16,"0"0"-1089"-16,0 0-200 0,-81-29 364 15,62 20 32-15,7 6-304 0,0 3-244 0,0 0-136 16,4 10 44-16,0 8 128 16,0 14 16-16,5 4 196 0,-1 4 168 0,-1 2 12 15,5-4-348-15,0-7-220 0,5-5-184 16,2-10-72-16,5-4-124 0,4-9 0 16,4-3-88-16,8-8-108 0,3-12 68 0,1-5-60 15,0-7 12-15,0 0 0 0,-4 0 160 16,0 4 208-16,-12 2 4 0,0 4 76 15,-4 9 48-15,-8 7 76 16,0 6 36-16,-4 0 356 0,0 6-72 0,-4 13-176 0,0 0-232 16,0 6-100-16,-4 5 196 0,8-5 76 15,-4 0-124-15,4-6-160 0,0-3 0 16,4-6-112 0,8-4-232-16,0-6-344 0,4 0-4 0,4-13-4 15,4-2-444-15,-4-1-1728 16,16-13-3141-16</inkml:trace>
  <inkml:trace contextRef="#ctx0" brushRef="#br0" timeOffset="-147944.87">19053 16893 9744 0,'0'0'5153'16,"0"0"-4069"-16,0 0-744 0,0 0 272 16,-73 96 456-16,58-61-68 0,-1 6-56 15,4 0-152-15,4-2-244 0,3-11-108 0,5 1-307 16,9-10-133-16,7-3-461 0,8-4-355 15,0-9 192-15,0-3 132 0,8-9 64 16,0-13-52-16,3-10-148 0,1-6-516 0,7-7-1136 16,-11 7-2473-16,13-19-2927 0</inkml:trace>
  <inkml:trace contextRef="#ctx0" brushRef="#br0" timeOffset="-147745.269">19435 16354 10616 0,'0'0'2697'0,"0"0"-1757"15,0 0-384-15,0 0 136 0,0 0 168 16,-28 73-364-16,20-32-208 0,4 10-4 0,0 0 176 16,4 6 132-16,0 0-48 15,0 1-140-15,0-1-120 0,0-4-64 0,4-1-220 16,0-11-136-16,4-3-452 0,-4-3-248 16,0-10 16-16,4-6 64 0,-4-2-100 15,4-12-352-15,-4 2-148 0,3-7 564 0,-7 0-736 16,0 0-2721-16,0-10-147 15</inkml:trace>
  <inkml:trace contextRef="#ctx0" brushRef="#br0" timeOffset="-147586.099">19383 17030 588 0,'0'0'1748'16,"0"0"872"-16,0 0-396 0,-83-47-588 0,55 28 8 0,4 3-179 15,3-1-237-15,6 5-232 0,2 5-136 16,10 1 120-16,3 6-200 0,0 0-248 16,12 0-284-16,7 0 164 0,9 0-128 15,4 4-112-15,9-2-172 0,-2-2 0 16,1 0-8-16,-1 0-128 15,6-2-272-15,-6-8-624 0,10 1-652 16,-6-7-1048-16,-11 6-2137 0,20-6-251 0</inkml:trace>
  <inkml:trace contextRef="#ctx0" brushRef="#br0" timeOffset="-147310.321">19940 16945 10756 0,'0'0'2909'0,"0"0"-1745"0,-39 79-408 16,27-54 276-16,5 7 76 0,-2-7-196 0,9-5-172 15,0-4-300-15,4-7-172 0,5-2-268 16,10-7-12-16,1 0-40 16,8-13 44-16,4-3-68 0,0-9-316 15,3-4-224-15,1-3-24 0,0 0 20 0,-4 1-48 16,-4 2-80-16,-4 4-88 16,-8 3 120-16,-4 2 32 0,-8 4 224 0,-4 4 284 15,-12 5 176-15,-8 1 164 0,-4 6 268 16,-8 0 264-16,-4 6 100 0,-3 7 36 15,-1 0-72-15,-1 5-112 0,10 1-216 0,-1-2-196 16,8 2-236-16,8-3-64 0,5-7-332 16,2 1-420-16,5-4-176 0,4-2-88 15,0-4-848-15,0 2-2733 0,13-4-411 0</inkml:trace>
  <inkml:trace contextRef="#ctx0" brushRef="#br0" timeOffset="-147081.817">20307 16796 10876 0,'0'0'1721'16,"0"0"-1401"-16,0 0-268 0,41 66 76 0,-37-44 124 0,-1 4-8 15,-3-5 48-15,0 6-40 0,0-5-24 16,-3 0-36-16,-1 0-28 0,-9-3-24 16,2 3 276-16,-1-6 528 0,-1-4-56 0,10-5-180 15,-1-3-192-15,0-4-168 16,4-4-104-16,4-5-232 0,3-10-12 0,10-6-120 15,2-7-4-15,5-10 12 0,8 0-48 16,4-2-88-16,-1 0-72 16</inkml:trace>
  <inkml:trace contextRef="#ctx0" brushRef="#br0" timeOffset="-145822.236">21491 16780 4848 0,'0'0'3988'0,"0"0"-827"0,0 0-1449 16,0 0-596-16,0 0-256 0,0 0 8 15,0 0-208-15,-84 69-176 16,73-39-116-16,2 1 80 0,5 1 252 16,4 2-332-16,0-2-244 0,0-3-124 0,13-4-40 15,-2-3-44-15,2-2 36 16,-2-7-40-16,5-4-8 0,-4-4-40 0,4-1-12 15,4-4 76-15,-5-4 8 0,6-8-72 16,-1-1-60-16,-1-6-136 0,1-3-164 16,1 0-100-16,-2-3 100 0,1 0 144 15,-8-1 88-15,0 4 76 0,-4 3 148 16,-8-1 40-16,0 7 88 0,0-1 76 0,0 3 28 16,-11 5 56-16,-2 0 152 0,1-1 36 15,-4 7-16-15,1 0-72 16,-2 0-52-16,-2 3-112 0,2 4-140 15,2 2-44-15,-1 4-64 0,4 4-20 0,-1-3-16 16,6 3-12-16,3-4-184 0,0-1-448 16,4 1-280-16,0-7-1120 0,4 1-1945 15,7-7-1107-15</inkml:trace>
  <inkml:trace contextRef="#ctx0" brushRef="#br0" timeOffset="-145680.736">21817 16993 11041 0,'0'0'2024'0,"0"0"-1284"0,0 0-56 0,0 0 640 16,101 25-496 0,-73-32-452-16,3-9-252 0,1-6-124 15,4-6-124-15,0-7-564 0,-1-3-912 16,-11 6-2277-16,12-12-2895 0</inkml:trace>
  <inkml:trace contextRef="#ctx0" brushRef="#br0" timeOffset="-145325.264">22077 16484 11341 0,'0'0'2084'0,"0"0"-1204"15,0 0-160-15,0 0 324 0,-28 70 8 0,24-41-160 16,-4-1-276-16,8 10-244 0,-5 0-92 0,1 4-32 16,4 2 20-16,0 4-24 15,4 6-36-15,1 2-72 0,3-1-88 0,0 2 0 16,-1-2 40-16,2-2-8 0,3 1-80 15,-1 3-48 1,-2 4-28-16,-1-1 32 0,-1 0 44 0,1-3 160 0,-3-6-160 16,-5-7-148-16,4-2-84 15,-4-4 12-15,0-7-12 0,0-6 112 16,0-2 44-16,0-7-8 0,0-3 20 0,-4-7 56 16,-5 0-100-16,-2 1-40 0,-6-7 60 15,-6 0 28-15,-1 0-12 0,-8 0-152 16,0-10-292-16,-3-2 108 0,-2-4 60 15,-3-6 64-15,5-1-80 0,-1-5-248 0,4-1-244 0,4-3-688 16,8 1-616-16,4 5-1057 16,4-11-3179-16</inkml:trace>
  <inkml:trace contextRef="#ctx0" brushRef="#br0" timeOffset="-144818.86">23232 16618 4044 0,'0'0'1328'0,"0"0"3896"0,0 0-3371 0,0 0-133 16,0 0-180-16,0 0-236 0,0 0-484 15,0 0-328-15,12 80 76 0,-4-33 84 16,8 10 8-16,-4 9-136 0,3 4-120 16,-6 7-176-16,-1 1-8 0,-8 2-60 0,0 3-64 15,-8-1-96-15,-5-3-148 0,2-5-8 16,3-11-76-16,0-9-228 0,4-8-104 0,4-16 4 15,0-4 44-15,8-13-36 16,4-5-252-16,3-8-328 0,9-2-844 0,4-15 556 16,4-4-528-16,-11-2-1037 0,22-21-2163 0</inkml:trace>
  <inkml:trace contextRef="#ctx0" brushRef="#br0" timeOffset="-144528.078">24096 16719 12645 0,'0'0'2476'0,"0"0"-1340"0,0 0-452 16,0 0 432-16,0 0 228 0,0 0-488 15,0 0-404-15,-87 57-328 0,67-25-28 16,0 3 124-16,1 6-4 0,-2 6-44 16,5 5 12-16,-3 2 33 0,2 0 15 0,2 0-16 15,-2 3-44-15,6 0-64 0,3-4-108 16,3 2 0-16,5-10-84 0,9-3-112 15,2-12 4-15,6-8-4 0,2-2 15 16,5-15-111-16,0 0 12 0,4-5 36 0,0-13-96 16,4-6-76-16,-4-1-48 0,-5-5-124 15,-2 0-16-15,-5-1-136 0,-4-2-256 0,-9 6-396 16,-3-5-876-16,0 8-2013 16,-7-2-743-16</inkml:trace>
  <inkml:trace contextRef="#ctx0" brushRef="#br0" timeOffset="-144231.451">23901 17195 2704 0,'0'0'8293'0,"0"0"-6089"0,0 0-884 16,0 0-320-16,0 0 216 0,0 0 88 0,0 0-132 16,0 0-400-16,0 0-212 0,68 67-36 15,-40-67-132 1,0-6-368-16,4-3-24 0,-1-8-256 0,1-2-256 16,-4-3-304-16,-4 0-92 0,1 3-316 0,-10 2-572 15,1 3-720-15,-8 1-669 0,-4 7-1023 16,0-1 1708-16,-4 7 100 0,-4 0 1724 0,-8 2 676 15,0 9 744-15,-4 4 3788 0,0 1-1740 16,1 3-516 0,-2 3-399-16,6 7-337 0,-2-4-328 15,9 7-304-15,0-1-284 0,4 2-216 0,0 2-12 16,0-1-48-16,8 5-28 0,-3-5 0 16,3-2 12-16,-1-1-60 0,-3-1-272 0,-4-2-152 15,0-9-252-15,4-3-200 0,-4-3-64 16,5-7-180-16,3-6-460 0,-1-3-1112 0,1-3-2577 15,8-20-1047-15</inkml:trace>
  <inkml:trace contextRef="#ctx0" brushRef="#br0" timeOffset="-143998.09">24571 16627 4940 0,'0'0'7481'0,"0"0"-5757"15,0 0-1120-15,0 0-8 0,0 0 572 0,0 0-184 0,0 0-168 16,32 85-284-16,-25-43-152 16,1 6 72-16,-3 9 272 0,3 3-284 15,-4 1-172-15,3 2-136 0,-7 0-24 0,4 1-108 16,-4 0-84-16,0-7-60 0,-4-3-148 16,-3-4-184-16,-1-2-212 0,-1-10-60 15,5-2-200-15,-7-8-456 0,7-6-1132 16,-5-6-1913-16,5 0-935 0</inkml:trace>
  <inkml:trace contextRef="#ctx0" brushRef="#br0" timeOffset="-143210.06">25364 17224 7036 0,'0'0'3240'0,"0"0"-1359"0,0 0-769 0,0 0 96 16,0 0-100-16,0 0-76 0,0 0-84 15,83 0-220-15,-42-3-100 0,6 3-148 16,5-4-64-16,-1 4-24 0,9-2-160 0,-4 2-84 16,4 0-148-16,-4 0-12 15,-4 0-100-15,-1-4-96 0,-3 1-172 16,-1 0 112-16,-6 0-604 0,-5 0-52 0,-8-4-60 15,-9 4-232-15,-7 0-388 0,-4 0-544 16,-4 0-601-16,-4 3-1391 0,-8 0 1000 16</inkml:trace>
  <inkml:trace contextRef="#ctx0" brushRef="#br0" timeOffset="-143027.653">25583 17373 9580 0,'0'0'2205'0,"0"0"-1437"16,0 0-588-16,0 0 356 0,0 0 344 15,88 44-8-15,-45-40-56 0,9-4-208 16,3 0-348-16,-3-9-260 16,4-8-304-16,-3 2-176 0,-10-7-300 0,0-5-612 0,-2 2-832 0,-13 3-1701 0,4-10-843 15</inkml:trace>
  <inkml:trace contextRef="#ctx0" brushRef="#br0" timeOffset="-142744.408">26057 16912 8952 0,'0'0'1308'0,"0"0"-1012"0,0 0 313 0,0 0 879 16,0 0-188-16,103 58-288 15,-71-35-308-15,8 2-108 0,-4 0 240 0,0 4 56 0,0-3-348 16,-8 2-212-16,-1-3-148 0,-6 0-184 16,-10 4-56-16,-3 0-44 0,-3-1-24 15,-5 3 64-15,-13 5-112 0,-2-1 0 16,-9 0-52-16,-4 0 16 16,-4-4 20-16,4 4 40 0,-8-6-76 15,4 0-88-15,1-7-384 0,3-7-352 0,0-5-696 16,11-3-2457-16,-6-7-2887 0</inkml:trace>
  <inkml:trace contextRef="#ctx0" brushRef="#br0" timeOffset="-142254.608">27256 16843 11669 0,'0'0'2908'0,"0"0"-1204"0,0 0-360 0,0 0-36 16,0 0-300-16,24 95-240 0,-12-60-148 15,-4 3-168-15,4 7-183 0,0-1-77 0,-8 7-84 16,4-3-36-16,-4 0-60 0,-4-2 100 16,0 3-64-16,0-5 0 15,-4 0-48-15,-1-2-60 0,-2-8-112 0,7-2-176 0,-4-3-165 16,4-7-47-16,0-3 0 16,0-6-100-1,8-7-348-15,4-6-276 0,7 0-1236 0,2-9-524 16,-5-1-1801-16,11-15-951 0</inkml:trace>
  <inkml:trace contextRef="#ctx0" brushRef="#br0" timeOffset="-141466.886">28077 16731 5740 0,'0'0'1508'15,"0"0"-456"-15,0 0 336 16,0 0 445-16,0 0 59 0,0 0-232 0,0 0-460 0,0 0-252 16,0 0 80-16,-91-33-300 0,70 54-384 0,-3 5-112 15,5 12-72-15,-5 9 132 16,4 7 148-16,0 0-24 0,4 7-200 0,4-4-56 15,0-1-64-15,0-1-44 0,8-5 20 16,4-5 168-16,0-7-7 0,8-7-49 16,12-8-184-16,3-7-4 15,5-6-144-15,0-4-121 0,4-6-43 0,4-6-116 16,-4-7-84-16,1-9-40 0,-2 3-72 16,-7-7-164-16,0 5-348 0,-13-2-720 15,-2 4-476-15,-5 3-221 0,-4 3 729 16,-8 0 656-16,-4 4 688 0,-8-1-52 0,0 1 532 15,0 3 300-15,-3-4 776 0,-2 4 440 16,5-1-196-16,5 7 29 0,2 0 107 16,5 0-24-16,5 0-20 0,3 0-428 15,0 4-380-15,3 2-48 0,5 4 96 16,5-4-148-16,2 3-200 0,5-6-252 16,0 1-52-16,-4-4-260 0,4 0-120 15,0-10-36-15,-4 4-188 0,0-4-236 16,-4-2-316-16,0 1-432 0,-1-1-700 0,-6 3-689 15,3-1-1007-15,-8 1 1740 0,4 2 616 16,-4 2 1628-16,0 1 1096 0,-4 4 272 16,-4 0 312-16,-1 0 636 0,6 4-156 15,-9 1 13-15,8 9-717 0,-5-2-192 16,6 7-80-16,-1 3-464 0,4 3-124 0,-4 4-52 16,4 3-64-16,0-1-36 0,0 1-40 15,4-1-60-15,-4 2-52 0,4-8-156 16,-4 1-136-16,3-7-184 0,1-6-524 0,1-4-424 15,3-3-132 1,0-3-568-16,-1 0-552 0,10-6-2509 0</inkml:trace>
  <inkml:trace contextRef="#ctx0" brushRef="#br0" timeOffset="-141234.405">28611 16687 7672 0,'0'0'3913'0,"0"0"-2493"0,0 0-184 16,0 0 152-16,0 83-172 15,-4-42-296-15,-4 4-192 0,3 9-244 0,-2 6 164 16,3 0 232-16,-4 3-392 0,4-2-184 16,0 2-304-16,0-5-48 15,-4-2-244-15,0-1-148 0,0-7-304 0,0-7-300 16,-4-6-640-16,8-14-1412 0,-7 2-3821 15</inkml:trace>
  <inkml:trace contextRef="#ctx0" brushRef="#br0" timeOffset="-140897.228">28783 17123 12405 0,'0'0'2088'16,"0"0"-1256"-16,0 0-404 0,0 0 916 15,95 47-132-15,-51-34-372 16,-5-7-352-16,9-6-256 0,-4 0-232 0,0-9-336 16,0-4-404-16,-4-3-432 0,-8 0-552 0,-13 4-2156 15,-2 1-4625-15</inkml:trace>
  <inkml:trace contextRef="#ctx0" brushRef="#br0" timeOffset="-140731.401">28901 17298 9412 0,'0'0'4849'0,"0"0"-4041"0,0 0-568 16,0 0 528-1,0 0 532-15,97 28-348 0,-58-28-544 0,5 0-396 0,4 0-12 16,-1-9-72-16,-2-2-248 0,-6-4-336 0,6 3-352 15,2-5-364-15,-4-2-1088 0,-2 6-3525 0,10-6 129 16</inkml:trace>
  <inkml:trace contextRef="#ctx0" brushRef="#br0" timeOffset="-140428.062">30196 16923 10256 0,'0'0'2521'0,"0"0"-1501"15,-19 98-768-15,6-47-24 16,2 12 356-16,-5 7 308 0,0 9-160 0,4 4-272 15,0 4-148-15,0-3-40 0,4 2-260 16,5-4-12-16,-2-5-136 0,1-4-184 0,0-6 80 16,4-10-144-16,0-13-360 15,4-6-608-15,5-9-928 0,-2-10-2717 16,5-3-675-16</inkml:trace>
  <inkml:trace contextRef="#ctx0" brushRef="#br0" timeOffset="-140127.899">30261 17027 11189 0,'0'0'1784'0,"0"0"-1464"0,0 0-80 15,0 0 736-15,0 0 112 0,79-25-408 0,-59 25-208 16,-1 6 40-16,2 4-40 0,-5 6-200 15,-4-1-76-15,-1 4-8 0,-6 4-40 16,-5 3-36 0,0 2-28-16,-5 0-8 0,-2 4 8 0,-9 3-24 15,-4-3-8-15,0 0-52 0,-4-1-100 0,0-2-208 16,-4-7 60-16,4-3-8 16,0-3-168-16,5-10-108 0,2-6-228 0,6 0-552 15,-6-12-184-15,10-4-728 0,-1 0-2477 0,4-9-1411 16</inkml:trace>
  <inkml:trace contextRef="#ctx0" brushRef="#br0" timeOffset="-139143.087">31002 16138 4652 0,'0'0'5212'16,"0"0"-2763"-16,0 0-601 0,0 0-184 16,0 0-76-16,0 0-140 15,0 0-600-15,0 0-300 0,8 67-96 0,-8-26-100 0,3 13-144 16,-3 7-72-16,0 2-64 16,0 4-60-16,-7-4-12 0,-1-2-48 0,-8-1-28 15,4-4 64-15,-4-1-36 16,4-11-36-16,-1-6-24 0,2-13-40 15,7-6-48-15,-4-8 28 0,8-8-52 0,0 0-184 16,0-3-172-16,0-3-160 0,0-4 156 16,0-6-40-16,8-2 208 0,-4-4 212 15,4-4 88-15,4-2 0 0,0 3 16 0,-1-7 96 16,2 4 52-16,-2-4 36 0,2 1 48 16,-1 2 64-16,3 1 60 0,1 3-48 15,0 6-76-15,4 3-12 0,-4 4 36 16,4 5 152-16,-4 1-16 0,0 3-88 0,-4 0-48 15,-4 7-100-15,0-1-48 0,-8 1 112 16,0 2 36-16,-4 4-60 0,-8 2-92 16,-4 1 4-16,-5 3 72 0,-2-3-72 31,-5 1-12-31,0-5-64 0,4 1-132 16,-4-1 108-16,4-2-20 0,5-1-16 0,-1-2 112 0,4-1 12 0,7-3 72 15,2 0-68-15,3-3-4 16,4 0-4-16,0 3-144 0,0 1 92 0,4 2 56 15,3 4 308-15,6 2 108 0,-1 4-132 16,4 0-40-16,-1 3-96 0,2 1-64 16,7-6 12-16,-5 5 40 0,1-2-12 0,5-1-28 15,-2-3-48-15,-3-1-48 16,4 1-8-16,0-3-40 0,3-1 0 0,1 4-172 0,4-7-24 16,-4-3-812-16,0-3-348 0,4 0-924 15,-16 0-3057-15,8 0-4103 0</inkml:trace>
  <inkml:trace contextRef="#ctx0" brushRef="#br0" timeOffset="-138988.488">31524 17195 9732 0,'0'0'4829'0,"0"0"-4325"0,0 0-340 15,0 0 404-15,0 0 100 0,0 0-668 0,0 0-808 16,0 0-832-16,0 0-904 0,0 0-2641 0</inkml:trace>
  <inkml:trace contextRef="#ctx0" brushRef="#br1" timeOffset="-101967.285">20232 4842 1212 0,'0'0'10489'16,"0"0"-9029"-16,0 0-864 0,0 0 0 0,0 0 428 15,0 0 132-15,0 0-368 16,0 0-356-16,0 0 0 0,0 0 100 0,0 0-116 16,80 75-56-16,-72-24-192 0,-4 4-20 0,-4 8-48 15,0-2-16-15,-4 2-24 0,-4-3-60 16,-1-6-72-16,5-6 12 0,-3-7-4 15,7-9-68-15,0-7 80 16,0-9 4-16,0-6-124 0,0-3 24 16,4-5-60-16,-1-2 36 0,5-7 12 15,5-12 24-15,-2-3 52 0,10-6-28 0,-2-10 52 16,5-6-16-16,-4-5-48 0,4 2-48 16,-1-7-40-16,-2 4 40 0,-1-5-188 15,-5 8 100-15,6 5 136 0,-1 7 60 16,-8 10 60-16,3 10 4 0,-2 4 100 15,2 8-12-15,-6 3 148 0,6 7 24 16,-7 8-36-16,4 8-100 0,0 6-12 0,-4 3-4 16,0 9 204-16,-4 1-128 0,-4 5-48 15,0-3 48-15,0 0-84 0,-8 2-100 16,4-6-8-16,0-5-64 0,0-3 12 16,0-3-112-16,4-4-52 15,-4-6-24-15,4-4-36 0,0-2-136 0,0 0-228 16,0-7-332-16,8-2-760 0,0-4-752 15,8-4-2021-15,-8 2-463 0,12-15 4220 0</inkml:trace>
  <inkml:trace contextRef="#ctx0" brushRef="#br1" timeOffset="-101767.093">21029 5131 5124 0,'0'0'10057'15,"0"0"-8473"-15,0 0-1236 0,0 0-40 16,0 0 500-16,0 0 312 0,107 16-264 0,-71-16-320 16,8 0-292-16,-1 0-244 0,2-4-48 15,-6 1-256-15,1-3-248 0,-3 0-316 16,-5 2-228-16,-6-3-1112 0,-5 1-2392 0,-14 6-3761 16,-7 0 6117-16</inkml:trace>
  <inkml:trace contextRef="#ctx0" brushRef="#br1" timeOffset="-101621.134">21145 5311 11325 0,'0'0'4500'0,"0"0"-4188"0,0 0-20 16,0 0-92-16,0 0 400 0,103 3-4 0,-60-12-216 16,9 0-380-16,8-3-48 0,0-5-336 15,0 1-508-15,0 0-780 0,-21 4-1532 16,17-4-3797-16</inkml:trace>
  <inkml:trace contextRef="#ctx0" brushRef="#br1" timeOffset="-101120.522">22642 4791 7536 0,'0'0'4881'0,"0"0"-3617"16,0 0-552-16,0 0-332 0,0 0 500 0,0 0 612 16,0 0-316-1,0 0-204-15,17 88-604 0,-10-36-232 16,-7 11 60-16,4 7 84 0,0 9 40 0,0 7-52 15,-4-4-136-15,0 4-132 0,0-6 0 16,0-4 0-16,0-9-8 0,0-3-100 0,5-8-40 16,-1-8-48-16,-4-4-84 15,7-9-88-15,-3-4-132 0,0-7 68 0,0-6-84 16,0-5-236-16,1-7-608 0,2-2-480 0,-3-4 60 16,0-7-57-16,4-6 389 0,-4-8-432 15,4-12-760-15,-4-5-688 16,-4 7 2664-16,0-33 12 0</inkml:trace>
  <inkml:trace contextRef="#ctx0" brushRef="#br1" timeOffset="-100854.746">22706 5001 10476 0,'0'0'1405'0,"0"0"-945"0,0 0-76 0,24-70 268 0,-12 53 224 15,8 1-192-15,0 4-308 0,4-1-96 16,-1 4 8-16,5 2-28 0,-4 4-40 15,-3 3-220-15,-2 3-124 0,-3 7 60 16,0 2 12-16,-7 7-36 16,-6 4 88-16,-3 3 76 0,0 2 40 15,-12 0-112-15,-4 4 60 0,-4 0-64 0,-8 4 0 16,0-3-4-16,-4 3-48 0,4-5 40 16,0-2-68-16,1-4-44 0,7-5-88 15,9-8-228-15,-2-3-280 0,9-4-232 0,4-3-464 16,0-2-1121-16,4 0-2271 15,4 0 268-15,8 0 4145 0</inkml:trace>
  <inkml:trace contextRef="#ctx0" brushRef="#br1" timeOffset="-100575.451">23359 5559 8808 0,'0'0'6413'0,"0"0"-6413"0,0 0-404 16,0 0 152-16,0 0 252 0,0 0 644 15,0 0-280-15,0 0-224 0,72 76-136 16,-60-54 8-16,1 1 88 0,-6 6-48 16,1-4 60-16,-8-3-108 0,4 0 72 15,-4 0-72-15,0-2-4 0,0-5 0 0,0 1 0 16,0-3-52-16,0 0-36 0,0-6 76 0,0-5 0 15,0-2-64-15,0 0-248 16,0-9-676-16,0-7-676 0,0-3-769 0,0 3-5683 16,0-16 7516-16</inkml:trace>
  <inkml:trace contextRef="#ctx0" brushRef="#br1" timeOffset="-100445.027">23431 5311 4832 0,'0'0'6165'0,"0"0"-4573"15,0 0-624-15,0 0-180 0,0 0 476 0,0 0-496 16,0 0-704-16,92-34-64 0,-68 21-720 0,3-3-644 16,1-3-1676-16,-4 3-5565 15,4-12 7929-15</inkml:trace>
  <inkml:trace contextRef="#ctx0" brushRef="#br1" timeOffset="-99598.008">23714 4032 168 0,'0'0'11193'16,"0"0"-9809"-16,0 0-604 0,0 0-184 15,0 0 316-15,-20 66 104 0,16-30-184 16,4 5-212-16,-4 7-296 0,0 2 32 0,0 5 52 15,-3 5 36-15,-6 0-248 16,2 1-196-16,-2-4-12 16,-2-7-76-16,7-6-68 0,-1-12 32 0,5-3 116 15,0-10-80-15,4-3 4 0,0-6-140 16,-3-4-60-16,3-3 24 0,0-3-172 0,0 0-80 16,0 0-24-16,0-7 84 0,3-2 100 15,1-8 76-15,5-1 8 0,-1-8 80 16,3 1-76-16,-3-3-144 0,5-4 56 15,-2 1 72-15,6 2 88 0,-6 4 192 16,6 6-12-16,-2 6 12 16,1 6 36-16,-4 4 208 0,4 3 176 0,-4 0 20 15,-4 0-48-15,-1 6-124 0,2 4-4 16,-9-1-12-16,0 1-16 0,0 3 4 16,-4 0 0-16,-8 1-88 0,0 0-68 0,-4 2 32 15,0-4-116-15,0 1-8 0,0-3-52 0,0-4-40 16,8 0 60-16,1-2 40 15,-2-1 100-15,5-3 36 0,4 0 0 0,0 0-136 16,0 0-36-16,0 3 36 0,0-3 72 16,0 3 16-16,9 3-80 0,-5 4 392 15,3 2-28-15,5-2-164 0,-3 3-156 16,-2-1 156-16,5 2-60 0,-3-6-60 16,-2 3-80-16,-3-5-8 15,4 0-52-15,-4 1 40 0,4-1-136 0,0-3-72 16,0 3-276-16,-1-3-712 0,10-3-252 15,-6 0-1712-15,6 0-2965 0,-6-3 502 16,10-10 5635-16</inkml:trace>
  <inkml:trace contextRef="#ctx0" brushRef="#br1" timeOffset="-99417.058">24105 4686 7020 0,'0'0'4937'0,"0"0"-3749"0,0 0-768 15,0 0 180-15,0 0 396 0,0 0 152 16,0 0-236-16,0 0-392 0,0 0-360 15,0 0-156-15,19 42 0 0,-19-36-8 0,0 0-36 16,0 1-96-16,0-1-52 0,0 0-60 16,0 1-212-16,-4-5-304 0,0 2-204 0,4-4-412 15,-3 0-796-15,3-4-2537 0,0 2-1447 16,-4-15 6004-16</inkml:trace>
  <inkml:trace contextRef="#ctx0" brushRef="#br1" timeOffset="-99286.77">24188 4464 10828 0,'0'0'4601'0,"0"0"-4565"16,0 0-28-16,0 0-8 0,0 0 0 0,88-35-48 15,-64 29-608-15,0-1-1072 0,0 4-2781 16,-12 0-3967-16,-5-4 8421 0</inkml:trace>
  <inkml:trace contextRef="#ctx0" brushRef="#br1" timeOffset="-98755.947">21467 4766 692 0,'0'0'1148'0,"0"0"7196"0,0 0-6015 16,0 0-621-16,0 0-448 0,0 0-216 15,0 0-396-15,0 0-236 0,0 0 120 16,0 0 220-16,120 15-100 16,-68-12-236-16,-1 1-284 0,-3-4-88 0,4 0-44 15,-5 0-64-15,2 0-96 0,-2 0-20 16,-3-7-140-16,-4 1-284 0,3-1-368 0,-2 0-160 16,-5-1-592-1,-12 2-1292-15,3-1-3713 16</inkml:trace>
  <inkml:trace contextRef="#ctx0" brushRef="#br1" timeOffset="-98559.63">21989 4803 4280 0,'0'0'1616'0,"0"0"2076"0,-24 67-2131 0,20-32 95 0,-4 7 240 16,1 8-144-16,-2 1-300 0,1 6-524 15,-3-1-388-15,2 3-220 0,-3-6-200 0,1-2-120 16,-2-7-100-16,9-9-48 0,-3-9-12 15,7-13-84-15,0-4-224 0,0-6-188 16,7-3-200-16,1-3-40 0,8-10-516 0,0-9-980 16,4-3-2385-16,-8 2-1555 15,8-14 6112-15</inkml:trace>
  <inkml:trace contextRef="#ctx0" brushRef="#br1" timeOffset="-98363.227">22053 4870 10904 0,'0'0'1429'16,"0"0"-613"-16,0 0 0 0,0 0 312 0,0 0-400 16,0 0-464-16,0 0 64 0,0 0 24 0,3 91 108 15,1-49 248-15,-4 3-240 16,4 3-184-16,-4 3-204 0,0 3-80 0,0-1-8 0,-4 4-100 16,-3 0-128-16,-1 1-284 15,-5-5-384-15,2 2-128 0,3-1-464 16,-5-3-696-16,2-4-669 0,-1 1-1811 0,4-16 320 15</inkml:trace>
  <inkml:trace contextRef="#ctx0" brushRef="#br1" timeOffset="-92089.826">27547 4588 5676 0,'0'0'480'16,"0"0"3808"-16,0 0-3231 0,0 0-685 0,0 0 628 15,0 0 160-15,0 0-272 16,0 0-272-16,-36-54-176 0,32 51-88 15,4 3-52-15,0 0-60 0,-4 5-4 16,0 8 48-16,4 4 0 0,0 8 52 16,-4 7 24-16,4 5-64 0,0 12-100 15,-3 1 12-15,-1 11-196 0,-9 5-8 0,-2 4 48 16,-2 3-52-16,-7 3 0 16,1-6-60-16,3 0-64 0,0-12 124 15,4-8 0-15,0-6-96 0,4-9-36 16,4-10 128-1,4-5-52-15,4-11-44 0,0-3-60 0,0-6 24 16,4 0 100-16,4-6 36 0,4-10 356 0,0-3-196 0,8-3-160 0,-4-10-172 16,8-4-24-16,-1-1-28 15,1-3-96-15,0-6 84 0,-3 5-160 16,-6 0 44-16,2-1 192 0,-6 5 156 0,1 5 4 16,-4 3 136-16,4 7-12 0,-4 3-24 15,-1 5 24-15,2 9 76 0,-1-2-12 16,0 5-40-16,4 2-64 0,-4 0-72 15,3 0 72-15,-2 6 4 0,-1 0-88 0,-4 3 100 16,-4 4-52-16,0 7-44 0,-4-1 96 16,-13 3-40-16,2 0-60 0,-1 0-112 0,-9 1-120 15,10-1-56-15,-5-6 68 0,4-4 68 16,-4 1 92-16,8-7-64 0,-4 1 60 16,1-1-72-16,2 0-128 0,1-2 4 15,-4-2 4-15,8-2 56 16,1 0 0-16,3 0 0 0,0 0 36 15,4 0-88-15,0 4-104 0,0-4 28 16,0 0 140-16,0 0 60 0,0 0 0 0,0 0-60 16,8 0 188-16,-5 3 12 0,5 0 280 15,5 4 76-15,-2-1 148 0,6 0-164 16,-2 4 16-16,2-1-192 0,2 4 164 0,1 2-176 16,-4 2-40-16,4-2 52 15,0-2-28-15,-4-1-148 0,0 5-48 16,-4-9-204-16,0 3 192 0,0-2-232 0,-5-2-24 15,-3-4-108-15,0 3-336 0,1-6-264 16,-1 0-1036-16,0 0-1209 0,-1 0-3719 16</inkml:trace>
  <inkml:trace contextRef="#ctx0" brushRef="#br1" timeOffset="-91750.46">27842 5279 7044 0,'0'0'600'0,"0"0"1888"16,0 0-1507-16,0 0-249 0,0 0 356 0,0 0 200 15,0 0-392-15,0 0-392 0,0 0-152 16,0 0-48-16,60 26-92 0,-53-17-76 16,-3 8 16-1,-4-1-4-15,0 3 0 0,0 3 16 0,0 0-40 16,-7-3-64-16,3 0 28 0,0-3-88 16,0-3-48-16,4-4-52 0,0-6-148 0,0-3-176 15,0 0-168-15,4-5-288 0,4-6-396 0,-5-1-972 16,5-11-3649-16</inkml:trace>
  <inkml:trace contextRef="#ctx0" brushRef="#br1" timeOffset="-91591.692">27930 5032 1084 0,'0'0'4988'16,"0"0"301"-16,0 0-3125 15,0 0-608-15,0 0-436 0,0 0-56 0,0 0-536 16,79-38-528-16,-59 35-272 0,0 3-176 0,0-3-464 15,-4 3-500-15,-4 0-1324 16,0 6-3125-16</inkml:trace>
  <inkml:trace contextRef="#ctx0" brushRef="#br1" timeOffset="-90896.247">28467 4966 4924 0,'0'0'8285'0,"0"0"-6849"0,0 0-792 0,0 0 84 15,0 0 600-15,0 0-164 16,0 0-512-16,0 0-284 16,0 0 256-16,0 0-184 0,0 0-76 0,100 37-132 15,-68-24-76-15,-4-6-104 16,4 2-48-16,-5 1 68 0,1-4-64 0,-4 3 28 16,-4 1-36-16,-4 0-108 0,-4-1 44 15,0 1-92-15,-4-1 32 0,-4 0 28 0,0 8-36 16,-4-5 68-16,-4 4 64 0,-12 0-96 0,0 3-12 15,-4 0 44-15,-4 0-56 16,-4-3 112-16,0 0-80 0,-3 4 84 16,-1-6-44-16,0 2-12 0,0 1-76 15,4-5-84-15,0-2-196 0,13-2-100 16,-2-1-52-16,9-3-100 0,5-4-340 16,3 0-876-16,0 0-1076 0,0 0-2717 0</inkml:trace>
  <inkml:trace contextRef="#ctx0" brushRef="#br1" timeOffset="-89797.642">29009 5309 4772 0,'0'0'5724'0,"0"0"-4231"16,0 0-505-16,0 0 336 16,0 0-164-16,0 0-292 0,-80 31-356 0,57-18-88 15,-1 2-124-15,0 2-80 16,0-1-32-16,0-1-104 0,4 1-8 15,-4 0-16-15,4-3-60 0,1 3-8 0,-2-1-100 16,-3-2 20-16,5 3-48 0,-1-3-52 16,4-7-60-16,8 1 0 0,4-4-300 15,4-3-168-15,0 0-216 0,12-7-844 0,-4-2-1477 16,24-14-2171-16</inkml:trace>
  <inkml:trace contextRef="#ctx0" brushRef="#br1" timeOffset="-89556.219">29483 4797 5228 0,'0'0'1212'0,"0"0"3985"0,0 0-3637 0,0 0-24 15,0 0-36-15,0 0-116 0,0 0-308 0,-12 80-228 16,9-52-140-16,3 7-328 0,-4 3-4 15,-5 0-180-15,5 7-96 0,0 3-100 0,-3-1-84 16,3 4-12 0,-4-4 8-16,-1 4-104 0,2-6-40 15,-1-4-404-15,-1-3-836 0,5-3 44 0,1-7-516 16,3-5-812-16,-4 2-2613 0</inkml:trace>
  <inkml:trace contextRef="#ctx0" brushRef="#br1" timeOffset="-88962.737">27340 6216 4712 0,'0'0'2004'0,"0"0"1224"16,0 0-2167-16,0 0-45 0,12 80 108 0,-8-48 8 15,4 6-296-15,-4 6-220 0,0 7-164 0,0-1-60 16,-4 2-32 0,0 2-72-16,0-1-80 0,-4-1-108 15,-4-5-88-15,0-3-12 0,0-5-60 16,4-5-64-16,0-5-76 0,0-8-36 15,4 2-112-15,0-10-108 0,0 0-208 0,4-7-384 16,0-3-544-16,0-3-941 0,4-6-275 16,0-4-188-16</inkml:trace>
  <inkml:trace contextRef="#ctx0" brushRef="#br1" timeOffset="-88704.817">27447 6229 4892 0,'0'0'4628'15,"0"0"-2139"-15,0 0-1337 0,0 0-300 16,0 0 360-16,8-66-16 0,1 62-484 16,-2-2-276-16,5 6-188 0,0 0-76 0,0 0 24 15,4 3-20-15,0 7 68 0,-4 2-44 16,0 4 8-16,0 0-48 16,-9 3-100-16,-3 4-56 0,0-2-4 0,-7 4-4 15,-9 5-68-15,-4-2-64 0,-4 4-172 16,-4-3-64-16,0-4-132 0,1-3-56 15,3-2 24-15,4-8-92 0,8-3-224 0,-1-3-300 16,10-2-480-16,3-4-1069 16,0 0-2515-16</inkml:trace>
  <inkml:trace contextRef="#ctx0" brushRef="#br1" timeOffset="-88490.893">27694 6534 156 0,'0'0'8448'0,"0"0"-7180"0,0 0-352 0,0 0 321 0,0 0-49 16,0 0-156-16,80 47-288 0,-72-34-224 16,0 3-156-16,-4 3-104 0,-4 0-80 0,4 0-52 15,-4 3-68-15,0 0 104 0,0-2-4 16,-4-1-60-16,0 0-12 0,0-6-28 16,0-1-60-1,4-6-44-15,0-2-20 0,-4-1-20 0,4-3-280 16,0 0-540-16,0-3-308 0,0-7-368 0,0 4-1441 15,-4-13-2331-15</inkml:trace>
  <inkml:trace contextRef="#ctx0" brushRef="#br1" timeOffset="-88326.706">27770 6317 8836 0,'0'0'1916'0,"0"0"-939"0,0 0 559 16,0 0 88-16,0 0-540 0,0 0-392 0,88-2-332 15,-72 4-360-15,4 3 0 0,3-3-136 16,1-2-300-16,4 4-736 0,-8-4-920 16,12 0-4141-16</inkml:trace>
  <inkml:trace contextRef="#ctx0" brushRef="#br1" timeOffset="-87311.123">28977 6340 4332 0,'0'0'4508'15,"0"0"-2812"-15,0 0-651 0,0 0 299 16,0 0 132-16,-7 77-352 0,7-42-408 16,0 5-216-16,0 9-112 0,0 1 96 0,-4 1-64 15,4 3-172-15,-5-3 24 0,5-1-12 0,-4-2-176 16,4-4-84-16,0-2 0 0,0-10-72 15,0-7-224-15,4-3 0 16,5-8-88-16,-5-6-12 16,-1-2-400-16,5-2-436 0,0-4-428 15,-3-4-576-15,2-2-865 0,-3-13-3399 0</inkml:trace>
  <inkml:trace contextRef="#ctx0" brushRef="#br1" timeOffset="-87052.503">29025 6303 6504 0,'0'0'2688'16,"0"0"-1124"-16,0 0-163 0,0 0-353 15,0 0-196-15,0 0-256 0,0 0-204 16,0 0-64-16,0 0 12 0,0 0-196 16,91-19-144-16,-74 24-60 15,-6 4-80-15,2-2 140 0,-9 3 88 0,0 3-88 16,-4-5-100-16,-4 9 0 0,-9 2 88 15,-6 0-164-15,-1 3-16 0,-8 4-160 16,0-1-152-16,0-3-108 0,1 1-76 16,6-4-348-16,1-6-521 0,5-1-967 15,2-9-588-15,9-3-1667 0</inkml:trace>
  <inkml:trace contextRef="#ctx0" brushRef="#br1" timeOffset="-86772.1">29284 6391 3800 0,'0'0'3204'0,"0"0"-2220"0,0 0 28 15,0 0 452-15,0 0-243 0,79 16-425 0,-62-6-296 16,-9-1-116-16,-1 4-28 16,-2 0-16-16,-5 2-200 0,0 4-24 0,0-2 48 15,-9 2-64-15,-2 2-36 0,-1-1 0 16,0-5-12-16,4-5 24 0,0-1 36 15,4-6 52-15,4 1 88 0,0-4-12 16,0 0-16-16,0-4 356 0,4-2 332 16,4-3-440-16,4-7-472 0,0 0-124 15,4-6 0-15,0 2-84 0,-4-2-416 0,4 3-556 16,-8 3-44-16,3 4-316 16,-7-1-813-16,5 6-1671 0,-2-2-1164 0</inkml:trace>
  <inkml:trace contextRef="#ctx0" brushRef="#br1" timeOffset="-86605.672">29638 6369 6504 0,'0'0'2688'0,"0"0"-1784"0,0 0-272 0,0 0 501 16,0 66-57-16,0-49-248 0,-3-2-536 0,3-2-292 15,0-1-60-15,0-1-32 0,0-5-404 16,0-4-744-16,0 2-1089 0,-4-4-2935 15</inkml:trace>
  <inkml:trace contextRef="#ctx0" brushRef="#br1" timeOffset="-86450.19">29702 6188 8988 0,'0'0'2941'0,"0"0"-1865"0,0 0-400 16,0 0 552-16,0 0-8 0,0 0-616 15,0 0-604-15,0 0-100 0,0 0-184 16,97-19-436-16,-78 19-1188 0,-7 0-2217 0,8 6-2579 16</inkml:trace>
  <inkml:trace contextRef="#ctx0" brushRef="#br1" timeOffset="-85925.602">29913 6429 9640 0,'0'0'1561'0,"0"0"-457"0,0 0 176 0,0 0 404 0,0 0-352 16,0 0-660-16,0 0-384 16,0 0-28-16,0 0-28 0,0 0-180 0,41 55-52 0,-22-66-284 15,1 2-140-15,8-1-60 0,-3-2-16 16,-2-1 108-16,-3 3 128 0,0 4 28 16,0 0 44-16,-4 3 80 0,-4 3-28 15,0 0 140-15,-4 0 108 0,0 6 256 0,-5 1 212 31,1 2-60-31,-4 0-216 0,4 4-64 0,1 0-60 0,-1-1-16 16,-4-1 100-16,4-3-24 0,0 3-164 16,-1-3-72-16,1 3-64 0,5-5 52 0,-5 0 8 15,4 1 0-15,3-1 0 16,5 0-56-16,0-3-140 0,8 0-172 0,4-3-176 0,4 0-120 16,0 0 16-16,3-3 24 15,1-6-4-15,1-2 148 0,-2 3 268 16,1-3 216-16,-8 3 164 0,0-2 128 0,-9 0 104 15,2 5-32-15,-10-2 28 0,-2 0 48 16,-5 1-36-16,0 1-88 0,0-6-92 16,-4 5-12-16,0-4-100 0,-4 4-112 15,-4-3-212-15,-8 2 164 0,0 4-88 0,-4 0-52 16,-4 3 160-16,0 3 28 0,-3 7 164 16,2 8 260-16,1 6 48 15,0-3 188-15,9 8 216 0,2-4-336 16,2-3-260-16,11 0-132 0,0-3 24 0,0-3-172 15,11-3-112-15,13-4 40 0,0-2 24 16,12-4-28-16,4-3-20 0,8 0-64 16,-1-3-208-16,5-7-224 0,-3 0-148 0,-2 1-204 15,-3 0-492-15,0-1-1188 0,-12 4-2697 16,7-7-471 0</inkml:trace>
  <inkml:trace contextRef="#ctx0" brushRef="#br1" timeOffset="-83807.112">20101 4229 116 0,'0'0'4948'15,"0"0"-4948"-15,0 0-416 16,0 0-1032-16,0 0-416 0,-80-26 648 0,72 17 1132 0,0-1 84 15,-1-3 92-15,6-2 272 16,-5-1 576-16,4 0 400 0,-4-3-452 0,3 3-300 16,2 0 544-16,-5 0 584 0,4 4-196 15,0-1-172-15,0 7-263 0,-1-4-301 16,5 7 188-16,0 0 72 0,0 0-244 0,0 3-344 16,0 0-192-16,0 0-12 15,0 0 24-15,0 0-52 0,0 3-224 0,0 6-48 16,0 7 48-16,0 13 392 15,0 9 912-15,0 13-648 0,0 9-164 16,0 6-172-16,0 14-160 0,-7 6-24 16,3 11 8-16,-8 12-144 0,0 8-72 0,-4 11 64 15,0 5 8-15,1 6 148 0,-6 2 108 16,1-5 232-16,1-6-388 0,-2-7-52 0,6-5-44 16,-5-3 8-16,3-11 132 0,2-5-132 15,-2-11-12-15,6-5 0 0,-5-10-4 16,4-3-4-16,0-7-112 0,0-5 60 15,4-5-4-15,4-11-20 0,4-3-36 16,0-14-140-16,4-3 176 0,9-9-12 0,-2-1 44 16,1-2-32-16,8-4 0 15,-5 0 32-15,6 1 48 0,-5-1-8 16,3 1 4-16,-2-1-84 0,-2 0 92 0,-2 0 8 16,-2-3-8-16,6 1 4 0,-6-1 0 15,1 0-4-15,1 1 0 0,-2-4 4 16,2 0 4-16,-2 0 40 0,5 0-44 0,0 0 44 15,-1 0-40 1,6 0 4-16,-1-7 0 0,-1 4-4 0,2-4-8 16,-1 7-8-16,4-3 0 0,-1 3-76 15,-3 0 84-15,5 0 20 0,-2 0-20 0,5 0 0 16,3 3 96-16,6-3-72 16,3 3-16-16,7-3-8 0,1 0 48 0,4 0-48 15,8 0-4-15,0 4 0 0,4-1-36 16,3 4 40-16,5 0 0 0,8 4 8 15,-1-1 52-15,9 2-56 0,-1 5 8 16,9-2 76-16,3 2-16 0,6-5-24 16,2 4 0-16,5 0-48 0,3-1-68 0,4-2 64 15,5 3-80-15,4-3 84 16,3 4-12-16,4-5 8 0,5 3-48 0,-1 2 52 16,1-3 0-16,4 5 0 0,2 1-120 15,-2-1 68-15,4 0 52 0,-1-3 12 16,0 3-4-16,8 1 88 0,-3-2-24 0,3-2-72 15,-3 0 0-15,3-4-60 0,4 5 60 16,1-4 0-16,0-4-4 16,3 0 8-16,0 1 0 0,1-1-4 0,-1 1-136 15,0-1 40-15,-8-2 96 0,5 2 0 16,-9 2 4-16,-3 1 44 0,-1 1 0 16,-3-1-48-16,-9 1 0 0,1-1-8 0,-5 1 4 15,0-1-8-15,5 1 0 0,-4-3 0 16,-1-1 4-16,0-2-52 15,1 3 52-15,0-7-40 0,-5 3-64 0,0-3 104 16,5 0 8-16,-9 0 0 16,4-3 4-16,-2 4 0 0,-6-4 0 0,0 3 0 15,-3 0 84-15,0 3-88 0,-5-3-16 16,1 4-40-16,3-7 52 0,-4 6 4 16,5-6 0-16,0 0 0 0,4 0 8 0,3 0 68 15,1 0-76-15,-1-3 8 0,8 0-8 16,-3-4-52-16,-5 4-32 0,5 0 76 15,-9 0 4-15,-3 3 4 0,-4 0 60 16,-9 0 16-16,-3 3 20 0,-9 3 64 0,1-2 120 16,-4 2-12-16,-4 0-96 0,-1 0-24 15,-3-1-40-15,0-3 4 16,-9-2 8-16,-3 0-12 16,-8 0 52-16,-1-2-16 0,-3-5 4 0,-8 0-52 15,-4 1 16-15,-8-4-100 0,-8 4 36 16,-4-4-36-16,-5 4 73 0,-6 0-25 15,-6 0 52-15,1-1-16 0,-4 1 48 0,5-5-48 16,-6 3-84-16,1-5 40 0,0-3-48 16,4-1-4-16,-4-1-8 0,4-8-56 15,0-2 60-15,4-7-44 0,-4-6-48 16,4-10-208-16,0-6 87 0,0-3-87 0,0-10 12 16,4-7 24-16,0-1-196 0,4-9 0 15,-5-4 48-15,6-2 20 0,-1-2-244 16,-1 0-548-16,5-4-76 0,-4 4 84 15,0 0 152-15,0 2-4 0,-5-1-56 0,6 1-217 16,-1 4-143-16,-5 7-548 0,2 6 616 16,-9 3-236-1,-1 22 376-15,-3-12-1224 0</inkml:trace>
  <inkml:trace contextRef="#ctx0" brushRef="#br1" timeOffset="-76264.243">19940 3810 6064 0,'0'0'5593'0,"0"0"-4237"0,0 0-744 15,0 0-216-15,0 0 340 0,0 0 144 16,0 0-328-16,0-22-284 0,13 22 16 15,7-4 68-15,0 2 104 0,8-3-20 0,0 3-128 16,0 2-124-16,3-4-8 0,1 4-4 16,0 0-64-16,4 0-108 15,-1 0-116-15,1 0 24 0,5-3 84 0,-6 3-72 0,5-3-68 16,-4 3 88-16,4-2-76 0,0 2 136 0,-5 0-4 16,5-4-32-1,-8 4 24-15,-4 0 0 0,0 0-64 0,0 0 76 16,0 0-88-16,-4 0 80 0,0 0-76 0,-5 0-40 15,2 0 72-15,-1 4-108 0,-1-4 36 16,1 2 64-16,1-2-40 0,-2 0-76 16,5 0-36-16,-4 0 76 15,0 0-12-15,0 0 72 0,0 0 68 0,-4 0-104 16,4 0 36-16,-1 0 32 16,-2-2 44-16,7 2 48 0,-1-4 192 0,5 4-240 15,-4-3-64-15,4-1-12 0,0 1 76 16,8 0 152-16,-1-3-80 0,10 0-72 15,-2-1-160-15,5-3 160 0,3 2 112 0,5-3-112 16,0 5-100-16,-3 0-76 0,1-1 176 16,2 5 92-16,0-5 8 0,-3 4-100 15,3 3-4-15,-5-3-36 0,1 3 32 0,0 0 4 16,3 0-48-16,-3 0 52 0,8 0 8 16,-4 0-8-16,7 0 0 15,1 0-48-15,0 0 44 0,3 0-160 16,1 0 160-16,4 0-48 0,-8 0 40 15,3 3-92-15,1 0 92 0,-4 0-40 0,-1 1 68 16,1 1-16-16,-4-1 44 0,0 2-44 16,-1 4 0-16,1-3 12 0,0-2 40 15,0 2-28-15,4-1-20 0,3 1 12 16,2-4-16-16,2 0-64 0,0-1 60 16,6 2 4-16,-2-1 8 0,1 0-8 15,3-3-8-15,-6 4 8 0,2-1-52 0,0 1 52 16,1 1-4-16,-4-2 8 0,4 3-4 15,-5 1 100-15,1 0-88 16,0-2 64-16,0 6-76 0,-5-2-24 16,1-2 12-16,4 2 12 0,-1-3 0 0,-3 4-12 15,0-1 24-15,0 1-8 0,0-4-4 16,-1 5-4-16,-3-3-52 0,3 2 56 0,-3 0 8 16,0-1 0-16,0 4-8 15,0-1 0-15,0-2 0 0,-1 2 0 0,1 4 0 16,0-4 0-16,-1 2 0 0,1-1-60 15,0-1 60-15,3-2 76 0,2 2-76 16,-2-2-48-16,1 0 48 0,-1-1 12 0,-3 0-12 16,4 1-64-16,0-1 52 15,-4 1 8-15,3 0-8 0,-3-2 4 0,4 6 8 0,-5-4 0 16,1 2 4 0,0 1-4-16,-4-1 76 0,3 1-76 15,1 0 128-15,0 0-128 0,0-1-4 16,4 1-68-16,-1-1 68 0,9 1 0 0,-4-3 0 15,7 2-76-15,5-2 76 16,-4 2 4-16,3-2-64 0,1 3 64 0,4-1 60 16,-9 1-52-16,5 4 136 0,0-5-140 15,-4 4 60-15,-1-3 4 0,1-1-64 16,3 1 64-16,-3-1-64 0,4-2-8 0,-1-1 4 16,1 2-72-16,4-3 72 15,0-1 0-15,-4 0 12 0,2-2 4 0,-2-1-16 16,0 3-56-16,-5-1 56 0,5 0 0 15,-4-4-36-15,0 5 36 16,-4 0 12-16,-5-4 88 0,1 1-88 16,4 2-12-16,-5-3-48 0,2-3-12 0,-2 3 60 15,4 0 0-15,1-3 12 0,-4 4-12 0,4-4 0 16,-1 0 48-16,5 0-8 16,-4 0-28-16,4 0-12 0,-1 0-64 0,1-4-36 15,-5 1 12-15,1 0 76 0,0 3-40 16,0-3 52-16,-5 3-52 0,-3 0 40 15,-1 0-48-15,2 0 56 0,-5 0-4 16,-1 0-4-16,1 0 12 0,-4 0 0 16,0 0 0-16,-1 0 36 0,-4 0-20 0,1 0 20 15,-3 0-28-15,-1 0 64 0,-1-4-72 16,1 4-8-16,0-2 8 0,3-2-8 16,1 1-44-16,0 0-48 15,-4-1 0-15,-1 2 12 0,1-3 80 16,-7 3-60-16,-2-1 68 0,-7 3 0 0,-4 0 88 15,-8-3 0-15,0 3-24 0,-9 0 24 0,-2-4-76 16,-5 4 52-16,-1 0-16 16,-3 0-32-16,-4 0 48 0,0 0 36 0,4 0 88 15,-4 0-4-15,0 0-168 0,0 0-16 16,0 0-140-16,5-2-44 0,-1 2 96 0,3 0 88 16,1 0 0-16,5 0 72 0,-6 0-68 15,5 0 48-15,-4 2 12 0,4-2-60 16,0 4 4-16,-5-4 104 0,2 0-12 15,-1 3 60-15,0-3-48 0,-5 0-36 16,2 0-16-16,-1 3-44 0,0-3-4 0,0 0 52 16,-4 2-64-1,4-2-60-15,-4 5-16 0,4-5 28 16,-4 6 32-16,3 0-32 0,-3 7 48 0,0 3 76 16,0 3 24-16,0 3 96 0,-3 7-196 15,-1-1-36-15,-8 7-40 0,-4 6 52 16,0 7-136-16,-4 7 60 0,-8 8-24 0,0 6 12 15,-8 7 48-15,1 7 56 0,-5 3-192 16,-4 0-24-16,-4-1-96 16,4-2-220-16,1 0-112 0,-2-8 256 0,6-5 44 0,3-6-4 15,0-7 12-15,4-4 0 16,1-4 48-16,3-8-124 0,4-3-312 16,7-6-313-16,2-4-223 0,3-2-508 0,0-4-580 15,8-9-2268-15,0 2 4624 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16:34.119"/>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brush xml:id="br2">
      <inkml:brushProperty name="width" value="0.05292" units="cm"/>
      <inkml:brushProperty name="height" value="0.05292" units="cm"/>
      <inkml:brushProperty name="color" value="#C00000"/>
    </inkml:brush>
  </inkml:definitions>
  <inkml:trace contextRef="#ctx0" brushRef="#br0">14527 10394 7340 0,'0'0'5917'0,"0"0"-5457"0,0 0-460 0,0 0 0 16,0 0 292-16,3 87 756 0,5-50 136 15,0 4-124-15,1 1-364 0,2 3-176 16,5-4-40-16,-4-3 108 0,4-4-36 0,0-1-248 16,4-7-168-16,3-5-16 0,5-9-12 15,4 2 136-15,4-11-168 0,4 0-68 16,-4-3 4-16,0-3-12 16,0-7-48-16,-5-2-4 0,1-2-24 15,0 0 68-15,0-10-116 0,5-1 12 0,-2 0-60 16,5-7-56-16,3 1-8 0,2-1 56 15,2 1-56-15,-3 1 132 0,4 5 100 0,-4 6 4 16,-1 3-100-16,2 0-8 0,-2 7 108 0,9-4 164 16,4 4 32-16,-1-4-196 15,9 0 60-15,1 1-60 0,2 1 84 0,-3 5 28 16,3 0-4 0,-3-1-44-16,4 7-52 0,-9 0 72 15,5 0 52-15,-8 0-40 0,0 7-92 0,-9 2-4 16,-2 5 48-16,-10 1-36 0,-3 3-4 0,0 2 128 15,-8 6-4-15,0-1 28 16,-4 4-160-16,-4 2-24 0,-1 1 24 0,2 0 120 16,-9 0-120-16,3-4-156 0,-2 0 132 15,-5-2-24-15,0-4 48 0,-1-3-344 16,-3-2 40-16,0-9 132 0,4-1 24 0,-4-3 16 16,0-4-40-16,4 0-72 15,5-4 72-15,-1-5-248 16,3-4 188-16,5-5 56 0,9-1 104 0,-2-8-28 0,5 2-136 15,7-4 128-15,6 1 56 16,2-4 40-16,6 0-76 0,7 0 88 16,-1-3 64-16,4 4-52 0,1 3-8 0,4 2 72 15,3 1 8-15,2 5-84 0,-1 9 0 16,3 0 508-16,1 5-260 0,0 6-128 0,3 0 52 16,1 6-12-16,-1 7 24 15,-2-1-12-15,2 7-164 0,0-2 216 16,2-2-116-16,3 5 16 0,3-8-68 0,4 1-52 15,1-7-4-15,4 4 48 16,3-7 0-16,1 0-48 0,3-3 0 0,2 0-80 16,2-3 32-16,-4-3 48 0,5-7 52 15,0 0-52-15,3-6-48 0,1-1 48 16,-1-1-4-16,1-5-8 0,-1-2-124 16,-6 3 0-16,-6-4-44 0,-3 0-204 15,-17 4 40-15,-4 3 60 0,-6 0-24 0,-18 2 148 16,-7 9-52-16,-16-3 4 0,-12 9-252 15,-12 0-892-15,-8 5-508 0,-15 0-580 0,2 0-2121 16,-23 0-2343-16</inkml:trace>
  <inkml:trace contextRef="#ctx0" brushRef="#br0" timeOffset="963.886">14813 12697 3236 0,'0'0'612'0,"0"0"4016"16,0 0-3828-16,0 0-152 0,-24-74-156 15,12 55 229-15,0 4 191 0,-4-2 24 0,0 2-212 16,1 2-24-16,-2 1-16 0,2 5-20 16,-2 7 68-16,2 0-20 0,-1 7-168 15,-4 8-260-15,4 7-72 0,0 6 156 0,0 5-60 16,8 2 100-16,1 3-212 0,-2-2-136 16,9-9-60-16,-4-2-112 15,4-8 28-15,0-4-136 0,4-11 48 16,8-2 68-16,-4-2 96 0,4-8-32 15,4-4-208-15,-4 0-96 0,4-9-88 16,-8 4-164-16,3-3 36 0,2 9 92 0,-1 0 68 16,-5 7-204-16,6 6 112 0,2 0 480 15,2 13 24-15,-2-1 128 0,1 10 160 0,0 8 16 16,0-3 12-16,-4 9-68 0,0-1-40 16,0 0 16-16,-4 2 28 0,-3 1 8 15,-2 4 100-15,-3-1 64 16,-3 4 44-16,-6-1 4 0,1-2-80 0,-3-5-72 15,-6-2-16-15,6-6 64 0,-2-4 48 16,1-5-40-16,5-8-120 0,-2-5-84 0,1 0-16 16,1-7 5-16,-6 0-49 0,-2-5-124 15,-2-4-305-15,-2-3-119 16,-5-8 120-16,4-5-136 0,0-4 0 0,4-2-36 16,0-1-100-16,4-3-92 0,8 0-308 0,0 0-664 15,4-3-880-15,0 9-2257 16,4-18-2607-16</inkml:trace>
  <inkml:trace contextRef="#ctx0" brushRef="#br0" timeOffset="1340.859">15088 12183 2644 0,'0'0'9401'0,"0"0"-7765"0,0 0-344 15,20 66-172-15,-16-34 368 16,0 2-328-16,0 8-508 0,-4-2-356 0,0 9-244 0,0-2-52 16,0 4-76-16,-4 2-56 15,0-4-16-15,0-8-60 0,0-6-40 0,4-13-108 16,0-6-164-16,0-10-284 0,0-3-536 16,0-3-324-16,0 0-300 0,4-3-81 0,0-6-691 15,0-7-544-15,0-3 856 0,0-3 1120 16,-4-4 1292-16,4 1 12 0,-4 3 0 15,4 3 756-15,-4 2-12 16,8 5 1756-16,-4 2 1872 0,4 7-2279 0,3 1-269 16,2 2 120-16,2 0-232 0,6 0-440 15,-1 2-336-15,3 1-148 0,1 0-176 16,4 1-72-16,0-1-284 0,0-3-220 0,4 0-36 16,4-10-12-16,-8 1-320 0,0-10-388 15,0 3-336-15,-4-3-488 16,-5 3-1652-16,-3-9-4221 0</inkml:trace>
  <inkml:trace contextRef="#ctx0" brushRef="#br0" timeOffset="1522.178">15502 12214 1148 0,'0'0'10637'16,"0"0"-9293"-16,0 0-452 0,0 0 332 15,-4 70 436-15,8-39-100 0,5 4-464 16,2 4-352-16,-3 2-96 0,8 7-248 15,-4-1-388-15,4-3-12 0,-4 3-264 0,4-5-324 16,-4 0-316-16,3-14-300 16,2-3-644-16,3-9-636 0,3-9-304 0,-2-4-1733 15,10-3 461-15</inkml:trace>
  <inkml:trace contextRef="#ctx0" brushRef="#br0" timeOffset="1947.87">15988 12497 6900 0,'0'0'4725'0,"0"0"-2781"0,0 0-812 0,0 0 176 16,-52 89-116-16,37-48-300 0,-2 3-192 16,6 0-156-16,-1-6-152 0,4-2-76 0,8-14-204 15,-4-10-108-15,4-2 48 16,0-7-52-16,4-3-84 0,0 0 32 0,4-6 52 16,4-8 96-16,0-5-96 15,4-6-60-15,-5 0 44 0,6-7-68 16,-6 4 84-16,2-1-12 0,-2 4-84 0,2 3 80 15,-5 6-104-15,-4 7 8 0,3 2-32 16,-3 4-128-16,5 3 200 0,-2 3 72 16,1 7 344-16,4 5-148 15,0 4-112-15,4 4-24 0,-4 5-56 0,-4 4 48 16,4 3 20-16,-4 3-24 0,-4-1 64 0,0 9-48 16,-4-2-64-16,-4 1 0 0,-4-1 4 15,-4 4 44-15,-4-7-36 16,4 0 64-16,-4-2-68 0,4-5 64 0,0-5-12 15,5-4 12-15,-6-2 40 0,5-8-4 16,5-5 52-16,-5-4 0 0,4 0-16 16,-5-6-36-16,5 0-108 0,-3 0-36 0,-1-6-168 15,-1-3-164-15,-2-4 88 16,3 0-36-16,-1-6-76 0,2-3-136 16,-1-4-148-16,0-6-288 0,4-6-588 0,-1-6-884 15,2 12-2749-15,-5-31-3111 0</inkml:trace>
  <inkml:trace contextRef="#ctx0" brushRef="#br0" timeOffset="2131.498">16248 12237 9308 0,'0'0'6177'15,"0"0"-4957"-15,0 0-300 0,0 0 328 16,0 0-192-16,95 2-420 0,-71-4-428 0,4-5-208 15,3-7-220-15,1 2-268 0,-4-3-564 0,-4-2-532 16,-3 5-2188 0,-10-7-4001-16</inkml:trace>
  <inkml:trace contextRef="#ctx0" brushRef="#br0" timeOffset="2286.219">16578 12020 5944 0,'0'0'6181'15,"0"0"-4461"-15,0 0-656 0,12 83-44 0,-12-47 248 0,4 1-56 16,-4 1-448-16,4 4-556 16,-4-1-208-16,0 1-196 15,-4 2-520-15,0-4-432 0,-4 2-632 0,4-14-2108 0,4 11-3861 16</inkml:trace>
  <inkml:trace contextRef="#ctx0" brushRef="#br0" timeOffset="2817.954">18228 12293 6168 0,'0'0'6637'16,"0"0"-5437"-16,0 0-808 0,0 0-228 0,-80-22 228 0,52 22 452 16,-4 0-140-16,-4 0-292 0,1 7-76 15,-1 2 36-15,-4 7 36 16,0 3-12-16,-4 6-112 16,0 0 0-16,4 5 8 0,1 1-32 0,3 4-28 15,-1 0-108-15,14-4 8 0,-1 1-44 0,13-7 8 16,6-5 40-16,5-1-52 15,5-3 160-15,10-4-60 0,9 4-28 0,12-6-44 16,3 3-72-16,6-7-40 16,-2-3-12-16,9 0 0 0,-4-3-88 0,4 0 4 15,-9-6-52-15,2 0-32 16,-6-4-284-16,-7 4-296 0,-4-4-52 0,-8 4-40 0,-8 3-380 16,-5-1-1252-16,-7 4-3389 0</inkml:trace>
  <inkml:trace contextRef="#ctx0" brushRef="#br0" timeOffset="3000.878">17742 12862 5700 0,'0'0'912'15,"0"0"4657"-15,0 0-3793 16,0 0-460-16,0 0 152 0,0 0 356 16,0 0-364-16,0 0-532 0,76 22-272 0,-41-22-167 15,1-3-153-15,8-3-176 16,-4-1-160-16,4-3-52 0,-5 1-96 0,5-1-164 15,-4 1-409-15,3-5-107 0,2 6-664 16,-13 2-2332-16,11-7-4469 0</inkml:trace>
  <inkml:trace contextRef="#ctx0" brushRef="#br0" timeOffset="3536.562">18857 11997 10052 0,'0'0'1909'15,"0"0"-705"-15,0 0 76 0,0 0 120 0,0 0 92 16,20 100-380-16,-12-58-264 16,-4 8-136-16,4 4-224 0,-4 3-96 15,4 7-136-15,0 2-64 0,-4 1-32 0,-1 2-4 16,2-2-40-16,-1-7-116 0,0-2-100 15,0-14-80-15,4-9-124 0,4-9-88 0,0-7-120 16,-1-10-184-16,2-3-152 0,-5-3-276 16,3-3-564-16,-2-6-676 0,-1-3-1821 15,-1-11-2267-15</inkml:trace>
  <inkml:trace contextRef="#ctx0" brushRef="#br0" timeOffset="3684.601">19001 12519 4956 0,'0'0'5860'0,"0"0"-3843"0,0 0-1025 15,0 0-472-15,0 0 492 0,0 0 592 16,0 0-400-16,80-13-452 0,-48 13-200 16,3-3-120-16,5-3-152 0,-1-1-232 0,10-2-48 15,-6-7-48-15,2 3-112 0,-6-3-256 16,-3 1-344-16,-1-4-180 0,-7 3-352 16,-7-1-1344-16,-6-2-3609 15</inkml:trace>
  <inkml:trace contextRef="#ctx0" brushRef="#br0" timeOffset="3902.513">19423 12026 6036 0,'0'0'2740'0,"0"0"37"16,0 0-1649-16,0 0-120 16,0 0 676-16,0 0 48 15,0 0-408-15,40 89-476 0,-32-57-248 0,4 4-196 0,-4 4-96 16,0 8-28-16,-5 6-148 15,1 4-92-15,1-2-40 0,-5 5-84 0,0-1-24 16,0-4-308-16,0-1-196 0,0-4-112 16,0-4-88-16,0-2-404 0,0-3-1184 0,0-17-3045 15,0 10-3135-15</inkml:trace>
  <inkml:trace contextRef="#ctx0" brushRef="#br0" timeOffset="8139.516">15749 14364 2856 0,'0'0'7988'16,"0"0"-6571"-16,0 0-729 15,24 95-140-15,-20-54 332 0,0 6 104 0,-4 1-368 0,5 6-336 16,-5 1-44-16,0-5-148 0,0-2-88 15,0-4-200-15,0-9 8 16,0-7-184-16,0-8-404 0,0-5-336 0,0-8-156 16,4-4-721-16,-4 1-987 0,3-11-1804 0</inkml:trace>
  <inkml:trace contextRef="#ctx0" brushRef="#br0" timeOffset="8306.138">15837 14668 888 0,'0'0'456'0,"0"0"6760"0,0 0-4783 0,0 0-393 15,88-13-504-15,-56 13-176 0,-1-3-220 0,1 0-308 16,4-3-300 0,1-1-296-16,-6-2-128 0,9-4-108 0,0-6-108 15,-5 1-388-15,6-8-396 0,-9-3-760 0,-4 10-2324 16,-5-13-3833-16</inkml:trace>
  <inkml:trace contextRef="#ctx0" brushRef="#br0" timeOffset="8469.219">16267 14322 1840 0,'0'0'1264'16,"0"0"6028"-16,0 0-5847 0,0 0-357 0,-4 76 172 0,8-47 244 15,4 3 0-15,1-1-452 0,2 4-300 16,2 4-236-16,-6-1-164 0,5 3-204 16,1-3-148-16,-6-1-280 15,5 3-468-15,-4-7-328 0,4 0-264 0,0-5-600 16,0-8-864-16,4-2-3289 0</inkml:trace>
  <inkml:trace contextRef="#ctx0" brushRef="#br0" timeOffset="8892.148">17467 14643 1044 0,'0'0'8500'0,"0"0"-6807"0,0 0-165 16,0 0-372-16,84 34 124 15,-49-30-172-15,1-1-348 0,3-3-200 16,2-10-224-16,2-2-188 0,-7-7-124 15,5-6-24-15,-6-2-384 0,-3 0-484 16,-4-2-176-16,-4-3-456 0,-8 3-924 16,-5 1-2605-16,-6 9-1567 0,-5-6 6305 0</inkml:trace>
  <inkml:trace contextRef="#ctx0" brushRef="#br0" timeOffset="9168.593">17801 14208 444 0,'0'0'2152'0,"0"0"-860"16,0 0 3820-16,0 0-3067 0,0 0-341 15,0 0-668-15,0 0-212 0,0 0 32 0,0 0-36 16,-31 82-108-16,31-50-4 0,7-1-80 0,2 7-36 16,-1 4-224-16,3-1-72 15,2 7 12-15,-2 0-104 0,1 3-116 0,-3 2-76 16,-2 2 40-16,1-1-52 16,-4 0-60-16,0-4 56 0,0-5 0 15,-4 0-64-15,0-8 52 0,0-2-28 16,0-3 44-16,0-6 4 0,0-8-4 0,0-2-4 15,-4-6-4-15,4-7-40 16,0 1 48-16,0-1 8 0,0-3-8 0,0 0-48 16,0 0-148-16,-4-7-148 0,0 0-96 15,-4-5-204-15,4-11-108 0,-4 1-156 0,8-6-84 16,0-4-828-16,0 4-1153 0,5-13-3019 16</inkml:trace>
  <inkml:trace contextRef="#ctx0" brushRef="#br0" timeOffset="9348.826">18228 14624 2492 0,'0'0'5648'0,"0"0"-863"15,0 0-3665-15,0 0-184 0,0 0 528 0,43 83 148 16,-43-61-416-16,0 0-656 0,0-1-400 16,0-4-140-16,0-1-100 0,0-3-32 0,-4-1-336 15,1-2-148 1,-1-7-236-16,0 0-404 0,0-3-824 0,-5 0-3037 0,2-13-2959 15</inkml:trace>
  <inkml:trace contextRef="#ctx0" brushRef="#br0" timeOffset="9497.604">18228 14449 8128 0,'0'0'5261'15,"0"0"-4589"-15,0 0-124 0,0 0 320 16,0 0 300-16,75-22-616 0,-58 19-552 0,-2-3-132 15,1-4-488-15,5 4-804 0,-10-1-1416 16,5 3-4581-16</inkml:trace>
  <inkml:trace contextRef="#ctx0" brushRef="#br0" timeOffset="9834.246">18503 14586 7856 0,'0'0'4697'0,"0"0"-3205"0,0 0-568 16,0 0 436-16,0 82 492 0,0-66-312 15,0 0-588-15,0-2-576 16,0-10-256-16,0 3-116 0,4 0-8 16,0-7-32-16,-1 0-148 0,5 0-132 0,5 0-40 0,-6-10 124 15,5 2 160-15,1-9-28 16,2 1-32-16,-2 0-4 16,-2 0 0-16,2 3-60 0,-2 1 12 15,1 2 24-15,0 4 40 0,-4 3-56 0,0 0 80 16,-1 3 96-16,-2 0 112 0,3 6 180 15,-4 0 164-15,0 1-100 0,0 2-100 0,-1-3-24 16,-3 7-12-16,5-3-36 0,-1-1 24 0,-4 4-28 16,0-4-128-16,0 1-52 15,4-3-52-15,-4 0-32 0,0-3-136 0,0 0-232 16,0-4-220-16,0 3-152 0,0-3-76 16,0 0-120-16,0 0-348 0,0-3-352 0,4-1-388 15,0 0-485-15,0-1-319 0,-1-4-1160 16</inkml:trace>
  <inkml:trace contextRef="#ctx0" brushRef="#br0" timeOffset="10270.78">19025 14084 6900 0,'0'0'3240'0,"0"0"-887"0,0 0-1013 0,11 76-172 0,-7-38 476 16,0 10-140-16,1 0-432 15,-1 2-348-15,-4 1-236 0,4 0-172 0,-4-4-144 16,4-1-112-16,-1-6-60 0,1-5-156 16,4-6-140-16,1-10-8 15,-2-7 72-15,1-2 36 0,5-7-72 0,-2-3-64 16,1-6-136-16,0-7-112 0,0-6-176 15,-4 0-784-15,0-6-556 16,-8 3-540-16,0-1-509 0,-8 2 481 0,-4-2 472 16,-8 0 616-16,-3 1 1576 0,-1 0 428 15,-1 3 1804-15,1 7 604 0,5 2 84 0,3 7-167 0,4 0-353 16,3 3-840-16,9 0-504 16,0 0-168-16,0 0-284 0,0 0-212 15,5 0-220-15,3 0-24 0,7 0 180 16,9 0 52-16,1-4 32 0,6-8-372 15,1-2-40-15,4-5-284 0,-4-2-92 16,0-2-408-16,3 1-420 0,-7 0-480 0,0 6-964 16,0 0-1709-16,-7 7-903 0,-2 9 765 15</inkml:trace>
  <inkml:trace contextRef="#ctx0" brushRef="#br0" timeOffset="10536.445">19403 14353 8200 0,'0'0'4129'0,"0"0"-2181"15,-12 80-372-15,12-54-96 0,0-4-156 0,0-3-332 16,0-7-428-16,12-2-172 0,0-10-112 15,8 0-100-15,4-6-80 0,4-13-100 0,0-4-160 16,0-2-216-16,-5 0-188 0,-3-1 40 16,-8 0 44-16,1 12 148 0,-10-3 332 15,-3 8 0-15,0 2 220 0,-7 7-36 16,-6 0 4-16,-2 7-4 0,-6 5 120 16,-3 10-12-16,1 7-68 0,-1 3 44 0,4 3 48 15,-1 0 24-15,10 0-36 16,-1-3-96-16,4-5-196 0,8 0-12 0,0-9 0 15,0-5-4 1,16 0-120-16,-1-7 28 0,13 0 96 0,-3-6 48 16,6 0-48-16,-3-6-448 0,0-7-224 0,0 1-96 0,0-4-156 15,-4 0 124-15,-8 3-3052 0,0-6-3057 16</inkml:trace>
  <inkml:trace contextRef="#ctx0" brushRef="#br0" timeOffset="16568.271">19311 14528 4988 0,'0'0'664'0,"0"0"1820"0,0 0-1420 15,-7 70-456-15,7-44-196 0,0-1 172 16,0-2 225-16,0-2-181 0,0 2-292 0,0-7-144 16,4-4-104-16,-1-2-84 0,-3-4-4 15,4 0-88-15,0-2-180 16,0-4-208-16,-4 0-180 0,5-6-193 0,-1-4-483 16,0 0-860-16,-1-12-2692 0</inkml:trace>
  <inkml:trace contextRef="#ctx0" brushRef="#br0" timeOffset="16742.231">19276 14144 5124 0,'0'0'6681'15,"0"0"-6373"-15,0 0-308 16,0 0 0-16,0 0 208 0,0 0 20 15,0 0-228-15,0 0-840 0,0 0-825 0,0 0-951 16,0 0-2080-16</inkml:trace>
  <inkml:trace contextRef="#ctx0" brushRef="#br0" timeOffset="31522.513">20041 14389 3512 0,'0'0'10637'16,"0"0"-8457"-16,0 0-860 0,0 0-356 16,0 0 180-16,0 0 76 0,0 0-147 0,99-23-421 15,-63 17-348-15,0-1-160 0,8 1-140 16,-1-6-4-16,6 2-120 0,-6-3 12 15,-3 4-16-15,0 0-116 0,-8 2-160 0,-8 4-137 16,-5 0-155-16,-6-1-320 16,-9 4-956-16,-4 0-1780 0,-4 0-785 0,-9 4-1263 15,-2 2 1921 1</inkml:trace>
  <inkml:trace contextRef="#ctx0" brushRef="#br0" timeOffset="31695.214">20156 14414 2516 0,'0'0'4'0,"0"0"396"15,0 0 6368-15,0 0-4295 0,0 0-789 16,0 0-708-16,0 0-308 0,44 76 192 0,-16-66 36 16,8-7-228-16,-1 1-220 0,5-4-104 15,1-10-344-15,-2-3-88 0,-3-3-440 16,-1-3-228-16,6-3-448 16,-9-3-408-16,0-5-2525 0,-13 11-3595 15,1-18 6936-15</inkml:trace>
  <inkml:trace contextRef="#ctx0" brushRef="#br0" timeOffset="31935.932">20395 14023 2736 0,'0'0'2356'0,"0"0"2976"0,0 0-3683 0,0 0-485 0,88-2 116 16,-56 4 8-1,7 5-148-15,-2-1-368 0,2 7-156 16,1 6-244-16,-1 0 8 0,-7 6 236 0,1 2-312 15,-6 0-132-15,-7 5-160 0,1 3 0 0,-10 0-12 16,-3 0-100-16,-8 3-168 16,0-2 36-16,-12 1 36 0,-4 1-60 0,-3 3-104 15,-5-2 28-15,-1-1-124 0,1-6-140 16,1 2-100-16,3-8-284 16,0-4-484-16,8-6-856 0,-3-7-2025 15,6-4-1335-15,1-5 4428 0</inkml:trace>
  <inkml:trace contextRef="#ctx0" brushRef="#br0" timeOffset="32798.519">21757 14268 588 0,'0'0'6172'0,"0"0"-2904"16,0 0-1707-16,0 0-153 0,0 0-236 0,0 0-36 16,0 0 72-16,0 0-396 0,0 0-220 15,-79 32-208-15,72-7-148 0,-2 3-4 16,1 5 16-16,4-1 96 0,0-4-112 0,4-6-108 15,0-6-64-15,0-3-60 0,0-7-8 16,0-2-92-16,4-4-44 0,0 0-64 0,4-7-64 16,4-3 212-16,4-6-236 15,4-3 36-15,-5 0-72 0,2-3-4 0,-6 6 88 0,2 1 200 16,-5 4-88 0,-1 9-64-16,2 2-24 0,-1 0 24 15,0 9 200-15,-1 7 236 0,6 3-24 16,-5 3 36-16,3 4-60 0,-2-1-88 0,2 6-52 15,1-2-36-15,-3 3 112 16,2 0-48-16,-3 3 208 0,-4 0-88 0,1 0 52 16,-1 3 60-16,-4-1-28 0,0 2-56 15,0-1-32-15,0 1-32 0,-9-2 0 0,1-2-36 16,0-6-28-16,-3-7-88 0,2 0 52 16,1-6 4-16,1 0-60 15,-2-7 4-15,1-2 0 0,1 0 64 0,3-5 36 16,-9-2-8-16,5 0-28 0,-7 0 0 15,2-2-60-15,-2-5 52 0,-5-3-64 16,-1-6-112-16,6 4 4 0,-5-7-196 0,8 3-52 16,-4-6-96-16,8 0-128 0,4 0-184 15,4-4-200 1,0 0-576-16,0 1-1056 0,8-4-1973 0,-4 7-2907 0,8-9 6940 16</inkml:trace>
  <inkml:trace contextRef="#ctx0" brushRef="#br0" timeOffset="33436.252">22184 13979 3668 0,'0'0'1396'16,"0"0"3184"-16,0 0-3019 16,0 0-469-16,0 0-220 0,0 0 208 0,0 0-120 15,0 0-356-15,0 0-304 0,0 0-56 16,0 0 56-16,4 26 136 0,1-20-16 15,-2 1-24-15,1-4-112 0,-4 3 0 0,4-3 12 16,-4 0 0-16,4 4-24 0,-4-1-64 0,4 0-36 16,0 7 36-16,1-1-52 15,2 8-44-15,1 5 36 0,-4 4-52 0,3 3 12 16,2 6 16-16,-5 0-40 0,0 3-24 16,0 3-60-16,-4 1-8 0,0-4-4 15,4 0-72 1,-4 0 12-16,0-6-28 0,0 1 16 0,3-11 80 0,-3-6-116 15,4-3-116-15,1-10-68 16,-5 0-76-16,0-2-76 0,0-4-12 0,0 0-100 16,0 0-124-16,4-4-132 0,-4-5-408 0,4-1-224 15,-4-2-400-15,4-4-321 16,-4-1-899-16,0 3-1472 0,0 1 3140 0,0-4 1056 16</inkml:trace>
  <inkml:trace contextRef="#ctx0" brushRef="#br0" timeOffset="33809.577">22272 14414 1500 0,'0'0'1172'0,"0"0"5856"0,0 0-5015 0,0 0-401 16,0 0-40-16,0 0-196 0,0 0-368 15,0 0-300-15,95 4-228 16,-71-4-108-16,4-7-52 0,0 1-52 16,0-4-160-16,0 4-108 0,4-4-76 15,-9-3-240-15,5 0-192 0,-8 1-220 0,1-1-328 0,-6 1-464 16,2-1-928 0,-10 0-2261-16,1 0-1967 0,-8-5 5556 0</inkml:trace>
  <inkml:trace contextRef="#ctx0" brushRef="#br0" timeOffset="34039.919">22575 13998 3072 0,'0'0'1672'0,"0"0"596"0,0 0-232 16,0 0-340-16,0 0-295 0,16 73-189 15,-4-47 36-15,-1 2-164 0,2 7-268 0,-2-4-292 16,1 8-176-16,-3-1-76 0,2 1 16 15,-3-2-288-15,1 2-88 0,-2-4-48 16,1-7-152-16,0 0-284 0,4-5-244 16,0-2-464-16,0-4-720 15,0-5-2149-15,-4-6-2527 0,8 1 6516 16</inkml:trace>
  <inkml:trace contextRef="#ctx0" brushRef="#br0" timeOffset="34619.474">22941 14249 9728 0,'0'0'2201'16,"0"0"-625"-16,-52 73-272 0,37-37 136 0,-2 1-332 15,2 4-292-15,2 0-172 0,6-2-140 16,-1-4-64-16,4-9-172 0,4-8-132 0,0-2-136 16,0-9-68-1,0-7 8-15,12 0 60 0,-1 0 244 16,6-13-244-16,7-3-204 0,-5-9-136 15,5 0-4-15,-4-5 24 0,0-2 100 0,-4 7 132 16,-4 6-8-16,0 4 44 0,-4 2-8 16,0 6 12-16,-5 4-76 0,1 3 84 0,1 3 40 15,3 7 300-15,0 3-8 16,4 2-44-16,-4 11-52 0,0-1-72 0,3 4-16 16,-2 2 28-16,2 1-40 0,-3 3 4 15,1 6-4-15,-1 1 76 0,-5 5 60 0,1 0 0 16,-4 2-112-16,0-5-32 15,0 1-40-15,0-8-48 0,-4-1 0 16,4-5-8-16,-3-5 4 0,3-4-4 0,-4-6 0 16,4-4 4-16,-4-5 4 0,4-4 4 15,0-3 44-15,-5 0 24 0,1 0-72 16,-7 0-168-16,3-7-16 0,-9-5-12 16,2-1-60-16,-5-6 48 0,3-3-60 15,-2 0-76-15,-1-4-24 16,1-2-160-16,6-1-4 0,1-3-360 0,5 2-868 15,2-3-204-15,5-2-404 0,0-4-2565 16,0 14-315-16,9-15 4648 0</inkml:trace>
  <inkml:trace contextRef="#ctx0" brushRef="#br0" timeOffset="34851.348">23236 14043 3524 0,'0'0'2556'16,"0"0"2661"-16,0 0-3041 0,0 0-252 15,0 0-268-15,96 9-292 0,-77-6-416 16,2 1-360-16,-1-4-332 0,-1 0-256 16,1 0-176-16,0-7-436 0,0-2-248 0,-4 2-140 15,0-6-488-15,-4 4-1040 0,0-3-1989 16,-8 1-2347-16,0-1 5928 0</inkml:trace>
  <inkml:trace contextRef="#ctx0" brushRef="#br0" timeOffset="35052.998">23499 13877 1292 0,'0'0'1028'0,"0"0"5048"0,0 0-3900 0,0 0-327 15,0 0-165-15,0 0-220 0,16 67-332 0,-12-47-224 16,0 2-264-16,0 3-128 15,4 0-132-15,-1 4-140 0,-2 0-84 0,3 5 48 16,-4 2-196-16,3-2-12 0,-3 1-112 16,0 0-228-16,-4-3-472 0,0 0-304 15,0 0-208-15,0-7-884 0,0-3-2217 0,0-6-3059 16,0 0 7288-16</inkml:trace>
  <inkml:trace contextRef="#ctx0" brushRef="#br0" timeOffset="36236.272">21188 14011 1760 0,'0'0'836'0,"0"0"-720"15,0 0 16-15,0 0 3868 0,0 0-1964 0,0 0-576 16,0 0-259-16,0 0 183 0,0 0-504 0,0 0-156 15,0 0 208-15,4 54 36 0,4-22-256 16,-8 3-140-16,3 10-104 0,6 2-48 16,-9 6 12-16,8 9-100 15,-4 7-100-15,3 7-48 0,2 10-36 16,-5 3-144-16,4 10-4 0,-4-2-136 16,-1 2-24-16,6-4-96 15,-5-7-28-15,0-1-84 0,4-11-40 0,3-10-72 16,6-8-56-16,3-14-384 0,8-5-64 15,-1-13-520-15,10-15-604 0,6-7-2085 0,-11-4-747 16,28-19 3856-16</inkml:trace>
  <inkml:trace contextRef="#ctx0" brushRef="#br0" timeOffset="36797.83">24041 13766 3424 0,'0'0'1304'0,"0"0"5197"16,0 0-4197-16,0 0-896 0,0 0-288 16,0 0 20-16,0 0-200 0,0 0-176 0,0 0-224 15,-32 67-148-15,28-38 12 0,0 3 0 16,4 9-16-16,0 7-84 0,0 5-108 16,8 14-184-1,-4 7 36-15,0 4 36 0,0 6-84 0,0-2-60 16,0 0 52-16,-4-2-112 0,0-8-28 15,0-5 28-15,0 0 12 0,-4-10-88 16,0-3-24-16,4-7-12 0,-4-5-72 16,4-7-124-16,0-10-188 0,0 0-196 0,4-9-164 15,0 1-304-15,7-8-444 0,2-3-648 16,-5-6-2081-16,4 0-439 0,-4-6 3248 16</inkml:trace>
  <inkml:trace contextRef="#ctx0" brushRef="#br0" timeOffset="37181.284">24384 14455 8868 0,'0'0'5205'0,"0"0"-4145"15,0 0-696-15,0 0 408 16,75-25 708-16,-43 19-308 0,4 0-448 0,0 2-332 0,0-2-124 16,0 0-108-16,3 2-156 15,-7-3-4-15,0-1-304 0,-4 2-516 0,-4-5-376 0,-4 5-680 16,-8 4-2208-16,-5-3-2005 16,-10 5-10-16</inkml:trace>
  <inkml:trace contextRef="#ctx0" brushRef="#br0" timeOffset="37337.148">24479 14598 236 0,'0'0'3284'15,"0"0"4713"-15,0 0-6805 0,0 0-760 16,0 0 536-16,0 0 648 0,0 0-500 0,100 35-544 16,-65-35-360-16,1-3-212 15,1-3-180-15,2-4-432 0,-3 4-732 16,-8 0-1112-16,4-5-3965 0</inkml:trace>
  <inkml:trace contextRef="#ctx0" brushRef="#br0" timeOffset="37920.793">25188 13890 1316 0,'0'0'7444'16,"0"0"-4771"-16,0 0-893 0,0 0-684 15,0 0-452-15,0 0-64 0,0 0 20 16,-20 80 4-16,20-42-156 0,13 9-124 16,-6 4-52-16,5 7-60 0,1 2 132 15,-6 0-48-15,1 3-96 16,-4 1-40-16,0 2-152 0,1 4-8 0,-5-3-48 15,0 3-48-15,0-7-76 0,-5-5-148 16,5-4 8-16,-4-9-32 0,4-8-128 16,0-6-16-16,0-1-188 0,9-11-544 0,-2-7-928 15,5-8-1137-15,0-4-2647 16,0-4 3700-16</inkml:trace>
  <inkml:trace contextRef="#ctx0" brushRef="#br0" timeOffset="38619.702">25710 14084 1228 0,'0'0'9692'0,"0"0"-7475"15,0 0-729-15,0 0-468 0,0 0 212 16,0 0 20-16,0 0-352 0,25 76-224 0,-22-41-104 16,1 3-192-16,4 3-100 0,-4-3-96 15,0 3-40-15,1-3-60 0,-5-2-20 16,0 2-64-16,0-6-60 0,0-1-24 16,0-1 0-16,0-5-28 0,-5-3-128 0,5-6-104 0,-4-4-156 15,4-5-148-15,0-4-204 16,0-3-284-16,0 0-1008 0,0-7-1768 15,4-2-1381-15,1 0-251 0,-5-11 5085 0</inkml:trace>
  <inkml:trace contextRef="#ctx0" brushRef="#br0" timeOffset="38788.434">25766 14366 364 0,'0'0'2296'0,"0"0"3916"0,0 0-3859 15,0 0-497-15,0 0-252 16,96 6-272-16,-72 1-304 0,3-3-256 0,1 2-144 0,-4-6-172 15,4 0-160-15,-8 0-232 0,4-3-64 16,-4-4-84-16,4 0-272 0,-5-1-372 16,-2-3-316-16,-1-1-436 0,-4 3-1244 15,-9-1-3185 1,1-3-399-16</inkml:trace>
  <inkml:trace contextRef="#ctx0" brushRef="#br0" timeOffset="39021.49">26100 14132 3728 0,'0'0'1760'0,"0"0"1824"16,0 0-2152-16,0 0-527 0,0 0 415 0,0 0 308 15,0 0-300-15,0 0-312 0,37 92-280 0,-29-64-192 16,-1 7 0 0,1-4-52-16,-3 4-136 0,3 1-172 15,-5-1-172-15,1-4-12 0,0-2-112 0,0-4-20 16,-4-2-212-16,0-2-236 0,4-8-100 15,-4 0-80-15,5-3-192 0,-1-8-432 16,3-2-588-16,1 0-345 0,-4-8-923 0,5-5-1592 16,-6 3 4208-16,1-15-420 0</inkml:trace>
  <inkml:trace contextRef="#ctx0" brushRef="#br0" timeOffset="39304.467">26491 13903 4200 0,'0'0'1016'15,"0"0"3484"-15,0 0-2743 0,0 0-233 16,0 0 92-16,0 0-196 0,0 0-528 16,0 0-284-16,0 0 60 0,13 92 12 15,-6-57-52-15,1 3-128 0,0 3-232 16,0 3-96-16,4 1 24 0,0 3 108 15,0-4-72-15,-4 5-88 0,3-5-136 16,-2 3-8-16,-1-3-84 0,0 0 0 0,-1 4-112 16,2-3-220-16,-1-1-144 0,-5 1-88 15,1-4-188-15,-4-5-228 0,0-2-500 16,0-8-484-16,0-1-949 0,0-8-2467 0,0-6 900 16,-4 3 4224-16</inkml:trace>
  <inkml:trace contextRef="#ctx0" brushRef="#br0" timeOffset="40547.304">26431 12328 6156 0,'0'0'2688'0,"0"0"349"0,0 0-1249 15,0 0-760-15,0 0 16 0,0 0 88 0,0 0-300 16,0 0-228-16,88-22-244 0,-64 6-188 15,4-6-24-15,4-3-88 0,0-4-60 0,0 0-8 16,-1 4-128 0,1-1 52-16,0 1-104 0,0 6-20 0,-4 3-28 15,-4 4-72-15,-5 2 84 0,-2 7-48 0,-2 0 72 16,-6 3-136-16,-1 3 0 16,-1 6 224-16,-3 4-104 0,-4 3 92 15,0 9-40-15,0 4 0 0,0 9 152 0,-8 10-112 16,1 9 124-16,-6 12 40 0,-2 8-40 15,-2 2 0-15,-2 7 0 0,3-3 48 16,0-1 100-16,0-12 384 0,8-10 28 16,4-9-12-16,4-9-212 0,0-14-300 15,4-6-36-15,8-9-100 0,4-4-84 0,0-6-4 16,0-3 28-16,8-3-28 0,-5-9-36 16,5-1-88-16,-3-3 36 15,-6-3 148-15,2 7-12 16,-6 1 16-16,-7 8 24 0,0 0-4 0,0 3 104 0,1 0 352 15,-5 6 52-15,3 5-56 0,5 8-96 16,0 2-80-16,4 5 4 0,0 6 44 16,0 3-96-16,4 0-120 0,4 3-4 0,0 3-48 15,4 7 48-15,-4-1 0 0,-1 4 4 16,-2 3 44-16,-6 0-40 0,2 3 52 16,-9 0 28-16,-1-3-28 15,-3 0 112-15,0-2-108 0,0-8-16 0,0-3-44 16,-3-7-4-16,-6-5-4 0,5-7-44 15,-4-3 36-15,1-8-136 0,-1-3-64 0,-5-8 0 16,6 0 16-16,-10 0-216 16,6-6-72-16,-1-7 4 0,-4-6-136 15,4-3-320-15,0-7-872 16,-4-5-817-16,4-7-2163 0,4 11-176 0,-8-23 4733 0</inkml:trace>
  <inkml:trace contextRef="#ctx0" brushRef="#br0" timeOffset="40795.882">27391 12928 3372 0,'0'0'8537'0,"0"0"-6685"0,0 0-244 0,0 0 84 0,88-9-464 15,-47 2-512-15,-2 1-300 0,8-3-96 16,6-4-52-16,-5 4-136 0,-1-4-132 16,1 0-100-16,-8 0-192 0,-1 0-296 0,-7 1-324 15,-8 3-404-15,-7 2-896 16,-10 3-2041-16,-7 4-2431 16</inkml:trace>
  <inkml:trace contextRef="#ctx0" brushRef="#br0" timeOffset="40965.922">27527 13055 2948 0,'0'0'8181'0,"0"0"-6321"0,0 0-868 0,0 0 360 0,0 0 84 15,4 73-196-15,24-67-216 0,4-1-180 16,8-5-268-16,4-7-184 0,3-9-136 0,1-3-256 16,0-3-52-16,-8-4-484 15,0 0-256-15,-5-2-216 0,-3-1-68 16,-8 4-1164-16,-8 3-3717 0</inkml:trace>
  <inkml:trace contextRef="#ctx0" brushRef="#br0" timeOffset="41237.906">27778 12652 6184 0,'0'0'248'15,"0"0"2748"-15,0 0-1512 16,0 0 381-16,0 0 307 0,88 26-724 0,-52-17-540 15,-5 1-360-15,1-1-252 0,0 0-208 16,0 8-40-16,-4-2-36 16,0 4-8-16,-8 1 84 0,0 2-40 0,-4 3-48 15,-4 4-148-15,-9-1 76 0,-3 1-116 16,0 3-60-16,-3 0-72 0,-13 1 44 0,-4 6-48 16,0-1-112-16,-4 3-44 0,0 1 144 15,0-4 144-15,0 0-20 0,5-6-964 16,-2-4-1484-16,5-6-3041 0,8-5 613 15,-7-2 4760-15</inkml:trace>
  <inkml:trace contextRef="#ctx0" brushRef="#br0" timeOffset="42039.428">29129 12706 2644 0,'0'0'92'0,"0"0"4148"16,0 0-2188-16,0 0-564 0,0 0-267 15,0 0 87-15,0 0-164 0,0 0-244 0,4-73 52 16,-4 61-20-16,0-1-40 0,0 2 280 16,-8 5-192-16,4 4-248 0,-8 2-184 15,4 0-84-15,-8 0-199 0,-4 8-129 0,0 9-136 16,-4 5-4-16,5 10-8 15,-2 6 12-15,10 3 76 0,-2 1 32 16,9-8 16-16,4-1-124 0,0-11-52 0,0-7-140 16,4-2-4-16,5-7 76 0,-1 1 112 0,-1-7 8 15,5 0-73-15,4-3-111 16,0-4-72-16,0-5 52 0,1-4 8 0,-2 0-12 16,-3 0 16-1,4 0-52-15,-8 4-64 0,4-1-60 16,-4 9 76-16,0 2 96 0,-1 2 24 0,2 2 84 15,-1 8 88-15,3 6 184 0,2 3 12 0,-1 3-36 16,4 7-24-16,-1-1 12 0,-3 4-28 16,0 3 4-16,0 0 108 15,1 3 120-15,-6 0 76 0,-3 0-88 0,-4-3-24 16,0-3 89-16,0-3 55 0,0-1-136 16,-8 1-140-16,0-4-52 0,-8-3-84 15,5-2-40-15,-2-5 40 0,-2-5-36 0,-2-1-12 16,6-5-4-16,-9-4-116 0,4 0-96 15,0-4-100-15,0-8-48 0,-4-2-97 16,4-7 157-16,0-5-100 0,0-6-80 16,4-3-164-16,1-7-236 0,6-2-708 15,1 0-992-15,4 0-1697 0,0 12-2599 16,0-16 4600-16</inkml:trace>
  <inkml:trace contextRef="#ctx0" brushRef="#br0" timeOffset="42282.681">29520 12376 9812 0,'0'0'2665'0,"0"0"-729"16,23 80-68-16,-11-39-264 0,0 3-308 0,0 6-220 15,4-2-64-15,-1-3-307 0,2-4-377 16,-6-6-232-16,-2 0-96 0,3-7-96 0,-5-2-268 15,-3-7-193-15,1-3-139 0,-5-3-124 16,0-7-308-16,0-3-716 0,0-3-1168 0,0 0-1333 16,0-9-2103-16,-5-1 5548 15,-2-6-940-15</inkml:trace>
  <inkml:trace contextRef="#ctx0" brushRef="#br0" timeOffset="42402.854">29623 12700 1384 0,'0'0'976'16,"0"0"6716"-16,0 0-4875 0,0 0-657 0,0 0-300 0,0 0-324 15,92 15-344-15,-61-8-264 0,1-7-220 16,4 0-308-16,0 0-300 0,-1-10-100 16,2-2-476-16,3-7-352 0,-9-4-296 0,1 1-544 15,-8 2-2844-15,-4-7-3969 0</inkml:trace>
  <inkml:trace contextRef="#ctx0" brushRef="#br0" timeOffset="42605.014">30021 12309 11289 0,'0'0'1600'0,"0"0"-960"0,0 0 832 16,0 0 272-16,8 86-228 0,4-54-444 15,-4 6-424-15,4 3-124 0,-4 0 64 16,0 3-56-16,0 1-324 0,-4 3-208 16,-4-4-4-16,0-3-116 0,0 1-208 15,-4-4-344-15,0-3-244 0,0-3-104 16,4-4-240-16,-3-3-552 0,3-3-1104 15,0-5-2597-15,0-4-311 0,3-4 4716 0</inkml:trace>
  <inkml:trace contextRef="#ctx0" brushRef="#br0" timeOffset="43663.102">30663 12719 3240 0,'0'0'104'0,"0"0"6976"0,0 0-5035 15,0 0-857-15,0 0-176 16,0 0 200-16,0 0-348 0,0 0-340 0,-92-7-188 15,76 27 36-15,1 1 108 0,-6 9 212 16,1 1-116-16,5-2-184 0,-2-7-148 16,6 0-76-16,3-9-56 0,8-4-104 0,-4-2-8 15,4-7-124-15,0 0-96 0,4 0-36 16,4 0-60-16,3-4 84 0,2-2-28 0,2-3 88 16,-2-1 88-16,-2 1 20 15,1-4-32-15,0 6-64 0,-4 1-16 0,4 6-8 0,-4 0 112 16,4 0 72-1,0 10 60-15,0 3 40 0,0 5 12 16,4 5 20-16,-4 5-32 0,4 0-88 0,-4 8-8 16,4-1 0-16,-4 0 0 0,-5 3 132 15,6-3 148-15,-9 3-64 16,0-4 36-16,-4 1 4 0,0-6 32 16,0-4 12-16,0 2 28 0,-8-6 8 0,3-5 60 15,1-3-168-15,0-4-111 0,1-5-37 16,3-1-8-16,-4-3 12 0,0 0-88 15,-9-10-96-15,2 1-357 0,-6-8 29 16,2-5-52-16,-2-3-36 0,-2-4-64 16,-1-6-184-16,4-2-252 0,-4-8-556 15,9-6-400-15,-2-3-1008 0,5-3-2589 16,4 12 577-16,1-24 4596 0</inkml:trace>
  <inkml:trace contextRef="#ctx0" brushRef="#br0" timeOffset="43824.45">30746 12468 7796 0,'0'0'3080'16,"0"0"-1179"-16,0 0-985 0,0 0 804 15,0 0 112-15,100 16-668 0,-73-16-636 16,1-6-528-16,4-4 0 16,-4-6-528-16,4 3-352 0,-8-5-632 15,0-1-1448-15,-3 6-3701 0</inkml:trace>
  <inkml:trace contextRef="#ctx0" brushRef="#br0" timeOffset="44018.536">31006 12221 2700 0,'0'0'2332'0,"0"0"2060"0,0 0-2827 0,0 0 27 16,0 0 632-16,0 0-276 0,31 69-704 0,-23-40-332 15,9 2-140 1,-2 5-84-16,1-1-140 0,0 0-368 15,-5-1-180-15,2 1-208 0,-1 0-292 0,-9-4-160 16,2 5-176-16,-5-5-152 0,0-2-564 16,0-1-1292-16,0-2-2737 0,0-10-1835 15,-5-1 6972-15</inkml:trace>
  <inkml:trace contextRef="#ctx0" brushRef="#br0" timeOffset="44586.727">31309 12732 6248 0,'0'0'4656'0,"0"0"-2091"0,0 0-1133 16,0 0-248-16,0 0 92 0,0 0-312 16,0 0-176-16,0 0-172 0,79 0-104 15,-51 0-144-15,4 0-164 16,-4 0-128-16,3 0-76 0,-6-4 0 16,2-2-256-16,-2-1-464 0,-6 4-276 0,1-3-200 15,-8 0-756-15,0-4-2484 0,-8 7-3641 16,-4 0 4822-16</inkml:trace>
  <inkml:trace contextRef="#ctx0" brushRef="#br0" timeOffset="44753.431">31320 12890 10876 0,'0'0'2665'16,"0"0"-1117"-16,0 0 260 15,0 0 24-15,0 0-444 0,80 26-560 0,-40-26-440 16,3-10-324-16,2-6-64 0,2-3-244 15,5-3-328-15,-9-4-308 0,2 0-192 16,-6 1-684-16,-3 0-2464 0,-8 3-3593 0</inkml:trace>
  <inkml:trace contextRef="#ctx0" brushRef="#br0" timeOffset="44997.206">31954 12157 3088 0,'0'0'8177'0,"0"0"-6497"0,0 0-520 16,-9 80 432-16,6-39 368 0,3 6-196 0,0 14-308 15,-4 2-387-15,4 3-233 16,-4 8-144-16,0-5-272 0,0 1-256 16,-5-7-164-16,6-2-100 0,-1-10-152 15,4-3-160-15,0-10-84 0,0-11 60 0,4 0-12 0,4-12-113 16,0-5-155-16,4-3-620 15,-5-7-476-15,2-4-1112 0,-1-9-1545 16,-4 1-2099-16,3-11 4848 0</inkml:trace>
  <inkml:trace contextRef="#ctx0" brushRef="#br0" timeOffset="45148.679">32018 12751 5836 0,'0'0'5653'15,"0"0"-2553"-15,0 0-1864 0,0 0-444 0,0 0 724 16,0 0-64-16,0 0-292 0,103 25-440 15,-71-25-380-15,4-10-340 0,3-5-24 16,2-4-340-16,-6-7-308 0,1 1-232 0,-4-4-284 16,-4 0-1160-16,-4 1-3385 0,-9 5-3359 15,2-8 8244-15</inkml:trace>
  <inkml:trace contextRef="#ctx0" brushRef="#br0" timeOffset="45338.026">32420 12274 6444 0,'0'0'7477'0,"0"0"-6373"0,0 0-740 0,0 0 668 16,0 0 744-16,12 83-188 0,-5-49-404 0,2 5-332 16,3 5 57-16,-5 4-157 0,-3 2-284 15,0 5-272-15,1-4-112 16,-1-1-84-16,-4 1 0 0,0 0-48 16,0-3-172-16,0-4-224 0,-4 0-112 15,-1 1-256-15,-3-7-185 0,1-3-419 0,-1 0-892 16,-1-3-2476-16,5-14-1797 0,-7 4 653 15</inkml:trace>
  <inkml:trace contextRef="#ctx0" brushRef="#br0" timeOffset="48263.916">16837 11119 3956 0,'0'0'196'0,"0"0"4252"16,0 0-3052-16,0 0-463 0,0 0 67 0,0 0 372 15,0 0-16-15,0 0-472 0,0 0-356 0,0 0-76 16,0 0 36-16,0 0 44 16,0 0 4-16,12 76-20 0,-8-51-196 15,5-2-60-15,-6 2 8 0,-3 0-36 0,4-3-96 16,-4 4-36-16,0-1-88 16,0-2-12-16,0 2 0 0,-4-2-100 15,4-2-8-15,-3-5-16 0,-2 0-48 0,5-3-112 16,-4-7-144-16,4 0-104 0,0-2-148 15,0-4-152-15,0 0-288 0,4-7-4 0,4-2-56 16,0-4-832-16,4-6-2237 16,-4-1-1187-16,0 6 5004 0</inkml:trace>
  <inkml:trace contextRef="#ctx0" brushRef="#br0" timeOffset="48489.198">17049 11226 1992 0,'0'0'1380'0,"0"0"5460"15,0 0-5371-15,0 0-673 0,0 0-196 16,0 0 204-16,0 0 44 0,0 0-244 0,0 0-224 16,0 0-44-16,-17 80 20 0,17-52-20 15,0 2-48 1,8 1-88-16,1 0-96 0,-1 1-104 0,3 0-4 16,-3-3-4-16,0-1-116 0,0-6-176 15,0-2-136-15,1-1-308 0,-2-7-152 16,-3-2-268-16,4-3-536 0,0-1-697 0,-4-6-2171 15,0 0-376-15,-4 0 4932 0</inkml:trace>
  <inkml:trace contextRef="#ctx0" brushRef="#br0" timeOffset="48761.238">16881 11081 9276 0,'0'0'1216'15,"0"0"-920"-15,0 0 413 0,0 0 371 0,-96 12 284 0,65 4-440 16,-1 3-408-16,-4 6-152 0,8-2 0 16,0-4 104-16,4 4-220 15,8-11-248-15,4 1-100 0,4-5-224 16,4-1-308-16,0-7-60 0,4 0-140 0,4 0-364 15,4-10-920-15,8-1-2025 0,0-6-1335 16,-4 4 5468-16,12-5-356 0</inkml:trace>
  <inkml:trace contextRef="#ctx0" brushRef="#br0" timeOffset="48869.288">16821 11096 1240 0,'0'0'1080'0,"0"0"4904"0,0 0-4028 16,0 0-523-16,88 26-309 0,-60-14-28 0,0 4 8 15,0 0-488-15,4 3-276 0,0 0-340 16,-5-3-304-1,5 1-1096-15,-4-3-1176 0,0 3-2821 0,-8-7 265 16,-4 5 3969-16</inkml:trace>
  <inkml:trace contextRef="#ctx0" brushRef="#br0" timeOffset="50613.272">15212 11964 1252 0,'0'0'548'0,"0"0"-132"0,0 0-416 16,0 0 0-16,0 0 120 0,0 0-16 16,0 0-12-16,-77-14 4 0,66 17-88 15,3-3 412-15,-4 4 428 0,4-1 156 0,4-3-92 16,-4 0 492-16,4 0-144 15,-4 0-224-15,0 0-108 0,4 0-179 16,-7 0-53-16,2 0-56 0,-3-3-12 0,-4-1-272 16,0 4-244-16,-8-3 56 0,0 3-28 15,1 0-28-15,-9 0-60 0,0 0 136 16,1 0 92-16,-6 3 0 0,1 1 160 16,1 3 100-16,-9-2 4 0,4 4-84 15,0 2-96-15,-3-3-156 16,-2 6-8-16,6 1-112 0,-6 2 48 0,6 2-124 15,-5 3 0-15,0 3-12 0,4 7 4 16,-3-1-4-16,-1 5 88 0,0 2-4 0,0 3 28 16,4 4 36-16,1-1-36 15,3 7 0-15,-1 0-52 0,2 10 0 0,3-3 4 0,0 7 60 16,0-2-52-16,4 3 40 16,0 1-16-16,0 0-96 15,5-3 0-15,-1-1 248 0,11-3 168 16,2-3-220-16,7 1-112 0,4-4-76 0,0-1 0 15,11-1 104-15,6-2 84 0,7 1-184 16,-1-6 72-16,9-1-72 0,-4-4-4 16,9-1 36-16,-2 0-44 0,1-5 0 0,4-2 0 15,-1-1 4-15,5-1 4 0,9-5 44 16,-2-3-44-16,5-3 112 16,3-3-24-16,5-3-80 0,0-1-8 0,7-5-4 15,5-3 4-15,4-2-4 0,4-2-4 16,3-2-76-16,5-5 28 0,0 3-24 0,-1-2 0 15,-3 3-16-15,0 0 76 0,-9-1-120 16,5 1 80-16,-4 0 44 16,-1-4-64-16,1 5 64 0,-4-5-52 0,0 1 48 0,-1-1-52 15,1-2-32-15,3-4 48 0,-2 1-4 16,6-8 40 0,1 2 4-16,3-1-52 0,1-3-12 0,0 2 8 15,4-2 16-15,-6 3-12 16,-2 0 0-16,4 0-28 0,0 0-84 0,0 0 0 15,0 0 24-15,2-3 76 0,7 0-100 16,-2-3-16-16,1-2 28 0,3-1-48 0,1-1-16 16,-5 4-84-16,5-3 60 0,-8-2-28 15,4 5-20-15,-5 0 96 0,5 3 24 16,-4 0 52-16,-1-1 32 0,5 4-32 0,-5-1 124 16,1 2 196-16,0 3-192 0,-5-2 8 15,0 2-12-15,5-4-8 16,-4-1-8-16,0 1 16 0,3-3 16 0,5-3-16 15,-5 0 0-15,5-1-80 0,-1-3-96 16,-3 2 52-16,0-3-204 16,-4 2-140-16,-4 3 320 0,0-1 148 0,-9 0 336 15,1 5 16-15,-5-5-16 0,-7 3 132 16,-8-2-268-16,0 0-192 0,-13-1 44 0,1-2-40 16,-8-5-12-16,0 2-292 0,0-1-276 15,-4-2-124-15,3-1 24 16,1 3-156-16,0-4-172 0,-4 5 280 0,4 4 264 15,-8-3 452-15,-5 5 616 0,2 6 164 16,-9-3 0-16,-8 2-32 0,-4 1-152 16,-4 0-68-16,-12 0-140 0,-12-6 92 0,-8-1-144 15,-12 1-208-15,-16-3-128 0,-8 3-88 16,-16-4-212-16,1 4-280 0,-8-1-188 16,3 3 364-16,0 1 252 0,0 0 88 15,5 3-136-15,-1-1 124 0,0 6 76 0,0-3 124 16,2 5 92-16,-2 1 12 0,-4 3 176 15,4-3 112-15,-3 5-88 16,-1 1 36-16,-3 2-412 16,-5-1-52-16,-4 4-100 0,-4 0-140 0,-3 0 100 15,-1 0-24-15,-4 0 88 0,-3 0-48 16,0 0-100-16,-9 7 220 0,5-2 4 16,-1 6 88-16,0-2-88 0,4 3 0 15,-2 4 0-15,-2 1-88 0,1 1 88 0,-5 5-16 16,1-1-324-16,-5 0 128 0,1 3 136 15,-2 4 76-15,2-1 236 0,7 1-232 16,2 3 52-16,6 0 36 0,0-1 0 16,5-2-92-16,3-3-8 0,4-1-48 15,1-3 48-15,7 0 8 0,1-3 0 16,7-6 0-16,4 3-76 0,0-4-88 16,9 1-152-16,3-4-112 0,5-2-424 0,7-1 456 15,4-3 12-15,8-3 220 0,8 0-120 16,4 0-908-16,5-9-385 0,3 0-551 15,-1-4-108-15,9 0-96 0,5 4 936 0,-1-4 940 16</inkml:trace>
  <inkml:trace contextRef="#ctx0" brushRef="#br0" timeOffset="51422.689">16531 11578 1240 0,'0'0'1864'16,"0"0"7097"-16,0 0-6805 15,0 0-1160-15,0 0-256 0,0 0 316 0,0 0 36 16,0 0-292-16,79 52-272 0,-59-33-208 16,4 3-64-16,4-3-84 0,0 3-12 15,-1-2-64-15,1-5-40 0,0 2-56 16,0-3 0-16,-4-3 44 0,0 1-32 0,0-5 4 16,0-1 68-16,-4 0-36 0,0-3-44 15,-1-3 44-15,6 0 28 0,-5-3-4 16,8-6 0-16,-1-7-12 0,6-1-56 0,-2-8-4 15,5-3-84-15,0-7-88 16,3-4-192-16,1-1-4 0,0-2-120 16,0 4-64-16,0 3-236 0,0 7-480 15,-8 3-856-15,0 8-1797 0,-13 9-2179 16,5-2 1297-16</inkml:trace>
  <inkml:trace contextRef="#ctx0" brushRef="#br0" timeOffset="89086.078">1266 15272 6140 0,'0'0'468'0,"0"0"4445"0,0 0-3481 16,0 0-360-16,0 0-200 16,0 0 36-16,0 0-52 15,0 0-172-15,0 0-240 0,0 0-108 0,-15 54-64 16,23-22 60-16,-1 6-36 0,1 9-16 15,1 3-32-15,2 8-64 0,-7 2-12 16,0 8-88-16,-4 1 24 0,0 4-56 0,0 4-44 16,-4-5-8-16,-3-2 0 0,3-10 0 15,0-12-112-15,-5-7-8 0,9-12-88 16,0-7-184-16,0-10-212 0,0-5-124 0,0-4-76 16,0-3-188-16,0-13-656 15,5-3-644-15,-1 1-1593 16,-4-23-1691-16</inkml:trace>
  <inkml:trace contextRef="#ctx0" brushRef="#br0" timeOffset="89566.895">1255 15391 9592 0,'0'0'2733'0,"0"0"-1597"15,0 0-552-15,0 0 908 0,0 0 336 0,0 0-444 16,75-54-596-16,-51 49-348 0,4-1-232 0,0-1-88 15,0 7 4-15,0 0-112 0,-5 0-12 16,-6 7-4-16,-2 2-56 0,-6 10 0 16,-1 4 60-16,-8 8-12 15,0 7-12-15,-12 7 24 0,-4 1-8 16,-5 8 4-16,2-2 4 0,-5-4 12 0,4-8 124 16,0-1-40-16,4-7-20 0,0-4-64 15,4-9 60-15,0-3-72 0,8-2-4 16,1-9-144-16,3 2-84 0,0 0-72 0,7-1-52 0,9-1 236 15,0 5 120-15,4-3 84 16,7-2-24-16,1 6-52 0,0-5 128 16,0 0-52-16,4-4 52 0,0 5-88 0,-4 0-48 15,0 0 4-15,-4 2 52 0,0 1-8 16,-4 2 64-16,-8 1-104 0,0-1 48 16,-5 4-56-16,2-3 0 0,-9 6 12 15,4 0 36-15,-4 0 36 0,-4 4 4 0,-5-2-4 16,-2 5-12-16,-6-4 136 0,-2 0 24 15,-5-3 0 1,0 1-52-16,-4-1-32 0,0-6-88 0,-4-1-60 0,0-2-112 16,0-5-80-16,1 2-52 15,-1-3-36-15,4-1-36 0,0-3-88 16,8 0-96-16,4 0-16 0,1-7 12 0,6-5-260 16,5-4-980-16,0 4-988 0,4-14-2693 0</inkml:trace>
  <inkml:trace contextRef="#ctx0" brushRef="#br0" timeOffset="90486.122">2282 15386 9036 0,'0'0'2053'0,"0"0"-1317"15,0 0-44-15,0 0 788 0,0 0-244 0,0 0-556 16,0 0-264-16,0 0-116 0,0 0-12 16,0 0-64-16,-59 3-64 0,47 10-60 0,-1 9 160 15,2 0 300-15,-1 6 92 0,-4 5-432 16,8 4-60-16,-4 2 48 0,0 5-24 15,4 3 76-15,1 5 168 0,-2-5-52 0,5 7-156 16,0-7-88-16,0 5-68 0,4-5-60 16,0-2 0-16,0-4 4 0,8-2 52 15,0-6-60-15,4-3 144 0,4-5-144 16,0-3-180-16,0-6-28 0,4-3 136 16,0-1-112-16,8-2-12 0,-1-4-96 0,6-3-308 15,-1-3-196-15,3 0-256 16,1-12-352-16,0-1-920 15,-12-3-1777-15,8-9-1523 0</inkml:trace>
  <inkml:trace contextRef="#ctx0" brushRef="#br0" timeOffset="91114.622">2844 15348 10993 0,'0'0'1180'16,"0"0"-1176"-16,0 0 88 0,0 0 1120 15,0 0 400-15,0 0-544 0,-75 3-492 16,63 7-288-16,0 6 48 0,0 3 36 0,-1 3-76 16,2 9-36-16,-1 7 48 0,0 4 12 15,0 8 12-15,4 4-48 0,-4 4-88 16,0 2-40-16,5 0-32 0,-2-3 12 0,1 1-28 15,8-7 4-15,0-4-28 0,0-6 24 16,4-2 40-16,4-12 232 0,4 3-164 16,4-11-144-16,0 3-60 0,8-9 0 15,-4-1 48-15,8-2-52 16,0-10-4-16,3 0-4 0,1-4-84 16,0-8-4-16,0-7 76 0,4-6-72 0,-8-7-40 15,3-7-68-15,-3-5-64 0,-3-3 48 0,-1-5-36 16,0 1-52-16,-9-2-32 15,-3 2 8-15,-4-1-72 0,-4 2-140 16,-4 0-96-16,0 2 116 0,-7 3 300 0,-10 11 212 16,6 2 80-16,-2 9 56 0,-2 4 176 15,2 7 24-15,2 6 132 0,3 2 100 16,-5 1 8-16,6 3-172 0,-5 0-232 0,-1 7-172 16,-2-1 0-16,-5 6-84 15,-1 7-52-15,2 4-36 16,-5 3-36-16,4 2-64 0,-3 0-32 0,-1 8-376 0,3-5-400 15,2 2-840-15,3-3-952 0,0-10-2001 16,4-1-307-16</inkml:trace>
  <inkml:trace contextRef="#ctx0" brushRef="#br0" timeOffset="91342.258">2844 15624 8188 0,'0'0'1944'0,"0"0"-939"0,0 0-297 16,0 0 660-16,0 0 32 15,0 0-256-15,0 0-348 0,-4 63-324 16,0-38-88-16,-3 4-72 0,-6 3-76 0,5 3-140 0,1 0-84 16,-5 3-12-16,-1-3-48 0,2 3-64 15,3-9-60-15,3-1-188 0,1-6-236 16,1-6-36-16,3-3-56 0,0-7-80 0,0-6-376 16,3 0-1084-1,6-3-173-15,3-6 441 0,-1-7-8 16,2 0-52-16,-2 7 144 0</inkml:trace>
  <inkml:trace contextRef="#ctx0" brushRef="#br0" timeOffset="91469.715">2868 15963 196 0,'0'0'2532'0,"0"0"32"0,0 0-352 0,0 0-124 16,0 0-307-16,0 0-217 0,80 39-124 15,-64-26-256-15,0 5-288 0,-1-2-176 16,2 3-196-16,-2 0-228 0,2 0-172 16,-2-2-124-16,2-5-48 0,-2 1-264 0,1-5-308 15,5 3-396-15,-6-5-328 0,5-2-728 16,-8-1-1137-16,4-3-2067 0</inkml:trace>
  <inkml:trace contextRef="#ctx0" brushRef="#br0" timeOffset="91704.598">3354 16043 9732 0,'0'0'1997'0,"0"0"-1485"0,0 0-240 0,4 92 748 0,0-54 564 15,-4 4-360 1,4-1-428-16,0 7-288 0,4-1-60 15,0 4-40-15,-4-1-76 0,4 4-100 0,0 1-84 0,0-1-76 16,-4-4-72-16,0-3 0 16,4-1 0-16,-5-8-8 0,2-10 4 0,-1-6-92 15,0-3-52-15,-4-5 0 0,4-6-172 16,0-4-260-16,0-4-64 16,-4-7-520-16,3-9-664 0,-3-6-736 0,0 0-2313 15,0-26-583-15</inkml:trace>
  <inkml:trace contextRef="#ctx0" brushRef="#br0" timeOffset="91952.587">3386 16059 7068 0,'0'0'2904'0,"0"0"-1859"16,0 0-1037-16,0 0 276 0,16-73 680 16,-8 57 340-16,4 2-608 0,-1 6-416 15,6-5-76-15,-1 7 48 0,0 3 60 16,4 0 56-16,-5 3 8 0,2 0-112 15,-6 8-200-15,2 3 72 0,-5 3 164 16,-4 10 200-16,-4 4-216 0,0 1-100 0,-4 2-72 16,-9 5-112-16,-2-2 0 0,-2-2 0 15,2 0-48-15,-5-4 36 0,4-6-76 16,-4-2-184-16,3-8-164 0,2-3 12 0,-1-4-68 16,0-5-120-16,0-7-476 0,0-12-256 15,9 3-2701-15,-10-25-2359 0</inkml:trace>
  <inkml:trace contextRef="#ctx0" brushRef="#br0" timeOffset="92220.662">3570 15459 9460 0,'0'0'1252'0,"0"0"-1019"15,0 0 383-15,0 0 1024 0,87 0-116 16,-63 9-540-16,0 4-368 0,4 3-176 0,0 3-116 15,0 2 24-15,-4 8-88 0,0 1-100 16,-5 4-24-16,-2 4-64 0,-6 3 24 16,2 4-92-16,-10 3 56 0,-3 2-12 15,0 2-36-15,-8-5 76 0,0 0-88 0,-3 1 0 16,-6-7-52-16,2 1-84 0,-2-4 12 16,2-3-108-16,-5-4-180 0,3-2-172 15,2-4-180-15,-6-2-268 0,-2-4-424 0,7-3-928 16,-8 0-2573-16</inkml:trace>
  <inkml:trace contextRef="#ctx0" brushRef="#br0" timeOffset="93222.826">4187 15805 8172 0,'0'0'452'15,"0"0"3849"-15,0 0-3409 16,88 28-180-16,-56-21-44 0,-4-7 148 16,-4 3-324-16,3-3-244 0,-7-3-184 15,4 0-64-15,-5-4-120 0,2-2-448 0,-9 6-712 0,0 0-500 16,-8 3-2353-16,-4 3-4115 0</inkml:trace>
  <inkml:trace contextRef="#ctx0" brushRef="#br0" timeOffset="93385.829">4191 16068 8220 0,'0'0'2961'0,"0"0"-1321"16,0 0-836-16,0 0 312 0,0 0 92 15,0 0-128-15,80-3-472 0,-52 0-508 16,4 0-100-16,0 0-192 0,3-4-180 0,1 1-768 16,0 3-536-16,-8 0-1544 0,15-1-4109 15</inkml:trace>
  <inkml:trace contextRef="#ctx0" brushRef="#br0" timeOffset="94038.221">5538 15037 7840 0,'0'0'2796'0,"0"0"-1355"16,0 0-433-16,0 0 352 0,0 0 116 15,0 0-184-15,0 0-328 0,0 0-420 0,0 0-140 16,0 0-48-16,0 0 0 15,-88 25-12-15,68-3 156 16,-3 6 0-16,-1 7-172 0,-8 9-72 0,4 11-39 16,-4 6 15-16,-4 5-64 0,-1 10-44 15,6 4-112-15,-9 6-12 0,8 5-44 16,-3 8 40-16,3 2-8 0,8 4 12 0,3 0 36 16,6 0 36-16,7-3-72 0,8-1 0 15,0 1 60-15,8-7 12 0,3-4-72 16,10-1-44-16,-1-5-40 0,3-8-160 0,5-7-20 15,0-6-29-15,0-11-147 16,8-5-72-16,-4-10-24 0,3 0-124 0,2-7-336 0,3-2-624 16,3-3-1188-1,-11-7-2497-15,12 3-2255 0</inkml:trace>
  <inkml:trace contextRef="#ctx0" brushRef="#br0" timeOffset="95103.507">5964 15284 4364 0,'0'0'2968'15,"0"0"-856"-15,0 0-664 0,0 0 33 0,0 0-485 0,0 0-72 16,0 0-140-16,0 0-176 16,0 0 8-16,-8-70-80 0,4 70 188 0,0-3-232 15,-4 3 76-15,1 0-112 0,-2 0-100 16,-3 0-112-16,1 0-180 0,-2 7-64 15,-2 5-148-15,-2 4 136 0,-2 10 12 0,3 6 4 16,4 1 8-16,-1 9 72 0,6 3-76 16,3-7-8-16,4-3-16 0,0-6 16 15,0-7 72-15,0-7-72 0,8-1-12 16,-1-8-64-16,6-3 64 0,-2-3-84 16,10 0-28-16,-6-7-24 0,9-6-84 15,-3 1-16-15,-2-9-96 0,-3 0 24 16,0 0 72-16,-4-2 36 0,4 1 4 0,-8 3 72 15,4 0-28 1,-8 2 92-16,0 5 72 0,-4 6 52 0,0 3 196 16,0-1-12-16,0 4-124 0,0 0-24 15,0 0 84-15,0 7 52 0,0-1-164 0,0 6-56 16,0 8-4-16,0 2 100 0,0 7-28 16,3 0-20-16,1-8-52 0,5 2-100 15,3-4-124-15,4-3 212 16,-1-7-356-16,6 3-464 0,3-5-324 15,3-3-688-15,-11-1-1305 0,12-3-3563 0</inkml:trace>
  <inkml:trace contextRef="#ctx0" brushRef="#br0" timeOffset="95953.504">4597 15141 6988 0,'0'0'2908'16,"0"0"-1183"-16,0 0-581 0,0 0 76 0,0 0 160 15,0 0-348-15,0 0-432 0,0 0-228 16,0 0-24-16,0 0-4 0,0-16-32 16,0 20-140-16,0 2 24 0,0 10-192 15,0 5 84-15,0 15 84 0,-4 8-40 0,-3 13-68 16,-1 11-64-16,-1 10-12 0,-2 8-148 16,-6 10 0-16,6-2 12 0,-5 5-12 15,0 0 84-15,0-4-72 16,4-3 76-16,-4-6-4 0,8-7 4 0,-4-9-4 15,4-6 76-15,4-14-12 0,4-5-48 0,0-10 48 16,0-7-112-16,4-12 24 0,0-3-36 16,8-4-52-16,-5-5 28 0,6-1-176 15,2-3 88-15,-2 0 248 0,2-7 64 16,2 4-8-16,-6 0-56 0,2 3-112 0,-1 0-48 16,-1 6 160-1,6 10 300-15,-2 9 148 0,5 10-124 16,1 9 96-16,-2 8-208 0,1 5-128 0,0-4-76 15,0 2 152-15,-8-4-36 0,4-1 24 16,-9 1-48-16,2 0 8 0,-1 0-8 16,-4-1-100-16,-4 4-8 0,3 1-52 0,-3 1-16 15,0-1-144-15,0-8-164 0,4 1-232 16,0-10-256-16,1-6 4 16,3-10-252-16,-1-9-260 0,1-6-708 0,1-7-1157 15,6-17-995-15</inkml:trace>
  <inkml:trace contextRef="#ctx0" brushRef="#br0" timeOffset="101801.847">5940 16954 820 0,'0'0'8264'0,"0"0"-6003"0,0 0-1005 16,0 0-20-16,0 0 184 15,0 0-52-15,-56-75-420 0,49 61-440 16,-1 5 8-16,-1-1 12 0,5 7 208 0,0 0-196 16,1 3-128-16,3 9 88 0,-4 4-48 15,0 4 253-15,-5 2-477 0,5 0-8 16,-3 6-156-16,3 0-64 0,4 7-84 0,0 6-28 15,0-3 4-15,7-1 104 0,6-2-92 16,-1-6-40-16,8-10-44 0,-5-4 48 16,6-5-4-16,7-7 72 0,-5-4 56 0,5-11-93 15,3-7 53-15,-3-7-40 0,-3-2-44 16,-1-2-52-16,-5-2 52 16,1 4 60-16,-8-1 64 0,0 3-32 0,-4 3 40 15,-4 1 84-15,-4 0-84 0,0 6-96 0,-4 0-40 31,-11 3 28-31,-6 1-148 0,-3 2-284 0,0 6 212 16,-4 4 192-16,5 3-72 0,-1 6-24 0,4 11-28 16,-4 5 16-16,8 3-52 0,1 7-424 15,2 0-572-15,9-5-524 0,0 0-1260 16,1 1-3205-16</inkml:trace>
  <inkml:trace contextRef="#ctx0" brushRef="#br0" timeOffset="102453.099">7080 16875 3268 0,'0'0'2648'0,"0"0"2433"0,0 0-3657 0,0 0-108 16,0 0 24-16,0 0 184 0,0 0-368 15,0 0-524-15,0 0-388 0,-84-19-232 16,72 44 108-16,0 11 28 0,4 11 112 15,-4 4 60-15,4 2 8 0,0-2 40 0,4-3-52 16,0-7-204-16,4-6-112 0,0-10-184 16,0-9 172-16,4-2-72 15,4-12-100-15,4-2 48 0,0-2 136 0,8-12 12 16,4-8-12-16,-1-10-132 16,-2-3-140-16,3-6-32 0,-9 4 156 15,2-1 36-15,-6 2 28 0,2 11 8 0,-5 2 4 16,-1 11-4-16,-3 2 28 0,0 10-52 15,0 0 16-15,1 3 84 0,2 7 184 0,1 6 148 16,0 3-148-16,4 3 24 0,-4 0-60 16,4 0-136-16,-4 1 48 15,4-4 16-15,-4-3-4 0,0 0-72 0,4-7-220 0,-1 1 36 16,-2-7 72-16,3-3 100 16,-5 0-160-16,6-10-256 15,-5-2-180-15,-1-4-396 0,1-3-1068 0,-3 3-2761 16,-1-3-2079-16</inkml:trace>
  <inkml:trace contextRef="#ctx0" brushRef="#br0" timeOffset="102680.352">7199 16646 11945 0,'0'0'1648'0,"0"0"-1000"15,0 0 916-15,0 0 236 0,0 0-528 16,0 0-620-16,92 35-408 16,-68-32-152-16,-1-3-92 0,5 0-108 0,-4-3-124 15,1-3-420-15,-1-7-372 0,-1 3-496 16,-3-2-1260-16,-5-1-2657 0,-2 1-2091 16,-5-5 6945-16</inkml:trace>
  <inkml:trace contextRef="#ctx0" brushRef="#br0" timeOffset="102836.358">7534 16484 4548 0,'0'0'7305'0,"0"0"-6333"0,0 0-676 15,0 79 660-15,4-46 872 0,0-2-364 16,4 4-620-16,4 1-548 0,0-3-136 0,-5 3-160 16,10-4-284-1,-6-1-324-15,1 1-236 0,-3-3-700 0,-2-8-1056 16,-3 5-3721-16</inkml:trace>
  <inkml:trace contextRef="#ctx0" brushRef="#br0" timeOffset="103513.045">7080 14913 6200 0,'0'0'1536'0,"0"0"2909"0,0 0-3101 16,0 0-112-16,11 66-12 0,-7-34-20 0,1 12-196 16,-1 5-288-16,0 1-40 15,-4 4-212-15,0 0-180 0,0-4-40 16,-4-4-88-16,0-2-60 0,-1-6-96 0,1-4-8 16,0-8-124-16,1-7-4 15,3-5-20-15,0-12-52 16,0 0-88-16,0-2 128 0,0 0 20 0,3-4-72 15,5-3 172-15,5-3 48 0,2-2 0 16,2 1-72-16,-2 5-64 0,5 0-36 0,-3 4 36 16,2 2 28-16,1 0 44 0,-4 0 56 15,4 0 8-15,-5 5-8 0,-2-2 44 16,-2 3-36-16,2 1 112 0,-9 0-12 0,0-2 8 16,0 2 4-16,-4 3 72 0,0 2 76 15,-12 1-116-15,-1 3 4 16,-6 3-64-16,-1-3-12 0,0-3-72 15,-3-1-8-15,2 1-176 0,1-7-72 16,1-6-348-16,-2 0-368 0,1-6-952 0,1-10-1972 16,6 4-3313-16,2-17 2381 0</inkml:trace>
  <inkml:trace contextRef="#ctx0" brushRef="#br0" timeOffset="104050.537">8135 15459 5756 0,'0'0'5553'0,"0"0"-4421"15,0 0-188-15,105 38 224 0,-66-16 256 0,4 3-436 16,-2 10-240-16,-1 1-328 0,-1 5-24 16,1 7-16-16,-8 2-84 15,-1 4-12-15,-7 3 68 0,1 7-44 0,-9-4-176 16,-8 3-56-16,-8 1 20 0,0 3-92 15,-8-1 0-15,-8 1-4 16,-5 0-60-16,2-1 52 0,-5-3-64 0,-4-5 72 16,-4-4 0-16,0-6-4 0,4-8-60 15,-4-7-44-15,4-5-200 0,0-8-192 0,4-8-364 16,-3-6-536-16,7-6-1212 0,-4-9-2689 16,5 0-2855-16,-5-23 7972 0</inkml:trace>
  <inkml:trace contextRef="#ctx0" brushRef="#br0" timeOffset="104619.211">9291 14944 992 0,'0'0'10057'0,"0"0"-8289"16,0 0-392-16,19 67-328 0,-6-26 0 15,-5 11 36-15,-1 7-156 16,6 11-300-16,-5 6-76 0,3 6 184 0,-2 8-152 16,3 6-192-16,-5 6-4 0,1 5 13 15,1 7-109-15,-2 7-220 0,-3 0-72 16,4 2-72-16,-4 1-144 0,1-1 32 0,2-8 39 16,-3-4-135-16,4-12 36 0,-4-13 24 15,5-20 136 1,-2-15-4-16,1-12-92 0,0-20-224 0,4-7-1004 0,4-12-748 15,0-6 204-15,3-17 32 16,5-6-2461-16,-7 1-3123 0,-2-26 6956 0</inkml:trace>
  <inkml:trace contextRef="#ctx0" brushRef="#br0" timeOffset="111718.395">10195 15224 4028 0,'0'0'548'0,"0"0"5933"16,0 0-4901-16,-48 83-524 0,33-42 24 15,-6 9 240-15,6 4-156 0,-1 3-308 0,4-5-524 16,0-5-268 0,4-12 32-16,4-6-96 0,4-10-172 15,0-10-200-15,8-3 164 0,4-6 36 0,7 0 164 16,2-8-140-16,7-16-236 0,0-4-64 16,0-3-56-16,0-5 64 0,-9 1 116 15,1 7 172-15,-3-1 152 0,-2 10 104 0,-7 0 36 16,0 10-28-16,-4 6 88 0,0-1 52 15,-4 4 164-15,0 0 72 0,4 10-140 0,0 2 108 16,0 5-184-16,3 4-120 16,2 5-20-16,-1 6 4 0,-1-4-72 0,6 8 220 15,-1-5 280-15,-1-3-540 0,2-2-24 16,-2-7-160-16,2-7-108 0,2-2-188 16,-3-7-176-16,0-3 36 0,0 0-48 0,1-3-300 15,-2-7-620-15,-3-2-1108 16,4-1-3557-16</inkml:trace>
  <inkml:trace contextRef="#ctx0" brushRef="#br0" timeOffset="112585.16">10327 15537 1592 0,'0'0'728'0,"0"0"-400"0,0 0 3956 16,0 0-2712-16,0 0-560 0,0 0-84 15,0 0 261-15,0 0-113 16,0 0-224-16,0 0-240 0,0 0-92 0,27-58-56 16,-27 53-60-16,4 3-88 0,-4 2-16 15,0 0 64-15,0 0 12 0,4-4 8 16,-4 1 40-16,5 0 84 0,-5-4 20 0,4-2-208 16,-4 0-112-16,4-4-84 15,-4 3-12-15,0-2 20 0,0-1-44 0,0 1-80 16,0-2 88-16,-4 2-32 0,0-2-60 15,-5 3 4-15,2-3 52 0,-5 6 0 16,3-6-60-16,-2 8-60 0,-1-4-24 0,0 4-52 16,0 0-120-16,-4-1-212 0,4 4 76 15,1 0 80-15,2 3-8 0,5 0-52 0,-4 0-260 16,-3 3-4-16,-2 4-284 16,2 6-168-16,-2 2-272 0,-2 5-408 0,2 2-493 15,5-7-751-15,-3 4-1156 0</inkml:trace>
  <inkml:trace contextRef="#ctx0" brushRef="#br0" timeOffset="112935.911">11032 15227 28 0,'0'0'676'16,"0"0"9625"-16,0 0-8529 16,0 0-828-16,0 0 80 0,-92 32 400 0,68-12-288 15,1 5-380-15,3 6-236 0,-1 0-124 16,10 5 8-16,3-1-12 0,8 2-112 0,0-2-132 15,4-3-148-15,11-3-80 0,2-1 80 16,3-5 104-16,3-7-92 16,1-4-12-16,-3-5-136 0,3-4-44 0,-5-3-116 15,1 0-156-15,-4-7-188 0,-4-2-76 16,0-1-316-16,-4 1-904 0,-5 0-2329 16,-3-1-2859-16</inkml:trace>
  <inkml:trace contextRef="#ctx0" brushRef="#br0" timeOffset="113093.502">10916 15563 1788 0,'0'0'10117'16,"0"0"-7745"-16,0 0-1020 0,0 0-484 0,0 0 152 15,0 0 92-15,0 0-484 0,0 0-16 16,0 0 24-16,92-28-184 0,-56 19-404 0,4-5-48 16,-4 6-208-16,3-5-228 15,2 1-520-15,-2-2-212 0,-3 4-772 0,-8 1-2732 16,4 0-5173-16</inkml:trace>
  <inkml:trace contextRef="#ctx0" brushRef="#br0" timeOffset="113992.795">11709 14919 10216 0,'0'0'1689'0,"0"0"-549"0,0 0 92 0,0 0 284 16,0 0-76-16,0 0-536 15,0 0-448-15,0 0-36 0,0 0-100 0,-79 47-4 16,63-15 52-16,4 10 12 0,-4 8 72 15,4 4-136-15,4 4-124 0,4 5-8 16,0 4-64-16,4-3-120 0,0-1-92 0,4-3-88 16,8-13 8-16,0-5 52 0,4-13 8 15,3-10 40-15,2-10-64 0,3-6 28 16,0-3 104-16,3-6-56 0,6-10-136 0,-6-9-24 16,1-5 36-16,0-3-84 0,0-6 8 15,-4 1-56 1,0-3 56-16,-5-1 64 0,-2 2 0 0,-2-2-4 15,1-6 4-15,-8 4-4 0,-4-3 64 16,0 2 132-16,-4 3 4 0,-8 7 100 16,-3 10 36-16,2 3 112 0,-3 10 132 15,5 5 16-15,-6 4 132 0,5 3-212 0,-3 3-240 16,-6 6-76-16,2 7-76 0,-5 7 28 16,-1 2 44-16,2 6 0 0,-1 1-68 15,-4 4-40-15,1-1-132 0,2-1-112 16,5 1-224-16,-3-7-396 0,6-2-852 0,5-10-512 15,4-7-277-15,4-5 41 0,-3-4-624 16</inkml:trace>
  <inkml:trace contextRef="#ctx0" brushRef="#br0" timeOffset="114199.978">11737 15281 1408 0,'0'0'1616'0,"0"0"2596"0,0 0-1620 0,0 0-747 0,0 0-577 15,0 0-160-15,0 0 32 0,0 0-200 0,0 0-296 16,0 0-236-16,-15 63-144 15,2-41-264-15,2 3-40 0,-2 8-72 16,1-2 28-16,-3 5-68 0,2-1-120 16,2 0 84-16,2-5-24 0,5-6-92 15,4-9-48-15,0-8-200 0,0-4 60 16,9-3 36-16,3 0-52 0,8-10 12 0,-1-5 96 16,9-4-676-16,-4-4-729 0,4-2-811 15,0 3-260-15,-8 5 44 16</inkml:trace>
  <inkml:trace contextRef="#ctx0" brushRef="#br0" timeOffset="114304.837">11945 15465 704 0,'0'0'2832'0,"0"0"1236"0,0 0-2796 16,0 0-160-16,0 0 13 0,0 0-381 0,0 0-332 15,0 0-412-15,0 0-324 0,79 70-1029 16,-71-68-1611-16,0 2-2812 0</inkml:trace>
  <inkml:trace contextRef="#ctx0" brushRef="#br0" timeOffset="114529.75">12112 15504 8280 0,'0'0'1824'16,"0"0"-1308"-16,0 0 889 0,0 0 535 0,0 0-384 15,0 0-552-15,0 0-256 0,55 69-28 16,-43-40 168-16,1 6-116 0,-2 0-160 16,2 5-148-16,-6 4-60 0,1 5-16 0,0 2-120 15,-3-1-63-15,-5 5-101 16,0-5-104-16,0-2-124 0,0-3-253 0,0-14-71 15,0-5-136-15,0-10 92 0,0-10-56 16,0-6-204-16,7 0-456 0,-3-13-656 16,4-9 260-16,-4 5-1236 0,0-21-2633 15</inkml:trace>
  <inkml:trace contextRef="#ctx0" brushRef="#br0" timeOffset="114739.363">12220 15519 5548 0,'0'0'6409'0,"0"0"-5233"0,0 0-832 0,0 0 204 0,0 0 476 16,0 0-44-16,0 0-400 0,0 0-180 16,84-54 8-16,-65 54 28 0,5 0-40 15,-4 0-100-15,3 7-76 0,-6 0 4 0,-2 1-164 16,-2 2-24-16,-2 2-36 0,-7 2-148 16,0 0 88-16,-4 7 52 0,-8 0-40 0,-3 5-76 15,-6-1-160-15,-7 1-76 0,1-1-72 16,-5 0-100-16,-4-2-192 0,0-1-412 15,-3 0-840-15,7-9-2153 16,-17 6-1931-16</inkml:trace>
  <inkml:trace contextRef="#ctx0" brushRef="#br0" timeOffset="115839.093">10470 16506 4916 0,'0'0'208'0,"0"0"5456"0,0 0-3863 0,0 0-385 15,0 0-64-15,0 0 140 16,0 0-288-16,0 0-400 0,0 0-312 0,0 0-188 16,0 0-72-16,28-19 28 0,-16 42 324 15,0 5-168-15,0 7-112 0,0 3-76 16,-4 7-31-16,-4-1-113 0,-4 4-24 0,4-3-60 15,-4-1-96-15,0 0-73 16,0-8 9-16,0-5-44 0,0-9 8 0,0-9-12 16,0-7-84-16,0 0-72 0,0-6-64 15,0 0 36-15,0 0-40 16,4-6-12-16,4-3 444 0,0-4 52 16,4 0 96-16,-5-3-136 0,10 4-12 0,-6-2-160 15,6 2-64-15,-2 5-20 0,2 1 44 0,2 6 164 16,1 0 36-16,-3 4 124 15,2 3-28-15,-6-1 52 0,-6 2-24 0,1 6-12 16,-4-5 72-16,-4 4 0 0,0 0-24 16,0-1 24-16,0-2 64 0,-8 2 8 15,-3-5-60-15,2 2-72 16,-3-2-124-16,-4-4-28 0,4 0-80 0,-4 0-76 16,0-3-172-16,0 0-160 0,1-6-172 15,-2-7-168-15,2 0-508 0,-2-2-540 16,10-4-520-16,-1 3-2125 0,4-3-1227 0</inkml:trace>
  <inkml:trace contextRef="#ctx0" brushRef="#br0" timeOffset="116294.97">11423 16615 3100 0,'0'0'6008'15,"0"0"-4248"-15,0 0-563 0,0 0 3 16,0 0 348-16,0 0-148 0,0 0-488 16,0 0-528-16,0 0-60 0,0 0-164 15,0 0-148-15,-68 50-12 0,52-15 48 0,4 3 128 16,0 10 132-16,8 0 84 15,-4 2 40-15,8-3-216 0,0-5-216 0,0-7-60 16,4-6 48-16,4-10-28 0,0-7 28 16,4-1-108-16,4-9 32 0,-4-2-168 15,8-2-176-15,-5-12-88 0,2-4-148 0,-2-2-380 16,-2-5-1020-16,-2 9-2105 0,-3-6-1755 0</inkml:trace>
  <inkml:trace contextRef="#ctx0" brushRef="#br0" timeOffset="116451.681">11363 16868 9336 0,'0'0'2773'0,"0"0"-1189"0,0 0-708 0,0 0 132 16,0 0 112-16,0 0-496 0,0 0-44 15,0 0 112-15,0 0 72 0,84-6-312 16,-56 0-292-16,4-4-160 0,-1-2 0 0,1-4-184 16,4 0-428-16,-4-3-512 0,0 3-476 15,-12 3-2184-15,7 1-2945 16</inkml:trace>
  <inkml:trace contextRef="#ctx0" brushRef="#br0" timeOffset="117052.465">12115 16531 1580 0,'0'0'7468'16,"0"0"-5760"-16,0 0-627 0,0 0-197 15,0 0 504-15,0 0-100 0,0 0-444 0,0 0-592 16,0 0-188-16,0 0 120 0,-79 67 68 16,67-25 20-16,4 9 112 0,0 6 100 15,1 3-16-15,-2 0-48 0,9 3-100 0,-4-1-76 16,4-8-108-16,0-10-136 0,9-9-88 15,2-13 76-15,5-6-84 0,4-10 12 16,0-6 84-16,8-3 12 0,0-13 0 0,8-6 112 16,-4-9-124-16,0-8-4 15,3-2-120-15,-7-4-96 16,0 1 0-16,0-1 72 0,-5-2-60 0,-2 3-28 16,-5-4-36-16,-4 3 0 0,-9-3 60 0,1 4-36 15,-4 3 76-15,-7 9 172 0,-5 7 88 16,3 8 208-16,-2 8 4 0,-6 9 268 15,6 0-88-15,-9 7-392 0,0 6-88 0,0 9-112 16,-4 3 40-16,5 4 68 0,-6 2 0 16,5 4-44-16,5-2-112 15,-6-6-164-15,10 2-340 0,-2-3-468 0,2-4-900 16,7-9-2025-16,0-1-1991 0</inkml:trace>
  <inkml:trace contextRef="#ctx0" brushRef="#br0" timeOffset="117221.931">12203 16704 6320 0,'0'0'2896'0,"0"0"-1320"16,0 0-687-16,0 0 471 0,0 0 216 0,0 0-404 15,0 0-304-15,0 0-272 0,17 69-88 16,-17-46-64-16,0 2-220 0,-8 3-136 16,-1 2-88-16,-2-3-84 0,-2 2-88 15,5 0-260-15,-3-4-364 0,3 4-108 16,3-10-464-16,-2-4-808 0,7-5-1873 15,0-7-1267-15</inkml:trace>
  <inkml:trace contextRef="#ctx0" brushRef="#br0" timeOffset="117370.784">12299 16931 1172 0,'0'0'5432'0,"0"0"-2760"0,0 0-667 16,0 0-173-16,0 0-272 0,80 55-88 15,-60-42-528-15,-1-1-472 0,2 1-336 16,-1-3-136-16,-1-4-152 0,5 1-56 15,-3-5-464-15,-2-2-460 0,-3 0-628 16,0-2-2645-16,-4-2-3731 0</inkml:trace>
  <inkml:trace contextRef="#ctx0" brushRef="#br0" timeOffset="117568.589">12710 16976 9232 0,'0'0'3081'0,"0"0"-2253"15,4 71-532-15,-1-39 656 0,1 8 708 0,0 2-356 0,4-1-412 16,1 4-276-16,-2-1-40 0,1-4-12 16,-4-1-296-16,1-1-268 15,2-3-120-15,-7-3-360 0,4-7-168 0,-4-6-352 0,0-9-516 16,0-8-184-16,0-4 12 0,0-10-248 16,0-1-2373-16,0-19-2155 0</inkml:trace>
  <inkml:trace contextRef="#ctx0" brushRef="#br0" timeOffset="117742.759">12761 16961 7564 0,'0'0'2192'0,"0"0"-979"0,0 0-325 0,0 0 124 15,0 0-32-15,0 0-192 16,0 0-372-16,0 0-112 0,0 0-192 16,88-13-48-16,-81 23 100 0,2-4-156 0,-5 3-8 15,-4 4-88-15,0 0-52 0,-4 3 128 16,-12 3 12-16,0-1-76 0,-4 2-224 15,-4-1-180-15,-4-6-192 0,5-7-440 0,-5-6-696 16,7 0-2209-16,-14-19-2982 0</inkml:trace>
  <inkml:trace contextRef="#ctx0" brushRef="#br0" timeOffset="118193.411">12064 14747 10604 0,'0'0'2325'15,"0"0"-1549"-15,0 0-164 16,0 0 636-16,20 67-4 0,-4-38-388 0,4 7-324 0,7-2-184 16,-3 0-40-16,0 5-12 15,1-4-296-15,-1-1-108 0,-1 1 48 0,-3-3-248 0,-3-7-200 16,-2-6-284-16,1-2-128 16,0-11-668-16,-5-4-1344 0,6-4-3321 15</inkml:trace>
  <inkml:trace contextRef="#ctx0" brushRef="#br0" timeOffset="118365.264">12407 14777 4180 0,'0'0'7985'0,"0"0"-7001"0,0 0-448 16,-60 69 544-16,40-36 300 0,0-5-476 15,4 3-716-15,-4-3-188 0,4 4-176 16,0 0-48-16,0-3-388 0,0 2-432 0,-3 1-720 15,6-7-2073-15,-6 7-2323 0</inkml:trace>
  <inkml:trace contextRef="#ctx0" brushRef="#br0" timeOffset="119126.545">13586 15221 1188 0,'0'0'10081'0,"0"0"-8361"0,0 0-956 16,0 0-28-16,0 0 376 15,71-84-8-15,-43 59-432 0,0 0-336 16,4 3-152-16,0 0-8 0,0 3-68 16,-4 6-44-16,-4 4-64 0,0 5-4 0,-12 4-108 15,0 7 112-15,-8 12 396 16,0 9 180-16,-4 13-208 0,-13 10-220 0,-2 13-148 15,-5 0-12-15,-4 5 0 0,4 1-112 16,-4 3-20-16,4 1-16 0,4-2 0 16,-4-4 12-16,8-5 136 0,1-16 12 0,6-6 120 15,1-11 4-15,4-9-48 0,0-5-76 16,0-6 12-16,4-1-12 0,1 0 0 16,6-5-4-16,-3 2 0 0,5 1 4 15,2-1-12-15,2 0-76 16,-2 4 52-16,5 5 28 0,0 5 8 15,0 8 0-15,4 7 156 0,0 7-48 0,-1 2-44 16,-2 4 20-16,-5-1 100 0,3 3-180 16,1 1-4-16,1-3-84 0,-2 0 8 15,-3-1-20-15,0-2-4 0,-4 2 28 0,0-5 8 16,-4 2 16-16,-1-2 40 0,-2-5 0 16,-5 2-76-16,0-1 20 15,0-3-60-15,0-6 112 0,-5-4-36 16,2-3-24-16,-5-3-336 0,0-6-124 0,0-7 36 15,-4 0 120-15,0-6-184 0,-4 0-588 16,4 0-1596-16,-12-15-4113 0</inkml:trace>
  <inkml:trace contextRef="#ctx0" brushRef="#br0" timeOffset="123169.469">21156 1048 7552 0,'0'0'2876'0,"0"0"-307"16,0 0-1345-16,0 0-240 0,0 0 64 15,-91-16-164-15,74 22-412 0,-2 7-272 0,2 6-64 0,-2 6 48 16,-1 10 12-16,0 12 16 16,0 11 84-16,0 12 84 0,0 9-24 0,4 10-40 15,0 7-32-15,1 2-136 16,7-3 20-16,-1-6-32 0,9-10-40 16,0-18-84-16,13-14 112 15,2-9-120-15,5-16-4 0,8-6 0 0,8-9 0 16,4-7 8-16,4-7-8 0,3-15 4 15,9-7-8-15,0-13 4 0,0-8-136 16,4-4-144-16,-9-9-124 0,1 0 0 0,-8-4 0 16,-4-3 72-16,-4-3 36 0,-8-3-84 15,-9-3-28-15,-6-1-152 0,-6 1 36 16,-3 2-16-16,-4 7 476 0,-4 7 64 0,-7 8 244 16,-2 15 168-16,2 5 136 0,-2 13 232 15,5 9-52-15,-3 4-152 0,3 2-136 16,-4 4-84-16,0 3-136 15,-1 0-220-15,-6 6-72 0,-1 7-124 16,-4 3 72-16,1 9-60 0,-5 4-24 0,-8 5-60 16,3 5-16-16,-6 5-48 0,-1 7-172 0,1-4-560 15,-2 4-768-15,1-6-948 0,12-7-1433 16,8-12 329-16,1-5-304 0</inkml:trace>
  <inkml:trace contextRef="#ctx0" brushRef="#br0" timeOffset="123370.254">21180 1232 7960 0,'0'0'2008'0,"0"0"-887"0,0 0 51 0,-12 73 284 15,4-45-292-15,0 4-320 0,1 5-240 16,-6 2-64-16,5 3 252 0,-3 2-356 0,2 3-436 16,-2 0 0-16,3 5-112 15,-1-1-88-15,-2-1-108 0,3-3-400 16,-1-1-448-16,5-11-324 0,4-7-252 0,0-9 280 15,0-10-669-15,4-4-1139 16,5-5-788-16</inkml:trace>
  <inkml:trace contextRef="#ctx0" brushRef="#br0" timeOffset="123492.188">21240 1733 692 0,'0'0'4672'16,"0"0"-2928"-16,0 0-280 15,0 0-168-15,79 32-95 0,-55-20-109 0,1 2-504 16,-1-3-420-16,-1 3-168 0,1-4-160 15,0-1-400-15,-9-3-1477 16,10-3-3251-16</inkml:trace>
  <inkml:trace contextRef="#ctx0" brushRef="#br0" timeOffset="123714.182">21611 1762 4548 0,'0'0'7245'0,"0"0"-6361"0,-13 86-244 0,9-45 1060 0,0 9 384 16,4 5-488-16,0 2-616 0,0 3-416 16,8 0-248-16,-4 7-8 15,-4-3-120-15,5-3-188 0,-5-3-120 16,0 0-232-16,0-10-212 0,0-6-24 0,-5-8 120 16,5-11 64-16,0-8-92 0,0-5-384 15,0-10-508-15,0 0-484 0,0-10-412 16,0-3-481-16,9-19-4267 0</inkml:trace>
  <inkml:trace contextRef="#ctx0" brushRef="#br0" timeOffset="123936.132">21667 1819 9732 0,'0'0'1469'0,"0"0"-685"0,0 0-40 15,0 0 72-15,0 0-4 0,0 0-192 16,0 0-140-16,0 0-92 0,0 0 44 0,0 0-72 15,0 0-20-15,79 44-132 0,-68-24-32 16,-2-1-100-16,-5 0-76 0,-4-1-152 16,0 6 16-16,-13 1-36 0,-6 0-128 0,-5 3-152 15,-4-2 24-15,-8-1-140 0,4-6-48 16,1-3-84-16,3-6-728 16,3-3-925-16,6-7-1979 0,3-5-520 0</inkml:trace>
  <inkml:trace contextRef="#ctx0" brushRef="#br0" timeOffset="124155.653">21953 1552 10888 0,'0'0'1685'0,"0"0"-693"16,0 0 692-16,0 0 124 0,0 0-356 15,84-19-520-15,-65 16-428 0,9-3-308 16,-3 2-196-16,3-5-116 0,3 3-128 16,-6-4-480-16,-2 4-832 15,-3 0-1584-15,-9 2-6101 0</inkml:trace>
  <inkml:trace contextRef="#ctx0" brushRef="#br0" timeOffset="124305.5">22073 1673 14557 0,'0'0'2128'0,"0"0"-1580"0,0 0 528 0,0 0 364 0,0 0-620 16,0 0-296-16,0 0-184 0,103 3-160 15,-63-6-180-15,4-3-300 0,7-1-528 16,1 1-308-16,-3 0-864 0,-10 2-2624 16,17-5-5265-16</inkml:trace>
  <inkml:trace contextRef="#ctx0" brushRef="#br0" timeOffset="126982.973">23312 1238 1488 0,'0'0'5228'0,"0"0"-2800"0,0 0 321 16,0 0-1165-16,0 0-200 0,0 0-24 15,0 0-200-15,0 0-180 0,0 0-256 16,-8-10-268-16,12 10-88 0,0 0-148 0,3 0-24 16,10 0 60-16,6 0 304 0,10 0 217 15,3 0-341-15,3 0-132 0,9-2-112 16,3-3-8-16,2 0-88 0,3-4-84 16,0-2-12-16,-5-1-92 0,1-1-16 0,0 0-28 15,-9 1-56-15,1-1-232 16,-8 0-305-16,-4 1-307 0,-9 2-520 15,-6 4-1252-15,-6 3-2901 0,-15 0-3259 16</inkml:trace>
  <inkml:trace contextRef="#ctx0" brushRef="#br0" timeOffset="127355.484">23463 1257 4272 0,'0'0'6272'0,"0"0"-4599"0,0 0-789 0,0 0-56 15,0 0 308-15,0 0-16 0,0 0-292 16,0 0-268-16,52 76-152 0,-36-57-136 16,4-2-112-16,-1-2-12 15,2 1-100-15,-1 0-48 0,-1 0-36 16,-2 3 24-16,-2 0 4 0,-6 3-40 0,-5-3-52 16,-4 7 36-16,0-1-8 0,-9 1-76 15,-7 5 24-15,-4 4-160 0,-3 0 12 16,-5 3 196-16,0-3 64 0,0 3-52 15,-4-3 60-15,4-3 4 0,4-4 64 0,4-2 36 16,8-3 24-16,1-9 196 16,7-1 100-16,4-3-136 0,0-3 0 0,15-1 144 15,2 2 344-15,10-3-112 0,13 1-292 16,0-3-104-16,12-3-20 0,-1 0-120 16,9 0-124-16,-4-7-12 0,4 0-112 15,-1-1 4-15,1-2-64 0,-8 0-264 16,3-1-504-16,-6-3-412 0,-6 2-884 15,-10 2-2584-15,-1-3-3469 0</inkml:trace>
  <inkml:trace contextRef="#ctx0" brushRef="#br0" timeOffset="135118.068">25396 1883 680 0,'0'0'688'0,"0"0"-176"0,0 0-252 0,0 0-132 15,0 0 148-15,0 0 12 0,0 0-120 0,0 0-108 16,0 0-60-16,0 0-260 0,0 0-12 0,0 0 244 16,0 0 28-1,-5 2 104-15,5-2 236 0,-4 0-80 0,4 0-156 16,-4 0 196-16,0 4-220 0,1-4-68 15,-1 3-12-15,0-3 364 16,0 3 876-16,4-3-788 0,0 3-268 0,0-3 24 16,0 0 196-16,0 0-68 0,0 0-192 0,0 0-144 0,0 0-76 15,0 0-236-15,0 0-92 0,0 0-80 16,0 0 84-16,0 0 84 16,0 4-112-16,0-1-56 0,-5 0 16 15,5 0 156-15,-4-3 144 0,4 3 88 16,-4-3 28-16,4 3-40 0,0-3-248 15,0 0-456-15,0 0-1023 0,13-19 1818 16</inkml:trace>
  <inkml:trace contextRef="#ctx0" brushRef="#br0" timeOffset="137425.107">23260 2546 1788 0,'0'0'6048'0,"0"0"-4004"0,0 0-1088 0,0 0-299 0,0 0 215 15,0 0-220-15,0 0-152 0,0 0-284 16,0 0-116-16,0 0 68 0,56-54 72 16,-56 54 24-16,0 0 40 0,0 0-40 15,0 0 40-15,0 0-40 0,3 0-112 16,1 6 108-16,5 4 208 0,-1-1-132 0,-1 7-48 16,1 0-100-16,1 0-40 0,-1 3-24 15,-5 0-48-15,1-1 32 0,-4 2-44 16,0 2 12-16,0-6-68 0,0-3-8 0,0-1 12 15,0-5-12-15,0-4-8 0,0 0-44 16,0-3 4-16,0 0-16 0,0 0 16 16,0 0-76-16,0 0-536 0,0 0-404 15,4-6-120-15,-4-1-72 16,0-5-256-16,4 2-1145 0,-4-9-1951 0</inkml:trace>
  <inkml:trace contextRef="#ctx0" brushRef="#br0" timeOffset="137608.506">23355 2377 3768 0,'0'0'4328'0,"0"0"-2408"0,0 0-591 0,0 0-21 15,0 0 120-15,0 0-216 0,0 0-308 16,0 0-288-16,0 0-228 0,0 0-208 16,84-44-180-16,-72 41-76 0,0 0-72 0,0 0-124 15,0 0-240 1,-4 3-460-16,0 0-276 0,0 0-396 15,-4 0-869-15,0 0-1815 0,0 6-1339 0</inkml:trace>
  <inkml:trace contextRef="#ctx0" brushRef="#br0" timeOffset="137816.96">23507 2552 8732 0,'0'0'1980'16,"0"0"-1051"-16,0 0 211 0,0 0 272 16,0 0-84-16,0 0-448 0,84-6-356 0,-64-1-276 15,3-2-148-15,-3 3-100 0,1-1-4 16,-6 1-268-16,-2-1-404 0,-6 5-496 16,1-2-272-16,-4 4-588 0,-4 0-821 0,0 0-1791 15</inkml:trace>
  <inkml:trace contextRef="#ctx0" brushRef="#br0" timeOffset="137947.714">23615 2596 820 0,'0'0'5992'0,"0"0"-4084"0,0 0-728 15,0 0-7-15,0 0 35 0,0 0-212 16,0 0-448-16,0 0-216 0,0 0-156 16,0 0-164-16,91 7-12 0,-75-10-684 0,0 3-620 15,-4-4-869-15,4 4-2875 0</inkml:trace>
  <inkml:trace contextRef="#ctx0" brushRef="#br0" timeOffset="138727.478">23950 2460 220 0,'0'0'6964'0,"0"0"-4888"16,0 0-952-16,0 0-299 0,0 0 103 15,0 0-60 1,0 0-192-16,0 0-92 0,0 0-128 0,0 0-88 0,0 0 8 16,15 3 76-16,-11-3 28 15,5 0-68-15,-2 0-76 0,1 0-76 0,0 0-72 16,0-3-40-16,4 0-48 0,0 0-92 16,0 0-8-16,0-3-4 0,4-1-132 0,-4 1-236 15,4-5-376-15,-4 6-244 0,-1-4-296 16,2-2-612-16,-6 6-1309 0,1-5-3059 15</inkml:trace>
  <inkml:trace contextRef="#ctx0" brushRef="#br0" timeOffset="139534.879">24169 2251 5500 0,'0'0'2004'0,"0"0"-808"15,0 0-484-15,0 0 348 0,0 0 317 16,0 0-505-16,0 0-260 16,0 0-308-16,0 0 80 0,0 0 248 0,28 19-76 15,-21-3-76-15,5 0-156 0,-3 3-56 16,2 4-32-16,-3 2-60 0,0 0-76 15,0-3-40-15,-4 3 28 0,4-3-12 0,-4 1-76 16,0-1 48-16,-1-3-44 0,2-2 12 16,-1 2 32-16,-4-7 16 0,0 4-60 15,0-7 0-15,0 1 8 0,0-1-4 0,0-2-8 16,0-1-8-16,0-6-4 16,0 3 0-16,0-3-40 0,0 0 48 15,0 0-8-15,0 0-124 16,0 0 48-16,0 0 76 0,0 0-64 0,0-3 68 15,-4-3-80-15,4-4-72 0,-5 1-28 16,2-4 124-16,-1 0-12 0,4 1 64 16,-4-5-168-16,4-2 112 0,0 3 64 0,0 1-44 15,0-1 40-15,0-3-92 0,4 3 0 16,3-3 0-16,2 0 12 0,-5 0-28 0,4-1-20 16,-1 2-40-16,2-1-40 15,-1-1 128-15,-1 1 36 0,1 7-12 0,1-1-112 16,-1 0 48-16,-5 4 16 0,5 3-40 15,1 2 0-15,-5 1 12 0,7 3 12 0,-3-3-24 16,5 3 24-16,-6 0-100 16,5 0-412-16,-3 3-244 0,2 0-213 15,-3 1-479-15,-4-1-864 0,4 0-868 0</inkml:trace>
  <inkml:trace contextRef="#ctx0" brushRef="#br0" timeOffset="141120.8">23647 788 2632 0,'0'0'2436'0,"0"0"-628"0,0 0-572 16,0 0-536-16,0 0 1985 0,0 0-1377 15,0 0-644 1,0 0-372-16,0 0 16 0,0 0 68 0,0 0 80 0,15-5-116 15,-15 5-248-15,0 7-80 0,0-1-8 16,0 0 144-16,0 8-8 0,-4-2 24 16,0 4-76-16,0 0-84 0,-3-3 0 15,-2 3 120-15,-6 0-24 0,-2-1-8 0,-2-2-92 16,-9 6-52-16,-4-2-176 0,-7-3-172 16,2-1 32-16,5 0 92 15,0-6 124-15,4-4 152 0,5-3-8 16,3 0 16-16,3-6 4 0,6-5 128 15,-1-1 112-15,8-4-88 0,0-3-164 0,0-3-116 16,4 0 104-16,0-3-128 0,8 2-24 16,-4 2 128-16,0 4 36 0,0 1 8 0,0 7 92 15,0 3 64-15,-4 2 136 0,7-3-124 16,-2 5-112-16,7-5 12 0,-1-2-64 16,6 2 64-16,2 1 24 15,5-4-12-15,4 1 12 0,-4 3-36 16,0-1-60-16,4 1-4 0,-4 6-116 15,0 0-44-15,0 3-28 0,0 7 88 0,0 2 12 0,3 4 84 16,-7 3-84-16,4 1 24 16,-4 2-12-16,0 0 72 0,0-3 4 0,-4 0 12 15,8-3 64-15,-4-3-68 16,-1-4 56-16,2 1-64 0,-1-1 8 0,-1-5 40 16,1-2-36-16,-4 1 60 0,0-3 4 15,-4 0 52-15,4-3-28 0,-4-3 12 16,4-7-36-16,0 1-28 0,0-4-48 15,0-3-4-15,0-3 4 0,-1-4 52 0,2 3 12 16,-6-5-48-16,-2 6-16 0,-5 0 112 16,0 6 76-16,-4 0-52 0,0 10-12 0,-4-3-60 15,-5 5-60 1,-2-2-4-16,-5 3-84 0,0 0-16 16,-8 3-12-16,4 0-52 0,-4 0 40 15,0 3 20-15,-4 0-8 0,4 3-40 0,1 1-12 16,-1 2-72-16,0 4-44 0,3-4 4 0,-2 7-76 15,7-3-460-15,0 3-452 0,0-1-561 16,4 2-671-16,4-4-796 16</inkml:trace>
  <inkml:trace contextRef="#ctx0" brushRef="#br0" timeOffset="152544.928">25332 1396 6116 0,'0'0'4752'0,"0"0"-2979"15,0 0-449-15,0 0 16 0,23 96 32 16,-14-58-292-16,-1 9-188 0,-1 8-120 0,-3 8 148 16,4 7-432-16,-8 0-76 0,5 3 0 15,-5 0-83-15,0-3-109 16,4-7-208-16,-4-3 48 0,7-6-60 0,1-9-44 15,-4-7-40-15,5-10 36 0,2-9-88 16,-3-3 128-16,-4-9-125 0,1 0-243 16,2-7-76-16,-7 0 0 0,4-7-72 0,-4-5-188 15,0-5-776-15,0-8-1180 16,0-7-2177-16,0-3-1415 0,0 3 2217 0</inkml:trace>
  <inkml:trace contextRef="#ctx0" brushRef="#br0" timeOffset="152854.433">25304 1419 808 0,'0'0'7704'0,"0"0"-5364"15,0 0-515-15,0 0-589 16,0-73 108-16,0 54-212 0,0-3-248 16,8 3-212-16,0 0-292 0,-1 3 76 0,6 0 172 15,-2 7-76-15,-3 2-272 16,5 4-48-16,2 3-84 0,2 0-16 0,-2 10 4 15,5 2 8-15,-3 1 124 0,-6 6-60 16,1 0-64-16,0 0 53 16,-8 0-77-16,0 3-20 0,0-2-96 15,-4 1-4-15,0 2 0 0,-4-1-8 0,0 0-80 16,-8 0-57-16,4-3-15 0,-7 3 4 16,2 2-100-16,1-6-60 0,-4-3 24 15,8-1-76-15,-3-5-8 0,-2-7-92 16,5 3-280-16,1-5-180 0,-6-7-376 0,5-5-764 15,1-5-984-15,-1 1-2925 0,-1-19 705 0</inkml:trace>
  <inkml:trace contextRef="#ctx0" brushRef="#br0" timeOffset="153234.618">25682 1000 2784 0,'0'0'404'0,"0"0"4592"0,0 0-2872 0,0 0-195 15,0 0-89-15,0 0-312 0,0 0-400 16,0 0-332-16,81-17-112 16,-74 17-68-16,1 0-112 0,0 0-136 0,0 5-172 15,0-3-184-15,0 4 24 0,0 0-36 16,0 5-64-16,0-3 60 0,-4 6 0 15,4-1-164-15,-8 2 168 16,0 5 60-16,0 2 184 0,0 3-172 0,-8 0-72 16,0 4-48-16,-4-4-72 15,4 1 108-15,0-4 0 0,4-6 4 0,4-6 4 16,0-4 4-16,0-3-84 0,4-3 24 16,0 0 60-16,0-3-148 0,7-3-36 0,-2-4-172 15,-1-6-136-15,0 3-88 0,-1-5-376 16,-2-6-964-16,-1 3-2148 15,-4 2-2185-15,0-13 3185 0</inkml:trace>
  <inkml:trace contextRef="#ctx0" brushRef="#br0" timeOffset="153428.795">25710 742 236 0,'0'0'1864'0,"0"0"3804"0,0 0-1159 16,0 0-2773-16,0 0-636 0,0 0-32 15,0 0-116-15,40-75-380 0,-20 59-240 16,4 7-156-16,-4-2-172 0,0 8-4 0,-1 0-312 16,-2 3-108-16,3 0-228 0,-9 6-772 15,-3-2-1780-15,1 5-5969 0</inkml:trace>
  <inkml:trace contextRef="#ctx0" brushRef="#br0" timeOffset="154477.879">25901 1202 1160 0,'0'0'1200'0,"0"0"-416"0,0 0-92 16,0 0 1220-16,0 0 636 0,0 0-1328 16,0 0-728-16,0 0-92 0,0 0 12 0,0 0-412 15,0 0 8-15,4-47 72 0,-4 41 13 16,0 3 151-16,0 1 272 16,0-3 72-16,0 5-24 0,0-2-68 0,0-2 0 15,0-2 52-15,4-1 44 0,0 1-240 16,1 0 0-16,-1-4 52 0,0 4-128 15,-1-3-64-15,1-1-84 0,0 0-80 0,4-2 16 16,1 2 8-16,-6-3 0 16,5 4-72-16,-4-1-100 15,5-3 12-15,-2 5 0 0,1 1-8 0,-4 0 44 16,4 2-36-16,0 1-24 0,-4 4-36 16,0-3-60-16,0 3-52 0,0 0 20 0,0 0 0 15,0 0-60-15,0 0-156 0,0 0-244 16,-4 3-316-16,0 1-1621 15,0 1-3031-15</inkml:trace>
  <inkml:trace contextRef="#ctx0" brushRef="#br0" timeOffset="156091.19">26779 1479 364 0,'0'0'3928'16,"0"0"2176"-16,0 0-4363 0,0 0-553 16,0 0-208-16,0 0 280 0,0 0-228 0,-17-70-336 15,9 63-60-15,0 5-8 0,-4-2 36 16,1 4-4-16,-2 0 12 16,-2 13-172-16,-2 4-208 0,-2 8-12 0,-1 10-47 15,-1 9-1-15,6 7 32 0,-5 6-68 0,4 0-28 16,0 4-48-16,4-4-56 0,4-7-60 0,4-11 0 15,4-8 128-15,0-12-12 16,8-6-120-16,4-4-116 16,3-9-56-16,6 0 28 0,3-3-108 0,0-10-124 15,4-6-41-15,0-3-31 0,-1-3-4 16,1-4 88-16,0 1 8 0,-4-5 64 16,-4 5 156-16,-4 0 76 0,-4 2-84 0,-8-2 144 15,0 3 0-15,-4 2 172 0,0 0-48 16,0 9 48-16,0 1 36 0,-4 7-40 15,4 2-80-15,-4 4-4 0,4 4-36 16,-5 2 100-16,5 9 8 0,0 8 112 0,0 8 36 16,0 4-60-16,0 6 25 0,0 1 35 15,0-2-64-15,0-1-140 16,0-7-100-16,5-3-124 16,7-11 28-16,3-1-60 0,2-4-52 0,-1-5-61 15,-1-4-119-15,2-1-184 0,2-3-344 16,-2 0-1040-16,-2-7-2088 0,-2 1-2713 15,-2-2 781-15</inkml:trace>
  <inkml:trace contextRef="#ctx0" brushRef="#br0" timeOffset="156333.046">27112 1911 2704 0,'0'0'1120'15,"0"0"6557"-15,0 0-6561 0,0 0-452 0,0 0 556 16,0 0-84-16,0 0-380 0,80-31-396 15,-59 27-132-15,-2 1-16 0,-3 3-16 16,-4 3-108-16,1 10-16 0,-6 6 548 0,1 3-88 16,-4 4 44-16,-4-1 88 15,0 3-224-15,0-2-172 0,0-1-60 0,-4-3 156 16,0-6-232-16,4 0-80 0,0-9-16 16,0-1-36-16,0-6-184 0,4 0-144 15,4-10-516-15,0-5-900 0,-4 2-2788 0,12-16-3389 16</inkml:trace>
  <inkml:trace contextRef="#ctx0" brushRef="#br0" timeOffset="156487.778">27228 1600 6216 0,'0'0'7041'0,"0"0"-5365"0,0 0-484 15,0 0 356-15,0 0-348 0,0 0-696 16,84-38-504-16,-52 31-300 0,-4 1-116 15,4 1-312-15,-4 0-592 0,-5 3-1352 0,10-5-3897 16</inkml:trace>
  <inkml:trace contextRef="#ctx0" brushRef="#br0" timeOffset="164121.199">30272 1511 5824 0,'0'0'4284'0,"0"0"-1147"15,0 0-1793-15,0 0-648 0,-52-67 20 16,37 55 536-16,-5 1 24 0,-1 6-404 15,2 2-112-15,-1 3-164 0,-4 8 256 0,0 9-111 16,0 12-221 0,-4 9-192-16,0 6-84 0,0 7-28 15,0 3 12-15,4 0 52 0,5-4-92 0,3-8-188 16,4-7-84-16,8-10-48 0,4-9-40 0,0-9 48 16,16-5 124-16,0-2 40 15,12-9-40-15,4-10-132 0,0-3-156 16,3-11-268-16,5 2 92 0,-8-3-20 15,0-1 191-15,-8 6 137 0,-4 0-40 16,-5 4-8-16,-2 6 44 0,-9 7 0 0,0-2 160 16,-4 11 76-16,0 3 104 0,0 0 28 15,0 3-148-15,-4 11 100 0,4 0 68 16,0 5 77-16,-4 8 47 0,4 1-24 16,0 4-36-16,0-3-28 0,8-4-44 0,-4 1-88 15,3-7-132-15,2-5-68 0,-1 0-16 16,-4-8-76-16,3 1-56 0,1-4-100 15,1-3-168-15,-2 0-329 0,1 0-799 0,0-3-2672 16,-3-7-3269-16</inkml:trace>
  <inkml:trace contextRef="#ctx0" brushRef="#br0" timeOffset="164316.708">30484 1756 3484 0,'0'0'7601'0,"0"0"-5957"0,0 0-548 0,0 0 1036 15,0 0 188-15,28 79-356 0,-25-60-660 0,1 0-683 16,4 0-317-16,5-3-88 0,-6-3-120 16,5-4-96-16,-3 0-120 0,-2 1-72 0,1-3-88 31,-4-5-169-31,4 3-355 0,-4-5-428 0,0 0-1188 16,-4-7-3296-16,4 0-4553 0,-4-5 9957 0</inkml:trace>
  <inkml:trace contextRef="#ctx0" brushRef="#br0" timeOffset="164453.944">30595 1574 1316 0,'0'0'12989'16,"0"0"-11577"-16,0 0-1300 0,0 0 804 0,0 0 104 0,0 0-772 16,0 0-248-16,87-16-992 0,-62 13-1004 0,10-3-4197 15</inkml:trace>
  <inkml:trace contextRef="#ctx0" brushRef="#br0" timeOffset="166716.63">31423 1409 340 0,'0'0'1748'0,"0"0"5676"0,0 0-5451 0,0 0-781 16,0 0-80-16,0 0 392 0,0 0-132 0,0 0-340 15,0 0-304-15,0 0-188 0,0 0-144 16,60-35-176-16,-64 38-36 0,1 1-80 0,-9 5-100 16,-4 8-4-16,-9 2 48 0,2-1-48 15,-5 8-100 1,0-4 88-16,0 3-84 0,0-3 20 15,4-3-32-15,9-3 96 0,2-2 4 16,2-6 0-16,7 3-68 0,4-5-20 0,0 0-16 16,0 3 24-16,8-2 88 0,-1 2 64 0,10 1 72 15,-2-1 36-15,5-2-88 0,1-1 76 16,-2-3-52-16,1 1-20 16,0-4-88-16,0 0-208 0,0 0-236 0,-5 0-232 0,2-4-324 15,-6 4-1052 1,2 0-2785-16,-9 0-3335 0,-4 0 6100 15</inkml:trace>
  <inkml:trace contextRef="#ctx0" brushRef="#br0" timeOffset="166905.478">31185 1857 10764 0,'0'0'2921'0,"0"0"-1905"0,0 0-360 0,0 0 132 16,0 0 428-16,0 0-400 0,0 0-272 15,92 10-176-15,-65-10-244 0,6 0-124 0,-2 0-196 16,1-7-408-16,4 4-424 16,0-3-460-16,-8 3-900 0,7-4-4405 0</inkml:trace>
  <inkml:trace contextRef="#ctx0" brushRef="#br0" timeOffset="167468.734">31866 1419 3268 0,'0'0'7112'0,"0"0"-5039"16,0 0-1053 0,0 0-104-16,0 0 744 0,0 0-172 0,0 0-324 15,0 0-304-15,36 73-64 0,-24-41-92 16,-4 2-132-16,0 4-35 0,0 4 7 0,-1 3-84 15,-3-1-180-15,1 3-196 0,-5 5-36 16,0-2 60-16,0-2-108 0,0-3-8 16,-5-7-52-16,5-4 52 0,0-5-184 15,0-4 32-15,0-3-8 0,0-2-12 16,9-5-40-16,-5-2-48 0,4-4-68 16,-1-6-117-16,2 1-131 0,3-4-244 15,-1 0-236-15,2-10-444 0,-2-3-392 16,2-1-400-16,-2-9-937 0,1-3-1899 0,-3 7 53 15</inkml:trace>
  <inkml:trace contextRef="#ctx0" brushRef="#br0" timeOffset="168169.262">31942 1451 1044 0,'0'0'640'0,"0"0"-236"0,0 0-400 15,0 0 112-15,0 0 3144 0,0 0-1076 0,0 0-1068 16,0 0-508-16,0 0 156 0,16-19 293 15,-12 15 11-15,0 2-276 0,3-3-232 16,-3 3-52-16,5-1 36 16,-1 0-52-16,-1-1-36 0,1 2-32 0,1-3-16 15,-1 3-84-15,-1 2-64 16,1-4-12-16,5 4-36 0,-2 0-40 16,2 0-60-16,2 0-36 0,-3 0 12 0,0 4-76 15,0 3-8-15,0-1-4 0,0 0-124 16,-4 1 124-16,-5 2 64 0,-3 0-12 0,0 4-40 15,0 3 408-15,-7-3 208 0,-9 6-372 16,0 0-256-16,-4 3-120 16,0-3-424-16,-4 4-344 0,0-4-332 0,-4 0 152 15,5-4-336-15,-5-2-1396 0,8 0-2341 16,-1-7-675-16,6 0 5553 0</inkml:trace>
  <inkml:trace contextRef="#ctx0" brushRef="#br0" timeOffset="169033.631">32448 1533 328 0,'0'0'9804'16,"0"0"-7347"-16,0 0-1321 0,0 0-492 0,0 0 432 15,0 0 192-15,0 0-372 0,0 0-288 16,0 0-240-16,0 0-60 15,83 6-100-15,-63-6-108 0,4 0-16 16,1 0-84-16,2-6-128 0,1-3-440 0,0-4-408 16,3 0-436-16,-3-6-960 15,0 3-2201-15,-7 1-2387 0,-2-7 6268 0</inkml:trace>
  <inkml:trace contextRef="#ctx0" brushRef="#br0" timeOffset="169215.541">32898 1241 2632 0,'0'0'9293'0,"0"0"-8189"0,0 0-876 15,0 0 612-15,0 0 924 0,-16 73-272 16,12-43-700-16,4 0-472 0,0 9-120 16,0 2-192-16,0 0-8 0,-4 3 0 15,4 1-296-15,0 3-560 0,-4-7-580 16,4 0-1268-16,-4-11-3485 0</inkml:trace>
  <inkml:trace contextRef="#ctx0" brushRef="#br0" timeOffset="169999.519">29559 1473 4484 0,'0'0'1888'0,"0"0"4121"0,0 0-4365 0,0 0-760 15,0 0 412 1,0 0-196-16,0 0-552 0,0 0-312 0,0 0-164 15,0 0-72-15,0 0-12 0,-95 66 12 16,67-43 4-16,8 3-4 0,-5-5-4 16,10 2-56-16,-1-4-4 0,8-3 60 0,0 0 4 15,4-7 52-15,4 4-48 0,0-4 0 16,0 1 0-16,0-1 68 0,8 2 28 16,0 1 12-16,-1-6-100 0,-2 3 0 0,7-3 28 15,-4 1-40-15,-1 0-72 0,2-2-52 16,-1 1-184-16,-1 1-216 0,-3 0-260 0,1-2-448 15,-1 2-1024 1,-4 3-2389-16,0-4-2195 0,-4 4 6264 16</inkml:trace>
  <inkml:trace contextRef="#ctx0" brushRef="#br0" timeOffset="170154.653">29272 1924 1004 0,'0'0'4368'15,"0"0"840"-15,0 0-3551 0,0 0-633 0,0 0 220 16,0 0-284-16,0 0-320 15,0 0 112-15,0 0 356 0,0 0-380 0,56 28-372 16,-36-22-136-16,0-1-220 0,3-3-60 16,2 2-332-16,-1-2-596 0,0 1-532 15,-5-3-1616-15,5 3-5241 0</inkml:trace>
  <inkml:trace contextRef="#ctx0" brushRef="#br0" timeOffset="170691.511">28770 1781 3036 0,'0'0'1340'0,"0"0"2936"0,0 0-2324 0,0 0-871 16,0 0-181 0,0 0 160-16,0 0 180 0,0 0-332 15,0 0-404-15,0 0-80 0,0 0-24 16,13-64-92-16,-10 64-144 0,5 0-92 0,4 0 4 15,0 0-12-15,4 3 84 0,0 4 24 16,0 3 0-16,0-1-84 0,-4 3 48 0,0-1-76 16,-4 1-60-16,-4 3 0 0,0 2-48 15,-4 2 40-15,0 0-68 16,-4 3-24-16,0-3 4 0,-9 0 96 0,6-3 4 16,-1-4 80-16,0-2 28 0,-1-1 0 0,2-4-108 15,-1 1-4-15,4-6-8 16,-5 2 8-16,6-2 48 0,-1 0 28 15,0-2-28-15,0-4 40 0,0-1-88 16,0-10-12-16,0-1-4 16,4-8-316-16,0 1-124 0,0-4 120 0,0 4-20 0,0 0-96 15,4 5 144-15,0 7-136 0,4 4-20 16,0-1-140-16,4 4-548 0,0 0-880 16,-5-1-1845-16,6 7-2215 0,2-6 4748 0</inkml:trace>
  <inkml:trace contextRef="#ctx0" brushRef="#br0" timeOffset="175566.316">22833 796 1696 0,'0'0'5004'0,"0"0"-1892"0,0 0-1487 16,32-82-701-16,-23 60 200 0,2 3 120 15,-3 3-160-15,-4 3-168 0,1 7-96 16,-1 3-76-16,-4-1-128 0,0 4-208 0,0 0-176 16,3 0-36-16,-3 0-100 15,0 4-96-15,0 9 64 0,-3 9-16 0,-10 9 136 16,-2 17-16-16,-6 10-68 0,-7 5-28 15,0 6 16-15,-4 5-4 16,1 2-76-16,3 0 60 0,1 0-68 0,-1-3-108 0,4-10 32 16,7-5-56-16,2-10-16 15,7-11 52-15,3-8 8 16,5-7 16-16,0-5-36 0,0-3-16 0,0-3-12 0,5 2-8 16,3-1-92-16,3 4-8 15,2 3 60-15,6 6 108 0,5 4 28 16,0 9 48-16,4 6 164 0,0 7-116 0,-1 6 64 15,-3 3 12-15,-3 1 4 16,-1 3-128-16,-5 3-60 0,-3 2-64 0,-3-3 16 16,-5 1-16-16,-4 0-48 0,0-3-52 15,0-8 52-15,0-1-172 0,-4-11-104 16,0-3-136-16,-1-6-52 0,1-5-436 0,4-9-308 16,0 2-600-16,0-9-1941 0,4-3-2307 15,9-8 5588-15</inkml:trace>
  <inkml:trace contextRef="#ctx0" brushRef="#br0" timeOffset="176818.5">33296 638 11589 0,'0'0'1600'16,"0"0"-1128"-16,0 0-332 0,0 0 596 0,0 0 660 15,0 0-404-15,0 0-356 16,0 0-240-16,84-55-52 0,-65 55 28 0,2 0-28 0,-5 0-64 16,0 11-96-16,0-3-184 15,-4 6-8-15,-5 1 8 0,-3 5 4 16,-4 8-4-16,0 1 0 0,-8 5 40 0,-3 5-40 16,-6 1-12-16,2 6-136 0,-5-2 72 15,-1 3 4-15,-2 4 72 0,-1 1-48 0,-4-2 44 16,0-3-8-16,4-3-4 15,5-8 16-15,6-4-8 0,2-4-52 0,7-9 48 16,0 1-36-16,0-2 40 16,4-4-56-16,4 1-84 0,4 1-12 15,3 0 88-15,2 0 68 0,2 3-60 16,-2 3 60-16,2 3-8 0,-2 4 0 0,-5 2 4 16,-5 5 8-16,1 8 68 0,-4 1 68 15,0 5-16-15,0-2-72 0,4 3-48 16,0-3-52-16,0-7 40 0,1 1-60 0,2-3-16 15,-3 3 20-15,-4 3 64 0,0-4 8 16,0 3 4-16,0 1 248 0,0-1 164 16,-4-3 108-16,-3-1-164 0,-2-7 28 15,5 0-36-15,-4-8-212 0,5-3-144 16,-1-6-80-16,0-3-432 0,4-4-664 0,0-2-504 16,-5-5-2252-16,1-2-3917 0</inkml:trace>
  <inkml:trace contextRef="#ctx0" brushRef="#br0" timeOffset="176940.606">33368 2549 5460 0,'0'0'4692'0,"0"0"-4692"0,0 0-400 0,0 0-7204 0,-79-3 7252 16</inkml:trace>
  <inkml:trace contextRef="#ctx0" brushRef="#br0" timeOffset="181583.001">23447 3537 8704 0,'0'0'4149'16,"0"0"-3793"-16,0 0-340 15,16-67 556-15,-16 48 568 0,0 0 80 0,0 3-432 16,-4 3-352-16,-4-2 72 0,-4 2 0 16,-3 3-152-16,-6 1-108 15,-3-3-4-15,-8 2 4 0,-7 3-40 0,-5 3-52 16,-4-2-92-16,-8 3-56 0,-4 3-8 16,-3 0 0-16,-1 0 0 0,0 0 4 15,5 0 68-15,-1 0-60 0,12 0 60 0,8 3 28 16,12 1 8-16,9 2-108 15,10 1-12-15,1-1 12 0,4 3 40 16,4 5 104-16,0 0 52 0,0 3 60 0,8 5 24 16,9-3-24-16,2 0 36 0,9 3-75 15,0-3-177-15,4 0-40 0,-1-6-96 16,1 0-1-16,0-1-135 0,-4-1-252 0,-4-3-296 16,-3-2-228-16,-2 5-296 0,-3-5-744 15,-8 0-1012-15,-8 1-1229 0,0-4-3175 16,-8-3 6708-16</inkml:trace>
  <inkml:trace contextRef="#ctx0" brushRef="#br0" timeOffset="181755.623">22554 3677 3876 0,'0'0'7421'0,"0"0"-5537"0,0 0-780 16,0 0 260-16,0 0 92 0,0 0-192 15,0 0-368-15,37 63-356 0,-14-47-136 16,9-1-88-16,9 2-156 0,2-2-160 15,0 1 0-15,6-3-184 0,-1 0-452 16,-1 2-504-16,1-2-308 0,-12-2-1200 0,16 0-3193 16</inkml:trace>
  <inkml:trace contextRef="#ctx0" brushRef="#br0" timeOffset="183312.731">26068 4772 1188 0,'0'0'0'0</inkml:trace>
  <inkml:trace contextRef="#ctx0" brushRef="#br0" timeOffset="192436.816">24582 3394 6308 0,'0'0'7229'0,"0"0"-5721"0,0 0-892 15,0 0-288-15,0 0 352 0,0 0 488 0,0 0 16 16,0 0-240-16,0 0-200 0,0 0-112 16,-27 19 25-16,23 0-61 0,-4 13-136 15,0 6-60-15,-4 12-76 0,0 8 40 0,-8 9 32 16,1 5-228-16,-9 5-100 0,0 6-64 15,-4-1-8-15,0 0-40 0,0-2-28 16,0-7-96-16,8-7-60 0,4-9 0 16,8-10-28-16,5-11 16 0,7-14-124 15,0-6-156-15,7-9-220 0,5-7-329 16,4-4-375-16,0-12-504 0,4-6-1052 16,-5 0-2753-16,13-23-2591 0</inkml:trace>
  <inkml:trace contextRef="#ctx0" brushRef="#br0" timeOffset="192665.947">24766 3495 4152 0,'0'0'8749'0,"0"0"-7465"0,0 0-752 16,0 0 12-16,0 0 332 0,-8 99 576 0,4-58-364 15,0 10-524-15,-8 9-268 0,4 10-88 16,-8 6-100-16,-4 7-108 15,-4 6-12-15,-4-4-96 0,0-2-64 16,0-6-60-16,0-11 48 0,9-9-52 0,3-16-72 16,8-9-36-16,0-13-4 0,8-12-232 15,0-4-684-15,0-6-728 0,4-11-464 0,0 2-1481 16,4-20-2131-16</inkml:trace>
  <inkml:trace contextRef="#ctx0" brushRef="#br0" timeOffset="193086.678">24762 3435 9080 0,'0'0'4145'0,"0"0"-3281"0,0 0-448 0,99-25 368 16,-58 18 612-16,2 4-276 16,9-1-432-16,0 4-268 0,3 0-64 15,1 0-84-15,-3 4-212 0,-2 6-12 0,-7 3-48 16,-12-1-72-16,-4 7 72 0,-13 6 0 15,-7 1 8-15,-8 9 44 0,-19 2-52 16,-9 5-8-16,-8 9-52 0,-12 0-64 0,-3-1-168 16,-9 5 56-16,0-4 52 15,0-7 184-15,4-6 48 0,4-3 40 16,5-10 24-16,10-6 72 0,5-6-24 16,5-4-28-16,11-2-8 0,4-4-124 0,9 0 4 15,3 1-4-15,3 3 0 16,5 1 0-16,8 5 8 0,4 6 260 0,8-3-96 15,0 6 36-15,7 0 12 0,1 1-96 16,9 2-4-16,-2 3-12 0,0 1-96 0,6 3 36 16,-1-4 0-16,-5 7-48 0,1-3-4 15,-4 0-80-15,4 4 8 16,-5-6 76-16,2 3 0 0,-2-5 0 16,-3 0-8-16,-4-8-224 0,0 2-12 15,-8-7-108-15,4-5-532 0,-8-1-636 16,-8-2-2504-16,-1-7-2765 0</inkml:trace>
  <inkml:trace contextRef="#ctx0" brushRef="#br0" timeOffset="193266.655">26120 4654 10364 0,'0'0'9181'0,"0"0"-7533"0,0 0-1176 15,0 0-472-15,0 0-132 0,0 0-244 16,0 0-224-16,0 0-548 0,0 0-1608 16,-79-57-4373-16</inkml:trace>
  <inkml:trace contextRef="#ctx0" brushRef="#br0" timeOffset="195999.791">20312 1407 144 0,'0'0'9264'16,"0"0"-7675"-16,0 0-881 15,0 0-376-15,0 0 348 0,0 0 276 16,-88 0-132-16,72 2-292 0,-5 5-128 0,2-2 60 16,-5 6-60-16,0 5 84 0,-4-1-116 15,5 1-136-15,-5 3-60 0,0 3-80 16,0-3-44-16,4 4 60 0,3-8 72 15,6 2 52-15,-1-4-112 0,4-4 36 0,4 1-124 16,5-4-36-16,-1 0-60 16,4 4-4-16,0-4 52 0,0 3-76 15,0 1 80-15,7 0 0 0,5-1 4 0,0 1-8 16,8-1-124-16,0 0 128 0,4-2-32 16,-1-1 32-16,5 0 4 0,4-1-72 15,0-3-156-15,0 1-44 0,-4-3-132 16,4 0-252-16,-4 0-536 15,0 0-184-15,-8 0-484 0,-9 0-869 0,-3 0-2059 16,-8 0 740-16,0 0 4052 0,-4 9 0 0</inkml:trace>
  <inkml:trace contextRef="#ctx0" brushRef="#br0" timeOffset="196185.952">19965 1927 1656 0,'0'0'1384'16,"0"0"5004"-16,0 0-4167 0,0 0-825 0,0 0-440 15,0 0-48-15,0 0-100 0,0 0 48 0,0 0 140 16,0 0-352-16,44 25-312 0,-21-21-160 16,5-4-60-16,0 0-64 0,4 0-48 15,-4 0-148-15,4-4-308 0,0 1-276 16,-4-2-64-16,-4 5-420 0,0-5-796 0,-9 3-2053 16,-6 2-2127-16,-5-4 3168 15</inkml:trace>
  <inkml:trace contextRef="#ctx0" brushRef="#br0" timeOffset="196803.557">19033 1407 1684 0,'0'0'7832'15,"0"0"-5975"-15,0 0-661 0,0 0-368 16,0 0 304-16,0 0 228 0,0 0-520 16,0 0-328-16,0 0-140 0,-81-19-76 0,58 31 76 15,-1 4 120-15,0 9-96 16,0 4-224-16,1 6-12 0,3 4-100 0,-5 5 12 15,5 0-64-15,1 3 56 0,2 7 32 16,6 1 4-16,3-2-52 0,-1-2 12 16,9 3 0-16,0-6 4 0,5-4-64 15,3-6-92-15,4-3 32 0,4-7 60 16,3-4 132-16,-2-10-36 0,7 0-84 16,-1-9 36-16,1-5-44 0,4 0 8 15,4 0-12-15,0-12-88 0,0-3-12 0,3-5-44 16,2-2-4-16,-1-3-120 0,-4-4-76 15,-1-3-76-15,5-2-96 0,-4-2 8 0,-4-5 0 16,-4 0-52-16,-1-4 96 0,-3 1 8 16,-3-7 4-16,-6 4 124 0,-3-4 104 0,-4 0 44 15,0 3 168 1,-4 4-52-16,0 6 64 0,-4 3 164 16,-8 7 64-16,5 2 0 0,-6 10 440 15,2 0-280-15,3 6 128 0,-5 1-16 0,6 3-128 16,-5 2-112-16,3 4-88 0,-2 0 20 15,-6 4-192-15,-2 5-68 0,-1 10 68 16,-4 3 100-16,-4 6-100 0,1 8-92 16,-5-1-68-16,4 0-200 0,4 1-360 0,0-6-108 15,3-4-128-15,10-5-220 0,7-7-432 0,0-1-737 16,4-10-639 0,0 0-1572-16</inkml:trace>
  <inkml:trace contextRef="#ctx0" brushRef="#br0" timeOffset="197011.117">19025 1565 300 0,'0'0'640'0,"0"0"532"0,0 0 5176 0,0 0-4356 0,0 0-459 16,0 0-417-16,0 0 116 0,0 0-196 0,0 0-244 15,0 0-204 1,-4 56-88-16,-1-26 84 0,1 4 8 0,-3 1-12 16,3 1-176-16,-4 2-148 0,4-4-168 0,-5-2-84 15,2 0-4-15,3-3-112 16,-4-1 16-16,4-6-88 0,-1-2-172 15,5-2-124-15,0-8-100 0,0-1-276 16,0-2-324-16,5-1-548 0,-1-3-1072 16,0-3-1141-16,0 0-663 0,0-6 1765 0</inkml:trace>
  <inkml:trace contextRef="#ctx0" brushRef="#br0" timeOffset="197192.455">19008 1939 732 0,'0'0'780'0,"0"0"4376"0,0 0-2988 0,0 0-692 0,0 0-111 0,0 0 59 16,0 0-64-16,0 0-364 15,0 0-240-15,0 0-120 0,88 42-48 0,-64-27-8 16,8 5-36-16,0-1 48 0,4 3-224 16,-1 1-100-16,6-5-120 15,-1 1-64-15,-5 1-76 0,1-5-8 0,0 2-68 0,-1-5-92 16,-2 1-232-16,-6 0-272 16,1-1-236-16,-4-3-156 0,-3 1-744 15,-2 0-1088-15,-7-4-2877 0</inkml:trace>
  <inkml:trace contextRef="#ctx0" brushRef="#br0" timeOffset="-204167.097">25176 6363 5308 0,'0'0'88'16,"0"0"5921"-16,0 0-4509 16,0 69-292-16,0-37 44 0,0 3 192 0,0 7-324 0,0 5-356 15,-4 4-236-15,4 9-220 0,-4 0-16 16,-4 4-108-16,5 5-36 15,-5 2-100-15,3-2 0 0,1 5-52 0,0-8 4 16,4-3-4-16,0-12-144 16,0-9 28-16,0-11-4 15,8-12-96-15,-3-6-24 0,3-10-148 0,-1-3-52 16,1 0 24-16,5-9-212 0,-2-7-176 16,2-12-476-16,-2-5-716 0,1-8-1837 0,0-7-1459 15,-8 11 2232-15,0-30 2440 0</inkml:trace>
  <inkml:trace contextRef="#ctx0" brushRef="#br0" timeOffset="-203908.696">25209 6298 9960 0,'0'0'1469'0,"0"0"-261"0,0 0-100 0,0 0-4 0,0 0-212 0,87-28-324 15,-67 28-168-15,4 3-136 16,-5 4-80-16,1 5-72 0,-3 1 36 15,-6-1-24-15,1 5 52 0,-7 2-4 0,-5 3 40 16,0-3-76-16,-5 6 24 16,-3 1-48-16,-3-1-4 0,-6 1-32 0,2-5-64 15,-2 3-12-15,-2-2-60 0,3-7-176 16,-1-2-84-16,2-4-116 0,3-2-8 16,-4-4-56-16,8-3-156 0,-8 0-460 0,4-10-472 15,1-5-704-15,2-4-1577 16,1-6-931-16,4 6 4356 0,-3-14-836 15</inkml:trace>
  <inkml:trace contextRef="#ctx0" brushRef="#br0" timeOffset="-203435.349">25654 5826 6808 0,'0'0'2868'16,"0"0"233"-16,0 0-1193 0,0 0-840 15,0 0-260-15,0 0 172 0,0 0-88 16,0 0-312-16,0 0-176 0,0 0-60 0,100 0 72 15,-68-4 204-15,3 4-240 16,-3 0-160-16,1-2-28 0,-1-2-68 0,-5 4-52 16,1-3-72-16,0 0-48 0,-8-3-112 15,0 2-156-15,-4 1-148 0,0 0-292 16,-8-3-124-16,0 6-516 0,-4-3-1220 0,-4-1-2121 16,-4 4-2039-16</inkml:trace>
  <inkml:trace contextRef="#ctx0" brushRef="#br0" timeOffset="-203229.199">25763 5966 1972 0,'0'0'1372'0,"0"0"4804"0,0 0-4279 0,0 0-793 0,0 0-108 16,0 0 472-16,0 0-20 0,0 0-488 15,0 0-292-15,90 25-148 0,-62-25-176 0,0 0-136 16,0-3-96-16,0-4-112 15,0 4-108-15,-4-3-148 0,-4 2-140 0,4 2-308 16,-4-1-388-16,-5-1-744 0,2 1-1212 16,-6 0-2965-16,6 3 821 0</inkml:trace>
  <inkml:trace contextRef="#ctx0" brushRef="#br0" timeOffset="-198109.22">24579 5277 7744 0,'0'0'1000'16,"0"0"-316"-16,0 0 2113 0,0 0-1085 0,0 0-524 16,0 0-420-16,0 0-100 15,0 0-32-15,28-67 44 0,-25 64-88 0,-3 3-100 16,0 0 12 0,0 0 84-16,-3 6-24 0,-5 1-104 0,-1 5 76 15,-2 7-219-15,-5 7-133 0,-4 8-124 16,0 5-48-16,-3 8-12 0,-2 1 0 15,1 5-120-15,0 2 56 0,0 2-16 0,5 3 76 16,-2 1 0-16,6-1-81 16,-1 3-11-16,0 0 52 0,0 1 36 0,8-3-80 0,-1-7 4 15,6-10 76-15,3-6-4 16,0-9-72-16,8-10-52 0,8-6 124 0,0-7 4 16,-1-3-96-16,10-3 104 0,-1-9 12 15,4-8-12-15,4-8-112 0,-1-6-32 16,5-7 44-16,-4-6-8 15,4-5-12-15,-1 2-88 0,-3-1 36 0,-4-3 12 16,0-3 0-16,4 0-20 16,-4 1 176-16,-4-2-208 0,4 2 92 0,-9 1-16 15,2 5-12-15,-5 5 24 0,-1 8 40 16,-7 2-52-16,-4 4 12 0,1 9 124 16,-5 0 60-16,0 8-48 0,0 3 72 0,-5 1-76 15,1 0 44-15,0 4-4 0,-3 3-36 0,-1 0-12 16,-5 0-100-1,2 0-72-15,-2 6 64 0,-2 5 20 0,-5 1-24 16,4 1-36-16,-4 6 24 16,-4 0-84-16,4 0 8 0,0 3-36 15,5 0 124-15,-6 1-36 0,5-4 96 0,8 0 52 16,-3-3 76-16,3 0-72 0,8-7-4 0,0 1-48 16,0-4-64-16,8 0 112 0,3 1 4 15,6-4 96-15,6 0 12 0,1-3-112 16,0 0-4-16,4 0-48 0,0-3-48 15,0-4-24-15,0 1 64 0,0-1-16 16,-5-2-160-16,1 0-356 0,-3-1-756 16,-6 4-740-16,-2 0-3429 0</inkml:trace>
  <inkml:trace contextRef="#ctx0" brushRef="#br0" timeOffset="-194263.32">27065 5121 5184 0,'0'0'276'0,"0"0"3036"16,0 0-1180-16,0 0-907 0,16-79-345 15,-16 63 100-15,3 0-68 0,-3 3 8 0,5 1-216 16,-5 2-116-16,0 1-92 0,0-1 36 16,0 1-100-16,0 2-112 15,0 1-88-15,0 0 40 0,0-1 36 16,0 7 20-16,-5 0 28 0,2 0-112 15,-9 10-112-15,4 8-132 0,-8 14 4 16,0 10-4-16,-4 14 100 0,0 12 92 0,-3 5-128 16,-1 5-52-16,-1 5 92 0,5-3-104 0,-3-1-4 0,3-9 4 15,3-7 48-15,2-5-48 16,7-14-60-16,0-6-12 16,4-9-52-16,0-14 52 0,4-2-124 0,8-10-36 15,0-3 0-15,4 0 100 16,4-3-16-16,0-6-36 0,4-4 40 0,-1 4-16 15,-2-4-12-15,-2 7 72 0,1 2 16 16,-4 4-4-16,1 0-8 0,-6 13 96 16,1 6 52-16,-4 10 192 0,0 5 308 15,1 5-148-15,-5 5-124 0,0 4-144 0,0-4 20 16,-5 4-140-16,1-4-16 0,4-3-12 16,0-6-132-16,0-3-100 0,12-7-112 15,-4-8-36-15,9-5-160 0,-2-2-72 0,1-10-180 16,4 0-116-16,4-10-452 15,0-2-680-15,0-5-1157 16,12-14-3339-16</inkml:trace>
  <inkml:trace contextRef="#ctx0" brushRef="#br0" timeOffset="-193739.382">27535 5410 7672 0,'0'0'4781'0,"0"0"-3161"0,0 0-1052 16,0 0 12-16,0 0 428 0,80-19-44 16,-48 16-160-16,11 0-236 0,2-4-272 0,2 4-40 15,1 3-56-15,3-3-200 16,-6-1-60-16,-2 2 52 0,-3 2-56 0,-4-5-36 15,-4 3-120-15,-4-1-176 0,-5 0-408 0,-6 3-428 16,-6-3-644-16,-2 3-2201 0,-9 0-3215 16</inkml:trace>
  <inkml:trace contextRef="#ctx0" brushRef="#br0" timeOffset="-193391.321">27686 5438 6796 0,'0'0'5625'0,"0"0"-4017"16,0 0-684-16,0 0 80 0,0 0 88 0,0 0-36 15,0 0-352-15,92 39-324 0,-64-30-172 0,-4-3-12 16,-1 5-136-16,2-3-52 0,-9 2-8 0,-1 3-64 16,-7 6-72-16,-3 0-96 0,-5 9 148 15,0 1-104-15,-13 6 56 0,-6 4-352 16,-1-2 40-16,-4 4 136 0,-4 0 72 15,0-2 164-15,5-4 72 0,2 0 148 0,1-10-24 16,8 0-36 0,9-2 48-16,-1-5-36 0,4-1 60 0,11-5 40 15,6 1 8-15,6 0 40 0,5-4-16 16,8-3-8-16,0-2-140 0,8-4 124 16,-1 0-60-16,1-4-12 0,4-4-124 15,0-6-12-15,-1 5-220 0,-2-4-16 0,-2-3-168 16,-2 0-436-16,2 0-612 0,-3 1-1108 15,-12 2-2477-15,3-6-2859 0</inkml:trace>
  <inkml:trace contextRef="#ctx0" brushRef="#br0" timeOffset="-191890.638">27762 6652 6352 0,'0'0'3168'16,"0"0"-1852"-16,0 0-567 0,0 0 223 16,0 0 332-16,0 0-104 0,0 0-432 0,0 0-312 15,0 0 92-15,0 0 112 0,44 9-116 16,-28 0-124-16,-4 5-100 15,4 1 12-15,-4 1-160 0,0 3 64 0,-1 0-104 16,-2 6 16-16,-5 1 48 0,0 2-88 16,0 1 116-16,-4-1 140 0,0 0-156 0,0 2-148 15,0-2-20-15,0-6-32 0,-4 0 32 16,4-9-40-16,0 0 0 0,0-6-40 16,0-5-80-16,0-2-76 0,0 0 0 0,0-2-36 15,0-12-108-15,4 0-140 16,-4-10-244-16,3-4-440 15,-3-3-812-15,0 5-940 0,-3-19-3389 16</inkml:trace>
  <inkml:trace contextRef="#ctx0" brushRef="#br0" timeOffset="-191702.307">27818 6452 9020 0,'0'0'2697'0,"0"0"-1149"0,0 0-568 0,0 0 572 0,0 0 24 0,0 0-464 15,0 0-592-15,0 0-324 0,0 0-196 16,91-42-56-16,-74 32-144 0,-2 4-192 16,5 0-424-16,-8 3-640 0,4-1-1440 0,-8 1-2293 15,0 3-2639-15</inkml:trace>
  <inkml:trace contextRef="#ctx0" brushRef="#br0" timeOffset="-191522.907">28089 6581 6048 0,'0'0'8481'0,"0"0"-7085"0,0 0-964 0,0 0 328 16,0 0 640-16,0 0-160 0,88-6-580 16,-64 6-552-16,-1-6-108 0,1 3-244 15,-4 0-108-15,1-1-300 0,-6 4-1036 0,1 0-376 16,-4 0-932-16,0 4-1477 0,-12 5-771 15</inkml:trace>
  <inkml:trace contextRef="#ctx0" brushRef="#br0" timeOffset="-191356.979">28208 6794 11669 0,'0'0'2568'15,"0"0"-1520"-15,0 0-156 0,0 0 692 0,0 0-188 0,0 0-428 16,0 0-556-16,0 0-276 0,88-9-128 15,-68-1-8-15,0-2-160 0,0 2-280 16,-1-2-368-16,2-1-856 0,3 0-1196 0,-13 7-1513 16,10-7-2111-1</inkml:trace>
  <inkml:trace contextRef="#ctx0" brushRef="#br0" timeOffset="-190958.699">28706 6536 4548 0,'0'0'6176'16,"0"0"-4339"-1,0 0-1005-15,0 0 272 0,0 0 296 0,-31 68-148 0,19-43-296 16,3 0-464-16,5 5-232 0,-3-5-40 0,7-3-12 16,0-3-36-16,0-6-12 0,0-1 48 0,7-9 36 15,2 1-72-15,3-4-172 0,3 0-24 16,9-10-12-16,0-3 36 0,4-10 0 0,4-2-88 16,-4-2-80-16,4-5-4 15,-4 2-124-15,-4 2-8 0,-5 3 44 16,-6-1 64-16,-9 7 96 0,-4 0 88 0,0 0-48 15,-13 0-52-15,-2 4 12 16,-9-2-160-16,0 1 52 0,-4 7-52 0,-4-1 112 16,0 7-128-16,-4 0-196 0,0 3-196 15,1 0-424-15,-5 6-712 0,12-2-1437 16,-12 5-3751-16</inkml:trace>
  <inkml:trace contextRef="#ctx0" brushRef="#br0" timeOffset="-189840.038">28065 4588 8596 0,'0'0'1552'0,"0"0"-727"0,0 0 271 16,0 0 372-16,32 79 192 0,-32-57-328 16,0 3-396-16,-12 3-156 0,-4 5-40 15,-4-5-116-15,-4 4-268 0,0-6-160 0,-8-1-124 16,0-6-24-16,1 0-40 0,-1-7-8 15,0-1-88-15,4-5-168 0,4-3 60 16,1-3-24-16,2-3 12 0,1-3 60 16,5-5-48-16,2-1 48 0,1-3-224 15,1-5 200-15,6 1-24 0,1-3 8 0,4 0-84 16,4 3-100-16,1 0 136 0,6 3-12 16,1 0 48-16,4 7 88 15,0 4 0-15,4 5 12 0,0 0 100 16,4 7 72-16,0 5 304 0,4 2 24 0,0 2-116 15,4 0-36-15,-1 0-36 16,1-7-16-16,0 1 16 0,0-4-76 0,0-3 24 16,3-3-100-16,2 0 52 0,-5-6-100 15,4-4 0-15,-5-5 0 0,5-2-12 16,-4-2-64-16,0 1-48 0,-8-1-24 0,0 0-24 16,-8 2-100-16,-9 4 88 0,-7 4 24 15,0-1 12-15,-4 4 60 16,-11 0 28-16,-1-4-64 0,-4 4-112 0,-4 0-40 15,0 3 52-15,-4 3-60 0,9 0 28 0,-9 9 8 16,7 4 8 0,-3 2-124-16,5-2-456 0,3 6-476 0,-1-2-984 15,10-5-2237-15,-9 7-1731 0</inkml:trace>
  <inkml:trace contextRef="#ctx0" brushRef="#br0" timeOffset="-187968.516">29224 5407 7372 0,'0'0'2436'15,"0"0"-1015"-15,0 0-137 0,0 0 208 16,0 0 48-16,0 0-360 0,0 0-296 0,0 0-216 16,0 0-40-16,0 0-36 0,0 0-128 0,36 79-136 15,-28-48-32-15,1 8-52 0,2 5-64 16,-3 4-92-16,-4 7-32 0,1-2-56 16,-2 7-4-16,-3 4 4 0,0-1 0 15,0-2-4-15,0-8-56 0,0-5-4 0,0-10 52 16,0-6-72-16,0-7 36 15,4-6-16-15,0-6-80 0,0-3-100 16,0-4-280-16,-4-6-28 0,4 0 12 0,0 0-116 16,-4-9-396-16,4-1-116 0,0-9-432 15,0 3-1196-15,-4-19-2145 0</inkml:trace>
  <inkml:trace contextRef="#ctx0" brushRef="#br0" timeOffset="-187705.937">29296 5429 8776 0,'0'0'1448'0,"0"0"-864"0,0 0 21 15,0 0 535-15,0 0 124 0,0 0-364 16,0 0-432-16,0 0-256 0,0 0 40 0,0 0 36 16,0 0 168-16,48-54 80 0,-36 54-136 15,-5 6-80 1,2 4-144-16,-1 2-104 0,-4 5 40 0,-4-2 0 0,0 4-40 15,0 6-60-15,-8-1-12 16,0 1 0-16,-4-3-120 0,0-4-28 16,0 2-28-16,4-8-48 0,0-5-96 0,0-1-204 15,0-3-220-15,4-3-260 0,-4 0-632 16,0-6-1549-16,5-6-2695 0</inkml:trace>
  <inkml:trace contextRef="#ctx0" brushRef="#br0" timeOffset="-187449.085">29492 5166 3464 0,'0'0'3284'16,"0"0"-1312"-16,0 0-508 0,0 0 29 0,87-45 31 16,-71 41-152-16,-1 4-300 0,2 0-292 0,-6 0-168 15,-2 11-188-15,3-3-128 0,-5 6-72 16,-3 4-40-16,1 2-48 15,-1 5-60-15,-4-3 20 0,0 4-96 0,0-1-12 0,4-2-124 16,-4-4 76-16,0-7-28 16,4 1-8-16,-4-7-40 15,4-4 24-15,-1-2-12 0,-3 0-248 0,4 0-500 16,-4 0-300-16,4-8-460 0,-4 2-1561 16,0-10-3139-16</inkml:trace>
  <inkml:trace contextRef="#ctx0" brushRef="#br0" timeOffset="-187274.579">29698 4842 8732 0,'0'0'2393'0,"0"0"-1161"16,0 0-452-16,0 0 468 0,0 0 64 0,0 0-584 16,0 0-488-16,0 0-156 15,0 0-84-15,0 0-248 0,76 0-408 16,-56 0-820-16,-8 3-868 15,12-3-3685-15</inkml:trace>
  <inkml:trace contextRef="#ctx0" brushRef="#br0" timeOffset="-186766.628">30284 5632 12673 0,'0'0'2200'0,"0"0"-1684"16,0 0-452-16,0 0 400 0,0 0 452 16,0 0 264-16,0 0-576 0,0 0-344 0,0 0 84 15,0 0-196-15,-92 0 24 16,73 25-100-16,-1 7 172 15,-1 7 184-15,-2 1 220 0,7 2-172 0,-3-4-272 16,6-6-56-16,5-7 9 0,4-6-49 16,4-9-40-16,0-8-68 0,0 2-220 0,12-4-25 15,1-4 245-15,6-8 0 0,1-3-108 16,8-8-184-16,-5-2-72 0,5-7-4 16,0 3 76-16,-4-3-40 0,-3 4 4 0,-2-1 132 15,-7 2 60-15,0 4 36 0,-4 7 100 16,-3 3 8-16,-5 10 92 0,0 3 108 15,0 0 196-15,0 6-120 0,0 7-188 0,0 6 112 16,-5 6-12 0,1 7-16-16,4 7 76 0,-8-5 0 15,8-2-72-15,0-4-40 0,4-1-20 16,4-6 57-16,4-4-21 0,4-5-160 0,0-3-72 16,0-5-48-16,0-1-37 0,-1-3-51 15,10-3-132-15,-5-8-136 0,4-1-144 0,-1-7-192 16,-3 0-480-16,4-3-1116 0,-8 6-1600 15,0-6-1877-15</inkml:trace>
  <inkml:trace contextRef="#ctx0" brushRef="#br0" timeOffset="-186594.089">30671 5781 10744 0,'0'0'2077'0,"0"0"-1449"0,0 0 196 16,0 0 652-16,0 0-20 15,0 0-304-15,47 70-600 16,-38-57-304-16,2 0 20 0,-3-1 40 0,1-3-52 0,-1 4-60 15,-1-2-100-15,1-2-96 0,-3-4-4 16,-1 2-128-16,-4 0-308 0,0-4-372 16,0 3-176-16,0-2-392 0,-9 1-800 15,1-5-488-15,4 0-1877 0,-3 0-1291 16</inkml:trace>
  <inkml:trace contextRef="#ctx0" brushRef="#br0" timeOffset="-186445.234">30834 5524 11805 0,'0'0'5396'0,"0"0"-4952"0,0 0-172 0,0 0 224 15,80-13-64-15,-61 7-296 0,9-7-136 0,-4 0-840 16,4-2-912-16,-7 2-2556 0,2-3-5765 16</inkml:trace>
  <inkml:trace contextRef="#ctx0" brushRef="#br0" timeOffset="-185811.696">31674 4820 13225 0,'0'0'2380'0,"0"0"-1512"0,0 0-520 0,0 0 200 16,0 0 220-16,0 0-164 0,0 0-332 16,80-39-184-16,-52 24-88 0,0 5-108 0,-4 3-40 15,-4 7-88-15,0 10 64 16,-8 12 172-16,0 10 444 0,-8 9-16 0,-4 10-108 15,-8 5-36-15,-8 6 80 0,-8 1-96 16,4-6-132-16,-4 1-124 16,4-8-12-16,1-5-12 0,6-5-36 0,2-4 48 0,7-7-12 15,4-1-64 1,0-3 64-16,4 0 0 0,3 1 12 16,1 0 64-16,1 2 68 0,2 1 28 0,-3-1 8 15,5 4-80-15,-6 0-28 0,5-1-60 16,0 1-12-16,0 0-60 0,0-3-52 15,4 2 16-15,-4-2-160 0,4 3-88 0,-1 0 4 16,2-4 104-16,-6 1 116 16,6-1 8-16,-6 4 36 0,-3-7 44 0,-3 8 44 15,-1-5 52-15,-4 0-52 0,-4 1 0 16,-5-1-444-16,-6 1-224 0,-2-4-868 0,6-6-2588 16,-9 3-4325-16</inkml:trace>
  <inkml:trace contextRef="#ctx0" brushRef="#br0" timeOffset="-185705.339">31966 6394 15045 0,'0'0'5072'16,"0"0"-4136"-16,0 0-400 0,0 0-243 15,0 0-293-15,0 0-273 0,-88 13-871 0,72-13-1224 16,-12-7-7177-16</inkml:trace>
  <inkml:trace contextRef="#ctx0" brushRef="#br0" timeOffset="-172138.048">15809 16472 716 0,'0'0'692'0,"0"0"-144"0,0 0-132 0,0 0-180 16,0 0-236-16,0 0-100 0,0 0-44 15,0 0 52-15,-36 7-88 16,29-7 24-16,3 2-52 0,-4 1 192 15,3 0-76-15,-3 3-12 0,1 1-428 16,-6 5-448-16</inkml:trace>
  <inkml:trace contextRef="#ctx0" brushRef="#br0" timeOffset="-170894.119">16108 16621 168 0,'0'0'8748'16,"0"0"-7120"-16,0 0 121 0,0 0-445 15,0 0 40-15,0 0 56 0,0 0-232 0,0 0-288 16,0 0-192-16,0 0-88 0,8-6 196 15,0 25-136-15,4 6-200 0,0 9-71 0,0 11-109 16,0 10-196-16,-1 1-80 0,-2 12 4 16,-5 1 76-1,4 1-84-15,-8 3-60 0,3-3-48 0,-3-1-12 16,0-6-40-16,0-2-69 0,-3-6 21 16,-1-15-48-16,4-8 12 0,-4-13-12 15,4-12-132-15,0-7-284 0,0-3-608 0,4-16-568 16,3-4-1092-16,-3-9-1529 15,-4-2-963-15</inkml:trace>
  <inkml:trace contextRef="#ctx0" brushRef="#br0" timeOffset="-170730.251">16204 17173 2812 0,'0'0'8365'0,"0"0"-6993"0,0 0-452 16,0 0-168-16,0 0 748 0,104 7-296 0,-77-1-396 15,5 0-192-15,-1-3-172 16,2 1-136-16,-1-1-220 0,0-3-88 0,0-3 0 15,0-4-160-15,-4-2-100 0,-1-4-356 16,-3 1-412-16,-4 2-300 0,-5 0-988 16,-2 1-2929-16</inkml:trace>
  <inkml:trace contextRef="#ctx0" brushRef="#br0" timeOffset="-170510.942">16626 16818 7096 0,'0'0'3088'15,"0"0"-1107"-15,0 0-1021 0,0 0-388 16,0 0 556-16,0 0 324 0,40 69-268 0,-28-33-504 16,0 2-236-16,-1 6 12 0,2 0 0 15,2 11-128-15,-7-1-156 16,5 5-76-16,-2 5-96 0,-2 0-48 16,-1-4-84-16,-1-3-152 0,-3-7-232 15,9-11-208-15,-6-10-292 0,1-10-472 16,4-13-484-16,0-6-1949 15,-4-3-2279-15,8-26 3460 0</inkml:trace>
  <inkml:trace contextRef="#ctx0" brushRef="#br0" timeOffset="-170358.1">17176 17098 6732 0,'0'0'8109'16,"0"0"-6313"-16,0 0-1012 0,0 0-164 15,0 0 416-15,0 0 152 16,92 14-640-16,-64-14-548 0,4-8-12 0,3-3-352 15,5 2-284-15,-1-3-4 0,-7-1 112 16,-8 6-1924-16,-3 2-4569 0</inkml:trace>
  <inkml:trace contextRef="#ctx0" brushRef="#br0" timeOffset="-170184.302">17251 17399 1812 0,'0'0'10805'0,"0"0"-8893"0,0 0-1508 15,0 0-64-15,0 0 464 0,28 66 436 0,-11-59-424 16,6-4-360-16,5-3-124 0,0 0-148 16,4 0-64-16,0-3-120 0,-1-7-220 0,-3 4-780 15,4-1-808 1,-11 1-2216-16,14 6-3321 0</inkml:trace>
  <inkml:trace contextRef="#ctx0" brushRef="#br0" timeOffset="-169209.526">18619 16268 4164 0,'0'0'4840'0,"0"0"-3416"15,0 0-239-15,0-66 19 0,0 53 136 0,0 1-128 16,0 2-216-16,-5 6-136 0,5 2-204 15,0 2-124-15,0 0-28 0,-4 0 12 0,0 0-160 16,-7 6-356-16,-2 4-48 0,-6 5-284 16,-2 11 76-16,-3 5 32 0,1 13 64 15,3 11-36-15,0 5 36 0,0 6-12 0,4 8 12 16,0-1 24-16,4-3 24 16,0-13-24-16,8-6 36 0,1-13 100 0,-2-10 4 15,5-6 32-15,0-3-36 0,0-6-148 16,0-3-24-16,5-4-16 0,2 1-124 15,1-1-60 1,4 0 220-16,0 1 100 0,0-1 40 0,4 3 8 0,3 4 8 16,-2 9 4-16,3 7 168 15,-4 10 112-15,0 1 84 0,-1 11-60 0,-3 0 72 16,1 7-72-16,-2-2-192 0,2 4-120 16,-6 1-96-16,1 2 8 0,0-2-24 15,0-4-48-15,0-7 112 0,4-1 48 16,0-15 432-16,0-2-368 0,-1-10-64 0,2-3-284 15,-1-6-248-15,0-4 236 0,4 1 20 16,0-1-376-16,-4-6-240 0,4 1-56 0,-4-4-784 16,-1 0-365-16,2 0-1091 0,-6-7-1904 15,1-2 4100-15</inkml:trace>
  <inkml:trace contextRef="#ctx0" brushRef="#br0" timeOffset="-168647.304">19523 16440 468 0,'0'0'1228'16,"0"0"5244"-16,0 0-4556 0,0-70-383 15,-4 51-493-15,4-1-248 16,0 12 640-16,-4-3-176 0,4 9-440 0,0 2-256 0,0 0-100 16,0 0 20-16,0 0 64 15,-4 2-212-15,-5 12-148 0,2 8-180 16,-1 10 32-16,-5 9-24 0,-2 10 84 0,2 3-20 15,2 3-4-15,-1 3-68 0,0 9 0 16,0 5-4-16,4 8 0 0,-4 4-84 16,0 3-4-16,5-1-56 0,-2-4-4 15,1-6-36-15,4-4 112 0,1-11 68 16,3-9-88-16,3-7 4 0,13-5 16 0,0-10-52 16,8-7 12-16,4-1-160 15,4-10-272-15,8-3-36 0,-1-9-232 0,6-2-408 16,6 0-644-16,1-13-1065 0,-13 4-2827 15,21-10 1844-15</inkml:trace>
  <inkml:trace contextRef="#ctx0" brushRef="#br0" timeOffset="-168082.38">20200 16256 1772 0,'0'0'576'0,"0"0"-512"0,0 0 68 16,0 0 4516-16,0 0-2920 0,0 0-308 0,0 0-179 16,0 0-77-16,0 0-16 15,0 0-272-15,20 6-148 0,-12 11 220 0,-4 4-92 16,4 8-124-16,-5 3-200 0,1 5-112 0,5 5-152 15,-5 2-168-15,-4-2-100 16,4 2-24-16,0-3-148 0,-4 4-12 0,3-3-248 16,1 2-296-16,5 0-428 0,-1 4-468 15,3-3-572-15,6-5-2409 16,-6-8-2647-16,6 6 6844 0</inkml:trace>
  <inkml:trace contextRef="#ctx0" brushRef="#br0" timeOffset="-167672.038">21602 17192 5916 0,'0'0'4916'0,"0"0"-3435"0,0 0-513 15,0 0-88-15,0 0 308 0,0 0-56 0,20 76-248 16,-12-44-288-16,1 3-324 16,2 3-16-16,1 4-56 0,0 5-124 15,0 1-76-15,-4 3-160 16,0-4-112-16,0 1-308 0,-4-6-200 0,0-4-300 16,0-10-572-16,-1-6-400 15,-3-6-773-15,0-10-2107 0</inkml:trace>
  <inkml:trace contextRef="#ctx0" brushRef="#br0" timeOffset="-167232.372">20327 17592 1800 0,'0'0'7276'0,"0"0"-5287"0,0 0-805 16,0 0-252-16,0 0 60 0,0 0-172 15,0 0-240-15,84-22-176 0,-64 22 0 16,0 7 68-16,0-1-60 0,-4 6-100 15,0-2-52-15,-4 3-124 0,-5 3-36 16,2-1 20-16,-5 1-8 0,0 0 88 16,-4 1-28-16,0 2-12 0,-8 0-24 15,-5-4-52-15,-2 4-72 0,-1-6 124 16,-4-1-40-16,4-2-80 0,-8-1-12 0,5-2 44 16,2-4 36-16,-3-3 4 0,4 0-76 15,-4-3-12-15,5-4-208 0,-2-5-88 16,2-4-108-16,2 0-28 0,6-3 172 0,7-3-176 15,0-1-48-15,7 1-16 0,10 0-216 16,-2 0-340-16,5 0-992 16,-3 6-1017-16,10-6-2911 0</inkml:trace>
  <inkml:trace contextRef="#ctx0" brushRef="#br0" timeOffset="-164991.605">21315 16059 8016 0,'0'0'1980'16,"0"0"-599"-16,0 0-185 0,0 0 192 0,0 0-248 15,0 0-60-15,0 0-128 0,13 92-296 16,-13-54-84-16,0 6 16 0,0 2-60 16,0 1-304-16,0 0-92 0,0 1-132 15,-5 3-76-15,-3-7-36 0,5-4-132 0,-5-7 0 0,4-11 72 16,4-9 120-16,-5-7-8 16,5-6 0-16,0 0-116 0,0-3-44 0,5-3 220 15,3-10 0 1,-1 0 100-16,1 0-92 0,1-1 0 0,2 3-4 15,-3 3 8-15,1 6 88 0,-1 5 20 16,-1-3 16-16,5 3-12 0,0 0-16 16,0 0 80-16,1 3-116 0,-2 2 32 0,-3 2-100 15,4 0-4-15,-4 2 12 0,-4-2-4 16,0 2 52-16,0-3-56 0,-4 4 8 16,0 0 88-16,0-1 56 0,-4 1-20 15,-8 2-124-15,0-2-12 0,0-1-124 0,-3-3 28 16,-6 1-112-16,5-4-184 15,-3 0-148-15,2-3-56 0,-2 0-284 0,3-9-384 16,-5-1-780-16,6-6-2089 0,2 7-2119 16</inkml:trace>
  <inkml:trace contextRef="#ctx0" brushRef="#br0" timeOffset="-164189.303">22196 16356 10520 0,'0'0'2029'0,"0"0"-741"15,0 0-272-15,88 40 128 16,-61-28-216-16,6 4-220 0,-6 0-276 0,1 6-160 16,0 3-60-16,0 7-128 0,-4 3-72 15,0 7 96-15,-8 5-56 0,-9 8-52 0,-2-2 0 16,-5 4-12-16,-9 0-60 0,2-3 12 15,-14 0-28-15,6-6 80 16,-5-7 4-16,1-3 4 0,-2-9 48 0,5-7-48 0,0-9-196 16,0-4-336-16,4-2-148 15,1-7-144-15,-2-4-588 16,6-5-1104-16,-1-7-2125 0,-1 3-2703 0,9-21 7240 16</inkml:trace>
  <inkml:trace contextRef="#ctx0" brushRef="#br0" timeOffset="-163884.482">23037 15906 11409 0,'0'0'1756'0,"0"0"-512"16,0 0 192-16,4 80 4 0,3-45-424 16,2 6-364-16,-1 9-124 0,-1 11-36 0,6 9-88 15,-1 6-136-15,-1 13-124 0,-2 7-120 16,-1 8-24-16,-5 5-268 0,1-2 64 16,-4 0-16-16,0-1 84 0,0-12 24 0,0-4-120 15,0-7-220-15,0-11-212 0,0-5 220 16,4-12 72-16,0-11-376 0,5-13-368 0,-5-5-816 15,3-11-1217-15,-3-5-3639 16,0-10 3960-16</inkml:trace>
  <inkml:trace contextRef="#ctx0" brushRef="#br0" timeOffset="-163205.977">23591 16272 9472 0,'0'0'2117'0,"0"0"-353"0,0 0-128 16,43 76-88-16,-23-35-140 0,-3 7-412 16,-6 2-308-1,1 11-380-15,0-1-136 0,-4 7-16 0,-4 0 28 0,0 2-36 16,-4-1-56-16,0-9-92 0,0-2-184 0,0-12-84 16,0-6-60-16,0-14 156 0,0-10 72 0,0-5 52 15,0-8-88-15,0-2-108 0,0 0-28 16,0-5 76-16,4-9 196 0,4 0 100 15,0-9 60-15,4 0-40 16,0 1-116-16,0 3-4 0,-1 3-48 16,6 7 48-16,-2-1 0 0,2 4-40 15,-1 6 40-15,-1 0 0 0,2 0 0 0,-6 6 136 16,1 4-4-16,1 3-32 0,-6-1-28 0,-3 7 64 16,0-2 24-16,-4-2-12 0,0 4-16 15,-8-2 28-15,-3-3-24 0,-2-3 68 16,-2-3-44-16,-6 3-64 15,1-8-48-15,-3 0-48 0,3-3-124 0,-4 0-180 16,4 0-112-16,0-6-268 0,0-5-32 16,1 3-112-16,-2-5-316 0,5 1-680 15,4-2-632-15,5 2-1489 0,3 2-1507 0,4-3 2520 16</inkml:trace>
  <inkml:trace contextRef="#ctx0" brushRef="#br0" timeOffset="-162886.611">24503 16637 11729 0,'0'0'2020'16,"0"0"-816"-16,0 0-136 0,0 0 208 15,0 0-208-15,0 0-416 16,-80 19-296-16,69-3-208 0,7 10-140 0,-1 2 64 0,5 7 28 16,0 6 44-16,0-3-8 15,5 6-40-15,3-2-32 0,-1-1-64 16,1-6-8-16,5 0-4 0,-6-10-64 0,5-6-68 16,0-2 56-16,-4-11-96 0,0 0-48 15,4-6-172 1,-8 0-76-16,4-6-212 0,-4-5-476 0,-4-1-924 0,0-4-2469 15,0 3-2919-15,-12-2 6072 0</inkml:trace>
  <inkml:trace contextRef="#ctx0" brushRef="#br0" timeOffset="-162729.703">24304 16868 3816 0,'0'0'6352'0,"0"0"-4727"0,0 0-1317 0,0 0 168 0,0 0 608 15,0 0 512-15,91-3-412 16,-59-6-488-16,4-7-324 15,4-3-136-15,0 0-236 0,3-3-36 16,-2 0-164-16,2-5-608 0,-3 6-600 0,-3-2-1040 16,-10 8-2901-16,4-5-2146 0</inkml:trace>
  <inkml:trace contextRef="#ctx0" brushRef="#br0" timeOffset="-162046.946">25332 16526 220 0,'0'0'1800'0,"0"0"-1092"0,0 0-704 16,0 0 4736-16,0 0-2472 0,0 0-551 15,32-67-349-15,-28 64-28 0,-4-1-240 16,0 4-208-16,0 0-164 0,0 0-132 0,0 0-64 0,0 0 48 16,0 4-24-16,-9 2-264 15,1 6-292-15,-3 7-96 0,-5 11 52 16,0 8 44-16,4 3 112 0,0 6 24 15,0 4-40-15,8 3-92 0,-4 3-4 0,8-3 0 16,0-2-72-16,0-5 12 16,8-9-88-16,0-3 12 0,4-13 72 0,4-2 64 15,4-8 64-15,0-3-56 0,8-5 84 0,-4-4 80 16,8-17-28-16,0-5-68 0,-1-6-72 16,1-10-4-16,0-7-76 0,0-3-20 15,-4 1-28-15,0-1-36 16,-9 4 12-16,1 6-24 0,-8 0-24 15,-3 6-36-15,-5 3 84 0,-4 7 136 0,-9 3-88 16,1 3 100-16,-7 6 48 0,2 3 16 16,2 7-4-16,-6 0-60 0,6 7 0 15,-6 10-136-15,6 1-24 0,-5 5 0 16,4 5 36-16,0 2-64 0,4-3-8 0,-4 2-340 16,8-1-592-16,-4-2-1212 0,4 0-2193 15,1-4-2967-15,-2 3 7028 0</inkml:trace>
  <inkml:trace contextRef="#ctx0" brushRef="#br0" timeOffset="-161828.692">25810 16859 692 0,'0'0'4792'0,"0"0"1333"0,0 0-5405 16,11 83-184-16,-6-45 736 15,-1 9 344-15,-4 5-548 0,8 4-420 0,0 4-276 0,-1 1-40 16,2 0-60-16,-1 2-272 15,-1-3-48-15,2-2-448 0,-5-8-84 16,4-9-56-16,-5-9-284 0,5-6-100 0,-4-14 148 16,1-6-72-16,3-6-776 0,-5 0-2617 0,-3-6-1391 31,0-13 5556-31</inkml:trace>
  <inkml:trace contextRef="#ctx0" brushRef="#br0" timeOffset="-161598.033">25818 16961 3616 0,'0'0'992'0,"0"0"4552"0,0 0-4291 0,0 0-649 16,0 0 112-16,0 0 304 0,0 0-56 15,0 0-296-15,0 0-252 0,0 0-52 16,95-44 0-16,-71 44-100 0,0 0-40 16,0 0-124-16,-8 2-56 0,0 5-44 15,-4 2-8-15,-4 4-116 0,-8 3 48 0,0 3-12 16,0 0 16-16,-12 3-16 15,0 1-224-15,-8-5-44 0,0 1 32 0,1 1 108 16,-6-7 68-16,1-4-56 0,0-6-376 16,5-3-308-16,-5 0-788 15,4-10-1509-15,4 1-3191 0,0-17 5580 0</inkml:trace>
  <inkml:trace contextRef="#ctx0" brushRef="#br0" timeOffset="-160894.992">26229 16268 1564 0,'0'0'1840'15,"0"0"960"-15,0 0-384 0,0 0-512 16,0 0-411-16,79-72-293 0,-55 53-132 0,4-4-20 16,0 0-124-16,0 4-164 0,-4 0-164 15,-1 5-164-15,-3-3-160 16,-4 11-84-16,-4-1-140 0,-8 4-48 0,0 3-152 0,-4 0 152 15,4 6 0-15,-4 10 8 16,0 14 232-16,0 7-120 0,-4 14-116 16,-4 6 0-16,-4 4-4 0,0 2-72 0,4-3-28 15,-4-3 16-15,4-6-16 0,0 0 12 16,1-10 28-16,3 0-16 0,-1-5 68 16,5-9-52-16,0 0 56 0,0-5-84 15,0 0 4-15,9-3-64 0,2 6 136 0,1 4 8 16,0 0 4-16,4 5 96 15,4 1-8-15,0 0 12 0,4 0 60 0,-4 1-36 16,4-9-124-16,0 2-100 0,-5-3 100 16,2-1 0-16,-1-3-12 0,-1 0-36 15,-2 0 44-15,-2 1 0 16,1-5-8-16,-4 6-36 0,-4-6 44 0,0 1-4 16,-4 0-216-16,-4 3-124 15,0-2-60-15,-4 2 84 0,-8-3 64 16,4 0-196-16,-8 0-296 0,0-3-476 0,-4 0-1108 15,8-6-3557-15,-12-4 189 0</inkml:trace>
  <inkml:trace contextRef="#ctx0" brushRef="#br0" timeOffset="-160766.155">26794 17351 11417 0,'0'0'7428'0,"0"0"-5920"0,0 0-1316 16,0 0-192-16,0 0-96 15,0 0-784-15,0 0-300 0,0 0-1336 0,0 0-4409 0</inkml:trace>
  <inkml:trace contextRef="#ctx0" brushRef="#br0" timeOffset="-157682.3">27368 16218 132 0,'0'0'8464'15,"0"0"-4463"-15,0 0-3489 0,0 0-56 0,0 0 712 16,107 3 240-16,-62-3-316 16,2-6-348-16,1-4-412 0,-1-3-148 0,2-6-184 15,-6 0-24-15,1-4-148 0,-4 1-272 16,-4-3-464-16,-4 3-132 0,-8 0-472 16,-9 3-1156-16,-2 3-2149 0,-13-3-2055 0</inkml:trace>
  <inkml:trace contextRef="#ctx0" brushRef="#br0" timeOffset="-157416.214">27578 15544 10164 0,'0'0'1613'0,"0"0"-769"15,0 0-52-15,0 0 540 0,0 0-36 0,9 89-304 16,3-43-248-16,4 4-224 0,-4 12-148 15,4 6-80-15,-4 4-156 0,-5 5-136 16,-3 2-84-16,0-3-16 0,1-6-60 0,-1-5-84 16,0-18 8-16,-1-16-96 0,5-9 56 15,1-9-168-15,2-13-132 0,5 0-28 16,0-9 28-16,5-13-156 0,-2-7-420 0,5-10-664 16,0-1-781-16,-5-8 41 15,6 1-164-15,-5-4-124 0,-5-3 1956 0</inkml:trace>
  <inkml:trace contextRef="#ctx0" brushRef="#br0" timeOffset="-156865.816">27982 15509 2752 0,'0'0'352'16,"0"0"6400"-16,0 0-5399 0,0 0-261 15,0 0 32-15,0 0 8 0,0 0 104 16,0 0-268-16,0 77-248 0,4-30-176 16,-4 7-88-16,3 7 136 0,-3 6-52 0,0-1-208 15,0 1-148-15,0-7-172 0,0-3-12 16,0-6-100-16,0-6-60 15,0-14-60-15,0-5-148 0,0-14 36 0,4-2 40 0,0-7 44 16,4-3 88 0,4 0 48-16,-4-10-60 0,9-5 36 15,-6-1 12-15,1-6 60 0,0-2-72 0,0 3-88 16,-1 2 52-16,2 3 48 0,-5 7-28 16,-1 5-20-16,-3 4 172 0,5 4 60 15,-1 9 404-15,-4-1-8 0,-1 7-144 0,1 0-52 16,1 4-64-16,-1-4 12 15,0-4-208-15,3-2-96 0,5 0 88 0,1-7 8 16,2-6 64-16,5 0-64 0,1-6-140 16,-2-7-316-16,5-3-300 0,-4-3-192 15,0 0-820-15,0 0-460 0,-5 3-281 0,2 7-191 16,-10 2 396-16,2 0 416 16,-1 4 896-16,-8 3 992 0,4 0 1628 0,-4 0 1264 15,0 0 200-15,0 0-707 0,0 0-597 16,0 0-320-16,0 0-208 15,0-3-288-15,4-5-376 0,-4-3-596 16,3-2 0-16,5-2-64 0,-8-1-120 0,5 0-76 16,-5 4-12-16,0 2-40 15,0 1 312-15,-9 2-52 0,-2 7 116 0,-1 0 108 16,-4 7-156-16,-1 5 68 0,-2 10-32 16,3 0 84-16,-4 7 112 0,4 2-12 0,4-1-112 15,0 1-64-15,0-2-60 0,4-1-112 16,5-6-108-16,3-2-56 0,0-5-84 15,7-9-224-15,1-6-48 0,8 0-148 16,8-12-496-16,-4-10-836 0,8-4-2809 0,4-5-1139 16,-12 2 5824-16</inkml:trace>
  <inkml:trace contextRef="#ctx0" brushRef="#br0" timeOffset="-156616.816">28650 16065 1108 0,'0'0'10009'15,"0"0"-7705"-15,0 0-1212 0,0 0-132 0,4 66 584 16,-8-46-304-16,1-4-368 0,3 0-320 0,0-7-172 15,0-3-160-15,0-2-132 16,3-4-88-16,6 0-184 0,7-4-12 0,-5-5 136 16,9-3-52-16,1-4 28 0,-2-3-40 15,1 0 16-15,0 0 44 0,0 6-20 16,0 1-32-16,-5 1 116 0,6 5 60 16,-5 3 4-16,0 0 20 0,-4 3-48 15,4 3-36-15,-5 6-48 0,2 2-36 16,-2-3-88-16,2 9-24 0,-2-2-64 0,-3 1-124 15,1 3-232-15,-2 0-380 16,-3 4-888-16,0-8-1304 16,-4 14-3529-16</inkml:trace>
  <inkml:trace contextRef="#ctx0" brushRef="#br0" timeOffset="-155594.294">27822 16980 3612 0,'0'0'600'16,"0"0"4476"-16,0 0-3616 15,0 0 57-15,8-74-37 0,-4 66 216 0,-4 1-604 0,0 3-220 16,0 1-348-16,0 3-204 16,0 0 24-16,0 7-24 0,-4 2-140 0,-4 8-180 15,-8 8-96-15,0 9-64 0,0 8 72 16,-4-1 80-16,5 4 0 0,-2-4-116 0,2-3-36 15,2-6 24-15,5-7 76 0,1-9-4 16,3-7-32-16,4-2-92 16,0-4-144-16,0-3-104 0,0 4 0 15,8-2 76-15,-1 4 296 16,6 0 52-16,2 7 12 0,2 4 88 0,-2 2 12 16,5 3 100-16,-8 6-76 0,4 1-40 0,-8 4 128 15,4-6-72 1,-4 4 20-16,0-1-52 0,0-2-108 0,-4-3-8 0,3 1-44 15,-2-4-72-15,-5-3-48 0,4 0-16 16,-4-2-616-16,0 2-48 0,0-7-284 0,0 1-368 16,0-4-385-16,0-2-1039 0,0-4-1352 15,0 0 1148-15,4-6 2976 0</inkml:trace>
  <inkml:trace contextRef="#ctx0" brushRef="#br0" timeOffset="-154995.721">28431 17145 3464 0,'0'0'6144'16,"0"0"-4375"-16,0 0-829 15,0 0-32-15,0 0 324 0,0 0 240 0,-87-19-604 16,75 31-508-16,4 11-172 0,-4 2-52 16,4 10 100-16,0 0 0 0,4 2-40 15,1-1 0-15,3-7-76 0,0-4-120 0,0-6-72 16,0-6-164-16,3-4-60 0,1-6-40 15,4-3 40-15,8-3 60 16,-4-9 228-16,8-8-232 0,0-5-84 0,0-4-4 0,0 1 100 16,-4 2 4-16,-5 1 72 15,2 9 92-15,-6 3 8 16,1 4-60-16,-8 5 8 0,4 4 104 0,1 4 28 16,2 5 412-16,-3 8-16 0,4 1-256 15,5 4-28-15,-6 3 20 0,5 5-108 16,0 1-52-16,0 1 48 0,4 6-36 0,0 3 212 15,-5 4 312-15,-2-1-188 16,-1-3-176-16,-8 1-48 0,4-4 112 16,-4-1-52-16,0-4 4 0,-4-2 56 0,0-2-12 15,-4-6-48-15,0-5-72 0,4-2-64 16,-4-6 16-16,0-3 32 0,0-4 64 16,0 0-160-16,-4-3-204 0,-4 0-92 15,4-10-108-15,-8-3 24 0,5-3 32 16,-6-6-96-16,6 0-80 0,-1-4-196 15,0-2 88-15,4-1-476 0,8 3-644 16,0 5-433-16,4-2 429 0,0 4-3452 0</inkml:trace>
  <inkml:trace contextRef="#ctx0" brushRef="#br0" timeOffset="-154687.811">28942 17081 3268 0,'0'0'824'0,"0"0"4680"16,0 0-4095-16,0 0-149 0,0 0 56 0,-80 23-112 15,64-8-360-15,0 11-292 0,4-1-172 0,0 7-144 16,4 3-12-16,4 3 148 15,4-1 12-15,0-4-72 0,0-2-152 16,4-5-88-16,4-7-8 0,4-3-52 0,0-6 48 16,-4-3-60-16,4-7-160 15,4 0-112-15,-4-5 0 0,4-4-188 0,-4-4-260 16,0-6-652-16,-5 0-1552 0,-3 3-3205 0,-4 4 393 16</inkml:trace>
  <inkml:trace contextRef="#ctx0" brushRef="#br0" timeOffset="-154530.168">28810 17272 3816 0,'0'0'1380'0,"0"0"3956"0,0 0-3547 16,0 0-413-16,0 0 80 0,0 0-284 0,0 0-384 15,0 0 164-15,0 0-196 0,0 0-156 16,87 12-280-16,-59-12-188 0,0-5-132 16,0-2-256-16,-4 0-408 0,4-2-224 0,0 0-200 15,-4-1-584-15,-4-3-3381 16,-9 6-5071-16</inkml:trace>
  <inkml:trace contextRef="#ctx0" brushRef="#br0" timeOffset="-152696.724">960 14465 560 0,'0'0'8492'16,"0"0"-6063"-16,0 0-725 0,0 0-408 15,0 0 104-15,95 44-172 0,-71-25-348 0,4 6-224 16,-4-1-192-16,4 1 64 15,0-3 24-15,-5 0-284 0,-2-3-268 0,3 0-64 0,-5-6-8 16,1-3-28 0,-3-1-168-16,-2-7-224 0,2-2-108 15,-6 0-104-15,-3-2-312 0,4-5-992 0,-12-5-2297 16,4 2-2223-16,-4-5 2229 0</inkml:trace>
  <inkml:trace contextRef="#ctx0" brushRef="#br0" timeOffset="-152526.919">1175 14449 1264 0,'0'0'7580'0,"0"0"-5960"16,0 0-731-16,0 0-157 0,0 0 700 15,0 0 12-15,0 0-564 0,63 76-272 16,-38-54-148-16,-5 1-36 0,3-4-116 16,1 0-308-16,0-6-96 15,0-4-572-15,-4-3-352 0,0-6-276 0,0 0-588 0,-4-12-1129 16,-4 2-3083-16,-8-2 3256 0</inkml:trace>
  <inkml:trace contextRef="#ctx0" brushRef="#br0" timeOffset="-151997.723">800 13509 1368 0,'0'0'2728'0,"0"0"2204"0,0 0-3832 0,0 0-328 16,0 0 501 0,-91-34-109-16,70 34-364 0,2 9-456 15,-5 7-256-15,4 6-84 0,0 9 124 16,0 7 60-16,0 7 128 0,8 6 300 15,1 3 28-15,2 3-248 0,1-3-144 0,8-3-4 16,0-7 112-16,0-5 60 0,0-11-112 0,4-2 36 16,4-11-96-16,1 1-112 0,2-6-64 15,-3-1-72-15,1-2 0 0,-2-4 0 16,1-3 0 0,0 3 44-16,4-3-44 0,0 0-8 0,4-6-52 15,4-1 0-15,-4 1-124 0,3-7-88 16,-2 4-24-16,3-1-12 0,-8 1-52 15,-1 2-136-15,-2-2-52 0,2 3 20 0,-7 3-12 0,4-4-76 16,-8 4-44-16,5 0 92 16,-1 3 84-16,-4-3 228 0,0-1 248 0,0 1 4 15,0-1-240-15,0 4-332 0,-4-5-376 16,4 2 271-16,-5-1 653 0,5-3-48 16,0 5 76-16,0-2-244 0,5-2 76 15,2 4 168-15,1-5 148 0,5 3-32 0,-6-2-112 16,5 4-4-16,1-5-128 0,-6 0 52 15,1-2-468-15,0 2-2232 16,0 1-2668-16,-8 0 5172 0</inkml:trace>
  <inkml:trace contextRef="#ctx0" brushRef="#br0" timeOffset="-151816.068">884 13916 3584 0,'0'0'688'0,"0"0"80"0,0 0 2188 16,0 0-716-16,0 0-183 0,0 0-157 15,0 0-484-15,0 0-400 0,0 0-504 16,0 0-240-16,20 79-272 0,-20-60-48 16,3 0-88-16,-3 0-188 0,5 6-224 15,-5 4-196-15,8 0-328 16,-4 0-224-16,4-2-1309 0,0-4-3243 16,0-7 1140-16,0-6 4629 0</inkml:trace>
  <inkml:trace contextRef="#ctx0" brushRef="#br0" timeOffset="-151277.311">677 13897 1280 0,'0'0'1160'16,"0"0"1004"-16,0 0 1036 0,0 0-1348 16,0 0-792-16,0 0-171 0,0 0 123 15,0 0 36-15,0 0-200 0,0 0-280 0,0 0-112 16,39-20-104-16,-26 17-76 0,2-3-276 16,2 0-12-16,2-1-164 0,1 1 0 0,1 0-216 15,-2 3-336-15,1-4-352 16,0 4-468-16,0-4-1105 0,-4 5-3131 0</inkml:trace>
  <inkml:trace contextRef="#ctx0" brushRef="#br0" timeOffset="-149424.239">29468 16751 104 0,'0'0'9676'15,"0"0"-7679"-15,0 0-705 0,0 0-388 16,0 0 124-16,0 0 192 0,0 0-232 0,0 0-344 16,0 0-260-16,0 0-384 0,-49 22-40 15,30-6 40-15,-1 10 100 0,-4 2 84 16,4 10 16-16,4 0-40 0,1 4-24 0,6 5-4 16,1 1 16-16,4 0-60 15,4 2-76-15,4-5-12 0,4-1-8 0,1-8-80 16,2-9 80-16,5-4-128 0,-4-7 4 15,7-10-40-15,-2 1 60 0,3-7 64 0,-1 0 44 16,2-10 4-16,-1-3-4 0,3-3-84 16,-7-3-48-16,0 0-148 15,-4 3-188-15,-4 0-148 16,-8 4 24-16,0-1-148 0,0 4-720 0,-8 2-784 16,-4 1-2021-16,0-1-575 0,-8 1 3096 0,8 3 617 15,-8-3 1131-15</inkml:trace>
  <inkml:trace contextRef="#ctx0" brushRef="#br0" timeOffset="-149288.23">29388 17154 2612 0,'0'0'40'0,"0"0"40"0,0 0 5932 0,0 0-3739 16,0 0-797-16,0 0 80 16,0 0 24-16,0 0-412 0,0 0-396 15,0 0-252-15,87-9-276 0,-66 2-244 0,-6-8-320 16,5 2-288-16,-4-6-436 0,-4 3-468 16,0 0-1060-16,0 0-2677 15,-8 3-1107-15,0 4 5968 0</inkml:trace>
  <inkml:trace contextRef="#ctx0" brushRef="#br0" timeOffset="-149158.858">29555 17091 3356 0,'0'0'168'0,"0"0"4432"0,0 0-2192 0,0 0-875 15,0 67-321-15,0-52 172 0,4 1-348 16,0-3-420-16,4 0-568 0,-8-4-48 0,4-3-308 16,0 1-344-16,4-4-344 15,-4-3-248-15,4 0-604 0,0-3-721 0,4-7-1851 16,-4 0 388-16,3-12 3928 0</inkml:trace>
  <inkml:trace contextRef="#ctx0" brushRef="#br0" timeOffset="-148911.878">29958 16433 1512 0,'0'0'1136'15,"0"0"4440"-15,0 0-3132 16,0 0-719-16,0 0-449 0,-13 77-124 15,9-52-4-15,1 7-208 0,3 3-256 16,0 6-164-16,0 7-100 0,0 6-100 16,0 9-88-16,3 8 16 0,-3 4 20 0,4 5-132 15,-4-2-136-15,0 2-76 0,0 0-92 16,0-4-128-16,0-3 48 0,0-10-180 16,4-5-180-16,1-11-196 0,-1-6-224 15,4-9-496-15,-1-7-244 16,2-8-609-16,-1-4-2711 0,-5-11 404 0,5-2 4045 15</inkml:trace>
  <inkml:trace contextRef="#ctx0" brushRef="#br0" timeOffset="-146982.176">30671 16887 1800 0,'0'0'116'0,"0"0"500"16,0 0 228-16,0 0 3640 0,0 0-3420 0,0 0-80 16,0 0 89-16,-92-31 351 0,76 31-288 15,0 0-260-15,5 6-28 0,-6 7-372 16,1-1-100-16,-3 7-232 0,2 1-84 0,6 5 28 15,-1-3-76-15,0 0-8 0,4-2-4 16,4-8-112-16,0-2 64 16,4-7 36-16,0 0-144 0,4-3-108 0,0 0 164 15,7-3 100-15,2-7 120 0,2-2-68 16,2-7-16-16,-6 0-28 0,1 3-8 16,0 0 4-16,-4 3-4 0,0 7-124 0,-3 0 24 15,2 6 24-15,1 0 76 0,0 3 176 16,4 6 24-16,4 7-36 0,0 3-96 15,0 4 20-15,4-1-84 0,-5 6 4 0,-2-6-8 32,-1 4 8-32,-5 2 92 15,2-2 24-15,-9-1 52 0,0 0-16 0,0 1 140 16,0-4 20-16,-4 0 4 0,-5-3-40 0,6-5-60 0,-1-2-28 16,-4-5-36-16,-1-1-60 0,5-3-100 15,-3-3-24-15,-5 0-360 0,0 0-36 0,-4 0-200 16,4-7-52-16,-4-6 68 15,-4 5 128-15,1-9-116 0,-2-2 24 0,5 0-588 16,-3-7-200-16,2 1-641 0,6-6-959 16,3 8-2912-16,-1-15 5752 0</inkml:trace>
  <inkml:trace contextRef="#ctx0" brushRef="#br0" timeOffset="-146600.763">30890 16268 2196 0,'0'0'2152'0,"0"0"3040"15,0 0-3435-15,16 70-169 0,-8-35-36 16,-4 7-64-16,0 2-484 0,0 1-308 16,-1 2-248-16,6 0 8 0,-5 1-76 15,0-1-172-15,0-2-96 0,0-3-108 0,-1-4-4 16,-3-7-184-16,0-5-196 0,4-8 32 15,-4-1 88-15,0-10 64 0,0-5-52 16,4-2-160-16,1 0 120 0,-1 0 88 16,0-9 176-16,3-1 24 0,1-3 160 0,1-2-96 15,2-1 28-15,-3 3-92 16,1 7 0-16,-2-1 108 0,1 7 92 0,0 0 108 16,1 4-108-16,-6 5-16 0,9 4 0 15,-4 6-168-15,0 4 156 0,0-2-128 16,0 2-40-16,0-4-8 15,0 0 4-15,0-4-60 0,0-5-28 0,-1 0-272 16,6-7-456-16,-5-3-364 0,3 0-520 16,2-7-716-16,2-2-2321 0,-6-4-1515 15,6-6 6164-15</inkml:trace>
  <inkml:trace contextRef="#ctx0" brushRef="#br0" timeOffset="-146224.07">31388 16738 4636 0,'0'0'7681'16,"0"0"-5785"-1,0 0-1084-15,0 0 256 0,0 0 284 16,-72 67-464-16,60-35-404 0,4-1-204 0,0-1-32 16,4-2-52-16,1-6-24 0,3-3-132 15,0-6-40-15,0-4-100 0,0-5-132 16,0-4-36-16,7 0-16 0,1-4 0 0,0-9 136 16,4-5 76-16,4-2 56 0,0-6-56 0,0 5-40 15,0 2-36-15,-4-1-24 0,-4 8-28 16,4 2 4-16,-4 7 32 0,-1 3 164 15,2 0 40-15,-1 7 208 0,-1 5 24 0,6 4-36 16,-5 6-52 0,3 0 64-16,2 3-16 0,-5 5-72 15,-1-2 36-15,6 4-48 0,-9-1 36 0,3 1-24 16,-7-4-24-16,0 5-4 0,0-5-44 16,-3 1-4-16,-1-7-84 0,-5 1-4 15,1-5-8-15,1-4-48 0,3-6 48 16,-4-4-124-16,-1-2-156 0,2-2-52 0,-5 0-248 15,3-9-136-15,-2-3-152 16,-1-8-240-16,3-8-1204 0,2-7-1693 0,-1-6-1323 0,4 5 2264 16</inkml:trace>
  <inkml:trace contextRef="#ctx0" brushRef="#br0" timeOffset="-146087.844">31551 16446 11325 0,'0'0'2800'16,"0"0"-2380"-16,0 0 148 0,0 0 1052 0,0 0-600 16,0 0-1020-16,80 0-88 0,-56-16-756 15,-5-3-360-15,2 1-732 0,-1-5-2277 16,-12 7-4343-16,-1-7 7972 0</inkml:trace>
  <inkml:trace contextRef="#ctx0" brushRef="#br0" timeOffset="-145897.879">31730 16205 2812 0,'0'0'4244'0,"0"0"1109"0,0 0-4497 0,0 0 36 15,13 93 896-15,-9-62-284 0,3 3-576 0,1-1-460 16,-4-2-248-16,5-2-220 0,-2-1-4 16,-3 0-132-16,0-2-172 0,0-1-356 15,-4 5-120-15,0-2-244 0,-4 0-836 16,0 4-2249-16,-3-9-4079 0,-6 2 7320 15</inkml:trace>
  <inkml:trace contextRef="#ctx0" brushRef="#br0" timeOffset="-145350.116">32256 16586 3164 0,'0'0'1292'15,"0"0"1640"-15,0 0-1076 0,0 0-256 16,0 0-147-16,0 0 119 0,0 0-220 16,0 0-216-16,0 0-316 0,0 0-60 0,0 0-220 15,0 0-392-15,-15 44-148 16,2-15 4-16,2 5 84 16,-1 2-20-16,-1 2-68 0,6 0-4 0,3 0-44 15,0-2 40-15,4-5 0 0,0-6 8 16,8-2 88-16,3-8-28 15,2-2 52-15,-2-6-28 0,6-5-84 0,-2-2-208 0,2 0-100 16,-6-2-160-16,6-11-192 16,-2 0-208-16,-2-6-520 0,-6 0-1216 0,1 7-3081 15,-8-12-235-15</inkml:trace>
  <inkml:trace contextRef="#ctx0" brushRef="#br0" timeOffset="-145180.936">32224 16830 1880 0,'0'0'3920'0,"0"0"1241"0,0 0-3465 0,0 0-624 16,0 0 420-16,0 0 16 0,0 0-500 0,92-28-328 16,-60 19-200-16,0-4-196 0,4 0-236 15,-4-3-48-15,0 0-416 0,-4 0-176 16,-1 3-252-16,1-2-292 0,-4 3-880 0,-8 5-2413 16,0-6-2751-16</inkml:trace>
  <inkml:trace contextRef="#ctx0" brushRef="#br0" timeOffset="-144857.451">32707 16237 3860 0,'0'0'6908'16,"0"0"-4279"-16,0 0-1905 0,0 0-116 0,4 94 540 16,-4-49 116-16,0 6-568 0,0 1-352 0,0 0-84 15,0 3 48-15,0-4-12 16,3-1-104-16,1-2-192 0,5-3-232 0,-5-7-212 15,0-7-160-15,3-1-116 0,-3-11-192 0,0-5-172 16,1-3-536-16,-5-8-940 0,0-3-3161 16,0 0 382-16,0-16 5339 0</inkml:trace>
  <inkml:trace contextRef="#ctx0" brushRef="#br0" timeOffset="-144720.231">32778 16662 7112 0,'0'0'5065'0,"0"0"-2745"0,0 0-1560 0,0 0-332 15,0 0 512-15,0 0 20 0,0 0-504 16,96-13-456-16,-68 1-396 0,0-7-388 0,3-3-192 16,-3-4-1136-16,-11 7-3261 0,2-9-2387 15</inkml:trace>
  <inkml:trace contextRef="#ctx0" brushRef="#br0" timeOffset="-144563.583">33006 16329 312 0,'0'0'10396'0,"0"0"-8611"15,0 0-1117-15,-4 69 16 0,4-34 648 16,0 4-176-16,0 1-344 0,0-1-240 16,4 3-52-16,0-1-112 0,0 0-224 0,-4 1-184 15,3-5-172 1,-3-2-496-16,4 0-448 0,-4-7-520 0,4-5-1132 16,-4-7-3113-16,0-3-203 0,4-13 5581 0</inkml:trace>
  <inkml:trace contextRef="#ctx0" brushRef="#br0" timeOffset="-144033.114">33117 16046 6140 0,'0'0'5109'0,"0"0"-3657"16,0 0-700-16,0 0 24 0,0 0 848 0,0 0-356 15,0 0-388-15,91-31-312 0,-59 24-176 16,0 1 4-16,-4 0-80 16,0-1-68-16,-4 7-92 0,-8 0-56 0,0 0-100 15,-8 7-76-15,-4-1-32 0,-4 7 48 16,0 5-16-16,-8 8 16 0,-4 2-12 0,-4 8-16 15,-3 2-20-15,2-1-52 0,-3 5-48 16,5-3 24-16,3-8 108 16,3-3 76-16,5-5-4 0,1-4-68 0,3-3-4 0,0-4 68 15,3 1 4-15,5-1 4 0,-3 1 40 16,7 3-40-16,-5 1-12 0,6 2-36 16,-2-5 40-16,1 9-68 0,-3-4 4 15,2 3-16-15,-3 0 80 0,4-2 8 16,-4 2 112-16,0-3-100 15,0 3 100-15,0 1-104 0,0-4-8 0,0 3-60 16,-1-6-40-16,2 3-72 0,-1 0-236 16,0 0 12-16,-1 0 84 15,-2 6 100-15,-5-3 116 0,0 6 96 0,-5-2 88 16,-2 3-24-16,-1-1 108 0,0-2 76 0,-4 0-100 16,-4-1-148-16,4-4-96 0,-4-2-288 15,4 0-364-15,-4-2-764 0,-4-4-1532 16,8-1-3837-16</inkml:trace>
  <inkml:trace contextRef="#ctx0" brushRef="#br0" timeOffset="-142778.251">27790 18268 1096 0,'0'0'1356'0,"0"0"4340"15,0 0-3932-15,0 0-319 0,0 0-113 16,0 0 60-16,0 0-216 0,0 0-236 0,0 0-236 16,0 0-20-16,0 0-164 0,-48 26-176 15,56-29-12-15,9-1-12 0,-2 1-96 0,5-2 56 16,4 1-156 0,3-3-52-16,1 5-64 0,4-2 4 0,5 4-8 15,2-3 72-15,1 0 4 0,4 1-80 16,4-3-56-16,4 3 52 0,-1-5-44 15,9 4 36-15,0-3-96 0,3-1 96 16,10 4 12-16,2 0 0 16,1-1 0-16,7 4-88 0,-3-2 76 0,4 2-44 15,-1 0 56-15,1-4 0 0,4 1-4 16,-4-3-108-16,-1-1-96 0,5-2 72 0,-1-1 16 16,-3 1-52-16,4-4 48 0,-1 4-12 0,-3-2 136 15,0 6-8-15,0 2-40 16,-9-1-52-16,5 2 100 0,-5 2 112 0,2-5-100 15,-2 5 12-15,5-6-24 0,-5 1-100 16,9-5 88 0,0-2-160-16,3-5-76 0,5-2 12 0,3-6-96 15,2-1-92-15,-2 1 88 0,1-4 48 16,-1 3 152-16,1 5 8 0,-8-2 128 16,-1 4 8-16,-4 4 28 0,-3-1-36 0,0 3 0 15,-8 3-8-15,-1 1-104 0,-3 0 112 0,0-1-112 16,-8 1 48-16,4 2 0 0,-4-2-36 15,-5-2 24-15,1 3-36 16,0-3 48-16,0 3 52 0,-4 2 4 0,3-5 0 16,-3 3-60-16,0-3 68 0,-1 2 12 15,1-1 32-15,0 4-44 0,-5-3-4 16,2 2 4-16,-2 1 48 0,-3-1 4 0,-4 1 36 16,-1 0-12-16,-2 3 48 0,-1-4 64 15,-4 1-12 1,0 0-84-16,-4-4-80 0,-1 4 64 0,-3-4-64 15,-4 4 64-15,0-4-4 0,-1 3 40 16,2-1 40-16,-6-3 24 0,5 3-4 0,-7 2 28 16,-1-1-64-16,-1 3 48 0,-2-2-32 15,-1 4-40-15,-5-2-64 16,1 1 8-16,0-1-56 0,0 1 0 0,-4 3-136 0,0 0-136 16,0-3-136-16,0 3-28 15,0-3-76-15,-8 0-272 16,1 1-704-16,-1-3-1108 0,-5 3-2849 0,-6 2 2161 0</inkml:trace>
  <inkml:trace contextRef="#ctx0" brushRef="#br0" timeOffset="-141764.138">27176 18570 1228 0,'0'0'5260'0,"0"0"-908"0,0 0-2935 16,0 0-357-16,0 0 120 0,0 0-68 16,0 0-396-16,0 0-228 0,24 77-252 15,-16-51-24-15,1-1 12 0,-6-3-148 0,5-4-68 16,0 2-8-16,-3-5-140 0,-1-2 92 16,-1-3-28-16,-3-7-48 15,0 0-24-15,0-3-76 0,0 0-336 0,0 0-424 0,0-6-448 16,-3-4-1396-16,-6-6-3441 15,1 1 2553-15,0-14 2960 16</inkml:trace>
  <inkml:trace contextRef="#ctx0" brushRef="#br0" timeOffset="-141609.318">27112 18364 548 0,'0'0'260'0,"0"0"7928"0,0 0-5811 0,0 0-941 16,0 0-544-16,0 0 224 0,0 0-308 0,0 0-420 15,0 0-388-15,0 0-112 0,84 16-328 16,-63-16-304-16,-6 0-308 0,9 0-404 0,-4 0-941 16,0-3-2407-16,-4-1-36 15</inkml:trace>
  <inkml:trace contextRef="#ctx0" brushRef="#br0" timeOffset="-141323.599">27488 18367 3352 0,'0'0'676'15,"0"0"1112"-15,0 0 1524 16,0 0-1451-16,0 0-513 0,0 0-312 0,-21 77-60 15,14-59-280-15,-6 1-408 16,5 1-224-16,-3-2-64 0,2 1 64 0,1 1-12 16,5-8-4-16,3 1-48 0,0-7 0 15,0 1-152-15,3-1 152 0,5 0 76 0,5 0 152 16,-2 1-104-16,6-1-12 16,-2-2 16-16,2 2-40 0,-2-3 4 0,1 1 8 15,-4 1 0-15,0 2 36 0,0-4-12 16,0 4 28-16,-8 0 20 0,4-2-8 15,-8 1-52-15,4 1 24 0,-4 0-136 16,0 1-88-16,-9 6-236 0,2-3-124 16,-1 0-56-16,-4 2-112 0,0-1-240 0,0-2-212 15,5-4-540-15,-6 0-1297 0,5-3-2515 16,1 1 2632-16,-2-4 1961 0</inkml:trace>
  <inkml:trace contextRef="#ctx0" brushRef="#br0" timeOffset="-140649.668">28499 18449 3824 0,'0'0'784'16,"0"0"4544"-16,0 0-3471 0,0 0-233 16,0 0-304-16,0 0 140 0,0 0-420 0,0 0-384 15,0 0-36-15,0 0-44 16,0 0-108-16,76 74-188 0,-68-49-120 15,0-3-96-15,-5-3-64 0,2 0-60 0,-5 0-36 16,4-2 44-16,-4-2-8 16,0-1-36-16,0-3-152 0,0-4 40 0,0-4 0 15,0-3 48-15,0 0-172 0,0 0-152 16,0-10 240-16,4 1 92 0,4-10 104 0,-1 0 48 16,6-4 60-16,2-2-52 15,-2 3-8-15,-1 3 12 0,-1 2 12 16,2 9 100-16,-6 2 12 0,1 2-36 0,1 4-4 15,-5 0 76-15,3 4-8 16,1 8 56-16,-4 1 28 0,5 3-128 0,-6 3-32 16,5 0-12-16,-8-1-72 0,4 1-8 15,-4-3-52-15,4-3 44 0,-4-2-36 0,0-3-88 16,0-5-124-16,0 0-344 16,0-3-64-16,0 0-180 0,4-3-636 15,1-6-812-15,-2-7-533 0,5 1-1503 0,0-5-4 16,0-2 3516-16,4 3 452 0</inkml:trace>
  <inkml:trace contextRef="#ctx0" brushRef="#br0" timeOffset="-140360.113">28858 18523 360 0,'0'0'1344'0,"0"0"-640"0,0 0-288 16,0 0 2688-16,0 0 820 0,0 0-2455 15,0 0-221-15,0 0 12 0,0 0-144 0,0 0-336 16,67 73-88-16,-59-50-168 0,5-5-88 16,-6-1-188-16,1-5-248 15,1-3-124-15,2-6 0 0,1-3 116 0,0 0-56 0,4-9-32 16,-4-6-116-16,8-6 48 0,-8 0-60 15,4-2-136-15,-4 1 180 16,0 0-24-16,-4 3-20 0,-5 6 108 0,2 1 116 16,-5 2 148-16,0 6 204 0,-5 1-8 0,-2 0-8 31,-5 3 88-31,-4 0-200 0,0 6 172 0,0 5-296 16,0 4-40-16,0 1-60 0,4 6-72 0,0 0 8 15,0-3 4-15,8-3-88 16,1-3-100-16,-1-7-240 0,4 0-628 0,0-6-272 15,0 0-512-15,7-6-1113 0,1-7-299 0,5-9-960 16,-2 3 4048-16,5-18-572 0</inkml:trace>
  <inkml:trace contextRef="#ctx0" brushRef="#br0" timeOffset="-140182.415">29217 18231 1004 0,'0'0'1368'0,"0"0"4344"0,0 0-3612 0,0 0-695 0,0 0-137 0,0 0 20 16,0 0-696-16,0 0-188 15,7 95-12-15,-3-60 96 16,4 6 192-16,5 1-20 0,-2-5 168 0,1 1-368 0,4-2-240 16,-4-5-220-16,0-3-12 15,4-5-100-15,-4-6-48 0,-4-5-60 0,4-3-288 16,-9-6-224-16,6 0-208 0,-5-3-532 16,0-3-1408-16,-4-6-2573 0,0-1 437 15,-4-5 3653-15</inkml:trace>
  <inkml:trace contextRef="#ctx0" brushRef="#br0" timeOffset="-139999.904">29176 18473 1084 0,'0'0'1080'16,"0"0"5952"-16,0 0-4823 15,0 0-389-15,0 0-552 0,0 0-184 16,0 0-264-16,0 0-232 0,0 0-80 0,0 0 24 16,0 0 284-16,17-7 4 0,3 7-280 15,3 3-284-15,1-3-248 0,4 0-8 16,0-7-36-16,4 1-268 0,4-1-348 0,3-2-168 15,2-4-144-15,2-2-496 0,-3 2-1488 16,-8 0-3269-16</inkml:trace>
  <inkml:trace contextRef="#ctx0" brushRef="#br0" timeOffset="-139459.965">30288 18456 3080 0,'0'0'8'0,"0"0"-4"0,0 0 6112 0,0 0-3895 0,0 0-913 0,0 0-172 15,0 0-24-15,0 0-292 0,0 0-240 16,-79 42-304-16,66-30-128 16,2 9 16-16,-1 6 60 0,-1 1-64 0,2 5-48 15,-1-3-40-15,4-1 28 0,4-1 0 0,0-3-36 16,4-8-16-16,0-4-48 15,0-4-48-15,8-6-140 0,0-3 28 16,8-3 160-16,4-9 96 0,-1-8-96 0,9-8-4 16,-4-1-228-16,0-3-32 0,-4 4 164 15,0 3 28-15,-4 2 60 0,-4 8-88 16,-4 5 12-16,0 4 0 16,-4 6 88-16,0 0 224 0,0 0 312 15,0 9-28-15,0 4-40 0,3 0-172 16,-2 6-24-16,3-1-136 0,0-1 24 0,-1-1-160 15,2-4 0-15,3-2-76 16,-1-6 4-16,6 1-88 0,-2-5-272 0,2 0-60 16,3-5-140-16,-1-6 72 0,1 5-584 0,1-6-1096 15,-6-1-2525-15,-3 6-2315 0,0-5 5788 16</inkml:trace>
  <inkml:trace contextRef="#ctx0" brushRef="#br0" timeOffset="-138827.89">31309 18469 964 0,'0'0'104'15,"0"0"4340"-15,0 0-96 0,0 0-3199 16,0 0-197-16,0 0 60 0,0 0 260 15,0 0-236-15,0 0-220 0,0 0-224 16,-80-7-392-16,72 26-76 0,-1 4 12 0,1 2 12 16,1 7 16-16,3-4-84 15,4-3-80-15,0-6-112 0,0-3-36 0,0-9-160 0,0-4-44 16,4-3 16-16,3 0 156 16,6-3 4-16,2-9 172 15,2-5 0-15,-2-2 4 0,2 0-112 0,-2 3-52 16,-2 1 28-16,2 5 44 0,1 4-8 15,-4 6-12-15,4 3 16 0,0 10 96 0,0 6 200 16,4 6-24-16,-4 6-24 0,-1 5-40 16,2-2-48-16,-6 1-64 0,2-3-36 15,-1 3 36-15,-1-3 60 0,2 4 52 0,-9-6 196 16,-1 3 252-16,1-5-136 0,-4-3-152 16,0-2-36-16,-4-4-112 0,-3-10-48 15,-2-2-4-15,1-4 4 0,-3-3-28 16,-2 0-44-16,-2 0-4 0,-2 0-8 15,2 0-80-15,-5 0-172 0,0 0-96 16,4 0-80-16,0 0 36 0,0-3-216 16,4-17-240-16,4-8-244 0,0-10-776 15,8-3-2181-15,0 8-2491 0,0-10 6540 0</inkml:trace>
  <inkml:trace contextRef="#ctx0" brushRef="#br0" timeOffset="-138562.043">31519 18421 1604 0,'0'0'9401'0,"0"0"-8245"0,0 0-440 16,0 0 508-16,0 0 28 0,0 0-724 15,0 0-368-15,0 0-148 16,76 66 52-16,-64-49-64 0,0-2-12 16,-4 4 12-16,0 1 4 0,-8 2 60 15,0 0 0-15,0 3-12 0,0-3-52 16,-4-5 4-16,0-5 60 0,0-6 8 15,4-3 28-15,0-3-48 0,0 0-44 0,0-6-8 0,0-9 0 16,8-7-164 0,3-3 64-16,2-11 12 0,2 1-176 0,2 0-404 0,-2 1-12 15,6 4-4-15,-5 8-56 0,-1 0-436 16,2 6-1001-16,-6 4-939 0,6-1 356 16,-6 7-184-16,-3-1 1964 0,0 4 933 0</inkml:trace>
  <inkml:trace contextRef="#ctx0" brushRef="#br0" timeOffset="-138281.45">31838 18355 1828 0,'0'0'1184'15,"0"0"4784"-15,0 0-1835 0,0 0-3041 16,0 0-444-16,-12 82 420 0,12-63 136 0,0 0-372 16,0-3-388-16,0-3-284 0,8-4-48 15,0-5 60-15,0-2-172 0,0-2-88 16,4-2-72-16,0-5 148 0,0-9 4 0,4-3-128 16,-4 0-24-16,0-6-136 0,-1-1-40 15,-2 4 76-15,-5 6 100 0,0 4 112 0,0 2 48 16,-4 3 112-16,0 5 176 0,-8 2 32 15,-1 0-172-15,-2 0 0 16,3 0 124-16,-5 6 100 0,2 3-140 0,-1 4-196 0,0 0-36 16,4 5-60-16,-4 1-76 15,4 4-12-15,0-4-24 0,0 0-36 16,4-3-212-16,1-3-300 0,-2 0-252 0,5-4-428 16,0-4-888-16,0 0-2853 0,0-5-863 15,5 0 5548-15,10-13-444 0</inkml:trace>
  <inkml:trace contextRef="#ctx0" brushRef="#br0" timeOffset="-138005.473">32065 18317 2520 0,'0'0'4560'0,"0"0"2697"0,0 0-6145 15,0 0-700-15,0 0 556 0,0 0 460 16,4 78-480-16,-4-59-408 0,4-2-248 16,1-1-144-16,-2-7-112 15,1-3-36-15,4 1-136 0,0-7-60 16,0 0-60-16,0 0 160 0,4-7 88 0,0-6-116 15,0-3-12-15,-1-3-72 0,2 0-100 16,-1 1 64-16,0 2 96 0,-4 0 48 16,0 2 36-16,-1 9 56 0,-3-2-40 0,1 7 48 15,-1 0 396-15,-4 4 268 0,0 4-136 16,0 3-188 0,0 5-108-16,4 3-96 0,-4-1-92 0,4-1-44 15,-4-2-132-15,3-2-88 0,1 1-100 0,0-6-292 16,-4-1-140-16,5-3-236 0,-1-2-640 15,-4-2-1184-15,0 0-2713 0,0-9-923 0</inkml:trace>
  <inkml:trace contextRef="#ctx0" brushRef="#br0" timeOffset="-137726.431">32411 18231 7416 0,'0'0'5677'0,"0"0"-3497"15,0 0-1816-15,0 0-356 0,0 0 772 0,17 88 304 16,-17-46-304-16,8 2-460 0,-5 5-208 16,1 1 160-16,1 1 120 15,-1-4-72-15,0 0-236 0,-4-5-84 0,0-2-124 16,0-4-120-16,0-4-52 0,0-4-84 0,0 1-348 15,4-7-200-15,-4 1-440 16,0-7-1000-16,0-4-1925 0,0-3-1427 16,0-2 4428-16,0-7-92 0</inkml:trace>
  <inkml:trace contextRef="#ctx0" brushRef="#br0" timeOffset="-137466.891">32448 18329 1760 0,'0'0'8936'0,"0"0"-7203"15,0 0-1105-15,0 0 224 0,0 0 240 0,0 0-388 16,75-73-112-16,-54 66 96 0,-2 1-68 16,-3 0-284-16,0 6-176 0,0 0-84 15,-4 0-76-15,0 0-148 0,-8 6-72 0,0 0-28 16,0 4 148-16,-4-1-36 0,-4 4-128 15,0 0-48-15,-8 3 76 0,0 0-80 16,0 3-48-16,0-3 0 16,-7 0-280-16,2-1-444 0,-3 1-328 15,1-3-297-15,-5 3-2155 0,3-4-2276 0,-7-2 5780 16</inkml:trace>
  <inkml:trace contextRef="#ctx0" brushRef="#br1" timeOffset="-118011.524">6470 9620 2964 0,'0'0'1720'15,"0"0"3344"-15,0 0-3375 0,0 0-585 0,0 0-312 16,0 0 72-16,0 0 48 0,0 0-160 16,-47 79-156-16,38-53-260 0,-3 2-176 15,5 7 28-15,-10 1-12 16,6 2-4-16,-6-1 88 0,10 1-36 0,-5 0-28 15,3-2 40-15,5-4 12 0,-3 1-16 16,3 0-24-16,0-2-48 0,-5 1-60 16,5 3-16-16,1-3-76 0,-1 3-8 15,0-3-4-15,0 3-8 0,4 3 12 0,0 1 60 16,0-2-60-16,0 1-260 16,0 3 88-16,4-3 48 0,0 1 64 0,0-1-28 15,-1-4-32-15,1 1-16 0,5-3-36 0,-1-4-112 16,-1 1 8-16,1 0 204 0,1-3 72 15,-1-1 0-15,-5 0-112 0,5-3-100 16,1 1-36-16,-5-2 112 0,3-4-76 0,1 2-24 16,5-7 36-16,-9 5 88 15,3-5 20-15,1 1-24 0,1-3 4 16,-2-5 36-16,-3 5-60 16,4-7-76-16,-4 1 212 0,0-1 0 0,1-3 8 15,-2 0 36-15,-3 0-44 0,4 0 0 16,-4 0-44-16,8-3 44 0,-4-1 88 0,0 1-40 15,4-3-48-15,0 0-44 0,0 3-120 16,8-4-52-16,3 1 216 0,2-1 156 16,3 0-80-16,4 4-12 0,0-2-64 15,-5 1 8-15,9 2 4 0,-4 2 164 0,4-5 24 16,-1 3-88-16,5 2-104 16,1-4 56-16,-1 4 140 0,7 0-204 15,1 0-24-15,0 0 24 16,4 0-92-16,-1 0 4 0,2 0 88 0,-2 0 52 15,1 4-48-15,4 3 88 0,-5-1-84 16,2-1 4-16,2 2 36 0,-3 3-48 0,-1-4 8 16,5 1 44-16,1-2 24 0,-6 5-72 15,5-3 8-15,0-1 0 16,-1 0 60-16,1 1-72 0,0-4 0 0,-1 3-100 16,-2-3 88-16,3 0-40 0,-5 4 40 15,1-4 12-15,4 0-12 0,-4 0 4 0,4 0 8 16,-1 1 0-16,1-1 12 0,4-3 72 15,-9 4-84-15,9-2 0 0,-4-2 0 16,1 3 48-16,2-3-44 0,-3 0-8 16,4 0-104-16,-4 0 108 0,3 0 76 0,1 0-64 15,-4 0-12-15,4-3-44 16,-1 1-8-16,1-2-100 0,3 1 144 0,1-1-108 16,0 1 104-16,0 0 8 15,0 0 4-15,-4 3-4 0,4-3-4 16,-4 3 16-16,2 0-8 0,-2 0 104 15,0 0-104-15,0 0-4 0,0 0 4 0,0 0-76 16,-1 0 64-16,1 0-124 0,0 0 36 0,0 0 48 16,0 0-76-16,-1 0 120 0,1 3 8 15,4 0 0-15,-4 0-40 0,4 0 40 16,-4 1 100-16,0-1-24 16,2 1 24-16,-2-2-24 0,4 1 100 15,-4 0-60-15,4 1-28 0,-4-2-88 0,4-2 0 16,-4 4 12-16,4-1-12 0,-2-3 0 15,-2 4-36-15,4-4 36 0,4 0 0 0,-4 0 4 16,3 0 80-16,5 0 12 16,-3-4 20-16,-2 1-32 0,1-1-8 15,0 2-68-15,3-2 116 0,1-2-24 0,-1 4-88 16,2-2-8-16,-2 1-4 16,1-1-4-16,3-2 0 0,-3 6 8 15,4-6-12-15,3 6-56 0,-2-7 64 16,2 4 64-16,0 0 12 0,1-3 36 0,0 3-24 15,0-1-80-15,-1 1 140 16,1 0-24-16,0 0-124 0,0 3 0 0,-1-3-4 16,5 3 0-16,-4-3 0 0,0 3-4 0,3 0-128 15,-3 0 124-15,-1 0-88 0,5 0 100 16,0 0 0-16,0 0 56 0,4-4-52 16,-1 1 0-16,1 3 8 0,-1-3 88 15,5 0-24-15,-1-1 36 0,1 2-64 0,4-1-44 16,-1-1 100-16,-3 1-104 0,0 0-4 15,0 0 0-15,-1 3 4 0,-4-3-100 16,5 3 96-16,-4 0-72 0,4 0 32 0,-4 0 44 16,3-4 0-1,4 4 0-15,-3 0 0 0,0-3 48 0,4 3-48 16,-5 0 64-16,1 0 12 16,0 0 32-16,-5 0-100 0,5 0 0 0,0 0 56 15,-1 0-60-15,1 0-8 0,-1 0-52 16,1 3 4-16,0-3 44 0,3 0 0 0,-3 0 8 15,8 0 0-15,-5 0 64 0,1 4-52 16,0-4-12-16,3 3-12 0,-3-3-40 16,3 0 12-16,-3 0 40 0,4 0 112 15,-1 0-40-15,2 3-24 0,-7-3-44 16,7 0 76-16,-6 0-68 0,5 0 28 0,0 3-40 16,-5-3 0-16,1 0-4 15,0 3-84-15,3-3 84 0,-3 0-4 16,-1 0-92-16,1 4 100 0,0-4 4 15,3 0 0-15,-3 3-4 0,3-3-60 16,1 0 60-16,-1 0 0 0,5 0 0 0,-5 0-76 16,6 0-72-16,2 0 0 0,0 0 12 15,-2 0 136-15,6-3-8 0,-3-1-8 16,3 1 8-16,0 0 8 0,1 0 4 0,-1 0 48 16,-3-1-40-16,3 4 64 15,5 0-72-15,-5 0 0 0,-2-3-8 0,2 3-4 16,1 0 8-16,-1 0 0 0,1-4-112 15,3 4-88-15,-3-3-12 0,4 1 76 0,-1-1-16 16,1-1 152-16,-1 2-12 0,1-3-60 16,0-1 68-16,3 4 4 15,0-4 52-15,-3-1-40 0,4 0 112 0,-5 2-36 16,1 1 24-16,-1-2 40 0,-3-1-16 16,-1 3-64-16,-3-2-20 0,-1 0-12 0,-7-1-32 15,0-2 8 1,-5 3-4-16,-3-1-16 0,-8-2 4 15,-5-1 0-15,-7 4 32 0,0-6-24 16,-8 2 92-16,-5 3-88 0,-7-5-4 16,-8 6-8-16,0-4-76 0,-9 4 64 0,-6-4-100 15,-5 3 12-15,-5-1-36 0,-6 2 36 0,-5-1 88 16,-4 0 12-16,0 2 88 0,-8-5 48 16,-1-1 0-16,-6-1-72 15,2-4-64-15,-2 0-164 0,2 0-32 16,-2 1 72-16,3-5 120 0,-4 2-72 0,4-4 0 15,0-3 28-15,4-5-52 0,-3 1 92 16,2-2 8-16,1-4-64 0,-3-3-12 0,2-4-72 16,-3-2 48-16,1 0-64 0,2-5 100 15,1 5-88-15,-3-6 76 0,7 2-48 16,-5 1-128-16,5-4 200 0,0-3 44 0,4 0-4 16,-3 0 0-16,3-3-76 0,0 3-188 15,0-3 136 1,0 2 40-16,0 3-16 0,0-3-8 15,0 1 124-15,-4 0-140 0,4 0-520 16,0-3-204-16,0 0-688 0,0-1 223 0,0 1-639 0,0 0-712 16,0 4 2340-16,4 7-832 15,-4 5 964-15,0 6 208 0,0 7 664 0,-8 3 456 16,4 6-64-16,0-1 88 0,-5 4-144 0,2 0-316 16,3 4-76-16,-4-1-244 0,3 4-28 15,-2-1 25 1,-1 4-361-16,0-3-40 0,0-1-349 0,0 3 389 15,0 4 144-15,4-3 177 16,-3 6 67-16,-2-4-144 0,1 4 0 0,0-2 64 16,5 2 36-16,-6 0 40 0,1 0 0 0,4 2-68 15,-3 2-24-15,3-4 12 0,-1 3-36 16,-3 0-116-16,4 0-88 0,0 1-16 16,-7-1-44-16,2-3-4 0,1 6-4 15,-3-6-84-15,-2 4 88 0,-2-1 0 16,2 0 76-16,-2 0-12 0,-5 0 64 0,0 0-128 15,-4 0 48-15,0 1 64 0,-4 2 168 16,4-3-80-16,-4-3-120 0,-4 3-80 16,0 0-264-16,-3-3 136 0,-5 0 28 0,1 0-76 15,-2 0-76-15,-2 0 64 16,-6 4 188-16,-2-1-4 16,-1 0 0-16,-4 0 4 0,0 3 8 0,1 1-8 15,-1-4 76-15,-4 0-72 0,1 0 0 16,-5 0 8-16,0 1-12 0,-4-4 8 0,0 3 44 15,1-3-40-15,-1 0 32 0,1 0-44 16,-2 0-60-16,1 0 8 16,1-3 40-16,-4-1-140 0,3 4-12 0,-4-3-52 15,4 0-40-15,-3-3 28 0,-2 6 216 16,6-7 12-16,-5 7 56 0,1-3 32 16,-1 0-44-16,4 3-36 0,-3 0-4 0,2-3 124 15,-2 0 24-15,3 0 12 16,1 3-12-16,-1-7 48 15,0 4-124-15,4 0-76 0,0-3-124 0,1-1 8 0,3 4-72 16,0-3-64-16,0 0-16 0,0-1 88 16,0 1 4-16,6-1 24 15,-2 1 60-15,-4 0 92 0,4-1 4 0,0 1 8 16,0 3-4-16,1-4 4 0,3 0 280 0,-4 5-140 16,4-4-28-16,1 2-124 15,-2-3-52-15,6 5 0 0,-5-2-48 0,4-2-52 16,-3-1 76-16,2 1-80 0,2 3 16 15,-5-2-36-15,4-2 112 0,-3 3 64 0,-1 1 48 16,3 0 32 0,-2 0-4-16,-1 3 36 0,0 0 4 0,-3-3 0 15,3 3-4-15,-4 0-20 0,0 0-88 16,-4 0 8-16,0 0-12 0,4 3 52 0,-3 0-48 16,-4 0 124-16,3 0-128 0,-5 1 24 15,2-1-24-15,-1 1 0 0,-4-2 120 16,5 4-112-16,-5-2-8 0,5-2 4 15,-5 3 72-15,4-3-24 0,-4 2 36 0,0-2 64 16,1 4-12-16,-1-1-128 0,-4 1-12 16,0-3-52-16,5 0-88 0,-5-3 40 0,0 2 48 15,1 2-48-15,-1-4 100 0,0 3 12 16,1 1 28 0,-1-1-40-16,0 0-4 0,0-3-4 0,1 3 8 15,-1-3 8-15,0 3 40 0,5-3-44 16,-1 0-4-16,-4 0-64 0,0 0-48 15,5 0 8-15,-6 0-112 0,2 0-24 16,4 0 24-16,-1 0 48 0,-1 0-36 0,-2 0 152 16,4 0 52-16,-1 0 8 0,-1 0 56 0,-2 0 16 15,4 0 20-15,-5 0 4 16,4 0-56-16,0 4 32 0,-3-4 8 16,-1 3-88-16,4-3-88 15,-4 0 72-15,5 0-96 0,-1 2-28 0,0-2 12 16,4 0 88-16,0 0 40 0,1 0 52 15,-1 0-52-15,0 0 0 0,5 0-8 16,-1 0-96-16,0 0 104 0,0 0 4 16,0 0 136-16,5 0-64 0,-5 0-64 15,4 0-12-15,1 0-48 0,-5 0-44 0,4 4 32 16,-4-4-16-16,5 0 76 0,-1 0 0 16,0 3 12-16,0-3-8 0,0 0 40 15,5 3 84-15,-5-3-64 0,4 3 52 0,-4 1 36 16,0-1-76-16,1 0-76 15,-1 0-60-15,0 1-4 0,-4-1 56 0,4 0-4 16,-4 0 12-16,5 3 72 0,-1-3 0 16,-3 1-64-16,-1 2 64 0,4 0-28 15,-4-3-40-15,-4 1 56 0,5 2 16 16,-1-3-24-16,0 3 76 0,0 1-40 16,-4-4 28-16,5 3-4 15,-5-3-60-15,0 1-52 0,4 3-52 0,-3-5-76 16,-1 4 16-16,0-2-4 0,4 3 108 15,-3-5-68-15,3 4 0 0,0-2 76 16,0-2 0-16,1 5 40 0,-5-3-32 0,4-1-4 16,-4 0 92-16,1 3-32 0,3 1-64 15,0-4 0-15,-4 0-64 0,4 3 60 16,1-2-84-16,-5 2 72 0,4-3-72 0,-4 0 12 16,5 3 64-1,-1 1-52-15,0-4-52 0,0 0 104 0,5 4-40 16,-5-4 52-16,1 3 4 0,3-3 124 15,-4 0-24-15,4 1-40 0,-4-1-56 16,0 0 0-16,0 0 44 0,-3 0-52 16,3 0-60-16,-4 4 60 0,0-1 0 15,1 0-52-15,-1-3-60 0,-3 4-32 0,3-1 16 16,-4 1 128-16,4 0 40 16,0-2 64-16,-4 4-40 0,5 2-16 0,-1-5-44 15,0 3 48-15,1-2-52 0,-1 2 0 16,-3-2 0-16,3-1-8 0,-5 0-108 15,6 1 52-15,-1-1 16 0,-4 0-64 0,9 1 108 16,-5-1-4-16,0 1 0 16,1-1-8-16,3-3 16 0,0 3 28 0,0 1 44 0,0-1-68 15,0-3 40-15,1 3-44 0,-1 1 0 16,5-1-4-16,-5-2-88 0,0 1-8 16,0-1-4-16,1 2-60 0,3-3-16 15,0-3-64-15,0 3-40 0,1 1 16 0,3-4 112 16,3 3 152-16,-2 1 4 0,7-2 56 15,-3 1-48-15,2-3 88 0,2 3-32 16,2 1 52 0,2-4 24-16,-1 2-48 0,1 3-84 0,-2-3-8 15,1 2-52-15,5-2-8 0,-1 4 60 16,-5-1 8-16,6 1 84 0,-1-3-92 0,0 2 0 16,1-1 0-16,-1-1 44 0,-1 1-40 15,-2 2 56-15,3 0 32 16,0 1-80-16,1-1-4 0,3-3 68 0,-5 3 4 15,5 1-16-15,-3-1 24 0,7 0-36 16,-4 1 48-16,0-4-88 0,4 4 104 0,0-4 12 16,1 3-12-16,-1-3-104 15,0 0-12-15,-4 0 0 0,4 1 0 0,4 2 52 16,-4-3-48-16,4 1 0 0,-4 3 44 0,5-2 16 16,-1 1-16-16,-4 1 44 15,4 0 20-15,-4-2-20 0,3 2-32 0,-1 0-48 16,1 1 100-16,-3-2-72 0,8 1-40 15,-4 0-64-15,5-2 52 16,-2 2-80-16,6-3 80 0,-1-1 12 16,8 0 12-16,0-3 104 0,3 0 12 0,1 0 12 15,4 0-36-15,0 0-104 16,0 0-64-16,0 0 0 0,0 0 16 16,4 0-56-16,1 0-72 0,-1-3-68 0,0 3-8 15,0-3 20-15,0 3 156 0,-1 0 24 16,1-4-216-16,1 4-448 0,-5 0-881 15,0 0-1295-15,0 0-2212 0,0 4 4764 16,-9 5-128-16,-15-12-1024 0</inkml:trace>
  <inkml:trace contextRef="#ctx0" brushRef="#br1" timeOffset="-110131.492">25890 9703 8768 0,'0'0'2493'0,"0"0"-773"0,0 0-296 0,0 0 88 0,0 0-184 15,0 0-512-15,0 0-408 0,-4 0-208 16,-1 3-64-16,1-3 36 0,-3 3-52 15,-1 0-32-15,-1 0-84 0,-2 0 40 0,-5 4-40 16,0 2 0-16,-8-3 4 0,1 4-8 16,-14 3 0-16,1-4-8 15,-3 4 8-15,-6 1-8 0,-2-2-40 16,-5 1 48-16,-4-1-84 0,1 1 80 0,3 0 4 16,7-4 0-16,2 1-4 0,7-8-44 15,1 5-12-15,7-4-152 0,0-3-84 0,7 0-124 16,2 0-136-16,10-6-164 0,2-5-360 15,7-1-856-15,0-6-2005 0,7 4-2275 0,17-11 4024 16</inkml:trace>
  <inkml:trace contextRef="#ctx0" brushRef="#br1" timeOffset="-109850.343">25368 9579 4728 0,'0'0'1876'0,"0"0"3305"0,0 0-4501 15,0 0-424-15,0 0 292 16,0 0 788-16,0 0-192 0,-84 0-424 15,60 9-308-15,-4 2-140 0,-4 0 28 16,-4 3-28-16,-3 1-136 0,-1 1-24 0,-4 3-104 16,-3 3-8-16,-2 0-4 15,-3 0-44-15,5 4-28 0,3 0 28 0,4-5 36 0,8 2-48 16,12-8 52-16,4 2 4 16,13-9 4-16,3 6 100 0,3-1 96 0,13-1-48 15,4 4 36-15,12-3-20 0,4-4 8 16,3 1-36-16,6-4-124 0,2 0-12 0,1-2-100 31,0-1-160-31,-4 0-244 0,-1 0-192 0,5-3-76 16,-8 0-272-16,1 0-676 0,-2 0-1213 0,-7 0-3567 15,7 0 3448-15</inkml:trace>
  <inkml:trace contextRef="#ctx0" brushRef="#br1" timeOffset="-109188.02">26914 9503 2916 0,'0'0'6948'0,"0"0"-5555"0,0 0-905 15,0 0-180-15,0 0 424 0,0 0 604 0,0 0-272 16,-4 72-512-16,-4-40-124 0,3 0-100 15,-3 3-4-15,1 0-60 0,-1-4-192 16,-1-2-72-16,2-4-136 16,-1-6-76-16,8-3 24 0,-4-9-24 15,4 0-180-15,0-7-348 0,0 0 84 16,0 0 60-16,0-7-908 0,4-5-2529 0,0 1-2347 0,0-14 6144 16</inkml:trace>
  <inkml:trace contextRef="#ctx0" brushRef="#br1" timeOffset="-108985.926">26925 9312 272 0,'0'0'9524'0,"0"0"-7487"0,0 0-629 0,0 0 152 15,0 0 92-15,0 0-460 0,0 0-500 16,0 0-332-16,76 13-176 0,-48-13-84 15,0-4-100-15,-1-2-212 0,5-3-416 0,-8 2-400 16,0-2-40-16,1 2-580 0,-10 7-1108 0,-2-3-2641 16,-6 3-846-16</inkml:trace>
  <inkml:trace contextRef="#ctx0" brushRef="#br1" timeOffset="-107458.932">26650 9785 1760 0,'0'0'352'16,"0"0"-220"-16,0 0 1144 0,0 0 2692 0,0 0-2464 15,0 0-340-15,0 0 37 0,0 0 195 16,0 0-56-16,0 0-280 0,0 0-356 16,-8 16-160-16,20-13 80 0,1 0-28 0,2 1 36 15,9-2-104-15,-4 2-132 0,5-4-16 16,-6 0 24-16,5 0-64 0,4 0-132 15,0 0-36-15,0-6-88 0,4-1-40 0,0-3-44 16,-1 4-96-16,1-7-112 0,0 4-220 16,-4 0-280-16,4-4-168 0,-4 3-372 0,0-2-896 15,0 2-2117-15,-9 1-2583 16,9 2 3988 0</inkml:trace>
  <inkml:trace contextRef="#ctx0" brushRef="#br1" timeOffset="-107234.644">27527 9610 3604 0,'0'0'1096'0,"0"0"4536"0,0 0-3791 15,0 0-789-15,0 0-140 0,0 0 128 16,0 0-188-16,0 0-320 0,0 0-320 15,92-3-212-15,-64-3-200 0,0-7-380 0,4 0-476 16,-4-5-620-16,-1 1-604 16,1-1-2729-16,-8 2-755 0,0-7 5688 0</inkml:trace>
  <inkml:trace contextRef="#ctx0" brushRef="#br1" timeOffset="-106893.622">27802 9245 3140 0,'0'0'144'0,"0"0"3032"0,0 0-1656 16,0 0-392-16,0 0 256 0,0 0 109 15,-88-63-365-15,72 63-252 0,1 3-228 0,-2 6-120 16,2 4 40-16,-2 4 64 16,2-3-60-16,2 10-72 0,-2-3-44 0,2 8-160 15,6-3-108-15,-5 5-80 0,4 1-52 16,0-1-48-16,4 5 32 0,0 2-40 0,4 0-8 16,0-3 8-16,0 6-112 0,0-4 40 15,0 2 68-15,0-1-156 0,0 3 72 16,0-3 28-16,4 0 48 0,0-2-76 15,0-1 76-15,-4-4-64 0,0-2-24 16,4 0-8-16,-4-4-16 0,0-4 36 16,0 3-72-16,0-6-52 0,0-5 12 15,0 3-36-15,-4-7 36 0,4 1-28 0,-8 0 0 16,4-4 16-16,-4-3 160 0,-4 3-160 16,0-6-192-16,1 0-164 15,-6 0 124-15,2 0-152 0,-2-6-388 16,2-7-504-16,-2 0-309 0,2-2-863 15,3-4-1796-15,0 3 3228 0</inkml:trace>
  <inkml:trace contextRef="#ctx0" brushRef="#br1" timeOffset="-105891.387">28882 9103 6412 0,'0'0'4252'0,"0"0"-2503"0,0 0-321 15,0 0-260-15,0 0-140 0,0 0 412 0,0 0-92 16,36 69-404-16,-32-28-320 0,-1 8-124 0,-3 1-12 16,0 7-136-16,-3-2-135 0,-9-3-137 15,-1 0-80-15,6-5-8 16,-5-9-4-16,3-2-96 0,6-11-73 16,-1-3 57-16,4-6-80 0,0-6-100 15,0-1-112-15,0-6-72 0,0 0-172 16,0-3-116-16,0 0-508 0,0 0-960 0,0-3-1608 15,0-6-1045-15,4 2-1079 0,-1-8 5596 0</inkml:trace>
  <inkml:trace contextRef="#ctx0" brushRef="#br1" timeOffset="-105733.363">28925 9512 4368 0,'0'0'664'0,"0"0"5413"0,0 0-4141 16,0 0-144-16,0 0-156 0,0 0-132 0,88 3-372 15,-64-3-344-15,0 0-276 0,0 0-136 16,4-3-168-16,3-6-204 0,-3-4-4 15,4-1-292-15,-4-5-368 0,0 1-380 16,-4-1-392-16,0 0-1036 0,-4-3-2141 16,-4 9-2195-16</inkml:trace>
  <inkml:trace contextRef="#ctx0" brushRef="#br1" timeOffset="-105514.987">29308 9090 2964 0,'0'0'1552'0,"0"0"3752"0,0 0-3611 0,0 0-5 15,0 0-64-15,0 0-212 0,-24 82-388 0,20-53-352 16,1 2-156-16,3 8 16 16,-5-4 68-16,5 6-148 0,-4 0-272 0,4 3-180 15,0 0-60-15,0 2 16 0,4-2 36 16,1 0 8-16,-5-5-168 0,3-5-16 16,5-5-48-16,0-1-260 0,1-2-348 0,2-7 36 15,1 0-44-15,0-6-232 0,0-4-500 16,4 1-952-16,0-10-2505 15,-5 0-1266-15</inkml:trace>
  <inkml:trace contextRef="#ctx0" brushRef="#br1" timeOffset="-105053.252">30065 9445 10448 0,'0'0'1853'0,"0"0"-945"0,0 0-104 16,9 77 344-16,-9-49 164 0,0 1-492 16,0-1-396-16,0 1-388 0,0-8-36 15,0 3-4-15,0-6-4 0,0-5-192 0,0-3-196 16,3-4-440-16,-3-3-160 0,0-3-572 16,0 0-1637-16,0-3-5335 0,0-13 8436 0</inkml:trace>
  <inkml:trace contextRef="#ctx0" brushRef="#br1" timeOffset="-104924.294">30061 9236 10092 0,'0'0'1793'0,"0"0"-1525"16,0 0-268-16,0 0-8 0,88-29-264 0,-60 23-1001 15,0-1-3447-15,-9 5-1159 0</inkml:trace>
  <inkml:trace contextRef="#ctx0" brushRef="#br1" timeOffset="-104660.949">30491 9303 6520 0,'0'0'2080'0,"0"0"1833"0,0 0-2245 0,0 0-52 16,-84 63-240-16,61-44-320 0,7-3-452 15,0 0-396-15,8-1-200 0,0 2 0 16,4-2-8-16,4 4-48 0,0-3-4 0,8 0-8 15,4 0-64-15,8 0 28 16,-4 0-28-16,3-4 24 0,6 5-60 0,-5-5 72 0,-5 1-8 16,2-1 20-16,-6 2-20 15,-3-2 8-15,-3-3-12 16,-5 3-24-16,0-1 24 0,-5 1-48 0,-3-2 48 16,-3-1 0-16,3-2-160 0,-5-1-228 15,2-3-428-15,-6-3-768 16,10 3-1261-16,-1-3-3291 0,-5 0 1988 0</inkml:trace>
  <inkml:trace contextRef="#ctx0" brushRef="#br1" timeOffset="-103919.795">31069 9334 3496 0,'0'0'2996'0,"0"0"2469"0,0 0-3957 16,0 0-620-16,0 0 36 0,0 0 284 0,0 0-264 16,84 60-284-16,-80-34-156 0,0 3-120 15,-4-2-16-15,-4 6-136 0,-5-2-108 16,-2-2-124-16,-1-4 0 0,0-6-160 0,4 0-24 15,0-5-76-15,4-5-20 0,0-7-68 16,4 3-192-16,0-5-44 16,0 0 136-16,0-5 136 0,12-1 148 0,0-2 160 15,4-9-8-15,3 1-48 0,2-6-16 16,-1 3 76-16,-5-3 0 0,6 3 0 16,-6 0 60-16,-2 3 16 15,-2 6 76-15,-7 3 184 0,0 5 12 0,1 2-24 16,-1 0-40-16,-4 0-12 15,3 7-76-15,1 2 224 0,0 4 12 0,0 2-52 0,-4 1 24 16,0 3-24-16,0 0 144 0,-4-3-184 16,0 0-232-16,-3 0-108 0,3-4-72 15,-1 2-24-15,1-5-184 0,0-2-232 16,4-1-188-16,0-6-108 0,0 0-340 0,4 0-604 16,9 0-940-16,2-11-1441 0,1 3-1267 15,0-2 3000-15,8-9 1228 0</inkml:trace>
  <inkml:trace contextRef="#ctx0" brushRef="#br1" timeOffset="-103623.907">31500 9493 1264 0,'0'0'848'0,"0"0"3136"0,0 0 572 15,0 0-2959-15,0 0-425 0,0 0 88 0,-8 79 136 16,3-63-380-16,5-5-436 0,0-3-292 16,0-2-204-16,5-2-20 0,3-1-60 15,3-3-4-15,6-3-284 0,2-4-224 0,5-2-240 16,0-7-184-16,-4 0-176 0,0 4-12 15,-8-5 8-15,0 5 100 0,-4-4 391 16,-5 3 381-16,-3 1 240 16,0 1 296-16,0-1 297 0,-7 5 423 15,-5 5-44-15,0 2-400 0,-4 0-64 16,-4 9 84-16,-4 3 88 0,1 8-24 0,-1 2-44 16,3 0 24-16,2-2-56 0,6-5-284 15,2 2-296-15,3-8-144 0,8-6-164 16,0-3-264-16,4 0 88 0,11-3 48 15,10-10-196-15,3-6-524 0,7-6-1572 16,-3 3-4669-16,16-17 5089 0</inkml:trace>
  <inkml:trace contextRef="#ctx0" brushRef="#br1" timeOffset="-103392.652">32069 8975 404 0,'0'0'9504'0,"0"0"-7047"0,0 0-925 0,-56 96 176 15,41-55 56-15,3 7-380 16,-1 5-340-16,6 5-676 0,3 2-208 0,0 1-92 0,4-8-68 16,0 1-72-16,4-9 68 15,7-10-48-15,6-4-20 0,-2-9-40 0,2-3-68 16,2-6-16-16,-3-3-160 0,0-8-76 16,-8-2-84-16,4 0-216 0,-4-2-284 0,-4-10-912 31,-4-1-1949-31,0-4-1051 0,-4-2-384 0,-4 7 4804 15</inkml:trace>
  <inkml:trace contextRef="#ctx0" brushRef="#br1" timeOffset="-103249.955">31775 9382 980 0,'0'0'5672'0,"0"0"-1452"0,0 0-2807 0,0 0-545 16,0 0-12-16,0 0-48 16,0 0-76-16,87-10-216 0,-32 7-124 15,5-6-156-15,4 2-160 0,0-6-76 0,-5 4-144 16,1-4-168-16,-8 4-644 0,-3-1-792 15,-10 1-969-15,-7 2-3779 0,0-5 3704 16</inkml:trace>
  <inkml:trace contextRef="#ctx0" brushRef="#br1" timeOffset="-102406.085">26065 10757 1344 0,'0'0'6308'16,"0"0"-1351"-16,0 0-3553 0,0 0 48 0,0 0-368 16,0 0-92-16,0 0-148 15,95 61-268-15,-63-59-108 0,8 2-172 16,0-4-88-16,0-6-88 0,4-8-120 0,-1-1-88 16,-2-8-328-16,-2 1-468 15,-3 0-180-15,-4-4-612 0,-8 1-1096 0,-5 0-2489 16,-6 5-1575-16,-5-12 6052 0</inkml:trace>
  <inkml:trace contextRef="#ctx0" brushRef="#br1" timeOffset="-102111.572">26451 10350 7976 0,'0'0'2448'0,"0"0"-1019"0,0 0-581 16,0 0-32-16,0 0 108 0,0 0-100 15,-44 89-148-15,40-52 4 0,0 5-104 16,-3-1 4-16,3 7-72 0,0 3-164 0,0-3-120 15,-1 5-164-15,1-1-48 0,1-5 0 16,3 1-12-16,0-4-12 0,0-2 0 0,0-8-84 16,0-2 8-16,0-7 84 0,3-2 0 15,1-1-56-15,-4-6 8 0,0-3 44 0,0-4 8 16,-4 3-12-16,1-5-248 16,-1 3 252-16,-4-4 8 0,4-3 60 0,0 0-52 15,-4 1-8 1,4-4-44-16,-4 0-128 0,0 0-48 0,3 0-140 15,-2-10-88-15,-1 1-312 0,4-7-412 16,4-7-664-16,0-2-885 0,8-3-2639 0</inkml:trace>
  <inkml:trace contextRef="#ctx0" brushRef="#br1" timeOffset="-101930.392">26695 10814 1644 0,'0'0'5780'15,"0"0"-3992"-15,0 0-224 0,7 62 261 16,-7-32 95-16,0-5-584 0,0 1-492 0,-4-1-332 16,1 0-164-16,3-2-200 15,0-7-148-15,0 0-108 0,0-7-92 0,0 1-320 16,0-8-572-16,3-2-44 0,-3 0-552 16,4-2-2357-16,0-5-2959 0,0-12 6260 15</inkml:trace>
  <inkml:trace contextRef="#ctx0" brushRef="#br1" timeOffset="-101782.152">26726 10618 9896 0,'0'0'2149'0,"0"0"-881"16,0 0-112-16,0 0-124 0,0 0-428 0,0 0-604 15,76 2-212-15,-60-2-416 0,0 4-676 16,-4-4-1240-16,0 2-4193 0</inkml:trace>
  <inkml:trace contextRef="#ctx0" brushRef="#br1" timeOffset="-101434.176">26902 10846 820 0,'0'0'10433'0,"0"0"-8177"16,0 0-788-16,0 0-132 0,-16 76-104 0,12-64-376 0,4 1-564 15,0-3-292-15,0-1-76 0,4-3 4 16,-1-2-128-16,5-2-20 16,1-2-40-16,2 0 36 0,1-2-24 0,4-8-88 15,0-3-136-15,4 1-72 0,-3-4 44 0,-2 0 108 16,1 0-12-16,-4-1 204 16,0 9 96-16,-8-2 104 0,0 3 104 0,0 5 112 15,-4 2 124-15,0 0 136 0,0 0 152 16,0 0-172-16,0 6-132 0,0 4 96 15,0 1 4-15,4 3 20 0,-4 2-72 16,0 0 20-16,0-1 48 0,0-2 40 16,0 1-288-16,0-6-192 15,0 2-100-15,0-3-216 0,0-4-164 0,0 0-184 16,0-3-300-16,0 0-32 0,4 0-60 0,4-6-648 16,4-5-2129-16,0 5-2399 0,8-13 4328 15</inkml:trace>
  <inkml:trace contextRef="#ctx0" brushRef="#br1" timeOffset="-100465.776">27328 10734 1448 0,'0'0'3036'0,"0"0"2872"0,0 0-4091 16,0 0-401-16,0 0-248 0,-8 70 28 15,4-48-132-15,4 1-208 0,-4-4-336 0,0 0-176 16,0 0-48-16,4-3-100 0,-4-4-120 15,0 1-76-15,4-7-4 0,-4 0-4 16,4-1-68-16,0-5-144 0,0 0-396 16,0-5-524-16,0-1-100 15,0-3-752-15,0-7-3073 0,0 3-2659 16,0-9 6760-16</inkml:trace>
  <inkml:trace contextRef="#ctx0" brushRef="#br1" timeOffset="-100324.718">27348 10624 6612 0,'0'0'2724'0,"0"0"153"0,0 0-1485 0,0 0-504 0,0 0-116 16,0 0-108-16,0 0-424 15,0 0-240-15,0 0-804 0,0 0-576 0,99-20-1072 16,-75 8-4465 0,12-14 4321-16</inkml:trace>
  <inkml:trace contextRef="#ctx0" brushRef="#br1" timeOffset="-99961.427">27711 10451 5196 0,'0'0'380'16,"0"0"3920"-16,0 0-2931 0,-21 77 223 15,17-46 340-15,1 4-72 0,-5 7-432 16,3-2-340-16,-3 2-356 0,1 4-264 16,-1-6-224-16,-1-1-244 15,2-6 0-15,3-3-52 0,4-5-8 16,0-9 48-16,0-4-60 0,7-2-76 0,2-3-72 15,-1-5-72-15,-4 2-64 0,3-4-100 16,-3 0-196-16,0-6-68 0,-4-1-160 16,0-5-732-16,0-1-940 0,-4-3-685 0,-7-3 201 15,-1 0 952-15,-4-3 532 16,0 0 352-16,-4-4 1200 0,4 0 64 16,0 1-52-16,0 6 864 0,4 0-356 0,1 6 5188 15,6 7-3648-15,1 3-323 16,4 3-337-16,0 0-80 0,0 0-340 0,9 0-400 0,-2 0-332 15,13 0 52-15,4 0 32 16,8 0-132-16,3-3-176 0,2-3-24 16,2-4-148-16,1 1-660 0,-4-1-700 0,-4 1-1336 15,-8-2-3801-15,4 6 842 0</inkml:trace>
  <inkml:trace contextRef="#ctx0" brushRef="#br1" timeOffset="-99634.869">28105 10972 11249 0,'0'0'1360'0,"0"0"-1000"16,0 0 416-16,0 0 504 0,-32 71-164 0,24-56-636 16,0 5-480-1,0-2-12-15,1-2-200 0,-2-3-216 0,5-4-556 16,0 4-752-16,-4-7-2245 0,8 1-3159 15,-12-1 6996-15</inkml:trace>
  <inkml:trace contextRef="#ctx0" brushRef="#br1" timeOffset="-99194.483">28543 10776 1828 0,'0'0'10909'0,"0"0"-8737"15,0 0-1028-15,0 0-452 0,0 0 116 0,88 18 232 16,-52-18-400-16,3-12-344 0,6-4-212 16,-2-3-84-16,4-6 0 0,-2-1-232 15,-2 1-504-15,-2 0-356 0,-6 3-344 0,-3-1-1292 16,-8 0-2549-16,-8 11-1435 0,-8-4 5552 16</inkml:trace>
  <inkml:trace contextRef="#ctx0" brushRef="#br1" timeOffset="-98996.016">28841 10401 3456 0,'0'0'2136'16,"0"0"-48"-16,0 0-1092 0,0 0 300 15,-19 92 85-15,15-51 283 0,-4 10-164 0,4 3-476 16,-8 0-396-16,4 3-136 16,-8-3-232-16,4-3-208 0,0-6-52 15,4-8-76-15,4-5-88 0,4-12-160 16,4-8-256-16,13-9 304 0,-2-3-304 15,9-9-408-15,4-10-668 0,0-4-1517 16,-9 1-3935-16,13-16 5988 0</inkml:trace>
  <inkml:trace contextRef="#ctx0" brushRef="#br1" timeOffset="-98611.455">29129 10258 7984 0,'0'0'2628'0,"0"0"-1287"15,0 0-153-15,-8 70 108 0,0-32-20 16,0 3-48-16,0 10-320 0,-4 0-168 16,4-1-184-16,-8 2-116 0,4-1-220 15,-4-1-128-15,-4 2-92 0,5-9-12 0,2-1-60 16,-2-10-24-16,6-7 8 0,5-6 40 16,4-7-76-16,0-8 4 15,0-1-40-15,13-3-88 0,-2-7 176 0,10-5 64 16,-2-4-128-16,5-10-24 0,4 1-36 15,0-3 20-15,0 2 4 0,-4 4 60 16,-5 4 64-16,2 4 36 0,-10 8-52 0,2 3 64 16,-2 3 124-16,-3 3 224 0,1 6 20 15,-5 4 16-15,-1 6-28 0,-3 0-76 16,0 3-84-16,0 1 0 0,0-1 12 0,0-3 12 16,0-3-84-1,0 0-136-15,0-4-76 0,0 1-56 16,0-7-176-16,4 0-180 0,0-1-432 0,4-5-108 15,4 0-104-15,0-11-580 16,4 2-976-16,0-7-2621 0,0 3-987 0,4-6 6024 16</inkml:trace>
  <inkml:trace contextRef="#ctx0" brushRef="#br1" timeOffset="-98432.653">29520 10690 5168 0,'0'0'2860'16,"0"0"-64"-16,0 0-1803 0,-5 67-457 0,-3-39 476 15,4 5 748-15,-3-2-336 0,3-4-568 16,-5 3-296-16,9-5-240 0,0-6-164 16,0-3-156-16,0-4-72 0,0-1-240 15,0-5-168-15,0-6-292 0,4 0 208 0,1 0-252 16,-1-6-676-16,3-5-1068 16,-3-1-3641-16,-4 3 3085 0</inkml:trace>
  <inkml:trace contextRef="#ctx0" brushRef="#br1" timeOffset="-98093.843">29527 10468 6624 0,'0'0'4012'0,"0"0"-2327"15,0 0-1661-15,0 0-24 0,0 0 0 0,0 0 524 16,0 0-448-16,0 0-76 16,0 0-344-16,0 0-232 0,0 0 48 0,32 19-517 15,-24-16-1531-15,-4 0-3672 0,4 0 5476 0</inkml:trace>
  <inkml:trace contextRef="#ctx0" brushRef="#br1" timeOffset="-97541.333">29966 10626 3008 0,'0'0'628'16,"0"0"4500"-16,0 0-3500 0,0 0-735 0,0 0-353 16,-100 55 304-16,68-40 228 0,4-2-312 15,0 3-468-15,0 0-204 0,4 0 76 0,5-4 112 16,3 1 64-16,4-3 24 0,8-1-20 16,-1-3-20-16,5-2-64 0,0 3-48 15,5-1-76-15,3-4 16 0,3 4-4 16,10 1-60-16,-6 0-88 0,5 2-64 15,-3-2-48-15,-2 2 12 0,2-4 16 0,-2 6-40 16,-3 2 48-16,-4-4-12 0,0 4 80 16,-4-4 8-16,0 4 88 0,-4 0 0 15,0-4-88-15,-4 3-124 16,-8 2-104-16,0-2 68 0,0 2-28 0,-4-2-152 16,-4-3-152-16,0 3-212 15,0-5-436-15,1 3-1084 0,-2-4-2485 0,6-2-1275 0,-5-4 5580 16</inkml:trace>
  <inkml:trace contextRef="#ctx0" brushRef="#br1" timeOffset="-89507.1">30703 10471 10552 0,'0'0'2289'16,"0"0"-853"-16,0 0 92 0,0 0-176 15,0 0-212-15,0 0-252 0,56 70-228 0,-45-45-72 16,-3-3-112-16,1 8-52 0,-2-5-168 15,-3-3-208-15,-4 0-48 0,0 0-44 16,0 0-40-16,0-3 24 0,0-3-16 16,-8 0-44-16,5-6-76 0,-1-3-120 15,4-2-12-15,-5-5-88 0,5 0 84 0,0 0 124 16,0 0 88-16,0-3-4 0,0-4 36 16,0-5 4-16,5-6-124 0,2-9 84 15,9-1 124-15,-4-10 52 0,4 3 0 16,0-2-48-16,0 4 72 0,0 8-68 15,-4 2 156-15,0 11 44 0,-4 6-48 0,0 2-24 16,-4 4-128-16,-1 0-4 16,1 4-4-16,5 8 244 0,-5 1-84 15,0 6-64-15,0 3 16 0,-4 0 48 0,0 1-56 16,0-2-104-16,0-4-84 0,0-4-52 16,0-4 52-16,0-6-52 15,0-1 0-15,0-2-8 0,0 0-16 0,0 0-36 16,3 0 72-16,5-5 124 0,1-1 184 15,2-8-96-15,6 6-88 0,-9-6 4 16,3 9-4-16,-2-6-52 0,-5 9-104 0,-1 2-68 16,1 0-56-16,4 7 280 15,0 1 160-15,-3 5 12 0,-2 3 36 0,1 3-112 16,4 0 28-16,-8 0 12 0,4 0-88 16,0 0 60-16,0-3-96 15,-4 0-12-15,4-4-84 0,-4-2-24 0,0 0-88 16,0-4-336-16,0 4-268 0,0-4-452 15,0 1-1228-15,-4 1-2365 0,4-4-3259 16,0-4 7920-16</inkml:trace>
  <inkml:trace contextRef="#ctx0" brushRef="#br1" timeOffset="-89151.39">31492 10512 5124 0,'0'0'184'0,"0"0"5252"0,0 0-4111 16,0 0 243-16,0 0 168 0,0 0-428 15,0 0-488-15,0 0-188 0,0 0-128 16,-100 70 188-16,72-41 40 0,4-1-180 0,0 4-272 16,4-7-280-16,1-3-36 0,2-3-112 15,10-3 4 1,3-5-16-16,4-3-24 0,0-2-132 0,4-2-16 16,3 3 24-16,10-4 16 0,-2-3 20 15,5 0 0-15,-4-3 48 0,4-4 64 16,-4 1 52-16,4-4-16 0,-4-3-16 0,0 1 68 15,0 2 60-15,0-3 12 0,-4 4 156 16,-4 3-56-16,-4-1 136 0,-4 7-52 16,4 0 0-16,-4 0 16 0,0 0 20 0,0 10-160 15,3 2 164-15,-3 4-4 0,0 7-24 0,0 2 12 32,0 0-84-32,0 0 56 0,0-2-180 0,4-7-36 15,0-4-84-15,5-5-100 0,2-4-124 0,1-3-236 16,4 0-268-1,5-10-532-15,-6-2-2668 0,5-8-2869 0</inkml:trace>
  <inkml:trace contextRef="#ctx0" brushRef="#br1" timeOffset="-88701.276">31747 10541 3724 0,'0'0'3204'0,"0"0"997"0,0 0-2289 16,-36 70 56-16,20-42 104 0,0 4-292 0,4 0-432 0,0-4-740 15,8-6-376-15,0-3-232 16,4-2-168-16,4-7-124 0,4-5 24 16,3 2-100-16,2-7 148 0,2 0 0 0,6-7-16 15,-6-3-56-15,5-2-68 0,-3-6 40 16,2 1-12-16,-3-2 60 0,0 0 72 16,0 0 40-16,0 0 160 0,-4 3 68 0,0 0-64 15,-4 6 132 1,-5 5-12-16,2 5 28 0,-1 0 8 0,0 0 0 15,0 8 52-15,0 6 120 0,0 5-24 16,4 6 36-16,0 3-88 0,0 4 12 16,-1 3-60-16,2 4-96 0,-1 2-112 0,0-3-4 15,-5 3-56-15,-3 4 8 16,0-4-20-16,-7 3 0 0,-5-3 20 0,-4 1 44 16,0-7-40-16,0-4-12 0,-1-3 0 15,-2-1 60-15,3-9 8 0,-4-2 112 16,-4-3-20-16,4-4-16 0,-4-6-76 15,5 1 76-15,-5-4-32 0,-1-7-52 0,10-2-148 16,-9-4-184-16,4-3-120 0,0-6-28 16,0-4-48-16,5-2-80 0,-2 0-336 15,6 2-616-15,2 1-1148 0,5 6-2133 0,-4 3-2167 16,5 0 6732 0</inkml:trace>
  <inkml:trace contextRef="#ctx0" brushRef="#br1" timeOffset="-87686.49">25985 11651 10832 0,'0'0'2105'16,"0"0"-665"-16,0 0 160 0,0 0-348 0,0 0-336 15,0 0-336-15,36 64-284 0,-36-45-76 0,0 0-12 16,0 0-208 0,-4 4 52-16,-3-4-52 0,-2 4-12 15,-3-5-88-15,5 1-48 0,-6-6-48 0,9-4-64 16,0-2 16-16,0-4 32 0,4-3-132 0,0 0 72 15,0-6 72-15,12-4 4 16,1-6 44-16,6-9 28 0,1-1 24 0,4 0 40 16,-1-2 60-16,2 6 0 0,-9 3 112 15,3 3 60-15,-6 4 40 0,-2 5-64 16,-3 4 88-16,5 3-36 0,-10 0-40 0,5 3 0 16,0 4 124-16,1 5-24 15,-2 4-28-15,1 3-144 0,-4 1-40 0,1-2 68 16,-1-2-116-16,-1 3 0 0,-3-2 60 15,0-3-52-15,0 3-8 16,0-4-72-16,0-1 24 0,-7 1-76 16,2-7-120-16,1 4-260 0,-4-4-52 0,4 0-40 15,4-3-140-15,-3 1-232 16,3-4-208-16,0 0-144 0,0-4-360 0,3-1-1061 16,5-5-1767-16,0 0 1324 0,8-9 2692 0</inkml:trace>
  <inkml:trace contextRef="#ctx0" brushRef="#br1" timeOffset="-87351.122">26472 11772 756 0,'0'0'1344'0,"0"0"3400"0,0 0-2824 16,0 0-304-16,0 0-135 0,0 71-73 15,0-63-200-15,0-1-364 0,0 3-352 16,0-7-316-16,4 0-116 0,3-3 108 0,1 0-56 15,5-3-96-15,-2-6-16 0,5-4-380 16,4 1-88-16,-4-5-84 16,0 1 260-16,0 4 156 0,-8-2 132 15,0 3 0-15,-8 1-72 0,0 0 76 0,0 4 88 16,-12-3 180-16,-1 2-204 0,-6 1 100 16,3 2 88-16,-4 4 12 0,4 0 112 0,-4 0-88 15,4 10-20-15,0-1-56 0,0 4 0 16,5 0-164-16,2-1-48 15,1-1-148-15,5-2-28 0,-5-4-364 0,8 2-276 0,0-7-312 16,0 0-312-16,8 0-357 0,7-9-363 16,5-8-2196-16,1 6-19 15</inkml:trace>
  <inkml:trace contextRef="#ctx0" brushRef="#br1" timeOffset="-87152.939">26865 11446 2848 0,'0'0'392'15,"0"0"2096"-15,0 0 540 0,0 0-1088 0,0 0-643 16,-28 69-221-16,21-34-96 0,-5 7 236 16,8 3 180-16,-4 2-440 0,8-3-312 0,0 0-212 15,0-5-260-15,0-1-172 0,4-6-56 16,8-7-80-16,0-3-24 0,4-9-76 16,-1-4-160-16,2-6-136 0,-2-3-164 0,2 0-436 15,-6-12-704-15,-2-1-1997 16,-9-3-2567-16,0 7 3816 15</inkml:trace>
  <inkml:trace contextRef="#ctx0" brushRef="#br1" timeOffset="-86998.409">26678 11681 1512 0,'0'0'236'16,"0"0"6172"-16,0 0-3924 0,0 0-827 16,0 0-505-16,0 0 104 0,0 0 16 0,0 0-132 15,84-3-360-15,-48 3-320 0,8 0-252 16,0 0-204-16,4 0-4 0,3-7-208 15,1 1-348-15,0 3-688 0,3-1-1164 16,-18 1-2917-16</inkml:trace>
  <inkml:trace contextRef="#ctx0" brushRef="#br1" timeOffset="-86371.565">28081 11392 628 0,'0'0'9364'0,"0"0"-7711"16,0 0-181-16,0 0-48 0,0 0 24 0,56 86-408 0,-52-49-208 16,0 5-288-16,-4-2-76 15,0 6-64-15,-4-5-60 0,0-3-24 16,-5 0-40-16,6-3-72 0,-5-4-72 0,4-6-136 16,0-2 0-16,4-10-148 0,0-7-12 0,4-3-180 15,4-3-152-15,3 0 284 16,6-9 120-16,-1-4 4 0,3-3 36 15,-2-3 48-15,-2 0 48 16,2-4 0-16,-6 9 16 0,2-2-52 0,-6 6 96 16,-3 3 40-16,0 4 36 0,0 3 12 15,-4 0 36-15,4 0 64 0,-4 6-164 16,4 8 4-16,1 2 8 0,-5 2-20 16,0 1-76-16,3-2-44 0,-3-3-4 15,4 0-84-15,0-1-4 0,0-7-108 0,0 0-192 16,0-3-408-16,0 0-264 0,0-3-252 15,0 0-760-15,0 0-1820 16,0-6-1661-16,0 0 301 0</inkml:trace>
  <inkml:trace contextRef="#ctx0" brushRef="#br1" timeOffset="-86096.072">28420 11797 3996 0,'0'0'352'0,"0"0"5448"0,0 0-4691 0,0 0-285 15,0 0 632-15,0 0 240 0,0 0-688 16,15 71-668-16,-2-71-40 0,2 0-28 15,9-3-36-15,8-11-136 0,0-4-100 16,4-1-112-16,-1-3-412 0,-7 2-164 0,0 1 148 16,-7 3 148-16,-10 4 52 0,-7 6 172 15,-4-4 168-15,0 7 116 0,-8-3 32 16,-7 2 80-16,-5 4 76 0,-1 0 172 0,2 7-96 16,-5 5-92-1,0 1-52-15,4 6 12 0,0 1 24 16,0-2 40-16,5 1 36 0,2 0-28 0,1-5-320 15,9-8-136-15,-1 0-472 0,-1-4-124 16,5-2-48-16,0 0 80 0,9-5-196 16,-2-8-376-16,5 0-340 0,4-6-645 0,0-4-2523 15,-4 2 248-15,0 1 4437 0</inkml:trace>
  <inkml:trace contextRef="#ctx0" brushRef="#br1" timeOffset="-85859.445">28719 11243 1004 0,'0'0'1280'16,"0"0"5508"-16,0 0-4903 0,0 0-649 16,0 0-36-16,0 0 108 0,0 0-300 0,0 0-152 15,0 0-148-15,4 85-112 16,0-47 72-16,-4 7 144 0,0-1-176 16,0 7-136-16,0 0-60 0,0 0-160 0,0 3-232 15,0-4-48-15,0-2-40 0,-4-4-96 16,4-2-116-16,0-4-140 15,0-7-280-15,4-5-236 0,7-3 44 0,6-11-292 0,-2-3-440 16,1-9-480-16,4 0-597 0,-4-7-2563 0,0-2 548 16,4-13 4125-16</inkml:trace>
  <inkml:trace contextRef="#ctx0" brushRef="#br1" timeOffset="-85429.733">29221 11778 1488 0,'0'0'9268'0,"0"0"-7775"0,0 0-1137 0,0 0 144 15,0 0 656-15,0 0 272 0,0 0-152 16,-88-50-356 0,68 54-364-16,0 5-124 0,0 10-100 0,-4 6-12 15,0 6 8-15,1 2 152 0,-2 2 188 16,5-4-316-16,5-2-108 0,6-7-108 0,1-10-132 15,8 1 4-15,0-9-8 16,8-2-52-16,5-2-32 0,11-2 84 0,4-15-8 16,7-4-164-16,1-11-352 0,8-3-124 0,0-4-60 15,-4 2 32-15,-5-1 36 16,-3 3 144-16,-4-3 88 0,-4 0-28 0,0-4-76 16,-8 2-8-16,-4-6 220 15,-4 5 300-15,-4 3 336 0,-4 10 192 16,0 6 148-16,-4 9 44 0,4 7 32 0,-4 6-136 15,4 0-64-15,0 3-184 0,-4 6-64 16,-4 13-84-16,-4 3 60 0,0 8 96 16,4 1 453-16,-4 1-81 0,8 0-312 15,0-2-288-15,1-5-148 0,3 0-104 0,0-2-148 16,0-4-292-16,0 0-293 0,0-6-127 16,7-7-308-16,9-2-1008 0,0-7-2368 0,0 0-2689 15,15-19 2126-15</inkml:trace>
  <inkml:trace contextRef="#ctx0" brushRef="#br1" timeOffset="-85161.083">29638 11630 5460 0,'0'0'8185'0,"0"0"-6341"0,0 0-1416 0,0 0 204 16,0 0 820-16,0 0 112 0,-91 82-548 0,71-60-532 16,0-3-252-16,9 4-48 0,-2-4-88 15,5-3-88-15,8 3-8 0,0-3-60 16,0-4-12-16,8 1-112 0,5 0 64 15,6-4 8-15,1 1-20 0,4-1-16 0,0-2 52 0,0-1-16 16,-4 3 28-16,0-2 24 16,-4-1-40-16,0 0 28 0,-8-2 60 15,-1-1-72-15,-3 1-88 0,-4-2-244 16,0 4-28-16,-7-2 4 0,-14 5 292 16,-2 1-336-16,-5 3-248 15,-8-5 312-15,-4 6 144 0,0-1-292 0,1-4-904 16,-9 1-1424-16,12-4-3653 0</inkml:trace>
  <inkml:trace contextRef="#ctx0" brushRef="#br2" timeOffset="-37630.249">7665 6200 6188 0,'0'0'2948'0,"0"0"897"0,0 0-2445 0,0 0-516 16,0 0 184-16,0 0 104 0,0 0-48 15,48 26-212-15,-43-13-460 0,2 9-196 16,-3 3-12-16,4 6 48 0,1 11 52 0,2 3-4 16,-3 10-112-16,-4 1-79 0,4 10-65 15,-8 5-28-15,0-1-56 16,0-1-132-16,0 4 119 0,0-6-83 0,0-7-16 16,0-2 100-16,0-11-96 0,0-9 36 0,0-6-16 15,0-10-152-15,0-6-16 0,4-3-136 16,-4-11-120-16,0 3-284 15,4-5-796-15,-4-5-1460 0,4-1-2125 0,-4-19-2367 16</inkml:trace>
  <inkml:trace contextRef="#ctx0" brushRef="#br2" timeOffset="-37434.048">7836 6731 5580 0,'0'0'2692'0,"0"0"125"0,0 0-1225 16,0 0-264-16,0 0 236 0,0 0-56 15,0 0-368-15,0 0-232 0,88-3-292 16,-64 3-248-16,0 3-52 0,4-3-36 0,4 0-108 16,-4 0-112-16,4 0-60 0,0-3-72 15,0-3-52-15,-1-5-228 0,-3-1-332 16,0 2-288-16,-4-2-324 0,0-1-860 16,-4 3-2429-16,-5-2-2675 15</inkml:trace>
  <inkml:trace contextRef="#ctx0" brushRef="#br2" timeOffset="-37177.127">8339 6305 1292 0,'0'0'7308'0,"0"0"-4811"0,0 0-1125 0,0 0-312 15,0 0 20-15,0 0 364 0,19 76-116 0,-10-50-388 16,-1-1-324-16,-1 4-148 0,6 6 84 15,-5 3-52-15,3 0-172 0,2 3-20 16,-6 5-116-16,1-2-108 0,-4 0-84 0,0 0-96 16,1-3 24-16,-1-3-24 0,-1 1-16 15,1-7-144-15,4-4-220 0,0-9-208 16,0 0-224-16,4-2-356 0,0-9-1016 0,0-2-2401 16,0-6-3431-16</inkml:trace>
  <inkml:trace contextRef="#ctx0" brushRef="#br2" timeOffset="-36078.225">9829 6277 6020 0,'0'0'5845'15,"0"0"-3773"1,0 0-508-16,0 0-504 0,0 0-16 0,0 0-32 16,0 0-124-16,0 0-276 0,0 0-260 0,-88 40-132 15,65-26 0-15,-10 2-36 0,1 6-88 16,-4 0-88-16,-3 4-8 0,-5 2-60 0,0 7 48 15,-3-4-76-15,-2 8 28 16,1-4 12-16,5-1 48 0,3-1 8 0,5-1-4 16,3-7-4-16,4-3 4 15,7-3-4-15,6-6 12 0,2-4 32 16,10-6-44-16,3 0-72 0,-4-3 64 16,4 4 8-16,0-4 104 0,0 0 32 15,0 0-16-15,4 0-112 0,3 3 248 0,2 3 109 16,-1-3-169-16,3 3-64 0,-3-2-36 15,5 2 40-15,-2-3-64 0,-3 1 0 0,4 2 12 16,0-3 0-16,1 0-24 16,2 0 16-16,-2 0-4 0,-2 0-12 0,1 1-12 15,4-1-40-15,-1-3 64 0,6 7-24 16,-6-5-40-16,5 3-4 0,5 0-4 16,-5 1-4-16,3 1-4 0,1 2-88 0,0 1 92 15,0 0 0 1,0-5-8-16,4 6 12 0,-4-2 4 0,0-4-4 15,0 0-12-15,4 1 12 0,-5-3 0 0,1 0-8 16,-4-3 0-16,5 3-4 16,-6-3 8-16,5 3-8 0,-4-3 0 15,-4 0-60-15,4 4 68 0,-9-4-56 16,2 0 48-16,-5 3 0 0,-1-3-40 0,-3 3-20 16,0-3 64-16,0 3 4 0,1-3 4 0,-1 0 8 15,-4 0 4-15,4 0 48 16,-4 0-52-16,0 3 44 0,0-3 8 0,0 0 12 15,0 0-12-15,0 0 12 0,0 0 0 16,0 0-24-16,0 0-36 0,0 0 48 16,0 0-48-16,0 0 40 0,0 0-4 0,0 0-36 15,0 0 36-15,0 0-36 16,0 0 36-16,0 0-40 0,0 0 0 16,0 0-4-16,0 0-4 0,0 0-4 15,0 0-4-15,0 0 0 0,0 0-4 0,0 0-36 16,0 0 48-16,0 0 4 0,0 0 0 15,0 0 4-15,0 0 4 0,0 0 36 16,0 0-44-16,0 0 4 0,0 0 0 16,0 0 0-16,0 0 4 0,0 0-8 15,0 0 0-15,0 0-4 0,0 0-4 0,0 0-4 16,0 0-40-16,0 0 36 0,0 0 0 16,0 0 4-16,0 0-4 15,0 0 4-15,0 0 0 16,0 0 0-16,0 0 8 0,0 0 4 0,0 0 0 15,0 0 0-15,0 0 0 0,0 0-4 16,0 0 0-16,0 0-4 0,0 0-44 16,0 0 0-16,0 0-16 0,0 0-8 0,0 0-36 15,0 0-108-15,0 3-428 0,-4-3-205 16,-5 0-395-16,1 4-1672 0,-7-4-6029 0,51-7 573 16</inkml:trace>
  <inkml:trace contextRef="#ctx0" brushRef="#br2" timeOffset="-34645.124">10482 5943 4652 0,'0'0'6012'0,"0"0"-4019"0,0 0-529 0,0 0-664 15,0 0-32-15,0 0 460 0,0 0-136 16,0 0-364-16,0 0-308 0,0 0-128 16,9 35-8-16,-9-9 20 0,3 2-20 0,1 4-28 15,0 7-28-15,-4-6-68 0,4 9 12 16,-4-1-40-16,4 4-20 0,-4 0-4 15,0 2-96-15,0 4 0 0,0 1-12 0,0-2 0 16,-4 7-8-16,0-1 4 16,-4-1 4-16,1-1 0 0,-2-7 0 15,5-2 0-15,0-7 4 0,-3 0-4 0,3-1-4 16,-1-1-4-16,1-4-52 0,4-7-64 16,0-2-56-16,0-8-76 0,0-5 0 0,4-3 24 0,1-5-88 31,-1-2-132-31,3 0-124 0,1-9-28 15,5-4-200-15,-2-6-732 0,1 0-940 0,0-19-3917 16</inkml:trace>
  <inkml:trace contextRef="#ctx0" brushRef="#br2" timeOffset="-34230.499">10598 6159 588 0,'0'0'9252'16,"0"0"-7267"-16,0 0-897 0,0 0-108 0,0 0 208 16,0 0-132-16,0 0-88 0,0 0-164 0,0 0-184 15,67 80-44-15,-47-46-84 16,1 2-16-16,-2 2-120 0,1 6-76 16,-4 4-72-16,0 2 24 0,0 4-52 0,-4-3-80 15,4 3-16-15,-4-6 0 0,-4-3 12 16,3-8-80-16,-2-5 32 0,-1-7-44 15,-1-6 0-15,1-3-4 0,1-6 0 16,-5-4-4-16,0 0 4 0,3-2 12 16,-3-1 133-16,0-3 3 0,1 0-52 15,-5 0 0-15,8-10 12 0,-1-2 16 0,1-11 32 16,5-5-8-16,-6-10-148 16,1-7-192-16,1-9-136 0,-2-6 0 0,1-10-121 15,0 0-51-15,4 0 0 0,0 4-48 16,0 5-28-16,4 8-76 0,-4 8-236 15,4 10-156-15,-1 4-416 0,2 6-616 0,-6 6-633 16,-2-1-555-16,-5 10-2072 0,0 1 3888 16,-4 6 1108-16</inkml:trace>
  <inkml:trace contextRef="#ctx0" brushRef="#br2" timeOffset="-33790.908">11374 6010 3860 0,'0'0'7661'15,"0"0"-6177"-15,0 0-628 16,0 0-288-16,0 0 416 0,0 0 348 0,-55 70-272 16,47-41-344-16,0 5-212 0,4 4-88 15,0 7-24-15,4 2 12 0,0 4-48 16,0 0-124-16,0 0-100 0,0 3-24 0,4-3 52 15,4-1 72-15,0-5 108 16,0-4 85-16,4-5-221 0,-1-5-132 16,2-6-68-16,2-2-4 0,-2-5 8 0,2-5-8 15,2-3-12-15,2-4-220 0,5-6-72 16,0 0-133-16,8-6-63 16,-4-10-60-16,0-3-112 0,0-6-284 0,0-2-688 15,-9 0-1084-15,-2 4-2529 0,-2-15-3307 16</inkml:trace>
  <inkml:trace contextRef="#ctx0" brushRef="#br2" timeOffset="-33539.599">11694 6096 3920 0,'0'0'6936'16,"0"0"-5187"-16,0 0-485 0,0 0-12 0,19 73 320 15,-15-42 28-15,5 1-444 0,-6 6-348 0,5 3-272 16,0 7-120-16,1-3 32 16,-6 5 89-16,1 1-309 0,-4-3-152 0,0-1-76 15,0-5-48-15,-7 0-28 0,7-11-32 0,0-3 24 16,0-8-88-16,0-8-205 16,0-9-303-16,0 1-272 0,3-4-276 0,1-4-1040 15,0-5-956-15,0-1-1945 0,0-13-2215 16</inkml:trace>
  <inkml:trace contextRef="#ctx0" brushRef="#br2" timeOffset="-33315.047">11813 6419 1800 0,'0'0'7184'0,"0"0"-4151"15,0 0-977-15,0 0-632 0,0 0-16 16,0 0-80-16,0 0-72 0,0 0-280 15,0 0-404-15,0 0-256 0,0 0-48 0,36-9-96 16,-17 6 33-16,5-4-109 0,1 1-96 16,-1 0-100-16,-1-4-57 0,5 4-63 15,-8-3-204-15,4-1-356 0,-4 0-200 16,0 1-276-16,-4-3-708 0,-4 1-2032 16,-1-4-2801-16</inkml:trace>
  <inkml:trace contextRef="#ctx0" brushRef="#br2" timeOffset="-33076.432">12068 6045 1528 0,'0'0'1236'0,"0"0"5068"16,0 0-4275-16,0 0-709 0,16 72 8 15,-8-46 116-15,0 6-24 0,-4 0-288 16,0 6-228-16,3-3-192 0,-2 2-260 15,-5 5-84-15,0-4-148 0,0 0-76 0,0 4-44 16,-8-8-60-16,4 2-40 16,0-5-60-16,4-5-52 0,0-8-8 0,0-1-28 0,4-8-328 15,3-5-372-15,2-4-176 0,-1 0-368 16,3 0-588-16,2-7-2245 0,10-6-2007 0</inkml:trace>
  <inkml:trace contextRef="#ctx0" brushRef="#br2" timeOffset="-32628.861">12390 6103 7172 0,'0'0'5533'0,"0"0"-3653"15,0 0-808-15,0 0-204 0,0 0 264 0,0 0-128 16,0 0-156-16,0 0-300 0,0 0-264 15,0 0-40-15,80-36-88 16,-55 26-156-16,-2 1-40 0,1 3-20 16,-4-1-40-16,0 4-56 0,-4 0 20 15,4 3-12-15,-4 0 52 0,0 0 24 16,-4 0 20-16,4 6 52 0,-1 4 120 0,-2 2 16 16,-2 4-16-16,1 3 4 0,1 6-4 15,-2 1 4-15,-3 3-64 0,1 6 0 16,-2 0 0-16,1 3 4 0,0 4 20 0,0 2 52 15,-4 0-52-15,0 0 12 16,-4 5-36-16,0-2-8 0,0-3 20 0,0 1-60 16,0 0 60-16,0-7-12 0,0-4 12 0,0-2-60 15,0-3 64-15,0-8 21 0,0 0 11 16,0-7-96-16,0-1 0 0,0-3-4 16,-4 0-8-16,4-7-68 15,-4 3-149-15,-4-4-111 0,-4 5-28 16,-3-3-192-16,-6-1 48 0,-3 0-100 0,-8-3-76 15,-3 0-476-15,-1-6-636 0,0 2-1304 0,-20-9-2817 16</inkml:trace>
  <inkml:trace contextRef="#ctx0" brushRef="#br2" timeOffset="-32065.437">11239 6115 364 0,'0'0'8856'0,"0"0"-6375"0,0 0-833 0,0 0-328 16,0 0-8-16,0 0-160 0,0 0-260 0,0 0-236 15,0 0-188-15,0 0-100 16,0 0-76-16,64-54 124 0,-44 44-160 0,0 1-108 15,0 2-92-15,0-2-56 0,-1 3-60 16,-2-1 0 0,2 4-40-16,-3-3-20 0,-4-1-164 0,1 4-240 15,-2-3-276-15,1 3-236 0,-4-1-424 16,-4 4-964-16,-4 0-1877 0,0 0-1675 16</inkml:trace>
  <inkml:trace contextRef="#ctx0" brushRef="#br2" timeOffset="-31562.396">11355 6122 1760 0,'0'0'7048'16,"0"0"-4683"-16,0 0-825 0,0 0-268 0,0 0-108 0,0 0 48 15,0 0-128 1,32 72-332-16,-28-50-292 0,-4 4-116 0,4-1-88 15,-1 6-36-15,1 2-36 0,-4-1-108 0,4 2 20 16,1-2-88-16,-5 3 40 16,4-7 16-16,-4 4 8 0,4-3 16 0,0-1-16 15,-1 4 24-15,1-6 40 0,-4-1-28 16,4-3-96-16,0-3-12 0,1 4 0 0,-1-4-8 16,3 3 8-16,-3-3 8 15,4-3-8-15,-4 3 0 0,1-4 0 16,2-1 48-16,-3-2-36 0,4-3 48 15,-4 2-48-15,5-3 0 0,-6-1 60 16,1-3-60-16,0-1 64 0,0-3-4 16,0 3-24-16,-4-3-48 0,4 0 4 0,-4 0 4 15,5 0 52-15,-5 0-48 0,3 2 76 16,1-2-4-16,4 0-72 0,0 0 72 16,0 0 16-16,0 0-92 0,4-2 0 15,4-1 40-15,0-4-40 0,0 4 40 0,-1-4 12 16,6 4-52-16,-6-3-4 0,5 3-4 15,-8-4-4-15,4 4-44 0,-4 3 36 16,0-3-48-16,0 3 12 0,-8 0-16 16,5-3 16-16,-6 3-12 0,1 0-36 15,-4 0 8-15,0 0-44 0,0 0-76 0,0 0-232 16,0 0-280-16,0 0-176 0,0 0-180 16,0 0-576-16,0 3-2344 0,-7-3-3689 15</inkml:trace>
  <inkml:trace contextRef="#ctx0" brushRef="#br2" timeOffset="-28030.737">9821 6369 1356 0,'0'0'1500'16,"0"0"-1056"-16,0 0-312 0,0 0 2784 15,0 0-476-15,0 0-900 0,0 0-483 16,0 0 11-16,0 0 68 0,0 0-20 15,0 0 156-15,-4-13-132 0,4 16-496 16,0-3-76-16,0 0 36 0,0 4-64 16,0 2-108-16,4 0 44 0,0 7-88 0,0-1-44 15,3 1-76-15,-2 3-28 0,3 0-7 16,-4 0-25-16,3 3 44 0,1 0-56 0,-3 6-40 16,3 1 48-16,-1-1-32 15,-3 0-52-15,4 4 0 16,-3-4-48-16,-1 5-24 0,0-3-32 0,-1 3 32 15,5-2-40-15,-8 0-8 0,4-2 0 16,1 3 4-16,-1-4-4 0,-4 1-12 0,4-1-36 16,-1 3 32-16,1-2 4 0,0 5 0 15,0-2 0-15,5 0-108 0,-5-1 108 16,-1 1 4-16,5-10-76 0,-4-3 24 0,0-4 48 16,0 1-36-16,-4-7-12 15,5 0 12-15,-5 1 44 16,3-4-8-16,-3 0-88 0,0 1-20 0,0-4 60 15,0 2 60-15,4 3-4 0,-4-3 0 0,0-2 4 16,0 3-12-16,0-3-120 16,0 0 56-16,0 0-20 0,0 0 12 0,0 0 12 15,0 0-40-15,0 0-44 0,0 0 23 0,0 0 57 16,4 0 4-16,-4 0 12 0,0 0-60 16,0-3-40-16,0 1-60 15,4-5-84-15,-4 0-48 0,4-3-284 0,0-2-852 0,-4-1-1636 16,4-9-3457-16,-24 98-1963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23:47.358"/>
    </inkml:context>
    <inkml:brush xml:id="br0">
      <inkml:brushProperty name="width" value="0.05292" units="cm"/>
      <inkml:brushProperty name="height" value="0.05292" units="cm"/>
      <inkml:brushProperty name="color" value="#FF0000"/>
    </inkml:brush>
  </inkml:definitions>
  <inkml:trace contextRef="#ctx0" brushRef="#br0">2645 1235 11357 0,'0'0'2712'16,"0"0"-1852"-16,0 0-508 0,0 0 452 0,0 0 696 15,0 0-292-15,0 0-628 0,0 0-300 16,8 51-144-16,4-26-24 0,0 13 56 0,3 13-8 16,10 12 72-16,-5 13 72 0,4 4-12 15,-1 3-144-15,-3-4-16 0,1-12 112 16,-6-13-36-1,1-17-75-15,0-7-133 0,0-11-12 0,-4-11-61 16,4-2 25-16,-4-6-52 0,4 0 4 0,4-11 36 16,0-11 48-16,0-8 12 15,-1-4-72-15,2-11-4 0,-6 1-56 0,-2-3-64 16,-2-2 4-16,-3 12 92 0,1 2 4 16,-9 8-40-16,3 8-44 0,1 8-4 0,-4 4-72 15,8 7-212-15,0 7-96 16,4 4 464-16,8 15 100 0,0 6 432 15,4 10-296-15,4 5 72 0,-4 4-24 16,-1 3 12-16,-2-6-88 0,-1-1 52 0,-1-12 36 16,-2-10 132-16,-2-6-72 15,1-9-60-15,-4-7-52 0,4-3 40 0,0-6 20 16,0-13 65-16,3-6-25 0,2-10-88 0,-5-13-96 16,7-6-60-16,-2-9-8 15,-1-8-232-15,-1-1-64 0,1-2-209 16,-4-2-303-16,0 4-184 0,1 1-724 15,-6 5-1208-15,1 9-2477 0,-8 15-3779 0</inkml:trace>
  <inkml:trace contextRef="#ctx0" brushRef="#br0" timeOffset="362.414">3892 981 7840 0,'0'0'7441'16,"0"0"-6509"-16,0 85-704 0,0-43 168 15,0 5 612-15,-4 7 112 0,4 7-392 16,-4 2-376-16,4 13-168 0,-4 4-72 16,4 5-40-16,-4 1-72 0,4-2-72 0,0-9 8 15,0-14 56-15,0-14 8 0,0-16 72 16,0-12-12-16,0-5-60 0,4-11-48 16,-4-3-100-16,4 0-48 0,0-6 196 0,5-11 84 15,-2-5-44-15,9-3-40 16,-4-7-196-16,8 3-136 15,-8 1-36-15,4 6 136 0,0 9-52 0,-4 4 12 16,0 6 40-16,0 3 56 0,-1 3 176 16,2 6 52-16,-2 7 232 0,1 3 60 15,-3 3-24-15,2 4-12 0,-3 2-64 0,1-2-72 16,-5 0-76-16,-1-5-72 0,5-3-24 16,-4-4-120-1,5-2-64-15,-2-2-100 0,1-7-132 0,4 0-424 0,4-3-536 16,-1 0-1160-16,6-9-2817 0,-5 0-2959 15,12-15 7849-15</inkml:trace>
  <inkml:trace contextRef="#ctx0" brushRef="#br0" timeOffset="676.715">4673 1689 3284 0,'0'0'10165'16,"0"0"-8533"-16,0 0-1076 0,-52 69 136 15,24-36 852-15,-4-3-40 16,4 6-356-16,-3-4-488 0,6-4-296 0,6-6-72 15,7-3-83-15,0-6-161 0,8-3-48 16,0-3-257-16,4-4 61 0,0-3 40 0,0 0-40 16,8 0-60-16,0 0 52 0,8 0 68 15,3-7-72-15,2 0 0 0,3-5-12 16,-5-4-12-16,1 0 12 0,1 0 48 16,-10 4 24-16,6 2-24 0,-6 4-36 15,-3 2-24-15,1 4 92 0,-2 4 140 0,1 5 296 16,4 7 48-16,-4 3 60 15,4 4-100-15,-1 2-20 0,-2-4-52 16,7 3 12-16,-4-6 108 0,0-5-256 0,-1-7-96 16,2-2-148-16,2-4-48 0,2-10-168 15,7-9-16-15,-5-12-492 16,9-11-1152-16,0-9-2548 0,-8 10-2753 0</inkml:trace>
  <inkml:trace contextRef="#ctx0" brushRef="#br0" timeOffset="888.796">5199 1219 9108 0,'0'0'5141'0,"-20"76"-4761"0,12-34-240 15,-3 11 1308-15,-2 14 540 0,9 6-644 0,4 4-660 16,4 5-232-16,9 3 668 16,-2-5-367-16,9-7-425 0,-4-12-292 15,4-17-36-15,-1-13-136 0,6-9-32 0,-5-12-52 16,-1-7-32-16,1-3-4 0,1-6-25 15,-6-10-95-15,2-3-368 16,-10-3-564-16,-7-4-1032 0,-4-6-2596 0,-3 11-3921 0,-21-14 5810 16</inkml:trace>
  <inkml:trace contextRef="#ctx0" brushRef="#br0" timeOffset="1044.465">4936 1749 132 0,'0'0'13865'0,"0"0"-11205"0,0 0-2088 0,0 0-512 16,0 0 436-16,0 0 172 0,0 0 108 15,0 0-260-15,95 53-112 16,-58-53-100-16,6-6-132 0,1-9-172 0,4 3-144 0,4-8-416 16,-1-2-572-16,5 3-800 15,0-4-2480-15,-16 8-5169 0,16-4 8329 16</inkml:trace>
  <inkml:trace contextRef="#ctx0" brushRef="#br0" timeOffset="1398.703">6677 1511 9520 0,'0'0'5585'16,"0"0"-5005"-16,0 0-420 0,44 70 308 0,-28-35 852 15,-4 9 272-15,0-2-464 0,-4 2-640 16,-4-2-284-16,0-9-204 0,-4-3 0 15,4-8-168-15,-4-6-52 0,0-7-356 0,0-9-368 16,0 0-472-16,0-3-912 16,-8-16-4081-16</inkml:trace>
  <inkml:trace contextRef="#ctx0" brushRef="#br0" timeOffset="1543.187">6506 1327 9700 0,'0'0'6389'0,"0"0"-5661"16,0 0-652-16,0 0 456 0,0 0-48 16,76 10-384-16,-44-10-100 0,3 0-296 15,9 0-1000-15,0-7-1152 0,-12 1-3725 0,19-10-1622 16</inkml:trace>
  <inkml:trace contextRef="#ctx0" brushRef="#br0" timeOffset="1818.412">7159 1514 13637 0,'0'0'4080'0,"0"0"-3548"16,-68 80-52-16,53-61 980 0,-5 0-156 0,12-3-659 15,4-7-645-15,0-3-160 0,4 4-69 16,4-4 217-16,8 7 8 0,8 0-132 16,-1-1 52-16,9 1-124 0,0-4-48 15,0 1-72-15,0-1-12 0,0 2 180 0,-4-6 36 16,-1 2-44-16,-2 0 8 15,-1-1-36-15,-5 0 24 0,-2-4 168 0,-2 5-44 16,-7-3-4-16,0 4 52 16,-4 3-4-16,0-2-36 0,-11 7 28 0,-6 3-60 15,-2-3-76-15,-5 3-60 0,0-3-276 16,-8-4-828-16,0-2-1316 0,-4-7-2993 0,8 1-2995 16</inkml:trace>
  <inkml:trace contextRef="#ctx0" brushRef="#br0" timeOffset="2379.085">8949 1384 7688 0,'0'0'6277'0,"0"0"-5049"0,0 0-852 0,0 0 52 0,-77 73 860 16,66-38-12-16,-6 10-196 15,2 6-320-15,2 2-140 0,6 4 221 0,-1 1-149 16,8-12-256-16,0-4-280 0,0-10-144 16,4-10-12-16,7-9-132 0,2-7-12 15,-1-2-40-15,8-4 4 0,-1-13 32 0,5-6-8 16,-3-3-76-16,-2-7-61 0,1-2 53 15,-3-2-64-15,-6 3 180 16,1 0 32-16,-4 5 92 0,-4 3 0 0,4-1 8 16,-8 11 32-16,4 1-40 0,-4 6-24 15,4 5 24-15,-4 0 0 0,4 5-60 16,8 9 60-16,0 5 256 0,0 6 36 16,7 4-148-16,-2 2-36 0,7 4-20 0,-1-2 45 15,1-2 39-15,4-6-172 0,-4-3-24 16,4-5-136-16,4-5-289 0,-4-5-211 15,4 2-228-15,0-2-1080 16,-9-5-1956-16,9 3-3233 0</inkml:trace>
  <inkml:trace contextRef="#ctx0" brushRef="#br0" timeOffset="3454.971">10522 1511 2936 0,'0'0'9469'0,"0"0"-7697"16,0 0-1176-16,0 0-104 0,0 0 616 15,0 0 24-15,0 0-340 0,0 0-300 0,100 26 40 16,-80 6 336-16,-1 1-184 0,-2 6-172 16,-6 5-296-16,-7 1-56 0,0-4-160 15,-4-3-4-15,0-6-156 0,0-6 112 0,0-10-60 16,0-7 32-16,0-3-104 0,0-6 8 16,0 0-96-16,0-3 60 0,0-7 28 0,9-8-40 15,-2-11-100-15,5-2 224 0,-3-5-52 16,2 2 148-16,-3-1-84 15,0 6 76-15,4 4-76 0,-4 3-4 0,4 9 76 16,-4 2 8-16,4 9 4 16,-4 2 8-16,4 0 140 0,-4 9 60 15,3 3 100-15,2 5-76 0,-5 5 12 0,-1 7-72 16,2-4-4-16,-5 5 64 0,-4 0-84 16,4-2 32-16,-4-2-128 15,0-6-48-15,4-5 40 0,-4-8-44 0,0-4 0 0,0-3 72 16,0 0 72-16,0 0-20 0,3-3-51 15,5-7-73-15,1-2-8 0,-1-1-101 16,3-1 21-16,2 6-56 16,-6 2-124-16,1 1-108 0,0 5-16 0,1 0 24 15,-2 7 200-15,1 3 56 16,0 3 52-16,0-1-76 0,0 1-196 0,0 0-600 16,0-7-832-16,0 1-2344 0,-4-7-3413 15</inkml:trace>
  <inkml:trace contextRef="#ctx0" brushRef="#br0" timeOffset="4021.641">11255 1641 496 0,'0'0'11385'16,"0"0"-10005"0,0 0-1036-16,0 0 88 0,0 0 380 15,0 0 144-15,0 0-312 0,0 0-320 16,0 0 60-16,0 0-48 0,0 0-100 0,-48 0-144 15,48 0-92-15,-3 0-64 0,3 0 52 16,-4 0 12-16,0 7 164 0,-1-1 72 16,1 0 48-16,0 1-36 0,0-4 48 0,4 0 32 15,0 0-56-15,0-3-4 16,0 0-48-16,0 0-60 0,0 0-76 0,0 0-68 0,0 3-16 16,0-3-144-16,0 0-296 15,0 0-124-15,0 0 72 0,0 0-28 16,0 0 0-16,0 0-24 0,0 0-120 0,4-3-292 15,-4 3-472-15,4-3-524 0,0 3-757 16,-4-3-1703 0,5 0-136-16,-5-1 4121 0,-17 20 426 0</inkml:trace>
  <inkml:trace contextRef="#ctx0" brushRef="#br0" timeOffset="4163.292">11255 1641 808 0</inkml:trace>
  <inkml:trace contextRef="#ctx0" brushRef="#br0" timeOffset="4477.985">11255 1641 808 0,'68'-57'980'0,"-64"47"-288"16,0-2-252-16,0-1 3560 0,0 1-2196 0,-4 2-120 0,0 3-115 0,0 4 143 16,0 0-368-16,0 0-212 0,-4 3-80 0,0 0-260 15,-4 0-336-15,0 3-96 16,-4 3-80-16,4 7-32 0,-8 3-28 15,8 6 24-15,-3 7-24 0,2 6 48 16,1 6 76-16,4 3-40 0,0-2-60 0,1 3-112 16,3-8-56-16,0-8 32 0,3-7-12 15,5-6 16-15,0-6-40 0,4-4-72 16,4-6-8-16,0 0 0 0,8-6-92 16,0-13-104-16,0-3-124 0,0-7-88 15,0-3 4-15,-5 1-116 0,1-5 12 16,-4 4 12-16,0 4 84 0,-8-4 28 15,0 7 156-15,-8-3-36 0,0 5 268 0,-8 4 4 16,-4 3 72-16,-4 4 228 0,-3 2 180 16,-2 10-84-16,6 0-260 0,-5 12-132 15,-4 4-4-15,3 10 8 0,2 2 28 16,3 4 248-16,0 3-88 0,0 0-196 16,4-2-36-16,0-3-308 0,0-2-496 0,4-2-536 15,1-6-1728-15,7-11-2141 0,-5-3-783 16</inkml:trace>
  <inkml:trace contextRef="#ctx0" brushRef="#br0" timeOffset="4863.639">11737 1486 4000 0,'0'0'9033'0,"0"0"-8181"0,0 0-736 15,0 0 48-15,0 0 444 0,0 0 120 16,0 0-60-16,48 72-264 0,-36-42-132 16,0 1 80-16,0 4 104 15,0 3-132-15,0 3-140 0,-4 0 40 0,0 4-88 16,-1-4-88-16,-2-3 64 15,-1-9-108-15,0-4 180 0,-4-6 72 0,4-9-96 16,-4 0-72-16,0-7 60 0,0-3 48 16,0 0 72-16,0 0 208 0,4-6-24 15,-4-11-296-15,7-8-156 0,2-7-108 0,3-6 36 16,-1-6 64-16,-2-4-152 0,2-3 112 16,1 3-244-16,1 1-184 0,-2 3 72 15,2 2 32-15,2 7-156 0,-3 7-88 16,4 6-176-16,-4 6-700 15,0 3-1196-15,-4 7-2745 0,0 2-1775 0</inkml:trace>
  <inkml:trace contextRef="#ctx0" brushRef="#br0" timeOffset="6054.742">12207 1479 6796 0,'0'0'3240'0,"0"0"-1203"0,0 0-1245 16,0 0-432-16,0 0 856 0,0 0 136 15,0 0-372-15,72 76-296 0,-60-37-152 16,-4-1-28-16,0 3-60 0,0 0-88 0,-4-3-24 16,0-2-268-16,0-8-64 15,-4-6-64-15,4-3-96 16,0-6 52-16,-4-7 56 0,4 1-80 0,-4-7-52 16,4-3-248-16,4-7-184 0,0-6 92 15,4-6-48-15,-4-8 60 0,7 2-156 0,-6-2 164 16,2-3 404-16,1 1-76 0,1 7 100 15,-2 3-24-15,2 3 8 0,-6 8 92 16,1 9 264-16,0 2 228 0,-3 0 60 0,-1 13 28 16,-1 2-4-16,-3 8-56 0,0-1-124 15,0 7-36-15,-7-4-92 0,-2 4-8 16,5-11-40-16,0-1-144 0,4-6-76 16,-4-4-84-16,4-7 84 0,0 0 24 0,8-2 88 15,5-11 0-15,-2-10-76 0,10-2-36 16,-6-1-220-16,5-2-28 0,-4 3 124 15,4 2-48 1,0 5-12-16,-4 5 48 0,4 2 24 0,-1 9 112 16,1 2 148-16,1 0 188 0,-2 9-80 15,1 8 16-15,-3-2-16 0,-2 4-48 16,-3 4 88-16,4-4-28 0,-4-1-96 16,-4 6-56-16,0-10-116 0,4-1-96 15,-5-3-52-15,6-3-244 0,2-4-120 16,2-3-176-16,3-7-28 0,3-8-52 0,1-5-360 15,4-2-284-15,0-3-688 0,0-4-213 16,-4 4 629-16,0-2 972 0,-4 6 712 16,-4 2 24-16,-8 7 468 0,4 1 844 15,-9 5 329-15,-3 6-205 0,0 3-56 16,-3 7 20-16,-9 13-204 0,-4 2-316 16,-4 6-284-16,0 4-4 0,0 3 240 15,0-6-72-15,4-7-260 0,8-5-268 0,4-7-232 16,1-7-24-16,3-3-100 0,0-3 4 15,3 0-184-15,9-14-96 0,4 0 180 0,8-5-172 16,0-6-180-16,0 1-228 16,4 6 84-16,-4 1 136 0,-5 11 132 0,1 3 164 15,-3 3 260-15,-6 3 48 0,1 7 424 16,-3-1 176-16,-5 7-44 0,3 3 60 16,-3 4-40-16,-4-5-12 0,4 2-112 0,-4-1-24 15,4-4-27-15,0 1 47 0,-4-6-168 16,8-4-160-16,-4-3 28 0,4-3-196 15,0 0-144-15,8-6-124 0,0-7 100 16,4-10-124-16,4 2-157 0,4-8-111 0,0-3-112 31,0-5 100-31,-1-8-704 0,5-5-1324 0,-12 8-2857 0,12-37-2867 16</inkml:trace>
  <inkml:trace contextRef="#ctx0" brushRef="#br0" timeOffset="6237.576">13761 832 7052 0,'0'0'5217'0,"0"0"-3229"0,0 0-1468 16,0 66-68-16,0-31 516 0,-7 9 380 16,2 7-100-16,1 4-348 0,-4 6-48 15,1 2 76-15,-1 3-175 16,-1 0-257-16,5 2-228 0,-3-2-268 0,7-6-4 16,0 1-156-16,0-11 40 0,3-9-220 0,5-12-313 15,5-6-163-15,2-14-64 16,5-6-64-16,8-8-464 0,8-12-1308 15,-12-2-3161-15,24-19-2903 0</inkml:trace>
  <inkml:trace contextRef="#ctx0" brushRef="#br0" timeOffset="6374.697">14188 1537 6808 0,'0'0'6593'0,"0"0"-4253"0,4 72-1472 0,-4-40-356 0,-4 6 428 16,-5 0 404-16,2-3-48 0,-5-3-516 15,4-3-476-15,0-10-256 0,4-3-48 0,0-10-172 16,0 0-240-16,4-6-244 15,-4 0-288-15,0-6-740 0,-1-7-3188 0,5 0-4801 16,-7-15 6533-16</inkml:trace>
  <inkml:trace contextRef="#ctx0" brushRef="#br0" timeOffset="6548.275">14044 1289 12733 0,'0'0'5056'0,"0"0"-4376"15,0 0-480-15,0 0 120 0,0 0 156 0,0 0-8 16,103-28-468-16,-78 18-124 0,3 3-192 16,-4 1-152-16,0 0-384 0,-5 6-612 15,1-4-2476-15,-4 4-4429 0,-4 4 5161 0</inkml:trace>
  <inkml:trace contextRef="#ctx0" brushRef="#br0" timeOffset="6816.014">14614 1470 7916 0,'0'0'5637'0,"0"0"-4569"16,0 0-688-16,0 0-68 0,80 0 256 15,-56-3 124-15,-4-1-292 0,-1 2-252 16,-2 2-60-16,-10 0-88 0,1 9 0 16,-4 4 0-16,-4 2 208 0,-4 11 28 15,-8-1-12-15,0 7-76 0,-7 0 100 0,-2 3 72 16,6-4 272-16,-1-2-52 15,4-4-4-15,8-6-24 0,4-2-192 16,0-5-188-16,4 1 160 0,11-5 49 16,10-1-49-16,2-3-112 0,5-1-72 15,8-3-108-15,0-3-288 0,8-8-333 0,-4-3-159 16,3-9-332-16,2 2-972 0,-2-6-3236 16,-11 8-4729-16</inkml:trace>
  <inkml:trace contextRef="#ctx0" brushRef="#br0" timeOffset="7136.309">15375 1660 6884 0,'0'0'9245'16,"0"0"-7125"-16,0 0-1592 0,0 0-416 15,0 0 320-15,0 0 228 0,0 0 292 0,0 0-540 16,0 0-324-16,0 0-88 0,95-16-172 16,-67-9-144-16,0 0-136 0,0-7 0 15,0 3-96-15,-8 4-32 0,-4 3 40 16,-8-1 320-16,-5 4 220 0,-3 1 4 0,-7 1 208 15,-9 4-92-15,-4 5-44 0,-4 4-4 16,-4 4 40-16,1 16 160 0,-1 5 144 16,0 9-84-16,0 5-28 0,4 6 124 15,4-3 48-15,0 4-24 0,0 2-27 16,5-6-25-16,2-7-24 0,5-2-256 16,4-7-120-16,4-9-4 0,0-6-200 0,4-4-136 15,4-3-121-15,12 0-27 0,0-13-72 0,8-6-272 16,3-10-828-1,-3 4-2124-15,8-7-1181 0,-12 10-667 16,21-16 2844-16</inkml:trace>
  <inkml:trace contextRef="#ctx0" brushRef="#br0" timeOffset="7316.699">15841 1409 3876 0,'0'0'144'0,"0"0"7273"16,0 0-5609-16,88 23-1212 0,-64 2-364 0,0 7 96 16,-9 6 280-16,2 6 560 0,-6 4 156 15,-3 3-296-15,1-4 140 0,-9 1-48 16,3-6-436-16,-3-8-368 15,0-2-195-15,0-13-109 0,0-3 0 0,0-3 60 16,-3-10 4-16,3 0 20 0,0-3-96 16,0-10-24-16,7-9-208 0,9-9 3 0,8-7-27 15,4-12-12-15,8-11-112 0,4-5-312 16,4-2-436-16,-1 0-568 0,-10 14-2348 16,6-16-4921-16</inkml:trace>
  <inkml:trace contextRef="#ctx0" brushRef="#br0" timeOffset="8512.983">10674 1673 1668 0,'0'0'1084'0,"0"0"-732"0,0 0 5312 15,0 0-3387-15,0 0-765 0,0 0-376 16,0 0 44-16,0 0 52 0,0 0-392 15,0 0-204-15,0 0 144 0,11-29-164 0,-11 29-236 16,4 0-64-16,-4 0-108 16,4 0-84-16,4 7-64 0,1 5 200 15,2 4-4-15,6 10 108 0,-6 6-12 0,1 5-24 16,0 10-95-16,-4 2-113 16,-4 2-72-16,0-3 4 0,-4-4-40 15,4-6 0-15,-4-7-8 0,0-2-4 0,4-10-76 16,-4-3-56-16,4-4 71 0,0-5-23 15,-4-1 8-15,0-3-8 0,4-3-36 16,-4 0 20-16,0 3 16 0,0-3 0 0,0 0 12 16,0-3 8-16,4-6-104 15,0-7-40-15,3-3-24 0,-2-3 24 0,3-6-172 16,-4-4 4-16,4 0 16 0,-5-3 56 16,6 3-16-16,-1 0-52 0,-1 0 200 15,1 4 72-15,5 6 24 0,-6 0 76 0,1 3 112 16,1 6 24-16,-5 1 100 0,0 5 72 15,-1 1 12-15,1 2-12 0,0 1-24 16,-4 0-76-16,4 3-28 16,1-2-44-16,-1 2-24 0,0-5-40 15,3 3 100-15,1-2-76 0,5 4-96 0,-2 0-8 16,-3 0 0-16,4 0 8 0,0 0 68 0,0 4-16 16,0 3 20-1,-4 5 24-15,0 1-8 0,0 2 44 16,-4 3-8-16,0 8-16 0,-4 0-24 0,0 3-36 15,0-1-36-15,-4 0-4 0,0 2-8 16,-1-8 0-16,2 3 12 0,-1-6-12 16,0-3-4-16,4 0-68 0,0-3 24 0,0-4-48 15,0-3 84-15,0 1-64 16,0-1 16-16,0-3-72 0,0 0 68 0,0-3-20 0,0 3 72 16,0-3-72-16,0 0 36 15,0 0-64-15,0 0-120 0,0 0-184 16,0 0-284-16,0 0-212 0,0-3-252 0,0-3-796 15,4-4-1168-15,-4 4-3309 16,0-10 1429-16,-4 54 4508 0</inkml:trace>
  <inkml:trace contextRef="#ctx0" brushRef="#br0" timeOffset="9239.789">10642 1546 1812 0,'0'0'5412'16,"0"0"-1275"-16,0 0-2533 0,0 0-396 15,0 0 44-15,0 0-120 0,0 0-288 16,0 0-324-16,0 0-160 0,0 0-100 0,0 0 172 15,36 48 276-15,-21-21-156 0,2 6-220 16,-6 5-80-16,2 3-116 0,-6 0 0 16,1 4-16-16,-4-1-48 0,-4-2-72 15,4-3 8-15,-4-9-8 0,0-2-4 0,0-2-8 16,0-6-60-16,0-5 24 0,0-8-12 16,0-1-64-16,0-2 16 0,0-4-4 0,0 2 4 15,0-2-16 1,0 0-8-16,0 0-52 0,0-2-12 15,4-8 36-15,1 0-168 0,-2-6 80 0,1-7 112 16,0 2-72-16,4-5 0 0,-4-2-40 16,0-1-8-16,0 1-104 0,4 2 188 15,-4 1 80-15,0 3 92 0,4 6 4 0,0 0 4 16,0 3 80-16,0 4-84 0,-1-1 120 16,2 2 48-16,3 1 52 0,-5 0-64 15,2 4-64-15,-5-4 28 0,4 7 12 16,-5 0-76-16,1 0-44 0,0 0 192 0,5 0-24 15,-5 4 24-15,0 2 24 0,3 3 40 16,-3 4-40-16,5 0-76 16,-5 3-56-16,0-1-16 0,3 5-36 15,-3-4-48-15,0 3-8 0,0-3-76 0,-4 2-12 16,5-1 32-16,-1-5-32 16,-4 4-28-16,3-7 4 0,-3 1-52 0,4 4-24 15,-4-8-136-15,0-1-272 0,0 5-12 16,0 0-200-16,0-2-552 0,0 3-1020 15,-4-3-2041-15,4 6-1967 0</inkml:trace>
  <inkml:trace contextRef="#ctx0" brushRef="#br0" timeOffset="10536.454">18275 1419 1696 0,'0'0'536'16,"0"0"-484"-16,0 0-28 0,-75-17 172 15,43 11-64-15,0 0 1352 0,-4 0-312 16,-4 6-664-16,-3-3-300 0,-6 3 132 15,10 0 208-15,-5 0 176 0,4 0 304 16,4 0 84-16,0 0-104 0,5 0-79 16,3 0-161-16,0 3-28 0,3-3 140 0,2 0 28 15,3 0-176-15,0 4-188 0,1-2-32 16,-2 4 60-16,1 0-140 0,1 8-172 0,-2 2-112 16,2 6-48-16,-1 3 72 0,3 7 52 15,6 1-100-15,3-6 48 16,8 2 12-16,0-8-52 0,0-1-128 0,4-4-4 15,0-6-48-15,4-4 48 0,-1-3 12 16,10-3-4-16,-6 0 56 0,13-9 32 16,1-4-96-16,6-9-224 0,1-3-280 0,-4-5-188 15,0-1-112-15,0-4 32 16,-9 7 116-16,2-1-76 0,-5 7 12 16,-8-1 112-16,0 4 8 0,-8 6 244 15,0 5 356-15,-4 1 288 0,-13 3 144 16,2 4-432-16,-5 4-52 15,-5 5 52-15,6 4 188 0,-1 3 196 0,1 3 32 0,2 3-84 16,6-2-168-16,2-2-164 0,1 1-280 16,8-3-76-16,0 0-532 15,0-7-1961-15,17 1-3483 0</inkml:trace>
  <inkml:trace contextRef="#ctx0" brushRef="#br0" timeOffset="10678.363">18076 1416 11461 0,'0'0'1996'16,"0"0"-1564"-16,0 0-12 0,0 0 980 16,100 12 4-16,-76-14-736 0,4-11-356 0,8-6-312 0,-1-4-124 15,1-4-472-15,4-6-780 16,-12 8-1164-16,12-13-3445 0</inkml:trace>
  <inkml:trace contextRef="#ctx0" brushRef="#br0" timeOffset="10943.756">18211 1032 1160 0,'0'0'4884'0,"0"0"-2000"0,0 0-932 0,-31 95-283 0,27-57 51 0,4 4-268 16,7 5-296-16,2 4-276 0,7 2-300 0,-4 8-244 16,0-1-152-16,-1 7-88 0,2-4-96 15,-2 4-12-15,2-6-64 0,-1-2 76 16,-5-4 0-16,1-4 72 0,1-4-72 15,-5-2 0-15,-4-4-72 0,0 0 24 0,-4 0-16 16,-9-6 16-16,-2-3-76 16,2-3 12-16,-2-4 112 0,-6-9 0 15,6-3-136-15,-1-7-96 0,0-6-152 16,4 0-100-16,0-16-140 0,4-9-608 0,4 0-1396 16,4-36-4949-16</inkml:trace>
  <inkml:trace contextRef="#ctx0" brushRef="#br0" timeOffset="11195.746">19188 962 14249 0,'0'0'2444'15,"0"0"-1944"-15,0 0 104 0,0 86 692 0,0-51 212 16,0 6-388-16,0 4-587 0,0-1-265 15,0 0-112-15,0 1-12 0,0-1-68 16,8 0-76-16,-5 4-100 0,6-7-152 0,-1 0-100 16,0-3-269-16,-5-8-71 0,10-9-16 15,-5-9-136-15,3-7-412 0,6-5-968 0,-2-10-188 16,2-10-1957-16,-2-7-1643 0,-6 2 3272 16</inkml:trace>
  <inkml:trace contextRef="#ctx0" brushRef="#br0" timeOffset="11304.551">19415 1355 3908 0,'0'0'6124'0,"0"0"-3207"0,0 0-1301 16,0 0-404-16,0 0 28 0,0 0-248 0,100 16-424 16,-77-16-296-16,5-9-28 0,4-4-244 15,5-9-324-15,-2-7-612 0,5-6-420 16,-1-2-764-16,-11 7-2473 0,4-14-3999 0</inkml:trace>
  <inkml:trace contextRef="#ctx0" brushRef="#br0" timeOffset="11480.403">19774 892 6704 0,'0'0'3900'0,"0"0"-1995"0,0 0-1333 16,-28 82-124-16,20-47 732 0,4 10 444 0,0-1-240 15,-1 10-444-15,1 1-240 16,1 5-160-16,-1 3-64 16,-4 3-196-16,4 1-196 0,0 3-36 15,-1-1-48-15,2 2-268 0,-1 0-744 0,-4-2-220 16,4 1-320-16,-4-20-576 0,0 26-4453 15</inkml:trace>
  <inkml:trace contextRef="#ctx0" brushRef="#br0" timeOffset="12453.764">5044 4095 7988 0,'0'0'4637'0,"0"0"-4213"0,0 0 404 15,0 0 576-15,-32 101-372 0,23-55 52 0,2 10-252 16,-5 5-316-16,4 9-84 0,0 6-52 15,-4 3-88-15,0 7-96 0,-4 3-196 16,1 0 0-16,-6-1 44 0,5-1-44 0,1-7 0 16,-2-17-8-16,6-16-40 0,3-15 48 15,-1-10-148-15,9-10-60 0,0-7-172 0,0-3-148 16,0-2-112-16,5-9-252 16,7-7-260-16,-5-13-612 0,6 4-840 0,2-39-2457 15</inkml:trace>
  <inkml:trace contextRef="#ctx0" brushRef="#br0" timeOffset="12806.944">5027 4149 1488 0,'0'0'7428'16,"0"0"-5195"-16,0 0-473 0,0 0-132 0,0 0-568 16,0 0-672-16,0 0-136 0,0 0 212 15,0 0 244-15,0 0 332 0,53 93-524 16,-33-58-60-16,-5 5-296 0,9 11 84 15,1 4-48-15,2 8-108 0,0 4 228 16,1 6-304-16,0-1 72 0,0 8-72 16,-3-4 40-16,-1 1-104 0,-9-5 140 15,5-8-76-15,-8-10-12 0,-3-16 12 16,2-9 0-16,-7-10 60 0,0-10-60 16,-4-2 36-16,4-7 40 0,-4 0 168 0,4-7 84 15,0-12 341-15,4-12-329 0,4-11-268 16,4-12-84-16,0-9-8 0,0-13-124 15,3-4-76-15,2 1 88 0,-1-1-64 0,3 11-9 16,1 5 93-16,0 16-56 0,0 7-88 16,1 9-96-16,-6 10-16 0,5 2-80 15,-4 6-128-15,-1 0-332 16,6 5-456-16,-5 6-776 0,-5 0-1092 16,17-4-2641-16</inkml:trace>
  <inkml:trace contextRef="#ctx0" brushRef="#br0" timeOffset="13784">6127 4331 1172 0,'0'0'92'16,"0"0"9252"-16,0 0-7287 0,0 0-1037 0,0 0-220 15,0 0-144-15,0 0 0 0,0 0 124 16,0 0-108-16,84 9-224 15,-56-9-188-15,-1 0-100 0,1 0-148 0,0 0-12 0,-4-4-56 16,-3 2-108-16,-6-1-304 16,2 0-416-16,-6-1-388 0,2 4-500 0,-9 0-1425 15,-4 0-3683-15</inkml:trace>
  <inkml:trace contextRef="#ctx0" brushRef="#br0" timeOffset="14249.643">6203 4359 3100 0,'0'0'716'15,"0"0"3900"-15,0 0-3036 0,0 0-523 16,0 0-157-16,0 0 164 0,0 0-340 16,0 0-228-16,-4 86-40 0,4-64-180 15,0 3-72-15,0 4 20 0,0-1-44 0,0 1-80 16,0 6 48-1,0-3-48-15,0 2-36 0,0 1-16 0,0 0 56 0,0 4-40 16,0 2 88-16,0 0 60 16,-4 0-124-16,0-5-88 0,4-8 12 0,-4-2 48 15,4-4-44-15,0-3 108 0,0-7-52 16,0 1 40-16,0-1 0 0,0-5 40 0,0-1 20 16,4 0-12-16,-4 1 16 15,4-3-40-15,-4 1-52 16,4-2-20-16,0 1-16 0,0-1 4 0,0 1 32 15,4-1 64-15,-4 0-48 0,0-1-92 16,3 2 40-16,-2-1-44 0,7 1 0 0,-1-1 60 16,2 0-16-16,2 0 40 0,2 2 56 15,2 0-20-15,1 1-112 16,5 0-8-16,-1 1 0 0,-1-1 108 0,5 0-52 16,-4-2-60-16,-4 2-8 0,-4-3-40 0,0 0-88 15,-8 0-12-15,-1 1-48 0,-3-1-112 16,1-3-112-16,-5 3-224 0,0-3-304 15,0 0-384-15,0 0-828 0,4 0-2413 0,-4-10-3786 16</inkml:trace>
  <inkml:trace contextRef="#ctx0" brushRef="#br0" timeOffset="14589.017">6781 4438 444 0,'0'0'1328'16,"0"0"5840"-16,0 0-5640 0,0 0-151 15,0 0 147-15,16 76-16 0,-12-43-488 16,4 4-116-16,-5 2-172 0,1 5 72 15,5 6-16-15,-9-1-260 16,4 5-256-16,-4-1-104 0,0-2-116 0,0 0-52 16,-4-3-36-16,-1-7 24 0,5-7-48 15,-4-4-36-15,4-11-52 0,0-7-120 16,0-5-152-16,0-5-144 0,0-2-152 0,0 0-280 16,0-2-964-16,4-11-660 15,1-6-2465-15,-1 6-1611 0,0-19 6488 0</inkml:trace>
  <inkml:trace contextRef="#ctx0" brushRef="#br0" timeOffset="14737.909">6885 4810 3600 0,'0'0'796'16,"0"0"4372"-16,0 0-3607 15,0 0-277-15,0 0 184 0,83 3-28 16,-59 4-244-16,0-1-76 0,0 0-228 16,3-3-252-16,1-3-200 0,0 0-256 0,0-6-184 15,0-3-48-15,0-8-396 0,-4 2-428 16,4-5-392-16,-5-1-516 0,-6 5-1308 0,3-10-3525 15</inkml:trace>
  <inkml:trace contextRef="#ctx0" brushRef="#br0" timeOffset="14943.624">7239 4435 1096 0,'0'0'9392'0,"0"0"-7807"0,0 0-1137 0,0 0 12 16,0 0 620-16,0 67 236 0,4-35-284 0,3 2-196 15,2 5-128-15,-1-1-104 0,0 6-76 16,-5 1-160-16,-3 2-160 0,4 4-132 16,1-4-76-16,-5-2-76 0,4-3-108 0,-4-7 28 15,4-7-56-15,0-6-80 0,0-6-228 16,3-10-384 0,6-6-496-16,2 0-924 0,-2-6-1933 0,6-23-4215 0</inkml:trace>
  <inkml:trace contextRef="#ctx0" brushRef="#br0" timeOffset="15410.835">7709 4359 6248 0,'0'0'6189'0,"0"0"-4053"0,0 0-1352 16,0 0-68-16,0 0 536 0,0 0-128 15,0 0-448-15,0 0-392 0,0 0-148 16,0 0-76-16,91-25-16 0,-66 22-44 0,3-4-48 15,3 0-48-15,-3 4-52 16,0 3 60-16,0 0 28 0,-8 0 12 16,0 7-88-16,-9 0 48 0,2 1 84 15,-5 2 4-15,-1 5 52 0,2-1-40 16,-1 5 48-16,-4 0-52 0,0 3 80 16,-1 3-76-16,1 4 60 0,0 6-68 0,1 0-4 15,-5 3 0-15,0 3-32 16,4 5 32-16,-4-2 48 0,4 6 88 15,0 1 256-15,-1-1 72 0,-3-1-160 0,4-9-156 16,-4 2-136-16,4-7 60 0,1-3-72 16,-1 0 88-16,-4-5-40 0,4-2 96 0,-4-5-68 15,0-4-68-15,0-3 40 16,0-7-36-16,0-2 0 0,0-1 84 0,0-3 88 16,0 0 36-16,0 0 81 0,-8 0 63 15,-5 0-12-15,-2 0-352 16,-9 0-96-16,-4 0-24 0,-4 0-136 15,-4 0-48-15,1-3-169 0,3-4-147 0,-5 1-40 16,9-4-100-16,5 1-544 0,3-4-1292 16,4-1-2073-16,4 3-3515 0,8-8 5744 15</inkml:trace>
  <inkml:trace contextRef="#ctx0" brushRef="#br0" timeOffset="15694.376">8717 4651 9876 0,'0'0'1305'0,"0"0"-497"15,0 0 932-15,0 0 56 0,0 0-404 0,0 0-288 0,0 0-44 16,96-13-56-16,-76 10-320 0,4 3-232 15,-1 0-124 1,5 0-96-16,0 0-111 0,0 0-49 0,4-3-24 16,0-3-36-16,3-1-12 0,1 1-8 15,5-6-172-15,-6 2-185 0,-3-3-231 0,0 3-224 16,-8 1-84-16,-4 3-292 0,-4 0-976 16,-8 1-2268-16,-8 5-3057 0</inkml:trace>
  <inkml:trace contextRef="#ctx0" brushRef="#br0" timeOffset="15932.176">8785 4892 5532 0,'0'0'8421'0,"0"0"-7209"15,0 0-1136-15,0 0 88 0,0 0 616 16,0 0 420-16,0 0-112 0,0 0-128 0,0 0-236 15,80-3-128-15,-48-7-156 0,-1 4-232 0,1-3-208 16,0-1 0-16,0 4-184 16,-4 0-60-16,4-1-72 0,-4 4-64 0,0 0-120 15,0 0-272-15,0 3-364 0,4 3-1000 16,-9 3-2004-16,13 4-1177 16</inkml:trace>
  <inkml:trace contextRef="#ctx0" brushRef="#br0" timeOffset="16537.28">10339 4607 5276 0,'0'0'6709'16,"0"0"-5645"-16,0 0-200 0,0 0 756 15,0 0-140-15,107 28-276 16,-66-25-428-16,6-3-236 0,-4-3-160 0,9-9-52 15,-3-1-60-15,-2-6-144 0,1 3-100 16,-4-6-24-16,0 0-208 0,-8-4-108 16,-1 0-308-16,-7 4-324 0,0 0-576 0,-12 6-1636 15,-7-7-3837-15</inkml:trace>
  <inkml:trace contextRef="#ctx0" brushRef="#br0" timeOffset="16760.383">10614 4207 4608 0,'0'0'6256'0,"-13"91"-4691"0,13-40-365 16,0 10 548-16,0 6 132 0,4-2-468 16,5 3-468-16,-1-8-332 0,-4-2-320 0,3-8-156 0,2-5-136 15,3-11-244-15,-5-12-184 0,1-5 84 16,5-10 52-16,2-7-140 15,1-7-96-15,5-12-228 0,-2-10-820 16,1-6-1152-16,-4 3-2593 0,4-18-2682 16</inkml:trace>
  <inkml:trace contextRef="#ctx0" brushRef="#br0" timeOffset="17164.825">11016 3727 1880 0,'0'0'3244'0,"0"0"2617"0,0 0-4489 15,0 0-644-15,0 0 356 16,0 0 280-16,0 0-72 0,16 111-372 0,-12-57 8 16,-4 10 140-16,4 9-300 0,0 0-156 0,-4 7-80 15,4-2-139-15,-4 2-273 0,0-1-120 0,0-6-24 16,0-4 16-16,0-7-140 16,4-15-45-16,0-12 21 0,0-12 4 0,4-11-16 0,0-5 28 15,0-7 104-15,4-7 52 16,4-12-4-16,3-4-92 0,1-8-64 15,1-1 16-15,-2-6-16 0,-3 7 28 0,0-1 44 16,0 7 28-16,0 5 60 0,-4 10-4 16,4 8-120-1,-4 2 124-15,0 9 196 0,4 10 280 0,-8 0-132 16,4 6-40-16,-4 4-52 0,0 0 5 16,0 2-25-16,-1-2-16 0,2 0 40 0,-5-1-88 15,0-5-20-15,3-2-100 0,1-5 12 16,-3-3-60-16,-1-7-84 15,4 1 12-15,-5-4-88 0,1-3-168 0,4 0-204 0,1-3 31 16,2-6-19-16,6-4-288 0,-2-3-752 16,2-3-1556-16,-6 2-2509 0,6-5-2559 15</inkml:trace>
  <inkml:trace contextRef="#ctx0" brushRef="#br0" timeOffset="17446.206">11677 4734 6280 0,'0'0'4444'0,"0"0"-2631"0,0 0-869 0,0 0 72 16,0 0 444-16,0 0-256 0,0 0-336 15,80 44-152 1,-60-56-164-16,4-7-96 0,-4-4-140 0,4-5-156 16,-1-1-160-16,-2 0-96 0,-1 1-4 15,-9 2-32-15,1 3-4 0,-3 9 48 16,-5 1 88-16,-4 7 100 0,0-1 60 16,-4 7-76-16,-5 0 4 0,-3 0-88 0,1 7-72 15,-6 1 72-15,2 12 48 0,-5-1 28 16,3 7 56-16,2 2-8 0,-1 3 60 15,0 1 48-15,5-3 132 0,-2 3 84 16,1-1-227-16,9-5-221 0,-1-4-109 16,4-3-111-16,4-6 88 0,11-4 44 0,5-5-80 15,4-4-164-15,8 0-68 0,4-10 56 16,3-3-228-16,5-3-400 0,4 1-592 0,4-5-1024 16,-12 8-248-16,23-7-1773 0</inkml:trace>
  <inkml:trace contextRef="#ctx0" brushRef="#br0" timeOffset="18325.831">12972 4375 1880 0,'0'0'9233'16,"0"0"-7413"-16,0 0-788 0,0 0-20 0,96-26 476 15,-68 38-380-15,0 15-428 0,-4 4-248 16,0 10-152-16,-9 4 4 0,2-1 12 16,-6 1-112-16,-3-7-68 0,1 0-116 15,-2-10-108-15,1-2-88 0,-4-8 0 0,5-1-16 16,-9-8 28-16,4-2-84 0,-1-7 56 0,1 0 40 15,4-7-76 1,0-8 100-16,4-4 36 0,-4-10-124 0,4-3-84 16,0-3-16-16,-4-2 112 0,3-5 100 0,-2 4 96 15,-1 1 24-15,3 4 8 0,-2 5 144 16,-1 8 0 0,0 8-96-16,-1 9-52 0,-2 3 0 0,3 8 236 0,0 12 284 0,-1 2-148 15,-3 10-64-15,1 0-84 16,-1 0-4-16,0 0 100 15,-1-4-124-15,1-6-48 0,0-3-100 16,0-3 4-16,1-10-4 0,3 1-44 0,-1-7-4 16,1-4 196-16,5-8 12 0,2-7-172 0,5-3-36 15,-4-7-108-15,0 0-28 0,4 1-36 16,-8 3 60-16,8 2-32 0,-8 7-4 16,8 7-24-16,-4 3-12 0,0 6-76 15,-1 3 112-15,6 9 148 0,-6 1 284 16,5 9 60-16,1-3 0 15,-6 4-64-15,1 2-32 0,0-2-4 0,0-2-60 16,-4 2 72-16,-1-1 108 0,2-6-92 16,-5 4-272-16,-1-8-108 0,-3 1-64 0,5-5-48 15,-5 3-108-15,4-8-112 16,-1 0-136-16,6-1-52 0,2-2-260 16,5-2-604-16,8-11-1072 0,-3-3-2445 0,-2 0-3067 0,9-16 8024 15</inkml:trace>
  <inkml:trace contextRef="#ctx0" brushRef="#br0" timeOffset="18668.241">14343 4342 7612 0,'0'0'5497'0,"0"0"-3681"0,0 0-1064 0,0 0-80 15,0 0 324-15,-80 17 92 0,56-1-228 16,1 3-208-16,-1 3-164 16,0 4 12-16,8 2 108 0,0 0-95 0,4 5-141 15,4-8-80-15,4 1-172 0,0-7-52 16,4-4-68-16,0-5-100 0,0-7-20 0,8-3-48 15,0 0-28-15,4-3 196 16,4-7 40-16,4-9-40 0,0 0-168 16,-1-3-76-16,1-3-73 0,-3 3-23 0,-2-1 0 15,2 4 84-15,-6 6 84 0,1 4-60 16,0 2 36-16,-8 4 40 0,4 3 20 16,0 3 136-16,0 10 344 0,0 3-40 15,-4 3-24-15,4 4 12 0,-5-1-24 0,2 3-24 16,3-3-24-16,-4-3-123 0,0 0-97 0,3-6-173 15,-2-4-43-15,-1-2-16 16,4-4-36-16,0 0-208 16,-5-3-124-16,6-3 0 0,-1-7-408 15,0-2-1172-15,-5-4-2012 0,1 3-1441 0,5-6-642 16</inkml:trace>
  <inkml:trace contextRef="#ctx0" brushRef="#br0" timeOffset="18832.588">14566 4342 3196 0,'0'0'1028'0,"0"0"4132"0,0 0-3776 16,0 0 197-16,0 0 319 0,0 0-84 0,0 0-256 16,72 77-188-16,-60-61-184 0,0 0-504 15,-1-3-284-15,2-4-316 0,2 2-84 16,2-6-120-16,3 4-184 0,3-5-344 16,1-1 232-16,4-3 368 0,-4-3-552 15,0-10-832-15,-12 3-1308 0,8-15-3117 16</inkml:trace>
  <inkml:trace contextRef="#ctx0" brushRef="#br0" timeOffset="19024.078">14905 4219 1760 0,'0'0'10165'16,"0"0"-8873"-16,0 0-668 0,-64 90 340 16,40-53 612-16,0 5-232 0,-4-1-296 15,1 0-224-15,-1 0-176 0,4-3-196 0,-4-3-160 16,8 0-256-16,0-3-36 15,0-4-156-15,0-5-188 0,4-1-168 16,0-6-76-16,8-3-224 0,0-10-324 0,5-3-652 16,-1 0-1348-16,4-9-4477 0</inkml:trace>
  <inkml:trace contextRef="#ctx0" brushRef="#br0" timeOffset="19213.053">15120 4245 7416 0,'0'0'7317'0,"0"0"-6157"0,0 0-408 0,-8 91 444 16,4-59 296-16,0 1-296 0,4-5-500 15,-4 0-416-15,4-6-196 0,0 1-84 16,0-8-48-16,0-1-400 0,0-5-360 16,0 0-120-16,4-5-392 15,-4-1-1040-15,0-3-680 0,-4-7-2709 16</inkml:trace>
  <inkml:trace contextRef="#ctx0" brushRef="#br0" timeOffset="19358.625">15100 4038 8080 0,'0'0'7081'16,"0"0"-6125"-16,0 0-688 0,0 0-32 0,0 0-224 15,0 0-12-15,0 0-224 16,0 0-280-16,0 0-820 0,80-9-788 0,-69 9-3769 0</inkml:trace>
  <inkml:trace contextRef="#ctx0" brushRef="#br0" timeOffset="19977.177">15299 4309 6856 0,'0'0'6265'15,"0"0"-4853"1,0 0-192-16,-3 69 396 0,-1-53-132 15,4-3-404-15,0-4-544 0,0-2-436 0,0-4-88 0,0 0-12 16,7 0-84-16,-3-3-160 0,8-3-36 16,4-7 0-16,4-2-88 15,0-11-112-15,4 0-164 0,0-2-148 0,-1 3 84 16,-2 0 140-16,-1 7 156 0,-9 2 148 16,6 3 124-16,-10 10 140 0,1 0 0 0,-4 0 640 15,-4 10-20-15,4-1 16 16,-4 7-216-16,0 0-36 0,0 0-12 0,5-1-112 15,-1 5 316-15,-1-8 268 0,1-2-616 0,0-4-228 16,0-2-60 0,0-1-76-16,0-3-68 0,4-3 80 0,4-3-72 15,0-5 36-15,0 1-84 0,0-2-16 16,0 3-60-16,0 3 72 16,-1 0-8-16,-2 2 8 0,-1 4 88 0,0 0 144 0,4 4 16 15,-8 2 732-15,4 6-180 0,-1 1-108 16,-7 3-176-16,4 3 28 0,-4 0-28 0,4 0 60 15,-4-3 28-15,5 0 484 16,-5-3-563-16,4-4-277 0,0-3-48 16,0 0-121-16,-1-6-207 0,5 0-112 0,1 0 112 15,-1-2 56-15,7-8-156 0,5-3-224 16,0-3-176-16,8-3 496 16,-8 4-1016-16,4-5-1572 0,-4 5-9 0,-1-2 1413 15,2 5 344-15,-10 2-28 16,2 7 1248-16,-5 3 1700 0,-1 0 140 0,-7 7 5 15,4 1-297-15,-4-1-140 0,0 3-376 0,0 0-188 16,0-4-48-16,-4 1-312 16,4-5-300-16,0-2-176 0,0 4 0 15,0-4 128-15,0 0-76 0,0 0-60 0,0 0-320 16,0-4-112-16,4 2-52 0,1-5-16 16,3 1 8-16,-4 0-336 0,3-1-372 15,-3-2-816-15,5-1-357 0,-5 0-911 16,-1 4-1784-16,-51 73 3728 0</inkml:trace>
  <inkml:trace contextRef="#ctx0" brushRef="#br0" timeOffset="20251.148">16347 3623 12173 0,'0'0'2168'16,"0"0"-1372"-16,0 0-292 0,0 0 440 16,0 0-160-16,0 0-200 0,0 0-276 15,-20 89-48-15,16-52 108 0,0 8 308 0,0 3-124 16,4 5-212-16,0 5-108 0,-3 2-124 16,3 0-8-16,-4 1-100 15,-1-1-8-15,1-3-104 0,-4-3-204 0,4-3-184 16,1-11-308-16,-6 2-228 0,5-7-556 15,0-3-1172-15,0-9-3233 0,-3-4-1663 16</inkml:trace>
  <inkml:trace contextRef="#ctx0" brushRef="#br0" timeOffset="20895.498">17841 3978 5944 0,'0'0'6909'16,"0"0"-5609"-16,0 0-468 0,0 0-212 16,0 0 620-16,0 0 28 0,0 0-664 0,0 0-396 15,0 0-72-15,-96 70 24 0,61-39 136 0,-1 4 96 16,4-7 96-16,4 1-184 0,8-6-156 16,1-4-64-16,6-3-72 15,9-10-12-15,0 1-4 16,4-1-156-16,0-3-68 0,12 3 224 0,4 1-4 15,5 2-124-15,-2-3 60 0,5 4-4 16,-4-4 4-16,3 4-28 0,-2 2 4 16,-10 2 12-16,6-3-28 0,-10 6 112 0,1 2 56 15,-3-1 104-15,-1 2 24 16,-4-1 0-16,0 0-52 0,-9-3 4 16,-2 3-16-16,-5-3-32 0,0 3-88 0,-5-7-52 15,2-1-44-15,3-2 24 16,0-6-112-16,0-3-36 0,4 0-220 0,0 0-196 0,4-10-276 15,0-5-316-15,5-5-1312 16,3-8-3409-16,0 6-1443 16,3-16 6424-16</inkml:trace>
  <inkml:trace contextRef="#ctx0" brushRef="#br0" timeOffset="21216.122">18073 4248 5884 0,'0'0'7533'0,"0"0"-6301"0,-17 83 140 15,6-53 824-15,-1 0-232 0,-1-5-684 16,10-3-747-16,-1-12-533 0,4-4-12 0,0-3 12 16,7-3-84-16,6-3 76 0,6-6-113 15,2-7-183-15,6-6-256 0,-2-3-184 0,-2-1 20 16,-3 1 60-16,0-1 0 16,-8 5-20-16,-1 1-436 0,-2 1 12 15,-1 0 452-15,-8 3 552 0,0 0 104 16,0 4 244-16,0-2 44 0,0 12 344 15,0-2 60-15,0 4-56 0,0 6-200 16,0 4-112-16,0 8 220 0,0 9 36 16,0 1 20-16,0 5 172 0,0-3-140 15,4 5-156-15,-4 0-160 0,0-6-292 16,0-4-24-16,0-6-240 0,0-6-320 0,0-10-160 16,0-3 68-16,7-6-60 0,2-7-324 0,3-9-776 15,-5 0-2624-15,10-17-3165 0</inkml:trace>
  <inkml:trace contextRef="#ctx0" brushRef="#br0" timeOffset="21561.667">18507 3664 3556 0,'0'0'8997'0,"0"0"-7593"16,0 0-832-16,0 0 548 15,4 82 572-15,-4-44-88 0,0 4-412 0,0 5-448 16,0 1-184-16,0-4-15 0,0 4-69 15,0-1-284-15,-4-5-192 0,0-2-72 0,0 0-124 16,0-12-168-16,-1-3 23 0,5-9 161 16,0-3 8-16,0-7-84 0,13-3-132 15,-2-3 144-15,10 4 72 0,-2-4 0 0,9 0-36 16,0 0-84-16,0 2-52 16,0 3 148-16,-4 3 148 0,-4 2-124 0,-4 2-224 0,-5 2 112 15,-2-2 284-15,-1-3 88 16,-8 3 48-16,0 2 172 0,0-1-88 15,-8-5-24-15,-5-1 112 0,2 3 48 0,-6-4-100 16,-2 1-232 0,-1-4-24-16,0 0-48 0,-4 0-76 0,4-3-144 15,-4 0-308-15,0 0-300 0,1-3-836 16,3 0-1260-16,-12-7-2605 0</inkml:trace>
  <inkml:trace contextRef="#ctx0" brushRef="#br0" timeOffset="22409.99">19351 4130 8796 0,'0'0'1796'0,"0"0"-907"16,0 0-221-16,0 0 228 0,0 0 160 0,0 0-20 16,0 0-220-16,0 0-136 0,0 0-92 15,0 0-68-15,0 0-48 0,-28-2-140 16,20 4-248-16,-3 5-84 0,-6 2 16 0,2 7 80 16,-2-3 64-16,-2 8 0 0,3 2 0 15,-5 3 60-15,10 6 64 16,-5 0 68-16,4 1-32 0,0 0-124 15,4-5-156-15,4-5-40 0,0-7-76 16,4-7-56-16,0-3-40 0,0-3-120 16,8-3 84-16,0 0-48 0,8-3 108 0,0-6 144 15,0-7-4-15,4 0-192 0,-5-6-44 0,6-1 36 16,-10 5-40-16,2-1 112 0,-6 2-48 16,1 5 96-16,-3 2 84 15,-5 4 4-15,0 6 124 0,0-3-124 16,4 3 0-16,-4 0-12 0,0 3-36 0,4 6 48 15,0 7 160-15,3 10-12 16,1 2 36-16,1 11-84 0,-5-1 24 0,-1 6-16 16,1 1-8-16,-4 3 96 0,0-1 60 15,0 3 40-15,-7 2-28 0,-6-2-12 0,-2-2-48 16,-2 0 0-16,-2-4 48 16,2-6 24-16,-2 0 256 0,3-6-147 15,-5-7-137-15,10-2-116 0,-5-11-124 16,4 2 84-16,0-8-96 0,-4-4-36 0,1-2-220 15,-2 0 4-15,-2-2 8 16,-1-9-61-16,-1-3-207 0,2-6-96 0,3-6 60 16,-5-5-80-16,10-8-196 0,3 2-776 15,0-2-828-15,8-2-2709 0,0 10 117 16</inkml:trace>
  <inkml:trace contextRef="#ctx0" brushRef="#br0" timeOffset="22684.991">19721 4130 4560 0,'0'0'8889'0,"0"71"-7369"0,0-34-424 16,0 9 464-16,0 4-152 0,0 0-208 0,0 4-480 15,9-3-332-15,-1 7-120 0,3-2-11 16,-2 5-49-16,-1 3-208 0,-4 2-64 15,-4 1-80-15,0 0-113 0,-8-1 29 0,-5 1-16 16,2-7 0-16,-2-6 0 16,2-6 0-16,3-14 12 0,-5-7-24 0,10-13 8 0,-1-9-68 15,4-10-276 1,0-14-320-16,0-9-1100 0,0-10-708 16,4-14-185-16,-4 12-1091 0,3-33-2104 0</inkml:trace>
  <inkml:trace contextRef="#ctx0" brushRef="#br0" timeOffset="22926.494">19650 4142 5520 0,'0'0'4152'0,"0"0"-1871"0,0 0-1589 0,0 0-400 15,88-78 460-15,-56 68 516 16,0 4-376-16,3 3-312 0,1 3-256 16,0 0-48-16,-5 3-128 0,-3 6-92 0,-3 1-56 15,-9 7 0-15,-8-3 0 16,-4 5 88-16,-4 4 96 0,-8 5 28 0,-9 0 12 15,-6 5-104-15,-5-2-20 16,-4 1-100-16,-4-3-60 0,0-4-88 16,4-3-212-16,0-6-148 0,4-4-180 0,4-1-432 15,1-8-640-15,3 0-1397 0,4-3-3803 16,-8 0 3828-16</inkml:trace>
  <inkml:trace contextRef="#ctx0" brushRef="#br0" timeOffset="23462.788">20722 4128 3396 0,'0'0'860'0,"0"0"3668"0,0 0-2355 0,0 0-645 15,0 0-532-15,0 0 196 0,-24 82 156 0,20-47-296 16,0 6-180-16,4 1-208 0,0-4-108 16,0-8-68-16,0-3-216 15,8-8-164-15,0-10-96 0,8-3 44 0,-1-6-48 0,6 0-4 16,7-12-4 0,0-7-124-16,0-4-196 0,-4-5-84 15,3-5-88-15,-7 5-48 0,0 0 92 0,0 2 16 16,-4 1-40-16,-4 6-4 0,-9-1 60 15,2 6 64-15,-5 7 300 0,-5-2 52 0,-6 5 292 16,-1 1 8-16,-8 3 28 16,4 0-52-16,-4 3-152 0,4 3-48 0,1 8-64 15,2-2-12-15,1 1-4 0,5-4-136 0,-2 1-84 16,5-1-188-16,4-2-544 16,0-4-996-16,-4 3-2221 0,4-6-2691 15</inkml:trace>
  <inkml:trace contextRef="#ctx0" brushRef="#br0" timeOffset="23577.497">21220 4245 6688 0,'0'0'6149'0,"0"0"-5437"16,0 0-356-16,99-7 368 0,-71-5 20 0,4-4-460 0,-4-3-284 16,-4-6-200-16,4-7-824 0,-9 10-1244 0,2-17-5017 15</inkml:trace>
  <inkml:trace contextRef="#ctx0" brushRef="#br0" timeOffset="23872.777">21315 3909 5440 0,'0'0'4756'0,"0"0"-2427"0,0 0-1473 16,0 0 400-16,0 0 460 0,8 92-212 15,1-64-208-15,2 7-488 0,10 6-320 0,-10 3-148 16,6 1-32-16,-6 3-152 0,-3 5-156 15,1-2-76-15,-2 4 28 0,-3-2-4 16,0-2-8-16,-4-3 12 0,0 0-12 16,0-4-24-16,0-5-4 15,-4-2-108-15,-3-5-60 0,3-4-12 16,-5-2 12-16,1-7 36 0,4 0 0 0,-3-7 48 16,-2-2-40-16,5-4 28 0,-7-2 0 0,3-4-52 15,-5 0-36-15,-2 0-124 16,-2-10-324-16,-7-3-484 0,1-6-880 0,-1-3-1161 15,0 3-3179-15,-12-19 2437 16</inkml:trace>
  <inkml:trace contextRef="#ctx0" brushRef="#br0" timeOffset="24714.388">23029 3523 3788 0,'0'0'2096'0,"0"0"3165"0,0 0-3617 15,0 0-600-15,0 0-40 0,0 0 164 16,0 0-200-16,0 0-164 0,0 0-344 0,0 0-264 15,-64-63-120-15,40 76-72 0,0 6 0 16,-8 10 144-16,0 9 96 0,1 10 64 16,-1 9 48-16,4 6 60 0,-4 6 12 0,8 8-64 15,1-8-84-15,6 2-48 0,10-5 48 16,3-11 133-16,4-7 23 0,4-11-108 16,7-8-60-16,6-4-88 0,-2-9-48 15,5 0-32-15,-4-7-52 0,4-6-48 16,4 1 4-16,-5-4 36 0,2-4-40 15,3-2-96-15,-5-3-136 0,1-1-132 16,-3-3-108-16,-6 4-133 0,-3-4-27 16,-4 4-28-16,-4-1-96 0,0-2-156 15,-8-1-720-15,0 1-336 0,-8-5-368 16,1 1-53-16,-2-3-99 0,-2 0 108 16,-1 1 936-16,-1-2 1444 0,6 1 1040 0,2 6 512 15,2 4 744-15,3 3 237 0,8 6-449 16,0 0-528-16,0 0-208 0,0 0-180 15,4 0-120-15,7 0-360 0,10 0-160 0,3 0 288 16,4 0 0-16,8 0-255 0,-5 0-233 16,5 0-184-16,0 0-144 15,-1-3-12-15,2-4-96 0,-5 1 60 0,0 0-220 0,-4-1-241 16,-9 1-247 0,1 3-96-16,-8-1-20 0,-4 4-448 0,-3 0-788 15,-5 4-500-15,0 2 364 0,-5 0 783 16,-3 4 685-16,-4-1 776 0,0-2 380 15,-4 2 124-15,5 1 184 0,2 3 61 0,-2 2-5 16,7 5 12-16,-5 2 124 0,9 3 88 16,0 4-200-16,0 2-88 0,0 1-136 15,9 6 280-15,2 1-56 0,2-1-384 0,-2-1-384 16,1-2-52-16,1-3-688 16,2-4-556-16,-2-5-1220 15,2-4-4769-15</inkml:trace>
  <inkml:trace contextRef="#ctx0" brushRef="#br0" timeOffset="26587.69">10953 5750 5244 0,'0'0'6113'0,"0"0"-3569"0,0 0-1544 15,0 0-572-15,0 0 64 0,-101 38 100 0,70-13-116 16,-1 7-68-16,-4 0-36 16,8 2-24-16,0 2 244 0,5-5-236 15,3-5-132-15,8-1-64 0,7-9-100 16,5-4-60-16,0-2-168 0,9 0 168 16,6-1 0-16,6-3 0 0,3 0 4 0,-1 1-4 15,5-3-80-15,-4-2 72 16,0 4-56-16,-5-1 56 0,2 1-64 15,-5 2-40-15,-4 6 52 0,-5 2 24 0,2 3 36 16,-5 0 108-16,-4 3-32 0,0 0 32 16,0 0-8-16,-9 0-16 0,-2 1-36 15,-1-4-48-15,0 0 0 0,0-6-64 0,-1-4-72 16,2 1-144-16,3-4-64 0,0-3-88 16,0-3-92-16,4 0-208 0,-4 0-624 0,4-13-1284 15,0 4-1509 1,1-13-1071-16</inkml:trace>
  <inkml:trace contextRef="#ctx0" brushRef="#br0" timeOffset="26959.637">11159 5994 652 0,'0'0'7508'0,"0"0"-5760"0,-4 76-279 15,-3-37 95-15,-1 2 52 0,-1 0-156 16,5-3-280-16,4-3-476 15,0-7-380-15,0-5-324 0,0-7-112 16,9-7-36-16,-1-6 0 0,3-3 36 16,6 0-40-16,-2-9-156 0,5-8-204 15,1-4-180-15,-2-5-236 0,1-2 4 0,-8-1 84 16,4-3 192-16,-4 7 288 0,0 0 236 16,-4-1 124-16,-4 7 156 15,0 3 212-15,-4 3 104 0,0 4 76 0,0 3 112 16,-4-1 60-16,0 4 12 0,0 3 32 0,4 0-228 15,0 7-336-15,-4 5-152 16,0 7 52-16,4 3 100 0,0 3 96 0,0 5 24 16,4-5-84-16,4 3-40 15,0 1 108-15,3-4-304 0,-2-2-160 0,-5-2-96 16,4-4-128-16,3-4-556 0,-2-1-108 16,2-9-188-16,6 1-1176 0,-6-4-2697 15,1-7-1327-15,4-5 5392 0</inkml:trace>
  <inkml:trace contextRef="#ctx0" brushRef="#br0" timeOffset="27181.424">11754 6035 5320 0,'0'0'5797'0,"0"0"-4705"0,0 0-504 0,-92 42 432 0,68-27 384 15,0 10-132-15,3-2-388 0,10 6-228 16,-1 2-36-16,8-2 28 0,0 3-84 15,4-4-148-15,0-6-220 16,8-2-196-16,0-4-44 0,0-7-128 0,4-2-36 16,4-7-12-16,0 0-160 0,7-13-84 0,1-9-192 15,0-3-296-15,1-8-788 16,-1-2-1152-16,-1-3-2001 0,-7 7-1567 0</inkml:trace>
  <inkml:trace contextRef="#ctx0" brushRef="#br0" timeOffset="27527.36">11960 5540 5732 0,'0'0'1432'0,"0"0"2993"0,0 0-3169 16,0 0 68-16,0 0-400 0,0 0-120 15,0 0-48-15,-68 95 12 0,65-50 76 16,-1 6-80-16,0 6 8 0,4 3-208 0,0 1-128 16,0 5-80-16,0-2-248 0,0 0-108 15,4-11-144-15,0-5-4 0,3-10 52 16,-3-10-88-16,1-12 24 0,-1-4-32 15,4-7-80-15,3-5-104 0,-2-5-92 16,6-7 236-16,-3-4 120 0,4-9-220 16,-4-1 0-16,0 1-40 0,0 3 212 0,1 3 148 15,-2 6-60-15,-3 7-28 16,0 3 8-16,0 3 92 0,4 0 372 16,-1 9 148-16,2 7-236 0,-5 0-88 15,4 6 64-15,-4 0-136 0,0 4 8 16,-1-1-120-16,-3-3 64 0,1 0-8 0,-1-2-68 15,-4-1-196-15,4-3-84 16,0-1-128 0,-1-2-384-16,5-3-1292 0,-4-1-2224 0,1-5-2501 0,-1-2 2234 15</inkml:trace>
  <inkml:trace contextRef="#ctx0" brushRef="#br0" timeOffset="28170.818">12992 6156 3920 0,'0'0'7345'0,"0"0"-6125"0,0 0-872 16,0 0 172-16,0 0 840 0,0 0 24 15,0 0-296-15,0 0-368 0,100 25-248 16,-72-25-68-16,4 0-84 0,3-3-124 0,1-12-196 16,5-8-220-16,-2-6-356 0,5-5-440 15,0-8-536-15,-12 7-1232 0,11-18-3953 0</inkml:trace>
  <inkml:trace contextRef="#ctx0" brushRef="#br0" timeOffset="28393.104">13215 5785 8872 0,'0'0'4073'16,"0"0"-3257"-16,-7 104-16 16,3-53 952-16,4 6-60 0,0-3-424 0,4 0-640 0,-1-3-324 0,5-7-184 15,-4-2-120-15,5-7-136 16,-2-7-132-16,1-5-224 0,5-4-148 0,-2-10-260 15,1-2-244-15,4-7-248 16,0-7-228-16,0-9-440 0,3-7-1861 16,-6 4-715-16,2-22 2224 0</inkml:trace>
  <inkml:trace contextRef="#ctx0" brushRef="#br0" timeOffset="28797.331">13586 5324 9096 0,'0'0'5597'0,"0"0"-4929"0,-4 79-456 16,0-31 352-16,0 12 1000 0,4 1-196 15,0 6-412-15,0-8-296 0,0 2-244 16,4-4-40-16,4-3-120 0,-4-2-196 0,4-6-60 16,-4-4-148-16,4-1-80 0,-4-8-52 15,4-6-40-15,0-7 40 0,-4-11 88 0,0-2-28 16,4-7-100-16,-1-4-72 15,2-5 208-15,-1-3 84 0,3-12-204 16,2-1-44-16,-2-3-180 0,1-1-120 0,-3 4 200 16,2 9 40-16,-3 7 152 15,1 6-96-15,-2 6 352 0,1 9 392 16,4 10 296-16,-4 0-240 0,4 10-124 0,-4 0 32 16,0 4 104-16,0-5 20 0,0 1-52 15,4-7 64-15,-4 0-52 0,0-3-148 16,-4-6-112-16,3-3-116 0,-2-7-16 0,3-2-48 15,0-4-48-15,-1 0-184 16,6-4 36-16,2-2-160 0,2-7-252 0,-2-3-120 16,5 1-84-16,-4 2-344 0,0-3-744 15,5 3-744-15,-6-2-505 0,1 5-31 16,0-2-1688-16</inkml:trace>
  <inkml:trace contextRef="#ctx0" brushRef="#br0" timeOffset="28916.856">14119 6140 728 0,'0'0'2516'0,"0"0"520"15,0 0-244-15,0 0-251 0,0 0-709 0,0 0-436 16,28 79-292-16,-28-56-224 0,5-4-120 15,-1 0-44-15,0-7-380 0,8 1-336 0,-5-9-280 32,6-4-464-32,2 0-200 0,5-13-88 0,5-10-532 0,-1-5-968 15,-1-10-2197-15,1 9-2039 0</inkml:trace>
  <inkml:trace contextRef="#ctx0" brushRef="#br0" timeOffset="29262.616">14590 5603 640 0,'0'0'9832'16,"0"0"-8235"-16,0 0-973 0,0 70 104 16,0-34 644-16,0-2 204 0,4 4-344 15,0 1-404-15,0-2-236 16,4 4-112-16,4-3-212 0,4 4-96 0,0-4 680 16,-1-3-644-16,-2-2-208 0,-1-6-84 15,-5-4-88-15,-3-1-168 0,1-3-28 16,-5-6 136-16,-9 3-136 0,-2-7-96 0,-6 0-128 15,-2-2-16-15,-5-1 164 16,0-2 96-16,-4-4 84 0,5-4-84 0,-5-5-296 16,0-4-428-16,0-6 20 0,-4 0 568 15,4-3-168-15,8 3 48 0,0 0-284 0,8 7 852 16,4 5 36-16,8 0 220 0,8 7 152 16,4-3 564-16,11 1 60 0,5-5 248 15,8-3 40-15,5-3-192 16,10-6-376-16,1-3-344 0,12-3-360 0,-5-4-12 15,5 1-232-15,-4 0-652 0,-4 5-784 16,-17 4-1188-16,13-3-4469 0</inkml:trace>
  <inkml:trace contextRef="#ctx0" brushRef="#br0" timeOffset="32003.12">16263 6061 3848 0,'0'0'9569'0,"0"0"-7969"15,0 0-556-15,0 0-664 0,0 0 476 16,0 0 160-16,84 25-336 0,-52-19-204 0,0-6-204 16,4 0-200-16,-1 0 20 0,-3-8-92 15,4-6-76-15,1-2-156 16,-6-6-380-16,5 0-400 0,-4-7-432 15,-4 4-1028-15,-9 3-1885 0,2-9-3947 0</inkml:trace>
  <inkml:trace contextRef="#ctx0" brushRef="#br0" timeOffset="32230.334">16535 5731 9988 0,'0'0'2061'15,"-25"82"-261"-15,14-25 248 0,-2 13-248 16,6 3-408-16,-1-2-388 16,4-2-416-16,0-6-184 0,4-6-272 0,0-13-132 0,8-8-160 15,0-11-120-15,-1-9-60 0,6-10 12 16,2-6-76-16,6 0-64 0,-1-12-72 16,3-7-200-16,-3-10-692 0,0-2-556 15,0-5-420-15,0-5-289 16,0-3-471-16,-4-4-1652 0,4-3 3748 15</inkml:trace>
  <inkml:trace contextRef="#ctx0" brushRef="#br0" timeOffset="32574.762">16813 5505 1356 0,'0'0'1148'15,"0"0"2020"-15,0 0 800 0,0 0-2291 0,0 0-673 16,0 0-72-16,0 0-284 0,0 0 164 16,0 0-80-16,0 0 100 0,-4 108-72 0,4-57 24 15,0 2-32 1,0 5 0-16,0 6-140 0,0 0-220 0,0 1-100 15,-7-1-124-15,-2 0-68 0,1-7-64 16,5-13-36-16,-1-6-96 0,4-9-40 16,0-13 0-16,0-7-56 0,0-6 32 15,0-3 76-15,4 0-64 0,3-8 48 0,6-3 100 16,2-5 0-16,2-2-108 0,-2-2-76 16,1 1-12-16,-4 4 24 0,0 2 24 0,0 7 12 15,-4 3-72-15,0 3-4 0,0 0 212 16,0 9 320-16,0 7-52 15,-1 3-8-15,6 0 20 0,-5 7 28 0,3-5-152 16,-2-2 68-16,-1 0 4 0,3-6-104 16,2-1-120-16,-5-1-4 0,3-8-60 15,-2 0-4-15,2-3-8 0,1 0-380 0,4 0-232 16,-4-6-192-16,4-5-224 0,0 3-1032 16,4-5-916-16,-8 3-1797 15,4-3-563-15</inkml:trace>
  <inkml:trace contextRef="#ctx0" brushRef="#br0" timeOffset="32848.985">17255 6254 272 0,'0'0'2284'0,"0"0"2840"16,0 0-1187-16,0 0-2337 0,0 0-212 0,0 0 20 16,0 0-180-16,0 0-248 0,0 0-132 0,0 0-356 15,0 0-188-15,52-44-172 0,-31 22-132 16,-6-3-232-16,1-2-112 16,0 6-48-16,-4 2 24 0,-4 3 44 0,0 6 152 0,-8 4 92 15,0-1 80-15,0 7 0 16,-8 0 4-16,0 0 56 0,-4 4-60 15,0 5-40-15,-4 5 40 0,0 7 92 0,4 2 232 16,0 5-56-16,1 4-44 0,2-4 68 16,5 4 28-1,0 0-24-15,4-3-40 0,0-4-140 0,0-6-116 16,12-3-156-16,1-4-128 0,2-5 88 16,5-4-60-16,0-3-136 0,4-3-112 0,4-10-128 15,-4-3-324-15,4-3-892 0,-4 3-2156 16,4-16-2353-16</inkml:trace>
  <inkml:trace contextRef="#ctx0" brushRef="#br0" timeOffset="37961.085">18614 6131 8688 0,'0'0'1552'15,"0"0"1209"-15,0 0-805 0,0 0-296 16,24-74-328-16,-20 59-100 0,-4 2-252 0,0 0-200 15,0 7-124-15,0 3-95 0,0 0-53 16,0 3 12-16,0 0 132 0,-4 0-156 16,-4 9-328-16,-8 4-168 0,-7 12-168 0,-5 8 60 15,-4 11 108-15,4 3 0 16,0 7 144-16,4-3-140 0,8 0 4 0,0-13 40 0,8-7-48 16,0-12-120-16,8-9-72 15,0-7-88-15,0-3-80 0,8-10-112 16,8-5 204-16,0-7 40 0,3-7-40 15,2-3 0-15,-1 0-61 0,-5 4-83 16,-2 6 72-16,-2 2 48 0,1 11-52 16,1 3-48-16,-2 6-12 0,2 0 136 0,-2 6 268 15,6 10 0-15,-2 7 84 16,1-2 76-16,0 9-48 0,0 1 36 0,4 4 228 16,-4 3-104-16,-4 7-16 0,0 2-12 15,-8 7 12-15,-4 6-100 0,0 4-8 16,-4 2 44-16,-8 4-32 0,-4-6-51 0,0 0 35 15,0-8-32-15,0-1-52 16,4-11 48-16,0-9-12 0,0-10-88 0,4-6 0 16,0-12 4-16,-4-4 52 0,5-3-64 15,-10-7-304-15,2-8-97 0,-6-12 49 0,-3-3 24 16,1-5-52-16,3-7-132 16,-4-2-272-16,0 0-532 0,4 2-944 0,4 4-460 15,8 9-405-15,4-9-2011 0</inkml:trace>
  <inkml:trace contextRef="#ctx0" brushRef="#br0" timeOffset="38257.532">18893 6073 1004 0,'0'0'8400'16,"0"0"-6479"-16,0 0-533 0,0 0 240 0,24 67 48 15,-20-38-264-15,-1 6-432 16,6 6-268-16,3 6 196 0,-5 11-112 0,2 2-312 16,-1 10-264-16,0 6-112 0,-1 3-60 15,2 3-48-15,-1 5-8 0,-4-2-4 16,3-2-84-16,6-3 24 0,-5-10-24 16,3-4 88-16,2-12-164 0,-2-10-60 0,2-13 60 15,-5-5-56-15,-5-13-140 0,5-6-144 16,-4-7-312-16,0-10 428 0,-4-12-220 15,5-6-28-15,-5-11-268 0,0-8-1120 16,0 12-1957-16,0-32-1859 0</inkml:trace>
  <inkml:trace contextRef="#ctx0" brushRef="#br0" timeOffset="38514.581">18952 6264 7612 0,'0'0'2332'16,"0"0"-371"-16,0 0-977 15,0 0-268-15,0 0 388 0,0 0-96 16,53-67-304-16,-33 58-252 0,-1-1-168 0,5 4-36 16,4 0-36-16,0 3 12 0,4 3-100 0,0 0-52 15,-4 6-72-15,-4 6 0 0,-5 4-60 16,-2 6 52-16,-10 4-4 16,-3-1 12-16,-4 3 0 0,-4 5 0 0,-3-5-48 0,-6 1 48 15,-2-4-12-15,-2-3-72 16,2-3-164-16,-5-6-76 0,0 0-212 0,4-4-68 15,-4-2-188-15,0-4-368 16,4-3-676-16,4 0-989 0,-8 0-2803 0</inkml:trace>
  <inkml:trace contextRef="#ctx0" brushRef="#br0" timeOffset="39364.63">20168 5903 4212 0,'0'0'4096'0,"0"0"-1560"15,0 0-827-15,0 0-573 0,0 0-144 0,0 0-212 16,0 0-52-16,0 0 0 0,0 0 400 16,92-17-424-16,-64 17-136 15,4 0-140-15,0 0-60 0,3 0-148 16,5 0-76-16,0 0-56 0,8 0-76 0,0 0 36 16,3 0-48-16,1 0-100 15,0 0 96-15,-1 0-56 0,-6 10 12 0,-10-1-100 16,-3 3 140-16,-8 5-4 0,-4 2 0 15,-4-4-28-15,-4 8 40 0,-9-4 96 16,-3 3 4-16,-3-3 44 0,-5 3-56 0,-12 1-84 16,0-2 80-16,-8-2 40 15,-3-2-40-15,-5 2-76 0,0-3-8 0,-4-4-8 16,-4 1-152-16,0-4-72 0,0-2-36 16,1-1-124-16,2 1-108 0,6-4 92 15,7-3-32-15,4 0-68 0,4 0-260 0,13 0-284 16,2 0-396-16,5 0-904 15,0 0-2125-15,9 0-1663 0</inkml:trace>
  <inkml:trace contextRef="#ctx0" brushRef="#br0" timeOffset="39611.191">21121 6328 784 0,'0'0'9528'0,"0"0"-7455"0,0 0-1041 0,0 0 100 15,0 0 140-15,0 0-216 0,-100 76-324 16,68-63-212-16,-4 2-76 0,4-5-12 16,0 0-100-16,-4-3-124 0,1-2-128 15,-1 1-80-15,-5-3-96 0,2 1-64 16,-1-1 0-16,-4-3-196 0,4 0-164 0,1 0-160 16,7 0-16-16,4-3-208 0,8-1-264 15,8 1-368-15,8 0-704 0,4 0-2053 16,4-2-1851-16</inkml:trace>
  <inkml:trace contextRef="#ctx0" brushRef="#br0" timeOffset="39894.295">21762 5620 7324 0,'0'0'2088'0,"0"0"569"16,0 0-1089-16,0 66-172 0,0-30-12 15,0 10 148-15,4 6-56 16,-4 8-472-16,0 3-296 0,0 4-136 16,-4 3-27-16,-1-3-121 0,-2-1-232 15,-1-6-144-15,0-9-48 0,4-9-124 16,-1-11-92-16,5-9-76 0,0-6-96 15,0-9-121-15,0-4-175 0,0-3-160 0,0-6-444 0,0-7-860 16,0-6-2936-16,0 6-209 16</inkml:trace>
  <inkml:trace contextRef="#ctx0" brushRef="#br0" timeOffset="40068.189">21686 6007 5684 0,'0'0'1172'0,"0"0"4753"0,0 0-4209 16,0 0-368-16,0 0 168 0,0 0-20 0,0 0-148 15,88-13-164-15,-56 16-179 0,7 4-229 16,-2-4-172-16,-5 0-168 0,7-3-220 0,-7 0-208 16,4-3-8-16,-1-10-240 0,-3-3-232 15,4-6-240-15,-4-3-112 0,-4-8-149 16,-4 2-935-16,0-1-2124 0,-4 1-2353 16,-8 12-2502-16</inkml:trace>
  <inkml:trace contextRef="#ctx0" brushRef="#br0" timeOffset="40231.215">22193 5635 2980 0,'0'0'456'0,"0"0"6004"16,0 0-4735-16,0 0-109 0,0 0-244 0,7 70-176 15,1-41 108-15,0 9-140 0,0 0 40 0,0 9-52 16,0 5-156-16,-4 2-351 0,-4 5-365 16,0 5-148-16,-4 0-132 15,0-1-80-15,-8 1-140 0,4-1-288 0,0-6-589 16,-4-6-331-16,9-13-1396 0,-6 4-4305 15</inkml:trace>
  <inkml:trace contextRef="#ctx0" brushRef="#br0" timeOffset="41144.547">23989 6169 716 0,'0'0'484'0,"0"0"180"0,0 0 3228 0,0 0-1460 0,0 0-748 15,0 0-147-15,0 0-433 16,0 0 4-16,0 0-256 0,-84-41 220 0,76 47-352 16,-3 13-172-16,-2 3-160 15,2 7 68-15,3 6 88 0,3 3 100 16,1 2-44-16,0-1-160 0,4-1-168 16,0-10-112-16,0-2-88 0,0-10-24 0,4-3-48 15,5-4-76-15,-1-6-120 0,3-3 36 16,2 0-36-16,6-3 76 0,1-6-188 15,1-9-184-15,2-6-148 0,-3-1-152 16,-4 0-144-16,0-1 144 0,-1 1 12 0,-2 2 20 16,-5 1 12-16,-1 6 288 0,-2 7 460 15,-5 2 24-15,4 4 320 0,-4 3 76 16,0 0 40-16,4 7 248 0,0 2 84 0,0 7 0 16,3 3-116-16,2 4-84 15,-5-4 28-15,4 0-68 0,-5 0-96 0,1-4-136 16,-4-2-136-16,4-4-184 0,-4-5-100 15,0-1-120-15,4-3-88 16,-4 0-280-16,5 0-252 0,-5-7-428 16,4-2-1876-16,3-10-4541 0</inkml:trace>
  <inkml:trace contextRef="#ctx0" brushRef="#br0" timeOffset="41495.594">24232 6143 404 0,'0'0'640'15,"0"0"8992"-15,0 0-7599 0,0 0-417 0,0 0-80 16,24 86-20-16,-20-61-192 0,0 1-316 16,0-1-484-16,-4-2-280 0,0-4-244 15,4-3 0-15,-4-4-84 0,0-2 12 16,4-4-64-16,-4-3-144 0,7-3-100 16,-2 0-212-16,7-3 136 0,-1-7-124 15,2-2-164-15,-2-4 8 16,2-1-8-16,-1 3 104 0,-5-3 84 0,6 4 200 15,-5 1 224-15,-5 2 132 0,1 7 80 16,0 0 260-16,0 3 228 0,-4 0 100 16,5 0 100-16,-1 6-132 0,0 1-28 0,-1 2-48 0,1 3-128 15,4 1-16-15,-4 4 172 0,5-5-36 16,-2-2-212-16,1-1 4 16,-4 1-128-16,0-1-216 0,4 1 0 15,0-4-160-15,-4 4-192 0,4-4-444 16,4 1-212-16,4-5-264 0,4-2-1196 15,4-2-3137-15,-5-5-1467 0,9-12 6384 16</inkml:trace>
  <inkml:trace contextRef="#ctx0" brushRef="#br0" timeOffset="41879.011">24829 6194 1632 0,'0'0'52'0,"0"0"8368"16,0 0-6295-16,0 0-885 15,0 0 560-15,-51 67-20 0,35-36-208 16,-4 5-320-16,8-1-212 0,1-1-224 0,2-5-139 15,1-7-265-15,8-9-412 0,0-1-72 16,0-5-244-16,8-3-20 0,4-4 67 0,0 0 85 16,4-11-20-16,4-3-52 0,4-10-96 15,0-4-148-15,4-4-100 0,0 0-164 0,0-2-208 16,-1-5-84-16,1-5-136 0,4-7-184 16,0-2-32-1,-4-8 8-15,-1-6 395 0,-6-3 657 0,-1 0 284 16,-12 1 64-16,-4 8 336 0,-4 4 233 15,-4 13-93-15,-4 12 332 0,-1 9 380 0,2 11 408 16,-1 6-460-16,4 6-116 0,0 0-188 16,-5 6-288-16,6 6-424 0,-5 11 128 15,0 6 20-15,3 8 308 0,2 2 172 0,-1 8-116 16,4 1-108-16,0 6-63 0,0 6-109 16,0 3-112-16,0 8-104 0,0-1-136 15,-4-4-24-15,4-2-64 0,0-5-312 0,0-7-120 16,0-11 11-16,4-6-199 0,3-2-184 15,6-8-556-15,-2-6-1008 16,-2-7-2072-16,10-3-2813 0</inkml:trace>
  <inkml:trace contextRef="#ctx0" brushRef="#br0" timeOffset="43061.309">12614 7785 7064 0,'0'0'832'0,"0"0"-248"15,0 0 1897-15,0 0-21 0,0 0-748 0,0 0-628 16,0 0-372-16,0 0-92 0,44 72 100 16,-28-30-16-16,-4 6-128 0,-1 6-88 0,2 6-36 15,-6 7 12-15,1-1-136 0,-4 1-48 16,0 3-96-16,1-4-180 0,-5-6 0 15,0-5-4-15,4-11-100 0,-4-9-104 16,3-9-148-16,-3-14 8 16,4-3-192-16,-4-4-160 15,4-5-400-15,-4-7-652 0,4-5-456 0,0-8-1857 16,-4 4-103-16,0-12-1692 0</inkml:trace>
  <inkml:trace contextRef="#ctx0" brushRef="#br0" timeOffset="43203.009">12798 8293 7188 0,'0'0'2968'0,"0"0"-1203"0,0 0-129 0,75-3 36 0,-43 3-312 16,-1 3-404-16,5 3-76 16,-4-4-140-16,0 3-92 0,4-5-208 0,-5 0-244 0,2-7-100 15,-1-5-96-15,0-4-96 16,0-6-296-16,-4-3-476 0,-1-8-328 16,-7 2-624-16,-4 5-2772 0,-4-9-5257 15</inkml:trace>
  <inkml:trace contextRef="#ctx0" brushRef="#br0" timeOffset="43396.453">13243 7861 5276 0,'0'0'4212'0,"0"0"-1979"0,0 0-1053 0,0 0 28 16,4 73 296-16,4-44 36 0,4 2-412 0,0 1-280 15,1 3-72-15,-2 5-156 0,1 0-144 16,0 7-196-16,-4-3-144 0,-4 7-136 15,0-3 0-15,0 3-172 0,-4-1-292 16,0-6-388-16,0 5-132 0,0-8-412 0,3-13-1160 16,2 7-3665-16</inkml:trace>
  <inkml:trace contextRef="#ctx0" brushRef="#br0" timeOffset="43753.026">14084 8290 1552 0,'0'0'11885'0,"0"0"-10365"0,16 70-728 0,-8-36 340 16,3 1 392-16,-2 4-208 0,-1-8-460 15,0-2-480-15,0-7-240 0,0-6-136 0,4-3-232 16,-5-7-344-16,2 0-156 15,3-6-116-15,-9 0-316 0,5-9-824 16,-3-1-2801-16,-5-12-3063 0</inkml:trace>
  <inkml:trace contextRef="#ctx0" brushRef="#br0" timeOffset="43911.192">13956 7880 4840 0,'0'0'7049'0,"0"0"-5629"0,0 0-656 16,0 0 156-16,0 0-224 0,0 0-624 0,96-16-72 16,-64 16-428-16,3-3-784 0,-10 3-1340 15,19-4-3301-15</inkml:trace>
  <inkml:trace contextRef="#ctx0" brushRef="#br0" timeOffset="44154.795">14574 8013 6976 0,'0'0'7037'0,"0"0"-5457"15,0 0-940-15,-32 80 36 0,20-55 872 16,-4-2 136-16,8 2-576 0,-3-3-524 0,7 0-351 16,-1-3-173-1,5 3-52-15,0-2-8 0,5-1 0 16,6-1-12-16,5-1 12 0,4-1-172 16,0-4-9-16,4 1-3 0,0-4 16 0,0 1-4 15,0-4-12-15,0 0-20 0,-1 1 44 16,-2-1 64-16,-5-3-52 0,-1 4-36 0,-7-1-48 15,-4 4-24-15,1-1 12 0,-5 3 60 16,-9 7-40-16,-6 2-132 16,-6-3-692-16,-3 5-1004 0,9-11-1860 0,-21 7-2957 15</inkml:trace>
  <inkml:trace contextRef="#ctx0" brushRef="#br0" timeOffset="45514.826">15877 8108 3708 0,'0'0'484'16,"0"0"5292"-16,0 0-4063 0,0 0-341 0,0 0-240 15,0 0-56-15,0 0-172 0,0 0-200 16,0 0-172-16,0 0-72 16,8 7-76-16,-8-7-52 0,4 3-60 0,0 7-76 15,4-2 124-15,0 9 36 0,0-1 60 0,0 6-100 16,-1 0-84-16,2 3-72 15,-5 1-28-15,0 0-20 0,0 2-64 16,-4 1-44-16,0-4 4 0,0 4 40 0,0-6-4 16,-4-2-44-16,4-4-48 0,0-8 0 0,0-4 36 15,0-1-76-15,0-4 28 16,0 0-12-16,0 0-136 0,0-6 0 0,4-6-84 16,0-7 36-16,3-11 0 15,-2 2-40-15,3-4 52 0,0 4-28 0,-1 0 136 16,2 2 88-16,-1 6 0 0,-1 1-28 15,1 4 72-15,1 2-8 0,2 3 4 16,-3 4 8-16,0 0 72 0,0 2 28 0,0 1 0 16,-4 3-96-16,4 0 44 0,0 3 36 15,0 4 88-15,4 2 64 0,-8 7-16 16,4 0 12-16,0 3-84 16,-8 0 0-16,4 0-16 0,-4 4-72 15,0-1 8-15,0 0-68 0,0-3-48 0,-4 0-28 16,4-6-264-16,-4-4-264 0,4-6-156 15,0-3-104-15,0 0-676 0,4-3-728 16,8-10-2185-16,-9 4-1495 0,10-16 2504 16</inkml:trace>
  <inkml:trace contextRef="#ctx0" brushRef="#br0" timeOffset="45793.856">16280 8229 4512 0,'0'0'352'0,"0"0"5444"0,0 0-4355 15,0 0-353-15,4 89 4 0,-1-60 236 16,1-1-36-16,4-2-236 0,-4-3-244 0,5-9-112 15,-2-1-220-15,1-7-236 16,5-6-36-16,2 0-112 0,1-8-36 0,4-9-60 16,0-5-240-16,0-6-264 0,3-4-48 15,-6 0-12-15,-2 1 44 0,2 5 64 16,-10 3 48-16,-3 4 96 0,0 4 100 16,-4 5 212-16,0 1 248 0,-8 2-124 15,-3 4 324-15,-6 3-16 16,2 0-160-16,-5 7-60 0,-1 2 8 15,6 7 0-15,-5 6 4 0,4-2 8 0,4-1 24 16,-4 0-60-16,9-5-196 0,-2 3-84 16,1-7-160-16,4 3-260 0,-3-7-408 0,7 3-504 15,-4-5-1472-15,4-4-3061 0,0 0-1926 16</inkml:trace>
  <inkml:trace contextRef="#ctx0" brushRef="#br0" timeOffset="46045.37">16542 8054 6444 0,'0'0'1288'0,"0"0"1740"16,0 0-1907-16,76-11-301 0,-52 13 312 0,0 4 172 16,-8 11-372-16,3-2-292 0,-2 8-128 15,-6 2 120-15,-3 0 132 0,-3 7-136 16,-5-3-100-16,0 5-88 0,0-2-184 16,-5-3-72-16,-3-3-76 0,5-8-32 0,-1-5-4 15,4-7 12-15,0-2-36 0,0-4-36 16,0 0-12-16,0-4-52 0,4-8-20 15,3-8-52-15,6-5-20 0,2-6-16 16,2-7-256-16,-2 2-180 0,5-2-32 0,1 4-160 16,-6 1-368-1,5 1-840-15,-4 13-2197 0,0-6-2743 0</inkml:trace>
  <inkml:trace contextRef="#ctx0" brushRef="#br0" timeOffset="46614.146">17072 8032 1420 0,'0'0'10933'0,"0"0"-8869"16,24 69-364-16,-11-36-164 0,-6-1-104 15,1-1-220-15,-4 1-444 0,4-10-464 0,-4 1-240 16,0-7-56-16,0-5-8 0,0 0-76 16,-4-5-92-16,4 1-212 15,-4-7-228-15,4 0 56 0,0 0 248 0,-4-7 8 16,8-5 64-16,-4-1 44 0,4-6-32 16,0 0-52-16,-1-4-12 0,2 1 60 0,3 0 112 15,-5 3 64-15,6-3 36 0,-2 3-40 16,2 6 52-16,-1 4 104 0,-5 2 184 15,1 4 20-15,1 3 12 0,-2 0 160 0,-3 10-60 16,0-1-140-16,0 7 64 16,1 0-28-16,-5 0 4 0,4-1-64 15,-4-2-112-15,0-3-84 0,0-4-60 0,0-3-8 16,3 0-64-16,1-3 72 0,4-3-72 16,5-6 0-16,-2-4 68 15,9-3-144-15,0-6-204 0,0 0-188 0,4 2 48 16,-5 5 100-16,2 2 120 0,-1 4 88 15,-5 6 84-15,-3 3 100 0,-3 0 76 16,2 6 332-16,-7 3 156 0,5 4 24 16,-1-1-28-16,-5 5-168 0,1-1-88 15,0-1-12-15,0 4 12 0,-4-3 157 0,4 0-97 16,-4-4-236-16,5 1-128 16,-2 0-84-16,-3-7-184 0,4 4-240 15,4-3-281-15,0-4-175 0,8 0-4 0,0-3-700 16,4-10-520-16,0-5-1976 0,-1 2-1177 15</inkml:trace>
  <inkml:trace contextRef="#ctx0" brushRef="#br0" timeOffset="46802.917">17897 8093 1472 0,'0'0'6400'0,"0"0"-1403"15,0 0-3065-15,0 0-700 16,0 0 72-16,0 0 152 0,0 0-8 0,-24 85-276 16,16-66-215-16,0-3-277 0,4-5-232 15,4-3-184-15,-3-4-208 0,3-4-56 0,0 0-84 16,0 0-84-16,3 0-4 0,1-4-56 15,4-2-64-15,0-3 112 16,4-1-48-16,0-6-224 0,-1 3-141 16,-2 4 9-16,-1-4-4 0,-4 4-72 15,3 3-260-15,-2-4-416 0,-5 1-608 16,0-2-656-16,0 6-2053 0,0-5-2231 0</inkml:trace>
  <inkml:trace contextRef="#ctx0" brushRef="#br0" timeOffset="47542.759">17893 8153 1604 0,'0'0'1240'0,"0"0"364"15,0 0 1688-15,0 0-1492 0,0 0-712 16,0 0-379-16,-16-67 71 0,8 57 28 0,0 2-68 15,0 4-144 1,0 1 0-16,0-1 44 0,0 4 0 0,1 4-248 16,-6 3-4-16,5 8 108 0,1 3 272 15,-6 6 24-15,5 4 28 0,1 1-48 0,3-1-116 16,-5 5-72-16,5-5 21 0,0-2-93 16,4-1-224-16,0-9-156 0,0-1-8 0,0-8-124 15,8-1-76-15,5-3-92 16,-2-3-24-16,6 0 48 0,2-3-220 0,1-10 24 15,4-2-133-15,0-8-15 0,0-2 0 16,0-4-72-16,0 0-152 0,-4 1-84 16,-1-1 104-16,2 1 172 15,-10 3-4-15,2 2 88 0,-5 0 212 16,-5 11 224-16,1 2 172 0,-4 7 276 16,0 3 112-16,0 0 8 0,0 3-72 0,0 11-104 15,0 1 40-15,-4 8 32 0,4 2 100 16,-3 0 68-16,3 4 12 15,0-4-143-15,0 1-225 0,0-7-184 0,0-3-92 16,3-7-76-16,1-2-236 0,4-4-117 16,1-3-103-16,2 0-104 0,1-14 0 15,4 2-504-15,1-9-1340 0,-10 4-2925 0,9-15-3695 16</inkml:trace>
  <inkml:trace contextRef="#ctx0" brushRef="#br0" timeOffset="47770.109">18220 7645 40 0,'0'0'10816'0,"0"0"-8503"0,0 0-537 16,-5 63-140-16,5-30 112 16,9 4-28-16,-5 2-404 0,4 1-343 15,-1 6-377-15,2-2-224 0,-1 0-140 0,-4 1-112 16,3 2-120-16,2-2-48 0,-1-1-48 0,-1-3-196 15,-3-5-192-15,4-2-108 16,-3-9-125-16,-1 5-51 0,-4-8-260 0,4 0-596 16,-1-7-1416-16,-3 5-3289 0</inkml:trace>
  <inkml:trace contextRef="#ctx0" brushRef="#br0" timeOffset="49926.358">18980 8163 8756 0,'0'0'2132'15,"0"0"-615"-15,0 0-329 0,0 0 28 16,0 0 196-16,0 0-288 0,0 0-320 15,25 66-272-15,-22-38-116 0,1-2 4 0,0 3-16 16,1-3-136-16,-5-8-168 0,0 1-100 0,0-6-84 16,4-4-148-16,-4-5-184 0,0-1-272 15,0-3-224-15,0 0-456 0,0-10-1180 16,0 1-3533-16</inkml:trace>
  <inkml:trace contextRef="#ctx0" brushRef="#br0" timeOffset="50093.604">19029 7857 11205 0,'0'0'2028'0,"0"0"-1100"16,0 0-44-16,0 0 312 0,0 0-520 0,0 0-396 16,0 0-280-16,84 11-536 0,-65-11-812 0,-3-4-1472 15,0 1-4581-15,-4-1 3205 16</inkml:trace>
  <inkml:trace contextRef="#ctx0" brushRef="#br0" timeOffset="50403.232">19244 8080 196 0,'0'0'7800'0,"0"0"-5084"16,0 0-711-16,8 89 3 0,-5-57-132 0,1-4-248 15,-4 0-376-15,4-5-564 0,1-4-348 0,-5-6-316 16,4-3-24-16,0-4-168 0,0-3-176 15,-1 0-60-15,1-3-112 0,5 0 88 16,-1 0 20-16,-1-6-100 0,1-7-260 0,5-1-124 16,-2 0-176-16,1-2 28 15,0 0 252-15,0-1 328 0,-3 3 268 0,2 0 192 16,-3 5 96-16,0 2 184 16,0 4 152-16,0 3 68 0,-4 0 20 15,4 3 48-15,0 4 248 16,-4 5-196-16,4 1-248 0,-4-1-8 0,3 5-28 0,-3-4 36 15,1 2-52-15,-1-1-172 16,0-5-148-16,0 0-92 0,3 1-228 0,2-4-524 16,3-3-460-16,-5 1-616 0,6-4-3321 15</inkml:trace>
  <inkml:trace contextRef="#ctx0" brushRef="#br0" timeOffset="51512.864">20642 7928 80 0,'0'0'8464'0,"0"0"-5955"15,0 0-945-15,0 0-580 0,0 0-44 0,0 0 244 16,0 0 108-16,-4 69-252 16,8-30-284-16,-4 1-144 0,0 2-160 0,0-4-72 15,0 0-48-15,0-6-116 0,0-9-152 0,0-4-64 16,0-11-112-1,0-1-288-15,0-7-420 0,0 0-40 16,4-3-168-16,1-6-708 0,-1-1-2712 0,-1-19-3821 16</inkml:trace>
  <inkml:trace contextRef="#ctx0" brushRef="#br0" timeOffset="51676.912">20518 7699 5548 0,'0'0'7037'16,"0"0"-5317"-16,0 0-624 0,0 0-76 0,0 0 252 16,0 0 48-16,49 67-376 0,-34-55-576 15,5-2-368-15,1-7-380 0,7 0-184 16,-5-3-308-16,9-6-652 0,-8-4-2412 0,11-8-4277 16</inkml:trace>
  <inkml:trace contextRef="#ctx0" brushRef="#br0" timeOffset="51940.35">21196 7553 40 0,'0'0'11749'16,"0"0"-9881"-16,-24 85-652 0,20-43 308 0,0 9 316 16,4 3 172-16,-4 4-564 0,4-2-583 15,0 5-405-15,0-4-172 0,0 0-128 16,4-6-76-16,-4-4-80 0,8-9-4 0,0-3-40 15,4-12 32-15,-1-4 8 0,10-7-12 16,-5-3-72-16,0-2-100 0,4-4-44 16,-1-3-88-16,1 0-12 0,-3-6-36 15,-2-5-73-15,-2 0-51 0,-2-8-192 16,-3-1-300-16,-8-2-388 0,0-6-1004 16,-4-1-1692-16,-7 7-1377 0</inkml:trace>
  <inkml:trace contextRef="#ctx0" brushRef="#br0" timeOffset="52133.69">20905 7817 8948 0,'0'0'5881'15,"0"0"-4697"-15,0 0-780 0,0 0 120 0,0 0 556 16,0 0 228-16,0 0 36 0,0 0-432 16,79 54-255-16,-42-51-209 0,7 1-96 0,-1-4-124 15,5-4-80-15,-4-6-144 16,4 0-4-16,-5 1-184 0,-2-4-216 15,-2 0-216-15,-3 4-173 0,0 0-283 16,-1-1-1348-16,-7 4-3576 0,8-4-5693 0</inkml:trace>
  <inkml:trace contextRef="#ctx0" brushRef="#br0" timeOffset="52330.471">22363 8175 4272 0,'0'0'14613'16,"0"0"-11853"-16,0 0-1775 0,0 0-561 15,0 0-148-15,0 0 52 0,0 0 444 0,0 0-352 16,0 0-420 0,0 0-496-16,0 0-336 0,4 7-260 0,-8-11-1073 0,-11-5-5955 15</inkml:trace>
  <inkml:trace contextRef="#ctx0" brushRef="#br0" timeOffset="57491.934">3426 10613 2256 0,'0'0'1240'16,"0"0"452"-16,0 0 3156 0,0 0-2875 15,0 0-365-15,0 0-352 0,0 0-60 0,0 0-20 16,0 0-196-16,-8-41-216 0,8 41-300 15,0 4-228-15,4 8-164 0,7 11 268 16,-2 9 224-16,7 8 56 0,-4 11-208 0,0 7-167 16,-5 1-133-16,-3 8-52 15,1-3-56-15,-1 0 4 0,0-4-8 0,0-6-80 16,-4-3 68-16,7-11 0 0,-3-1-48 16,5-7 56-16,-1-4-104 0,-1-6 59 15,1-5-51-15,1-5-104 0,2-2-148 0,1-7 120 16,4-3 184-16,5-3 48 0,2-11 40 0,5-5-40 15,0-6-100-15,0-9 4 16,0-4-24-16,0-6-76 16,-4-4 12-16,-5-4-12 0,1 2 100 15,-4 0-140-15,0 5 4 0,-4 3 124 16,4 10-152-16,-8 10 16 0,4 9 20 0,-4 6 52 16,0 7 172-16,3 5 0 0,-2 10 224 15,3 7 68-15,-5 7-20 16,6 6-40-16,-5 1 88 0,-1 1-148 0,-3-2 36 15,5-6 0-15,-1-7 12 0,-4-3-4 0,3-10-68 16,6-2 60-16,-5-1 60 0,3-6-40 16,2 0-31-16,2-6 71 15,9-6-16-15,0-8-80 0,0-5-76 0,8-11-96 0,0 1-48 16,-4-6-48-16,-1 0-184 16,1-3-48-16,-8 3-169 0,1-4-127 15,-10 3-96-15,1 7-76 0,-3 1-252 0,-2 5-812 16,-3 7-796-16,-4 6-1437 0,0 7-867 15</inkml:trace>
  <inkml:trace contextRef="#ctx0" brushRef="#br0" timeOffset="61158.714">4614 10651 3436 0,'0'0'492'15,"0"0"4880"-15,0 0-4224 16,-40-79-319-16,35 57 119 15,5-3 456-15,0 6-236 0,0 3-36 0,0 2-176 16,5 9-124-16,3-1-68 0,-1 6-84 16,5 0-140-16,1 9-52 0,-6 7-48 0,10 9 8 15,-6 10-80-15,5 7-52 0,-4 9-195 16,0 9 23-16,-8 1-68 0,4 5-72 16,-8 7-4-16,0 0 0 0,0-3 0 0,0-1 0 15,-5-2-48-15,-2-10 40 0,-1-9-68 16,4-7-8-1,4-12 35-15,-4-10-71 0,4-6-40 0,4-10-144 16,0-3-96-16,11-10 120 0,2-12 180 16,3-7 100-16,8-6-8 0,-5-6-124 0,1 0-116 15,-7 3-8-15,-2 6 84 0,-7 7 64 16,1 9-4-16,-5 6 52 0,-4 4-64 0,3 6-36 16,1 0-120-16,4 13 280 0,5-1 132 15,-2 7 188-15,2 3 84 0,-2 3-72 16,1 1-172-16,0 0 84 0,0-5-12 0,-1-1-164 15,2-4-68-15,-1-3-232 16,4-4 24-16,-1-3-72 16,2-6-136-16,2 0-200 0,1 0-320 0,8-9-692 15,-3-7-848-15,-1 4-1925 0,3-15-1667 16</inkml:trace>
  <inkml:trace contextRef="#ctx0" brushRef="#br0" timeOffset="61478.848">5390 11039 2660 0,'0'0'8244'15,"0"0"-6187"-15,0 0-1193 0,0 0 152 0,0 0 380 16,0 0-160-16,-84 76-308 16,73-47-216-16,-6-4-72 0,6 3-40 0,3-5-200 0,4-6-376 15,4-6-24-15,0-4-256 16,0-4-24-16,4-3 148 0,8 0 60 16,-5-7 68-16,10-5 0 0,-6-1-168 0,6-2-84 15,-6-1 0-15,-3 3 44 0,1 0-20 16,-2 8 120-16,-7 1-32 0,4 4-32 15,-4 4 52-15,0 4 124 0,0 9 212 16,0 1 96-16,0 1 0 0,0 3 96 0,0 1-124 16,4-4-8-16,0 0-92 0,5-6-80 15,-2-1-92-15,5-2-8 16,1-7-8-16,2-3-152 0,5-13 88 16,4-6 24-16,4-9-200 0,4-8-340 15,0-8-248-15,4 1-464 0,-1-9-292 0,1 2-240 16,4-8-420-16,-12 18-1045 0,12-34-951 0</inkml:trace>
  <inkml:trace contextRef="#ctx0" brushRef="#br0" timeOffset="61673.475">5916 10424 1772 0,'0'0'2180'0,"0"0"-1060"0,0 0 4708 15,0 0-3927-15,0 0-717 0,0 0-20 16,0 0 272-16,20 76-144 0,-16-26-168 16,0 4-168-16,0 7-40 0,-4-1-152 0,0 7-287 15,0-4-189 1,0 0-180-16,-4-3-108 0,0-6-48 0,4-5-124 15,-4-8-228-15,4-10-1 0,0-8-51 16,0-7 52-16,0-7-16 0,0-3-12 0,0-6-124 16,0 0-212-16,0 0-260 0,-7-6-568 15,-2-3-884-15,1-1-2197 0,-8-8-1399 0</inkml:trace>
  <inkml:trace contextRef="#ctx0" brushRef="#br0" timeOffset="61805.763">5658 10918 1800 0,'0'0'6608'15,"0"0"-5080"-15,0 0-892 0,0 0 661 0,0 0 303 16,0 0-228-16,103 26-480 16,-64-26-336-16,10 0-208 0,-2-10-136 0,5-6-160 15,4 1-52-15,4-5-288 16,-4 2-580-16,-13 2-1076 0,13-7-4781 0</inkml:trace>
  <inkml:trace contextRef="#ctx0" brushRef="#br0" timeOffset="62202.551">7589 10794 2764 0,'0'0'8921'0,"0"0"-6785"15,0 0-680-15,9 82 124 0,-9-43-200 16,0 10-312-16,0-2-464 0,0 4 104 0,0-7-40 16,4-3-256-16,0-6-300 0,3-10-112 15,1-9-240-15,1-7-124 0,-2-4-172 16,5-5-160-16,-7 0-384 0,3-11-812 16,-5-4-1156-16,1-1-2685 0,-4-13-2247 0</inkml:trace>
  <inkml:trace contextRef="#ctx0" brushRef="#br0" timeOffset="62347.293">7529 10599 3068 0,'0'0'8349'0,"0"0"-6493"16,0 0-520-16,0 0 316 0,77 12-344 0,-53-5-532 16,0-7-652-16,3 0-124 0,1 0-208 15,4-7-684-15,4-3-860 0,-4 3-1344 16,12-9-3605-16</inkml:trace>
  <inkml:trace contextRef="#ctx0" brushRef="#br0" timeOffset="62638.494">8184 10801 14661 0,'0'0'2088'16,"0"0"-1476"-16,0 0-4 0,0 0 820 0,-96 82 52 16,72-65-435-16,7 1-585 15,6-5-448-15,-1 3-12 0,7-4-60 0,5 5 56 16,0-1-140-16,5-1-52 0,7 2-33 15,3-2-63-15,6 1 84 16,-1 0 12-16,8-4 40 0,-5-2 32 16,1 3 52-16,0 0-12 0,-3-4 24 0,-2 4 8 15,-3-1 52-15,0 4 8 0,-8 0-8 16,4 0-88-16,-8 1-8 0,3 2 32 16,-7-5 40-16,0 3 24 0,0-4 8 15,-3-1 80-15,-5 1-88 16,-8-4-12-16,0-2-40 0,-8 2-68 15,0-6-148-15,-4 4-124 0,-4-7-236 0,0 3-928 16,-4-3-1032-16,8 0-1921 0,-19-3-3071 0</inkml:trace>
  <inkml:trace contextRef="#ctx0" brushRef="#br0" timeOffset="63261.109">9805 10976 8584 0,'0'0'4269'16,"0"0"-3045"-16,0 0 112 0,80 2-64 0,-41-2 240 16,6-2-244-16,6-8-436 0,-3-3-428 15,4-3-332-15,-1-6-72 0,1 0-120 16,4-6-136-16,-8-1-124 0,0 0-356 15,-5 4-200-15,-2-4-452 0,-2 7-1000 16,-15 3-1521-16,0-6-2483 0</inkml:trace>
  <inkml:trace contextRef="#ctx0" brushRef="#br0" timeOffset="63484.259">10354 10379 704 0,'0'0'992'15,"0"0"6356"-15,-43 76-5656 0,27-35-351 16,4 16 343-16,1 8 264 16,-2 0-284-16,5 11-416 0,1 1-436 0,-6 5-164 15,1-1-36-15,0-2-196 0,4-4-328 16,0-8-88-16,5-13-172 0,3-13-168 0,3-12 0 16,13-16-28-16,8-13 136 0,12-13-24 15,4-16-152-15,7-12-392 0,2-10-800 0,7-8-1008 16,-5-5-1329-16,-15 12-411 0,16-37-1439 15</inkml:trace>
  <inkml:trace contextRef="#ctx0" brushRef="#br0" timeOffset="64029.134">10849 10140 952 0,'0'0'8308'16,"0"0"-6343"-16,0 0-809 0,0 0 184 0,0 0 140 15,-20 86-272-15,12-41-348 16,0 9-4-16,0 6-4 0,0 6-228 0,0 8-24 0,-4 2-172 15,1 4-248-15,-2-8-180 0,1 1-108 16,0-9-100-16,4-7-12 16,0-12 100-16,8-11 32 0,0-12-8 0,0-5-28 15,4-8-84-15,4-5-84 0,8-4-28 0,0 0 24 16,4-10-60-16,8-7-116 0,-4 3-48 16,-1 1 48-16,1 0-116 15,-3 9-28-15,-6 4 72 0,2 7 320 16,-6 9 224-16,6 2 280 0,-10 8 236 0,5 0-104 15,-3-1 156-15,-2 3-108 16,-3-3-72-16,4-2-116 0,1-1-64 0,2-6 28 16,-3-4 24-16,8-5-4 0,4-7 76 15,4 0-108-15,11-7-224 0,1-5-40 16,1-4-264-16,2 4-80 0,-3 2 28 16,-4 1-88-16,-4 2-64 0,-4 4 44 15,-5-1-60-15,-6-2 72 0,2 3 276 16,-6-2 176-16,-1-6 124 0,-1 2 88 0,1-7-40 15,-3 0-164-15,-5 0-16 0,0-2 88 16,0 5-160-16,-9-4 108 0,-2 8-28 0,-10 0 116 16,2 5 320-16,-5 4-264 0,0 4 116 15,0 5 84-15,1 10-24 0,2 6 48 16,1 4 60-16,1 0-4 16,-2 2-108-16,10-2 84 0,-2 0-24 15,9-4-12-15,4-6-112 0,0 0-280 16,12-3-64-16,12-6-180 0,4-1 64 0,4-6 20 15,12 0-192-15,0-3-288 16,8-3-48-16,-1-3-212 0,5-7-668 0,0 4-1236 16,-13-1-2181-16,26-5-2051 0</inkml:trace>
  <inkml:trace contextRef="#ctx0" brushRef="#br0" timeOffset="64485.914">12757 10772 4912 0,'0'0'468'15,"0"0"4304"-15,0 0-2995 0,0 0-573 0,0 0 144 16,0 0 224-16,0 0-132 0,-56 90-316 0,48-52-248 16,-3 6-180-1,-2 1-48-15,6-2 8 0,-1-1-159 0,4-7-181 16,0-3-196-16,4-7-120 0,4-2-156 0,4-8-100 16,3-5-109-16,9-4 37 15,1-3-208-15,7-3 60 0,0-5-144 0,4-9-240 16,-1-1-760-16,-4-8-1312 0,-2 10-1825 0,-1-12-947 15</inkml:trace>
  <inkml:trace contextRef="#ctx0" brushRef="#br0" timeOffset="64792.528">12992 11093 11701 0,'0'0'1944'0,"0"0"-1172"0,0 0-40 0,0 0 952 0,0 0-320 16,0 0-560-16,84 60-276 15,-52-63-148-15,4-13-124 0,7-6-208 16,2-3-48-16,-2-7-316 0,-3 1-224 0,-5-4-40 15,-7 5-72-15,-3 5 68 0,-9 3 176 16,-4 3 60-16,-12 2 184 0,0 3-8 16,-16 1 172-16,-4 0 156 0,-4 7 56 0,-4 0 164 15,-4 0 80-15,0 6-184 0,4 6-160 16,-4 6 12 0,4 10 88-16,5 7 84 0,-1 6 72 0,0 2 160 15,4 8-16-15,4-1-8 0,0 4 20 16,4-3-100-16,8-1-240 0,0-6-184 15,4-6-280-15,0-6-196 0,8-7-48 0,4-7 0 16,8-9 216-16,0-3 52 0,8-9-152 16,4-10-244-16,4-6-776 15,-1-5-1112-15,-3-1-488 0,-8 2-1673 0,8-6 565 0</inkml:trace>
  <inkml:trace contextRef="#ctx0" brushRef="#br0" timeOffset="65100.369">13419 10941 5672 0,'0'0'4268'0,"0"0"-1807"16,0 0-473-16,0 0-616 0,0 0-140 15,0 0-168-15,-4 77-188 0,4-49-52 0,-5 0-200 16,5-2-172-16,0-1-212 0,0-3-152 16,0-5-88-16,5-5 0 0,3-3-184 15,0-2-96-15,3-7-36 0,9 0 96 0,1-10 36 16,3-6-124-16,-1-3-72 0,5-3-124 16,-8 3 172-16,0-4 184 15,-4 5 136-15,-5 4 8 0,-2 2-20 16,-1 3 24-16,-8 3 84 0,4 6-32 15,-4 0 84-15,0 0 60 0,4 6-24 16,-4 7 88-16,0 6 44 0,0 0-120 0,3 3 12 16,-3-3-96-16,4 3 108 0,1-2-24 15,3-2-184-15,-4-5-76 0,3-1-240 0,2-1-372 16,-5-9 36-16,4 1 24 0,-1-3 32 16,1-3-76-16,5-6-68 0,-2-7-736 15,2-1-1316-15,6-8-3061 0</inkml:trace>
  <inkml:trace contextRef="#ctx0" brushRef="#br0" timeOffset="65316.776">14072 10306 1500 0,'0'0'5260'0,"0"0"173"0,0 0-4385 0,0 93 172 15,-4-49 844-15,4 6-40 16,0 7-480-16,0 0-504 0,0 7-384 0,-4-4-195 0,4 1-253 15,0-2-208 1,0-4-92-16,-3-2-28 0,3-8-60 0,0-3-101 16,0-5-71-16,0-5 36 0,0-6-16 0,0-7-216 0,0-7-456 15,0-2-376-15,0-7-252 16,0 1-616-16,-5-4-528 16,1-4-1757-16,-8-5-1503 0</inkml:trace>
  <inkml:trace contextRef="#ctx0" brushRef="#br0" timeOffset="65475.45">13865 10843 5700 0,'0'0'6913'0,"0"0"-5305"0,0 0-524 15,0 0-268-15,0 0 500 0,84-25-104 0,-49 14-380 16,10-4-268-16,-2-1-184 16,9-3-112-16,-1-1-116 0,5-2-152 0,-7-3-172 15,-2 3-144-15,-3 0-480 0,-8 0-472 16,-12 5-544-16,-5 4-1044 0,-6 4-2429 0</inkml:trace>
  <inkml:trace contextRef="#ctx0" brushRef="#br0" timeOffset="66047.935">14610 10876 3980 0,'0'0'8109'0,"0"0"-6397"0,0 0-688 0,0 0 348 0,0 0-60 16,12 71-384-16,-12-42-300 0,0-1-260 16,-4 0-244-16,0 2-76 0,4-5-12 15,0-3-36-15,0-3-84 0,0-6 36 0,0-1-28 16,0-5 76-16,0-3 0 16,0-4 72-16,0 0 72 0,0 0 28 15,0 0 0-15,0-4-24 0,0-3-124 16,8-9-24-16,4-2-100 0,4-8 100 0,7-5-4 15,1-5-52-15,1-1 8 0,2-2-88 16,1-2-120-16,0 0-236 0,-3 3-220 16,-2 2-108-16,-3 8-88 0,0 9-296 15,0 6-252-15,-8 10-780 0,-4 3-1821 0,0 0-2995 0</inkml:trace>
  <inkml:trace contextRef="#ctx0" brushRef="#br0" timeOffset="66394.534">15144 10865 12913 0,'0'0'2156'0,"0"0"-1424"0,0 0-176 0,0 0 228 15,0 0 368-15,-95 41-328 0,63-13-296 0,0 7-36 16,-5 3 312-16,5 3-160 0,4-2-167 16,5 2-165-16,7-9-164 0,4-3-148 15,8-11-112-15,4-5-44 0,0-7-64 0,4-2 220 16,12-4 52-16,4-4 116 0,8-8-168 15,4-10-72-15,4-4-389 16,-5 1 93-16,1-4 40 0,0 4 120 0,-8 3 16 16,0 3-140-16,-8 5 52 0,-4 2 0 0,0 6 108 15,-8 3 24-15,0 3 148 16,-4 0 112-16,0 9 180 16,0 3 296-16,0 7-148 0,3 1-148 0,-3 2-100 15,0 0-44-15,0-3-16 16,4 0-72-16,-4-6-60 0,9-3 0 0,-5-4-60 15,7-3-132-15,2-3-296 0,2-3 124 0,6-10-16 16,-2-3-256-16,5-9-556 0,4-3-1452 16,-8 6-2161-16,12-19-1219 0</inkml:trace>
  <inkml:trace contextRef="#ctx0" brushRef="#br0" timeOffset="66648.028">15790 9975 3876 0,'0'0'7737'0,"0"0"-5869"16,0 0 8-16,0 71-132 0,0-34-184 0,-4 14-248 15,-1 0-228-15,1 7-255 0,0 2-125 16,4 3-160-16,-4 3-292 16,4-2-172-16,0-1-80 0,0-2-12 0,0-10-124 15,0-4-32-15,0-1-148 0,0-11-120 16,0-4-108-16,4-3-41 0,4-10-219 15,1-4-480-15,2-4-284 0,1-7-432 0,8-3 192 16,4-13-72-16,-4-1-881 0,20-13-2807 16</inkml:trace>
  <inkml:trace contextRef="#ctx0" brushRef="#br0" timeOffset="66798.194">16116 10709 11249 0,'0'0'2548'15,"0"0"-1144"-15,-8 69-600 0,0-36-100 16,1 7 168-16,-10-1-168 0,9-1-420 15,0 0-112-15,0-5 124 0,8-2 368 16,0-3 56-16,0-8-720 0,4-8-344 0,0-2-476 16,4-4-40-16,-4-6-280 0,4 0-816 15,-4-3-1984-15,5-13-2169 0</inkml:trace>
  <inkml:trace contextRef="#ctx0" brushRef="#br0" timeOffset="66967.694">16140 10458 12553 0,'0'0'2352'0,"0"0"-1080"0,0 0-368 0,0 0 692 15,95-15-200-15,-59 8-480 0,5 3-464 16,2-2-184-16,-3 0-268 0,4 4-76 0,-4-5-360 16,-5 7-724-16,-3 0-252 0,-4 0-732 15,-8 0-3044-15,-4 9-4897 0</inkml:trace>
  <inkml:trace contextRef="#ctx0" brushRef="#br0" timeOffset="67246.401">16387 10811 13165 0,'0'0'1432'0,"0"0"-1432"0,0 0 12 15,95 0 164-15,-59-7 276 0,5 2-148 0,-6-2-300 16,5 4 8-16,-4-1 52 0,-1 4-56 15,-3 0 56-15,-4 9-60 16,-4 8 624-16,-7 4 468 0,-6 5-820 0,-11-1-192 16,0 7 28-16,0 0 88 0,-11-1 180 15,-2 2 200-15,-2-1-200 0,2-1-208 16,5-5 72-16,5-4 148 0,3-7 132 16,0-5-280-16,11-7-236 0,9 0 92 0,8-3-92 15,8-6-8-15,4-10-124 0,8-3-472 16,-1-6-212-16,1 0-40 15,1-5-376-15,-6-1-1320 0,-7 8-2561 16,-1-18-4079-16</inkml:trace>
  <inkml:trace contextRef="#ctx0" brushRef="#br0" timeOffset="67560.705">17180 10858 8308 0,'0'0'7077'0,"0"0"-5957"15,0 0-660-15,-20 73 276 0,20-57 336 16,4-4-260-16,8-5-420 0,7-7-392 0,6 0 4 15,6-7-4-15,1-2 0 0,9-7-328 16,2-6-148-16,4 3 204 0,-2-3-24 16,-2 2 284-16,-7-1-492 0,-8 2 32 15,-8 0 224-15,-8-1 236 0,-7 1-212 16,-5 3-300-16,0 1 312 0,-13 2 212 0,-2 4 436 16,-6 9 40-16,1 0-8 0,1 9 28 15,-5 10-52-15,-4 6 72 16,0 0 48-16,0 8-24 0,0-1 56 15,5-1 184-15,-2 1-139 0,1-1-205 0,13 1-228 16,2-2-148-16,9-3-60 0,9-2 8 16,6-5-8-16,9-1-280 0,8-9-120 15,0-1-12-15,4-6-85 0,3-3-259 0,-2 0-540 16,-1-9-1388-16,-8-1-2872 16,3-5-2777-16</inkml:trace>
  <inkml:trace contextRef="#ctx0" brushRef="#br0" timeOffset="67792.756">17877 10778 12297 0,'0'0'1636'16,"0"0"-1360"-16,0 0-200 0,0 0-12 15,20 73 568-15,-20-53 412 0,0-1-252 0,0 3-456 16,0-3-100-16,0 3 88 16,-4 1 20-16,0-4 188 0,0 0-284 0,-4-3-236 15,4-3 72-15,-4-8 64 0,4 2-72 16,0-4 8-16,4-3 124 0,0 0 52 15,4-3 32-15,4-9 40 0,12-5-332 0,4-5-40 16,8-6-216-16,4-4-160 0,7 0-60 16,2-4-92-16,2 6-48 0,-3 2 80 15,0-1-332-15,-5-1-884 0,-11 12-1292 16,8-8-3261-16</inkml:trace>
  <inkml:trace contextRef="#ctx0" brushRef="#br0" timeOffset="68375.969">19431 10764 2336 0,'0'0'9257'0,"0"0"-7697"0,0 0-528 15,0 0-72-15,-95 47 364 0,63-15-216 0,0 6-256 16,4 3-284-16,0-4-224 0,8-1-64 16,4-5-156-16,12-9-124 15,0-5-4-15,4-8-8 0,12-5 12 16,3-4 8-16,10 0 152 0,6-10-160 0,5-10-184 15,1-2-160-15,2-3-88 16,1 0-12-16,-4-1-12 0,-8 4 124 0,-4 3 20 0,-4-3-96 16,-8 3 208-16,-9 0-288 15,-3 0 44-15,0 0 108 0,-15 0 144 16,-5 5 192-16,-8 5 400 0,-4 6-48 0,-8 3-160 16,5 10-44-16,-2 8 176 0,-3 2 40 15,5 2 44-15,-1 0-124 0,8 3-132 0,4-5-152 16,4-5-248-16,8 1-348 15,8-3-584-15,0-3-1248 0,4-1-2573 16</inkml:trace>
  <inkml:trace contextRef="#ctx0" brushRef="#br0" timeOffset="68544.749">19774 10931 7584 0,'0'0'8813'0,"0"0"-7829"0,80 0-488 0,-45-6 196 0,13-7 292 0,0 1-312 15,8-12-536 1,4-1-136-16,3-2-148 0,1-3-168 0,4 0-632 16,-9 0-572-16,1-1-1440 0,-20 9-2157 15,-1-10-3739-15</inkml:trace>
  <inkml:trace contextRef="#ctx0" brushRef="#br0" timeOffset="68809.419">20069 10436 5412 0,'0'0'1000'0,"0"0"3324"16,0 0-2843-16,-4 82 127 0,12-50-304 0,-1 6-132 15,5 3-272-15,-3 6-292 0,-5 2-216 0,3 4-244 16,-7 5-148-16,4-1-120 0,-4 3-80 16,0 1 76-16,-8-4-124 0,5 0-60 15,-5-3-164-15,3-4 184 0,-7-1 200 16,5-2-328-16,-10-6-364 0,6 1-64 0,-10-5 452 15,-3-1-324-15,1-8-908 0,-5-6-697 16,0-3 25-16,0-3 304 0,4-9 780 16,5 0 1212-16,-1-7 1668 0,-1 0-1460 0,2-14-208 15,-5-2-324-15,-4-3 128 16,4 0-808-16,-8-18-2892 0</inkml:trace>
  <inkml:trace contextRef="#ctx0" brushRef="#br0" timeOffset="69222.871">21080 10385 7188 0,'0'0'3148'0,"0"0"-539"0,0 0-1045 15,5 91-140-15,-5-42 240 0,-9 2-48 16,-2 2-244-16,-6 5-280 0,6-1-311 16,-5 0-373-16,4 0-188 0,0-3-220 15,4-2 0-15,3-9-120 0,2-2-124 0,3-2-168 16,12-11-48 0,0-2 191-16,4-10-303 0,-4-7-24 0,-1 1-52 0,2-8-64 15,-9-2-436-15,-4 0-772 16,0 0-1184-16,0 0-1953 0</inkml:trace>
  <inkml:trace contextRef="#ctx0" brushRef="#br0" timeOffset="69385.83">21076 10766 9744 0,'0'0'2241'16,"0"0"-845"-16,0 0 252 0,76-16-12 16,-40 10-248-16,7 3-364 0,2-4-300 0,7 1-224 15,3-4-228-15,1-2-272 0,4-1-184 16,-4-6-304-1,0 0-348-15,0-4-148 0,-5 2-532 16,-3-5-1324-16,-16 7-2221 0,4-10-3251 0</inkml:trace>
  <inkml:trace contextRef="#ctx0" brushRef="#br0" timeOffset="69598.925">21813 10300 3636 0,'0'0'5960'0,"0"0"-4163"0,0 0-57 15,-15 82 252-15,11-40-184 0,0 2-136 0,-1 3-468 16,5 7-152-16,-4 3-164 0,-3 0-135 16,3 1-77-16,-9 2-372 15,6 4-268-15,-1 2-36 16,4 2-48-16,4-2 48 0,0-3-100 0,12-6-380 0,8 1-396 16,-5-5 27-16,6-2-55 15,3 3-444-15,0 0-944 0,-5-16-1872 16,9 19-1009-16</inkml:trace>
  <inkml:trace contextRef="#ctx0" brushRef="#br0" timeOffset="71005.931">22838 10512 2284 0,'0'0'1316'0,"0"0"-1316"0,0 0-1084 15,-84-57 1084-15,68 45 1632 0,12 1-1632 0,4 5-664 16,0 4-1084-16</inkml:trace>
  <inkml:trace contextRef="#ctx0" brushRef="#br0" timeOffset="71307.75">23108 10046 6916 0,'0'0'1520'0,"0"0"-576"0,41-77-284 15,-26 45 257-15,5-2-169 0,0 2 1180 16,0 0-912-16,-4 4-472 0,0 2-332 16,0 4-20-16,-4 6 232 0,-5 6 232 15,-3 4 52-15,1 3-160 0,-5 3-216 16,0 0-148-16,0 0-184 0,-9 0-76 0,-2 6-100 16,-9 7 80-16,-4 6-16 0,-8 3 12 15,-8 7-24-15,1 0 0 16,-6 6 12-16,-6-1 28 0,-5 4 8 0,-4 1 28 15,-7 1 48-15,-1 2 44 0,0-1 16 16,-4 1 24-16,5-5-84 0,3-2-48 16,12-6-76-16,5-4-112 0,10-8-164 0,10-5-444 15,7-6-400-15,12-6-360 16,3 0-757-16,5-12-3411 0</inkml:trace>
  <inkml:trace contextRef="#ctx0" brushRef="#br0" timeOffset="71552.119">22515 9947 7020 0,'0'0'568'15,"0"0"-564"-15,0 0 564 0,0 0 728 16,-72 92 44-16,52-60-347 16,5 3-353-16,-2 3-100 0,-3 0-68 0,1 4-16 15,2-2-76-15,-2 2-140 0,3-1 4 16,4-6-108-16,-1-4-60 0,10-1-76 15,3-11-200-15,7-5 60 0,10-3-12 16,7-5 152-16,8-3 68 0,7-3-68 16,10-9-96-16,10-7-400 0,5-6-292 0,11-7-236 15,2 1-493-15,-19 5-1503 16,34-9-4476-16</inkml:trace>
  <inkml:trace contextRef="#ctx0" brushRef="#br0" timeOffset="72377.141">24575 9643 1472 0,'0'0'4292'15,"0"0"-3228"-15,0 0 4 0,0 0 268 16,-44-74 276-16,32 62-275 0,0 2-249 15,0 7-172-15,4-1-272 0,-4 4-212 0,-4 0-108 16,1 7-48-16,-6 9 0 16,6 3 80-16,-5 9 32 0,-1 8 84 0,6 1 36 15,-2 5-76-15,6-4-136 0,3 0-60 16,-1-3-64-16,6-9-172 0,3-5 0 0,0-5-88 16,7-6 84-1,2-4-8-15,6-3-60 0,6-3-4 0,-2-6-168 16,9-10-116-16,0-4-148 15,0-5-164-15,0-2 64 0,-8-3 40 0,4 2 40 16,-4-1 96-16,-4 7 128 0,-1 3 128 16,-2-1 68-16,-5 12 108 0,-4 2 112 0,-1 1-60 15,-3 5 0-15,4 5-28 0,-4 4 256 16,4 3 476-16,1 8-116 0,-5-1-200 16,4 3-104-16,0 0 0 0,-4-3-24 15,4 0-220-15,3-6-92 0,1-1-124 16,1-5-84-16,6-4 56 0,2 1-308 15,-2-4-368-15,1-7-292 0,0 0-696 0,-4-2-1349 16,4-7-2523-16</inkml:trace>
  <inkml:trace contextRef="#ctx0" brushRef="#br0" timeOffset="73145.147">24989 8941 7112 0,'0'0'3020'16,"0"0"-923"-16,0 0-1009 0,0 0-184 15,0 0 384-15,44 63 40 16,-36-22-384-16,0 7-288 0,-8 9-200 0,0 6 24 16,0 0 120-16,-8 8-256 0,-4-8-176 15,4 1-168-15,0-10-24 0,4-3-136 0,0-6 28 16,4-12-52-16,0-3 0 0,0-11 36 16,0-10 28-16,0-2-248 0,8-7 144 15,-4 0 88-15,8-7 136 16,0-2 48-16,-1-4-48 0,2-4-124 0,2 3-12 15,-2 1-12-15,-2 3-48 0,-3 3-52 16,1 4-48-16,2 3 8 0,-3 0 68 16,1 0-4-16,2 3 108 0,-3 8 68 15,0-3-16-15,1 3 128 0,-2 1-28 0,1 1 16 16,-4-4 196-16,-4 4 76 0,0-4-88 16,0 1-76-16,0-4 36 0,-8 4-32 15,-3-4 20-15,-2 1-36 0,-2-4-84 16,-6 3-64-16,2-3-120 15,-5-3-32-15,4 3-280 0,-1-3-236 0,6 0-228 16,-1-6-480-16,4 0-832 0,0-4-2081 16,4-6-3295-16</inkml:trace>
  <inkml:trace contextRef="#ctx0" brushRef="#br0" timeOffset="73675.267">25456 9547 9380 0,'0'0'2133'0,"0"0"-941"16,0 0-48-16,0 0 276 0,-21 77 172 0,18-58-300 16,3-7-612-16,0-3-460 15,0-2-136-15,7-7 212 0,10 0-52 16,2 0-108-16,5-9-136 0,4-7-208 0,0-1-184 15,-4-2 12-15,-1-3-88 0,-6 3-28 16,2 3 0-16,-10 0-40 0,2 1 52 16,-11 5 64-16,0-3 156 0,-4 7 12 0,-7-4 28 15,-6 8 48-15,-3-3-52 16,1 5 52-16,-5 5 176 0,4 10 88 0,0 7 264 16,0 4 192-16,0 2 124 0,4 7 16 15,-4 1-24-15,8 2-52 0,-4-4-116 16,8-2-88-16,4-4-96 0,4-9-52 15,0 0-136-15,8-8-120 0,12-6 0 0,1-5 8 16,11-3-8 0,3-12-84-16,5-4-372 0,3-10-196 15,5-3-212-15,-4-3-280 0,0-4-680 0,-4 2-840 16,-8 11-2341-16,7-21-1915 0</inkml:trace>
  <inkml:trace contextRef="#ctx0" brushRef="#br0" timeOffset="73915.84">26085 8683 5260 0,'0'0'2404'0,"0"0"-288"0,0 0-287 0,4 67-25 0,-4-29 124 16,0 3-496-16,-4 10-376 0,0 10-120 15,0 2-184-15,-5 9-116 16,-2 9 72-16,-1-2-124 0,-4 0-99 15,4 0-217-15,0-9-100 0,4-6-168 0,4-10-12 0,4-10-156 16,0-6-124-16,0-9-169 0,8-10-199 16,4-3-216-16,4-7-364 15,0-9-908-15,-4 0-2188 0,8-9-2541 0</inkml:trace>
  <inkml:trace contextRef="#ctx0" brushRef="#br0" timeOffset="74072.162">26288 9655 13061 0,'0'0'1612'0,"0"0"-1280"0,0 0-44 0,0 67 984 0,0-49 340 16,0-1-576-16,0-2-644 0,0-5-392 15,0-4 0-15,0 0-124 0,0-1-180 0,0-3-548 16,0-2-300-16,0 0-252 0,0-7-716 16,0-2-1897-16,0-13-2675 0</inkml:trace>
  <inkml:trace contextRef="#ctx0" brushRef="#br0" timeOffset="74192.745">26236 9436 3556 0,'0'0'4948'0,"0"0"-3240"0,0 0-599 0,0 0 75 16,0 0-24-16,0 0 120 0,0 0-512 15,92-48-532-15,-64 48-236 16,8 0-160-16,-5 4-180 0,1-4-696 0,-8 2-1116 16,8-2-3693-16</inkml:trace>
  <inkml:trace contextRef="#ctx0" brushRef="#br0" timeOffset="74628.745">26766 9528 13133 0,'0'0'2056'15,"0"0"-1404"-15,0 0 316 0,-84 64 940 0,61-52-252 16,6 1-560-16,10-6-611 0,-1-5-373 16,8-2-112-16,0 0-4 0,0 0-144 15,0 0-289-15,12 0-207 0,-1 0 228 16,9-2-24-16,5-9-160 0,-1-1-312 0,3-4-360 15,-3 0 56-15,4 0-172 0,-4-3-8 16,-4 7 192-16,0-1 436 0,-13 7 768 0,2 2 512 16,-9 4 348-16,0 7 44 15,-4 2 444-15,-5 10 8 0,2 0-180 0,-1 0-76 16,0 8-40-16,3-6 52 0,5-2-104 16,-3-3-483-1,3-7-345-15,0 1-104 0,0-8-76 0,3 3-48 16,6-3-156-16,3-2 84 0,4 0-100 15,7-7-157-15,1-1-207 0,4-5-136 0,4-3-16 16,0 1 36-16,4-2 292 0,-4 2 88 16,-1 2-412-16,-6 6 296 0,-1 1 436 15,-9 3 124-15,-2 3 348 0,-6 0 124 16,-3 3 48-16,0 6 104 0,0 1 12 0,1 4-176 16,-1 0-132-16,-1 5 48 0,-3-2 93 15,4 2-593-15,0 0-160 0,-4 0-401 0,4 3-279 16,0 3-404-1,-4 1-88-15,5-6-3384 0,-10 10-1561 0</inkml:trace>
  <inkml:trace contextRef="#ctx0" brushRef="#br0" timeOffset="75762.073">6805 13008 7688 0,'0'0'1852'0,"0"0"-1216"0,0 0-136 16,-21-76 585-16,10 53 323 0,-1 1-492 16,-4 3-296-1,-1 0-4-15,-6 6-148 0,3 0-132 0,-4 4 168 16,-4-1-92-16,0 8-260 0,-4 2-92 16,-4 0 64-16,1 6-12 0,-9 2-64 15,0 9 16-15,1 6 24 0,-6-1 8 0,6 9 4 16,-2 1-48-16,2 6-4 0,4 4-48 15,-2 5-44-15,5 7 32 0,4 3-80 0,4 7 92 16,9 2 72-16,3 8 92 16,4-2 44-16,8 1 28 0,4 1 340 15,0-2-180-15,16-7-92 0,4-6-144 16,4-8 24-16,12-6-172 0,-4-7 48 0,3-10-60 16,5-2 8-16,0-10-8 0,0-4 0 15,0-5 0-15,-5-5-96 16,1-2-112-16,1 0-40 0,-9-2-452 15,4-5-372-15,-9 4-284 0,1-3-1128 16,-4-1-2973-16,-1-2-2703 0</inkml:trace>
  <inkml:trace contextRef="#ctx0" brushRef="#br0" timeOffset="78725.526">7443 13112 4496 0,'0'0'1536'0,"0"0"-380"0,0 0 64 16,0 0 208-16,0 0-11 15,0 0-109-15,0 0-300 0,0 0-256 0,0 0-132 16,0 0-116-16,-4-6-40 0,4 9-84 0,0 4-204 16,0 9 172-16,7 10 288 15,1 5 264-15,0 10-284 0,4 4-24 0,-4 2 80 16,0 3-256-16,-1 1-76 0,-2-3-72 15,-1 3-132-15,4-7-28 0,-4 1-108 0,-4-4-36 16,4-6-184-16,-1-6 0 0,1-6 40 16,-4-9-4-16,5-3-120 0,-1-5-200 15,-4-6-340-15,0 0-156 0,4 0-228 0,0-4-220 16,0-4-44-16,-1-6-476 16,-3-5-389-16,4-3-95 0,1-4-216 15,-1-2 540-15,-4-5 1020 16,0 6 260-16,0-4 848 0,0 1 772 0,0 5 1184 15,0 3 624-15,0 3-424 16,0 3-248-16,0 6-463 0,8 4-365 0,3 3 20 16,6 3 80-16,-6 0-196 0,10 0-268 0,-1 3-112 15,-5 3-8-15,6 1-124 16,2-1-164-16,-3-3-108 0,4 0-128 0,0 0-72 16,-1-3-80-16,-2 0-72 0,3-6-316 15,0 0-264-15,-5-7-296 0,1 1-484 16,1-4-924-16,-10 2-2077 0,1-5-2083 0</inkml:trace>
  <inkml:trace contextRef="#ctx0" brushRef="#br0" timeOffset="78917.878">7909 13198 6036 0,'0'0'1652'16,"0"0"-1068"-16,0 0-288 0,0 0 612 15,0 0 641-15,0 0-85 0,0 0-392 0,-13 89-244 16,13-57-60-16,5 7 76 0,-1 1-40 15,0 5-268-15,-4 5-204 0,0 1-168 0,0 3-164 16,0-3 0-16,0-1-236 0,0-5-172 16,3-6-280-16,1-6-572 15,4-3-448-15,-4-11-921 0,5 0-1907 0</inkml:trace>
  <inkml:trace contextRef="#ctx0" brushRef="#br0" timeOffset="81430.291">7319 13014 1448 0,'0'0'5472'16,"0"0"-4120"-16,0 0-600 0,0 0 36 16,0 0 156-16,0 0-55 0,0 0-157 15,-64 70-96-15,48-51-152 16,1 6 0-16,-2 5 48 0,2 3 52 16,-2 3-8-16,6 5-136 0,2 3 64 15,1 10-28-15,4 3-44 0,4 7-8 0,0 2-116 16,0 4-48-16,8-6-88 0,5-4-36 15,-2-2-40-15,10-14-96 0,-2-3-48 16,5-9-100-16,0-10-220 0,4-2 44 16,0-7 164-16,0-1-52 0,-1-6-84 0,1-3-200 15,0-3-436-15,0 0-644 0,0-3-244 16,-4-6-753-16,-9 2-1715 0</inkml:trace>
  <inkml:trace contextRef="#ctx0" brushRef="#br0" timeOffset="81874.427">8259 12983 7492 0,'0'0'1248'15,"0"0"-1004"-15,0 0 612 0,0 0 937 0,0 0-221 16,0 0-604-16,84 12-372 0,-64-3-16 15,7 8 60-15,-3-2-224 0,0 7-180 0,0 4-60 16,-4-1-64-16,0 5 64 0,-4 0-40 16,-4 5-36-16,-8 1-16 15,3 2-32-15,-7 3 20 0,0 4 52 0,-3-1-124 16,-5 3 8-16,-4 4-4 0,0 1-4 16,-7-2 0-16,2 0-104 0,-7 1 16 15,5-2-36-15,-9-2-248 16,4-6-92-16,-4-3-28 0,0 0-284 0,-4 0-412 15,0-3-880-15,8-9-2185 0,-16 5-2267 16</inkml:trace>
  <inkml:trace contextRef="#ctx0" brushRef="#br0" timeOffset="83227.091">9104 13325 612 0,'0'0'6536'0,"0"0"-5276"0,0 0-584 16,0 0 268-16,0 0 757 0,0 0-165 16,0 0-416-16,83-3-352 0,-59 3-224 15,4 0 24-15,0 0 104 0,4 0-100 16,4-3-336-16,-5 3-148 0,5 0-88 0,0-3 0 16,1 3-64-16,-6-4-36 0,1 4-196 15,0-3-440-15,-4 3-232 0,-9-3-280 0,2 3-672 16,-10 0-1085-16,-2 0-2043 0</inkml:trace>
  <inkml:trace contextRef="#ctx0" brushRef="#br0" timeOffset="83464.2">9211 13566 3240 0,'0'0'8765'15,"0"0"-7693"-15,0 0-1072 0,0 0-292 16,0 0 292-16,0 0 1008 0,0 0 180 0,0 0-332 16,88-19-476-1,-60 13-92-15,0-1-188 0,0 1-12 16,0 3-48-16,-1-3-40 0,1 3-100 0,0-1-72 16,0 1-348-16,-4 0-524 0,4 0-504 15,-8 0-1621-15,-1 0-4051 0</inkml:trace>
  <inkml:trace contextRef="#ctx0" brushRef="#br0" timeOffset="84365.481">10586 13243 9188 0,'0'0'2181'15,"0"0"-641"-15,0 0-496 0,0 0 156 16,103 6-88-16,-71-9-316 16,0-3-272-16,0-4-264 0,0-4-112 15,0 0-80-15,-5 1-68 0,1-7-108 16,0 2-192-16,-3-1-496 0,-1-1-444 15,-5-2-568-15,-6 7-2221 0,2-11-2815 0</inkml:trace>
  <inkml:trace contextRef="#ctx0" brushRef="#br0" timeOffset="84577.014">10793 12846 6748 0,'0'0'2064'0,"0"0"-280"16,0 79-291-16,8-44 103 0,-4 9-152 16,4 1-500-16,0-4-504 0,0 1-352 15,0-5-88-15,4-8-176 0,-4-4-188 0,4-5-152 16,-1-11-152-16,6-3-332 0,-6-6-236 16,6-6-356-16,-6-6-1153 0,6-17-2371 15</inkml:trace>
  <inkml:trace contextRef="#ctx0" brushRef="#br0" timeOffset="85143.279">11060 12344 300 0,'0'0'6416'16,"0"0"-4700"-16,0 0-848 0,0 0 540 0,0 0 301 16,24 72-253-16,-16-26-180 0,4 7-192 15,0 11-72-15,-1 3 52 0,2 2 92 16,-2 5-116-16,-3-1-428 0,1-1-224 15,-5-2-156-15,0-3-232 0,-1-6-12 0,1-10-136 16,-4-7 16-16,4-6-64 0,0-13 40 16,5-6-224-16,-2-9-108 0,1-10-88 15,0 0 24-15,4-10 184 0,4-12 160 0,0-3-128 16,-4-7-232 0,4 0 84-16,-4 0 184 0,0 7 28 15,-4 6 96-15,0 6 12 0,0 7-52 16,4 3-48-16,-4 3 264 0,3 6 176 15,-2 4 192-15,3-1 32 0,-1 5-52 0,2 0-76 16,2-1-160-16,-2-3 24 0,6 0-84 16,1-5-44-16,-4 2 92 0,4-7-56 0,0 0-44 15,0 0 0-15,0 0-4 16,0-3 4-16,-1-3 0 0,2 3-68 0,-5-4-44 16,-1 0-100-16,2 1 24 0,-2 0 28 0,-3-7-40 15,4 0 64-15,-4-2-52 16,0-4 64-16,-4-3 24 0,0 2 56 0,-4-2 44 15,-4 2 100-15,0 6 276 0,-8 3-264 0,-4 3 88 32,0 8 136-32,0 0 84 0,-8 6-344 0,1 7 72 0,-2 6 36 15,1 6 112-15,1 7 100 0,-1-1-16 16,4 1 148-16,4 3-112 16,0 0-24-16,8 0-4 0,0-3-72 0,4-4-96 15,8-6-168-15,0 3-52 0,12-6-232 0,-1 0 40 0,2-2-100 16,7-4-136-16,3-4-60 15,5-6-112-15,0 0-212 16,4-3-488-16,0-9-848 0,-8-2-2337 16,15-7-2839-16</inkml:trace>
  <inkml:trace contextRef="#ctx0" brushRef="#br0" timeOffset="86060.254">12845 12995 5520 0,'0'0'2988'0,"0"0"-1148"0,0 0-719 16,0 0 59-16,0 0 172 16,0 0-140-16,76 67-192 0,-64-39-308 0,-5 4-228 15,1 4-184-15,-3 1-188 0,-5-2-40 16,0 0-72-16,0-7-56 15,0-5-116-15,0-5 20 0,4-8-20 0,-4-3-128 16,4-7-96-16,-1 0-16 0,1-10 92 16,4-6 132-16,5-3 64 0,-6-6-92 15,5-7 92-15,-3-1-16 0,2 0 40 0,-3 3 100 16,1 5 124-16,2 6-20 0,-3 3 8 0,0 10 88 16,-4 3-48-16,0 0-88 15,0 3 36-15,0 3 112 0,0 6 192 0,0 7-40 16,-4 0-80-16,4 6 4 0,-1 0-28 15,-3 0 0-15,0-5-40 0,5-2-60 16,-5-2-100-16,0-6-60 16,0-4-64-16,0-3-4 0,4 0 68 0,0 0 8 15,0-10-8-15,7-5-8 16,2-8-128-16,6-3-88 0,-2-2 40 0,-2 3 24 16,5 3 8-16,-3 6 28 0,-2 6-24 15,-2 10-12-15,2 0 148 0,-3 10 12 0,0 6 408 16,0 3 100-16,0 4-136 0,-4 2-100 15,4-3-88-15,-5 0 36 0,6 0 52 16,-1-3-88-16,-4-3-100 16,4 0-84-16,-4 0-12 0,-1-4-84 15,6 1-40-15,-5-3-136 0,3-1-328 0,2-6-344 16,2 0-316-16,1-3-896 0,0 0-1873 16,8-15-2295-16</inkml:trace>
  <inkml:trace contextRef="#ctx0" brushRef="#br0" timeOffset="86396.829">13805 13049 12197 0,'0'0'2420'0,"0"0"-1776"16,0 0-156-16,0 0 380 0,0 0 376 0,-92 54-172 15,64-25-248-15,0 3-152 0,5 2 96 16,3-2 9-16,4-4-277 0,4-2-224 16,4-7-204-16,4-6-72 15,0-4-108-15,4-6 12 0,0-3-100 16,0 0-116-16,0 0-89 0,8-3 21 15,4-3 308-15,0-7-24 0,4-3-28 16,0-3-156-16,0-3-84 0,-4 3-4 0,0 0 136 16,-1 3 84-16,2 4-48 0,-6 1 64 15,5 8-28-15,-3 0 160 0,2 3 144 0,1 6 372 16,4 5-76-16,-4 1-96 16,0 1-16-16,4 2-72 0,-4 2 12 15,0-5-112-15,0 1-144 0,0-3-12 0,0-4-24 16,0 0-48-16,-4-3-24 0,7-3-208 15,-2 0-296-15,-1 0-192 16,-5-9-20-16,6-1-644 0,-2-3-864 0,-3-5-884 16,1 5-1685-16,-2-6-555 0</inkml:trace>
  <inkml:trace contextRef="#ctx0" brushRef="#br0" timeOffset="86554.269">14012 13011 6248 0,'0'0'3244'0,"0"0"-1655"15,0 0-433-15,0 0 516 0,0 0-4 16,0 0-472-16,84 60-376 0,-61-41-80 0,-2 3 148 15,-1-2-68 1,-1-5-380-16,2-2-440 0,-1-4 0 0,3 1-108 16,-3-3-224-16,0-7-440 0,5 0-284 15,-6-7-212-15,1-6-628 0,-4 0-1944 16,0-12-1937-16</inkml:trace>
  <inkml:trace contextRef="#ctx0" brushRef="#br0" timeOffset="86708.509">14375 12919 12201 0,'0'0'1812'16,"0"0"-1384"-16,0 0-96 0,-76 83 488 16,53-49 572-16,-5 1-400 0,0 3-240 0,0 0-100 15,0 4-64-15,4-4-184 0,-4-3-264 16,4 0-140-16,-3-4-208 0,2-1-208 0,5-9-220 16,0 2-300-16,4-4-688 0,5-10-1200 15,-2-3-3005-15</inkml:trace>
  <inkml:trace contextRef="#ctx0" brushRef="#br0" timeOffset="87199.086">14729 12972 11177 0,'0'0'1540'15,"0"0"-916"-15,9 80-344 0,-5-48 584 16,-4 3 772-16,4-1-384 16,-1-4-572-16,-3-11-464 0,4-5-216 0,4 0-12 15,-4-8-236-15,5-6-284 16,-6 0-176-16,5-3-388 16,-8-3-1080-16,4-13-2945 0</inkml:trace>
  <inkml:trace contextRef="#ctx0" brushRef="#br0" timeOffset="87359.709">14694 12843 10604 0,'0'0'2885'0,"0"0"-1477"16,0 0-1040-16,0 0 160 0,0 0 212 0,0 0-92 16,0 0-384-16,0 0-264 0,99-4-180 15,-75-2-444-15,4 0-468 0,-4 0-792 16,0-1-1321-16,3 1-2659 0</inkml:trace>
  <inkml:trace contextRef="#ctx0" brushRef="#br0" timeOffset="87831.211">15088 13002 9232 0,'0'0'4765'0,"0"0"-3753"16,-4 82-864-16,-3-54 308 0,2 4 1048 0,1-7-92 16,0-8-516-16,4-5-588 0,0-6-308 15,8-2 48-15,4-4-48 0,8-6 0 0,8-10-184 16,0-6-284-16,7-10-480 0,-3 0-116 15,5-3-204-15,-5 3 84 0,-4 7-300 16,-5 6-208-16,-3 2 171 0,0 11 473 16,-8 6 1048-16,-4 0 712 0,-5 10 785 15,2 5 287-15,-5 5-208 0,4-1-404 0,-4 0-240 16,0 3-84-16,0-3 200 16,0 3-64-16,0-6-188 15,4 0-112-15,-4-7-272 0,4-2-288 16,0-3-124-16,3-2-48 0,2-2-52 0,3-2-20 15,-1-9-12-15,10-3-40 16,3-13-364-16,0-1-188 0,-1-7-36 0,1-3 20 0,0-7-212 16,4-2-464-16,-4-4-428 0,-1-6-32 15,5-7-693-15,-7 1-231 0,-1-7 104 16,-1 0 2500-16,-6 7 196 0,-2 5 1200 16,-3 18 672-16,-4 7 492 0,5 17-259 0,-9 7-389 15,0 9-392-15,0 0-88 16,0 7-380-16,0 5-284 0,0 13 64 0,0 8 192 15,0 8-164-15,0 3-100 0,-5 10-160 0,5 0-28 16,0 3-8-16,0 3-40 16,-4 0-120-16,4 4-132 0,-4-3-76 0,0-5-108 15,4 2-16-15,-4-4-84 16,4-7-132-16,0-1-320 0,0-6-112 16,0-5-76-16,4-3-688 15,0-13-2356-15,4 3-3345 0</inkml:trace>
  <inkml:trace contextRef="#ctx0" brushRef="#br0" timeOffset="88398.409">17116 12944 3040 0,'0'0'5420'0,"0"0"-3104"16,0 0-811-16,0 0-277 0,0 0 40 0,0 0 28 16,0 0-480-16,0 0-244 0,0 0-152 15,-87 70 36-15,62-38 0 0,-3 6-60 16,4-3-164-16,5-3-116 0,3-7-116 0,4-6-160 15,8-6-72-15,4-5-88 16,0-1 24-16,4-3-12 0,8-1 120 0,4 0 140 16,3 4 48-16,2-4 0 0,3 3-8 15,0 3 8-15,4 4-8 16,-9 0-72-16,1 3 80 0,1 3 200 0,-6 1 84 16,-3 1 36-16,-4-2-12 0,-4 4 12 15,0-2-40-15,-4-1-60 16,0-1-36-16,0-4-24 0,0-5-52 0,-4-4-44 15,0 1-64-15,0-4-164 0,-4-3-412 16,0 0-224-16,4-6 12 0,-4-4-56 16,8-6-256-16,0-3-868 0,0 3-1245 0,0-15-1383 15</inkml:trace>
  <inkml:trace contextRef="#ctx0" brushRef="#br0" timeOffset="88762.409">17491 13075 12297 0,'0'0'1988'16,"0"0"-1368"-16,4 97-164 0,-8-53 776 0,-8 5 752 16,3-2-256-16,2-6-716 15,-5-5-672-15,7-4-264 0,5-13-76 16,0-4-148-16,5-8 16 0,7-7-160 0,4 0 48 16,3-16-208-16,9-9-108 0,0-7-252 15,4-6-124-15,-4-7-192 0,-4 4 36 16,-4-3-152-16,0 2 164 0,-9 2 212 15,-2 1 64-15,-5 4 120 0,0 6 684 0,-4 7 412 16,0 10 612-16,0 5 200 16,0 7-72-16,0 13-284 0,0 2-100 0,0 11 40 15,0 3-200-15,0 5-76 0,0 5 8 16,0-1 108-16,0-4-84 0,4 1-124 16,0-3-356-16,-1-6-84 0,1-3-148 15,1-11-216-15,3-3-188 0,0-9-232 0,3-7 256 16,6-7 32-16,3-16-320 0,-1-4-776 15,5-11-788-15,-4 4-701 0,-4-7-795 0,0 13 1352 16,0-19 280 0</inkml:trace>
  <inkml:trace contextRef="#ctx0" brushRef="#br0" timeOffset="89048.535">17945 12627 6968 0,'0'0'1984'0,"0"0"-276"16,0 0-215-16,0 0-545 0,0 0-148 0,0 0 516 15,0 0-360-15,0 0-364 0,23 82-156 16,-18-44 32-16,3 4 52 0,0-1-60 0,-5 0-288 15,5 0-172 1,1-6-64-16,-1 4 16 0,-5-9 0 0,5 0 36 16,5-5-40-16,2-6 44 0,2 0-40 15,7-3-52-15,-5-2-160 0,5-2-136 16,-4 1 76-16,3-5 8 0,-2 9 64 16,-5-4 36-16,0 6 148 0,-4 0-60 15,-4 3 48-15,-4 0 76 0,-4 0 236 0,0 0 100 16,0-3-40-16,0 0-132 15,-8 1-92-15,-1-4 40 0,2-4 24 0,-9 1 0 0,0-4-12 16,-5 1-36-16,2-7-16 16,-5 0-72-16,0-3-104 0,0 0-416 15,1 0-440-15,-1-9-472 0,3 2-1172 0,-11-8-3537 16</inkml:trace>
  <inkml:trace contextRef="#ctx0" brushRef="#br0" timeOffset="90879.109">18861 13278 4304 0,'0'0'1028'16,"0"0"-440"-16,0 0-4 0,0 0 120 16,0 0 256-16,0 0-40 0,0 0 204 15,0 0-323-15,0 0 111 0,0 0 88 0,-92-70-44 16,77 64-144-16,-6-1-80 0,6 7-68 16,-1 0 52-16,-4 0-204 0,0 13-140 15,0 9-52-15,0 6 0 0,4 7-36 16,1 4 88-16,2 1 104 15,5-1 76-15,5-4-172 0,3-10-208 0,0-6-172 16,3-3-208-16,9-10-100 16,1-2 212-16,2-4-4 0,5 0-8 0,-4-7 32 15,4-5-32-15,-4-1-52 0,0-3 48 16,-4 0-60-16,0 0 88 0,-4 7-40 0,-5-2 64 16,6 6-76-16,-5 5-100 0,4 0-36 15,3 5 272-15,2 9 200 16,2 2 8-16,6 9-24 0,-6 7-120 0,1 6 8 15,0 4-8-15,-4 2-64 0,0 3 4 16,-4 4 0-16,0 3 56 0,-8-3 248 0,0 3-4 16,0-3 28-16,-12 0-64 0,0-1-12 15,-4-2 0-15,-7-4-72 16,2-6-24-16,-3-2 8 0,5-11-56 16,-1-6-64-16,8-6-40 0,0-10-8 15,0-3-128-15,-1-7-380 0,6-12-188 16,-5-9-140-16,8-14 88 0,4-8-268 0,0-7-1036 15,0-4-700-15,0 10-2669 16,8-22-1575-16</inkml:trace>
  <inkml:trace contextRef="#ctx0" brushRef="#br0" timeOffset="91091.308">19199 13297 9804 0,'0'0'1601'0,"0"0"-897"0,25 67 348 0,-18-29 444 16,-2 9 68-16,-1 10-304 0,-4 3-272 15,4 4-212-15,-4 5-176 0,0 2 72 16,4-5-184-16,0 4-232 0,-1-10-172 16,1-3-84-16,5-9-156 15,-5-7-272-15,4-9-72 0,-5-10-136 0,5-2-28 0,-3-11-72 16,-1-6-168-16,0-3-260 16,-4-7-44-16,0-7-456 0,0-12-1029 15,0 3-1571-15,-4-21-1304 0</inkml:trace>
  <inkml:trace contextRef="#ctx0" brushRef="#br0" timeOffset="91291.938">19252 13202 692 0,'0'0'8080'0,"0"0"-6256"0,0 0-907 0,0 0-137 16,0 0 140-16,84-13-4 0,-69 19-268 15,1 1-244-15,0 5-92 0,-4 1-36 0,-4 0 116 16,-4 5-152-16,0 2-40 0,-4 2-64 15,-8 0-12-15,-7 3-124 0,-6 0 0 16,-3 1-72-16,0-1-216 0,-4-2-304 16,5-4-164-16,-1-3-316 15,0-4-432-15,0 1-993 0,8-7-1923 0</inkml:trace>
  <inkml:trace contextRef="#ctx0" brushRef="#br0" timeOffset="91746.278">20204 13306 12645 0,'0'0'2200'0,"0"0"-1372"0,0 0-324 15,0 0 200 1,0 0 128-16,8 80-152 0,0-61-152 0,0-3-232 16,0-1-124-16,3-2 0 0,-2-4-76 15,3 1-20-15,4-7-20 0,-1-3-56 16,6 0-112-16,-2-9-68 0,1-7-80 0,4-7-84 15,-3-5-12-15,-2 2-4 0,-7 4 64 16,0 0 148-16,-8 6 12 0,-4 4 60 16,0-1 28-16,0 7-4 0,-12-4 40 0,-4 4 12 15,-3 2 0-15,-5 1 76 16,-1 3 60-16,-3 0-12 0,8 7-124 0,-3 2 4 16,7 7-4-16,0 3 8 0,4 0-4 15,4 3-4-15,4 0-4 16,4 0-208-16,0-2-432 0,0-4-148 15,8-7-984-15,-1-2-480 0,18-7-2449 0</inkml:trace>
  <inkml:trace contextRef="#ctx0" brushRef="#br0" timeOffset="91885.051">20829 13262 12745 0,'0'0'2160'0,"0"0"-1392"0,76 3-224 0,-48-3 132 15,8-3-68-15,-4-4-212 0,0-8-292 16,3-4-104-16,5-7-212 0,-3-9-356 0,-2 0-392 15,-3-3-948-15,-8 9-2505 0,-1-13-1819 16</inkml:trace>
  <inkml:trace contextRef="#ctx0" brushRef="#br0" timeOffset="92115.531">21029 12789 11313 0,'0'0'1756'15,"0"0"-1448"-15,0 0-144 0,-36 76 244 16,32-44 428-16,-1 5 72 0,5 1-228 15,0 11-8-15,13 1 112 0,-5 4 80 0,3 10-252 16,-2-1-168-16,3 4-52 0,-9 3-52 16,5-1-148-16,-8 5-192 0,0-4-96 15,0-4-76-15,-4-6 0 0,-3-5 0 0,7-8-12 16,-4-9-84-16,4-9 96 0,0-10-148 16,0-10-144-16,0-2 92 15,4-7 176-15,3-7-252 0,6-6 40 0,2-5-116 16,6-11-404-16,7-6-372 0,-9 3-1508 0,21-25-5213 15</inkml:trace>
  <inkml:trace contextRef="#ctx0" brushRef="#br0" timeOffset="92524.911">22275 12871 16993 0,'0'0'2776'0,"0"0"-1824"0,-99 98-780 16,56-46-160-16,-6 8 476 0,6 3 325 16,2-3 47-16,14 1-484 0,3-4-268 15,8-7 24-15,12-6-12 0,4-5-60 0,0-7-60 16,12-7-84-16,8-5-60 16,4-8 36-16,0-5 24 0,4-5-40 0,4-2-56 15,-5 0-36-15,-3-9-64 0,0-1-84 16,-7 1-60-16,2 0-13 0,-11-4 33 15,4 3 28-15,-12-2-40 0,0-1-220 0,0-3-372 16,-12 0-376-16,-8-6-488 0,-4 3-64 16,-4-4 92-1,0 4-13-15,0 5 573 0,5 0 804 0,3 5 480 16,7 5 1168-16,6 4 705 0,3 0 79 16,4 7-36-16,0-1-440 0,0 3-108 15,4 1-20-15,8-1-88 0,4-2-356 0,0-1-356 16,7-3-271-16,5-3-165 0,0-5-112 15,8-8-501-15,-4-6-519 0,1-4-364 16,2 1-368-16,-7-3-856 0,-9 6-1717 16,6-3-1447-16</inkml:trace>
  <inkml:trace contextRef="#ctx0" brushRef="#br0" timeOffset="92646.839">22272 13249 10104 0,'0'0'3009'0,"0"0"-1485"0,-40 83-628 15,24-49 24-15,4 8 348 0,1 5-144 16,-2 1-560-16,5-4-380 0,4 0-184 0,1-2-60 15,-1-1-100-15,-1-6-592 16,1-3-336-16,-4-3-448 0,1-4-864 16,-1-6-2361-16,-12-3-3531 0</inkml:trace>
  <inkml:trace contextRef="#ctx0" brushRef="#br0" timeOffset="93531.113">11709 15646 3892 0,'0'0'1108'0,"0"0"-836"0,0 0-268 0,0 0 740 15,0 0 320-15,36-67-116 0,-24 49-104 0,0-6-156 16,4-1-132-16,-4 4-208 0,4-5-92 16,-8 1 5-16,4 3 99 15,-8 2-144-15,-1 5-48 16,-3 5-76-16,0 0-4 0,0 5 116 0,-7 1 28 16,-1 1 204-16,0 0 36 0,-4 3-64 15,0-4-104-15,1 4-140 0,-6 0-100 16,6 0 100-16,-2 0-60 0,-2 0 20 0,2 4-20 0,-2 2-28 15,2 1 24-15,1 2 64 0,1 4 76 16,-2 2 48-16,6 5 0 16,-1-1 0-16,-1 3-8 15,5 0 56-15,-3-3 16 0,7 0-56 0,-4-3-120 16,4 0-92-16,0-1-80 0,0 2-4 16,0-2 0-16,0 2-12 0,0 1-48 15,0 1 52-15,4 3 8 0,3 2 88 16,-3 1-24-16,1-4 12 0,3 1-36 0,3-2-40 0,-2-8-64 15,3 1-20-15,3-3 76 0,-2-4-44 16,6-3-8-16,-3 0 60 16,1-3-8-16,-6 0-44 0,1 0 4 0,0 0 40 15,0 0-68-15,-8 0-60 16,4 0-36-16,-4 0-28 0,0 4 88 16,0 2 96-16,-4 0 16 0,0 4 52 0,0-1 36 15,0-3-80-15,0 4 68 0,-8-3-68 16,0-5-8-16,0 5 8 0,-4-7-8 15,0 4-176-15,-7-4-160 0,2 0-208 0,-3 0-184 16,4-4-92-16,-4-3-172 16,5 1-108-16,2-2-325 0,2-3-463 15,7 5-552-15,4-7-2212 0</inkml:trace>
  <inkml:trace contextRef="#ctx0" brushRef="#br0" timeOffset="93742.965">12156 15662 7188 0,'0'0'2220'0,"0"0"-1292"0,0 0 81 15,0 0 543-15,0 0 136 0,28 82-328 0,-28-60-592 16,0 3-380-16,-9-1-152 0,5 1-152 16,-3-3-84-16,3 0-44 0,0-6-140 15,0-4-92-15,4-5-284 0,0 0-400 0,0-7-112 16,0 0-240-16,0 0-700 0,4-7-381 15,4-12-2311-15</inkml:trace>
  <inkml:trace contextRef="#ctx0" brushRef="#br0" timeOffset="93983.291">12574 15154 9400 0,'0'0'2309'0,"0"0"-1837"0,-4 70-392 15,0-32 812-15,4 7 1076 0,-4 6-448 16,4-1-572-16,8 4-220 0,4-4 148 16,4-1-32-16,0-2-440 0,7-6-368 0,-2-3-36 15,3-6-132-15,0-10-248 16,-5-7-124-16,1-1 40 0,-4-11 32 0,0 1 184 16,-4-2 76-16,-3-2-284 0,-6-2-280 15,-3-2-456-15,0-6-408 16,-8 1-1392-16,-4 3-997 0,-8-11-1287 0</inkml:trace>
  <inkml:trace contextRef="#ctx0" brushRef="#br0" timeOffset="94123.029">12399 15611 1668 0,'0'0'5520'0,"0"0"-3340"0,0 0-656 0,0 0-315 0,0 0-145 16,0 0-124-16,0 0 84 0,0 0-180 16,0 0-192-16,0 0 36 15,92 54-84-15,-45-51-120 0,5-3-236 0,-1-3-248 16,5-10-112-16,-4 1-48 0,8-4-176 15,-8-3-504-15,3 3-704 16,-18 4-2372-16,14 1-4561 0</inkml:trace>
  <inkml:trace contextRef="#ctx0" brushRef="#br0" timeOffset="94278.283">13287 15852 11997 0,'0'0'2148'15,"0"0"-1452"-15,0 0 108 0,0 0 104 16,0 0-212-16,0 0-648 0,0 0-48 0,0 0-620 16,0 0-236-16,0 0-620 0,76-15-2345 15,-68 5-3839-15</inkml:trace>
  <inkml:trace contextRef="#ctx0" brushRef="#br0" timeOffset="95047.235">15219 15132 7292 0,'0'0'4093'15,"0"0"-2897"-15,0 0-456 0,0 0-64 16,0 0 500-16,0 0 20 15,0 0-388-15,0 0-248 0,-75-28-188 0,63 43-76 0,-4 10 24 16,0 14 284-16,0 8 68 0,0 7-244 16,4 3-88-16,5-2-84 0,-2-8-72 0,5-6-100 15,0-16-84-15,4-11-280 16,4-8-12-16,9-6-72 0,-2 0 352 16,9-13-160-16,0-3-72 15,0-5-160-15,0-3-52 0,-4 2 52 0,-5 0 32 16,2 2 164-16,-5 6-276 0,-5 3-176 0,1 6 260 15,-4 2 140-15,5-1 104 0,-5 4 32 16,0 0-152-16,4 7-304 16,0 2 580-16,4 7 180 0,-1 0 188 0,2 6 132 15,-1 3-144-15,3 5 52 0,-3 3-8 16,1 6 20-16,-2 1-72 0,-3 6 48 16,-4 1-64-16,0 0 0 0,-8-1-76 0,-4-2 40 15,4-6-100-15,-3-10-88 16,-2-3-32-16,5-8-28 0,-3-4 36 0,-2-4 40 15,2-6 20-15,-6-3-92 0,-2 0-52 16,3-3-368-16,0-6-196 0,-4-4-60 16,8-7-80-16,-4 2-300 0,4-8-260 15,-4-2-968-15,8-4-933 0,0 6-1603 0</inkml:trace>
  <inkml:trace contextRef="#ctx0" brushRef="#br0" timeOffset="95271.27">15666 15504 9200 0,'0'0'1408'0,"8"82"-583"0,-4-35-285 16,0 13 688-16,-1 13 372 0,1 4-404 16,1-1-444-16,-1 3-316 0,8-3-60 15,-5-2-92-15,6-1-160 0,-2-10-120 0,2-2-4 16,-1-10-148-16,-5-10-100 0,1-10-28 15,1-8-84-15,-6-10-52 0,1-11-104 16,-4-2-200-16,0-13-92 0,0-6-424 16,0-12-1153-16,-4 6-1775 0,-3-26-2044 15</inkml:trace>
  <inkml:trace contextRef="#ctx0" brushRef="#br0" timeOffset="95513.129">15622 15335 9896 0,'0'0'1869'15,"0"0"-705"-15,0 0-1100 16,48-73 244-16,-24 57 264 0,3 3 188 0,6 7-244 16,-1 3-288-16,3 3-88 0,1 3 8 15,0 3-84-15,0 10 8 0,-8 0-72 16,-4 0-12-16,-9 10-28 0,-2-4-8 16,-9 10 36-16,-4-2 12 0,-4 6 4 15,-13-1 108-15,-6 3-108 0,-5-1 4 0,0-1 80 16,-4-7 60-16,4-4-132 0,-4-6-16 15,4-6-376-15,-3-7-356 0,3 1-216 0,0-7-608 16,4 0-749-16,4-4-1827 0,-4-8-1800 16</inkml:trace>
  <inkml:trace contextRef="#ctx0" brushRef="#br0" timeOffset="96041.908">16813 15161 7280 0,'0'0'2464'16,"0"0"-439"-16,0 0-669 0,0 0-172 15,96-7-312-15,-60 7-156 16,-1 4-324-16,2 1-180 0,3 4-12 16,-1 2 48-16,1 2-184 0,-4-1-8 0,-4 4-56 15,0-3 0-15,-4 2 0 0,-9 1 140 16,2 3-68-16,-10 1 64 0,-7-1-24 16,-4 3 52-16,-4 7-80 0,-11-4 80 15,-6 3-92-15,-3 1 28 0,-4-7 0 0,-4-3 20 16,1-3 56-16,-9-6-28 0,0-1-64 15,-4-7-84-15,1 5-84 0,-2-7-64 16,6 0-148-16,7 0-28 0,0-3-96 0,8-1-116 16,8 0-204-16,9-3-164 0,-2 0-196 15,9 4-236-15,9-4-1221 0,-2 5-2307 16</inkml:trace>
  <inkml:trace contextRef="#ctx0" brushRef="#br0" timeOffset="96285.741">17515 15563 8656 0,'0'0'3049'0,"0"0"-1565"0,0 0-772 16,0 0 60-16,0 0 500 0,-88 67 120 16,60-51-588-16,-4-3-472 0,0 0-196 0,-3-1 0 15,-1-3 72-15,-1 2 16 0,2-3-104 0,-1-1-56 16,0-3-64-16,0 2-84 15,5-4-76-15,-1-2-196 0,0 4-112 16,4-4-76-16,4 0-400 0,4 0-364 16,0 0-740-16,8-4-2293 0,-4-4-771 0</inkml:trace>
  <inkml:trace contextRef="#ctx0" brushRef="#br0" timeOffset="96696.375">18009 14977 6796 0,'0'0'1584'0,"0"0"-432"0,0 0 36 16,0 0 573-16,0 0-117 0,39 85-468 15,-27-40-336-15,-3 6-184 0,-5 5-48 16,-1 4-36-16,1-2-40 0,-4 1-52 0,0-4-16 16,4-4-144-16,-4-4-272 0,4-5-48 15,-4-7-268-15,4-7-200 0,1-5-184 0,-5-8-4 16,3-9-148-16,-3-1-264 16,0-5-864-16,0 0-1257 0,0-14-2763 0</inkml:trace>
  <inkml:trace contextRef="#ctx0" brushRef="#br0" timeOffset="96844.506">18128 15411 10676 0,'0'0'2681'0,"0"0"-1321"0,0 0-228 15,0 0-152-15,100 16-72 0,-64-16-216 0,-5 0-260 16,9-3-260-16,0-10-164 16,4-2-8-16,-1-2-136 0,2-4-468 0,-6-2-360 15,2-3-288-15,-14 7-1136 0,5-9-4925 0</inkml:trace>
  <inkml:trace contextRef="#ctx0" brushRef="#br0" timeOffset="97011.134">18587 15198 10676 0,'0'0'1441'0,"0"0"-1245"15,0 0-108-15,0 92 192 0,0-56 756 0,0-1 204 16,4 0-536-16,-4 2-352 0,7-2-200 15,-3 1-104-15,-4-3-48 0,4 0-356 16,0-1-648-16,-4-1-636 0,4-8-1313 0,-4 5-1863 16</inkml:trace>
  <inkml:trace contextRef="#ctx0" brushRef="#br0" timeOffset="97681.673">20208 15577 6080 0,'0'0'2456'0,"0"0"-412"0,0 0-939 0,0 0-193 15,0 0 108-15,0 0-120 0,0 0-152 0,0 0-308 16,-56-68-92-16,48 66 208 16,0-5 304-16,8 4-240 0,-3 3-80 15,-1 0 4-15,-5 10-116 0,-3 6-196 16,-4 5-108-16,-3 14 36 15,2 4 60-15,-2 2-16 0,3 0-80 0,4-3-16 16,3-10-108-16,2-3-168 0,7-11-100 0,0-4-4 16,0-7-68-16,0-3 20 15,12 0-8-15,4-10 324 0,4-2-40 0,-1-5-116 16,5-1-172-16,-3-2-4 0,-2 5 16 0,-3 5 12 16,0 3-28-16,0 4 48 15,-4 3-8-15,4 0 144 0,-4 6 152 16,-4 5 200-16,4 1 200 0,-8 1-28 0,3 0 72 15,-3-1-120-15,5 1-64 16,-9-3 8-16,4-4-108 0,0 0-160 16,0-3-52-16,-4-3-8 0,7 0-140 0,2-3-380 15,-1-3 48-15,3-10-300 0,2-4-892 16,-2 8-2224-16,1-13-1789 0</inkml:trace>
  <inkml:trace contextRef="#ctx0" brushRef="#br0" timeOffset="98165.315">20459 15566 10636 0,'0'0'2133'0,"0"0"-1509"16,0 0-472-16,0 0 332 0,8 77 604 0,-8-55-44 15,0-3-404-15,0-3-404 0,4-4-236 16,4-1-12-16,-4-5-300 0,3-4-164 16,6-2-116-16,-1 0 40 0,4-5-336 0,-1-9-88 15,6-5-408-15,-6-2-577 0,5-5 501 16,-4 4 964-16,0 6 496 0,-4 4 404 0,-3 2 116 15,-2 7 124-15,-3 3 184 0,4 0 89 16,-8 6 59-16,4 7 112 16,0 3-148-16,-4 6-268 0,0 0-108 0,4 3-48 15,-4 0 12-15,4-6-64 0,0 1-140 16,4-5-188-16,-1-4-136 0,6-5-76 16,-1-3-272-16,8-3 160 0,0-13-36 15,3-9-76-15,5-3-356 0,4-10-452 16,0-4-304-16,0-2 44 15,0-4 103-15,4-2-79 0,-4 0-96 0,-5-4 36 16,1 0 756-16,-8 0 464 0,-3 0-160 16,-6 7 344-16,-3-1 768 0,-8 10 756 15,0 7 396-15,0 9-11 0,0 6-253 0,0 8-268 16,-4 0-280-16,4 5-380 16,-4 5-308-16,4 6-208 0,-3 8 36 0,3 7 188 15,0 9 320-15,-4 3-32 0,0 9-156 16,4 2-80-16,-5 1-96 0,1 4-40 15,-4 3-156-15,8-3-196 0,-3 0-84 0,3 0-284 16,0-7-132-16,0 2-236 0,3-9-224 16,-3-1-156-16,4-4-248 0,-4-7-736 15,4-6-2245-15,-4 0-2319 0</inkml:trace>
  <inkml:trace contextRef="#ctx0" brushRef="#br0" timeOffset="99080.153">14602 17192 8036 0,'0'0'2448'0,"0"0"-979"16,0 0-229-16,20 87 196 0,-12-40-328 0,0 3-204 15,0 11-56-15,-4-4-216 16,4 0-164-16,0-3-84 0,-1-3-152 0,2-9-232 16,-1-2-12-16,-1-8-296 0,1-7-100 15,-3-6-84-15,3-9-80 0,-4-4-324 0,-4-2-196 16,3-4-48-16,-3 0 24 0,0-7-180 16,0-6-237-16,0-6-419 0,0 1-464 0,-7-5 604 15,3 5 1252 1,0-6 560-16,-1 6 260 0,5 5 704 0,0 0 300 15,0 4-144-15,5 6 320 0,3 1 268 0,7 2 221 16,9 0-385-16,0 0-516 0,8 2-372 16,0-2-204-16,4 0 112 0,3 0-12 15,2-2-292-15,-2-9-152 0,1-2-108 16,0-3-200-16,-4-3-360 0,-4-3-256 16,-4-3-484-16,-9 8-968 0,2-8-2765 0</inkml:trace>
  <inkml:trace contextRef="#ctx0" brushRef="#br0" timeOffset="99257.939">15104 17298 8564 0,'0'0'1336'0,"0"0"-744"0,0 0-424 0,0 0 221 0,0 0 343 16,0 0 484-16,0 0-412 0,31 72-348 16,-18-30-116-16,2 5 68 0,-2 6 96 0,2 2-4 15,-2 5-84-15,-1-3-176 0,-1 1-216 16,2-1-24-1,-2-7-288-15,6-1-492 0,2-9-484 0,1-5-812 16,-3-9-2021-16,6-7-3731 0</inkml:trace>
  <inkml:trace contextRef="#ctx0" brushRef="#br0" timeOffset="99687.938">16295 17399 9308 0,'0'0'2425'0,"0"0"-989"15,0 0-736-15,52 66-104 0,-36-27 224 0,-4 5-28 16,-4 0-300-16,-4 1-268 0,4-7-64 0,-5-7-32 16,2-6-128-16,3-8-212 0,-4-11-288 15,4-2-396-15,0-4-240 0,0-13-300 16,-4 4-1149-16,0-21-2095 0</inkml:trace>
  <inkml:trace contextRef="#ctx0" brushRef="#br0" timeOffset="99832.645">16183 17180 9460 0,'0'0'1845'16,"0"0"-909"-16,0 0-256 0,0 0 340 0,92 0-376 16,-59 0-644-16,-1-4-64 0,3 1-1040 15,5-3-776-15,-12 3-1365 0,15-7-3395 16</inkml:trace>
  <inkml:trace contextRef="#ctx0" brushRef="#br0" timeOffset="100086.215">16746 17243 6128 0,'0'0'7557'0,"0"0"-6189"0,0 0-1140 0,-60 83 136 0,44-58 604 16,0 0 352-16,4-6-604 16,8-6-668-16,4 0-48 15,0-4-136-15,7-2 136 0,6-1 4 0,7 0 8 16,3 4 0-16,2-4-12 0,3 1-4 15,0 0-108-15,-1-2-48 0,-2 5 36 16,-6 0-60-16,1-2 72 0,4 6-84 0,-8-2 196 16,4-2 0-16,-8 3 8 0,0-1 4 15,-4 1-12-15,-4 3-112 0,0 3-200 16,-4 0-260-16,-4 3-320 0,-8 0-468 16,0 0-244-16,-4 3-385 0,0-8-367 0,-8 8-1892 15</inkml:trace>
  <inkml:trace contextRef="#ctx0" brushRef="#br0" timeOffset="100647.739">18288 17104 8868 0,'0'0'2301'0,"0"0"-1081"0,0 0-276 16,47 66-92-16,-31-34-56 0,-8 0-64 15,0 2-268-15,0 2-172 0,-4-2-56 16,4-2-36-16,-4-7-124 0,-4 1-76 0,4-7-128 15,-4-3-32-15,4-7-368 0,-4-2-176 16,0-7-444-16,0 0-764 16,-4 0-2745-16</inkml:trace>
  <inkml:trace contextRef="#ctx0" brushRef="#br0" timeOffset="100792.887">18271 16926 10756 0,'0'0'2157'0,"0"0"-1509"16,0 0-60-16,0 0 132 0,0 0-720 0,0 0-40 15,84-54-1392-15,-72 47-1573 0,4 7-3723 0</inkml:trace>
  <inkml:trace contextRef="#ctx0" brushRef="#br0" timeOffset="101079.205">18539 17138 11925 0,'0'0'1600'16,"0"0"-1208"-16,0 0-8 0,11 77 764 16,-11-52 368-16,0-3-496 0,0-3-552 0,4-2-308 15,1-5-160-15,-1-3-72 0,3-2-188 16,1-2-84-16,5-5 32 0,-2 0 188 16,6-5 24-16,-6-9-24 0,9 2 52 15,-4-4 20 1,0 0-20-16,0 7-68 0,-4 2-8 0,4 7 148 15,-5 0 236-15,6 7 36 0,3 6-108 16,-5 2 20-16,2 2-84 0,-2 2-12 0,-2 0-40 16,-2 0 28-16,1 0-76 0,1-4 112 15,-2-2-112-15,1 3-88 0,-4-6-72 16,4-1-128-16,-4-3-496 0,4-1-144 16,-4-5-648-16,0 0-2281 0,4-5-2871 15</inkml:trace>
  <inkml:trace contextRef="#ctx0" brushRef="#br0" timeOffset="101435.521">19244 17243 1344 0,'0'0'6308'0,"0"0"-4596"0,0 0-612 0,0 0-107 15,0 0 187-15,0 0 260 0,0 0 36 0,79 16-108 16,-42-13-276-16,6-3-448 0,5 0-340 16,3-6-228-16,2-7-76 0,-1-3-100 15,-1-3-220-15,-3-3-356 0,-5-3-392 0,2-5-24 16,-13 9-1580-16,0-14-3685 0</inkml:trace>
  <inkml:trace contextRef="#ctx0" brushRef="#br0" timeOffset="101619.304">19630 16989 11925 0,'0'0'1792'0,"-4"73"-1348"0,4-37-304 0,0 4 492 16,0 8 652-16,0-7-184 0,0-6-556 0,4-4-544 15,5-7-172-15,-2-10-312 0,5-7-204 16,0-7-204-16,4-12-168 0,4-10 96 15,-8-1-1096-15,12-21-2773 0</inkml:trace>
  <inkml:trace contextRef="#ctx0" brushRef="#br0" timeOffset="102109.915">19850 16561 9744 0,'0'0'3009'15,"0"0"-1253"-15,0 0-1324 0,0 0-296 16,0 0 544-16,0 0 300 0,19 107-256 0,-11-56-304 15,-8 3 12-15,5 3 124 0,-1 4 240 16,-4-1-256-16,0 0-224 0,0-6-120 16,0 0-136-16,0-9-60 0,3-4-180 0,-3-6-116 15,4-3-104-15,0-11 20 16,0-4-64-16,4-8-120 0,0-2-376 0,0-4-208 16,4-3-236-16,0 0-276 0,4-10 344 15,0 3 248-15,-1-5 611 0,2 3 457 16,2 2 389-16,-2 7 163 0,3 0 116 0,-5 3 100 15,6 8-132-15,-2 1-24 0,5 4-32 16,0-4-76-16,-4 1-160 0,3 0-232 16,2-7-112-16,-1-3-8 15,4-3-256-15,-4 0-204 0,-1-9-12 16,5-4 264-16,-8-3 140 0,1-2-140 16,-2-6 72-16,-3 6 144 0,-4-5 104 0,0 8 96 15,0-5 156-15,-8 8-52 0,0-1 76 16,-4 4-104-16,0-1-88 0,0 4-64 15,-8 0-48-15,0 3 0 0,-1 3 36 16,-2 3-36-16,-5 6 40 0,4 10 148 0,-3 3-4 16,-2 4 152-16,2 2 148 0,2 5 56 15,2-5-160-15,-2 0-172 0,9-2-200 16,-4-7-84-16,8-3-88 0,0-4-84 0,0-2-420 16,12-4-40-16,1 0-76 0,6-1 100 15,5-5-36-15,0 0 12 0,4-11 116 16,0 5 100-16,-4-4-628 0,-5 4-2221 15,2 0-4431-15</inkml:trace>
  <inkml:trace contextRef="#ctx0" brushRef="#br0" timeOffset="103601.644">21662 17030 260 0,'0'0'6872'0,"0"0"-4912"15,0 0-488-15,0 0-415 0,0 0-69 16,0 0-260-16,-79 13-168 0,62 0-192 16,2 3-128-16,-2 10 92 0,6-1 144 15,3 10 164-15,-1 2-120 0,6 8-60 0,3-1 24 16,0 1-112-16,3-4-112 0,6-3-148 16,-1-9-112-16,3-7-160 0,6-6-36 15,-2-7-452-15,6-9-176 0,3-3-144 16,-1-16-336-16,-3 6-1456 0,8-21-3613 0</inkml:trace>
  <inkml:trace contextRef="#ctx0" brushRef="#br0" timeOffset="103930.836">21794 17256 8596 0,'0'0'2533'0,"0"0"-1349"15,0 0-804-15,0 0 376 0,0 0 488 16,0 0-352-16,79 50-300 0,-59-56-376 15,5-10-52-15,-2-6-64 0,5-3 16 0,-4-4-116 16,0-3-176-16,0 4-48 0,-1 3 44 16,-6 0-248-16,-6 6 128 0,-7 2-64 15,1 7 112-15,-5 5 124 0,-5 1-12 16,-7 1 140-16,-3 3 76 0,-1 3 192 0,-5 3-32 16,2 7 16-16,-1 4 40 0,0 4 32 15,0 5 20-15,4-1 4 0,4 7-48 16,1 0-28-16,2 2 28 15,1 1 72-15,4 4 24 0,1-4-88 16,3-7-196-16,0-2-112 0,3-8-296 16,5-1-296-16,5-10-28 0,-2-5 24 0,1-2-184 15,8-7-200-15,-4-12-480 0,0 4-1245 16,8-17-1883-16</inkml:trace>
  <inkml:trace contextRef="#ctx0" brushRef="#br0" timeOffset="104232.319">22116 17129 8264 0,'0'0'3113'0,"0"0"-1665"0,0 0-504 0,0 0 84 0,0 0 16 16,0 0-64-16,0 0-420 0,4 73-164 16,-4-48 24-16,0-3-84 15,0 1-40-15,0-4-228 0,4-6-68 16,-4 0-136-16,5-4-220 0,-1-6-28 16,0-3-124-16,3 0-100 0,5-10 244 0,4-5 140 15,5-8-144-15,-2 1-68 0,1 0 108 16,0 0-12-16,-4 6 160 0,0 3 104 0,-4 7 52 15,-5 2 24-15,1 4 204 16,-3 0 212-16,-1 7 124 16,-4 2 28-16,4 4-168 0,-4 6-176 0,0 0-100 15,0 0-12-15,0 0 76 0,0 0-4 16,0 0 28-16,0 0-28 0,0 1-96 16,4-5-88-16,-4 1-172 0,3-6-336 0,1-4-68 15,0-3-252-15,5-3-292 0,-1-6-1180 16,-1-4-769-16,6-18-3331 0</inkml:trace>
  <inkml:trace contextRef="#ctx0" brushRef="#br0" timeOffset="104433.974">22687 16618 12317 0,'0'0'2064'0,"0"0"-1660"0,0 0-352 0,0 80 576 0,0-40 828 16,3 5-204-16,1 6-596 15,4 2-276-15,0 2 24 16,4-2 60-16,0-5-36 0,0-4-428 0,4-5-156 16,0-7-372-16,-4-4-232 0,-1-9-28 15,-2-7 8-15,-1-2-104 0,-4-7-224 16,-4 1-532-16,0-1-1192 0,-8-3-1749 16</inkml:trace>
  <inkml:trace contextRef="#ctx0" brushRef="#br0" timeOffset="104604.757">22455 17142 6748 0,'0'0'4653'0,"0"0"-3141"0,0 0-724 16,0 0-100-16,0 0 256 0,0 0 204 0,0 0-264 15,0 0-68-15,0 0-112 0,80 47-176 16,-48-44-160 0,7-3-148-16,1-9-144 0,4-4-76 0,0-6-120 15,-5-1-200-15,6-5-120 16,-10 0-484-16,1 0-552 0,0-1-916 0,-12 7-2605 15,8-3-2139-15</inkml:trace>
  <inkml:trace contextRef="#ctx0" brushRef="#br0" timeOffset="104914.03">23053 17027 2692 0,'0'0'10149'0,"0"0"-7829"0,-20 66-1364 0,12-40-228 16,3 0 428-16,5-1-72 0,0-6-408 15,5-3-408-15,3 0-268 0,7-7-64 0,2-5-36 0,7-4-168 16,-1 0-112-16,1-17 24 0,4-1-16 15,-8-5 40-15,0-2-164 16,0-3-12-16,-8 3-152 0,-4 2 44 0,-8 0 276 16,0 5 76-16,0 2-180 0,-8 0-224 15,-4 3 132-15,-3 4 536 0,-6 5 0 16,1 1 356-16,1 3 292 0,-2 10 108 0,1 6 12 16,5 9-68-16,-2 3-76 0,2 7-92 15,7 4 0-15,-4 2-64 0,4 0-76 16,0-2-24-16,-1-2-52 0,9-9-120 15,0-2-196-15,0-3-364 16,9-14-372-16,3-3-240 0,8-6-12 0,-1-3-264 16,9-9 460-16,0-14 524 0,-4 8-2696 0,12-24-5713 15</inkml:trace>
  <inkml:trace contextRef="#ctx0" brushRef="#br0" timeOffset="105120.311">23447 17005 6688 0,'0'0'6505'16,"0"0"-4829"-16,0 0-1172 15,0 0-116-15,12 67 168 0,-12-41 20 0,0-1-292 16,4 0-184-16,-4 0-96 0,0 1 48 16,0-1 28-16,0-2-80 0,0-5-84 15,0 1 24-15,0-5 60 0,0-6 0 16,0-2 12-16,0-6 200 0,0 0 48 0,4-8-260 16,0-9-112-16,4-5-84 0,4-6 56 15,4-7 4-15,4 3-88 0,0-7-36 16,3 6-92-16,1 0-216 0,1 5-136 0,-5 2-408 15,-5 8-2901-15,9-2-3679 0</inkml:trace>
  <inkml:trace contextRef="#ctx0" brushRef="#br0" timeOffset="105667.581">24356 17079 4772 0,'0'0'6373'0,"0"0"-4357"0,0 0-1040 15,0 0-292-15,0 0 148 0,0 0 224 0,-40 88-248 16,28-50-188-16,4 0-248 15,4-2 8-15,0-5-60 0,4-6-100 0,0-6-220 16,4-6-96-16,8-10-188 0,4 0 120 16,7-6 164-16,1-6 112 0,8-14-112 15,0-3-100-15,0-5-84 0,-4-1 0 0,-4-2-4 16,0 5 52 0,-8 4 132-16,-8 2 0 0,0 4-44 15,-8 4-64-15,0 2-60 0,-8-3 116 0,-8 6 56 16,-4 1 184-16,0 2-24 0,-4 7 76 15,0 0-224-15,0 13 88 0,5 4-100 0,-2 4-16 16,1 5-56-16,5 2 64 0,-2 1-104 16,6-4-96-16,-1 1-424 0,8-8-164 15,-1-2-804-15,5-5-1388 0,0-3-3177 0</inkml:trace>
  <inkml:trace contextRef="#ctx0" brushRef="#br0" timeOffset="105828.727">24691 17129 12793 0,'0'0'4068'0,"0"0"-3208"16,0 0-712-16,0 0 236 0,0 0 232 0,0 0 220 0,99 19-384 15,-63-36-440-15,3-2-12 0,6-9-256 16,-2-7-396-16,5-3-516 16,-4-3-448-16,-9 2-908 0,-7 8-2937 0,0-7-2699 0</inkml:trace>
  <inkml:trace contextRef="#ctx0" brushRef="#br0" timeOffset="106097.711">24945 16662 3724 0,'0'0'8413'0,"0"0"-6969"0,0 0-1140 16,0 0 192-16,-20 86 588 0,20-54 308 16,0 3-396-16,0 2-464 15,0 4-212-15,4 4-172 0,5 3-12 0,-6 3-136 0,-3-1-8 0,0 1-140 16,0 3-136-1,0 1 24-15,0-2 76 0,0 1 24 16,0-3 52-16,0-2 104 0,0-3 4 0,0-1-76 16,-3-4-544-16,-6-3-4 0,5-3-104 15,-4-7-52-15,1-3-96 0,-1-6-292 16,-5-5-244-16,6-8 215 0,-5-3 329 16,-1-3 300-16,-2-6 140 0,-5-4-52 0,-4-5 0 15,-4-4-276-15,8 6-1116 0,-24-16-1336 0</inkml:trace>
  <inkml:trace contextRef="#ctx0" brushRef="#br0" timeOffset="106475.271">25754 17008 8564 0,'0'0'2897'16,"0"0"-1169"-16,0 0-660 16,0 83 272-16,4-51-36 0,-4 3-312 0,0-1-360 15,0-5-312-15,0-1-184 0,0 2-136 16,5-9-224-16,-2-4-84 16,1-5-160-16,0-6-176 0,4-3-140 0,-4-3-324 15,4-9-28-15,0-8-1032 0,-4 5-2293 0,0-20-3218 16</inkml:trace>
  <inkml:trace contextRef="#ctx0" brushRef="#br0" timeOffset="106648.991">25830 16646 9652 0,'0'0'3025'16,"0"0"-1409"-16,0 0-224 0,0 0-388 0,0 0-544 0,0 0-460 0,0 0-496 15,0 0-136-15,88-44-196 0,-61 25-476 16,-7 3-1472-16,12-13-4097 0</inkml:trace>
  <inkml:trace contextRef="#ctx0" brushRef="#br0" timeOffset="106879.476">26332 16380 3116 0,'0'0'9337'0,"0"0"-7693"16,0 0-1328-16,0 0 428 0,0 99 728 16,0-52-228-16,-8 7-452 0,4 9-352 0,-4 4-168 15,-4 3 144-15,4-1 316 0,0 5-232 16,0-4-208-16,8-4-156 0,0-8-40 0,4-11-96 16,8-6-80-16,4-6-92 0,4-10 52 15,4-6 108-15,4-10-48 16,-1-2-248-16,1-7-240 0,-4-2-196 15,0-9-156-15,-3-4-772 0,-10-1-640 16,-3 3-1945-16,-8-9-1455 0</inkml:trace>
  <inkml:trace contextRef="#ctx0" brushRef="#br0" timeOffset="107071.65">26045 16862 12149 0,'0'0'2192'0,"0"0"-1460"15,0 0-592-15,0 0 352 0,-56 64 724 0,56-48-124 0,4-4-424 16,13-2-312-16,6-1-112 16,12-6 52-16,14-3 156 0,3 0-24 0,8-12-268 15,-1-7-160-15,1-3-348 0,-1-1-336 16,-3-2-436-16,-4 6-716 16,-16 6-2016-16,3 7-3089 0</inkml:trace>
  <inkml:trace contextRef="#ctx0" brushRef="#br0" timeOffset="107199.408">26858 17123 7384 0,'0'0'6745'16,"0"0"-5669"-16,0 0-672 0,0 0-56 16,0 0-348-16,0 0-12 0,0 0-1068 15,0 0-1016-15,0 0-3085 0</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26:19.156"/>
    </inkml:context>
    <inkml:brush xml:id="br0">
      <inkml:brushProperty name="width" value="0.05292" units="cm"/>
      <inkml:brushProperty name="height" value="0.05292" units="cm"/>
      <inkml:brushProperty name="color" value="#FF0000"/>
    </inkml:brush>
  </inkml:definitions>
  <inkml:trace contextRef="#ctx0" brushRef="#br0">3637 2235 6820 0,'0'0'2052'0,"0"0"1213"0,0 0-1505 16,0 0-620-16,0 0-72 0,0 0-176 0,0 0-24 15,0 0-52-15,4 69-204 0,5-40-72 16,-2 9 48-16,-3 7-40 0,4 9-220 16,0 3-168-16,0 12-160 0,0 8-68 0,-4 8 68 15,0 8 96-15,0 0-92 0,-1-5-4 16,-3-6 4-16,5-12 12 0,-1-9-16 15,-4-14-136-15,4-5-32 16,0-11-136-16,0-5-208 0,-4-7-64 0,4-3-100 16,-1-7-468-16,1-6-676 0,-4-3-784 15,5 0-1489-15,-5-15-1275 0</inkml:trace>
  <inkml:trace contextRef="#ctx0" brushRef="#br0" timeOffset="552.944">3641 2194 8008 0,'0'0'1968'0,"0"0"873"0,0 0-1325 15,88-57-140-15,-53 37-196 0,6 5-224 16,-1-2-316-16,3 5-208 15,1 2-52-15,-4 7-72 0,-1 0 36 0,-3 3-172 16,-8 6-164-16,0 4-8 0,-8 6-100 16,-4 3-20-16,-4 6-64 0,-4 7 72 15,-8 6-60-15,-4 4 124 0,-12 5 36 0,-3 5-36 16,-6 0 48-16,-6 0-60 0,3-5 60 16,-4 2 64-16,4-9 68 0,0-3 64 15,4-1 52-15,4-7 56 16,4-7-48-16,8-6-84 0,1-1-76 15,7 2-96-15,0-4 0 0,3-1 112 0,9 3-28 16,4 5 0-16,8-1-76 0,8 3-8 16,4 0 416-16,4 3-236 0,-1-2-68 15,6-1-28-15,2-2 37 0,-3-1-21 16,0 0-4-16,0 0-84 0,-8-4 36 0,-1 1 84 16,-10 0-72-16,-2 0-52 0,-7 0 44 15,-4 0 8-15,-9 0-52 0,2-1 4 0,-5 4 60 16,-5 1-24-16,-2 2-44 15,-9 0 8-15,-4 3 72 0,-4 1-36 16,-4-3-40-16,0-2-4 0,1 1 8 0,-5-5 52 16,-5 2-60-16,2-7 4 0,-1-2-8 15,-3-4-120-15,-2-3-180 16,1-3-100-16,-3 0 7 0,2-3-67 0,2-6-4 0,3-4-244 16,1 1-160-1,7-1-328-15,3 0-132 0,10 1-816 16,2-2-2005-16,10-2-2399 0</inkml:trace>
  <inkml:trace contextRef="#ctx0" brushRef="#br0" timeOffset="976.324">5100 2117 1632 0,'0'0'4620'0,"0"0"597"16,0 0-3617-16,0 0-480 0,0 0 4 0,-92 22 96 15,72-9-484-15,0 4-300 0,0 5-164 16,-4 3 60-16,0 10-12 0,4 6 12 16,-3 6-60-16,-1 8 72 0,3 5 36 15,2 7 304-15,6 3-148 16,-2 2-136-16,6-2-95 0,2 0-85 16,7-3-52-16,0-10-36 0,0-9-44 0,7-7-84 15,6-9 92-15,2-7-96 0,9-3-44 16,-3-3-40-16,3-6-76 0,3 0-32 0,1-7-161 15,4-6-75-15,-1 0-96 0,1 0-84 16,5-9-140-16,-1-5-408 0,-1-4-1088 16,-7 2-1960-16,8-9-2205 0</inkml:trace>
  <inkml:trace contextRef="#ctx0" brushRef="#br0" timeOffset="1281.989">5521 2169 3556 0,'0'0'8761'0,"0"0"-7281"0,0 0-872 16,0 0 504-16,0 0 492 0,0 0-552 0,0 0-348 15,-3 66-52-15,3-28 80 0,-4 10-48 16,0 2-148-16,0 11-220 15,0-1-111-15,-5 11-45 0,-2 1-88 0,-6 7 72 16,6 3-104-16,-5-2-40 16,0-7-60-16,5-6-24 0,2-16-36 15,5-13-112-15,0-10-97 0,4-9-83 0,0-6-148 16,4-9-148-16,5-2-128 0,2-2-260 16,1-13-272-16,4-5-748 0,0-1-844 0,8-29-2377 15</inkml:trace>
  <inkml:trace contextRef="#ctx0" brushRef="#br0" timeOffset="1516.734">5761 2238 8460 0,'0'0'1892'0,"0"0"-115"0,0 0-1101 0,0 0 88 16,-8 70 908-16,4-32 24 0,0 10-628 15,-1 6-352-15,-2 9 60 0,-1 7 176 16,0 12-316-16,-4 1-332 0,-4 6-244 15,-4 3-60-15,5-6-12 0,-6-1 0 0,5-8-88 16,1-11-116-16,7-12-16 0,-1-9-60 16,9-14-136-16,0-8-196 15,4-10 180-15,9-7-84 16,-6-6-672-16,1-13-452 0,1 1-512 0,-2-30-3169 0</inkml:trace>
  <inkml:trace contextRef="#ctx0" brushRef="#br0" timeOffset="1883.91">5796 2324 5716 0,'0'0'480'16,"0"0"1600"-16,0 0 532 0,0 0-1107 0,100-20-573 16,-63 20 84-16,-6 0-92 0,5 7-148 15,-4-1-344-15,-4 7-160 0,-4 3-44 0,-9 7 8 16,-7 2-76-16,-8 2-160 0,-4 12-80 15,-15 3-32-15,-5 5-72 0,-8 0-4 16,-4-2 164-16,0-4 24 0,0-6 148 16,0-3 140-16,4-6-64 0,4-5-64 15,0-4-36-15,4-4-52 16,13-7 40-16,-1 0 36 0,8-6-24 0,4 3-124 16,0-3-144-16,0 4-64 0,8 5 144 15,7 0 64-15,2 7 112 0,7 3-36 16,-1 6 96-16,1 4 444 0,0-4 72 15,1 1-380-15,-1-3-112 0,-1 2-52 0,1-6 16 16,-4 3-156-16,3-6-4 0,-2-1-72 0,-1 2-16 16,-5-8-92-16,2 0-188 15,-2-4-160-15,2-5-412 0,-6 0-212 0,9-14-784 16,-8 2-2373-16,4-23-4971 0</inkml:trace>
  <inkml:trace contextRef="#ctx0" brushRef="#br0" timeOffset="2172.663">6374 2260 5624 0,'0'0'1432'0,"0"0"2693"16,0 0-2713-16,107 67 384 15,-70-38-448-15,-1 3-244 16,-4 1-208-16,0 6-204 0,-1 3-188 0,-6 2-232 0,-6 6-124 15,-7 2-148-15,-4 4-168 16,-4 3-104-16,-4-1 16 0,0 0 216 16,-8 3 40-16,1-5 516 0,-10-4-144 0,-3-5-80 15,-7-2-156-15,-6-8-124 0,1-1 48 16,0-8-60-16,4-5-68 0,1-8-68 16,3-5 28-16,8-10-300 0,4 0-340 0,1-19-812 15,6 3-1412-15,5-25-3205 0</inkml:trace>
  <inkml:trace contextRef="#ctx0" brushRef="#br0" timeOffset="2347.844">6988 2657 5988 0,'0'0'6565'0,"0"0"-3721"15,0 0-1336-15,84 10 372 0,-56-7-76 0,8 0-684 16,-4-3-647-16,7 0-317 0,1 0-156 15,0 0-52-15,0-3-216 0,-5-4-581 16,-3 1-603-16,-4 3-844 0,-7 0-3040 16,-21 3-3685-16</inkml:trace>
  <inkml:trace contextRef="#ctx0" brushRef="#br0" timeOffset="2518.947">6964 3028 6520 0,'0'0'2728'0,"0"0"1681"0,0 0-3229 0,0 0 492 0,108-2-8 16,-72-8-532 0,3 1-504-16,6-7-336 0,-6 2-268 15,1 2-24-15,-5-4-184 0,1 4-464 0,-4-2-880 16,-4 8-1576-16,9-3-6085 0</inkml:trace>
  <inkml:trace contextRef="#ctx0" brushRef="#br0" timeOffset="3634.34">8960 1591 6868 0,'0'0'560'0,"0"0"2600"16,0 0-1847-16,0 0-161 0,0 0 56 0,0 0 4 15,-43-71-168-15,38 68-220 16,1 3-340-16,0-3-52 0,0 3 0 15,1 0-112-15,-5 3-272 0,-5 10-48 16,-2 6-160-16,-2 16 160 16,-7 13 164-16,5 12 68 0,-5 17-96 0,0 5 24 15,-4 13 24-15,-4 3 96 0,4 2-216 16,-4-6-52-16,0-2-12 0,9-6 120 16,-1-10 64-16,4-10 0 0,4-11-52 15,4-11-32-15,4-6-52 0,4-9 0 0,0-7-36 16,4-10-12-16,0-1 0 0,0-9-120 15,0-2-64-15,4 0-48 0,4-2-24 16,4-4-28-16,4-1 224 0,-1-5-24 0,9-2 36 16,-3 1 36-16,-6 4-36 15,2 3-84-15,-2 6-92 0,1 0 16 0,1 15 208 16,2 7 392-16,1 10-72 0,0 7 84 16,0 5-136-16,-4 6-96 0,0 2 84 15,4 5-64-15,-5 0-32 0,-2 6 24 0,-5 4-100 16,-1 3-84-16,-3 4-8 0,0 1-52 15,5 1 12-15,-5 0 36 0,3-2 4 16,1 2-52-16,9-3-84 0,-6-3-16 16,6-6-340-16,2-10-172 0,-3-10-212 0,5-13-872 15,-2-15-1096-15,-3-10-2377 0,12-12-3415 16</inkml:trace>
  <inkml:trace contextRef="#ctx0" brushRef="#br0" timeOffset="4199.365">10000 1581 7400 0,'0'0'1000'0,"0"0"556"16,0 0 877-16,0 0-1045 0,0 0-336 0,0 0 20 15,0 0 80-15,0 0-380 0,-76 98-156 16,65-50 88-16,3 13-44 0,-5 5-144 15,2 13-56-15,-2 7 40 0,2 3-208 16,3 10-208-16,-5-2 4 0,6 9 117 16,-1-2-69-16,0 3 152 0,3 5-80 0,5 0-40 15,0-1-8-15,0 0-52 0,9-3-104 16,-1 3-4-16,8-6 8 0,0 2-8 16,8-5 0-16,4-4-196 15,4-2-44-15,3-11 80 0,5-1-128 16,0-15-125-16,0-6-331 0,3-9-328 0,2-7-576 15,2-5-872-15,-15-16-2160 0,16-6-3521 16</inkml:trace>
  <inkml:trace contextRef="#ctx0" brushRef="#br0" timeOffset="4851.312">10566 1508 4592 0,'0'0'896'0,"0"0"-360"0,0 0 3880 0,0 0-3023 16,0 0-205-16,0 0-220 0,0 0-168 15,-75-13 32-15,66 13-292 0,1 0-188 0,0 10-176 16,1 2-116-16,-2 10 68 16,1 10 108-16,1 6 88 0,3 13 32 0,0 6 28 15,-1 3-224-15,5-2-160 16,0-8-60-16,0-11-88 0,0-14 100 16,9-5-16-16,2-12-132 15,1-4-152-15,0-4-212 0,9 0-64 0,-2-10 168 16,1-5-372-16,4-4-468 0,-4-10-348 15,4 1-341-15,0-8 209 0,-5 5 116 16,-2-5 460-16,-6 8 876 0,-2-1 324 0,-5 4 260 16,-4 6 364-16,0 3 456 0,0 7 440 15,0 2 60-15,-4 4-303 16,4 0-329-16,-5 3-360 0,5 0-152 0,-4 6 60 16,4 4-4-16,0 6-100 15,-4 6 316-15,4 10 124 0,0 2-112 0,0 4-84 16,0 4-192-16,0-4-96 0,0 3-184 15,4-2-164-15,5-1-188 0,-5-4-132 0,7 1-136 16,-3-3-552-16,5-3-324 0,6-4-544 16,-3-5-92-16,8 2-3189 0</inkml:trace>
  <inkml:trace contextRef="#ctx0" brushRef="#br0" timeOffset="6385.9">11311 2344 4832 0,'0'0'3060'0,"0"0"-1932"0,0 0-652 16,0 0 340 0,0 0-352-16,91 66-464 0,-67-63-528 15,1 0-1272-15,3 0-1164 0,-5-3-1556 16,-3 2 4196-16,8 3 324 0</inkml:trace>
  <inkml:trace contextRef="#ctx0" brushRef="#br0" timeOffset="6764.802">11741 2558 1760 0,'0'0'668'0,"0"0"-96"0,0 0 3896 0,0 0-2588 16,0 0-344-16,28 74-147 16,-20-55 243-16,0 0-176 0,-4 3-288 15,4-3-344-15,0 3-292 0,0-3-284 16,0 0-64-16,0-2-136 0,3-2-48 0,-2 1-88 16,3-3-184-16,0 0-336 0,0-1-136 15,3-2 36-15,5 2-44 0,5 1-8 16,-1-1 64-16,-1 1-44 0,5 0-476 0,-4 1-1197 15,4-2 689-15,0 1 1228 16,-4 0-360-16,-1 1-2376 0,1 0 1004 0,0 2 2084 16,-3-1 288-16,-2 1-68 0,1 3 184 15,1-3 512-15,-2 3-276 0,1-3 232 0,0 1 1904 16,-4-3-1304-16,4 3-252 0,-4-1 52 16,0-4-156-16,-1 4-536 15,2 0-344-15,-2 3 129 0,2-3 691 0,2 0 608 16,-3 3-744-16,0-3-420 0,4-3 108 15,-4 2 592-15,0-1 148 0,-4-6-772 16,4 5-344-16,-5-3-84 0,2-1 44 16,-1-2-48-16,-5-1-24 0,-2 1-844 15,3-4-300-15,-4 0-608 0,3 3-1308 16,2-3-3385-16,-1 0 2417 0</inkml:trace>
  <inkml:trace contextRef="#ctx0" brushRef="#br0" timeOffset="8260.642">4402 3464 1684 0,'0'0'3324'0,"0"0"-1972"0,0 0-376 0,0 0 1592 0,0 0-1151 16,0 0-169-1,0 0 164-15,0 0-296 0,47 76-136 0,-47-48-216 16,5 4-204-16,-5 0-124 0,0 3-128 0,0-4-136 15,0-2-84-15,-5-7-88 0,5-8-60 16,0-6 12-16,0-4 44 0,0-4 0 16,0 0-52-16,0 0-92 0,0-4-28 15,9-4-20-15,-5-6 48 0,8-5-100 16,0-6-16-16,0-3-8 0,-1-1-204 0,2 4 184 16,2-2 92-16,2 6-40 0,-2 5 152 15,2 3 76-15,-2 4-64 16,-2 2 12-16,2 4 64 0,-2 3 12 15,-2 0-4-15,5 7-4 0,-4-1 108 16,0 3 240-16,0 5-152 0,-4 0-88 16,0 3-32-16,0 5-80 0,-4 3-12 0,0 4-36 15,4-1-28-15,-4 4-376 16,3-3-888-16,-2-11-1172 0,14 12-2397 0</inkml:trace>
  <inkml:trace contextRef="#ctx0" brushRef="#br0" timeOffset="9244.275">10929 1977 484 0,'0'0'3956'0,"0"0"-2904"0,0 0 1240 16,0 0 476-16,0 0-967 0,0 0-625 16,0 0-248-1,0 0-96-15,0 0-240 0,0 0-24 0,0 0-120 0,0 86 0 16,0-57-28-16,0 0-108 0,0-1-204 15,0 4-108-15,0-4-44 0,0 1-68 16,-4 3-60-16,0-7-400 0,-1-3-148 0,5 0-264 16,0-5-228-16,0 1-596 0,0-8-2149 15,5 6-3275 1</inkml:trace>
  <inkml:trace contextRef="#ctx0" brushRef="#br0" timeOffset="10068.994">13120 3584 4028 0,'0'0'876'16,"0"0"-160"-16,0 0 3844 0,0 0-2759 0,0 0-357 15,0 0-248-15,0 0-36 0,0 0-420 16,0 0 8-16,0 0-16 0,-84 80-16 0,65-39-128 15,2 6-156-15,6 8-4 16,-6-2-64-16,9 1-144 0,1-3 0 0,3-6-84 16,4-10-64-16,0-10-24 0,0-9-48 15,4-10-8-15,3-3-112 0,9-3 108 16,0-3-4-16,8-5 12 0,1-12-128 0,-2-6-112 16,5-2-120-16,0-7-80 0,0-6-56 15,-4 2-116-15,0 1 100 0,-5 0 56 16,-2 7 16-16,-6 2-128 0,-3 4 72 15,-3 8-96-15,-5 5 328 0,0 5 268 16,0 4 176-16,0 3 128 0,0 0-68 16,0 10-228-16,0 6 324 0,0 5-48 0,0 12 40 15,0 2-24-15,0 0 84 0,4 6-48 16,3-3-52-16,-3-3-88 0,4 0-148 16,-4-6-48-16,8-4-84 0,-4-6-164 15,4-7-232 1,0-2-204-16,4-7-40 0,0 0-144 0,4-3-660 15,0-3-852-15,-4-3-1681 0,-1-7-1895 16</inkml:trace>
  <inkml:trace contextRef="#ctx0" brushRef="#br0" timeOffset="10408.91">13606 3975 3452 0,'0'0'2096'0,"0"0"2840"0,0 0-3379 16,0 0-101-16,16 73 144 0,-16-48-240 16,3-3-128-16,2-3-456 0,-5 1-356 0,4-5-200 15,-4-2-216-15,4-4-4 0,0-2-96 16,4-3-140-16,-1-4-144 0,6-4 72 16,2-3-28-16,2-5-72 0,-2-5 120 0,1 3-24 15,-4-2 64-15,1 2 112 16,-6 5 48-16,-3 4 20 0,0 0 56 0,0 5 8 15,-4 0 4-15,4 5 68 16,4 3 380-16,0 5 40 0,0 3-68 16,1 3-136-16,-2 3-72 15,-3-2-88-15,4-1-116 0,4-1-8 0,-8-2-4 16,4-3-84-16,0-1-84 0,-1-2-500 0,2-3-540 16,-1 0-744-16,0-7-2413 0,-5 0-3367 15</inkml:trace>
  <inkml:trace contextRef="#ctx0" brushRef="#br0" timeOffset="15995.394">11112 3702 11009 0,'0'0'2040'15,"0"0"-352"-15,-72 94-1484 0,56-48-116 0,0 10 316 16,4 9 48-16,8-2-84 0,4 3-68 0,0-5 184 0,4-7 64 15,8-7-4-15,4-9-172 0,8-13-200 16,-1-8-112-16,10-17-56 0,3 0-4 16,3-20 344-16,1-10-36 0,1-9-296 15,2-12-24-15,-3-6-60 0,-5-7-88 0,2-8 24 16,-5-1-60-16,0-1-16 16,-9 4 152-16,-7 7-16 0,-8 6-8 15,-8 6 80-15,0 6-184 0,-19 4 188 16,-13 9 0-16,-5 7 64 0,-3 3-28 15,-7 9 136-15,-1 10-60 0,0 3-12 0,8 13-40 16,-3 2-60-16,11 7 0 16,0 5-136-16,12-6-84 0,3-2-140 15,10-5-136-15,7-12-596 0,0 1-1856 0,16-15-2901 16</inkml:trace>
  <inkml:trace contextRef="#ctx0" brushRef="#br0" timeOffset="16388.7">12383 1854 328 0,'0'0'12461'0,"0"0"-10553"16,0 0-1328-16,0 0 112 0,0 0 820 0,0 0-164 15,0 0-344-15,20 79-476 0,-5-47-212 16,2 10 0-16,7 2 24 0,3 7-12 15,1 3-143-15,4-1-17 0,0-2-168 0,-1 0-40 16,-3-6-177-16,0-7-3 16,0-4 48-16,-4-8-92 0,1-7 44 15,-6-6-112-15,1-4-228 0,0-9-324 0,0 0-620 16,0-6-612-16,-8-4-2344 0,0-18-2537 16</inkml:trace>
  <inkml:trace contextRef="#ctx0" brushRef="#br0" timeOffset="16584.883">12809 1737 1056 0,'0'0'11701'16,"0"0"-10069"-16,0 0-1228 0,-48 76 124 0,32-38 520 16,-8 13 208-16,0 3-392 0,-4 6-332 15,-4 6-276-15,1-2-208 0,-5 3-48 16,8-4-212-16,-4-6-168 0,4-6-124 0,9-14-216 15,-5-4-412-15,7-11-292 0,-2-9-352 0,3-4-1437 16,-9-9-3843-16</inkml:trace>
  <inkml:trace contextRef="#ctx0" brushRef="#br0" timeOffset="16759.25">12124 2270 14201 0,'0'0'1740'0,"0"0"-1576"0,0 0 40 15,0 0 668-15,0 0 196 16,103-42-232-16,-67 30-404 0,12-1-164 0,8-6-208 0,3 0-60 16,10-2-132-16,2-2-104 0,0 0-192 15,2 1-360-15,2 0-540 16,-4 3-1024-16,-15 3-2249 0,17-3-3623 0</inkml:trace>
  <inkml:trace contextRef="#ctx0" brushRef="#br0" timeOffset="17366.933">14618 1667 9500 0,'0'0'1885'0,"0"0"-357"0,0 0-92 16,0 0 304-16,83 12-252 0,-51 1-204 15,9 6-436-15,-2 7-348 0,5 6-144 16,4 6-76-16,-5 6-124 0,5 7 4 0,-8 10-156 16,4 8 4-1,-8 4-8-15,0 10-60 0,-4 5-12 16,-4 7 72-16,-4 7 12 0,-5 6 64 0,-3 3 44 16,-4 4 88-16,-3-1-52 0,-5 3-32 15,-4-9-64-15,-13 0-60 0,-2-3-84 16,-9-4 32-16,-4 2 52 0,-4-9-108 0,-8 5-148 15,0-7 112-15,-8-3 32 0,4-10 64 16,-7-6 0-16,3-9-172 0,0-14-244 16,0-8-368-16,1-14-336 0,6-12-360 0,2-13-280 15,15-3-764-15,-8-32-2613 0</inkml:trace>
  <inkml:trace contextRef="#ctx0" brushRef="#br0" timeOffset="19326.993">15985 1720 7352 0,'0'0'1196'0,"0"0"-676"0,0 0 1689 0,0 0-1133 15,0 0-652-15,16-76-132 16,3 53-60-16,1-2 20 0,5 0 4 0,-2 0-144 16,5-1-48-16,0 4-48 0,0 3 32 15,-8 7-48-15,4 6-108 0,-8 2-60 16,0 4-20-16,-1 6-168 0,-7 14 356 16,1 5 224-16,-5 11-60 0,-4 4-152 0,0 14-4 15,-4 3 84-15,-5 10-92 16,1 6-80-16,1 9 80 0,-6 3-52 15,2 5 52-15,-5-5 0 0,4 5 76 16,-4-8 204-16,4 1 200 0,-4-11-48 0,4-5-168 16,0-6 40-16,0-11-80 0,8-2-216 15,-4-13-8-15,4-4-124 0,4-1 12 0,0-8-116 16,0-7-188-16,4 1 88 16,4 0 100-16,4 0 124 0,4 0 104 0,0 6 128 15,8 4 24-15,-5 2 380 0,6 7-180 16,-1 0-36-16,-5 6 8 0,1 1-60 15,-3 2-224-15,-2 4-40 16,1-1-52-16,-4 4 52 0,0-1 4 16,0 2 76-16,0-2-20 0,0 1 80 0,-4-4-16 15,0 2 88-15,-1-2 12 0,-2 1 36 16,-1-6-36-16,-4 2 60 0,0-6-12 16,0 0 12-16,-4-6-84 0,-1-1-188 0,-2-5-12 15,-5-7 0-15,0 0-8 0,0-6-4 16,-4-7-224-16,0-6-356 15,0 0-216-15,-4-6-20 0,0-7-128 0,5 0-996 0,-22-9-3497 16</inkml:trace>
  <inkml:trace contextRef="#ctx0" brushRef="#br0" timeOffset="20750.608">3100 5216 5004 0,'0'0'7657'0,"0"0"-6257"0,0 0-476 15,0 0-104-15,0 0 420 16,0 0-12-16,0 0-156 0,0 0-228 16,0 0-296-16,0 0-244 0,0 0-180 15,0 0 80-15,0 0-116 0,0 101 8 0,-4-46-12 16,-1 8-36-16,1 13 28 16,0 13-68-16,-3 14-8 0,-6 7-52 0,-2 13 44 15,-2 5-108-15,-2 2-104 0,-1-2 160 16,-1-11 0-16,6-15-12 0,-2-14 68 0,6-14-68 15,7-21-52-15,0-15-60 0,4-13-144 16,0-12-284-16,0-10-576 0,4-6-160 16,4-12 96-16,-1-17 120 0,6-10-1040 0,-1 4-957 15,-5-38-2571-15</inkml:trace>
  <inkml:trace contextRef="#ctx0" brushRef="#br0" timeOffset="21097.866">2928 5464 9020 0,'0'0'2477'16,"0"0"-1361"-16,0 0-744 0,0 0 212 0,0 0 700 0,0 0-204 0,0 0-376 16,0 0-268-16,0 0-296 0,0 0 192 15,52-7 188-15,-33 29 64 16,9 10-156-16,4 7-156 0,0 9-52 16,5 5-72-16,-2 7 20 0,1 10-152 15,0 3 56-15,-4 7-72 0,-1-1 0 16,1 4-8-16,-4-7 8 0,-4-3-60 15,0-13 60-15,-4-6 0 0,-4-9 156 16,0-10-20-16,0-7-40 0,-4-6 64 0,0-6-12 16,-4-6 8-16,-4-3-20 0,0-5 32 15,-1-2 124-15,-3-2 365 0,4-9-169 0,0-4-140 16,1-14-80-16,3-16-160 0,-1-11-60 16,-3-18-48-16,0-8-240 0,1-13-16 0,3-7-108 15,-4-6 40-15,3 3-105 0,6 8 29 16,2 4 84-1,5 17-12-15,0 12 20 0,4 14 16 16,-4 8-64-16,-4 11-84 0,0 8-140 0,-4 4-260 16,0 3-500-16,-8 6-1136 0,4 1-2377 15,-8 3-3715-15</inkml:trace>
  <inkml:trace contextRef="#ctx0" brushRef="#br0" timeOffset="23211.049">4868 5477 5804 0,'0'0'7149'16,"0"0"-6473"-16,0 0-508 0,0 0-56 16,0 0 588-16,0 0 384 0,0 0-4 15,32 73-300-15,-19-32-108 0,-6 10-56 16,5 10-152-16,-4 4-132 0,-4 9-112 16,-4 1-136-16,4 5-84 0,-4-4-52 0,0-2-44 15,0-8-100-15,0-9 24 0,0-12 24 0,0-13-72 16,0-7-348-16,0-9-248 0,4-10-188 15,0-3-304-15,-4-3-288 0,4 0-988 16,0-12-1921-16</inkml:trace>
  <inkml:trace contextRef="#ctx0" brushRef="#br0" timeOffset="23650.538">4868 5534 10304 0,'0'0'1993'0,"0"0"-1365"16,0 0-4-16,0 0 860 0,56-70-160 0,-32 54-476 16,-1 0-292-16,9-3-96 0,5 3-128 15,-1 0-36-15,-1 3-140 16,-3 6-156-16,-4 5-212 0,-4 2-20 0,-4 9 36 16,-8 11 96-16,-4 8 12 0,-4 7 88 15,-4 10 88-15,-8 6-76 0,-5 5 0 16,-2-2-12-16,-1 0 76 0,-4-2 96 0,0-5 12 15,0-6 124-15,1-3 48 16,2-3-36-16,6-6-100 0,-1-1-176 16,3-2-44-16,5-4-184 0,4 0 72 0,4-3-96 15,5 0 36-15,6 3 168 0,2-2 0 16,2-1 4-16,5 0 52 0,-3-3 32 16,-6 3-8-16,1-1-28 0,-4-1 24 15,-4 1 160-15,0 2 52 0,-8 1-100 0,0 3-28 16,0-3-8-16,-5 5-100 0,-2-1-8 15,-9 0-40-15,4 1-112 0,-7-4 112 16,-2 0 8-16,1-2-8 0,1-5-12 16,-5-3-100-16,3-1-168 0,-2-5-112 0,-1 0-148 15,0-2-172 1,0-4-316-16,-4 0-484 0,5 0-860 16,2 0-1965-16,1-7-1703 0</inkml:trace>
  <inkml:trace contextRef="#ctx0" brushRef="#br0" timeOffset="24003.076">5386 6388 13281 0,'0'0'2116'0,"0"0"-2064"0,0 0 12 0,0 0 852 0,0 0 640 15,0 0-532 1,4 71-608-16,-4-50-280 0,0 4 36 15,0 4 0-15,0-4-172 0,-4 1-52 0,4-4-132 16,0-7-24-16,0-2 0 0,0-3 24 16,4-7-48-16,0 1-212 15,4-4 196-15,1-7 24 0,2-9 224 0,5-3 0 0,-4-3-44 16,3-7-4-16,2 1-76 0,-6 0 12 0,6-2-100 16,-2 9 28-16,2 4 8 15,-2 1 0-15,-2 10 4 0,-2 0 72 16,2 6-24-16,-5 0 124 0,-1 3 48 0,1 6 264 15,1 4 48-15,-5 3-148 16,-1 0-52-16,1 0 76 0,-4 7-112 16,0-4-124-16,0 6-124 0,0-3-360 0,-4 0-524 15,1 0-744-15,-1-6-2097 16,0 3-2287-16</inkml:trace>
  <inkml:trace contextRef="#ctx0" brushRef="#br0" timeOffset="24561.894">6015 5257 3664 0,'0'0'6656'16,"0"0"-4891"-16,0 0-881 0,0 0-8 15,0 0 252-15,0 0-120 0,0 0-204 0,0 0-108 0,-67 77-52 16,55-43 108-16,0 11-124 15,0 6-200-15,1 9-76 0,-2 4-108 16,2 5-108-16,3 8 24 0,-1-1-64 0,1 3-48 16,5 0 60-1,-1-5-56-15,4-5-52 0,0-8 4 16,0-7 0-16,0-10-4 0,7-9-8 0,5-9-92 16,4-10-68-16,0-4-16 0,8-5-120 15,4-7-40-15,0-3-180 0,4-10-104 16,3-6-348-16,1-7-808 0,-12 5-1188 0,16-18-2913 0</inkml:trace>
  <inkml:trace contextRef="#ctx0" brushRef="#br0" timeOffset="24807.129">6481 5340 6776 0,'0'0'4865'16,"0"0"-2681"-16,0 0-1384 0,0 0-244 15,-3 76 728-15,-1-41 232 0,0 6-360 0,4 3-344 16,-4 8-228-16,4 5-120 0,0 3-72 16,-4 3-40-16,4 8-183 0,-7 1-89 15,-2 5-80-15,-7-1-48 16,4-4 0-16,-4-4-173 0,5-11-43 0,-2-9-164 0,6-10-24 16,3-16-12-16,4-6-108 0,0-7-168 15,0-9-532-15,0 0-468 16,7-13-344-16,1 4-941 15,12-27-2943-15</inkml:trace>
  <inkml:trace contextRef="#ctx0" brushRef="#br0" timeOffset="25033.098">6697 5467 6716 0,'0'0'5837'0,"0"0"-4969"0,0 0-560 16,5 76 440-16,-5-38 952 0,0 10-140 15,-5 3-524-15,-3 3-360 0,0 6-236 16,1-3-84-16,-6 7-112 0,1-1-244 16,1 1 0-16,-6-3-220 0,6-5-24 0,-2-2-172 15,2-10-236-15,-2-9 88 0,9-5-192 16,-3-12-64-16,3-5-272 0,4-13-360 0,-4 0-316 16,0-3-2085-16,-5-16-2847 0</inkml:trace>
  <inkml:trace contextRef="#ctx0" brushRef="#br0" timeOffset="25386.764">6618 5607 10544 0,'0'0'1777'0,"0"0"-933"16,0 0-132-16,0 0 504 0,0 0 4 0,0 0-308 16,91-57-328-16,-67 50-116 0,-4 4-72 0,4 3-64 15,0 0-76-15,-5 3-60 16,5 7-72-16,-7 5-120 0,-2 5-4 0,-2 2-148 15,-6 7 40-15,-7 5 8 16,0 4 40-16,-7 4-16 0,-10 5-84 0,-2-2-60 16,-1-4 12-16,-4 1 164 0,3-7 44 0,2-4 136 15,-1-3-24-15,-1-5-12 0,10-7 20 16,-1-4-20 0,4-1-100-16,4-3-4 0,0 3-232 0,4-3-60 15,0 5 176-15,4 3 120 0,5 0 0 0,6 0 160 16,1 3 12-16,7-3 24 0,2-1 0 15,-1-2 0-15,4 0 4 0,0-4-44 16,0-2-20-16,-5-1-12 16,5-3-72-16,-4 1-52 0,0-4-196 15,0 0 24-15,-5 0-344 0,2-4-592 0,-1-2-284 16,-5-4-788-16,-2 5-1973 0,-5-12-2975 16</inkml:trace>
  <inkml:trace contextRef="#ctx0" brushRef="#br0" timeOffset="26234.808">7199 5242 2672 0,'0'0'1372'0,"0"0"-396"0,0 0 392 0,0 0-368 0,0 0-492 31,0 0 1084-31,0 0 1065 0,0 0-1201 0,0 0-808 0,0 0-156 16,25-16 76-16,-25 16 72 0,0-3-132 15,0 3-248-15,0 0-136 0,0 0-112 16,0 0 52-16,0 0-16 0,0 0 16 15,0 0-60-15,0 0 4 0,0 0 68 0,0 0 84 16,3 0 16-16,-3 0-16 0,0 0 0 16,0 0-24-16,0 0-24 15,0 0 12-15,4 0-12 0,4 0 12 0,-4-3 24 16,3-1-12-16,-2 1-52 0,3 0 28 16,0 0-28-16,-1-1 16 0,2 2-40 15,-1-2-48-15,0 1 40 0,4 0-52 0,-4 0-4 16,3 0-4-16,-3-1 0 15,1 1-8-15,-1 3-32 0,-1-3 48 0,1 3 0 16,-3 0-8-16,-1 0-32 0,0 0 36 16,3-3 4-16,-3 3-4 0,0 0 0 15,0 0-44-15,1 0-16 0,-1 0-20 16,-1 0-40-16,5 0-36 0,0 3 36 0,1 3 36 16,-2 4 88-16,5 2 0 0,-3 1 148 15,2 6-36-15,-3 0 48 0,4 4 12 16,-4-2-60-16,0 5-40 0,-1 3-8 0,-3-1 8 15,9 7 64 1,-9 0-64-16,3 6-72 0,2 3-48 0,-5 5 48 16,0 5 4-16,0-1 84 0,-4 8-16 15,0-1-72-15,-4 0-40 0,0 1-12 16,-5-1-20-16,2-9 24 0,-1-4-28 0,4-5 76 16,-5-1-4-16,2-6 12 0,-1-3 152 15,0-7-84-15,-4-3 4 0,0-6-76 16,-4 1 40-16,-4-3-44 0,0 0-244 15,-8-1-200-15,4-4-48 0,1-3-76 16,3-6-88-16,-1 0-396 0,10-6-596 0,-1 0-1148 16,0-20-2489-16</inkml:trace>
  <inkml:trace contextRef="#ctx0" brushRef="#br0" timeOffset="26901.612">7912 5161 6916 0,'0'0'5089'16,"0"0"-4117"-16,0 0-132 0,0 0 752 16,0 0-132-16,84-25-444 0,-61 13-424 0,5-1-320 15,0-2-176-15,4-2-96 16,4 2-52-16,-4 2-80 0,1 0-16 16,-1 4 36-16,-9 0-36 0,1 5 24 0,0 4 36 15,-9 0 88-15,2 0 164 0,-6 0 36 0,2 7-40 16,-5-4 88-16,-5 3-28 15,5 0-48-15,-4 4 0 0,5-1-24 16,-5 4-4-16,-1 3-8 0,1 3 48 0,4 4 48 16,-8 2 112-16,9 3-40 0,-5 7 0 15,-1 0-60-15,1 3-4 0,0 4-7 16,-4 2-61-16,4 4 20 0,-4 2-36 16,0 5-8-16,-4-5-40 0,-4 1-96 15,5 0 0-15,-6-3 0 0,5-1 32 0,0 7-44 16,-4 1 0-16,1 4 68 15,-2 2 32 1,-3-1-100-16,1-2 0 0,2-5-12 0,1-6 4 16,1-2 8-16,-1-7 60 0,-1-7-56 0,5-1 0 15,1-8 4-15,3-3 52 0,-4-4 12 16,4 2-24-16,0-4 132 0,0-4-168 16,0 0-4-16,-4 1 0 0,4-4-4 0,-4 0 0 15,0 5 8-15,-5-5 40 0,2 2-48 16,-1 3 0-16,0-5 0 0,0 1 8 0,-4-1 48 15,4-3 0-15,-4-3-48 0,0 0 44 16,1 0-56-16,-6 0-60 0,-3-7 0 16,1 0-36-16,-9-5-100 15,-8-1-128-15,-5 1-124 0,-10-1-52 16,-5 4 27-16,-7-1-87 0,-5 7-64 16,-8 3-340-16,1 0-812 0,15 6-2712 15,-28 4-4969-15</inkml:trace>
  <inkml:trace contextRef="#ctx0" brushRef="#br0" timeOffset="31168.493">4060 5124 10000 0,'0'0'6013'15,"0"0"-5085"-15,0 0-664 0,0 0 468 16,0 0 240-16,0 0 8 0,99 7-392 0,-63-14-344 16,-1-3-96-16,6-1 20 15,-1-6-112-15,-5 1-56 0,-3 0-160 0,0 0-96 16,-8 7-196-16,-9 0-208 0,2 2-336 16,-9 4-552-16,-5 3-1336 15,-3 0-2497-15,-3 3-2791 0</inkml:trace>
  <inkml:trace contextRef="#ctx0" brushRef="#br0" timeOffset="31563.213">4147 5210 7764 0,'0'0'4553'16,"0"0"-3505"-16,4 74-440 0,0-47 696 15,4 12 292-15,0 2-308 0,0 3-608 0,-4 7-360 16,4-1-4-16,0 8-104 0,0 2 164 15,0 8-56-15,0 7-152 0,-4 5-68 16,3 6-40-16,2 2 24 0,-1 4-8 0,-4-3 92 16,3-4-164-16,2-5 0 0,-1-7-4 15,-4-9 0 1,-1-7-72-16,5-6 0 0,-3-9 24 0,-5-9-64 16,4 0 100-16,0-5-32 0,0-2 44 15,-1-1 60-15,1 0-60 0,0-2 8 16,0-1 52-16,5-4 88 0,-2 1 12 0,-3-2-52 15,4-1-24-15,1-3 16 0,-5-4-4 0,-1-3 24 16,5 1 4-16,-4-4-40 16,0-3 25-16,5 3-105 0,-2-3 8 15,5 0 100-15,4 0 44 0,8 3-12 0,-1-3-96 16,2 4-48-16,3-4-4 0,3 2-56 16,5 3 52-16,5-5 4 0,2 0-52 15,5 0-160-15,0-7-225 0,0-6-203 16,3-3-172-16,-3-3-692 0,-8 3-2976 0,4-3-3841 15</inkml:trace>
  <inkml:trace contextRef="#ctx0" brushRef="#br0" timeOffset="32154.647">9610 5877 8348 0,'0'0'5157'0,"0"0"-3725"0,0 0-400 16,80 3 256-16,-37-3-100 16,5 0-276-16,0-10-288 0,8 4-296 0,-8-4-56 15,3-2-124-15,-7 2-148 0,-4-2-268 16,-8 2-100-16,-4 4-144 0,-9-1-408 0,-3 4-652 16,-4 3-1576-16,-12 0-3453 0</inkml:trace>
  <inkml:trace contextRef="#ctx0" brushRef="#br0" timeOffset="32317.737">9864 6147 2872 0,'0'0'7040'0,"0"0"-4759"16,0 0-801-16,0 0-276 0,0 0-96 16,92 28-316-16,-51-28-244 0,6 0-312 15,5 0-188-15,12-6-48 0,-1-10-64 16,5-1-816-16,-5-2-680 0,-10 5-1560 0,10-12-5809 15</inkml:trace>
  <inkml:trace contextRef="#ctx0" brushRef="#br0" timeOffset="32681.309">11363 5461 2660 0,'0'0'6468'0,"0"0"-2547"0,0 0-2269 16,0 0-332-16,52 89 68 0,-37-45-4 16,2 10-240-16,-2 7-460 0,-2 5-196 15,-2 7-52-15,-3 3 149 0,0 0-137 0,-3-3-208 16,-2-3-240-16,1-3-144 0,0-10-232 16,0-9-60-16,4-7-245 0,0-9-211 15,0-13-232-15,-4-7-320 0,0-5-656 0,-4-7-752 16,4-7-1513-16,-4-12-2911 15</inkml:trace>
  <inkml:trace contextRef="#ctx0" brushRef="#br0" timeOffset="33061.78">11419 5451 9292 0,'0'0'3029'15,"0"0"-1385"-15,0 0-532 0,0 0 76 0,95-50 304 16,-71 43-148-16,4 4-424 0,-4 3-320 15,4 0-272-15,-8 0-156 16,4 6-40-16,-9 4-132 0,2 3 4 0,-10 5-4 16,-3 11 48-16,-4 2-48 15,-7 11 0-15,-10 9 0 0,-2 6-60 0,-9 0-48 16,4 1-4-16,0-5 20 0,4-8 92 16,4-10 48-16,4-9-48 0,9-12 0 15,3 0-84-15,11-1-32 0,5-4 112 16,8 0 4-16,11 7-84 0,6 0 4 0,-2 3 76 15,5 0 0-15,0 0-108 0,-8 3 28 16,0 3 36-16,-5-2-16 0,-3 3 4 16,-3-4 48-16,-10 6 12 0,-2-2 148 15,-6 2 60-15,-7 0 8 0,0 5-80 16,-4-1-28-16,-12-1-56 0,-3 1 32 16,-5-4-36-16,-8 4 0 0,0-7-48 15,-4-2-4-15,4-7-152 0,1-3-260 0,-1-10-280 16,4 0-308-16,0-3-120 0,0-6-800 15,8-4-2552-15,-5-9-2757 0</inkml:trace>
  <inkml:trace contextRef="#ctx0" brushRef="#br0" timeOffset="33434.598">12120 6239 10696 0,'0'0'5573'16,"0"0"-4565"-16,0 0-228 0,0 72 576 0,0-43-256 16,0 0-308-16,4-1-404 0,0-3-360 0,0 1-24 15,4-7-4-15,-1 0 0 16,2-6-84-16,-1-7 12 16,3 0-72-16,-2-2-136 0,-1-4 0 0,-1-4 84 0,6-4 48 15,2-9 16-15,-3-5 8 16,4 0-120-16,-4-7-48 0,4 4 32 0,0 3 128 0,0 3 8 15,-4 3 116-15,0 2-36 0,0 8 44 16,-1 0 60-16,-2 6 76 0,3 0 144 16,-5 6 40-16,2 7-40 15,-1 3-96-15,-1 3-88 0,-3 0-88 16,0 7 4-16,0-1 0 0,1 5 4 0,-5-5-16 0,4 0-12 16,-4-3-216-16,4-3-544 15,-1-6-460 1,1-1-1296-16,0-9-3281 0</inkml:trace>
  <inkml:trace contextRef="#ctx0" brushRef="#br0" timeOffset="33969.196">13168 5350 4012 0,'0'0'4268'0,"0"0"-1203"16,0 0-1693-16,0 0-596 0,0 0 140 0,0 0 284 15,0 0-120-15,0 0-272 0,0 0-164 16,0 0 24-16,0 0 56 0,-40-47-148 15,32 55-272-15,0 9-144 16,-4 5-40-16,0 9 52 0,4 8 84 0,-4 8 36 16,8 3 145-16,0 8-61 15,4 6-108-15,0 0-76 0,0 1-108 0,4 6-32 16,0-5-52-16,4 1-8 0,-4-4-88 16,4-9 12-16,4-7-48 0,0-5 8 0,0-10-92 15,4-10-357-15,0-6-47 16,0-7-124-16,3-9-136 0,1-3-316 0,1-9-504 15,-6-11-1232-15,-2 4-2177 0,6-18-3063 0</inkml:trace>
  <inkml:trace contextRef="#ctx0" brushRef="#br0" timeOffset="34203.971">13511 5401 7292 0,'0'0'496'0,"0"0"3633"15,0 0-2821-15,0 0 48 0,0 0 132 16,19 69-140-16,-15-30-272 0,-4 5-212 0,5 3-168 16,-5 7-132-16,0 3-4 0,0 0 12 0,0 4-171 15,0-1-197-15,-5-2-104 16,1-1-52-16,0-4-48 0,0-5-136 16,4-6-56-16,-4-11-161 0,4-5-59 0,0-11-64 15,0-8-196-15,0-7-160 0,0 0-200 0,8-13-420 16,0-6-860-16,-3 0-2257 0,6-22-3459 15</inkml:trace>
  <inkml:trace contextRef="#ctx0" brushRef="#br0" timeOffset="34389.464">13713 5581 9532 0,'0'0'2153'0,"0"0"-1241"0,4 89-172 16,-4-44 708-16,0 8 152 0,0 5-220 0,-4 0-356 15,-4 1-348-15,5 2-244 0,-9-4-116 16,3-3-132-16,2-3-184 0,-1-4-56 16,4-6-164-16,-5-6-160 0,6-7-148 15,-5-5-112-15,8-13-124 0,-4-4-380 0,0-6-896 16,4-3-944-16,0-22-2213 0</inkml:trace>
  <inkml:trace contextRef="#ctx0" brushRef="#br0" timeOffset="34762.562">13657 5561 6612 0,'0'0'1016'0,"0"0"-328"15,0 0 2413-15,0 0-937 0,0 0-632 16,0 0-348-16,92-37-272 0,-64 37-332 0,0 0-144 16,4 4-116-16,0 2-60 0,-4 3-128 15,0 1-124-15,-4 3-8 0,-9 2-96 16,1 4 88-16,-12 4-204 0,-4 2-32 15,-4 7-152-15,-12 3 0 0,-7 3 24 16,-5 0 8-16,0 0 116 0,-4-6 248 0,4-1 60 16,0-6 12-16,0-2 16 0,0-7-80 15,9 0 44-15,-1-3 8 0,8-7-60 16,3 0 0-16,6 1-136 0,3 2-140 0,0 0 116 16,12 4 160-16,3 3 88 0,6 3 124 0,2 3-88 31,5 3 148-31,0-2 116 0,0 0 44 0,0-1-36 0,4-3 36 15,0-1-112-15,-1 2-224 0,1-5-44 16,-4-2-48-16,-4-3-4 0,-3-1-76 16,-6-2-108-16,-3-5-296 0,-4 3-112 0,0-5 144 15,-8 0-360-15,4 0-488 0,-4-11-744 16,0 5-2029 0,-4-19-2871-16</inkml:trace>
  <inkml:trace contextRef="#ctx0" brushRef="#br0" timeOffset="35230.878">14546 5277 8140 0,'0'0'572'16,"0"0"4249"-16,0 0-3377 0,0 0 104 16,88 63-292-16,-60-37-56 0,-4 2-232 15,0 4-260-15,-1 3-232 16,-3 2-196-16,-3 5-208 0,-2-1-72 16,-7 7-12-16,-4 0-60 0,1 3 20 15,-5 6-32-15,-9 0 36 0,1-1-48 0,-12-1-16 16,4 2-204-16,-8-3-36 0,0-3-52 15,-8 0-52-15,1-1 76 0,-9 4 24 16,4-2 12-16,-8 1-40 0,4 1-72 0,1-6-44 16,-1-3-148-16,0-4-648 0,8-16-1156 15,-4-3-2729-15</inkml:trace>
  <inkml:trace contextRef="#ctx0" brushRef="#br0" timeOffset="61335.223">3274 9457 10288 0,'0'0'2913'15,"0"0"-2009"-15,0 0-92 16,0 0 344-16,-23-72 144 0,18 66-296 16,5 2-216-16,-4 4-300 0,4 4-96 0,0 5 304 15,0 10-172-15,0 3-48 16,4 13-199-16,1 10 15 0,3 15-24 15,0 14-64-15,-5 8 244 0,-3 13-208 0,0 7-236 16,0 8-8-16,0 8-72 16,-3 6-68-16,-1 1 96 0,0 1 48 0,0-2-108 0,0-9 108 15,4-5-4-15,0-12-80 16,-5-8-12-16,5-11-40 0,-4-9 124 0,4-7-84 0,0-6-60 16,-3-10 8-1,3-5-68-15,0-14-757 0,0-8 133 16,0-10 216-16,0-10-756 0,7-10-420 0,2-19 720 15,6-15-896-15,-2 2-1065 0,2-56-3187 0</inkml:trace>
  <inkml:trace contextRef="#ctx0" brushRef="#br0" timeOffset="61667.02">3100 9487 1708 0,'0'0'2972'16,"0"0"2260"-16,0 0-4187 0,0 0 47 15,79-67 340-15,-51 51-288 0,0 4-352 0,4-1 68 16,3 0-360-16,1 4-116 0,4 2-48 16,0 4-148-16,0 3-180 0,4 0-4 15,-4 6-4-15,3 7 0 0,-6 3-124 0,-6 9-12 16,-7 7 136-16,-8 3 0 0,-4 6 148 15,-12 4-48-15,0 5 48 0,-16 2 60 16,-8 4 176-16,-4 1-176 0,-4 0 124 16,-3 1 492-1,-1-8-504-15,0-2-176 0,4-7-136 0,-1-6-8 0,6-6-4 16,-4-4-68-16,3-3-208 0,0-3-324 0,0 1-208 16,4-5-636-16,-8-2-864 15,11-2-2225-15,-10-9-3035 0</inkml:trace>
  <inkml:trace contextRef="#ctx0" brushRef="#br0" timeOffset="62488.674">3900 11550 468 0,'0'0'9400'0,"0"0"-7583"0,0 0-573 16,0 0 92-16,0 0 64 15,0 0-368-15,0 0-248 0,0 0-288 16,0 0-200-16,0 0-136 0,0 0-160 0,32-54-124 15,-28 61-60-15,0 5 184 16,4 7 0-16,-4 4 236 0,-4 12 132 16,0 3-148-16,0 3-60 0,-8 0-160 0,0-6-56 15,4 1 8-15,-4-15-16 0,4-2 64 16,0-9 4-16,4-4 8 0,-4-2-4 16,4-4-8-16,0 0-12 0,0-10-120 0,4-7-16 15,4-4-100-15,0-7 12 0,4-5 100 16,-1-1 52-16,2-1 32 0,2 9-8 15,-2 1-52-15,2 6-36 0,-2 7 84 0,-1 1 56 16,-1 6-92 0,2 2-48-16,-2 3 88 0,2 0 52 0,-5 0 8 15,3 5 112-15,2 2-4 0,-2 2 56 16,1 3 20-16,0 5-108 16,-4 6 72-16,0-2 12 0,-4 11 0 0,0 0 12 15,-4 3-96-15,0-3 0 0,0 2-76 16,0-6-52-16,-4-1-20 0,4-5-16 15,-4-10-12-15,4-5-20 0,-4-1-4 0,4-6-12 16,0 0-276-16,0-3-396 0,-4-7-424 16,0-2-1148-16,0-1-2053 0,0-16-3711 15</inkml:trace>
  <inkml:trace contextRef="#ctx0" brushRef="#br0" timeOffset="62763.034">3800 11243 3768 0,'0'0'2604'16,"0"0"2085"-16,0 0-3417 0,0 0-376 15,0 0 272-15,0 0-44 0,0 0-408 0,0 0-388 16,0 0-56-16,0 0 204 0,0 0-80 15,92 3-160-15,-64-1-76 0,4-2 0 16,-1 0-12-16,1 0-136 0,-4-2-4 0,0-1-8 16,0-1-72-16,-7 2-104 15,3-5-232-15,-9 3-472 0,1 1-388 0,-4 0-540 0,0 1-1357 16,-12-5-3611-16</inkml:trace>
  <inkml:trace contextRef="#ctx0" brushRef="#br0" timeOffset="63033.932">4183 11071 4212 0,'0'0'6060'16,"0"0"-4999"-16,0 0-253 0,0 0 724 0,0 0-176 0,0 0-452 16,84 0-284-16,-61 0-84 0,1 3 20 0,4-3-120 15,4 4-4-15,0-1-40 16,-4 3-392-16,-4 0-36 0,-5 7-64 15,-6-4-36-15,-5 7 28 0,-4 0 108 0,-4 9 12 16,0 0 100-16,-12 8 20 0,-4 2-132 16,-4 0-60-16,0-1 52 0,0-2-176 15,-3-3-52-15,2-4-208 16,5-6-340-16,-3-3-356 0,-2-3-652 16,10-7-2305-16,-9-2-3211 0</inkml:trace>
  <inkml:trace contextRef="#ctx0" brushRef="#br0" timeOffset="63505.589">5482 10318 1304 0,'0'0'8788'0,"0"0"-6651"0,0 0-705 0,0 0-292 15,0 0 120-15,0 0-148 0,88-15-168 0,-49 12-32 16,6 3-176-16,2 0-224 0,5 0-232 15,-1 0-96-15,1 0-184 0,0 0-52 16,4-4-8-16,-5 1-64 0,2 0-32 16,-5 0-336-16,-5-1-268 0,-7 4-300 15,-8 0-368-15,-12 4-952 0,-4 2-2065 16,-12 7-2187-16</inkml:trace>
  <inkml:trace contextRef="#ctx0" brushRef="#br0" timeOffset="63663.49">5777 10592 2692 0,'0'0'2464'16,"0"0"264"-16,0 0-1276 0,0 0-92 16,0 0 69-16,0 0-269 15,0 0-16-15,0 0-8 0,0 0-240 0,0 0-236 16,87 34-164-16,-43-34-200 0,4-2-220 0,4-2-76 16,4-3-248-16,0 1-312 0,0 0-668 15,-13 6-268-15,17 0-3853 0</inkml:trace>
  <inkml:trace contextRef="#ctx0" brushRef="#br0" timeOffset="65433.513">7634 9201 3160 0,'0'0'5768'0,"0"-67"-5108"0,3 32-516 16,1-7 24-16,0-5 360 0,0 3 325 0,1-4-265 15,-1 1-292-15,0 5-24 16,-1 4 312-16,-3 7 156 0,0 5-132 0,0 7-276 16,0 10 44-16,0 2-108 0,-7 7 172 15,-2 0-340-15,-3 7-100 16,1 8-252-16,-13 11 112 0,3 9 140 0,-3 12 88 16,1 11 164-16,-1 8 24 0,0 10 16 15,0 11 56-15,1 7 16 0,-1 8 44 0,-4 6-48 16,0 0-200-16,0 0 100 0,-4-7-112 15,4-6-24-15,-4-9 232 0,8-5-184 16,1-16-12-16,2-11 12 16,9-13-124-16,4-6-48 0,0-11-108 0,8-10-64 0,0-3-64 15,0-8-44-15,12-3 80 0,1-3 52 16,6-8 64-16,5-1 8 16,0-1-8-16,0 0-64 0,-1 7-100 0,-2 3 12 15,-1 3 48-15,-5 7 64 0,2 5 124 16,-2 13 80-16,2 8 8 15,-6 5 84-15,2 9-84 0,-6 5 72 0,5 4 24 16,1 1 64-16,-2 0-148 0,1 0 24 16,-4 4-120-16,0-1 56 0,0 4-56 0,-8 1-4 15,0 6 0-15,0 2-60 0,0 3-4 16,0-3-8 0,-8 1-112-16,4-8-64 0,4-3 36 0,0-5-96 15,0-10-352-15,0-7-136 0,4-10-284 16,4-5-700-16,-4-13-997 0,8-13-3391 15</inkml:trace>
  <inkml:trace contextRef="#ctx0" brushRef="#br0" timeOffset="66419.041">9048 8356 732 0,'0'0'728'0,"0"0"6440"0,0 0-5084 0,0 0-579 16,-12-69-37-16,8 58 140 0,0 11-288 16,0-2-372-16,4-1-380 15,-4 3-236-15,-4 0-216 0,5 5-116 0,-10 9-124 16,1 4 112-16,-8 12 12 0,0 7 272 16,1 8-100-16,-6 6 36 0,5 3-72 15,1 6 136-15,-5 4-76 0,3 8-100 0,-3 11 88 16,1 6 36-1,-1 3-124-15,-4 10 52 0,4 3 12 0,-4 2-88 16,5 1 112-16,-5 0 48 0,4 1-100 16,-4-5 12-16,4 7-92 0,0 0-44 0,0 3-8 15,-4 4 72-15,4 6 72 0,0-1 197 16,0 5-97-16,5-4 24 16,-2-1-100-16,6-2-60 0,2 0 112 15,10-7-16-15,-1 4-60 16,4-4-96-16,7 0-48 0,6-2 0 0,10-8-72 0,1 0 0 15,12-5-48-15,1-1-96 0,-2-6 68 16,9 1 52-16,4-4 0 0,-5-3 36 0,6-1-76 16,-6 0-116-16,1 1-333 0,0-3 305 15,-5-1-120-15,1 1-628 0,1-1 60 16,-6-2-56 0,5-4-172-16,-4 1-96 0,4-4-496 0,0-4-604 15,3-5-1961-15,-11-17-2123 0</inkml:trace>
  <inkml:trace contextRef="#ctx0" brushRef="#br0" timeOffset="68484.254">20268 1977 6048 0,'0'0'1912'16,"0"0"1233"-16,0 0-1505 0,0 0-516 15,0 0 304-15,0 0-144 16,0 0-364-16,0 0-264 0,80 90-52 0,-73-62 24 15,5 4-140-15,-8 4-96 0,1-5-124 16,-5 3-192-16,0-2 8 0,0 0-84 0,0 0-40 16,-9-4-44-16,5-6-16 0,0-5 16 15,0-5-28-15,1-5-72 0,3-4-48 16,0-3 48-16,0 0 184 0,0 0-4 0,0-6-64 16,3-10-140-16,9-4-52 0,1-7 28 15,6-6 48 1,1-5 24-16,4-3-88 0,0 0-84 0,-1 6-4 15,-2 0-24-15,-1 9 124 0,-5 7 88 16,-2 6 148-16,-1 4 0 0,-5 6-76 16,-3 0-60-16,0 3 60 0,5 0 76 0,-5 3 288 15,3 6-28-15,-3 4-24 16,4-1 24-16,-3 8 28 0,2-1-80 16,-3 6-72-16,0-3 88 0,-4 3 32 15,0 5-72-15,0-5-36 0,0 3-100 0,-8-3-48 16,1 1-64-16,-2-4-84 0,5 0-24 15,-4 0 24-15,1-5-84 0,-2 2-128 0,5-6-248 16,-4-4-300-16,8-3-564 0,-3-6-200 16,3 0-380-16,0-3-637 0,0-3-2823 0,0-13 2428 15</inkml:trace>
  <inkml:trace contextRef="#ctx0" brushRef="#br0" timeOffset="68766.186">20172 1739 1720 0,'0'0'5748'15,"0"0"-1495"-15,0 0-2525 0,0 0-572 0,0 0-148 16,0 0-140-16,0 0-332 0,0 0-64 15,88-41-100-15,-52 38-64 0,7 3-72 0,1 0-40 16,4 0-24-16,-4 0-72 16,-1 0-52-16,6 0-48 0,-6-3-48 0,-2-4-148 15,-2 1-140-15,1-3-504 0,-5-4-548 16,-10 4-1036-16,10-11-3073 0</inkml:trace>
  <inkml:trace contextRef="#ctx0" brushRef="#br0" timeOffset="68963.686">20790 1451 1032 0,'0'0'1616'0,"0"0"3232"0,0 0-3056 0,0 0-151 15,0 0-113-15,0 0-304 0,95 41-172 16,-63-25-232-16,0-4-380 0,0 5-200 0,-1-2-232 16,-6 2-8-16,-5 2-60 0,-9 0-192 15,-3 0 76-15,-8 6 28 16,-8 3 136-16,-12 7-180 0,-3 3-84 15,-13 4-52-15,0 2-64 0,-4-2-216 16,1 2-488-16,3-3-769 0,12-12-775 16,-4 9-2936-16</inkml:trace>
  <inkml:trace contextRef="#ctx0" brushRef="#br0" timeOffset="69154.269">21308 2238 11821 0,'0'0'4648'0,"0"0"-3800"16,0 0-192-16,0 0 844 0,84-17-472 15,-56 9-624-15,-1-2-404 0,1-2-188 16,0 5-116-16,-8 0-148 0,-1 4-420 0,-10 3-596 16,-5 0-1312-16,-4 7-2349 0,-8 3-955 15</inkml:trace>
  <inkml:trace contextRef="#ctx0" brushRef="#br0" timeOffset="69298.978">21196 2400 928 0,'0'0'9240'0,"0"0"-7563"16,0 0-705-16,0 0-244 0,0 0 96 0,0 0 240 15,0 0 104-15,0 0-296 0,84 7-352 0,-45-18-224 16,6-1-196-16,2-1-100 16,-6 5-272-16,-2-3-348 15,-3 5-816-15,-12 4-1384 0,8-5-5617 0</inkml:trace>
  <inkml:trace contextRef="#ctx0" brushRef="#br0" timeOffset="69888.245">22391 1769 3548 0,'0'0'1212'15,"0"0"2208"-15,0 0-1336 0,0 0-307 0,0 0-613 16,0 0-144-16,0 0-24 16,-91 79-116-16,70-42-76 0,-2 5-48 15,3 0-124-15,0 5-88 0,0 0 8 0,4 7-148 16,4-2-112-16,5 0-120 15,2 0-36-15,5-1-136 0,5-6-96 0,2-4 36 16,5-3-136-16,1-7-12 0,2-6 48 16,1 1-156-16,0-7 20 15,0 1-232-15,0-8-240 0,4-2-412 0,4-10-508 0,-1 0-868 16,-6-3-1841-16,14-22-2807 0</inkml:trace>
  <inkml:trace contextRef="#ctx0" brushRef="#br0" timeOffset="70258.142">22674 1933 768 0,'0'0'8884'0,"0"0"-6627"16,0 0-1017-16,0 0-308 0,0 0 404 16,0 0-340-16,0 69-348 0,-4-39-200 15,-4 1-88-15,1 4-112 0,-6 0-64 0,5-3-160 16,-3-1-24-16,2-1-84 15,1-5-40-15,5-9-48 0,3-7 84 16,0-6-48-16,0-3 136 0,0 0 60 16,7-3 4-16,1-6 8 0,8-7 40 0,0-3-16 15,4-6-96-15,-3-5-4 16,2 5-96-16,5 0 40 0,-4 3-4 16,-1 2-72-16,2 5 76 0,-1 2 16 0,-1 4 44 15,-2 5 76-15,-2 4-16 0,-6 0 52 16,2 7 12-16,1 2 12 0,-8 7 64 15,1 0 20-15,-1 6 16 0,-4 1-52 16,0 3-24-16,-4-5-72 0,-5 4-88 0,5-2-48 16,-7-1-64-16,3 0-36 0,-1-3 16 15,-2-3-340-15,3 0-244 0,4-4-292 16,-5-2-588-16,9-3-1332 0,-4-5-3417 16</inkml:trace>
  <inkml:trace contextRef="#ctx0" brushRef="#br0" timeOffset="70417.109">23041 2263 432 0,'0'0'8352'0,"0"0"-6952"0,0 0-239 0,0 0 211 15,0 0 28-15,0 0-260 16,12 70-412-16,-12-51-324 0,0 0-256 16,4 1-148-16,-4-4-160 0,4 3-120 0,0-4-108 15,0 1-648-15,3-3-600 0,-3-4-1465 16,5-6-2963-16</inkml:trace>
  <inkml:trace contextRef="#ctx0" brushRef="#br0" timeOffset="70818.682">23671 2171 10164 0,'0'0'4409'0,"0"0"-4117"0,0 0-128 0,0 0-164 15,0 0 276-15,0 0 128 0,0 0-180 16,0 0-36-16,0 0 16 16,0 0 8-16,95-6-124 0,-72 4-84 0,1-3 60 15,-3 3 60-15,3-2-36 0,-5 1-88 16,-2 0-4-16,-6 1-4 0,-3-3-44 0,1 5-72 16,-9 0-224-16,0 0-448 15,0 0-288-15,-4 0-72 0,-5 0 32 0,-3 0-357 16,1 5-471-16,-2-3-852 0,-2 1-1380 15,6-3 2956-15,-6 0 760 0</inkml:trace>
  <inkml:trace contextRef="#ctx0" brushRef="#br0" timeOffset="71335.518">23323 2407 8868 0,'0'0'1372'16,"0"0"-675"-16,0 0 383 0,0 0 212 15,0 0-340-15,0 0-280 0,0 0-44 0,0 0-64 16,0 0-108-16,45 72-168 0,-45-53-116 16,0 0-84-16,-4 1-80 0,-1-1-8 15,1 0-148-15,-4-3 8 0,5-4-32 16,3-5-152-16,-4-1-156 0,4-3-252 0,0-1-252 15,0-2-444-15,4-5-613 0,3-4-731 16,1-2-2956-16,12-14 4656 0</inkml:trace>
  <inkml:trace contextRef="#ctx0" brushRef="#br0" timeOffset="72028.83">23703 2169 628 0,'0'0'740'15,"0"0"-100"-15,0 0-392 0,0 0 0 16,0 0 3064-16,0 0-1024 0,0 0-940 0,0 0-304 0,0 0 77 16,0 0-69-16,11-30-132 15,-7 28-172-15,0-2-116 16,5-2-88-16,-2 3-8 0,1 0-116 0,-4-1-136 16,8 4-56-16,-8 0-56 0,4 0-8 15,0 0 8-15,4 0-24 0,-4 7 40 16,3-4 84-16,-3 3 184 0,5-2-12 15,-6 3-188-15,1-2-48 0,5 2-72 16,-9 0 36-16,3 1-36 0,1 2-124 0,-3 0 36 16,-5 6-40-16,0-4 64 0,0 7 16 15,-5 0-4-15,-3 3-36 0,-3-3-12 0,3 0-36 16,-5 1-8-16,6-5-40 16,-1-2 36-16,3-4-60 0,1-2-16 15,0-4-20-15,4-3 108 0,0 0 92 0,0 0-68 0,0-3-24 16,4-9-96-16,5-5-212 15,3-2-108-15,4-6 36 0,-1-1-28 16,2-2-12-16,2 0 112 0,1 2 148 0,-4 3 24 16,0 4 136-16,-4 0 0 0,0 7 60 0,0-1-8 15,0 4-40-15,-4 2 112 16,0 1-52-16,4-4 28 16,-4 8 12-16,0-2 36 0,-4 1-60 15,3 3-88-15,2 0-4 0,-5 0-48 16,4 0 12-16,-4 7 40 0,3 2 100 0,-3 0 48 15,1 7-28-15,-1-3 92 0,-4 6-128 16,0 0 40-16,0 4-36 16,-9-2-88-16,1 2 0 0,-3 2-12 0,3-3-88 15,-4 1-36-15,0-1-108 0,0-2-80 0,0-1-84 16,4-5-148-16,0 0-244 0,0-2-572 16,4-2-632-16,0-4-849 0,4-4-2375 15,0-2 648-15</inkml:trace>
  <inkml:trace contextRef="#ctx0" brushRef="#br0" timeOffset="72343.814">24296 2327 8352 0,'0'0'5689'16,"0"0"-4085"-16,0 0-1104 0,0 0-120 0,0 0 268 0,0 0 208 15,0 0-348-15,84-10-336 0,-73 10-124 16,1 0-48-16,-3 4-100 0,-2 2-88 16,-3 0 24-16,-4 7 164 0,-4-1 212 0,-7 7-28 15,-6 0 0-15,-3 4-60 0,-8-1-40 16,5 4-20-16,-5-4-56 0,8 0 52 16,4-3-60-16,4-3-12 0,4-4-36 15,8-1-4-15,0-5-8 16,0-4 60-16,8 2 72 0,8-4 28 15,0 0-100-15,4-4-120 0,4-4-236 0,-1-3-296 16,1-1-316-16,-3-1-576 0,3 7-1012 16,-9-4-3457-16</inkml:trace>
  <inkml:trace contextRef="#ctx0" brushRef="#br0" timeOffset="72730.481">24810 2511 1212 0,'0'0'1268'0,"0"0"6072"16,0 0-5071-16,0 0-1233 0,0 0-528 0,0 0 192 15,-24 64 196-15,16-45-292 0,-4-3-364 16,0 2-228-16,5 2-12 0,-2-1 0 15,1 3 0-15,0-7 212 0,5 2-212 16,-2-8-228-16,5-2-652 0,0-7-476 0,0-4-868 16,8-5-693-16,-4 2-5183 15,8-15 7812-15</inkml:trace>
  <inkml:trace contextRef="#ctx0" brushRef="#br0" timeOffset="72913.675">25304 2317 7612 0,'0'0'8169'0,"0"0"-6829"0,0 0-1340 0,0 0-312 16,0 0-88-16,0 0 400 0,0 0-4 0,0 0-696 15,0 0-1020-15,87-19-2289 0,-59 7-2591 16</inkml:trace>
  <inkml:trace contextRef="#ctx0" brushRef="#br0" timeOffset="73066.155">25746 2298 10836 0,'0'0'1657'0,"0"0"-1117"15,0 0 476-15,0 0 664 0,0 0-736 0,0 0-684 16,92-22-260-16,-77 19-248 0,2-3-384 15,3 2-904-15,-9 1-1564 0,14-3-4501 16</inkml:trace>
  <inkml:trace contextRef="#ctx0" brushRef="#br0" timeOffset="73909.02">26798 2028 3876 0,'0'0'1016'16,"0"0"3600"-16,0 0-2411 0,0 0-693 16,0 0-232-16,80 35-108 0,-72-13-188 0,-5 10-164 15,-3 3-212-15,-7 1-228 16,-6 2-72-16,-2-1-36 0,3-2-88 0,0 0-68 16,4-5-116-16,0-9-112 0,8-2-12 15,-4-6 52-15,4-3 24 0,0-8-28 0,0 2 76 16,4-4 0-16,0 0 72 0,8-6-72 15,4-7-76-15,0-4-84 0,4-5-84 16,0 0 96 0,-5 0-52-16,2-4-48 0,-6 1 76 0,5 0 12 15,0-1-16-15,-4 1 72 0,4 3 104 16,-4 6 140-16,0 0-32 16,-4 6 32-16,4 1 20 0,-4 6-12 15,-4 0-36-15,4 3 12 0,0 0 0 0,-4 3-40 16,4 7 112-16,-4 5 164 0,0 4 92 0,0 6 212 0,-4 0 140 15,0 2-392-15,-4-2-192 16,0 0-220-16,0 1-84 0,-4-1 0 0,4-3-40 0,0 1-84 16,0-4 4-16,0 0-104 15,0-3-204-15,4-1-344 0,-4 1-340 0,0-3-652 16,0-3-1060-16,0-1-2097 16,0-6-1555-16,4-3 5868 0</inkml:trace>
  <inkml:trace contextRef="#ctx0" brushRef="#br0" timeOffset="74100.453">27228 2374 2692 0,'0'0'5132'0,"0"0"-3108"15,0 0-992-15,0 0 165 0,0 0 323 0,4 67-52 16,-4-48-372-16,-4 0-244 0,0 4-156 16,0-4-204-16,4-1-132 0,0 6-356 15,0-10-4-15,0 5-140 0,0-5-96 16,8-3-468-16,0 0-304 0,4-8-164 0,4-3-180 15,4 0-668-15,4-14-997 0,4 3-1503 16,0-8 280-16,4-3 4085 0</inkml:trace>
  <inkml:trace contextRef="#ctx0" brushRef="#br0" timeOffset="74260.582">27483 2482 620 0,'0'0'1868'0,"0"0"-1348"0,0 0 1696 16,0 0 2768-16,28-66-3259 0,-40 63-1069 16,5 0-412-16,-14 3 100 0,1 0 100 0,-3 6 52 15,-1 6 136-15,-4 1 88 0,4 3-16 16,3 0-152-16,2-3-188 0,7 3-44 15,0-4-8-15,4 1-100 16,8-3-104-16,0-1-20 0,4 1 84 16,8-3 76-16,4-1 36 0,3-6-40 15,6 2-96-15,6-2-148 0,1 0-228 0,4-6-252 16,4-1-500-16,-4-2-580 0,-4-1-1440 16,11-5-3741-16</inkml:trace>
  <inkml:trace contextRef="#ctx0" brushRef="#br0" timeOffset="74694.688">28085 1885 6144 0,'0'0'2804'0,"0"0"-655"16,0 0-405-16,0 0-28 0,75 71-380 16,-58-50-220-16,3 4-172 0,-5 1-168 0,2 0-248 15,-6 2-404-15,1 4-124 16,-3 0-184-16,-9 3 96 0,0 0-72 16,-13 0-120-16,-11 3-104 0,-3 0-36 0,-14 4-52 0,-2-4-100 15,-5 0-268-15,-3-4-636 16,-2 1-1164-16,1-5-1509 0,13-9-1031 0,-17 2 3928 15</inkml:trace>
  <inkml:trace contextRef="#ctx0" brushRef="#br0" timeOffset="75515.444">22137 3546 8844 0,'0'0'2056'0,"0"0"-719"0,0 0-57 0,0 0-36 15,67 77-264-15,-50-52-260 0,-6 4-112 16,1-1-184-16,0 4-152 16,-8-1-96-16,0-3-80 0,-4 5 4 15,0-2-92-15,0-2 40 0,-4-1-40 0,0-5-8 16,0-4-4-16,-1-10 4 0,2-2 8 0,3-7 116 15,0 0 24-15,0 0-48 0,0-4-100 16,3-4-72-16,10-9-276 0,2-5 4 16,2-4-180-16,2-5-12 15,1-4 76-15,1-1 68 0,-2 5 216 16,1 0 80-16,1 2 96 0,-6 10 64 0,1 3-16 16,-4 6 16-16,1 4-4 15,-6 3 4-15,5 0 36 0,0 3 64 0,4 0 4 16,-5 6 20-16,6 4 84 0,-2 5-8 15,-2 4-16-15,-2 4-28 0,-2 2 4 16,-5 0-28-16,0 7-192 0,-4-3-8 0,0 6-8 16,-4 0-100-16,-5-3-136 0,1 2-88 15,1-1-336-15,3-5-336 0,0-3-580 16,4-2-1036-16,0-8-1997 0,0-9-1647 0</inkml:trace>
  <inkml:trace contextRef="#ctx0" brushRef="#br0" timeOffset="75904.678">21431 3534 1760 0,'0'0'8256'16,"0"0"-5735"-16,0 0-1081 16,0 0-768-16,84-36 112 0,-48 30 420 0,0 3-656 0,-1 3-388 15,1 0-160-15,-4 0-112 16,-4 0-112-16,-4 3-100 0,4 0-268 0,-8 4-564 16,-4 3-712-16,0-5-2477 0,-12 5-1939 0</inkml:trace>
  <inkml:trace contextRef="#ctx0" brushRef="#br0" timeOffset="76217.551">21555 3629 860 0,'0'0'5948'16,"0"0"-3664"-16,0 0-848 0,0 0 121 0,0 0 279 16,0 0-368-16,75 22-436 0,-51-16-356 15,0-3-344-15,-8 1-332 0,0-1-36 16,-4 3-136-16,-9 0-76 0,-3 7 8 15,0 0 228-15,-7 5 12 16,-5 5 52-16,-8 2 72 0,1 0-112 16,-5 2 0-16,-1 1 32 0,1 5-36 0,0-3 0 15,1 2 4-15,3-3 48 0,-1-1-56 16,10-2 0-16,3-7-8 0,4 0-72 16,4-7 72-16,0 1 4 0,4-3 136 15,4 0 112-15,3-1-76 0,6-2 164 0,2 2-260 16,5-4-76-16,0 6-52 15,8-2 4-15,4-3-28 0,5 1-296 0,10 0-400 16,5-1-700-16,-8-6-1412 0,27 0-5085 0</inkml:trace>
  <inkml:trace contextRef="#ctx0" brushRef="#br0" timeOffset="76578.731">22949 4073 272 0,'0'0'1736'0,"0"0"76"0,0 0 3848 16,0 0-3183-16,0 0-817 0,0 0-668 16,0 0-552-16,84-47-288 0,-69 44-88 15,-2 3-16-15,-9 3-40 0,3 6 208 0,-3 4 96 0,-4 6 168 16,0 0 60-16,0 0-120 16,0-3 40-16,-4 3-28 0,1-3-136 15,-1-6-84-15,4-1-212 0,0-2 0 0,0-5-172 16,0-2-40-16,0 0 88 0,0-2-556 15,4-5-164-15,-1-6-820 0,1 4-2805 16,0-14-4055-16</inkml:trace>
  <inkml:trace contextRef="#ctx0" brushRef="#br0" timeOffset="76732.305">23013 3737 8660 0,'0'0'2301'0,"0"0"-1105"0,0 0-516 0,0 0-412 16,0 0-268-16,0 0-384 0,91-3-628 0,-67 3-857 16,-3 3-2767-16</inkml:trace>
  <inkml:trace contextRef="#ctx0" brushRef="#br0" timeOffset="76965.801">23690 3845 5884 0,'0'0'11633'0,"0"0"-9561"0,0 0-1852 16,0 0-108-16,0 0 120 0,0 0 352 0,84-16 76 15,-52 6-344-15,7 1-304 0,2 0-12 16,-2-1-92-16,1 1-200 0,-4 2-424 0,-4 3-520 15,-8 4-464-15,-8 0-1384 0,-8 6-2789 16,-8 1-2467-16,-8 3 8144 0</inkml:trace>
  <inkml:trace contextRef="#ctx0" brushRef="#br0" timeOffset="77101.214">23754 4001 6140 0,'0'0'1832'15,"0"0"692"-15,0 0-1387 0,0 0 115 16,0 0 620-16,0 0-212 0,0 0-352 0,80 44-516 15,-45-44-376-15,5-10-144 0,4-2-272 16,-4-1-12-16,8-3-480 0,-8 0-756 0,-8 3-808 16,3-6-3901-16</inkml:trace>
  <inkml:trace contextRef="#ctx0" brushRef="#br0" timeOffset="77445.411">24467 3635 5396 0,'0'0'10369'16,"0"0"-9573"-16,0 0-484 15,0 0 368-15,24 70 680 0,-20-52 24 0,-4 5-540 16,0 2-492-16,0-2-208 0,-4 2-136 0,-4 1-8 16,4 2-48-16,0-6-96 15,1-3-28-15,-2-5 4 0,5-8-40 16,0-3-84-16,0-3-236 0,12 0-8 15,0-7 388-15,8-9 12 0,4-6-268 0,4-3-140 16,4-4-48-16,-4-2 108 0,-1-1 260 16,1 3 100-16,0 6 124 0,-4 5 196 0,-4 8 348 15,-4 4 64-15,0 6-140 0,-4 0-24 16,-1 9 8 0,-2 7-60-16,-5 0-48 0,0 6-52 0,0-3-124 15,-1 6-116-15,-3-2-52 0,0 3-112 16,0-1-216-16,0 3-272 0,0 2-848 15,-3-12-772-15,-9 11-4317 0</inkml:trace>
  <inkml:trace contextRef="#ctx0" brushRef="#br0" timeOffset="79184.654">9335 9909 1708 0,'0'0'7124'16,"0"0"-3987"-16,0 0-1221 0,0 0-700 15,0 0 56-15,0 0-64 0,0 0-208 16,0 0-288-16,0 0-208 0,0 0-184 16,0 0-196-16,0 0-124 0,0 0 0 15,0 0 24-15,31-3 88 0,-10 3-16 16,-2 0-36-16,5-3 40 0,4-1-40 0,0 1-48 15,0-3-8-15,4-1 4 16,-4 5-8-16,4-3-64 0,0 0 16 16,-1 2-52-16,5-3-32 0,0 1 44 0,4-1-8 15,4-2 24-15,4 1 20 0,3-3-8 16,1 1-48-16,0 3-76 16,0-4-24-16,-4 3-40 0,-1-2 52 0,1 3 96 15,-8 2 92-15,4-2-76 0,-8 3-16 16,0 0-36-16,-1 3 28 0,1-3 20 15,-4 0 76-15,0 3 8 0,-4-4-8 16,4 1-100-16,-5 0 100 0,1 3-36 0,-3-3 44 0,-1-1-72 16,-1 1 76-16,-3 0-4 15,0 3 4-15,-4-3 64 0,4 0-60 16,-8 0 92-16,0 0-8 0,-4 3-16 16,0-4 4-16,-4 4 36 0,-1 0-16 0,2 0-84 15,-5 0 76-15,4 0-4 0,-4-3 52 16,4 3 0-16,-4 0-36 0,4 0-16 15,0 0-36-15,-4-3-44 0,4 3 60 0,-4 0 32 16,3-3 16-16,-3 3-16 0,0 0 28 16,0 0 8-16,0-3-8 0,5 0 12 15,-5-4-16-15,0-6-116 0,0 1-4 16,4-4-52-16,0-7 44 16,-4 4 8-16,4-6-112 0,-4-3 108 15,0-1-68-15,0-3 24 0,0 1-148 0,-8-1 24 16,4-3-196-16,-8 3 72 15,0-3 64-15,0 4-12 0,-4-1 56 0,0-1-68 16,0 5 32-16,-4-3 76 0,5-1 12 16,-2-3 36-16,2-3-100 0,2-4-24 0,2 2 52 15,3-5-40-15,-1-3 60 16,1 4-20-16,1-4 20 0,3 7 152 16,0 0-72-16,-1 6 60 0,1 2 8 0,0 8-44 15,1 3 36-15,-1 3 0 0,4 7-52 16,-4-4 64-16,0 3 100 0,4 1-92 0,-5-1 84 15,5 0 32-15,0-2-112 0,0-2 52 16,0 1-60-16,5-3 8 0,-5 0 52 16,4 3-56-16,0-3 152 0,0 7-144 15,-4-1 132-15,3 3 52 0,-3 7 48 16,0 0 12-16,0 3-48 0,0 0-212 16,0 0-92-16,0 0-68 0,0 0-76 15,0 0-252-15,0 0-48 0,0 0 8 16,0 0-76-16,0 3-636 0,0 4-740 15,0-4-1093-15,-3 9-3319 0</inkml:trace>
  <inkml:trace contextRef="#ctx0" brushRef="#br0" timeOffset="82967.18">9761 8887 2072 0,'0'0'408'15,"0"0"-408"-15,0 0 4364 0,0 0-2652 16,-48-74-444-16,40 62-39 0,0 2 67 16,1 7 72-16,-2 0-64 0,-3 0-312 15,5 3-500-15,-6 0-104 0,2 0-116 0,-6 6 52 16,2 7 48-16,-2-1 12 0,2 7-76 15,-1 6-76-15,0 5-72 0,4 1-60 16,4 4-16-16,0 6 28 0,4 1 24 16,0-2-88-16,4 2 16 0,0-3-60 15,0-4-4-15,4-10-76 0,4-6 64 0,-4-6-72 16,8-5-4-16,-4-3-48 16,4-3 136-16,0-2 0 0,0-2-84 15,4-11-28-15,0-4 16 0,4-2-64 0,-5-2-88 16,2-5-60-16,-2 1 108 0,-2 0 64 15,2-1 12-15,-7 7 76 16,4-1-4-16,-4 5 52 0,-4 3 8 16,-4 5 68-16,4 3 72 0,-4 4 0 0,0 0-36 15,0 0-100-15,0 0-12 16,0 0-4-16,0 11-200 0,0-3 204 0,4 11 196 16,1 1 28-16,-2 5-40 0,5 0-72 15,0-2-112-15,-4-1-88 0,8-3 16 0,-4-3-16 16,0 0-72-16,4-7 24 0,4 1-64 15,-4-3-120-15,4-5-376 16,4 2-636-16,-5-4-784 0,6 0-553 0,-10 0-2355 0,9 0 64 16</inkml:trace>
  <inkml:trace contextRef="#ctx0" brushRef="#br0" timeOffset="83585.824">10068 9116 416 0,'0'0'2204'16,"0"0"4340"-16,0 0-4619 0,0 0-793 15,0 0-224-15,0 0-168 0,0 0-96 0,0 0-340 16,0 0-304-16,0 0 12 15,0 0 180-15,8 28 172 0,-8-15 12 0,4-1 16 16,-4 1-4-16,3-3-124 0,-3-1-28 16,0 0-36-16,0 1-28 0,0-4-36 0,0 0-72 15,0 0-64-15,5-1-76 0,-5 1 4 16,0 0-40-16,0 3 100 0,0-2-100 0,0 2 36 16,0 1-48-16,0-1 12 0,4-2-24 15,-4 2-16-15,0-3-20 16,4-2-108-16,-4 2-208 0,4-3-208 0,-4 1-224 0,4 2-868 15,-1-6-1385-15,5 3-3155 16,-8-3 4984-16</inkml:trace>
  <inkml:trace contextRef="#ctx0" brushRef="#br0" timeOffset="85249.523">9462 10293 156 0,'0'0'1708'0,"0"0"4764"0,0 0-4300 0,0 0-663 16,0 0-141-16,0 0-60 0,0 0-312 15,0 0-356-15,0 0-240 0,0 0-400 16,0 0-88-16,9 10 28 0,2-4 60 0,1 0 148 16,4 4 16-16,0-1-28 0,0 1-24 15,0-1 0-15,0-3-36 0,-1 1-68 16,2-4 36-16,-6 0-44 0,6-3-12 0,-2 0-36 15,-2 0 48-15,2 0-64 16,-7 0-72-16,4 0-100 0,-4 0-188 16,0 0-84-16,4 4-56 0,-4-4 148 15,0 3 36-15,4-3 52 0,-4 0 88 16,0 3 48-16,0-3 28 0,4 0 96 16,-8 0 68-16,4 0 24 0,-4 0-24 0,-1-3-12 15,2 3-116-15,-5-3 40 0,0 3 36 16,4-4 40-16,-4 1-76 15,4 0 36-15,-4-4 48 0,4-2 4 0,0-4-4 16,3 1-72-16,2-1-16 0,-1-3 92 16,-1 3 76-16,6 1-64 15,-1-4-4-15,3 4 80 0,-2-2 64 0,-2 3 4 16,6 0-16-16,-6 5-40 0,-3-1 28 0,4 1 0 16,-4 6-40-16,4-3-24 0,-7 3-52 15,6 0 88-15,-3 3 52 0,0 8-52 16,4 1 40-16,-4 1-76 0,0 6 76 0,0 0-28 15,0 2-12-15,0 5 52 16,-4-1-152-16,-1-2-4 16,2-8-4-16,-1 1-104 0,0-5 100 0,-4-6 8 15,4-2-100-15,0 1 16 0,-4-2 80 16,7-2 8-16,2 0 0 0,-1 0 240 16,-1 0 24-16,5 0-76 0,1-6-72 0,2-2 8 15,1 1-60-15,0-3-64 0,0-3-36 16,0 3 36-16,4-2 8 0,0-1-4 15,0-6-4-15,0 0 0 0,4-1-8 16,-5-5 0-16,1 3-40 0,1 4-40 16,-6-1-204-16,-2 3-464 0,-2 6-284 0,-3 1-584 15,-4 9-1069-15,1 0-2907 0,-5 0 3280 16</inkml:trace>
  <inkml:trace contextRef="#ctx0" brushRef="#br0" timeOffset="85852.81">9836 10747 3260 0,'0'0'1512'0,"0"0"3696"0,0 0-3299 16,0 0-489-16,0 0-164 0,0 0-396 16,0 0-448-16,0 0-284 15,0 0-56-15,0 0 132 0,45-13 96 0,-34 32 140 0,-3 4-80 16,-3 0-112-16,3-2-112 16,-5-5-136-16,1-1 0 0,0-4-64 0,0-5-20 15,-4-3-52-15,5 0 60 0,-5-3 76 16,0 0 76-16,0 0 8 0,0 0-20 15,4-3 20-15,-4-6-84 16,4-4-84-16,3-6-152 0,-3 3 24 0,0-4 0 16,0 4 124-16,-4 4-12 0,5 3 16 15,-1 5-68-15,-4 1-48 0,3 3-16 16,-3 0-84-16,4 3 300 0,0 3 212 0,4 1 156 16,-4 3-80-16,1 3-40 0,-2-3-60 15,1 2-64-15,0-3-24 0,0 1-4 0,0 3-96 16,-4-1-48-16,4 1-28 0,-4 2-36 15,0 2-84-15,0-2-292 16,0 4-316-16,0-3-432 0,0 0-728 16,0-4-1153-16,0 2-2679 0</inkml:trace>
  <inkml:trace contextRef="#ctx0" brushRef="#br0" timeOffset="86067.787">10160 10900 52 0,'0'0'4684'0,"0"0"-176"0,0 0-2791 16,0 0-161-16,0 0-268 0,0 0-288 15,0 0-192-15,0 0-308 0,0 0-196 16,0 0-164-16,0 0-140 0,24 64-80 16,-20-56-56-16,-4 5-60 0,3 1-16 15,-3-2-492-15,4 3-472 0,-4-2-608 0,0-4-1261 16,0 1-2919-16,0-3 3224 0</inkml:trace>
  <inkml:trace contextRef="#ctx0" brushRef="#br0" timeOffset="86675.251">10375 10709 340 0,'0'0'8112'0,"0"0"-6324"16,0 0-731-16,0 0 199 0,0 0 60 0,0 0-192 15,52 67-168-15,-37-51-424 0,-3-1-232 16,4-2-140-16,-4-1-160 0,4-1-52 16,-4-3-172-16,-3-1-16 0,2-3-340 15,1-4-440-15,0 0-248 0,-4-4-740 16,-4-3-2641-16,4-8-1535 0</inkml:trace>
  <inkml:trace contextRef="#ctx0" brushRef="#br0" timeOffset="86845.637">10570 10687 1136 0,'0'0'5732'0,"0"0"-3384"0,0 0-1376 0,0 0 33 15,-60 72 307-15,44-49-180 0,0-1-392 0,8-2-324 16,-3-1-100-16,-2 0-292 0,5-5-24 0,1 3-240 15,3-4-24-15,4-1-268 16,-5-5-448-16,5 2-480 0,0-9-965 16,0 0-2399-16,0 0 417 0</inkml:trace>
  <inkml:trace contextRef="#ctx0" brushRef="#br0" timeOffset="87218.843">10745 10515 9588 0,'0'0'1629'16,"0"0"-553"-16,0 0 404 15,-7 70-24-15,3-44-344 0,-1-5-528 16,5 2-248-16,-4-2-236 0,4-1-100 0,0-4-88 16,0 0-72-16,0-3 24 0,0-7 20 0,0-3-8 15,0 0-76-15,0-3-36 0,4-3-120 16,1-3 80-16,-1-7 264 0,7-3-76 15,-3 1-24-15,1-4-116 0,-2 3 52 0,1 0 100 16,0 3 76-16,0 3-12 16,0 2-36-16,0 1 48 0,-4 0 48 15,0 4 80-15,-1 3 148 0,2 0 40 0,-1 0-4 16,0 6 116-16,0 5 8 0,0 0-84 16,0 3-32-16,-4 5-20 0,0-5-68 0,0 6-144 15,0-1-88-15,0 0-48 0,0 0-40 16,0-3-60-16,0 4-52 0,0-8-132 15,0 5-480-15,0-9-532 0,0 2-916 0,0-7-2633 16,0 1-1751 0,0-8 5261-16</inkml:trace>
  <inkml:trace contextRef="#ctx0" brushRef="#br0" timeOffset="87364.31">11056 10712 6128 0,'0'0'2196'0,"0"0"817"0,0 0-1845 0,0 0 44 15,0 0 544-15,0 0-164 0,0 0-696 16,12 73-588-16,-9-59-284 0,2 1-24 0,-1-3-160 16,0 5-200-16,4-5-644 0,-4 4-432 15,4-11-1228-15,-8 9-3945 0</inkml:trace>
  <inkml:trace contextRef="#ctx0" brushRef="#br0" timeOffset="87938.79">11036 9690 5136 0,'0'0'52'0,"0"0"4212"0,0 0-3168 16,0 0-27-16,44 76 251 0,-25-43 104 15,2 4-324-15,3 8-292 16,0 2-160-16,-1 7-100 0,-3 7-28 0,-3 5-40 15,-2 4 100-15,-3 2-164 0,0 2-180 16,0-5-116-16,-3-1-12 0,-2-8-104 16,1-6-4-16,-4-4 0 0,4-2-8 0,-4-7-44 15,0-3-32-15,0-6-12 0,4-3-88 16,-4-4-28-16,3-6-56 0,2-3-100 16,-1-3-28-16,-4-4-124 0,3 1-64 0,6-7-152 15,-5-3-320-15,-1 0-44 0,2-9-172 16,3-8-164-16,-5-8-1237 0,1-7-1651 0</inkml:trace>
  <inkml:trace contextRef="#ctx0" brushRef="#br0" timeOffset="88500.365">11374 9709 3432 0,'0'0'1052'0,"0"0"2952"0,0 0-2024 15,0 0-603-15,0 0-389 0,0 0 716 16,0 0-608-16,0 0-376 16,105-33-272-16,-77 28-100 0,3 2-112 0,5-1-48 0,-4 4 8 15,4-2 40-15,3 2 0 16,2 0 24-16,-2-5-52 0,1 5-12 15,4-2-136-15,0-2-48 0,4-1-12 0,3-5 0 16,1-2 0-16,4-2-112 0,0-2-48 0,4 1-36 16,-5 2-64-16,1 0-48 0,0 7 20 15,-9-1 40-15,1 4 172 16,-4 0 76-16,-8 3 0 0,-4 0-64 16,-9 3-72-16,2 4 124 0,-5-1 8 15,0 1 4-15,-1 2 172 0,-2 0 64 16,-2 4-236-16,-2-2-112 0,-2 3 64 0,-3 2 36 15,5 6 12-15,-6 1 8 0,5 9 128 16,-8 2 300-16,4 5-56 0,0 6-196 16,-4 7-48-16,0 6 88 0,-4 9 44 0,8 3 64 15,-4 3-124-15,0 7-156 0,0-4-52 16,4 3 0 0,0-3 48-16,0-3 60 0,4-7-108 0,-4-11-4 15,-1-8 4-15,2-12-4 0,-1-7-56 0,-4-5 60 16,-1-6-48-16,1-5 40 0,-4-3-116 15,0 1-120-15,0-1-112 16,0-2-28-16,0 2 4 0,0 1-140 0,-4-1-188 0,-3 0-460 16,-1-2-660-16,-5-1-856 0,2 1-1837 15,3-4-987-15,-12 0 4948 0</inkml:trace>
  <inkml:trace contextRef="#ctx0" brushRef="#br0" timeOffset="88784.745">11877 11312 4956 0,'0'0'8325'0,"0"0"-7485"0,0 0-840 15,0 0 0-15,0 0 140 0,0 0 772 16,0 0 196-1,0 0-396-15,79-3-104 0,-51 3 36 0,4-3 292 16,4 3-372-16,4 0-224 0,0-3-80 16,3 0-40-16,5-1-76 0,0 1-20 15,4-3-120-15,0-3-4 0,-1-1-12 0,5-3-136 0,-4 1-192 16,-8-5-296-16,0 5-236 16,-8-1-44-16,-1 4-276 0,-7-1-1088 0,-7 4-1645 15,-6-1-2851-15</inkml:trace>
  <inkml:trace contextRef="#ctx0" brushRef="#br0" timeOffset="89468.656">11881 10103 6320 0,'0'0'1912'0,"0"0"1089"0,0 0-1589 16,0 0-520-16,0 0 328 0,0 0 100 15,0 0-492-15,0 0-244 0,-76-10-188 16,60 23-60-16,0 6 44 16,0 6 164-16,0 7-56 0,4 4-156 15,5 4-76-15,2 2 12 0,1 2 124 16,4 0-16-16,0-6-168 0,0-2-100 0,4-8-64 16,1-6-44-16,2-6-72 0,-3-10-24 15,4-3-40-15,1-3 76 0,2-3-36 0,1-6 88 16,4-7-4-16,-4-6-172 0,0 0-24 15,0-4 12-15,-4-2 16 0,-1 2-52 16,6 4 60-16,-9 3 0 0,0 3 76 16,0 3 96-16,-1 7 36 0,-3 3 24 0,0 0-12 15,0 3-48-15,0 0-44 0,5 3 40 16,-5 3 8-16,4 7 132 0,4 3 132 16,-1 6 0-16,1 3-72 0,5 0 84 15,-2 5-96-15,2-2 32 16,-2 1-140-16,1-4-76 0,-3-3-148 15,-2 0-20-15,1-3-224 0,0-3-292 0,-3 4-308 16,-1-5-764-16,-1-3-2496 0,1-1-2185 16,-4-5-154-16</inkml:trace>
  <inkml:trace contextRef="#ctx0" brushRef="#br0" timeOffset="89701.007">12076 10550 2812 0,'0'0'1356'0,"0"0"6765"0,0 0-6285 15,0 0-712-15,0 0 288 16,71-74-24-16,-58 66-340 0,-2 2-336 0,-3 2-224 0,-3 1-216 15,-1 3-128-15,0 0-72 16,-1 3-64-16,-3 10 56 16,4-1 8-16,-4 11 12 0,0-1-72 0,-4 7 0 0,-3-1 76 15,-6 5-80-15,9-5-4 16,-3-3 8-16,3 0-12 0,0-9 60 16,4-3-12-16,0-1-48 0,8-5-48 0,3 2-12 15,2-3 60-15,2-1-88 0,2-5-140 16,2 0-312-16,1 0-192 0,0 0-240 0,0 0-376 15,0 0-1352-15,0 5-2493 16,-4-2-3963-16,8 7 8965 0</inkml:trace>
  <inkml:trace contextRef="#ctx0" brushRef="#br0" timeOffset="90649.337">11701 11576 2896 0,'0'0'588'0,"0"0"5004"0,0 0-3591 16,0 0-537-16,0 0-276 0,-3 73 128 0,3-51-16 15,11 3-328-15,-3-2-292 16,1-5-260-16,-2-2-136 0,5 0-52 0,-3-7-84 16,-2-2-60-16,1 0 8 0,-4-4-8 0,5-1-28 15,-6-2 52-15,5 0-40 16,4-2 12-16,0-4-84 0,4-7 0 15,0-3-168-15,3-3-68 0,-2 0-44 16,-2 3 44-16,2-3 40 0,-2 6 48 0,1 1-24 16,0 1 48-1,4 3 48-15,-3 2 64 0,2-1 12 0,1 3 0 16,0 4-24-16,0 0 24 0,0 4 84 16,-5 5-12-16,-2 3 52 0,2 8-64 15,-6 2 40-15,-1 0 0 0,-1 4 36 0,-3 0 36 16,0-1-24-16,0-3-64 0,1-6-84 15,-1-3-124-15,0-5 4 0,-1-4 72 16,5-1 48-16,-4-3 64 0,9-9 84 16,-2-1-12-16,2-9-136 0,2 0-40 15,-3 1-56-15,0-5 88 0,0 4-4 16,0 3-124-16,-4 3 24 0,4 7-12 16,0 0 64-16,-4 2-112 0,4 4 148 0,4 0 24 15,-4 7 244-15,4 2-44 16,-1 4-80-16,2 3-20 0,2-4-40 0,-3-1 40 0,5-3 72 15,-2-2-12-15,-3-6-28 0,0 0 40 16,4-2 0-16,-4-7 36 0,0-8-108 16,4-1-100-16,-4-5-168 0,0 1-176 15,0 0-280-15,0 6-400 0,-1 0-428 0,-2 3-776 16,-2 7-2377-16,-3 0-4595 0</inkml:trace>
  <inkml:trace contextRef="#ctx0" brushRef="#br0" timeOffset="91256.664">12143 12166 4012 0,'0'0'3100'16,"0"0"1113"-16,0 0-2981 0,0 0-348 16,0 0 104-16,0 0 60 0,0 0-332 0,0 0-176 15,0 0 184-15,0 0-192 0,0 0-112 16,52 23-212-16,-44-4-8 0,1 0-68 15,-5-3-120-15,0-1-12 0,-4-5 0 16,3-7-84-16,-3 0-28 0,0 1 64 0,0-4 48 16,0 0-48-16,4-7-224 0,0 1 36 15,0-7 188-15,5-2 36 0,2-6 8 0,-3 2-48 16,0 5-20-16,0 0-4 16,0 5 28-16,-4 2 40 0,4 4 8 0,0 3 92 15,0 3 152-15,0 4 80 16,4 5-192-16,-4 5 44 0,0 2-4 15,0 0-64-15,-5 0-96 0,2-3-8 0,-1 3 8 16,0-3-12-16,0-4-64 0,-4-2-72 16,0-1 12-16,0 2-344 0,0-3-236 15,0-2-264-15,0 5-428 0,-4 1-1172 0,0-5-3933 16</inkml:trace>
  <inkml:trace contextRef="#ctx0" brushRef="#br0" timeOffset="91499.35">12418 12325 3192 0,'0'0'6144'0,"0"0"-1479"0,0 0-3541 0,0 0-244 16,0 0 520-16,84-60-272 0,-63 51-380 15,-2-1-244-15,1 3-260 0,-8 5-244 0,4 2-64 16,-8 0-72-16,0 9 4 16,-5 3 80-16,-3 4 52 0,0 7 0 0,0 2-52 0,-3 3 52 15,-5 5-4-15,0-2 4 16,0-2-12-16,0 2-72 0,4-5 8 15,0-1 16-15,4-9 8 0,0-4-44 16,0-1-76-16,8-9-88 0,4-2-84 16,4 0-76-16,0-2-52 0,0-9-172 0,0-3-460 15,-1-6-612-15,-2 1-1537 0,-2 3-3471 16</inkml:trace>
  <inkml:trace contextRef="#ctx0" brushRef="#br0" timeOffset="91674.658">12733 12223 5944 0,'0'0'3132'0,"0"0"141"0,0 0-2073 15,0 0-400-15,56 64 564 16,-40-48 64-16,0 0-472 0,0-7-536 16,3 2-396-16,-2-6-24 0,-2-2-432 15,6-3-264-15,-5 0-436 0,-1-6-696 0,2-7-1304 16,-6-3-2873-16</inkml:trace>
  <inkml:trace contextRef="#ctx0" brushRef="#br0" timeOffset="91850.751">12972 12056 3720 0,'0'0'808'0,"0"0"5777"0,0 0-5289 16,-51 85-528-16,35-50 136 0,-1 3 196 0,-2 0-160 15,3 0-136-15,0 4-256 0,0-8-188 16,0 2-232-16,4-8-128 0,0 0-248 15,1-2-312-15,2-1-264 0,-3-6-436 0,8-3-908 16,-3-3-1757-16,2-6-2135 0,1-7 4952 16</inkml:trace>
  <inkml:trace contextRef="#ctx0" brushRef="#br0" timeOffset="92252.307">13040 12153 10192 0,'0'0'1573'15,"0"0"-1061"-15,0 0-76 0,0 0 544 16,0 0 276-16,16 63-528 0,-16-42-364 0,0-6-132 16,0 1-8-16,0 0 12 0,0 3-72 0,0-7-164 15,0-2 4-15,0-3-4 16,0-5-4-16,0-2 4 0,0 0 0 15,4-2-152-15,4-8 72 0,4-3 80 0,0-6 8 16,4-6-8-16,4-3-48 16,-4-1-76-16,3 4 76 0,-2 6-16 15,-2 2 64-15,-6 11 0 0,2 4 96 16,-7 2 140-16,5 2 76 0,-5 4 36 16,3 7-48-16,-3 3 20 0,4 3-24 15,-4-3 0-15,1 3-124 0,2-3 64 0,-3 0 156 16,0-7-72-16,0 1-268 0,-4-7-52 15,4 0-8-15,-4-3-4 16,0 0 12-16,0 0 4 0,0 0-4 0,0 0-8 0,0 0-104 16,4 0-48-16,-4 0-184 15,0 3-120-15,5 4-476 0,-5-1-368 0,3 0-1408 16,-3 4-3993-16</inkml:trace>
  <inkml:trace contextRef="#ctx0" brushRef="#br0" timeOffset="92643.991">13507 12243 7312 0,'0'0'5973'0,"0"0"-3917"16,0 0-1492-16,0 0-184 0,0 0 320 15,0 0 268-15,0 0-488 0,0 0-480 0,0 0-172 16,0 0-160-16,35 91 180 0,-43-56-44 0,0 0-64 15,-4 7 148-15,5-4 112 0,-2-3 4 16,5-7 316-16,0-3 140 16,4-8-40-16,0-11-100 0,0-4-60 0,8-2-88 15,5 0-168-15,2-8-4 0,1-2-236 16,4-5-356-16,4-5-556 16,4 1-1392-16,-8 3-2229 0,16-6 393 0</inkml:trace>
  <inkml:trace contextRef="#ctx0" brushRef="#br0" timeOffset="93195.101">13758 11315 9500 0,'0'0'2181'16,"0"0"-425"-16,0 0-172 0,39 108-276 15,-22-60-236-15,-2 9-216 0,1 7-168 16,4-1-208-16,-4 4-196 0,-4-4-188 0,4-2-96 16,-4-4-148-16,-1-7-156 0,-2-8 44 15,3-7-156-15,-5-9-68 0,6-11 88 0,-6-5-360 16,1-7-460-16,0-3-984 15,-3-3-965-15,2-13-2775 0</inkml:trace>
  <inkml:trace contextRef="#ctx0" brushRef="#br0" timeOffset="93649.81">14056 11411 10484 0,'0'0'1765'16,"0"0"-693"-16,0 0 388 0,0 0 104 0,0 0-608 15,104-67-420-15,-64 45-276 0,12-7-100 0,-1 1-104 16,1 2-52-16,4 5 0 0,-4 4 0 16,-5 5-4-16,-2 12-104 15,-10 0-8-15,-3 6 112 0,-8 13 8 0,-4 6 104 16,-4 10-28-16,-8 6-8 0,-4 8-76 16,-4 5 0-16,0 6-4 0,-8 3 4 15,0 4 12-15,-1 3-4 0,-2-7-8 16,3 0-8-16,-1 1-152 0,-2-7 48 15,-1-4-36-15,0-1 12 0,0-1 36 16,0-4-136-16,-4-3-448 0,-4-2-308 0,4-4-496 16,0-9-128-16,1-7-180 15,-2-6-573-15,6-10-567 0,-6-3 4 0,2-3 1236 16,2 0 1696-16,-2-3 168 0,-2 0 996 16,2 0-268-16,2-1 2428 0,2 1-768 15,-1 0-219-15,8 3-97 0,0 0-492 16,0 0-344-16,0 0-372 0,4 0-304 0,0 0-320 15,0 0-152-15,4-3-84 0,4 0-12 16,8-3 12-16,12-7 84 0,11-3 52 0,2-3-188 16,6-3-120-16,1-1-256 0,0 4-320 15,-4 3-148-15,3 7 20 0,2 2-36 16,-6 4-776-16,-11 3-1600 0,8 0-5357 16</inkml:trace>
  <inkml:trace contextRef="#ctx0" brushRef="#br0" timeOffset="93968.837">15236 12372 10332 0,'0'0'5417'0,"0"0"-4101"0,0 0-1316 0,0 0-12 15,0 0 12-15,0 0 100 0,0 0 88 0,95 25-188 16,-67-14-428-16,0-5-688 15,4-4 32-15,-4 5-120 0,4-7-860 16,0 4-1981-16,-4-4-499 0,-9 0 2756 16,9 3 1188-16</inkml:trace>
  <inkml:trace contextRef="#ctx0" brushRef="#br0" timeOffset="94117.22">15769 12722 3980 0,'0'0'4312'0,"0"0"189"0,0 0-3761 0,0 0-424 0,0 0-316 0,0 0-112 16,0 0-628-16,0 0-260 0,88 67-425 16,-68-65-1255-16,0 2-1604 0,0-2 2316 0,-1 5 1340 15,2 0 500-15,-1 3 128 0</inkml:trace>
  <inkml:trace contextRef="#ctx0" brushRef="#br0" timeOffset="94224.703">16124 12925 6148 0,'0'0'3220'0,"0"0"-1928"0,0 0-391 0,0 0 87 15,0 0-424-15,0 0-512 0,0 0-52 16,80 22-348-16,-68-18-612 0,4 3-1877 0,-9-5-5595 16,2 7 8208-16</inkml:trace>
  <inkml:trace contextRef="#ctx0" brushRef="#br0" timeOffset="94633.669">16590 12916 144 0,'0'0'1592'0,"0"0"3060"0,0 0-2096 16,0 0-255 0,4 67-365-16,8-29-236 0,4 9-340 15,0 7-260-15,4 3-36 0,0 4-276 0,3 2-284 16,-2 3-88-16,-6-2-28 0,5 3-84 15,1-7-108-15,-6-4-196 0,1-4-68 0,0-14-296 16,-4-5-164-16,0-12-20 0,1-9-44 16,-6-7-196-16,1-5-340 15,0-7-592-15,0-10-180 0,-4-4-1133 0,-4-12-2691 0,0 8 1252 16</inkml:trace>
  <inkml:trace contextRef="#ctx0" brushRef="#br0" timeOffset="94979.519">16821 12916 6260 0,'0'0'6425'0,"0"0"-5405"0,0 0-384 16,0 0 476-16,88-16 344 0,-49 6-116 0,10-5-428 16,3-2-460-16,8-2-244 0,3 1-84 15,5-1-124-15,-1 0-8 0,1 0-116 16,3 6 4-16,-2 1 20 0,-5 5-12 0,-9 0 40 15,-3 4 0-15,-4 3-64 0,-9 0-24 16,-3 6 48-16,-4 0-60 0,-4 4 48 16,-4-1 28-16,0 4-52 0,0 0 148 0,-4-1 8 15,0 5-8-15,-9 2-172 0,2 6 24 16,-5 10 84-16,-4 6 60 0,-1 14-32 16,-3 2 36-16,-3 6 124 15,-9 3-124-15,-4 5-100 0,0-2-24 0,-4-2 36 16,0 0-60-16,0-7-100 0,0-10-324 15,4-5-320-15,0-7-596 16,0-6-636-16,0-10-881 0,5 0-1743 0,-6-9 684 16,6 1 3724-16,-6-9 340 0</inkml:trace>
  <inkml:trace contextRef="#ctx0" brushRef="#br0" timeOffset="95191.985">17036 14052 12165 0,'0'0'4888'0,"0"0"-4664"16,0 0-220-16,0 0-4 0,0 0 412 15,104 13 292-15,-64-13 132 16,7 0-332-16,9-6-224 0,4-4-36 0,0-3-72 16,0-5-172-16,0 2-92 0,-8-3-204 15,-1 2-240-15,-7 2-240 0,-4-1-136 16,-5 6 92-16,-10 1 320 0,-5 2-1780 15,-9 1-3873-15</inkml:trace>
  <inkml:trace contextRef="#ctx0" brushRef="#br0" timeOffset="96283.166">17036 14477 2616 0,'0'0'1476'0,"0"0"3968"16,0 0-3715-16,0 0-405 0,0 0-124 0,0 0 104 15,-15 81-172 1,19-60-296-16,0-5-324 0,3 3-228 0,6-6-36 15,-5 0 60-15,3-7 88 0,2 0-4 16,-2-3-124-16,1-3-144 0,0 0 0 16,4-3-28-16,0-6 28 0,3-4-60 0,2-6-64 15,-1-3-172-15,-1-3 24 0,5-4-60 16,-3 3 124-16,-6-2-52 16,5 9 76-16,-3 0-88 0,-2 6-12 0,2 4 12 15,-6 6 36-15,5 3 112 0,0 6 200 16,-4 6 20-16,4 4-36 0,-4 6-48 15,0 4-52-15,4 2-32 0,-4 2-52 0,-4-2 0 16,0 0-8-16,-5-2 8 0,1-4-4 16,0 0-48-16,-4-6-32 0,0-2 76 15,0-6 0-15,0-1 8 0,0-4-8 16,0-3 8-16,5 0-52 0,-5-7-268 16,8-2 216-16,-1-3 104 15,1-8 64-15,9-2-64 0,-6 3-96 0,2 3-52 16,-2 3 36-16,1 7 112 0,-4 6 72 15,0 0-56-15,4 10 156 0,-4 5 24 16,0 1-100-16,0 3 40 0,0 3-128 0,4-5 32 16,-4-2-40-16,0-5-84 0,4-3 72 15,0-7-76-15,4 0 16 0,0-7-112 16,4-3-324-16,-5-5-404 0,2-2-804 0,-2-1-1044 16,-6 5-1693-1,2-3-1527-15</inkml:trace>
  <inkml:trace contextRef="#ctx0" brushRef="#br0" timeOffset="96893.581">17414 15281 4256 0,'0'0'468'15,"0"0"5468"-15,0 0-4083 0,0 0-529 16,0 0-172-16,0 0-220 0,0 0-228 16,0 0-144-16,0 0-200 15,0 0-124-15,0 0-112 0,37 54-112 0,-33-35-8 0,0 0-4 16,0-3-48-16,-4-3 48 15,0-4-4-15,0-2 0 0,0-4 4 16,4 0 48-16,-4-3 28 0,0 0-64 0,0-3-12 16,3-7-196-16,1 1-92 0,1-7 92 15,3 0-16-15,0-3-24 0,-1 0-76 16,2-1-68-16,-1 5 152 0,-4 2 104 16,-1 3 120-16,1 8 4 15,-4 2 84-15,4 0 472 0,-4 2-72 16,4 8-48-16,1-1-164 0,-1 7-72 0,0-2-64 15,-1 0 0-15,1 3-96 0,0-5-40 16,0 1-60-16,1-3-16 0,-5-1 4 0,4 1 8 16,-4-7-48-16,4 0-272 0,-4 4-176 15,0-4-92-15,0 3-140 0,0 7-292 16,0-1-816-16,-8 7-1205 0,3-2-3011 16,-3 11 3676-16</inkml:trace>
  <inkml:trace contextRef="#ctx0" brushRef="#br0" timeOffset="97480.4">17822 15116 1096 0,'0'0'7260'0,"0"0"-4543"0,0 0-1369 16,0 0-668-16,11 89 172 0,-11-61 288 16,4 1-200-16,-4-4-308 0,0-3-224 0,0-2-208 15,0-1-200-15,4-6-12 16,-4-4-88-16,4 0-184 0,-4-5-328 0,5-1-272 16,-5-3-64-16,3 0-296 15,5-7-368-15,0 1 115 0,4-6 541 16,0-5 580-16,3-1-16 15,2-1 148-15,-1-1 228 0,0 1 16 0,-5 0 40 0,2 3 116 16,-5 7 312-16,-1-1 180 0,-7 4-40 16,4 3 12-16,-4 3 25 0,-4 0 123 15,0 3-228-15,-3 3-108 0,-5 4-264 16,0 3-52-16,-4 5-16 0,4 6 128 0,-4-3 308 16,4 5 272-16,4-1-116 0,4-3-188 15,0-4-76-15,4-1-128 16,8-4-40-16,3-7-96 0,10 0-104 0,3-6 28 15,0 0-88-15,8-6-36 16,-4-3-388-16,4-7-352 0,-9 0-332 0,5 0-232 16,-12 0-552-16,0 6-1997 0,-8-2-2387 0</inkml:trace>
  <inkml:trace contextRef="#ctx0" brushRef="#br0" timeOffset="98436.348">10207 13322 1120 0,'0'0'1176'0,"0"0"5804"0,0 0-4823 0,0 0-297 16,0 0-528-16,0 0-36 16,0 0-392-16,0 0-344 15,0 0-64-15,0 0-100 0,-72-16-200 0,61 32 28 16,-6 13 44-16,2 9 128 0,-1 13 168 16,0 12 44-16,4 6-72 0,4 5-36 15,-4 2-75-15,8 0-121 0,0 0-12 0,4 3-112 16,8-2-52-16,4-1-128 0,8-3-64 15,8-6-92-15,4-4-48 16,11-6 8-16,6-9 4 0,11-13 104 16,3-10 88-16,9-15 220 0,-1-10 24 0,9-10-4 15,-5-15-132-15,2-10-104 0,-2-7-4 16,-3-5-8-16,-8-7-40 0,0-3-36 16,-9-6 36-16,-3-4-120 0,-4-3-16 15,-9 0 88-15,-7-3 48 0,-4 0-24 16,-12 0 8-16,-4-3 56 0,-8-1-137 0,-4-2-15 0,-4 0 160 15,-12 4 40-15,-7-2 44 0,-9 10 97 16,-9 4-21-16,-2 6-16 16,-5 12-48-16,-8 4 4 0,1 12-100 15,-5 8-76-15,-9 10-152 0,2 11-113 16,-5 19 37-16,-4 17 36 0,1 11 24 16,-9 16-84-16,9 13-112 0,-5 7-404 0,12 9-152 15,1 0-416-15,11 0-1104 0,16-22-2257 0,-8 26-4335 16</inkml:trace>
  <inkml:trace contextRef="#ctx0" brushRef="#br0" timeOffset="99669.079">15160 8734 1396 0,'0'0'8952'16,"0"0"-6743"-16,0 0-601 0,0 0-396 15,0 0 132-15,0 0 12 0,0 0-188 16,0 0-372-16,0 0-344 0,0 0 364 15,72 67-147-15,-36-19-257 0,-1 12-168 0,5 6-88 16,-4 4-44-16,4 1-104 0,-4-5-8 16,0-3-88-16,-1-2-68 0,-3-7 48 15,0-10-40-15,0-5-200 0,-4-11-153 0,0-9-95 16,-4-6-148-16,0-7-100 0,-1-6-512 16,1-3-864-1,-7-10-1740-15,-6 3-1617 0,-3-16-375 16</inkml:trace>
  <inkml:trace contextRef="#ctx0" brushRef="#br0" timeOffset="99851.356">15833 8791 4440 0,'0'0'9481'0,"0"0"-7697"0,0 0-792 16,0 0-492-16,-88 60 120 0,60-18 500 0,-4 12-260 16,-3 6-224-16,-5 7-244 0,4 0-88 15,-4-1 60-15,4 1 157 0,-3-7-169 16,3 0-264-16,-5-9-88 0,6-3-208 0,-1-7-84 15,0-3-169-15,1-9-171 16,-5-6-272-16,0-4-396 0,0-11-1176 0,-3-4-2072 16,11-4-2185-16</inkml:trace>
  <inkml:trace contextRef="#ctx0" brushRef="#br0" timeOffset="99995.511">14686 9340 6412 0,'0'0'2832'16,"0"0"-507"-16,0 0-305 0,123-57-148 0,-59 36-80 15,7-5-540-15,9 0-468 0,8 1-256 16,4 0-296-16,7-4-232 0,1 1-128 16,-1-1-252-16,1 4-492 0,0 0-564 15,-9 5-1264-15,-23 8-3101 16</inkml:trace>
  <inkml:trace contextRef="#ctx0" brushRef="#br0" timeOffset="101611.065">19252 8744 12405 0,'0'0'2908'16,"0"0"-1700"-16,0 0-1208 0,0 0 52 16,0 0 136-16,35-68 172 0,-14 49 0 15,-1-2-200-15,12-5-60 0,-1-2 148 0,13-4 108 0,4-6 64 16,3-3-24-16,1-1-128 16,4 4-132-16,0 0-136 0,-5 3 0 15,-2 10-148-15,-14 3 12 0,1 12 40 16,-12 6-88-16,-8 4-52 0,0 14 52 15,-8 8 184-15,-4 10 84 0,-4 12 48 0,-4 11-8 16,-12 14-124-16,-4 13 0 0,0 11-8 16,-7 8-40-16,-1 10 36 0,-4 10-76 15,4 3-8-15,-4 2 96 16,4 2 0-16,4-4 68 0,4-7-68 0,4-6-60 16,4-10-40-16,12-8 100 15,0-7 100-15,0-14 48 0,9-5 120 0,-2-10 76 16,5-13-100-16,0-12-96 0,0-6-100 15,4-7-48-15,7-10-244 0,2-5-72 16,-1-4 20-16,8-7 184 0,-1-12-36 0,-3-3-332 16,0-7 60-16,0 1 48 0,-5 5 184 15,-6 4 140-15,-6 7 0 0,-6 6-92 0,-1 6 32 16,-4 9 108 0,0 7 448-16,0 9-88 0,0 7-124 15,0 10-228-15,0 2 0 0,0 6 40 0,0 5 336 16,4 2-148-16,4 3-232 0,-1 6-4 15,10 2 108-15,-6 1 128 0,6 5 60 16,-2-5-124-16,6 8-64 0,-1-4-8 16,-1 6 32-16,1 0 52 0,5 7-60 0,-6 0-112 15,5 3-12-15,-8 2 0 0,4 2-4 16,-8 2-192-16,0-4-256 16,-1 5-40-16,-7-4 148 0,1-3 84 0,-1-1 88 15,-4-1 48-15,0 1 24 0,-4-5-36 16,-1-4 88-16,1-2 48 0,-3-7-164 0,-1-4 28 15,0-5 64-15,-1-7-264 0,-2-7-88 16,-1-6-116-16,0-6-52 16,-4-3-228-16,0-6-676 0,-4-10-724 15,0-4-717-15,-4-5-1343 0</inkml:trace>
  <inkml:trace contextRef="#ctx0" brushRef="#br0" timeOffset="103966.065">22352 9706 188 0,'0'0'2608'0,"0"0"5344"0,0 0-6127 15,-84-19-921-15,44 19-256 16,-8 0 252-16,-3 6-208 15,-5 4-24-15,-8 5-144 0,-4 7-324 0,-4 7-196 16,-3 3 4-16,-1 3 116 0,1 5 112 16,-2 6 112-16,10-5 244 0,7 3-124 15,8-2-88-15,20-8 40 0,9 1 32 0,14-9-124 16,9-1-96-16,13-2-96 0,11-2 8 16,12-2-48-16,11-5-84 0,16-2-12 15,6-8-60-15,6-4-36 0,5-4-124 16,-4-3-220-16,-5-5-120 0,-2 2-92 15,-15 5-76-15,-9-1-484 0,-17 6-1416 0,-13 0-2777 16,-15 2-2723-16</inkml:trace>
  <inkml:trace contextRef="#ctx0" brushRef="#br0" timeOffset="104139.976">21323 10674 7816 0,'0'0'5401'0,"0"0"-3801"16,0 0-200-16,0 0-4 0,0 0-332 15,0 0-20-15,0 0 16 0,0 0-132 16,0 0-383-16,112 51-229 0,-44-58-148 16,4-2-168-16,7-7-4 0,-8-1-92 0,6-1-84 15,-14 3-208-15,1-4-293 0,-8 6-223 16,0 3-72-16,-5 3-452 0,-10 1-1624 0,10 6-4761 16</inkml:trace>
  <inkml:trace contextRef="#ctx0" brushRef="#br0" timeOffset="104849.474">24395 9439 236 0,'0'0'11237'16,"0"0"-8949"-16,0 0-1248 0,-11-67-120 15,2 48 48-15,-3-3 76 0,-3 3-216 0,-5 0-140 16,3 2-308-16,-2 3 0 16,-5 3-100-16,0 3-60 0,0 3-36 0,-8 5-48 15,-4 0-84-15,-11 17-52 0,-1 4-12 0,-8 18-64 16,-4 12 76-16,0 12 4 0,-4 11 84 15,9 11 8-15,-1 10 64 16,8 7-28-16,9 3 112 0,11 4 241 16,7-9-229-16,10 0-100 0,11-12-20 0,4-9-4 15,12-13-36-15,3-5 0 0,9-13 76 16,8-13 32-16,8-7-120 0,0-12-84 16,12-7-4-16,-4-9-8 0,3 0 12 15,-3-9-8-15,0-10-68 0,-9 0-92 16,-2-4-76-16,-9-2-240 15,-9 3-293-15,-7 0-235 0,-8 3-172 0,-8-1-680 16,-8 5-1276-16,-8-3-1813 0,4 7-1439 0,-23-8 4496 16</inkml:trace>
  <inkml:trace contextRef="#ctx0" brushRef="#br0" timeOffset="104984.461">23830 10264 248 0,'0'0'848'16,"0"0"10045"-16,0 0-8533 0,0 0-660 0,0 0-520 15,0 0 80-15,0 0 252 0,0 0-340 16,88 42-395-16,-45-33-341 0,5-2-156 0,0-7-152 15,-4 0-128-15,3-4-264 0,-7-8-308 16,-8 2-341-16,0-3-159 0,-4 4-316 16,-4-3-660-16,-4 1-2524 0,-5-1-2473 0</inkml:trace>
  <inkml:trace contextRef="#ctx0" brushRef="#br0" timeOffset="105150.023">24244 10258 52 0,'0'0'10941'0,"0"0"-8393"0,-16 76-964 15,13-34-124-15,-2 6 128 0,5 2-100 0,0 1-204 16,8-4-408-16,4-1-403 0,0-13-413 16,4-8-60-16,4-1-545 0,3-15-147 15,5-3-4-15,4-6-36 0,0-12-288 16,-4-15-652-16,0 9-2128 0,4-29-3057 0</inkml:trace>
  <inkml:trace contextRef="#ctx0" brushRef="#br0" timeOffset="105415.683">24870 9451 2632 0,'0'0'9789'0,"0"0"-7929"16,0 77-632-16,0-30 424 16,-5 10-152-16,-3 10-212 0,1 3-424 0,-1 10-364 15,-8 2-172-15,0 7-119 0,-4 0-77 16,-4 3-20-16,0 3-28 0,4-3 0 15,-4-6 48-15,4-7-20 0,5-8 68 0,2-8 0 16,9-13-56-16,4-5-4 0,0-9 0 16,13-8 24-16,6-6-20 0,5-3 116 15,8-3 100-15,4-7-340 0,8-3-88 0,-1-6-96 16,2 0-32-16,-6-3-208 16,-3-6-216-16,4-7-173 0,-8-3-479 15,4-3-796-15,-13 5-2652 16,5-4-4117-16</inkml:trace>
  <inkml:trace contextRef="#ctx0" brushRef="#br0" timeOffset="105841.757">25344 10559 7220 0,'0'0'6837'0,"0"0"-4465"0,0 0-644 16,11 87-520-16,-11-52-24 16,0 2-208-16,0 2-307 15,0-7-365-15,0-1-252 0,0-2-52 0,0-7-48 16,0-3 44-16,0-6-4 0,0-4-164 15,4-9-80-15,5 0-17 16,-5-3-83-16,7-6-16 0,2-8 176 0,6-4-140 0,-2-5-32 16,2 1 44-16,-3-1-32 0,0 5 80 15,-4 7 88-15,0 5 60 0,4 5 28 0,-4 4 96 16,0 0 268-16,4 4 164 16,-5 8-40-16,6 4-64 0,-2 0-36 15,2 3 40-15,-2 1-64 0,-2-1-148 0,-2 3-60 16,2-4-56-16,-6-1-4 0,1 1-180 15,0 1-564-15,1-3-396 0,-9-3-796 16,3-3-2688-16,-3-1-4525 0</inkml:trace>
  <inkml:trace contextRef="#ctx0" brushRef="#br0" timeOffset="114362.714">2928 15630 6764 0,'0'0'4281'16,"0"0"-1709"-16,0 0-1304 0,-24-69-524 15,24 56 348-15,0 2 596 0,0 11-816 16,0 0-368-16,0 0-100 0,0 0 0 0,0 0 68 16,0 14 4-16,0 8-123 0,0 20-49 15,0 15-64-15,0 19-68 0,0 13-76 16,-4 9 36-16,0 7-20 0,-4 3 56 16,-4 0-168-16,4-1-24 0,0-5-132 15,1-6-76-15,2-11-84 16,1-8 4-16,4-17 43 0,0-9-11 0,0-17-132 0,0-9-200 15,0-12-180-15,4-9-192 16,1-10 20-16,-2-17 96 16,5-12 268-16,-4-15-684 0,0-17-252 0,0-13-152 0,-4-8-505 15,5 18-491-15,-5-51-1420 0</inkml:trace>
  <inkml:trace contextRef="#ctx0" brushRef="#br0" timeOffset="114646.734">2892 15630 4060 0,'0'0'4236'0,"12"-67"-2216"16,-8 55-591-16,0-2-173 0,0 10 332 0,-4 0-164 15,4 4-432-15,-4 0-248 0,4 0-288 16,0 6-172-16,7 10-108 0,10 12 352 0,3 11 316 16,12 15-356-16,-1 15-156 0,13 11-40 15,0 8-48-15,8 8-88 0,0 5-84 16,0-2-72-16,0-4-112 0,-9 1-36 0,5-8 148 16,-5-5 12-16,-6-13-12 15,-9-14 124-15,-9-14-4 16,-3-16 100-16,-7-14 133 0,-2-12-137 0,-3 0-204 15,0-10 184-15,0-15-76 0,0-13 88 16,0-19-116-16,-1-19-92 0,-2-17-232 16,-1-11 4-16,0-10-148 0,0-7-1 15,4 4-23-15,-1-1-4 0,10 14-276 0,-2 8-228 16,2 17-680-16,-6 16-636 0,2 12-820 16,-6 18-2097-16</inkml:trace>
  <inkml:trace contextRef="#ctx0" brushRef="#br0" timeOffset="115641.901">4247 15659 11909 0,'0'0'1700'16,"0"0"-964"-16,0 0-240 0,0 0 496 15,0 0 388-15,0 0-216 0,0 0-340 16,99 15-348-16,-63-10-156 0,4-3-64 16,-4 1-108-16,0-3-136 0,-4 0-12 0,0-5-60 15,-4-2-112-15,0 0-280 0,-4 4-336 16,-9 0-296-16,1 0-520 0,-8-1-1536 0,-8 4-3721 16</inkml:trace>
  <inkml:trace contextRef="#ctx0" brushRef="#br0" timeOffset="115950.898">4446 15712 10920 0,'0'0'1693'0,"0"0"-1233"0,0 0 304 16,0 0 716-16,-24 86-196 0,20-54-448 16,0 0-416-16,0 4-76 15,0 1 40-15,0 1 156 0,4 4-108 16,-4 5-116-16,1 3-96 0,-1 8-12 15,4 2 88-15,-9 3 204 0,5-2-272 16,0 0-152-16,4-4 20 0,-4-6-92 0,4-4-4 16,0-6-52-16,8-9 52 0,5-3 48 0,-2-3-44 15,5-12-4-15,8 3 0 0,4-4-48 16,4-7 40-16,3 0 4 16,6-6-72-16,2 0-44 15,1-3-64-15,4-6-300 0,-5-2-204 0,2 3-340 16,-2-5-628-16,2 1-1112 0,-18-2-2637 15,13-2-3315-15</inkml:trace>
  <inkml:trace contextRef="#ctx0" brushRef="#br0" timeOffset="116221.761">5195 15773 14309 0,'0'0'1188'0,"0"0"-1176"0,4 92-12 0,-4-38 600 0,4 10 540 15,-4 5 136-15,8 5-516 0,-4 5-428 16,-1 3-12-16,6 4 84 0,3 9-52 16,-1 4-168-16,6-1 108 15,-10 4-136-15,6-7-156 0,-5-6-24 0,-1-10-96 16,-3-9-124-16,5-12-120 15,-1-17-372-15,-1-13 112 0,-3-8-4 0,0-15-424 16,0-8-884-16,1-16-484 0,-5 4-677 16,0-42-2651-16</inkml:trace>
  <inkml:trace contextRef="#ctx0" brushRef="#br0" timeOffset="116461.715">5195 15779 12705 0,'0'0'1604'0,"0"0"-1264"0,0 0 216 0,0 0 776 16,0 0-76-16,0 0-476 0,96-28-312 16,-64 33-184-16,0 9-64 15,-1 2-72-15,9 3-4 0,-4 3-84 0,-5 3-60 16,1 4-16-16,-4 2-80 16,-7 1-28-16,-6 7 40 0,-6-1-136 0,-9 6 144 15,-9 3-32-15,-10 8-152 0,-9 2-8 16,-4 0-104-16,-8 0 52 0,-4-9 108 15,4-7 88-15,-4-3-160 0,1-10-740 16,3-5-576-16,-1-4-820 0,14-9-2009 0,-4-1-3111 0</inkml:trace>
  <inkml:trace contextRef="#ctx0" brushRef="#br0" timeOffset="116976.695">5753 16754 10556 0,'0'0'4489'0,"0"0"-3445"0,0 0-816 0,0 0 548 16,0 0 660-16,0 0-404 0,43 89-324 15,-39-48-316 1,0 4-148-16,5-1 0 0,-5 1-28 0,0-4 16 16,-1-2-48-16,1-8-136 0,-4-6-48 15,4-9-196-15,-4-6-144 0,0-7-36 0,0-3 48 16,0-3-100-16,5-13-136 0,-5-3 48 15,4-14 248-15,0 0-56 0,0-3-20 16,-1 1-276-16,5 7 76 0,1 2 304 16,-1 10 40-16,-1 7 4 0,5 3 196 15,0 6 12-15,0 0 372 0,4 6 92 0,-4 7 8 16,0 3-4-16,0 2-60 0,0 5-88 16,-4-1-24-16,0 4 24 0,-4-1-28 15,0 3-84-15,0-2-72 0,-4-1 60 16,0-6-208-16,0 0-12 15,-4-6-232-15,0-4-196 0,-8-3-236 0,0-2-76 16,0-4-112-16,0 0-272 0,-8-10-1096 0,4-6-1613 16,4 4-243-16</inkml:trace>
  <inkml:trace contextRef="#ctx0" brushRef="#br0" timeOffset="117183.035">5570 16640 12101 0,'0'0'1660'0,"0"0"-1380"0,0 0 416 0,0 0 968 0,0 0-36 15,95 47-456-15,-63-41-472 16,4 1-236-16,-1-7-112 0,6 0-84 16,-5-2-120-16,3-5-136 0,-3-5-12 0,0-2-220 15,-5-2-268-15,1 1-148 0,-4-4-100 16,-4 2-188-16,-3 2-356 0,-10-1-1072 0,-3 5-2161 15,-8 0-1699-15</inkml:trace>
  <inkml:trace contextRef="#ctx0" brushRef="#br0" timeOffset="117435.534">5976 16498 11537 0,'0'0'1780'16,"0"0"-1248"-16,0 0-188 0,0 0 644 0,0 0 368 15,0 0-408-15,75 0-244 0,-51 6-172 16,0 0-164-16,1 3-12 0,-1-2-24 16,-5 5-112-16,5-2 48 0,-4 3-180 0,-4-1-88 15,0 8-12-15,-4-2-40 0,-8 8 40 16,-1 5-328-16,-3 5-28 16,-7 5-88-16,-9 3-220 0,0-3-64 0,-4-6 104 0,0-2 28 15,0-14 0-15,0-7-196 0,-3-6-944 16,6-3-2173-16,-11-10-2315 15</inkml:trace>
  <inkml:trace contextRef="#ctx0" brushRef="#br0" timeOffset="122384.991">6857 15672 3240 0,'0'0'8253'15,"0"0"-6193"-15,0 0-740 0,0 0-564 16,0 0 660-16,0 0 184 0,0 0-400 16,0 0-184-16,0 0-116 0,-73 26 117 0,86-26-121 15,-1 0-304-15,4 0-336 0,-1 2-248 0,6 4 80 16,-2 7-16 0,9-3 28-16,-4 2-56 0,0 1-44 15,0-4-4-15,-4-2-120 0,4-4 4 0,0 3-48 16,-5-6-24-16,1 0 72 0,5 0-16 15,-5 0-32-15,-5-6-232 0,6 3 112 16,-10-1-16-16,-3 4-44 0,1 0-309 0,-6 0 157 16,-3 4 136-16,4 5 164 0,0 10 200 15,4 4 72-15,-4 2-56 0,1 3 128 16,2 7-64-16,1 0-80 0,0 4-4 0,0-1-44 16,-4 9 48-1,8 1-4-15,-5 6-80 0,2 9-16 0,-1 8 92 16,0 5-40-16,4 3 48 0,-4 7 60 15,0 3 4-15,3 0-60 0,-2-4 0 16,2 0 56-16,-3-5 24 0,5-10 172 0,-6-9-12 0,5-11 12 16,-3-12-75-16,2-9-81 15,-3-10-28-15,-4-10 108 0,1-2-20 16,-5-4 8-16,0-3-48 0,0 0 88 16,0 0-16-16,0 0 52 0,0 0 20 15,0 0 36-15,-5 0 40 16,-3 0 20-16,-3-3-360 0,-6-1-228 0,-2-5-72 0,-1 3-76 15,-5-7 160-15,-3 4-124 0,0-4 4 16,-3-3-88-16,-1 0-88 0,0 4-97 16,4-1 25-16,5 3-24 0,6 4-336 0,2 3-784 15,6-4-780-15,2 7-1633 0,3-9-1691 16</inkml:trace>
  <inkml:trace contextRef="#ctx0" brushRef="#br0" timeOffset="122638.031">8215 16138 14985 0,'0'0'2708'15,"0"0"-2340"-15,0 0-244 0,92-12 396 16,-52 5 364-16,3 0 44 0,5 4-536 0,1-2-272 16,-2-1-112-16,-3 1-8 0,-4 3-52 15,-8 2-228-15,-4 0-416 0,-13 2-456 16,-2 9-940-16,-10-3-3196 0,-6 11-4701 16</inkml:trace>
  <inkml:trace contextRef="#ctx0" brushRef="#br0" timeOffset="122810.88">8227 16452 8624 0,'0'0'5373'15,"0"0"-4425"-15,0 0-860 0,0 0 328 0,0 0 1176 0,0 0-156 16,0 0-352-16,95 32-436 16,-54-32-124-16,2-10-72 0,10-5-220 15,2-1-232-15,-3-3-404 0,0 0-400 0,0-3-472 16,-13 6-976-16,17 0-3500 0</inkml:trace>
  <inkml:trace contextRef="#ctx0" brushRef="#br0" timeOffset="123278.215">9338 15783 6192 0,'0'0'5469'0,"0"0"-4125"0,0 0-324 16,0 0 908-16,0 0-152 0,41 79-468 15,-26-35-464-15,2 17-280 16,2 5-124-16,1 13 132 0,5 5-75 15,-6 1-301-15,5 4-52 0,-8 0-144 16,0 0 0-16,0 0-144 0,-4-3 72 16,-5-7 60-16,2-13-160 0,-1-8-97 0,-4-11-119 15,0-12-24-15,-1-9-4 0,1-11-112 16,0-8-120-16,-4-7-484 0,0 0-608 16,0-13-240-16,-4-6-496 0,0 3-3293 15</inkml:trace>
  <inkml:trace contextRef="#ctx0" brushRef="#br0" timeOffset="123529.031">9323 15942 3908 0,'0'0'6092'0,"0"0"-4399"0,0 0-285 16,0 0 76-16,0 0 28 0,99-74-360 15,-71 65-396-15,8-1-260 16,0 7-188-16,3 0-64 0,6 3 112 0,-6 0-88 15,1 6-8-15,-7 7-128 0,-1 6-60 16,-13 6-72-16,-3 11 0 0,-8 2 48 0,-8 3-48 16,0 10-60-16,-8-4-52 0,-4 1-36 15,-4-4-8-15,-4-6-80 0,1 4-120 16,-5-7-320-16,-1-5-152 0,1 3-328 16,0-4-800-16,1-4-1236 0,3-9-2813 15,-4 6 1753-15</inkml:trace>
  <inkml:trace contextRef="#ctx0" brushRef="#br0" timeOffset="123964.511">10076 17034 640 0,'0'0'12185'16,"0"0"-10429"-16,0 0-1476 0,0 0 84 0,0 0 568 16,0 0 168-16,0 0-528 0,12 64-352 15,-8-39-44-15,-4-3-56 0,4 0-120 16,-4 0 0-16,0-3-160 0,0-3 88 16,0-6 72-16,0-4 84 0,0-3 16 0,0-3-24 15,4 0-28-15,-4-9-48 0,4-8-196 16,-4-1 8-16,3-8 40 0,1-2 88 15,0 2-88-15,1 0-16 0,3 5-20 0,-1 5-40 16,1 3 60-16,-4 7 4 0,5 3-4 16,-2 3 4-16,-3 0 160 0,4 9 48 15,5 4 288-15,-6 3-148 16,1 3-100-16,1 2 36 0,-2 5-124 16,1 0 0-16,0-1 40 0,-4 1 12 15,-4 2-40-15,5 1 24 0,-5-8-36 16,0 3 0-16,0-6-84 0,0-2-24 15,0-6-232-15,0-4-184 0,-5-6-280 0,1 0-560 16,0-6-856-16,-4-10-2749 0,4 2-2002 16</inkml:trace>
  <inkml:trace contextRef="#ctx0" brushRef="#br0" timeOffset="124213.954">9801 16789 1420 0,'0'0'8260'0,"0"0"-7204"0,0 0-411 0,0 0 267 0,0 0 456 16,95 0-112-16,-67-3-328 15,4 0-284-15,0-7-256 0,0 4-80 16,4-3-196-16,0-1-112 15,-4 0 0-15,-4-2-84 0,-5 3-116 0,-3-2-424 16,-3 5-484-16,-10-1-540 0,1 5-1401 16,-8 2-4259-16</inkml:trace>
  <inkml:trace contextRef="#ctx0" brushRef="#br0" timeOffset="124493.107">10128 16519 5380 0,'0'0'5328'16,"0"0"-3899"0,0 0-597-16,0 0-196 0,0 0 632 0,79 23-112 15,-59-14-452-15,0 3-368 0,0-2-160 16,0 0-100-16,0 0-76 0,-8-1-40 15,-4 4 40-15,0-1 4 0,-8 7 44 16,0 0-48-16,-5 7-176 0,-6 0-208 0,-1 2 44 16,-4 0 64-16,0 1 24 0,0-4-200 15,-4 0-724-15,4-5-1156 0,-8 8-2545 16</inkml:trace>
  <inkml:trace contextRef="#ctx0" brushRef="#br0" timeOffset="148800.802">18188 8838 7312 0,'0'0'2912'0,"0"0"45"16,0 0-1129-16,0 0-700 0,0 0-136 15,0 0 12-15,0 0-312 0,0 0-400 16,0 0-204-16,0-31 108 0,20 37 84 15,0 5 64-15,8 3-76 0,0 5 40 16,0 11 56-16,4 1 12 0,3 11-36 0,5 2-11 16,-4 9-145-16,4 6 20 0,-4 4-80 15,0 3 8-15,-1 7-132 16,-3 3 4-16,0 1 40 0,0-1-40 16,0 3 40-16,-1 4-44 0,-3 0-108 15,4 1-12-15,-4 9 112 0,-4 0 4 0,4-2-8 16,-5 7-88-16,-2-2-8 0,-1 0 36 15,-8-5-36-15,0 4 100 0,0-6-52 16,-8 4-52-16,3-4-93 0,-3 3-15 0,1-6 36 16,-1 2 100-16,0-3-88 15,0-2-8-15,3 1 80 0,-3-6-92 0,1 2 20 16,-5-5-24-16,0 2-96 0,0-4-88 16,-9-3-52-16,-2 0 140 15,-6 0 180-15,2-3 112 0,-9-1 104 0,0-6-104 16,-4-2-12-16,4-8 12 0,0-5 60 15,0-5 36-15,-4 2-96 0,4-3 0 0,1-5-12 16,-1 1-220-16,-4 1-16 16,4-3-24-16,3-3-48 0,-2-2-40 0,3-2-124 15,0-7 36-15,4 1-596 0,0-6 60 16,1-3 8-16,2-3 144 0,1-4-280 0,1-1-373 16,-2-3-507-1,2-3-648-15,-1-4 348 0,3-2-852 0</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22:50.514"/>
    </inkml:context>
    <inkml:brush xml:id="br0">
      <inkml:brushProperty name="width" value="0.05292" units="cm"/>
      <inkml:brushProperty name="height" value="0.05292" units="cm"/>
      <inkml:brushProperty name="color" value="#C00000"/>
    </inkml:brush>
  </inkml:definitions>
  <inkml:trace contextRef="#ctx0" brushRef="#br0">20316 2441 8824 0,'0'0'4029'0,"0"0"-2681"0,0 0-700 16,0 0-272-16,0 0 180 15,0 0 396-15,0 0-20 0,0 0-116 16,0 0-176-16,0 0-284 16,47 29-96-16,-34-26 120 0,2 3-52 0,-2-3-72 15,2 1-148-15,1 2-44 0,4-3-52 0,-4 0-12 0,3 1-4 16,2-4-8-16,-5 2-64 15,3-2 4-15,2 4-48 0,3-4-136 0,-1 0-160 16,1 0-260-16,0 0-356 0,0-4-372 16,-1-2-732-1,-6 3-1004-15,7-3-3045 0</inkml:trace>
  <inkml:trace contextRef="#ctx0" brushRef="#br0" timeOffset="1526.254">23566 2445 4760 0,'0'0'4516'0,"0"0"-3056"0,0 0-543 16,0 0 275-16,0 0-60 15,0 0-208-15,0 0-380 0,0 0-256 0,0 0-124 16,0 0 60-16,36 3 244 16,-27-3-196-16,-1 0-8 0,3 0-28 0,2 0-36 15,-2 0-52-15,1 0-48 0,4 0-28 16,-4 0 88-16,4 0 40 0,-4 0 192 15,4 0-84-15,0 0-136 0,4 0-96 0,-5-3-64 16,6-1 36-16,3 4 0 0,0-3-48 0,-5 0 12 16,9 0 4-16,-4-1-16 0,0 2 0 15,1 2 0-15,2-5-16 0,-3 5-44 0,4 0 60 16,0-2-12-16,-4 2 4 0,0-3 8 16,4 3 4-1,-5-3-4-15,1 3 0 0,0-3 0 0,0 0-4 16,0-1 4-16,0 1-4 0,0-1-8 15,0 2 0-15,-1-1 0 0,5 0-64 16,4-1 16-16,5 1 56 0,-2-1-4 0,1 4-4 16,-4-3-88-16,3 3-20 0,-7 0-4 15,0 0 36-15,4 0 76 0,-4 0-60 0,0 0 8 16,0 0-8-16,-5 0-40 0,5 0 104 16,0 0 0-1,-4 0 0-15,4 0 8 0,-3 0 72 0,3-5-72 16,0 1 48-16,-1 2-44 0,1-3 52 15,-4 3-56-15,0-2-8 0,0 4 4 16,-1 0-4-16,1 0 8 0,-4 0-4 16,-4 0 4-16,4 0-4 0,-3 4 0 0,-6-2-36 15,5-2 40-15,-4 0 100 16,0 5-88-16,0-5 52 0,0 0 20 0,4 0-8 16,-4 0-4-16,-1 0-8 0,2 0-60 15,2 0 56-15,-2 0-60 0,-2 0 8 0,1-5 0 16,1 3 52-16,2 2-44 0,-6-4-8 15,2 1 0-15,1 0-8 16,-3 3-4-16,2-2 4 0,-3-3 4 16,4 3 8-16,-4 2 36 0,0-4-36 0,0 4 0 15,-4-3-4-15,4 0 4 16,-4 3 52-16,0-3-56 0,4 3 40 0,-5-3-40 16,2 3 4-16,-1-4-12 0,0 4 0 15,0-3-12-15,0 3-60 0,-1 0-28 16,1-3 0-16,0 3-20 0,1-3-16 0,-5 3-48 15,4 0-40-15,0-4 40 0,-4 4 24 16,0 0 24-16,4-2 24 0,-4 2 12 16,0 0 0-16,0-4-160 15,0 4-240-15,0-3-116 0,0 0-72 16,0 0-348-16,0 0-848 0,0-1-2409 16,-4-2-3183-16</inkml:trace>
  <inkml:trace contextRef="#ctx0" brushRef="#br0" timeOffset="8391.686">27853 2454 7812 0,'0'0'2204'15,"0"0"-939"-15,0 0-265 0,0 0 100 16,0 0 320-16,0 0-224 0,0 0-444 15,0 0-176-15,0 0-32 0,0 0-172 0,21-3-112 16,-17 3 60-16,-1 0 144 16,1 3-20-16,1 0-92 0,-1 0-180 0,4 0-84 0,-1 1-40 15,-7-1 60-15,4-3-108 16,0 0-36-16,1 3-84 0,6-3 120 16,-3 6 72-16,9-6-24 0,-2 7-48 0,5-4 4 15,1 0 0-15,2 0-4 16,1 0 0-16,4-3-12 0,4 4-48 15,0-4 0-15,3 2 52 0,1-2-68 0,4 4 4 16,0-4 24-16,3 3 40 16,6 0-68-16,3 0 0 0,-1 1 68 15,5 2 8-15,4-6-112 0,-4 3 40 0,0 0-12 16,0-3 20-16,-1 0 64 0,1 0-8 16,0 0-40-16,-1 4-36 0,1-4-88 15,-4 2-224-15,-4-2 52 0,-5 5 244 16,2-5 100-16,-2 0-4 0,-3 2 4 15,0-2 4-15,0 0 8 0,-1 0-4 0,2 0 52 0,-2 0-60 16,1 0-40-16,-4 0-48 0,4 0 76 16,0 0 0-16,-1 0 8 15,-3 0-60-15,1 0 64 0,-2 0 52 16,-3 0-48-16,0 0 56 0,-4 0-52 16,0 0 56-16,-5 0 8 0,1 0-12 15,-4 0-60-15,0 0 0 0,0-2 0 0,0 2 84 16,0 0-72-16,0-5-4 0,0 5-8 15,-1-2-4-15,2 2 0 16,-1 0-44-16,-1 0 48 0,5 0-8 0,-3 0 4 0,2 0 0 16,-3 0-44-1,0 0-52-15,0 0 88 0,0 0 4 16,4 0-68-16,4 0 16 0,-4 0 60 0,3 0 0 16,-3 0-148-16,4 0-40 0,-4 0 112 15,0 2 76-15,0-2 0 0,0 0-12 16,4 0-112-16,-8 0 0 0,-1 0 124 0,2 0 4 15,-5 0 0-15,-1 0 0 0,2 0 0 0,-6 0-4 16,1 0-4-16,0 0 0 0,0 0 4 16,-4 0-8-16,0 0 8 0,0 0 12 15,0 0 0-15,0 0 36 0,-4 0-20 0,4 0 84 16,-4-2-4-16,0 2-32 16,0 0-28-16,-4 0 4 15,0 0-44-15,4 0-8 0,-4 0-8 0,0 0-56 16,0 0 4-16,0 0-4 0,0 0-20 15,0 0 8-15,0 0-24 0,0 0-24 16,0 0-196-16,0 0-380 0,0 0-244 0,0 0 76 16,0 0 20-16,-4 0-80 0,0-4-96 0,0 4-405 15,-4 0-395-15,0-3-1336 0,-8 0-2364 16,60 13 5452-16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25:56.892"/>
    </inkml:context>
    <inkml:brush xml:id="br0">
      <inkml:brushProperty name="width" value="0.05292" units="cm"/>
      <inkml:brushProperty name="height" value="0.05292" units="cm"/>
      <inkml:brushProperty name="color" value="#FF0000"/>
    </inkml:brush>
  </inkml:definitions>
  <inkml:trace contextRef="#ctx0" brushRef="#br0">13638 486 7656 0,'0'0'428'15,"0"0"4121"-15,0 0-3389 0,0 0-32 16,0 0 40-16,0 0 84 0,0 0-312 16,0 0-300-16,0 0-160 0,0 0-64 15,4 25-84-15,-4-6 8 0,0 9-60 16,0 8-72-16,4 1-12 0,0 8-52 16,-4 3-132-16,0-1 160 0,0 3-100 0,0 2 36 15,0-5-56-15,-4-5-52 0,0-4-12 16,4-10-184-16,0-5 184 0,0-8-120 15,0-2-16-15,0-9-132 0,0-1-148 16,0-3-168-16,4 0-68 0,0 0-148 16,-4-10-612-16,3 0-700 0,-3-5-996 0,0 2-2013 15,0-9-1518-15</inkml:trace>
  <inkml:trace contextRef="#ctx0" brushRef="#br0" timeOffset="173.375">13705 790 10796 0,'0'0'1533'0,"0"0"-1009"0,0 0-28 16,0 0 876-16,0 0 216 16,0 0-380-16,0 0-392 0,0 0-344 15,84 26-128-15,-64-23-76 0,0-3-192 0,4 0-76 16,0 0-148-16,-1 0-88 0,2-3-68 16,-5-4-216-16,-1 5-160 0,-3-3-152 15,-8-1-576-15,5 4-1308 0,-6-4-2769 16</inkml:trace>
  <inkml:trace contextRef="#ctx0" brushRef="#br0" timeOffset="411.857">14080 549 2916 0,'0'0'7460'0,"0"0"-6235"0,0 0-713 0,0 0 588 15,-28 67 500-15,24-41-252 0,0 5-372 16,0 4-404-16,4-1 20 0,0 5 36 0,0 1-24 0,0 2-44 15,0 3-264-15,0-4-196 16,0 0-100-16,-4-3-48 16,1-3-48-16,3-9-76 0,0-7-96 0,0-3-64 15,3-10-84-15,5-6-300 0,0 0-88 16,4 0-140-16,0-10-400 0,8-2-1016 16,-8 2-2469-16,12-9-2343 0</inkml:trace>
  <inkml:trace contextRef="#ctx0" brushRef="#br0" timeOffset="930.319">15072 581 7312 0,'0'0'4373'0,"0"0"-3717"0,0 0-540 0,0 0 752 16,0 0 552-16,0 0-384 0,0 0-636 15,-92 35-388-15,65-20-8 0,-6 5 52 16,-2-1-52-16,-1 3-4 0,0 0-56 16,0 0-20-16,-3 0 0 0,2 3 76 15,2-1 4-15,-1-3 72 0,4 2 92 0,4-4 68 16,4-3 40-16,5-4-16 16,2-2 476-16,9-4-304 0,5 0-176 15,-1-2-56-15,4-1-140 0,4-3 16 0,3 3 96 16,1 0 184-16,12 3 0 0,1-3-124 15,-2 4-112-15,9-1 4 0,0-3 12 16,-4 8-4-16,4-6-76 0,-5 9-56 16,1-6-12-16,0 5-60 0,0-1 72 15,-4 5 36-15,4-4-28 0,0 2 156 0,-4 2-68 16,3-5-48-16,-2 1-48 0,-1-7 112 16,-5 0-104-16,2 1 76 0,-2-4 0 15,-2-3 16-15,-2 0 8 0,1 0 28 0,-3 0 373 16,-2-6-97-16,1-4-168 0,1-2-64 15,-2-7-32-15,1-1-52 16,-4-5 48-16,0 0-140 0,-4-7-4 0,0 0 0 16,0-3-216-16,-4-3 8 0,-4 0-156 0,-3 0-96 15,2 3-77-15,-3 3-47 16,9 7 48-16,-6 3-124 0,5 3-272 16,0 3-692-16,0 0-600 15,0 6-1729-15,4-6-1371 0</inkml:trace>
  <inkml:trace contextRef="#ctx0" brushRef="#br0" timeOffset="1525.369">15582 413 4652 0,'0'0'4384'16,"0"0"-3000"-16,0 0-599 0,0 0 231 0,0 0 276 15,0 0-228-15,0 0-80 16,0 0-4-16,0 85 92 0,0-50-60 0,-4 9-272 16,0 0-152-16,1 8-52 0,-6-1-144 15,1 2-52-15,-3 2-168 0,-6-4-88 16,6-4 24-16,-6-6-108 0,6-3-132 0,3-6 8 15,3-7-8-15,1-8-112 0,4-5 12 16,0-9-84 0,0 1-112-16,4-4-112 0,1 0-48 0,3-10-28 15,-1 1-68-15,1-8-384 0,1-5-976 16,-2-1-864-16,-3 4-1793 0,4-12-1307 16</inkml:trace>
  <inkml:trace contextRef="#ctx0" brushRef="#br0" timeOffset="1832.178">15650 577 8160 0,'0'0'1812'0,"0"0"-936"0,0 0 65 0,0 0 835 15,0 0-92-15,0 0-536 16,39 93-400-16,-30-62-140 0,-5 4 148 16,4 3 4-16,-5 1-220 0,1 2-208 0,-4-3-164 15,4-3-44-15,1 0 36 0,-5-3-76 16,8-7 12-16,-4-3 4 0,3-2 616 15,2-8 73-15,-1-6-413 0,-1-6 24 16,1 0 84-16,1-9-48 0,2-7-160 0,-3-6-172 16,8-8-104-16,-8-3-4 15,4-9-56-15,0 1-12 0,-4-7-108 0,0-2-184 16,0-2-72-16,0-1-108 16,4 1-84-16,0 4-137 0,-4 11-271 15,7 2-192-15,-2 7-252 0,-1 5-432 0,0 5-324 16,0 1-729-16,-5 8-995 0,-3 2-208 0</inkml:trace>
  <inkml:trace contextRef="#ctx0" brushRef="#br0" timeOffset="2765.091">16148 451 1644 0,'0'0'2620'0,"0"0"-1136"0,0 0-636 0,0 0-16 15,0 0 192-15,0 0 12 0,0 0-40 0,0 0-235 16,0 0-181-16,0 0-56 0,0 0 116 15,-16 66 164-15,12-56 8 0,4-7-244 16,-4 3-228-16,4-3 48 0,-4 4 56 16,4-1-20-16,-4 0 84 0,4 1-148 15,-4 2-148-15,0 7 24 0,0 3 144 16,0 7 324-16,0 2-288 16,1 1-268-16,-2 6 156 0,1 0-204 0,0-1-52 15,4 5 24-15,-4-1 136 0,4-3-96 16,0-4-28-16,0-1-84 0,0-5-72 0,0-3 64 15,4-3-56-15,9-6 4 0,-6 2-12 16,9-2 12-16,-4-3-4 16,8-4-316-16,0-3 64 0,-5-3-312 0,6 0-344 15,-1-9-308-15,-5-4-620 0,2-3-696 0,-6 3-1581 16,2-6-1323-16</inkml:trace>
  <inkml:trace contextRef="#ctx0" brushRef="#br0" timeOffset="3260.554">16164 542 1084 0,'0'0'4864'0,"0"0"-3328"16,0 0-484-16,0 0 112 0,0 0 257 15,0 0-97-15,0 0-252 0,0 0-284 0,0 0-208 16,0 0-216-16,19-15-48 0,-10 15-52 0,3 0-112 15,0-3-72 1,0 3-80-16,-1 0-128 0,6 0 80 0,-6-4-4 16,6 4-136-16,-2-3-492 0,-2 0-664 0,2 0-572 15,-7 3-2341-15,0 0-2023 16</inkml:trace>
  <inkml:trace contextRef="#ctx0" brushRef="#br0" timeOffset="3723.911">16144 1137 288 0,'0'0'6020'0,"0"0"-4952"0,0 0-616 0,0 0 328 15,0 0 604-15,0 0-67 16,0 0-365-16,0 0-148 0,0 0 48 16,0 0-76-16,0 0-120 0,32 9-156 0,-25-9-56 15,2 0-120-15,3 0-112 0,-5 0-100 16,10-2-104-16,-6-3-8 0,2-1-208 15,-2 0-496-15,6-1-376 0,-6 1-340 0,1 0-896 16,8-7-1933-16</inkml:trace>
  <inkml:trace contextRef="#ctx0" brushRef="#br0" timeOffset="4049.571">16546 613 1084 0,'0'0'7248'0,"0"0"-6212"15,0 0-636-15,0 0 777 0,0 0 467 0,0 0-304 0,0 76-304 16,0-45-156-16,-4 1-148 15,0 6-72-15,1 0-140 16,-1 4-196-16,-5 2 56 0,1-3-84 16,1-2-88-16,-1-1-208 0,-1-7-48 15,5-5-48-15,4-4-40 0,0-9-112 0,0-4-308 16,0-5-412-16,9-4 12 0,3-10-12 16,-1-6-500-16,9-6-1120 0,-8 6-1937 15</inkml:trace>
  <inkml:trace contextRef="#ctx0" brushRef="#br0" timeOffset="4204.869">16645 800 10636 0,'0'0'1645'0,"0"0"-1005"0,0 0-80 16,0 0 912-16,0 0 288 0,0 0-408 0,0 0-488 16,0 0-372-16,0 0-284 0,0 0-60 15,84 51-148-15,-59-54-136 0,-1-7-220 16,4-7-256-16,-5-2-228 0,5 0-428 0,-8-2-508 15,-4 5-964-15,-4-6-2345 0</inkml:trace>
  <inkml:trace contextRef="#ctx0" brushRef="#br0" timeOffset="4396.807">16877 536 8520 0,'0'0'1724'0,"0"0"-1284"0,0 0-183 0,-8 70 991 16,8-41 740-16,0 3-384 0,0 2-528 0,0 1-404 15,-4 0-100-15,4 3-4 0,0-3-64 16,0 0-212-16,-3 0-292 0,3-3-12 16,-5-4-136-16,5-2 4 0,0-5-152 15,0-4-396-15,0-4-372 0,5-7-704 16,6-6-1016-16,1 0-1489 0,8-13-2491 0</inkml:trace>
  <inkml:trace contextRef="#ctx0" brushRef="#br0" timeOffset="4908.76">17223 536 3524 0,'0'0'9657'16,"0"0"-8021"-16,0 0-1144 0,0 0 264 0,0 0 592 15,0 0-272-15,0 0-264 0,0 0-416 16,0 0-396-16,0 0-112 0,0 0 40 0,45-19-88 15,-30 10-36-15,6-1-4 0,-6 4-44 16,5 0-4-16,-3-1 88 0,-6 4 152 16,1 0-64-16,-4 3 72 0,0 0-88 15,0 0 28-15,-4 0 44 0,0 0 16 16,-4 0 88-16,3 3-12 0,-3 0-4 0,5 4 28 16,-1-1 12-16,0 3 36 0,0 4 12 15,0 3-64-15,0 3 4 16,3 3 108-16,-2 7 24 0,3-1-24 15,-4 4 12-15,3 3 88 0,-3 0-52 16,-4 4-24-16,5-1-124 0,-5-3-8 16,0-1 32-16,0 1-56 0,0-4-16 0,0 4-48 15,-5-3-4-15,5 0-8 0,0 0 0 16,0-7 8-16,0 1 64 0,0-1-72 16,0-3 120-16,0 1 100 0,0-4 12 15,0-4 97-15,0 1-229 0,0-3-100 16,0-3-48-16,0 2 40 0,0-5-76 0,0-1-88 15,-4 0 3-15,1 1-27 0,-1-4-12 16,0 0-8-16,-4 3-88 0,-4-3-40 16,0 4 64-16,-4-4 0 0,-4 4-112 0,-4-5-52 15,0 5-36-15,-8-4-172 16,0-3-404-16,-7 3-740 0,-2 0-656 0,-2 4-597 16,11-7-1075-16,-16 7-1368 0</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30:19.389"/>
    </inkml:context>
    <inkml:brush xml:id="br0">
      <inkml:brushProperty name="width" value="0.05292" units="cm"/>
      <inkml:brushProperty name="height" value="0.05292" units="cm"/>
      <inkml:brushProperty name="color" value="#FF0000"/>
    </inkml:brush>
  </inkml:definitions>
  <inkml:trace contextRef="#ctx0" brushRef="#br0">14112 16421 5500 0,'0'0'1212'0,"0"0"-548"0,0 0-248 16,0 0-68-16,0 0 1492 0,0 0-331 15,0 0-521-15,0 0-464 0,0 0-64 0,0 0 112 16,0 0 100-16,0 0-144 0,0 0-136 16,0 0-80-16,0 0-8 15,0 0 24-15,0 0 8 0,0 0-36 0,-4-3-52 16,4 3-40-16,4 0-84 0,-4 0-12 16,4-3-24-16,-4 3-40 0,3-4 16 15,2 4 8-15,3 0-60 0,-4-3 0 0,4 3 76 16,0 0-28-16,4 0 76 15,-1-3-24-15,2 3-36 0,2 0-28 0,2-3-36 16,2-1 48-16,1 4-52 0,1-5 68 16,-2 1-16-16,5 1-16 0,-4 0-40 15,3 0-4-15,-2-4 72 0,3 4 12 16,0 0 4-16,-1-1-40 0,-3 2-36 0,8-5 40 16,-4 4 32-1,4 0 4-15,0 0-16 0,0-4-24 0,-1 4 52 0,5-3-40 16,-4 3 12-16,0-4-60 15,0 4 52-15,-4-1-56 0,0 4-8 0,1-2 12 16,-6 2 0-16,5 0 36 0,0-4-40 16,-5 4 0-16,6-2-4 0,-5 2 0 15,4 0 8-15,-5 0-12 0,1 0 4 16,1 0 4-16,-2 0-4 0,1 0 0 0,0 0 8 16,-4-4-8-16,4 4 0 0,0 0 8 15,-4-2 0-15,-1 2 36 0,2 0-40 0,-2 0-8 16,2 0 0-1,-2 0 0-15,5 0 56 0,-3 0-56 16,-2 0-12-16,2 0-44 0,2 0 52 16,-3 0 0-16,4 0-60 0,0 2 64 0,0-2-4 15,-1 0 0-15,2 0-56 0,-1 0 60 0,-1 0-4 16,5 0 0-16,-3 0 4 16,-2 0 8-16,1 0 0 0,4 0 40 15,-1-2-48-15,2 2 4 0,-1-5 0 16,0 3 4-16,0 2-8 0,-1-4 4 15,1 1-4-15,4-2 0 0,-4 0 0 0,4-1-4 16,-4 3 0-16,3-3-36 0,-2 3 40 16,3-1 8-16,-4 1-8 0,0 0 0 0,4 0-52 15,-1 0 52-15,-3 0 0 16,0-1 0-16,4 4 0 0,-4-3 4 0,4 3 4 16,-5 0 0-16,5-3-4 0,-4 0 0 15,4 0-4-15,-4 3 0 0,1-3 0 16,2 0 48-16,1-1-48 15,-4 1-8-15,8 0-32 0,-4 0 36 0,0-1 4 16,0 2-8-16,3 2-40 16,1 0 0-16,-4 0 48 0,4 2-48 0,0 2 44 0,0-4 0 15,0 3 0-15,-1-3-52 16,5 0 52-16,0 0 8 0,0 0-4 0,0 0 0 16,0 0 0-16,3-3 0 0,-3-1 0 15,5 2 0-15,-6-5 8 0,5 4 0 16,-1 0-8-16,2 0 0 0,-1 0 8 0,-5-1-8 15,10 1 0-15,-6 3 0 0,1-3 0 16,4 3 0 0,0-4 4-16,-5-3 8 0,9 5 0 0,-4-4-12 15,-4 3-4-15,4 0 4 0,-1-4 0 16,-2 1 0-16,2 3 8 0,-3-4 0 0,0 4-8 16,4-1 0-16,-9 1-4 0,10 3-4 15,-6-3 0-15,1 3 4 0,0-2 0 16,0 2-40-16,3-4 44 0,-2 2 12 15,2-3-4-15,-3 3 0 0,4-2 4 16,-4-2-8-16,-1 4 0 0,2-3 8 16,-2 3 0-16,1-2 32 0,-4-2-40 15,4 3-4-15,-4 0 4 0,0-1-4 16,-1 1 4-16,5 0-4 0,-8 0-4 16,4 0-8-16,0 0 0 0,0-4-4 15,-4 4-32-15,3 0 36 0,-3 0 0 0,0-3-36 16,0 2 40-16,0 1 4 0,-1 0 0 15,1 0-44-15,-4-1 44 0,4 2 4 0,0 2 4 16,-4-4-4-16,4 4-4 0,-4 0-40 16,4 0 44-16,-4 0 0 0,0 0-8 15,3 0-4-15,-3 0 0 0,-3 0 12 0,3 0 0 16,-1 0-56 0,0 0 52-16,-2 0 4 0,-1 0 0 0,0-3 0 15,-5 3 0-15,5 0-12 16,-3 0 4-16,-1-3 8 0,-5 3 4 0,6 0-4 15,-6-3-8-15,5 3 8 0,-4-3 0 0,4 0 8 16,0 3 0-16,-1-4-4 0,2 4 4 16,-1 0-8-16,-1-3 0 0,2 3-4 15,3-3 0-15,-1 3 4 0,1-4 4 0,4 2-4 16,-4-3 0-16,4 5 0 16,0-2 4-16,0-1-4 0,0 0 4 15,-1-1 68-15,5 2 16 0,-4 2-40 0,4-4-44 16,-4 4 0-16,3-3 0 0,1 3 8 15,0 0 0-15,0 0 0 0,0 0-4 0,5 0 4 16,-2 0-4-16,1 3-4 16,0-3-4-16,3 0-12 0,-2 4 4 0,2-4 0 15,5 0-4 1,-4 0 12-16,4 0 4 0,-1 0 4 0,2 2-8 16,-2-2-4-16,1 4 0 0,4-4 4 15,0 3-4-15,-1 0-4 0,1-3 8 0,5 2 8 16,-2 3-8-16,1-5-36 0,4 2 32 15,-5 2-8-15,5-4 8 0,0 0-8 16,0 3 4-16,0 0 0 0,4-3-4 16,-5 4-40-16,4-1 44 0,1 0 4 15,4 0 8-15,-4 0 0 0,3 0 60 16,2 1 20-16,-6-2-84 16,6 2 0-16,-2-1 0 0,1 0 8 0,0 0 40 15,3 1-40-15,-3-1-8 0,-1 0-24 0,1 3 16 16,0-3 4-16,3 0 4 0,-3 1 8 15,5 2 0-15,-6 0 44 0,5-3-40 16,-1 4 48-16,1-4-48 0,0 3 0 16,0-2-4-16,-4 3 40 0,3-5-48 15,-3 4 8-15,3-2 4 0,-7 3 40 16,4-5-44-16,-4 2-8 0,-1-2-4 0,1 1-4 16,-4 0-4-1,0 1 0-15,0-1-36 0,-1 1 44 0,1-4-4 16,-4 3 8-16,0 0 12 0,-1-1-4 15,-2 2-8-15,2-1 12 0,-3 1 0 0,0 2 40 16,-4-6-40-16,-5 3 36 0,2-3-44 16,-2 3 8-16,-7-3 36 0,0 0-36 15,-4 0 64-15,-4 0-16 0,-5 0 0 16,-2 0 12-16,-6 0-60 0,-3 0 52 0,-3 0-16 16,-5 0 12-16,0 0 24 0,0 0 28 15,0 0 96-15,0 0 388 0,0 0-267 16,0 0-125-16,0 0-72 0,-5 0-132 0,-3-3-96 15,-3 0-96-15,-6 3-173 16,2 0-3-16,-9-3-252 0,0 3-308 0,-8-7-880 16,8 4-3152-16,-23-6-6233 0</inkml:trace>
  <inkml:trace contextRef="#ctx0" brushRef="#br0" timeOffset="24963.641">13239 14907 10888 0,'0'0'1913'0,"0"0"-653"0,0 0-484 15,0 0 280-15,0 0 160 0,0 0-212 16,0 0-228-16,0 0-40 0,12 79-244 16,-8-47-188-16,-4 2 48 15,0 4 88-15,0 7-100 0,0-1-232 16,0 1-20-16,0 5 117 0,0 2-169 15,0 1-36-15,0 5-72 0,0 2 12 0,0 1 52 16,0 2-65-16,0 0-3 0,0 4-128 16,5 0 132-16,2-4-64 0,1 0 16 15,-4-5 20-15,4-4-20 0,0-10-64 16,0 1-24-16,0-7-8 0,0-3 140 0,-4-7-56 16,4-2-224-16,-4-7-148 0,0-4 124 15,0-5-136-15,0-3-252 0,-1-7-440 0,-3 0-304 16,0-4-212-16,0-9-212 0,0-6-249 15,0 0-827-15,0-25-1672 0</inkml:trace>
  <inkml:trace contextRef="#ctx0" brushRef="#br0" timeOffset="26368.248">13383 15183 5136 0,'0'0'6593'0,"0"0"-5553"0,0 0-556 16,0 0-396-16,0 0-60 15,0 0 732-15,0 0 140 0,0 0-272 0,0 0-240 16,0 0-168-16,0 0 16 0,64 3 28 0,-49-3 20 16,2 3 16-16,-2-3-88 15,5 0 8-15,5 0-108 0,3 0-36 0,-1 0 132 16,9-6-108-16,0 0 24 15,3-5-116-15,1 6 64 16,4 2-20-16,4-1 60 0,4-3-104 0,4 7 212 16,0-3-48-16,7 0-72 0,1-1-52 15,4 2-44-15,-1-1-4 0,5-4-4 0,0 1 4 16,3-1-8-16,1-1 4 0,4-3 4 16,0 2 0-16,4 4 8 0,-5-6-4 15,5 2 44-15,0 2-36 0,-5-2 32 0,5 3-44 16,0-1-60-16,-5 1 52 0,5 0-36 15,-4 2 40-15,-1 4 0 16,-3-3 0-16,3 3 0 0,-3 0-4 0,0 0 8 16,-5 0 0-16,1 3 8 15,0 4-4-15,-1-4 4 0,2 3 40 0,-2-3-36 16,0 4-12-16,2-4-44 0,-2 3 32 16,1-3-40-16,4 0-8 0,-5 1 60 0,2 2 0 15,2-6-4-15,0 3 0 0,1 1-4 16,0-4 0-16,0 2 8 15,3 3 4-15,1-5 4 0,0 2-4 0,-1-2 8 0,5 0 0 16,0 0 0-16,-1 0-12 16,1 0-8-16,4 0 0 0,-4 0-40 0,-1 0 40 15,5 0 8-15,-1 0-4 0,-3 0 0 16,4 0-8-16,-1 0 0 0,1 0 8 16,-4 0 4-16,4 0 4 0,-6 0 8 15,6-2-12-15,0 2 0 0,0-5-8 0,4-1-4 16,-5 0-64-1,9-4 76-15,-1 4 0 0,-3-3 0 16,4-1 0-16,-1 1 0 0,-3-1-8 0,3 0 8 16,-3 3 4-16,0-1-4 0,-5 2-48 15,1-1-76-15,0 0 112 0,0 2-60 16,0-2-4-16,-2 0 76 0,2-2 0 16,0 3 0-16,0-4 12 0,0 4 0 0,3-3-12 15,-3-2 0-15,4 2 12 16,-5-3-12-16,0 2 0 0,5-3-108 0,0 4 8 15,-4-1-12 1,-1 1 20-16,5 2 84 0,-4-2 8 0,0 2 0 16,-2 0 0-16,2 2-4 0,-4-2 0 0,4 0 4 15,-4 1 4-15,-5-2 0 0,5 1 0 0,-5 0-4 16,1-2-48-16,-4-1 48 0,4 1 4 16,-4 0 0-16,-1-1 4 0,0 0-4 15,-2 4-4-15,-6-1 0 0,1 1 0 0,-1 0 8 16,-7 3-8-16,-4-1-4 0,0-2 4 15,0 3 48-15,-9 0-44 0,5 0-4 16,-8 3 8-16,0-4-8 16,0 1 4-16,-4 0-4 0,4 3 0 15,-5-3-36-15,2 0 36 0,2 0 52 16,1 0-52-16,-4 3-60 0,3-4 56 0,-3 1 0 16,1 0-8-16,-2 0 0 0,-3 0 4 15,3 3 8-15,-2-4 0 0,-1 1 12 16,-4 3 0-16,3 0-12 0,-3-4 12 0,0 4-4 15,-4 0-4-15,0 0 44 0,-4 4-48 0,-5-1-12 16,-2 1-52-16,-2 2 64 16,-6 0 0-16,2 1 4 15,-7-1 72-15,0 3 36 0,0 1-40 0,-4-1 4 16,0 4-28-16,0 3-36 16,0 0 48-16,-4 0 4 0,0 7-56 0,-3-2 0 15,-6 8 0-15,5 0 0 0,-7 5 4 16,2 1 0-16,-2 3 136 0,2 3-100 15,-2 1-48-15,-1 5 0 0,0 5 0 16,0 4 48-16,0 5 24 0,0 5 16 0,0 5 32 16,0 1 4-16,1 2-12 0,-2-2-4 15,9-2 4-15,1 0 20 0,-2-6 28 16,9-1-12-16,0-5-64 0,0-6-72 0,0-3 52 16,0-5-52-16,0-9-4 15,5 0-8-15,-1-6 0 0,0-4-4 16,3-2 0-16,-7-4-48 0,4-4 44 0,0-2 0 15,0 0 4-15,1-7-4 0,-5 0 0 16,4-2 0-16,-4-2-40 0,0 3 44 16,0-5 0-16,0 0 4 0,3 0-4 0,-3 0-44 15,0 0 36-15,0 0 0 0,0-5-64 16,0 3-8-16,4-2 24 0,-4 4-4 16,0-3 52-16,0 0-84 15,0 3 8-15,0-3-20 0,0 0-16 16,0 3 0-16,0-7-60 0,0 4-96 0,0-3-176 15,0 3-140-15,-4-4-112 0,-3-2-308 16,-2 3-340-16,1-1-848 0,-12 1-2693 0,68 66-2687 16</inkml:trace>
  <inkml:trace contextRef="#ctx0" brushRef="#br0" timeOffset="31850.54">2004 14262 80 0,'0'0'8024'0,"0"0"-6020"0,0 0-931 15,0 0-265-15,0 0 0 0,-81-22-120 16,58 12 52-16,3 1 28 0,-4-7-176 0,-4 2-228 15,-4-5-188-15,4 0-124 0,1 5 240 16,-6-6 268-16,6 1-148 0,-5 3-340 16,-4-3 28-16,0 3 84 0,0-3-72 0,1 0-112 15,-5-1 100-15,3-1 112 0,-2-2 32 16,-1-5-84-16,1-1-72 16,-2-6-4-16,-2-4 116 0,3-5-52 0,0-3-76 0,4-4 28 15,4-2-100-15,0-8-200 16,4-2-20-16,-3-4-12 0,3-3-16 15,3 0-24-15,2-6 64 0,-1 1 20 0,4-2 52 16,4 1 48-16,0-1 88 0,4-2 52 0,0 2 8 16,0-5-8-16,1 2-4 15,2-2-48-15,1-4-12 0,1 4 12 16,3-3-64-16,0-5-8 0,-5 2-40 16,5-1-36-16,1-4-64 0,-1 5 88 15,-4-1-52-15,4 3 0 0,-1 0-8 16,5 1-32-16,-4-1 216 0,4 3 0 15,0 1 88-15,0-1-28 0,0-2-60 0,0 1-12 16,4 1 8-16,1-1-48 16,3-2-20-16,0 0-36 0,-1-6 36 0,6 3-80 15,-5-3 88-15,3 0-160 0,-2 3-52 16,-2 4-180-16,-3 3-24 16,0 5 440-16,-4-2 40 0,4 8 212 0,-4-2-120 0,4 6 20 15,-4 1 40-15,5-1-16 16,2-3-128-16,-3 1-8 0,4-8-64 15,5 1 52-15,-2-3-104 0,1-4 4 0,0 4 68 16,4 0 44-16,-4-1 64 16,0 7-64-16,-1 1 76 0,2 4-12 0,-5 5 24 0,3 0 24 15,-2 2 16-15,-1 1 36 0,-1 0-28 16,1-1-60-16,1-2-76 0,-1 1-24 16,3-3-64-16,-2 1 12 0,2-2-100 15,-3-2 48-15,5 5 40 0,-6 3-12 16,1 2 100-16,0 5 88 0,-3 5-12 15,-2 0 140-15,1 7 36 0,0-2 8 0,0-3-108 16,-4 2-28 0,4-4 108-16,4 4 92 0,-4-4-136 0,4 7-152 15,0-6-36-15,3 2-88 0,2 1 28 0,2-4 8 16,2 7 4-16,-2 2 48 0,-2 2 4 16,2 4 84-16,-2 5 72 0,2 0 40 0,-2 1-52 15,2 2 0 1,2 0-48-16,2-2 64 0,-3-3-16 15,8 1-48-15,-4-2-88 0,4-7-8 16,0-1-4-16,0 1-4 0,3-3 4 0,-7 3 48 16,5-1-36-16,-5 1 76 15,-5 4-40-15,2-1-48 0,-2 3 48 0,-2 1 152 16,-6 1-116-16,1 5 64 0,0 3-60 16,0 0-4-16,-4 0 64 0,4-1-48 15,-4 5-100-15,0-5-4 0,0 1-44 0,-1 3 36 16,-3 3-76-16,5-3 16 0,-5 6-176 15,0 1-332-15,0 2-400 0,-8 4-440 16,-4 3-820-16,4 3-685 0,-12 0-1311 0</inkml:trace>
  <inkml:trace contextRef="#ctx0" brushRef="#br0" timeOffset="32121.272">1510 5775 4648 0,'0'0'6613'15,"0"0"-5557"-15,0 0-240 16,83-7 152-16,-51 5 92 0,8 2-680 0,-1 0-304 16,2 6-16-16,-1 10 16 0,3 3-76 15,-3 9-376-15,-4 7-164 0,-4 6-336 16,-8 4 280-16,-8 3 8 0,-9-1 216 0,-7-2 180 15,0-1 180-15,-15 1-196 0,-5-4-20 16,-5 3 20-16,-10-3 4 0,-1 1-261 16,8-10-1615-16,-19 9-3280 0</inkml:trace>
  <inkml:trace contextRef="#ctx0" brushRef="#br0" timeOffset="32733.494">2557 3565 5348 0,'0'0'2952'0,"0"0"1669"0,0 0-3197 15,0 0-652-15,0 0 20 0,0 0 524 16,0 0-164-16,0 0-180 0,0 0-420 16,0 0-284-16,0-19-108 0,4 25-160 0,0 7 8 15,0 16 52-15,9 15 172 0,-6 16-112 16,5 17-116-16,0 15-4 0,0 6 0 16,0 1-156-16,0 3 92 0,-4-4 52 15,0-9-220-15,0-7-12 16,0-12 60-16,-4-9 76 0,3-17 20 0,-7-12-44 15,5-14-164-15,-1-5-280 0,0-7-340 16,0-6-316-16,0 0-364 0,-4-6-884 0,4-22-2949 16</inkml:trace>
  <inkml:trace contextRef="#ctx0" brushRef="#br0" timeOffset="32979.696">2561 3546 11433 0,'0'0'2036'0,"0"0"-1360"0,0 0 4 0,0 0 440 16,0 0-228-16,76-79-416 0,-52 66-244 15,7 7-56-15,6-1 60 0,-5 7-140 16,0 0-96-16,0 10-208 0,-9 9-64 0,-7 6-76 16,-4 14 236-16,-12 9-12 0,0 8-152 15,-16 11-60-15,-12 3-120 0,0-3 156 16,-3-4 140-16,-1-9 156 15,0-12-92-15,4-11-460 0,4-12-724 0,4-6-1296 0,-4-13-3193 16</inkml:trace>
  <inkml:trace contextRef="#ctx0" brushRef="#br0" timeOffset="33247.606">2912 3559 704 0,'0'0'10301'0,"0"0"-8441"0,0 0-1020 0,0 0-88 16,87-3 104-16,-66 12-228 0,-5 1-272 16,-1 6-132-16,2 3-60 0,-6 6-16 0,-3 10-8 15,1 4-140-15,-5 4-72 0,-4 1-28 16,0 2-100-16,-4-9 112 0,-1-7 88 16,5-15 104-16,-4-5 84 15,4-7 184-15,0-3 88 0,0 0 272 16,0 0 128-16,0-9-236 0,4-7-244 15,5-10-148-15,2-9-232 0,6-6-72 0,-6-4-112 16,5 3 24-16,-4 5-244 0,0-1-196 16,0 3-484-16,0 4-648 15,-1 5-2112-15,6-7-1861 0</inkml:trace>
  <inkml:trace contextRef="#ctx0" brushRef="#br0" timeOffset="33531.153">3347 3651 3920 0,'0'0'5916'0,"0"0"-3983"15,0 83-617-15,4-54 336 0,3-4 112 0,1 0-620 16,4-6-476-16,-4-6-372 16,8-4-12-16,-4-6-100 15,7-3-12-15,6 0-112 0,3-12-60 0,0-4-256 0,3-10-284 16,-3-2-140-16,-3-5-40 16,-6 5-104-16,-3 0-72 0,-8 6 152 15,-4 6 176-15,-4 3 248 0,-4 1 316 0,-8 2 4 16,-8 4 520-16,-4-1 216 0,-3 3-500 0,-1 4 132 15,0 4 276-15,8 3-60 0,-1 2-60 16,2 7-188-16,7-3-64 0,0-1-88 16,4 4-184-16,0 0-232 0,4 0-228 15,4 0-548-15,0-3-276 0,4-5-1168 0,8-1-1517 16,4-7 1189 0,-4 0-1660-16</inkml:trace>
  <inkml:trace contextRef="#ctx0" brushRef="#br0" timeOffset="33775.465">3740 3664 288 0,'0'0'2412'0,"0"0"-1616"15,0 0 5724-15,80 50-4343 16,-59-34-621-16,-10 0-100 0,6-3-272 0,-6-4-424 16,-3-2-424-16,4-7-176 15,0 0 4-15,0-4-164 0,4-8 0 0,-4-7-448 16,4-4-276-16,-4-5-92 0,-5 3-116 16,-2-4 60-16,-1 7 132 0,-4 0 436 15,-4-1 84-15,-8 4 108 0,-8 0-56 0,-8-2 168 16,0 4 128-16,0 1 88 0,0 4-12 15,0 5 192-15,8 1 152 0,1 6-80 16,2 0-328-16,6 6-140 0,3 4-144 16,3-1-132-16,1 7-92 0,4 1-52 15,0 1-656-15,0-3-1785 16,9 8-3131-16</inkml:trace>
  <inkml:trace contextRef="#ctx0" brushRef="#br0" timeOffset="33911.764">4056 3679 820 0,'0'0'1320'0,"0"0"6296"16,0 0-6107-16,88 10-545 0,-61-13 416 16,1-4 16-16,0-5-416 0,0-7-488 0,0-3-220 15,3-4-256-15,-3-3-16 0,0-2-288 16,-3 0-556-16,-2-2-404 0,-3-2-624 0,-4 7-897 16,-4 3-2523-16,-4-7 892 0</inkml:trace>
  <inkml:trace contextRef="#ctx0" brushRef="#br0" timeOffset="34151.532">4275 3076 3612 0,'0'0'612'0,"0"0"4572"16,0 0-3467-16,0 0-405 0,0 0 0 15,0 0 132-15,0 0-196 0,-41 73-192 16,41-38-68-16,0 7-88 0,0 5-176 16,5 7-212-16,3 7-160 0,-4 8-108 15,3 4-104-15,-3 7-140 0,1 2-60 16,-1 3 60-16,-4 2 8 0,4-5-8 0,-4-2-4 15,0-8-56-15,0-8-12 0,0-10 68 16,0-6-84-16,0-10-68 0,-4-4-112 16,4-2-112-16,-4-6 52 0,-1-7-52 15,1-3-12-15,1-7-176 0,-9-2-260 0,-1-4-896 16,2-3-2888-16,-25 0-4049 0</inkml:trace>
  <inkml:trace contextRef="#ctx0" brushRef="#br0" timeOffset="34520.154">2170 4473 3100 0,'0'0'6300'0,"0"0"-1583"0,0 0-3629 15,0 0-772-15,0 0 172 16,0 0 292-16,0 0-184 0,0 0-312 0,0 0-132 15,0 0 8-15,0 0 408 0,0 0-112 16,101 11-100 0,-54-6-52-16,13 4-8 0,7-2-28 0,14-3 12 0,2-2-168 15,9-2-16-15,4 0 16 0,3-6-112 16,9-1-28-16,3-2-80 16,5-1 48-16,7 1-76 0,1-4 16 0,-4 1-4 0,-1 5-48 15,-4-2-108-15,-7 3-112 16,-1 6 108-16,-7-4 124 0,-8 4 40 15,-9 0-212-15,-7 0 96 0,-8 0 40 0,-4 0 72 16,-8 0-100 0,-9-6-112-16,-11 0-472 0,-4-5-348 0,-9-1-708 15,2-4-889-15,-5-6-2775 0</inkml:trace>
  <inkml:trace contextRef="#ctx0" brushRef="#br0" timeOffset="34762.198">5187 3768 8624 0,'0'0'5149'0,"0"0"-3905"0,0 0-1080 0,0 0 236 15,0 0 756 1,0 0-372-16,87 9-720 0,-70-4-64 0,-2 1-88 16,2-3-160-16,-6 2-276 0,2 0-568 0,-5 1-1124 15,-5 0-3225-15,-3-3-2507 16,0 7 7921-16</inkml:trace>
  <inkml:trace contextRef="#ctx0" brushRef="#br0" timeOffset="34886.052">5315 4054 13773 0,'0'0'2604'0,"0"0"-1980"16,0 0-364-16,0 0 460 0,0 0 8 16,0 0-728-16,40 67-284 0,-33-58-1428 15,-7 1-3336-15</inkml:trace>
  <inkml:trace contextRef="#ctx0" brushRef="#br0" timeOffset="39082.952">8670 3334 3952 0,'0'0'6544'16,"0"0"-5551"-16,0 0-773 0,0 0-16 15,0 0 500-15,0 0 356 0,0 0-132 0,-5 79-248 16,1-44-228-16,-4 12 0 16,1 7 100-16,-2 13 24 0,-6 9-144 0,3 14-108 15,-8 1-276-15,-1 7 24 0,-3-5-72 16,5-1 8-16,-1-13 20 0,4-9-28 16,4-16-48-16,4-10-24 0,8-12 60 0,0-10-88 15,0-9-136-15,4-6-372 0,4-5 172 16,8-2-192-16,-4-9-680 0,4-13-828 15,3-7-813-15,-6 4-2647 16,7-29 1588-16</inkml:trace>
  <inkml:trace contextRef="#ctx0" brushRef="#br0" timeOffset="39428.966">8697 3603 2888 0,'0'0'5452'0,"0"0"-3344"16,0 0-1047-16,0 0-89 0,0 0 268 0,0 0 112 15,0 0-372-15,0 0-372 0,0 0-348 0,0 0-184 16,0 0 320-16,44 10 52 16,-28 22-76-16,0 9-64 0,0 3-100 0,-4 8-96 15,0 4-112-15,-9-2 0 0,1 0-52 16,1 1 48-16,-5-5 0 0,0-6-80 0,0-9-16 16,4-6 4-16,-4-6 96 15,0-11-12-15,4-5 12 0,-4-5 4 16,4-2 48-16,-4 0 32 15,7-2 76-15,6-11 136 0,-1-9 112 0,8-10-152 0,-1-7-184 16,-2-8-72-16,-2-7-108 16,1-6-40-16,0-1-36 0,4 1-136 0,-3-1-24 15,2 4 36-15,1 7-112 0,-1 5-200 16,2 8-88 0,-5 4-248-16,-1 5-216 0,2 5-368 0,-6 8-553 0,1-1-883 15,-7 3-2612-15</inkml:trace>
  <inkml:trace contextRef="#ctx0" brushRef="#br0" timeOffset="40148.444">9299 3594 6856 0,'0'0'4713'0,"0"0"-3561"0,0 0-400 0,0 0-408 15,0 0 668-15,0 0 336 0,80 19-432 16,-53-6-336-16,1-1-304 0,0-2-252 16,-4-1-24-16,4-2-52 0,-4-4-144 0,-4-3-312 15,4 0-392-15,-8 0-512 0,-4-3-1296 16,-1-7-3501-16</inkml:trace>
  <inkml:trace contextRef="#ctx0" brushRef="#br0" timeOffset="40411.564">9394 3717 3828 0,'0'0'8053'0,"0"0"-7081"0,0 0-716 0,-15 67 216 0,6-41 692 0,5 2-16 16,-3 4-508-16,3 3-440 0,-9 6-200 15,6 1 0-15,-1-1-4 0,0 0-96 16,3-6 88-16,5-3 12 0,0-7 8 15,9-3 192-15,-1-3-12 0,7-3-88 16,2-6 84-16,3-1 4 0,3-5-40 0,-3-4 28 16,8 0-80-16,0 0-24 15,4-10-72-15,0 1-100 0,0-7-196 16,3 0-512-16,5 0-336 0,1-3-472 0,-10-3-1509 16,-3 9-3783-16,4-13 3768 0</inkml:trace>
  <inkml:trace contextRef="#ctx0" brushRef="#br0" timeOffset="40636.642">9905 3613 7900 0,'0'0'5025'0,"0"0"-4425"0,0 0-208 15,0 69 472-15,0-34 648 0,0 4-364 16,4 1-356-16,-4 2-372 0,4 6-176 15,-4-4-132-15,0 1-104 0,0 3-8 0,0-7 0 16,-4-3-248-16,0-6-20 0,4-7-300 16,0-9-116-16,0-3-100 0,0-10-692 15,4-3-1244-15,0-7-2165 16,3-2-995-16,1-7 5344 0</inkml:trace>
  <inkml:trace contextRef="#ctx0" brushRef="#br0" timeOffset="40787.122">9980 3924 628 0,'0'0'10301'15,"0"0"-8405"-15,0 0-736 0,0 0-8 16,0 0 308-16,80-3-252 0,-57 10-172 0,1-7-216 16,4 2-404-16,4-2-292 0,0 0-120 15,0-9-4-15,-4-3-96 0,8-8-384 16,-8-2-648-16,3-7-748 0,-10 10-3024 16,-1-16-4857-16</inkml:trace>
  <inkml:trace contextRef="#ctx0" brushRef="#br0" timeOffset="40979.926">10354 3556 1880 0,'0'0'10433'0,"0"0"-9081"0,0 0-908 0,-7 70 328 0,7-39 816 16,0 4-36-16,0 3-332 0,4 3-596 0,-1 1-220 16,-3 5-148-16,0 5-24 15,0-1-184-15,0-1-48 0,-3-3-108 0,-5-2-196 16,4-8-284-16,-5 3-208 15,6-12-128-15,-1 0-344 16,0-6-492-16,4-5-920 0,0-5-2173 0,0-9-1807 16,0-3 5797-16</inkml:trace>
  <inkml:trace contextRef="#ctx0" brushRef="#br0" timeOffset="41166.738">10654 3829 6036 0,'0'0'10025'0,"0"0"-8277"16,0 0-1464-16,0 0 60 0,0 0-48 15,0 0-220-15,0 0-76 0,0 0-372 0,84-3-704 16,-73 0-528-16,-3-1-2324 0,-4 1-3821 16,-4 3 4609-16</inkml:trace>
  <inkml:trace contextRef="#ctx0" brushRef="#br0" timeOffset="41307.255">10701 4007 10648 0,'0'0'5133'0,"0"0"-4393"15,0 0-276-15,0 0 564 0,0 0 364 0,0 0-436 16,0 0-580-16,0 0-376 0,84 28-260 16,-68-28-300-16,0-6-348 0,0 3-648 0,-4 0-2828 15,-8 3-6077-15</inkml:trace>
  <inkml:trace contextRef="#ctx0" brushRef="#br0" timeOffset="41797.447">11052 3457 848 0,'0'0'10133'0,"0"0"-8825"16,0 0-528-16,0 0 492 0,0 0 252 0,88 89-208 0,-69-44-460 15,-2 2-200-15,3 10-68 0,-5 4-48 0,-3 6-196 16,-7 5-136-16,-1-2-76 16,-4 0-132-16,0-10-184 0,0-9 12 15,0-13 24-15,0-12-280 16,0-13-112-16,7-7-64 0,1-6-288 16,5 0-796-16,-6-6-1364 0,1-14-4573 0</inkml:trace>
  <inkml:trace contextRef="#ctx0" brushRef="#br0" timeOffset="41947.116">11303 3924 9412 0,'0'0'6057'0,"0"0"-4961"0,0 0-824 15,0 0 672-15,0 0 572 0,0 0-340 16,92 10-396-16,-68-10-380 0,0-6-119 0,-1-8-197 16,5-2-84-16,4-5-377 15,0-5-523-15,0-6-284 16,-8 9-1260-16,0-14-4741 0</inkml:trace>
  <inkml:trace contextRef="#ctx0" brushRef="#br0" timeOffset="42134.528">11653 3549 7856 0,'0'0'6217'0,"0"0"-4981"0,0 0-496 0,0 0 292 0,5 67 376 15,3-42-8-15,-1 7-508 0,5 4-416 16,1 1-196-16,-6 5-184 0,1 2-96 15,-4 3-168-15,1 4-52 0,-5 1-156 16,0 1-308-16,-5-2-224 0,1-3-312 16,-4-7-520-16,4-9-292 0,4-7-84 0,-3-6-2101 15,3-6-2683-15,0-4 6000 0</inkml:trace>
  <inkml:trace contextRef="#ctx0" brushRef="#br0" timeOffset="43836.51">10474 3559 4428 0,'0'0'1044'0,"0"0"3640"16,0 0-3059-16,0 0-445 0,0 0-88 0,0 0 112 15,0 0-208-15,0 0-236 0,0 0-152 0,0 0-124 16,0 0-52-16,-8-10-64 0,8 10-96 16,0 0-76-16,0 0-100 0,0 0-36 15,0 0-60-15,0 0-52 0,0 0-20 16,4 0 0-16,4 0 72 0,5 0 48 0,-2 0 36 15,1-3-84-15,0 3-56 0,-4-4 8 16,0 4 36-16,0-2-52 16,0-1 52-16,-4 0-96 0,4 3-16 0,-8 0-36 0,4-4-12 15,-4 4-36-15,0 0-4 0,0 0 16 16,0 0-28-16,0 0-36 16,0 0-24-16,0 0-92 15,0 4 260-15,0 2 116 0,-4 3 76 0,-4 5-72 16,0-6-4-16,0 5-64 15,4-1 24-15,-4 2 32 0,4-1 8 0,0-1-8 16,-3 4 0-16,7 3 0 0,-5 3-52 0,5 0 60 16,0 4 0-16,0 5-4 15,0 5 0-15,0-1-4 0,8 2-28 0,0 5 36 16,-4-4 72-16,4-1-64 0,0 2 168 0,0-7 84 16,0-4 28-16,-4-2-104 15,0-1-20-15,-1-3 8 0,2-2-36 16,-5-1-64-16,4 0-68 0,-4-3 84 15,0-1-28-15,0-2-60 0,0 3 0 0,0-7-8 16,0 1 8-16,0-1 4 16,0-2 0-16,0-4 8 0,0 1 48 0,0-4-12 15,0 0 16-15,-4 3 48 0,4-3 48 16,0 0 36-16,0 0-12 0,0 0-24 16,-8 0 36-16,4 0-196 0,-4 0-88 0,-4-3 40 15,-4-1-136-15,-4-3-344 0,0 1-188 16,-4 0-252-16,-4-1-188 0,-7-2-596 15,10 6-764-15,-22-4-2621 0</inkml:trace>
  <inkml:trace contextRef="#ctx0" brushRef="#br0" timeOffset="44468.004">7928 3279 2944 0,'0'0'520'0,"0"0"6176"0,0 0-4827 0,0 0-757 16,-92 80 48-16,73-62-88 15,-5 1-380-15,3 8-188 0,-2-2-92 0,3 3-140 16,-4 10-60-16,0 4-40 0,1 5-96 16,-1 7 84-16,-1 6 40 15,10 7 8-15,-1 6 52 0,4 4-28 16,3-1-144-16,9 3-88 0,0-2-68 0,5-5-176 16,7-5-176-16,3-4 0 0,2-8 72 15,3-8 76-15,3-3-264 16,1-5-272-16,4-8-416 0,8 1-464 0,-12-10-873 15,28 0-2423-15</inkml:trace>
  <inkml:trace contextRef="#ctx0" brushRef="#br0" timeOffset="45029.246">12351 3495 10320 0,'0'0'1789'0,"0"0"-393"0,32 70 148 16,-16-32-184-16,-1 4-400 0,-3-1-304 15,4 7-224-15,1 2-172 0,-6 1-88 16,-3 0-124-16,0 3-48 0,-3-3-72 0,-5 0 68 15,0-1-72-15,-9-2 28 0,-3-6 44 16,-8 2-68-16,1-3 72 16,-9 1-52-16,-4-5 4 0,0 1-52 0,-3-3-48 0,-6-3-100 15,5-6-284-15,-3-5-288 16,-2-2-624-16,6-8-2480 0,7-8-3221 16</inkml:trace>
  <inkml:trace contextRef="#ctx0" brushRef="#br0" timeOffset="45490.452">13144 3734 7916 0,'0'0'2500'0,"0"0"-1199"0,0 0 95 16,0 0 180-16,0 0 360 0,103 22-496 16,-63-13-464-16,4 1-300 15,8-1-164-15,7-2-36 0,1-7-48 0,5 0-88 0,-7 0-196 16,7-3-144-16,-6-3 0 0,-3-1-168 0,-4 0-160 15,-5-2-172-15,-2-1-284 0,-6 3-308 16,-7 2-740-16,-12 2-2356 16,-12 3-3469-16</inkml:trace>
  <inkml:trace contextRef="#ctx0" brushRef="#br0" timeOffset="45664.2">13378 4045 11221 0,'0'0'3232'16,"0"0"-2072"-16,0 0-660 0,92-3 280 16,-40-4 124-16,4-2-332 0,0-1-408 0,0-3-164 0,-1 4-248 15,-3-1-320-15,-4 1-540 0,-8-1-312 16,-8 8-532-16,-8-2-2333 16,-9 4-2879-16,-11 4 6680 0</inkml:trace>
  <inkml:trace contextRef="#ctx0" brushRef="#br0" timeOffset="45851.294">13327 4334 9972 0,'0'0'3849'0,"0"0"-3077"0,0 0-380 16,0 0 364-16,0 0 276 0,0 0 184 16,0 0-8-16,79 27-132 0,-30-27-284 15,10 0-352-15,5-2-248 0,0-4-56 0,3-5-51 16,-3 0-85-16,-4 1-121 15,0-2-183-15,-4-2-292 0,0 3-368 0,-5-3-228 16,-11 8-1064-16,11-7-3008 0</inkml:trace>
  <inkml:trace contextRef="#ctx0" brushRef="#br0" timeOffset="46501.746">15602 3594 2460 0,'0'0'364'15,"0"0"5832"-15,0 0-4207 16,-4-64-309-16,0 48-100 0,0 4-140 0,-4 5-36 15,4 4-152-15,-3 0-540 16,-6 3-256-16,-2 0-188 0,-6 9-108 0,1 7 12 16,-3 7 48-16,3 8 48 0,-4 11 12 15,4 5 96-15,0 8 24 16,4 4-59-16,0 8-73 0,4 4-84 0,4 2-184 16,0 2 0-16,0-2-8 0,5-2-56 15,3-5-80-15,0-5-36 0,0-7-4 0,7-4-97 16,5-9-143-16,0-5-88 0,8-11-88 15,0-6 28-15,8-6-228 0,4-13-436 16,4-5-680-16,3-9-656 0,2-16-1957 16,-10 9-2327-16,5-24 5732 0</inkml:trace>
  <inkml:trace contextRef="#ctx0" brushRef="#br0" timeOffset="46780.166">16319 3607 9080 0,'0'0'8145'0,"0"0"-7129"16,0 0-956-16,0 0-52 0,0 0 460 0,0 0 148 15,0 0 56-15,-76 57-352 0,53-19-176 16,-1 9 64-16,4 7 96 0,-5 10 64 0,2 3 32 16,-1 2-131-16,4-2-113 0,1-3-36 15,2-10-36-15,6-7 16 0,2-12-40 16,5-7 12-16,4-9 24 0,4-2-36 0,8-9-60 15,8-1 0-15,0-3 0 0,8-4-4 16,4-4 0-16,0-9-140 16,0-2-220-16,-1-8-121 0,-3 2-111 15,-4-5-112-15,-3 4-196 0,-10 0-448 16,-3-1-1056-16,-8 1-2088 0,0 2-2373 16</inkml:trace>
  <inkml:trace contextRef="#ctx0" brushRef="#br0" timeOffset="46933.759">16084 4045 7068 0,'0'0'6425'0,"0"0"-4397"0,0 0-784 16,0 0-724-16,0 0 28 0,0 0 684 16,0 0-80-16,0 0-224 0,0 0-372 0,104 34-275 15,-68-43-177-15,3-7-104 0,-3 0-393 16,0-3-335-16,-4 1-272 0,-4-1-436 16,-8 0-824-16,0 2-956 0,-4 1-1705 0,-9 0-1203 15,-2 7 5604-15,-5 2-680 16</inkml:trace>
  <inkml:trace contextRef="#ctx0" brushRef="#br0" timeOffset="47079.457">16426 3909 2796 0,'0'0'520'0,"0"0"6712"0,0 0-4919 0,0 0-661 0,-23 69-628 16,18-44-104-16,5 7 248 0,0-3-116 15,0 5-108-15,0-4-232 0,0 4-152 0,5-5-124 16,-1-1-156-16,-4 4-196 0,0-4-84 0,0 4-96 16,0-7-184-16,-4 5-244 15,4-8-196-15,0 0-112 0,8-9 108 0,4-1 156 16,0-9-1732-16,11-3-3089 0,-6-6-3663 15,15-13 8180-15</inkml:trace>
  <inkml:trace contextRef="#ctx0" brushRef="#br0" timeOffset="47529.931">16778 3851 9864 0,'0'0'5809'15,"0"0"-4501"-15,0 0-864 0,0 0 288 16,0 0 56-16,0 0-368 0,0 0-212 16,0 0-208-16,0 0 0 0,0 0-404 15,0 0-656-15,71 3-508 0,-63 0-1092 0,0 0-2741 16,-4 1-2395-16,-4 9 7232 0</inkml:trace>
  <inkml:trace contextRef="#ctx0" brushRef="#br0" timeOffset="47649.002">16817 4079 6948 0,'0'0'6501'0,"0"0"-5473"0,0 0-584 0,0 0 460 0,0 0 436 0,0 0-88 16,0 0-340-16,0 0-400 15,52 70-316-15,-36-63-196 0,0-1-252 16,3-6-360-16,2 4-500 0,-5-2-944 0,7-2-3805 0</inkml:trace>
  <inkml:trace contextRef="#ctx0" brushRef="#br0" timeOffset="48067.132">17439 3629 9564 0,'0'0'4965'0,"0"0"-4437"16,0 0-528-16,0 0 0 0,0 66 568 15,0-31 512-15,-4 6 260 0,4 11-376 16,0 2-292-16,0 3-96 0,0 3 180 16,0 3-112-16,0-6-315 0,0-3-237 0,0-6-92 15,-4-7-148-15,4-6 3 0,0-6-27 16,0-10-20-16,0-3-136 0,8-6-344 16,-5-8-184-16,10-2-496 0,-1-7-1168 0,-5-8-3261 15,6 0-3483-15,-5-14 8688 0</inkml:trace>
  <inkml:trace contextRef="#ctx0" brushRef="#br0" timeOffset="48204.706">17646 3996 628 0,'0'0'14645'0,"0"0"-12257"16,0 0-1744-16,0 0-16 0,0 0 368 0,0 0 356 16,0 0-487-16,96 7-525 0,-68-14-340 15,7-7-76-15,1-3-284 16,0-2-285-16,0-3-259 0,4-4-504 0,-12 5-1696 15,4-11-4105-15</inkml:trace>
  <inkml:trace contextRef="#ctx0" brushRef="#br0" timeOffset="48403.654">18020 3638 7352 0,'0'0'5589'0,"0"0"-4569"0,-20 67-260 0,16-26 524 16,-3 7 364-16,7 3-20 0,-4 6-536 0,0-3-496 15,4 3-268-15,0-3-72 0,0-7-124 16,0 1-132-16,0-9-92 16,0-5-164-16,4-5-60 0,0-4-36 0,3-5-224 15,6-5-244-15,-5-5-236 0,3-8-976 16,2-2-2472-16,-6 0-3989 0,5-12 7189 16</inkml:trace>
  <inkml:trace contextRef="#ctx0" brushRef="#br0" timeOffset="48885.157">18499 3534 9048 0,'0'0'8249'15,"0"0"-7033"-15,0 0-1216 0,0 0-1076 16,0 0 864-16,0 0 212 0,0 0 372 15,83-61-336-15,-59 52-36 0,0-4-8 16,0 7 0-16,-1-1-56 0,2 1 64 0,-5 3 64 16,-5 3 136-16,-2 0-52 15,-2 0 36-15,-7 0 76 0,5 0 48 0,-5 3 24 16,-4 0-100-16,4 0-48 0,0 4-12 16,-1-4-36-16,1 3 48 0,0 0 72 0,0 1 12 15,1 2 12 1,-1 1-48-16,0 2-12 0,3 2 12 0,6 1 48 15,-5 0 37-15,-1 2 263 0,1-1-168 16,1 3-196-16,-2 0-144 0,5 6-60 16,-4 1 48-16,0-1 16 0,0 9-16 15,0 2-12-15,-4 1-40 0,-1 5-4 16,-3 6 4-16,0 3-8 0,0 0 0 16,-3 3-12-16,-5-1-60 0,0 1 0 15,-8-7 8-15,4 2-8 0,-4-2-36 0,0-3-36 0,-4-2-100 16,1-4-32-16,-5-3-16 0,0-7-157 15,3-2 49-15,6-3-40 0,-2-9-24 16,6 0-108-16,-1-9-584 0,0 0-1176 16,0-5-2016-16,0 0-1681 0,4-5 2077 0,-4-14 3560 15</inkml:trace>
  <inkml:trace contextRef="#ctx0" brushRef="#br0" timeOffset="53009.52">19682 3709 10272 0,'0'0'2177'0,"0"0"-597"0,0 0-468 15,0 0-28-15,0 0-208 16,0 0-108-16,0 0-136 0,0 0-264 0,88 0 148 0,-49-4-172 16,6 4-188-16,-2 0-156 0,-7 0-8 15,4 0-112-15,0 0 108 16,-4 0-36-16,-1 4-40 0,-3-4 16 15,0 3-28-15,0-3-60 0,-8 2-268 0,0-2-364 16,-5 0-224-16,-6 0-676 0,-5 3-924 16,-5 1-2401-16,-3-2-2295 0,-7 2 6909 15</inkml:trace>
  <inkml:trace contextRef="#ctx0" brushRef="#br0" timeOffset="53457.062">19758 4045 5892 0,'0'0'3300'0,"0"0"-1247"0,0 0-541 0,0 0-184 15,0 0-128-15,0 0-28 16,0 0-164-16,0 0-228 0,79 0-200 16,-58 0-128-16,7 0-48 0,-1 0-108 0,9 0-112 15,0 0 12-15,3 0-100 16,6-3-96-16,-9-1-8 16,7-2-112-16,-7 3-76 0,-5-3-124 15,1 2-220-15,-8 1-236 0,1 0-164 16,-9 3-316-16,-8 0-828 0,-8 0-1889 0,0 3-2227 15</inkml:trace>
  <inkml:trace contextRef="#ctx0" brushRef="#br0" timeOffset="53799.562">19666 4361 9348 0,'0'0'1625'16,"0"0"-965"-16,0 0 120 16,0 0 384-16,0 0-36 0,0 0-144 15,0 0-268-15,0 0-204 0,0 0-28 0,0 0-88 16,104 7 52-16,-76-7-116 0,0 0-96 15,0 0-64-15,4 0 0 0,-1 0-76 16,1 0-20-16,0 0-64 0,0 0-8 0,0-2-4 16,0-3 0-16,-1 3-4 0,1-1-108 15,-4 0 0-15,0-1-108 0,0-3-188 16,-5 1-244-16,5 4-144 0,-4-4-220 16,-3-1-620-1,-6 0-1008-15,5-2-2885 0</inkml:trace>
  <inkml:trace contextRef="#ctx0" brushRef="#br0" timeOffset="55901.98">21308 3803 3308 0,'0'0'560'0,"0"0"-560"15,0 0 4068-15,0 0-2224 0,0 0-219 0,0 0-49 16,0 0-176-16,0 0-340 0,0 0-92 16,0 0-208-16,-4-7-236 0,4 7-240 15,-4 0-136-15,-1 7-76 0,1 6 4 16,-3 3 72-16,-1 6 136 0,0 8-88 15,-4 3 112-15,4 6 208 0,4 1-164 16,-4 9-104-16,0-2-104 0,4 1 16 16,4 0-76-16,0-7-24 0,0 0-60 15,0-6-4-15,7-6 4 0,10-2 48 16,-2-6 40-16,2-7 32 0,7 0-72 16,-5-5 40-16,9-5 104 0,-4-4-68 15,4 0-28-15,4-4-96 0,0-8 0 16,-4-4-108-16,4-7-124 0,0 1 24 15,-1-7-36-15,-3-2 52 0,4-4-76 0,-4 0 20 16,-7 1 52-16,2-6-12 0,-7 7 136 16,-1-9-76-16,-6 4 16 0,-1-3-28 0,-4-1 72 15,-4 1 40-15,0 0 48 0,-4 6 124 16,-4 2-4-16,-4 5 40 0,0 2 12 16,-1 7 136-16,2 5 20 0,-4 0-24 15,2 8-60-15,-2-1-96 0,-2 4-148 16,-3 3-4-16,1 0-108 0,-6 3-44 0,1 7 56 15,0 3-44-15,-3 3 60 0,3 0-100 16,0 6 24-16,0-4-60 0,-4 8-332 16,5 0-64-16,-5 2-324 15,4 1-644-15,-4 2-828 0,0 5-821 16,12-14-2371-16</inkml:trace>
  <inkml:trace contextRef="#ctx0" brushRef="#br0" timeOffset="57022.242">24431 3486 664 0,'0'0'2728'0,"0"0"3900"0,0 0-4839 0,0 0-381 15,0 0-72-15,0 0-340 0,0 0-200 0,0 0-236 16,0 0-148-16,0 0-192 15,80-7-96-15,-64 23 28 0,-4 10 108 16,-4-1 8-16,-4 6 56 0,-4 5-116 16,0 2-60-16,-8 3-64 0,-4-3-80 15,0 0-4-15,0-3 0 0,0-6-84 16,4-4 36-16,0-5-52 0,4-8 12 0,4-6 40 16,0-3-76-16,0 1 40 15,0-4-52-15,0 0-148 0,0 0 80 0,4-7 204 0,8-2 148 16,0-4-48-16,4-6-52 15,0-3-4-15,0-3-44 0,0-5-124 16,3 2-72-16,-2-4-52 0,3 4-40 0,-1 3 104 16,-2-1 60-16,2 7-64 15,-3 7 64-15,-4 5 12 0,1 3-52 16,-6 4 164-16,-3 4 100 0,4 6 276 0,-8 6 56 16,4 3-8-16,-4 3-104 15,0 0-36-15,0 1-160 0,-4-5 0 0,0 1-124 16,0-3-8-16,4-6-44 0,-4-1 44 0,4-5-64 15,0-1 8-15,4-3 56 0,4 0 8 16,4-3 52-16,4-10 56 0,4 1-108 16,4-9-104-16,-5 2-20 0,6 1 48 15,-9 2 16-15,-1 4-40 0,2 5-36 16,-6 4 112-16,-3 3 24 0,0 3 196 0,1 6 188 16,-2 4 48-1,1 4-40-15,1 1 0 0,-2 1 184 0,1 3-112 16,-4-6-208-16,4 1-136 15,-3-2-48-15,-2-5-72 0,1-1-12 0,4 1-108 16,-4-7-124-16,4 0-368 0,0-3-244 16,0 0 20-16,7 0-488 0,2-9-984 0,-1-4-1821 15,3-3-1167-15,-2 4 288 0</inkml:trace>
  <inkml:trace contextRef="#ctx0" brushRef="#br0" timeOffset="57288.56">25244 3717 4864 0,'0'0'1704'0,"0"0"4853"16,0 0-4541-16,0 0-1072 0,8 74-104 0,-12-49 400 15,-3 4 16-15,2-7-204 0,5 0-404 16,-4-6-320-16,4-7-160 0,0-6-52 0,9 1-116 16,-2-4-160-16,9-4 16 0,4-4-124 15,4-9-208-15,4-5-48 0,0-3 32 16,-1-4 100-16,-3 1 88 0,0 3 92 0,-3-4 120 16,-10 4 92-16,-3-2 172 0,-4 5 60 15,-4 0 16-15,0 7 156 16,-4 2-28-16,0 6 116 0,-4 7-44 0,1 0-156 0,-6 4-180 15,-2 5-100-15,-2 7 48 16,-2 3 120-16,2 0 41 16,2 0-73-16,2 4-148 0,6-5-12 0,-1 1-184 15,4 0-389-15,-1 1-339 0,5-5-204 16,0-5-576-16,13-4-916 0,6-6-140 0,5-3-2309 16,-3-3-1555-16</inkml:trace>
  <inkml:trace contextRef="#ctx0" brushRef="#br0" timeOffset="57650.122">25671 3746 7644 0,'0'0'6901'0,"0"0"-5049"16,0 0-1216-16,-76 86 196 0,52-58 992 15,4-2-20-15,4-7-447 0,8-3-725 16,4-7-464-16,4-2-160 0,0-4-8 16,8-1-156-16,8-2 108 0,4 0 44 0,4-2-108 15,4-10-140-15,4-2-124 16,-4-8-72-16,0 0 11 0,0-3 1 0,0-7-76 15,-1-4-172-15,1-1-136 0,0-5-80 16,-1-5-76-16,1-4 228 0,-7-7 44 16,-2 2 64-16,-3-1 252 0,-4-3 388 15,1 5 36-15,-10 1 328 0,1 13 216 0,0 6 148 16,-4 9-116-16,0 14 68 0,0 6 36 16,0 3 20-16,0 3-124 0,0 3-172 0,0 9-60 15,0 7-64-15,0 13 12 16,-4 3 109-16,-3 6 195 0,3 7-208 15,-1 2-232-15,-3 2-192 0,0 1 0 16,-4-1-144-16,0-2-220 0,-3-2-108 16,2-1-173-16,-2-5-95 0,2-4-56 15,2-3-196-15,3-3-636 0,3-7-1132 0,5-6-3037 16</inkml:trace>
  <inkml:trace contextRef="#ctx0" brushRef="#br0" timeOffset="58088.328">26611 3686 3940 0,'0'0'2732'0,"0"0"3465"0,0 0-4937 0,4 85-612 0,-4-40-120 16,0 9 404-16,0 6 404 16,0 6-100-16,-4 5-292 0,0-4-332 0,0 0-188 15,0-1-144-15,0-5-156 0,-1-5-28 16,5-8-84-16,-3-7 48 0,3-9-16 16,0-6-44-16,0-4-76 0,0-9-92 15,3-7-236-15,-3-3-476 16,5 0-160-16,-5-3-108 0,4-6-616 0,0-5-1404 15,4-3-3225-15</inkml:trace>
  <inkml:trace contextRef="#ctx0" brushRef="#br0" timeOffset="58329.761">26646 3682 3616 0,'0'0'10113'0,"0"0"-8745"0,0 0-1092 0,0 0 76 0,0 0 480 15,0 0 436-15,0 0-492 0,92-25-480 16,-68 32-244-16,0-1-52 0,-4 6-48 16,0 4-64-1,-4 0 52-15,-8 7-100 0,-4-1-136 16,-4 1-172-16,-8-2 256 0,-12 5 148 0,-8 2 4 16,-8 1-152-16,-3-6-148 0,-2 2 36 15,-2-6-28-15,-6-4-292 0,2-1-376 16,-5-8-96-16,1-3-832 0,-9 0-3025 15,16-3-1427-15,-35-6 6281 0</inkml:trace>
  <inkml:trace contextRef="#ctx0" brushRef="#br0" timeOffset="58819.078">24176 3108 1044 0,'0'0'1472'0,"0"0"4740"0,-43 88-4232 0,26-46-323 15,-3 12-85-15,1 10-20 16,-1 6-232-16,4 9-264 0,4 7-156 0,0 9-236 16,4 3-112-16,4 4-160 15,4 0-88-15,0-11-108 0,16-2-136 0,4-12-60 16,3-11-220-16,14-9-280 0,3-9-260 16,7-13-88-16,9-7-128 0,11-9-180 15,10-12-672-15,7-7-2369 0,-17-7-3367 16,44-21 5240-16</inkml:trace>
  <inkml:trace contextRef="#ctx0" brushRef="#br0" timeOffset="59095.901">27750 3340 11297 0,'0'0'6856'0,"0"0"-6240"16,76 44-616 0,-52-18-148-16,-4 2 148 0,-5 4 416 0,-6 7 184 15,-1 8 184-15,-8 0-356 0,-4 14-248 16,-13 2-20-16,2 6-16 0,-9 2-20 16,-4-1-124-16,0-4-40 0,0-2-24 15,0-7 4-15,-4-6-120 0,0-3-200 0,-3-4-168 16,-5-2-248-16,-4-5-372 0,0 1-1176 15,-4-6-2500-15,8-6-3505 0,-23-1 5701 16</inkml:trace>
  <inkml:trace contextRef="#ctx0" brushRef="#br0" timeOffset="60128.696">7753 5743 1892 0,'0'0'10521'0,"0"0"-8685"0,0 0-1544 15,0 0-104-15,0 0-12 0,0 0 520 16,0 92 408-16,0-35-120 0,0 10-156 0,0 9-56 16,0 6 12-16,0 8-88 15,0-5-184-15,0-2-84 0,-4 1-211 0,1-12-193 16,-2-6-24-16,1-4-60 0,0-12-97 15,0-12-111-15,0-10-96 0,4-9-112 16,0-6-184-16,0-10-236 0,0-3-324 16,8-3-868-16,-4-13-788 0,8-6-2541 15,-4 0-2035-15</inkml:trace>
  <inkml:trace contextRef="#ctx0" brushRef="#br0" timeOffset="60412.21">7868 5851 4772 0,'0'0'7841'0,"0"0"-6385"16,0 0-900-16,0 0-492 0,0 0 164 0,0 0 348 16,0 0 396-16,0 0-28 0,20 80-348 15,-3-33-300-15,-2 4-24 0,5 9 96 16,5 1 40-16,-6 2-52 16,1-3-212-16,-5-2-96 0,2-8-48 0,-2-5-52 15,2-10 44-15,-6-7-60 0,6-8 68 16,-6-5 8-16,2-5 64 0,-2-8 16 0,1-2 120 15,-3 0-52-15,2-8-20 16,1-15-16-16,8-9-104 0,-3-6-16 16,2-16-68-16,1-3-212 0,-4-10-100 0,0-2-160 15,-1-4-232-15,2 0-428 16,-10 3-720-16,10 7-984 0,-6 11-1481 0,2 8-351 16,-5 16 1592-16</inkml:trace>
  <inkml:trace contextRef="#ctx0" brushRef="#br0" timeOffset="61192.21">8650 6035 6960 0,'0'0'4485'15,"0"0"-3277"-15,0 0-368 0,0 0-264 16,91 16 196-16,-67-16 172 0,3 0-404 0,-3-3-376 16,1-6-164-16,3-1-236 15,-8-3-484-15,3-3-568 0,-10 4-1240 0,-2-1-4157 16</inkml:trace>
  <inkml:trace contextRef="#ctx0" brushRef="#br0" timeOffset="61435.598">8749 6077 10360 0,'0'0'1749'0,"0"0"-1133"0,-20 70 188 15,16-36 604-15,0 4-48 0,0-3-140 0,4 3-452 16,-4 4-188-16,0-4-100 0,4 3-224 15,-3 0-120-15,3 1-16 16,0-4-108-16,0-3 76 0,0-4 56 16,0-2 16-16,11-10-24 0,-3-3-4 15,8-3-8-15,0-4-68 0,0-3-56 0,3-2-60 16,5-4-40-16,1 0-56 0,3-7-100 16,0-2-148-16,0-4-260 0,0-2-384 15,-5-2-656-15,1 4-2128 0,4-5-2645 0</inkml:trace>
  <inkml:trace contextRef="#ctx0" brushRef="#br0" timeOffset="61828.409">9243 6098 6644 0,'0'0'7649'0,"0"0"-6497"0,0 0-876 16,0 0-188-16,8 77 24 0,-8-39 492 15,0 6 540-15,0 2-288 0,5-2-268 16,-2 0-232-16,1 0-132 0,0-6-116 0,0 0-108 16,0-2-64-16,0-8-120 0,0-3-248 15,0-6-168-15,0-6-56 16,0-3-164-16,0-7-748 0,0-3-1592 0,0 0-4885 15,-4-10 5437-15</inkml:trace>
  <inkml:trace contextRef="#ctx0" brushRef="#br0" timeOffset="61979.143">9383 6328 7552 0,'0'0'6905'0,"0"0"-5181"0,0 0-1032 15,0 0-12-15,0 0 816 0,0 0-272 16,0 0-380-16,79 19-528 0,-59-19-244 15,1 0-72-15,-2 0-268 0,1-7-352 0,-1-2-456 16,2-7-376-16,-5 6-2320 0,3-11-3093 16</inkml:trace>
  <inkml:trace contextRef="#ctx0" brushRef="#br0" timeOffset="62207.782">9653 5975 5916 0,'0'0'3076'0,"0"0"1501"0,0 0-3369 15,0 0-704-15,0 0 172 0,0 0 580 16,0 0-144-16,13 92-112 0,-6-54-256 16,1 0-204-16,1 4-40 0,-2 2 8 0,1 0-143 15,-4 0-181 1,-4 5-184-16,0-5-76 0,0 5-72 16,0-9-145-16,-8 2-203 0,4-8-200 15,1-5-308-15,-1-4-176 0,4-12-708 0,0-3-700 16,7-8-1729-16,1-2-2315 0,5-9 6412 0</inkml:trace>
  <inkml:trace contextRef="#ctx0" brushRef="#br0" timeOffset="62855.893">9972 6022 10556 0,'0'0'6669'15,"0"0"-5801"-15,0 0-868 0,0 0-1092 0,0 0 904 16,0 0 188-16,0 0 560 0,0 0-300 16,60-66-260-16,-44 60-112 0,4-4 28 15,0 1-16-15,-4 2-24 0,4 5-40 0,-9 2-8 16,1 0-16-16,1 2 88 16,-2 8 100-16,-2 3 48 0,-5 6 204 0,3 3-120 15,-3 6-132-15,0 7-64 0,0-2 64 16,-4 5 0-16,0 3 16 15,4 0-16-15,-4 0-12 0,5 3 8 0,-1 1-4 16,-1-4 8-16,5 1 248 0,-4 0-16 16,4-2 20-16,0-5 32 0,0 3 24 15,0-6-12-15,-4-1-60 0,4-2-28 16,-4-4-36-16,-4-3-36 0,0 1-40 0,0-4-8 16,0-3-28-16,0-3-52 0,-4-4 4 15,1-3 0-15,-6-3-8 16,-3 1-4-16,-4-4-184 0,-3 0 12 15,-6 0-36-15,5-7-40 0,-8-5-48 16,5-4-208-16,-1-6-400 0,0-3-564 0,8-11-1436 16,0 9-3389-16,4-19 681 0</inkml:trace>
  <inkml:trace contextRef="#ctx0" brushRef="#br0" timeOffset="63043.007">10466 6194 9460 0,'0'0'7129'0,"0"0"-5825"0,0 0-648 16,0 0-40-16,0 0-52 0,80 10-200 15,-64-10-220-15,-4 0-144 0,4 0-416 16,-5 0-504-16,2 0-452 0,-5 0-1156 0,-4 0-3425 16,-4 0-1727-16,-4 3 6313 0</inkml:trace>
  <inkml:trace contextRef="#ctx0" brushRef="#br0" timeOffset="63194.151">10550 6359 208 0,'0'0'9504'0,"0"0"-4071"0,0 0-4361 15,0 0-436-15,0 0 632 0,0 0 160 0,0 0-208 16,0 0-512-16,0 0-516 16,0 0-192-16,79 63-288 0,-66-66-188 0,2-3-256 15,2-3-64-15,-6-4-744 0,1 3-2700 0,1-8-4493 16</inkml:trace>
  <inkml:trace contextRef="#ctx0" brushRef="#br0" timeOffset="63440.71">11016 5892 5092 0,'0'0'10409'16,"0"0"-8713"-16,-12 86-1164 0,12-44 36 15,-4 2 872-15,4 3 36 16,0 1-371-16,-4 0-521 0,4-3-332 0,0-5-132 16,0 2-112-16,0-7-8 0,0-4-84 15,4-2 0-15,0-6-60 0,5-8-184 16,-6-5-180-16,5-1-137 0,-4-6-63 0,0-3-12 16,0 0-172-16,0 0-936 0,0-5-908 15,0-6-1581-15,0 2-1855 0,0-1 4088 16</inkml:trace>
  <inkml:trace contextRef="#ctx0" brushRef="#br0" timeOffset="63595.813">11112 6298 1280 0,'0'0'10845'0,"0"0"-6453"0,0 0-3692 16,0 0-352-16,0 0 120 0,0 0 800 16,88-6-236-16,-65-2-436 0,1-6-340 0,4 1-256 15,0-2-48-15,0-5-184 0,-4 2-220 16,-1-5-196-16,-3 1-272 0,-3-3-524 0,2 2-1544 15,-10 4-3189-15,2-9-2098 0</inkml:trace>
  <inkml:trace contextRef="#ctx0" brushRef="#br0" timeOffset="63797.062">11514 5839 2752 0,'0'0'10813'0,"0"0"-9253"0,0 0-1056 0,4 70 48 15,-4-39 908-15,-4 7 120 0,4 6-248 0,-4 1-416 16,1 3-163-16,3 0-25 0,0 2-232 16,-5 1-172-16,5-4-132 0,0 5-72 15,0-8-120-15,0-3-48 0,-4-3-220 0,0-2-384 16,0-8-364-16,0 0-201 0,-3 1-559 16,3-4-3104-16,-1-5-5373 0</inkml:trace>
  <inkml:trace contextRef="#ctx0" brushRef="#br0" timeOffset="64829.942">7662 5692 1592 0,'0'0'2736'0,"0"0"3204"0,0 0-4535 16,0 0-429-16,0 0 4 0,0 0 152 15,-81-3 12-15,66 6-364 0,-9 8-296 16,4-3-172-16,0 3-28 0,-4 3 28 0,8 6 20 15,-3 5 12-15,2 4 0 0,2 9-136 16,6 6-48-16,-3 11 36 0,5 8 40 16,-2 13 116-16,1 4-84 0,4 8-48 15,4 5-120-15,-3-1-100 0,3-3-40 0,0 0-20 16,7-3-48-16,10-11-40 0,2-1-144 16,5-11-76-16,4-3-132 0,8-3-92 15,-1-9-456-15,6-4-72 0,6-2-960 16,5-8-1893-16,-8-8-2679 0</inkml:trace>
  <inkml:trace contextRef="#ctx0" brushRef="#br0" timeOffset="65483.893">11980 5703 1840 0,'0'0'5620'0,"0"0"-2560"0,0 0-1031 16,56 101-221-16,-36-57-432 0,4 4-60 16,-4 6-484-16,0 6-376 0,0 0-72 15,-4 1-76-15,3-1-100 0,-6 3 24 0,-6-6-24 16,-3 4-108-16,-4-4-16 16,0 0-72-16,-11-7-12 0,-2 2-60 15,2-8 12-15,-6-6-24 0,2-3-4 16,-5-6-20-16,4-7-128 0,-4-3-424 15,4-6-132-15,-4-4-16 0,0-6-356 0,4 1-752 16,-4-4-2093-16,5-7-2755 0,-9-5 5424 16</inkml:trace>
  <inkml:trace contextRef="#ctx0" brushRef="#br0" timeOffset="66867.785">12944 5975 3192 0,'0'0'9333'0,"0"0"-7945"16,0 0-436-16,0 0-324 0,0 0 180 16,0 0 312-16,0 0-164 0,0 0-232 0,0 0-184 15,0 0-100-15,0 0-72 0,-15 0-112 16,22 0-72-16,1 6-64 0,1 1 112 15,10 2 48-15,-2 1 257 0,2 3-225 0,1-4-104 16,0 4-76-16,0-1-60 0,4-2-60 16,0 3 56-16,4-4-68 0,0 1-4 0,8-3 0 15,-5-1-4-15,1 0 4 16,4 1-4-16,-4-5-40 0,0 5 0 16,-4-2-12-16,0-1 60 15,-4 3-4-15,-5-4 4 0,-6 0 0 16,-2 0-4-16,-3 0-44 0,-3-3 0 0,-5 0-12 15,0 4 0-15,0-4 8 16,0 3-20-16,0 3 0 0,-5 3 72 0,-7 1 4 16,1 6 4-16,-6-4-8 0,-3 4 0 0,-3-3 0 15,-1 0 0-15,-4 3-8 0,0-4 0 16,-4 4 4-16,-4 1 4 0,-7 1-12 0,-1 1-132 16,-4 0-4-16,-4 3-45 15,0 0-15-15,5 1-36 0,2-4-72 0,6-3 48 16,11-4 36-16,8-5 76 15,8-3-116-15,8-4-228 0,4 0-324 16,0 0-572-16,0 0-700 0,8-4-520 0,3-6-589 16,2 7-2759-16,6-10 4672 0</inkml:trace>
  <inkml:trace contextRef="#ctx0" brushRef="#br0" timeOffset="67150.754">13650 6385 7020 0,'0'0'6261'15,"0"0"-3881"-15,0 0-1548 0,0 0-608 0,0 0-112 16,0 0 288-16,0 0 320 0,-100 60-80 16,68-44-272-16,0 3-180 0,-3 0-44 0,-1-1 4 15,-4 6-48-15,-8 1 20 0,0 3-8 16,-3 4 8-16,-5 1-8 15,4-6-64-15,0 4 28 0,8-5-68 0,5-6-8 16,11-1-48-16,7-10-96 0,10-3-116 16,2-3-204-16,5-3-188 0,4 0-152 15,4-6-540-15,9-3-940 0,6-10-2445 0,-3 3-2147 16,16-17 6876-16</inkml:trace>
  <inkml:trace contextRef="#ctx0" brushRef="#br0" timeOffset="67538.383">14100 5864 2520 0,'0'0'11461'0,"0"0"-8837"16,0 0-1664-16,0 0-728 16,0 0 152-16,0 0 776 0,0 0-60 0,16 92-224 15,-8-57-207-15,-4 3-269 0,4 3-144 16,0 0 0-16,0 7-52 0,0 0-12 0,0-1-8 16,-1 4-40-16,2-3 0 0,-1-1-76 15,0 1-68-15,-5 0-4 0,1-3-8 0,0-1-72 16,1 0-24-16,-1-3-36 0,-4 4-16 15,4-4-44-15,-4-3 12 16,0-6-52-16,0 1-108 0,0-8 64 0,0-6-17 16,0 0-23-16,0-10-136 15,0 1-12-15,3-4-72 0,-3 0-128 16,0-6-372-16,0 3-540 0,0-3-792 16,0 0-1493-16,-3 0-1415 0,-1 0 1212 0,0 0 3736 0</inkml:trace>
  <inkml:trace contextRef="#ctx0" brushRef="#br0" timeOffset="80877.256">28511 4102 7052 0,'0'0'6841'0,"0"0"-5653"0,0 0-656 0,0 0 436 16,0 0 360-16,0 0-328 0,28-70-520 15,-4 48-356-15,0-4 44 0,8 1 16 0,-1 3-184 16,-3-1-164-16,-4 7 164 0,-7 2 160 16,-2 0-160-16,-3 1-156 0,-3 4 20 15,-2 3 48-15,-3 2 16 0,0 4-52 16,-4 0-120-16,0 7-200 16,0 8-444-16,-4 11 776 0,-7 9 112 15,-6 12 8-15,-2 11 80 0,-5 5-88 16,0 4 0-16,-4 6 4 0,4-4-4 0,-1 1 0 0,6-3 124 15,-1-6 96-15,1-8 40 0,6-8 12 16,1-7-24-16,9-6-236 16,-1-4 96-16,-1-6-108 0,5-2-12 0,0-7-72 0,0-7 20 15,0-3-68-15,0 0 80 16,9-3 52-16,-2 0 100 0,1 0-4 16,5-3-96-16,2 0-68 0,-3 3-68 15,-4 0-72-15,0 8-140 0,0 9 348 16,-1 6 232-16,-7 8 52 0,5 7-88 15,-1 6-12-15,-4 8 52 0,8 2 68 0,-4-1-80 16,3 5-68-16,6 2-68 0,-5-3 44 16,3 0-124-16,-2-3 4 0,-1 3 88 15,-4-6-92-15,-4-1 100 0,0 1 40 16,0-3 0-16,-4 0-16 0,-8-3 64 0,0 2-52 16,-4-3 28-16,0-2 12 15,-5 0-28-15,-2-9-8 0,3 3-76 16,0-8-72-16,0-2 0 0,0-7-48 0,5-6-16 15,-2-1-20-15,-3-6-232 0,1-6-292 16,-5 0 36-16,0 0-68 0,-8-6-328 16,-4-3-572-16,12-1-1556 0,-27-9-3417 0</inkml:trace>
  <inkml:trace contextRef="#ctx0" brushRef="#br0" timeOffset="81704.724">4474 8462 8292 0,'0'0'5673'16,"0"0"-5433"-16,0 0-152 0,0 0 460 16,0 0 556-16,91 35 188 0,-50-24-464 15,6-1 36-15,9 0-28 0,4 0-336 0,7-7-72 16,1-1-232-16,4-2-196 0,0 0-12 16,-5-9-136-16,-3 0-60 0,0-4-132 15,-8 4-200-15,-4-1-308 0,-13 0-648 16,-11 3-1532-16,-8 7-3773 0</inkml:trace>
  <inkml:trace contextRef="#ctx0" brushRef="#br0" timeOffset="81887.773">4717 8857 6624 0,'0'0'5553'0,"0"0"-4721"0,0 0-256 0,0 0 628 15,0 0 308-15,0 0-268 0,84 30-316 0,-32-27-224 16,8-3-128-16,7-3-172 0,5-8-380 15,-5-3-24 1,5-5-124-16,-8-7-388 0,0 0-472 16,-13 1-264-16,-7 0-900 0,-16 5-2949 0,-12-8-4667 15</inkml:trace>
  <inkml:trace contextRef="#ctx0" brushRef="#br0" timeOffset="82130.984">4992 8328 7524 0,'0'0'452'0,"0"0"1764"16,80-3-1107-16,-41 3 135 0,14 0 224 15,1 0-128-15,6 9-676 0,4 0-220 16,1 4-96-16,-10 6-236 16,1 7-112-16,-12 5-152 0,-8 8-112 15,-8 5-52-15,-17 7 128 0,-7 7 176 16,-4-2 0-16,-11 8-64 0,-14-1 32 15,-3 4 44-15,-3-7 4 0,-1 0 0 0,0-9 56 16,0-3-60-16,0-10-88 16,0-6-276-16,4-3-568 0,8-14-1184 0,-8-5-3237 0</inkml:trace>
  <inkml:trace contextRef="#ctx0" brushRef="#br0" timeOffset="91646.299">6893 8560 7372 0,'0'0'1412'0,"0"0"-324"16,0 0 2001-16,0 0-1197 0,0 0-684 15,0 0-232-15,0 0-192 0,0 0-20 16,0 0-12-16,11 89-152 0,-3-42-172 0,1 4-52 16,-2 12-32-16,1 3-28 15,-4 8-100-15,-4 5-208 0,4 1 40 0,-4 5-40 16,0-3-8-16,-4-1 0 0,-4-6-72 15,4-8 0-15,0-13-36 0,1-8-40 16,3-9-84-16,-4-11-48 0,4-7-60 16,0-7-16-16,0-9-60 0,0-3-256 15,4-6-204-15,-1-13-216 0,1-9 12 16,0-11-876-16,4-12-444 0,-4 10-1513 0,-4-39-2423 16</inkml:trace>
  <inkml:trace contextRef="#ctx0" brushRef="#br0" timeOffset="91871.704">6900 8813 7384 0,'0'0'2824'0,"0"0"-1303"16,0 0-765-16,0 0-28 0,32-79 188 0,-20 60-92 16,4 3-196-16,1 4-176 0,-2 1-72 15,1 6-56-15,0 2-84 0,0 3-80 16,0 0 76-16,-5 8-100 0,2 9-136 0,-6 5-8 16,1 7-52-16,-8 2-16 0,-4 7-84 15,-7 4-64-15,-6-4-52 16,-2 3 112-16,-1-6 120 15,-4-7 44-15,4-5 0 0,4-5-136 0,-4-7-220 16,4-5-336-16,0-6-280 0,4-4-748 16,5-2-2309-16,-1-15-1195 0</inkml:trace>
  <inkml:trace contextRef="#ctx0" brushRef="#br0" timeOffset="92216.363">7598 8064 8876 0,'0'0'2044'0,"0"0"-851"0,0 0-117 0,0 0 244 16,0 0 4-16,8 72-244 0,-8-45-212 15,0 4-136-15,0 1-92 0,0 10-28 16,0 2-136-16,0 10-108 16,0 6-28-16,0 7-108 0,0 9-116 0,0 4-116 15,3 2-96-15,5 4-52 0,1 0 4 16,2-1 8-16,1 1 16 16,1-3-16-16,-2-2-108 0,2-4-72 0,-6-4-4 15,5-10-48-15,-8-2-48 0,5-7-140 16,-2-13-112-16,-3-5-700 0,4-8-540 15,-8-12-772-15,4-10-2197 0</inkml:trace>
  <inkml:trace contextRef="#ctx0" brushRef="#br0" timeOffset="92931.145">8554 8499 6764 0,'0'0'2620'0,"0"0"-915"0,0 0-469 15,0 0 320-15,0 0 288 0,0 0-428 0,0 0-400 16,0 0-252-16,0 0-160 0,0 0 56 16,0 0-184-16,-76-9-208 0,60 18-84 15,0 4-64-15,1 3-24 0,-2 6-20 16,2 3-28-16,2 1 12 0,2 9-12 0,7 3 0 15,0 6-36-15,4 4-12 0,0 10 0 16,4-2-8-16,0 2-88 0,3-2-36 16,1 1-4-16,1-5-20 15,-2-5 20-15,5-9-48 0,1-2-8 0,-2-9-300 16,2-4 64-16,2-7-148 0,2-7-176 16,2-5-336-16,1-4-552 0,-5-4-524 15,2-5-1813-15,7-13-1927 0</inkml:trace>
  <inkml:trace contextRef="#ctx0" brushRef="#br0" timeOffset="93235.664">8869 8566 5348 0,'0'0'6369'16,"0"0"-4921"-16,0 0-1004 0,0 0-12 15,0 0 456-15,0 0 228 0,-21 79-260 16,17-41-236-16,1 7-124 0,3 2 24 0,-4 7-16 16,0 4-112-16,0 2-132 0,-5 3-140 0,2 1-112 15,-1 0-8-15,0-1-44 0,0 0-188 16,0-9-76-1,4-6-36-15,0-13-148 0,4-10-28 0,0-12-148 16,0-9-292-16,0-8-592 0,8-11 40 0,0 1-1081 16,8-27-2491-16</inkml:trace>
  <inkml:trace contextRef="#ctx0" brushRef="#br0" timeOffset="93534.54">8872 8738 9956 0,'0'0'1753'15,"0"0"-997"-15,0 0-424 0,0 0 408 16,0 0 276-16,0 0 120 0,0 0-196 0,0 0-416 16,64 86-140-16,-44-55-60 0,0 7-16 15,0 0 64-15,-4 3-52 16,4 4-112-16,-4-5-120 16,-4 2-76-16,-5-7 0 0,6-3-12 0,-5-6 4 0,-1-8 8 15,2-2 48-15,-1-10-56 16,-1 0 84-16,-3-6-76 0,5 0 184 15,-1-2 96-15,-1-14 100 0,5-3-12 0,4-13-172 16,-4-6-208-16,4-10-68 0,0-6-152 16,-4 0-96-16,4-6-184 0,-4 0-224 15,4 2-348-15,-4 8-136 0,4 2-704 16,-5 6-544-16,2 17-829 0,2-3-2075 16</inkml:trace>
  <inkml:trace contextRef="#ctx0" brushRef="#br0" timeOffset="93812.259">9598 8756 14101 0,'0'0'1980'0,"0"0"-1552"0,0 0 20 15,0 0 572-15,0 0-20 0,83 26-264 16,-59-26-200-16,4-7-316 0,0-8-220 16,4-1-296-16,-4-3-316 15,0 0-336-15,-9 0-684 0,-6 0-760 0,-6 6-3373 16,-7 3-2163-16</inkml:trace>
  <inkml:trace contextRef="#ctx0" brushRef="#br0" timeOffset="94032.995">9662 8810 9532 0,'0'0'1240'0,"0"0"-983"0,0 0 363 16,-13 89 1080-16,9-60 188 0,0 3-440 15,4 0-504-15,0 2-240 0,-3 2-112 0,3 1-148 0,0-2-112 16,0 0-212-16,0-7-120 15,0-1-8-15,3-6 8 0,5-4 0 0,1-8 164 16,-1 0-164-16,7-6-88 0,-2 1-44 16,2-4-112-16,1-4-140 0,4-8-8 15,0-8-300-15,4-2-324 0,-5 0-916 0,2 3-2601 16,-1-12-3335-16</inkml:trace>
  <inkml:trace contextRef="#ctx0" brushRef="#br0" timeOffset="94239.541">10028 8671 4620 0,'0'0'9433'0,"0"0"-8469"16,4 63-864-16,0-31 76 0,0 6 984 16,-4 1 392-16,4 1-420 15,-4-2-432-15,0-3-368 0,4 1-64 0,-4-4-208 16,0-1-60-16,0-3-132 15,0 5-296-15,0-2-384 0,0 1 36 16,0-7-124-16,0-9-564 0,4-7-632 0,-4-6-644 16,0-3-1157-16,0-12-783 0</inkml:trace>
  <inkml:trace contextRef="#ctx0" brushRef="#br0" timeOffset="94381.554">10100 8994 9460 0,'0'0'3041'0,"0"0"-1045"16,0 0-548-16,0 0-68 0,0 0-120 0,0 0-228 15,88 23-284-15,-69-23-312 0,1 0-252 16,0-4-108-16,0-5-76 0,4-3-388 0,0-5-200 16,0-5-156-16,-1-3-648 0,-6 0-1072 15,-6 2-2869-15,2-6-3223 0</inkml:trace>
  <inkml:trace contextRef="#ctx0" brushRef="#br0" timeOffset="94570.965">10343 8718 8596 0,'0'0'2172'16,"0"0"-1115"-16,-4 67-249 0,4-35 692 16,0 6 392-16,0 3-156 0,0-3-600 0,-4 3-400 15,4-6-220-15,-5 4-224 16,2-8-292-16,-1 1 0 0,4-6-428 0,-4-7-440 16,4-7-220-16,0-6-476 0,8-6-1100 15,0 0-2969-15,8-12-1383 0</inkml:trace>
  <inkml:trace contextRef="#ctx0" brushRef="#br0" timeOffset="94928.015">10582 8645 12317 0,'0'0'2352'15,"0"0"-1708"-15,0 0-352 0,0 0 72 0,0 0 288 0,0 0 344 16,0 0-512-16,0 0-436 15,0 0-48-15,92-28-184 0,-73 21 8 0,-2 1-8 16,-2 3 48-16,1-1 24 0,-4 4-112 0,1 7 112 16,-6 2 104-1,1 4 8-15,0 4 100 0,-4-3 136 16,4 5-124-16,-8 4-108 0,4-1-4 0,0 4 60 16,-4-1-60-16,4 4-40 0,-4-1 36 0,4 5 4 15,-4-2 0-15,0 4 8 16,0 0-4-16,0-1 8 0,-4 1 76 0,0 4 12 15,0-1-96-15,0 3 0 0,4 1 88 16,-4-5 96-16,4-4 72 16,-4-8-112-16,4-6-148 0,0-4-112 0,-4-5 0 15,0-1 52-15,-4-2-4 16,-3-4-156-16,-2-3 84 0,-6 0 36 0,-2 0-88 16,-3-12-84-16,-4-5-300 0,-4-5-84 15,1-9-428-15,7 6-1116 0,-8-21-2909 0</inkml:trace>
  <inkml:trace contextRef="#ctx0" brushRef="#br0" timeOffset="95262.231">11207 8829 15909 0,'0'0'2428'0,"0"0"-1640"16,0 0-628-16,0 0 76 15,0 0 180-15,0 0 424 0,0 0-132 0,0 0-392 16,81 0-219-16,-66 0-97 0,1-5-52 16,-4 1-373-16,0-3-331 0,-4 1-444 0,0 0-1084 15,-4 2-2312-15,-4 1-2377 0</inkml:trace>
  <inkml:trace contextRef="#ctx0" brushRef="#br0" timeOffset="95410.169">11251 9004 13549 0,'0'0'1988'0,"0"0"-1284"0,0 0-216 16,24 70 348-16,-16-51 396 0,8-3-260 16,-4-4-460-16,4-2-512 15,3-7-60-15,-2-3-256 0,7 0-200 0,0-13-408 0,3-5-612 16,-7 2-1348-16,4-16-5353 0</inkml:trace>
  <inkml:trace contextRef="#ctx0" brushRef="#br0" timeOffset="95601.625">11709 8541 14661 0,'0'0'2216'0,"0"0"-1684"0,0 0-396 16,13 97 400-16,-9-55 1148 0,-1 6-232 16,1 3-419-16,0-1-441 0,0 1-264 15,0 0-172-15,1 0-156 0,-5-4-96 0,0 0-228 16,0-5-332-16,0 0-181 0,0-8-115 15,0-4-408-15,-5-9-940 0,5-4-1684 16,-4-11-1285-16</inkml:trace>
  <inkml:trace contextRef="#ctx0" brushRef="#br0" timeOffset="95761.171">11782 8963 7868 0,'0'0'6737'15,"0"0"-5353"-15,0 0-792 16,0 0 104-16,0 0 764 0,91 6-196 0,-64-3-396 15,-3-3-420-15,8-3-276 0,0-6-172 0,0-4-60 16,0-6-404-16,0-3-268 0,-1-8-100 16,-3 3-400-16,0-5-1000 15,-11 9-2276-15,2-11-2089 0</inkml:trace>
  <inkml:trace contextRef="#ctx0" brushRef="#br0" timeOffset="95927.36">12160 8610 8096 0,'0'0'4713'0,"0"0"-3921"16,-8 70-564-16,3-38 560 0,1 9 1052 0,-3 3-128 16,3 2-432-16,0-2-616 0,0 3-300 15,0-2-180-15,-1-4-184 0,-2 1-104 0,3-5-432 16,0 2-372 0,4-8-64-16,0-6-308 0,8-2-704 15,-1-11-292-15,6-5-3013 0</inkml:trace>
  <inkml:trace contextRef="#ctx0" brushRef="#br0" timeOffset="96265.719">12618 8575 13773 0,'0'0'1496'0,"0"0"-1448"0,0 0-40 16,79 93-8-16,-55-58 392 0,-3 3 300 0,-2 0-180 15,1 7-28-15,-3-1 12 0,-2 3-24 0,-3 1-92 16,-4-1-156-16,-8 5-116 0,0-2-96 15,-4-2-12-15,-16 2-92 0,0 2-228 16,-8-5-148-16,-8 1-152 0,0-4-176 0,1-6-424 16,-5-3-496-16,0-6-688 15,12-10-2097-15</inkml:trace>
  <inkml:trace contextRef="#ctx0" brushRef="#br0" timeOffset="97129.438">13777 8868 8552 0,'0'0'2405'0,"0"0"-953"0,0 0 4 0,0 0 236 16,0 0-260-16,0 0-232 0,112 6-336 15,-69-6-324-15,5-3-76 0,1-6-144 0,6-2-188 16,-3-2-132-16,4 1-8 0,-5-1-148 15,1-3-76-15,-4 4-272 0,-4-1-196 16,-5 4-260-16,-7 2-248 16,-4 1-956-16,-12 3-2377 0,-8 3-2755 15</inkml:trace>
  <inkml:trace contextRef="#ctx0" brushRef="#br0" timeOffset="97283.31">14012 9043 10484 0,'0'0'2097'16,"0"0"-1473"-16,0 0-128 0,0 0 368 16,88 8 584-16,-48-8-432 0,4 0-344 15,3-8-300-15,5-3-312 0,-4-4-60 16,0-1-112-16,-5-3-196 0,-7 0-524 0,1 0-300 16,-14 3-940-16,5-9-2929 0</inkml:trace>
  <inkml:trace contextRef="#ctx0" brushRef="#br0" timeOffset="97561.326">14303 8563 10364 0,'0'0'1813'0,"0"0"-1445"16,0 0-364-16,0 0 748 0,0 0 972 0,0 0-428 15,88 25-472-15,-53-12-304 0,2 3 0 16,-1-1 112-16,-1 2 4 0,1 2-292 15,0 0-208-15,-8 0-136 16,-4 6-76-16,-4 4 28 0,-8-1-36 16,-12 8-112-16,0 2-88 0,-12 6 124 15,-8 0-136-15,-8 0-12 0,0 0 52 16,-4 5 20-16,0-8 12 0,0 0-160 0,-3 0-124 16,3-8-224-16,4-2-360 0,0-6-644 15,8-6-1153-15,-12-6-3139 0</inkml:trace>
  <inkml:trace contextRef="#ctx0" brushRef="#br0" timeOffset="98782.805">15793 8391 5000 0,'0'0'2016'0,"0"0"-692"16,0 0-312-16,0 0-380 15,0 0 993-15,0 0 371 0,0 0-716 0,0 0-448 16,0 0-240-16,0 0 44 0,8-19 196 16,-8 22 36-16,0-3-220 15,0 4-180-15,0-4-112 0,-4 0-16 0,-3 6-48 0,-2 0-184 16,-6 4-108-16,-2 6-112 16,-2 3 112-16,-1 9 12 15,4 5 100-15,0 4 8 16,-5 4-48-16,10 13 64 0,-6 4-4 0,6 2 16 15,-1 6 8-15,4 1-68 0,4-3 20 0,0-4-23 0,4-2-61 16,0-8-24-16,8-9-121 0,4-2-111 16,4-14-12-16,4-4-36 0,4-2-12 15,4-8-108-15,4-3-116 0,0-4-208 16,-4-4-360-16,3-4-808 0,-3-1-636 0,-8-4-3045 0,0-10-2478 16</inkml:trace>
  <inkml:trace contextRef="#ctx0" brushRef="#br0" timeOffset="99760.515">16216 8401 8188 0,'0'0'1840'0,"0"0"-563"0,0 0-557 0,0 0 124 16,0 0 508-16,0 0-40 15,0 0-192-15,0 0-364 0,0 0-372 0,0 0-184 16,0 0-40-16,-16 19 12 16,8 6 40-16,-1 13-4 0,-2 7 100 0,-1 6 48 0,0 2 184 15,-4 8-136-15,0-1-124 0,0 4-136 16,-4-1-144-16,5-2-68 15,-2-8 8-15,6-4-40 0,-2-12-68 0,9-8-224 16,0-10 0-16,4-9 12 0,0-7-112 16,8-3-324-16,1-3-312 0,6-10 160 15,2-9-1180-15,-6 6-1689 16,9-20-1271-16</inkml:trace>
  <inkml:trace contextRef="#ctx0" brushRef="#br0" timeOffset="100033.945">16239 8566 7796 0,'0'0'2420'0,"0"0"-1051"0,0 0-781 16,0 0 4-16,0 0 528 16,0 0 44-16,0 0-44 0,0 0-492 0,48 83-228 0,-32-45-116 15,4 0 76-15,-3 0-88 16,-2 0-100-16,5-1-124 0,-4-4-48 16,0-5 0-16,0-6 4 0,0-2 120 0,-1-8 48 15,-2-2-36-15,-1-7 36 16,-1-3 24-16,2 0 136 0,-2-10 112 15,6-12-188-15,-2-3-244 0,5-10-12 0,1-7-136 16,2-2-60-16,-7-3-60 16,3-1-76-16,-2-2-148 0,-6 1-160 0,2 2-116 15,-1 6-216-15,-5 6-336 0,2 9-416 0,-5 5-737 16,0 7-2063-16,0 1-1668 0</inkml:trace>
  <inkml:trace contextRef="#ctx0" brushRef="#br0" timeOffset="100350.169">16746 8512 8492 0,'0'0'6601'0,"0"0"-4769"0,0 0-1360 16,0 0 148-16,0 0 344 0,0 0 420 0,0 0-324 16,91-6-455-16,-63-1-397 0,0-2-136 0,4-1-72 15,-5 1-60-15,1-5-120 0,-7 2-237 16,3-1-323-16,-9 5-224 15,2-6-176-15,-10 8-568 16,-7-1-984-16,0 4-1781 0,-4 3-2959 0</inkml:trace>
  <inkml:trace contextRef="#ctx0" brushRef="#br0" timeOffset="100566.872">16834 8531 588 0,'0'0'11021'15,"0"0"-9533"-15,0 0-1312 0,0 0 196 0,0 0 768 16,7 73 336-16,-3-48-244 0,4 1-380 15,-4 6-332-15,4-1-28 16,-8 4 48-16,4 0-52 0,0 3-160 0,-4-2-108 0,0-5-88 16,4-3-124-16,0-5-4 0,0-4-4 15,4-7 0 1,0-5 0-16,4-1 28 0,4-6-28 0,0 0-112 16,8-3-156-16,-4-7-84 0,3-5-248 15,5-4-212-15,0-1-332 0,-4-2-768 16,-4 10-1180-16,4-11-3165 0</inkml:trace>
  <inkml:trace contextRef="#ctx0" brushRef="#br0" timeOffset="100804.376">17232 8464 9564 0,'0'0'4873'0,"0"0"-4025"0,8 64-684 15,-4-32 236-15,0 5 956 0,-4 2 28 16,3-4-304-16,-3 2-492 0,0-4-344 16,0-2-160-16,0 1-84 0,-3-4-100 15,-1 2-216-15,0-5-200 0,0-6-48 0,4-4 0 16,0-8-44-16,0-4-220 0,0-3-492 16,4 0-916-16,0-10-609 0,0-2-1379 15,-1 2 1256-15,1-9-72 0</inkml:trace>
  <inkml:trace contextRef="#ctx0" brushRef="#br0" timeOffset="100933.628">17279 8760 4440 0,'0'0'3972'0,"0"0"-1411"16,0 0-125-16,0 0-244 0,0 0-392 0,92-26-416 0,-68 20-352 16,0 3-272-16,3-7-200 0,1 1-160 15,4-4-216-15,-4 0-184 0,0-5-112 16,0-1-216 0,0-4-388-16,0 0-412 0,-4 1-484 15,-8 0-1132-15,-4 3-2253 0,0 0-1947 0</inkml:trace>
  <inkml:trace contextRef="#ctx0" brushRef="#br0" timeOffset="101119.132">17638 8379 3980 0,'0'0'6156'15,"0"0"-4791"-15,0 0-505 0,0 0 136 0,-12 83 492 16,8-52 12-16,4 4-232 0,0 3-280 0,0 0-236 16,0 1-116-16,0-2-100 15,0-2-204-15,0 0-128 0,-4 0-204 16,4-3-12-16,0 0-84 0,0-1 12 0,0-5 72 15,0-4-476-15,0-3-528 0,4-10-340 16,0-2-852-16,0-4-2324 0,8-3-1033 16</inkml:trace>
  <inkml:trace contextRef="#ctx0" brushRef="#br0" timeOffset="101726.393">17801 8445 10044 0,'0'0'6029'0,"0"0"-5413"0,0 0-616 0,0 0-176 15,0 0 176-15,80-63 288 0,-60 47-40 0,0 6-248 16,0 1-36-16,0 0 32 0,0 2-60 16,-1 4-72-16,-2 3 36 0,3 0 100 15,-9 6 128-15,1 7 60 0,1 6-28 16,-6 3 64-16,1 7-12 0,-4-1-64 15,1 3-60-15,-2 5-24 0,-3-1-64 0,0 0-4 16,0 3 4-16,0-1-4 0,0-1 4 16,0 2 16-16,0-6-12 0,0-1 44 15,0-1-40-15,-3-5 52 0,3-3-52 16,0-3-8-16,-5-3-40 0,5-1 40 16,-4-5 12-16,0 3 88 0,-4-4 24 15,-3 1-72-15,-6-4-52 0,6 0-112 16,-9 1-8-16,-1-7 44 0,6 0-148 15,-5-7-384-15,4-2-468 0,0-10-524 0,4-7-796 16,3 8-2113-16,6-17-2939 0</inkml:trace>
  <inkml:trace contextRef="#ctx0" brushRef="#br0" timeOffset="101900.064">18367 8515 15057 0,'0'0'2136'0,"0"0"-912"0,0 0-324 0,0 0 200 0,91 13-516 16,-70-10-460-16,-5 0-124 16,-4 1-172-16,3-4-388 0,-2 3-384 15,-6-1-720-15,1 2-2232 0,-8 2-1885 0</inkml:trace>
  <inkml:trace contextRef="#ctx0" brushRef="#br0" timeOffset="102033.114">18419 8775 14793 0,'0'0'2288'16,"0"0"-1820"-16,0 0-256 0,0 0 112 0,0 0 784 16,0 0-228-16,0 0-648 0,88 38-232 15,-68-38-340-15,-5-6-236 0,6-4-432 16,-6 1-556-16,-2 3-1320 0,-6-7-4353 0</inkml:trace>
  <inkml:trace contextRef="#ctx0" brushRef="#br0" timeOffset="102279.738">18901 8341 14013 0,'0'0'2144'0,"0"0"-1480"0,-24 95-476 0,20-55 644 15,1 9 1172-15,-1 1-464 0,4-1-619 16,0-5-497-16,4 0-240 0,3 0-124 0,-3-3-60 15,4-6-48-15,-4 1-64 16,0-8-212-16,4-6-224 0,-4-2-121 0,0-8-87 16,0-6-48-16,3-2-340 15,-7-4-628-15,9 0-824 0,-5-4-368 16,0-5-309-16,0 0-1071 0</inkml:trace>
  <inkml:trace contextRef="#ctx0" brushRef="#br0" timeOffset="102419.995">19005 8747 6612 0,'0'0'4613'0,"0"0"-2425"0,0 0-576 15,0 0-88-15,0 0-268 0,0 0-392 16,76-26-336-16,-57 23-208 0,1-3-148 16,4 0-108-16,0-4-64 0,0-3-160 0,0-2-320 15,4-2-308-15,-4-2-252 0,-5 0-524 16,-2 0-1416-16,-6-3-2885 0</inkml:trace>
  <inkml:trace contextRef="#ctx0" brushRef="#br0" timeOffset="102580.121">19315 8391 11069 0,'0'0'2868'16,"0"0"-1732"-16,0 0-808 0,0 92 276 0,0-57 820 15,0 0 48-15,0-3-296 0,0 0-540 16,0 0-284-16,0-7-156 0,0 4-136 0,0-4-60 16,0 0-72-16,0-3-12 15,-4-3-232-15,4 0-636 0,-3-6-92 0,3-1-504 16,-4-5-1416-16,4-1-2849 0</inkml:trace>
  <inkml:trace contextRef="#ctx0" brushRef="#br0" timeOffset="102995.453">19706 8175 3056 0,'0'0'2840'0,"0"0"-1264"0,0 0-500 0,0 0 296 15,0 0 201 1,0 0-33-16,0 0-156 0,0 0-236 0,0 0-152 15,0 0-140-15,0 0-148 0,8 7-188 16,3 2 68-16,2 7 0 0,2 3-208 0,2 6-136 16,3 7-24-16,-1 3-12 0,5 7-40 15,-3 2-20-15,-2 1 32 0,1-1-8 16,-4 4 12-16,0-4-63 0,-4 0-37 16,-9-2 0-16,2-1-84 0,-1 0 0 0,-4-3-4 15,-9-3-80-15,2 1-161 0,-9-5-251 16,0-3 32-16,-3-2-48 0,-2-4 84 15,-7-3-36-15,0-3-164 16,0-3-88-16,-3-6-16 0,-1-2-332 16,0-5-1016-16,8 0-2381 0,-8-5-2427 0</inkml:trace>
  <inkml:trace contextRef="#ctx0" brushRef="#br0" timeOffset="103681.419">20339 8363 12269 0,'0'0'2404'16,"0"0"-1308"-16,0 0-908 0,0 0 68 0,0 0 108 16,0 0 468-16,0 0-112 0,92 28-176 15,-52-18-128-15,7-1-168 16,2-2-128-16,7 0 40 0,-5-5-160 0,1 1-8 16,-4 0-52-16,-1 1 48 0,-2-2-52 15,-9 3-32-15,-8-3 20 0,-9 4-20 0,-3-2-40 16,-8-2-96-16,-8 5 60 0,0 3 172 15,-12 3 84-15,-8 6 124 0,-12 0-88 0,-7 3-120 16,-6 6 0-16,-6-2 0 0,-1-1 88 16,4 0 20-16,-3 0-32 0,-1-2-76 15,8-1-4 1,7-5-96-16,6-2-84 0,7-5-172 0,12-4-372 0,8-3-304 16,4-3-612-16,4 0-2356 15,20-3-1521-15</inkml:trace>
  <inkml:trace contextRef="#ctx0" brushRef="#br0" timeOffset="103869.939">20993 8728 12985 0,'0'0'1892'0,"0"0"-1400"0,-84 38-104 16,45-19 632-16,-10 3 256 0,-3 3-560 15,5 0-396-15,-1 1-124 0,1 0 100 16,11 3-28-16,-1-7-160 0,5 3-108 0,4-6-76 15,9-3-32-15,3-4-224 0,8-6-392 16,4 1-276-16,4-7-456 0,4 0-1020 16,0-2-2613-16,20-17-3055 0</inkml:trace>
  <inkml:trace contextRef="#ctx0" brushRef="#br0" timeOffset="104166.175">21463 8350 12377 0,'0'0'2668'0,"0"0"-1636"16,0 0-944-16,-8 88-36 0,5-46 696 16,3 3 728-16,0 9-392 0,0 3-388 15,0 6-268-15,0 7-112 0,0 4-72 0,-5-2-60 16,1 7-40-16,-4 3-48 15,-3-1-96-15,-2 0 0 16,1 2-8-16,-4-3-88 0,4-5-12 0,1-11-136 0,2-5-428 16,5-12-24-16,0-10 232 0,4-8 108 0,0-7 60 15,0-9-24-15,4-3-152 0,0-4-272 16,0-6-360-16,1-3-456 16,-1-10-580-16,3-3-449 0,1 0-1347 0,0-16-1356 0</inkml:trace>
  <inkml:trace contextRef="#ctx0" brushRef="#br0" timeOffset="104462.37">21510 8569 12509 0,'0'0'1680'0,"0"0"-920"15,0 0-560-15,45-72 216 0,-25 46 292 16,3 6 16-16,5 1-364 0,0 4-176 0,4-1 16 15,0 6 24-15,-4 4 36 0,0 6-16 16,-4 0 28-16,-5 6 148 16,-2 4 8-16,-2 6-220 0,-6-1-60 0,-2 4-104 15,-7 1-40-15,0 2 48 0,-11 3-48 16,-6 0 4-16,-11 4-4 0,-3 0 0 16,-9-1-4-16,-4 0 8 0,-7 2-8 15,-2-2-8-15,-6 1-124 0,-1-4-76 16,0 0-296-16,-4 1-372 0,1-3-512 0,10-9-1724 0,-18 5-5581 15</inkml:trace>
  <inkml:trace contextRef="#ctx0" brushRef="#br0" timeOffset="105567.874">22483 8410 3788 0,'0'0'6696'0,"0"0"-4215"16,0 0-1109-16,0 0-196 0,0 0 152 0,0 0 0 16,0 0-256-16,0 0-288 15,0 0-296-15,0 0-184 0,0 0-144 0,4 3-160 0,8 1 8 16,8 5 188-16,4 1 60 16,4-1-112-16,0-3-60 0,4 5 28 0,-4-5-27 15,3-3-13-15,1 2-24 0,-4-5-48 16,-5 4-8-16,-2-1-4 0,-5 1-36 15,-8-4-85-15,3 0 73 0,-11 3-100 16,4-3 28-16,-4 0 32 0,0 3-8 0,0 1 36 16,0 2 72-16,-8 3 100 0,-7 7 20 15,-5 3-120 1,-8 6-64-16,0-3-92 0,-8 4-40 0,4-3-96 16,-7-2-12-16,-2 2-136 0,5-4-16 15,-3 3-108-15,3-3-300 0,8-3-340 16,0 0-732-16,4-7-952 0,5 4-2717 15</inkml:trace>
  <inkml:trace contextRef="#ctx0" brushRef="#br0" timeOffset="106934.253">22810 8794 3920 0,'0'0'2256'15,"0"0"-400"-15,0 0-364 0,0 0-96 16,0 0 81-16,0 0 3 0,0 0-556 0,0 0-456 15,0 0-104-15,0 0 12 0,-76 57 16 0,57-37 56 32,-9 2-72-32,-4 3-116 0,0 1-136 0,0-1-120 15,-5 0-4-15,5 1-44 0,-3-3-80 16,7-2-76-16,4-5-60 0,8-3-252 0,5-10-20 16,6 0-56-16,5-6-688 0,0-3-716 15,12-13-3593-15</inkml:trace>
  <inkml:trace contextRef="#ctx0" brushRef="#br0" timeOffset="107297.461">23351 8426 10556 0,'0'0'2389'16,"0"0"-1165"-16,0 0-240 0,0 0 488 15,0 0-304-15,96-44-376 0,-72 41-348 0,4 3-148 16,0 0-140-16,0 6-32 16,0 6 24-16,-4 1-136 0,-5 6-4 0,-2 1 52 15,-6 2 4-15,-7 6-64 16,-4 1 120-16,-4 6-60 0,-16 3 112 0,1 4-12 16,-9-2 48-16,0 2 48 0,0-1 0 15,0-6 72-15,4 0-36 0,8-7-123 16,4-2 3-16,4-7-64 0,8-3 12 0,0-3-72 15,13-1-44-15,6 1 180 0,13-4 44 16,3-2 536-16,10-1-256 0,2-6-232 0,5 0-132 16,4 0-132-16,-4 0-4 15,-1-6-8-15,-2 2-48 16,-6-5-144-16,1 3-292 0,-4-1-216 0,-4-2-148 16,-1 3-233-16,-3-1-1171 0,-12 4-3708 0,1-4-6561 15</inkml:trace>
  <inkml:trace contextRef="#ctx0" brushRef="#br0" timeOffset="108142.439">13136 10769 8504 0,'0'0'1516'15,"0"0"-535"-15,0 0 291 0,0 0 564 0,79 0 92 16,-39 0-388-16,12-5-344 0,0-2-260 15,4-3-264-15,-1 0-160 0,5-2-160 0,-8-1-296 16,-4 1-56-16,-4-5-120 16,-5 5-52-16,-7-1-204 0,-8 4-212 15,-4-1-172-15,-8 3-260 0,-4 4-644 0,-8 3-2352 16,-4 0-2977-16</inkml:trace>
  <inkml:trace contextRef="#ctx0" brushRef="#br0" timeOffset="108298.889">13327 10944 4072 0,'0'0'8245'0,"0"0"-7021"0,0 0-892 16,0 0 416-1,0 0 772-15,100 22 92 0,-57-29-192 16,13-8-564-16,0-7-428 0,8-7-296 0,-5-2-132 0,-3-5-268 16,0 2-492-16,-8-5-496 0,-16 11-984 15,3-14-3893-15</inkml:trace>
  <inkml:trace contextRef="#ctx0" brushRef="#br0" timeOffset="108567.883">13578 10344 10528 0,'0'0'1865'0,"0"0"-1253"15,0 0-432-15,0 0 864 0,0 0 720 0,96 0-424 16,-53 9-364-16,9 4-348 0,4 0-112 15,4 2-36-15,-4 4-296 0,-1 0-184 0,-3 7-148 16,-4-1 12-16,-12 7-120 0,0 0-76 16,-12 6-84-16,-5 1 8 15,-6-1 112-15,-6 6 48 0,-7 0-76 0,-4 5 40 16,-12-2-100-16,-3 7 108 16,-9-4 64-16,0 1 76 0,-4-1-8 15,-4 2-132-15,4-5-352 0,1-2-648 0,-5-3-808 16,12-14-2381-16</inkml:trace>
  <inkml:trace contextRef="#ctx0" brushRef="#br0" timeOffset="110776.786">15375 10471 7112 0,'0'0'2192'0,"0"0"-680"0,0 0 1549 15,0 0-1169-15,0 0-388 16,0 0-352-16,0 0-216 0,0 0-188 16,0-6-128-16,4 17-168 15,12 16 156-15,-1 7 205 0,6 17-365 16,-5 7-244-16,-4 5-72 15,-5 6-44-15,-3 4-88 0,-4-2 0 0,0 2-12 16,-7-3-76-16,-1-7-56 0,0-6-12 0,3-12-100 0,5-7-204 16,0-10-121-16,0-12-15 0,5-3-136 15,3-7-356-15,3-6-616 0,2 0-496 0,-1-9-772 16,4-13-4397 0</inkml:trace>
  <inkml:trace contextRef="#ctx0" brushRef="#br0" timeOffset="110937.204">15650 10893 11477 0,'0'0'2596'0,"0"0"-1940"16,0 0 40-16,0 0 860 15,0 0-96-15,0 0-268 0,88 38-420 16,-57-38-308-16,1 0-148 0,8-3-180 0,0-10-136 16,4-2-228-16,-5-9-312 0,6-1-340 15,-6-2-260-15,-7-3-760 0,-4 8-1996 0,-4-6-3517 16</inkml:trace>
  <inkml:trace contextRef="#ctx0" brushRef="#br0" timeOffset="111111.829">16120 10537 2948 0,'0'0'5028'0,"0"0"-3716"16,0 0 44-16,-8 92 429 0,8-50 179 0,0 2-276 15,4 5-288-15,0 5-212 0,4 2-316 16,-4 4-312-16,0 1-436 0,0 2-124 0,0-6-184 15,0-3-84-15,-4-3-396 0,8-3-408 16,0-10-456-16,7-7-904 0,-2-8-1989 0,19-14-1827 16</inkml:trace>
  <inkml:trace contextRef="#ctx0" brushRef="#br0" timeOffset="111516.67">17470 10712 11745 0,'0'0'2516'0,"0"0"-1696"0,0 0-616 16,0 0 360-16,0 0 92 0,0 0-32 0,-111 82-104 0,67-50-172 15,-3 0-88-15,-5 6-40 0,0 0-44 16,-3 0 68-16,3 4 40 0,-4 2-100 0,7-6-76 0,6 0-44 15,3-6 32-15,12-3 88 16,4-10-12-16,13-3-120 0,2-7-52 16,9 0-4-16,0-2-56 0,9 0 60 0,2 2 36 15,9-2 124-15,5 2 180 0,-2 0-84 16,9 1-84 0,-4-4-40-16,3-3 4 0,-3 4-4 0,0-7-20 0,4 3-76 15,-4 0-36-15,-4-3-84 16,4 0-64-16,-8 0-48 0,4 0 16 0,-8 0-4 15,0 0 12-15,0 0-84 0,-4 0-84 16,4 0-4-16,-4 0 48 0,-1 0-120 0,2 6-336 16,-2-3-440-16,-7 4-892 0,5-1-1957 15,-9 1-4347-15</inkml:trace>
  <inkml:trace contextRef="#ctx0" brushRef="#br0" timeOffset="112770.823">16913 11684 6732 0,'0'0'3012'0,"0"0"-667"15,0 0-865-15,0 0-8 0,0 0-36 16,0 0-244-16,0 0-300 0,0 0-216 0,0 0 0 16,56 12-104-16,-24-5-36 15,3-4 120-15,10 3-179 16,-6 1-213-16,5-1-92 0,-9-3-64 0,6 3-104 15,-9-3-4-15,0 1-72 0,-1-1-48 16,-7-3 44-16,4 0-104 0,-4 0-76 0,-4 0-109 16,0-7-71-16,-4 2-124 0,-4-5-236 15,0-3-556-15,-5-3-1072 0,-3 4-2324 16,-4-7-3053-16</inkml:trace>
  <inkml:trace contextRef="#ctx0" brushRef="#br0" timeOffset="112986.267">17287 11487 12269 0,'0'0'1748'0,"0"0"-924"0,0 0-812 15,0 0 768-15,0 0 388 16,32 91-212-16,-20-55-264 0,4-4-296 0,0 3-248 16,0-4-16-16,0 1 52 0,0 2-120 15,-4-1 8-15,0-1-72 0,-1-4-172 0,2-6-36 16,-5 0-36-16,4-5-264 0,0-5-344 15,3-6-184-15,5-3-284 0,1-6-596 16,-6-3-845-16,13-16-1963 0</inkml:trace>
  <inkml:trace contextRef="#ctx0" brushRef="#br0" timeOffset="113317.965">18344 10706 9528 0,'0'0'1821'0,"0"0"-961"0,0 0 100 0,0 0 628 16,0 0-280-16,0 0-196 16,0 0-404-16,0 0-300 0,0 0-148 0,0 0 72 0,0 0-100 15,4 86 28-15,-4-42 20 16,-4 7-60-16,-1 6 124 15,-3 3 24-15,0 1-100 0,-3-1-100 0,-6-3-108 0,-3 4-60 16,1-1-12-16,-5-3-60 0,0-3 12 16,-1-6-24-16,2-4-124 0,7-9-184 15,4-9 0-15,5-8 16 16,2-8-32-16,5-10-256 0,0 0-400 0,0-10-340 16,8-6-348-16,4-9 32 15,0-7-917-15,-4 4-671 0,8-26-3128 0</inkml:trace>
  <inkml:trace contextRef="#ctx0" brushRef="#br0" timeOffset="113582.383">18267 10950 10424 0,'0'0'1633'15,"0"0"-1069"-15,0 0-384 0,0 0 536 16,0 0 388-16,0 0-236 0,84 16-84 16,-60 7-84-16,-4 6-180 0,4 4 0 0,-4 6 60 0,-4-1-112 15,-4 3-100-15,4-3-108 16,-9 3-40-16,2-6 36 0,-1-3-72 15,-4-6-76-15,3-3-60 0,2-9-48 0,-1-3 48 16,-4-5 52-16,3-4 72 0,1-2 44 16,1 0 380-16,2-5-107 0,6-9-237 0,2-7-140 15,1-11-112-15,8-10-36 0,0-4-88 16,0-9-92 0,-5 1-137-16,1-6-147 0,-3 3-72 0,-2-1-136 15,-3 8-152-15,1 2-236 0,-6 11-532 16,5 4-1036-16,-7 12-1973 0,2 1-2179 15</inkml:trace>
  <inkml:trace contextRef="#ctx0" brushRef="#br0" timeOffset="114274.471">19328 10690 7240 0,'0'0'2052'16,"0"0"-399"-16,0 0-405 15,0 0 52-15,0 0 8 0,0 0-164 16,0 0-212-16,0 0-276 0,0 0-184 0,0 0-176 15,0 0-124-15,-28-3-60 0,28 3-12 16,0 0-28-16,0 0-20 0,-4 3 8 16,4 0 100-16,-5 4-64 0,1-4 104 15,4 0 8-15,0-3 0 0,0 3 12 0,0-3-12 16,0 0-48-16,0 0-16 0,0 0-20 16,0 0-28-16,0 0-48 0,0 0-48 15,0 0-8-15,0 0-124 0,4 0-4 16,1 0 4-16,7 0 8 0,3 0 124 0,5 3 12 15,8 0 0-15,4 0-12 0,0 1-60 16,4-1 12-16,-1-3 36 16,2 3-40-16,-5-3-68 0,-4 0-396 0,-5-3-244 15,-3 0-244-15,-8-1-376 0,-8 1-1072 0,0 0-1773 16,-4-3-1643-16</inkml:trace>
  <inkml:trace contextRef="#ctx0" brushRef="#br0" timeOffset="114526.781">19283 10764 692 0,'0'0'9304'0,"0"0"-7743"15,0 0-969-15,0 0 60 0,-15 66 648 0,10-41 152 16,5 3-360-16,0 4-380 0,0 3-280 16,0 7 16-16,0-2 8 0,0 9-52 15,0 1-72-15,0 1-100 0,-4-1-96 16,4 1 12-16,-4-3-16 0,4-7 16 0,0-2 0 15,13-7 84-15,-1-4 216 0,8-6 136 16,-1-6-267-16,1 0-193 0,5-10-124 0,-1 0-96 16,3-6-185-16,4-3-119 0,6-9-72 15,-5-7-56-15,4-3-156 0,-8-4-448 16,0-6-788-16,-9 10-2128 16,1-15-2353-16</inkml:trace>
  <inkml:trace contextRef="#ctx0" brushRef="#br0" timeOffset="114761.619">19826 10846 11357 0,'0'0'1936'16,"0"0"-1136"-16,0 0-308 16,11 91 668-16,-7-52 380 0,5 5-32 0,-5 1-464 0,0-4-336 15,-1 3-196-15,1-5-180 16,0-2-164-16,-4-1-168 0,4-5 0 0,0-2-144 15,1-4-272-15,-1-6 52 0,3-7 60 16,1-5-580-16,4-3-308 0,0-4-1064 16,-4-11-1668-16,-1 5-1133 0,2-13-1451 15</inkml:trace>
  <inkml:trace contextRef="#ctx0" brushRef="#br0" timeOffset="114894.393">19965 11178 4408 0,'0'0'6709'0,"0"0"-4161"0,0 0-752 0,0 0-504 0,0 0-332 16,0 0 432-16,0 0 104 0,0 0-219 15,84-2-501-15,-64 4-328 0,3 2-208 16,5-1-92-16,-4-3-148 0,4-3-40 16,4-3-288-16,-4-10-216 0,0 0-233 0,4-3-195 15,-4-3-520-15,-4 0-784 16,-9 6-2744-16,2-12-4017 0</inkml:trace>
  <inkml:trace contextRef="#ctx0" brushRef="#br0" timeOffset="115064.677">20344 10868 10676 0,'0'0'2337'0,"0"0"-1177"0,0 0-628 16,-24 79 388-16,16-41 596 16,-1 3-116-16,2 1-244 0,3 2-436 15,-4 4-220-15,3-4-124 0,-3 3-156 0,5-2-156 16,-5 0-64-16,4-4-4 0,0-9-68 16,-1-7-368-16,5-2-276 0,0-11-180 15,0-2-112-15,9-4-752 0,-1-6-1408 16,-1-3-3001-16</inkml:trace>
  <inkml:trace contextRef="#ctx0" brushRef="#br0" timeOffset="115477.575">20801 10804 16689 0,'0'0'2672'0,"0"0"-1180"0,0 0-1360 15,0 0-132-15,0 0 0 0,0 0 232 0,0 0-220 16,0 0-12-16,101-45-244 0,-62 30-48 16,1-1-72-16,-5 6-64 0,-3 4 192 15,-8 0 152-15,0 6 24 0,-7 0-4 0,-2 6 64 16,-7 7 40-16,1-1 424 16,-5 4-48-16,-4 7-172 15,0 0-100-15,0 2 4 0,0 2-76 0,0 3 64 0,0 1-4 16,0-2-48-16,0 6-32 15,0 0 8-15,0 0 12 0,3 2 96 16,-3 2-7-16,4 3 71 0,0-5-28 0,0 5-20 16,-4-2-100-16,4-1-12 15,0 3-60-15,1-5-4 0,-2-1 40 0,-3-2-40 16,4-5-8-16,-4-4-64 0,0-6 56 16,0 1-100-16,0-6 96 0,0 0-124 15,-7-2-128-15,-6 2 20 0,-6-6-49 0,-5 5 13 16,-1-6-120-16,-6 2-52 0,-1-2-148 15,-4-4-220-15,-8 0-600 0,-4 0-1172 16,13-3-3029-16,-29 3-3551 0</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50:26.791"/>
    </inkml:context>
    <inkml:brush xml:id="br0">
      <inkml:brushProperty name="width" value="0.05292" units="cm"/>
      <inkml:brushProperty name="height" value="0.05292" units="cm"/>
      <inkml:brushProperty name="color" value="#7030A0"/>
    </inkml:brush>
  </inkml:definitions>
  <inkml:trace contextRef="#ctx0" brushRef="#br0">27881 1289 432 0,'0'0'7144'0,"0"0"-6096"16,0 0-400-16,0 0-92 0,0 0-272 15,-91-3 853-15,71 3-85 0,-4 0-412 0,-4 0-420 16,4 0 84-16,0 0 256 0,1 6-28 16,-5-3-88-16,4 4-80 0,-4 2-124 15,0 0 8-15,-4 1 4 16,4 4 140-16,-8 0-104 0,4 2-116 15,-3 4-68-15,-5 2-104 0,4 3-72 16,4 1 72-16,0 5 12 0,0 1 48 16,9 0 228-16,3 6-228 0,3-3-60 15,10 3-84-15,-5 0-204 16,3-3 288-16,2 3 64 0,-1 4-64 0,4-1 0 0,-4 0 28 16,8 3-28-16,0 0-76 0,0-2 28 0,8-4 48 15,4 3-8-15,4-2 4 16,-1-4-48-16,6 2 44 0,3-5 0 15,4 0-4-15,4 0 12 16,3-4 0-16,1 1 0 0,0-3-72 16,3-1 60-16,-2 0 12 0,2 0-4 0,1 1 8 0,4-1 56 15,4 5 88-15,0-5-72 0,3 0-4 16,5-3 4-16,4 0-12 0,7-3-16 0,2-3-36 0,2-4-12 16,8 1 0-1,-2-6-88-15,3 2-96 0,3-5-164 16,1 3 72-16,3-5 176 0,9 4 96 0,7-2 4 15,9 3 0-15,-1-1 4 0,9 2 0 16,3-1 8-16,-3 0-12 0,0-2-8 16,-9-1-36-16,0-1 44 0,-3-3 8 0,-4 0-8 15,0-3-8-15,-5-3-52 0,5 0 60 0,0-5 12 16,-5 5 88-16,4-2-92 16,2 1-4-16,-2-3 84 0,-4-3 48 15,1 1-72-15,-5-5-16 0,-3-1 4 16,-8-5-4-16,0-2-48 0,-13 0-68 15,1-4 64-15,-4 1-72 0,-4-1 0 0,-5 0 4 16,-3 4 68-16,-4-7 4 16,-4 4 8-16,-5-4 104 0,2 3-16 15,-2-2-92-15,-3-4-8 0,0 0-196 16,0-3 24-16,-1-4-40 0,-3 1-272 16,-4 0-4-16,-4 3 176 0,-8 0 88 15,0-1 128-15,-4 4-64 0,-9-2 60 16,-2 2 104-16,-5 0 204 0,0-3 36 0,-8 0-12 15,-12-1 12-15,-4 1-76 0,-8-3-128 16,-7 3-36-16,-9-4-36 0,-5 4-16 16,-10-3-112-16,-5 3 40 0,-7 4-4 15,-9-4 16-15,-4 2 12 0,-3 1 92 0,-5 0 8 16,-3 0 52-16,-6 1-52 0,-2 2 88 16,-1 3-44-16,-7 4-44 0,-4 0-60 0,-9 5 60 15,0 5 292-15,-7 2-168 0,-5 3-124 16,-7 6-24-16,-4 4-140 15,-4 7 36-15,-1 3-72 16,5 3 72-16,-5 6 16 0,1 0-116 0,4 0-180 16,-1 6-88-16,1 0-336 0,-1 1-220 0,8 3-429 15,5-1-35-15,40-6-952 16,-33 7-1472-16</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32:51.533"/>
    </inkml:context>
    <inkml:brush xml:id="br0">
      <inkml:brushProperty name="width" value="0.05292" units="cm"/>
      <inkml:brushProperty name="height" value="0.05292" units="cm"/>
      <inkml:brushProperty name="color" value="#FF0000"/>
    </inkml:brush>
  </inkml:definitions>
  <inkml:trace contextRef="#ctx0" brushRef="#br0">5745 6594 9352 0,'0'0'2641'0,"0"0"-1437"15,0 0-352-15,0 0 552 16,0 0 212-16,0 0-300 0,0 0-616 15,0 0-380-15,0 0-52 0,0 0-20 0,0 0-52 16,0 0-64-16,0 0-56 16,0 0-64-16,0 0-8 0,0 0-4 0,0 0 0 15,0 0 0-15,0 0 12 0,0 0 72 16,0 0-24-16,0 0-48 0,0 0 0 16,0 0 0-16,0 0 64 0,0 0-76 0,0 0-8 15,0 0-140-15,-5 3-72 16,2-3-72-16,-1 3 72 0,-4-3 84 15,4 0 88-15,0 0 48 0,4 0 48 0,-5 0 36 16,5 0 4-16,0 0-16 0,0 0-24 16,0 0-48-16,0 0-72 0,5-6-36 15,-1 0-128-15,0-1 16 0,4 1 136 16,-4 3 8-16,-1 0-20 0,-3 3-92 0,0 0 44 16,0 0 128-16,5 0-68 0,-5 0 84 15,0 3 160-15,4 0 72 0,-4 0-20 16,0 0-52-16,0 1-88 0,0-1-24 15,0-3-48-15,0 0 0 0,0 3-84 0,0-3-64 16,0 0-36-16,0 0-124 0,0 0-200 16,0 0-232-16,0 0-296 0,0 0-412 15,0 0-620-15,0 0-2037 0,0 0-3415 0,0-3 6232 16</inkml:trace>
  <inkml:trace contextRef="#ctx0" brushRef="#br0" timeOffset="5273.932">5589 6484 9308 0,'0'0'1084'0,"0"0"2833"16,0 0-2341-16,0 0-200 0,0 0-224 0,0 0-120 15,0 0-320-15,0 0-396 0,0 0-108 16,0 0 48-16,0 0 12 0,0 0-12 0,0 0-64 15,97 44-56-15,-58-50-39 0,1-1-89 0,8-3-8 16,-9 1-8-16,5-3-65 16,-4 1 25-16,-4-1-232 0,0-1-280 0,-4 0-124 15,-4 4-444-15,-8-4-724 0,-1 4-824 16,-6-1-2333-16,-2 1-3267 0</inkml:trace>
  <inkml:trace contextRef="#ctx0" brushRef="#br0" timeOffset="5637.642">5796 5997 4728 0,'0'0'5064'16,"0"0"-3235"-16,0 0-765 0,0 0-168 0,0 0 396 16,0 0-112-16,0 0-348 0,0 0-312 15,0 0-208-15,0 0-76 0,0 0-140 16,0 0-32-16,-3 54 96 0,3-19 36 16,0 10-48-16,0 9 24 0,0 9-24 15,0 6-60-15,-4 5-48 0,0 2-40 0,0 4-48 16,0-1 48-16,-1 0 48 15,1-9 24-15,4-7-64 0,0-12-8 0,9-9-16 16,3-17 16-16,-1-9-4 0,6-10 4 16,-2-6-196-16,5-6-60 15,5-13-4-15,3-10-184 0,3-6-188 0,-3-12-352 16,0-4-404-16,-1-6-680 0,-6 12-2281 16,-1-27-1663-16</inkml:trace>
  <inkml:trace contextRef="#ctx0" brushRef="#br0" timeOffset="6033.118">6155 5807 7688 0,'0'0'2536'15,"0"0"-1231"-15,0 0-113 0,0 0 196 16,0 0 76-16,0 0-232 0,8 66-348 16,-8-28-216-16,4 14-16 0,-4 11 60 0,0 7 80 15,0 9-424-15,-4 7-136 0,0 3-112 16,-3-4-120-16,-2 2 0 0,1-15-48 15,8-5 48-15,0-17 0 0,0-11 84 0,4-11 12 16,5-6-32-16,-5-5-64 16,3-11-60-16,5-3-144 0,-3-3-28 0,6-3 48 15,-3-10 88-15,8-9-4 16,-4-3-20-16,3-2-76 0,2 0 0 16,-5 2 36-16,0 5 64 0,-5 8-64 0,2 5-60 15,-2 7 160-15,2 3 60 0,-2 13 356 16,1 4 168-16,4 5-196 0,-4 2-96 15,-3 6 36-15,-2 2-12 0,5-4-36 16,-8-2-24-16,5-4-63 0,-2-3-49 16,1-9-84-16,0-1-4 15,0-5-44-15,-4-3-161 0,8-4-227 0,-5-4-112 0,6-5-64 16,2-8-196-16,-2-4-384 16,2-8-844-16,2-3-832 0,-6 10-1609 15,1-9-439-15</inkml:trace>
  <inkml:trace contextRef="#ctx0" brushRef="#br0" timeOffset="6309.582">6665 6782 7596 0,'0'0'3224'16,"0"0"-1043"-16,0 0-501 0,0 0-120 16,0 0-176-16,0 0-160 0,0 0-392 0,0 0-144 15,80 44-176-15,-60-60-244 16,3-6-148-16,5-7-120 0,0-2-304 0,-4-1-48 16,-3 0 20-16,-2 3 64 0,-3 7 84 15,-4 0 12-15,-8 3 4 0,0 3 80 16,-4 7 88-16,-4-2 8 0,-8 9 64 15,1 2 200-15,-2 2-16 0,-2 12-172 0,-6 5-32 16,6 6 56-16,-9 7 124 0,4 3 96 16,4 7-84-16,-4-2-60 0,3 2 0 15,6-4-4-15,-1-7-44 0,7-5-19 16,5-7-117-16,0-3-85 16,5-3-171-16,11-7 12 0,0 1-60 0,3-5-196 15,2-2-112-15,7-2-24 0,4-8-300 16,-1-6-688-16,-3 7-1548 0,25-13-3845 15</inkml:trace>
  <inkml:trace contextRef="#ctx0" brushRef="#br0" timeOffset="7086.755">8251 6696 6960 0,'0'0'2764'0,"0"0"-1644"15,0 0 41-15,0 0 51 0,0 0 72 16,-67-67-8-16,58 64-200 0,1 3-304 0,-3 0-252 16,-2 9-100-16,-6 8-200 0,-2 4 140 15,6 11 56 1,-1 6 220-16,4 7-148 0,-1 2-148 16,6 2-120-16,3-2-152 0,0-6-68 0,4-6-12 15,0-13 12-15,0-6-12 0,8-7-36 0,-1-4-184 16,10-5 0-16,-2-5 76 0,9-4 8 15,-3-10-120-15,3-3-88 0,-5-4 4 0,-2-2-32 16,-2 0 28-16,-2-2 0 16,-2 8 108-16,-3 4 28 15,-4 4 144-15,-4 5 12 0,0 6 64 0,0 3 0 16,0 0 100-16,0 6 24 0,5 7 124 16,-5 3 60-16,3 9 112 0,1 0-116 15,0 5 52-15,0-2 24 0,0-3-84 16,4-2-260-16,0-8-36 0,0-5-160 15,3-7-220-15,10 1-96 0,-1-8 20 0,8-6-160 0,-1-8-572 16,1-5-1288-16,-4 1-2325 16,12-14-2375-16</inkml:trace>
  <inkml:trace contextRef="#ctx0" brushRef="#br0" timeOffset="7286.146">8657 6667 6928 0,'0'0'5117'0,"0"0"-3633"16,0 0-632-16,0 0 648 0,-43 69 172 0,26-33-92 15,2 2-388-15,2 4-328 0,2-2-39 16,-2-1-61-16,9-4-280 0,1-10-308 16,3-3-176-16,0-9-244 0,7-7-204 15,6-3 160-15,2-3 44 0,9-3 0 16,1-12-73-16,3-5-83 16,0-8-172-16,0-7-504 0,3-3-844 0,5-6-1092 15,-12 11-1857-15,16-23-955 0</inkml:trace>
  <inkml:trace contextRef="#ctx0" brushRef="#br0" timeOffset="7635.432">9056 6117 10484 0,'0'0'2697'15,"0"0"-1477"-15,0 0 156 0,-16 99 64 16,12-51-4-16,0 12-160 16,4 4-348-16,-4 2-200 0,4 8-71 0,0-2-245 15,0 1-208-15,0 1-204 16,0-8-56-16,0-6-40 0,0-9-108 0,4-12-76 15,4-11 72-15,0-12 3 0,-4-6 21 0,0-8-120 16,0-2-72-16,-1 0 24 16,-3-2 156-16,0-5 84 0,-3-9-240 0,-1-3-348 15,-8-6-508-15,-4-3-396 0,-3-5-896 16,-6 3-480-16,-3-3-89 0,0 1 429 16,0 4 1532-16,0 3 1108 0,4 1 1576 0,9 12 584 15,2 3 328-15,6 5-187 0,7 1-509 16,0 3-316-16,0 0-248 0,7 0-248 15,10-3-204-15,7 3-100 0,4-6 32 16,8-1 48-16,3 1-340 16,1-7-160-16,4-2-136 0,-1-5-120 0,2-2-96 15,-2-3-308-15,1 0-400 0,-4-5-320 16,0 2-776-16,-12 9-2688 0,11-6-3917 16</inkml:trace>
  <inkml:trace contextRef="#ctx0" brushRef="#br0" timeOffset="7808.423">9550 6588 10312 0,'0'0'2353'15,"0"0"-621"-15,-8 66 4 0,0-36-36 16,4-5-468-16,0-6-656 0,0 0-416 16,4-3-160-16,-4-7-84 0,4 1-200 15,-4-4-304-15,4-3-140 0,-4-3-288 0,-3 0-892 16,2 0-1236-16,-3-6-2761 0</inkml:trace>
  <inkml:trace contextRef="#ctx0" brushRef="#br0" timeOffset="7974.134">9346 6336 11205 0,'0'0'1680'15,"0"0"-1332"-15,0 0 300 0,0 0 1144 16,0 0-536-16,0 0-684 0,0 0-572 0,97-27 0 15,-78 23-184-15,5 2-564 0,-7 2-1064 16,-2-5-2413-16,1 5-4847 0</inkml:trace>
  <inkml:trace contextRef="#ctx0" brushRef="#br0" timeOffset="8556.474">9821 6597 3332 0,'0'0'1964'15,"0"0"-856"-15,0 0-392 0,0 0 192 16,0 0 428-16,0 0 48 0,0 0-291 0,0 0-297 16,0 0-68-16,0 0 120 0,4 62 116 15,-8-57-88-15,4 4-184 0,0 2-92 0,-4-6-104 16,4 5-40-16,-4 2-24 16,4 1-124-16,-5-1-148 0,5 5-52 0,0-4-96 0,0 3-12 15,0-4-76-15,0 4 16 0,0-7 8 16,0 4-68-1,5-7-64-15,-1 1-88 0,0-7-48 0,-4 3 84 0,4-3 12 16,-4 0 0-16,4-3-24 0,-1-4 76 16,6-5 8-16,3-1 40 0,-1-3-160 0,6-3-160 15,-2 4-156-15,2 2 208 16,-6-1 280-16,6 2 108 16,-2 3 4-16,1-3 148 0,0-2 156 0,0 2-52 15,0-6-52-15,-4 1-88 0,4-6-48 16,-4 1-56-16,-4 0 68 0,0 3 28 0,-4-1-92 15,-1 6-8-15,-3 1-4 16,0 0 0-16,-7 3-48 0,-1 1 48 16,-4-1 76-16,-4 7 100 0,0 0 24 0,0 3-112 0,-4 0 48 15,-3 6 12 1,-1 7-60-16,3 3-88 0,-3-1-60 16,1 8-12-16,3-1 68 0,-1 3-4 0,6-2-168 15,3 2-124-15,0-6-468 0,8 0-112 16,0-2-324-16,4-9-584 0,0-1-445 0,4-3-543 15,12-4-504-15</inkml:trace>
  <inkml:trace contextRef="#ctx0" brushRef="#br0" timeOffset="8902.342">10239 6509 7476 0,'0'0'4329'0,"0"0"-2233"15,0 0-452-15,5 66-228 0,-5-34-324 0,0-4-152 16,0 1-364-16,0-4-356 0,0-3-216 16,0 1-4-16,0-7-12 0,3-3-36 0,1-4-4 15,4-6-8-15,0 0-320 16,4-3-76-16,4-9-48 0,0-7-52 16,8-3-204-16,-5-6-156 0,2 0-328 15,3 0 128-15,-9 1 504 0,2-1 292 16,-2 3 284-16,2 6 36 15,-6 0 140-15,2 10 384 0,-6-1 364 0,-3 7-116 0,0 0-68 16,4 10 240-16,-8 3-172 0,4 2-180 16,-4 1-184-16,0 6-48 0,0 1-92 15,0-1-96-15,-4 0-116 0,0-3-56 0,4 0-260 16,-4-2-356-16,4-2-584 0,0-2-668 16,0-4-2312-16,-4 1-3513 0</inkml:trace>
  <inkml:trace contextRef="#ctx0" brushRef="#br0" timeOffset="9323.076">11535 6569 12093 0,'0'0'2372'0,"0"0"-1100"15,0 0-564-15,23 85 248 0,-19-53 244 0,-4 4-204 16,0-8-432-16,0 0-380 16,0-6-180-16,0-3-4 15,0-6-100-15,-4-7-108 0,4-2-172 0,0-4-244 0,0 0-228 16,0-7-624-16,0-2-1652 15,-4-13-3221-15</inkml:trace>
  <inkml:trace contextRef="#ctx0" brushRef="#br0" timeOffset="9456.978">11470 6343 9712 0,'0'0'2809'15,"0"0"-1469"-15,0 0-240 0,0 0 360 0,76-9-388 16,-52 9-872-16,-1-3-200 0,-2 0-748 15,7 3-592-15,0-4-684 0,-8 4-2357 16,12 0-2923-16</inkml:trace>
  <inkml:trace contextRef="#ctx0" brushRef="#br0" timeOffset="9696.456">11988 6442 10844 0,'0'0'2041'0,"0"0"-1021"0,0 0-184 15,-19 67 840-15,6-45 16 0,2-3-312 0,3-3-600 16,-1-1-424-16,1-5-212 0,8-1-144 15,0 1-48-15,0-3-52 0,8-2 92 0,1 8-48 16,6-3-76-16,6 4-4 0,-2-3 40 0,1 3 12 16,4-2 20-16,-4 3 52 0,0 2-48 15,0-4 48-15,-4-1 12 16,-4 1 108-16,0-1 164 0,-5-2 32 0,-3 2-148 0,-4-2-156 16,0 3-216-16,-7-1-116 15,-5 1-48-15,-4-2-12 16,-4-3-148-16,0 2-100 0,-4-3-152 0,0-5-480 15,4-2-1128-15,4 0-2305 0,-8-6-2463 16</inkml:trace>
  <inkml:trace contextRef="#ctx0" brushRef="#br0" timeOffset="10272.303">12693 5880 8400 0,'0'0'5613'15,"0"0"-4249"-15,0 0-68 0,0 0-92 0,0 0-8 16,52 83-20-16,-48-46-332 0,-4 8-336 0,0 8-131 16,-7 8-49-16,-6 2-12 0,1 4-48 15,-4 0-40-15,-3-1-104 0,2 1-124 16,-2-6-72-16,3-7-12 0,4-13-36 15,8-6-4-15,-1-12 52 0,5-9-12 0,0-7-12 16,5 0-124-16,-1-7-168 0,4 0 11 16,0 0 13-16,-1-3 168 15,6-3 124-15,2 1 12 0,2 3-52 16,-2-2-20-16,1 4-64 0,0 0 52 16,0 6 84-16,1 5 60 0,-2-3 0 0,-3-1 4 15,0 6 4-15,0-3 92 0,-8-1 32 16,4 1 40-16,-4-1 12 0,-4 1 20 15,0-1 16-15,-4 4 12 0,-8-1-12 0,-7 9-27 16,-6-10-33-16,1 5-52 0,-8 1-36 16,4-9-68-16,1-2-4 0,2-6-216 0,6 0-225 15,-1-6-119-15,8-2-156 0,4-9-400 16,4-5-636-16,4 0-996 16,0 3-2681-16,16-7-2619 0</inkml:trace>
  <inkml:trace contextRef="#ctx0" brushRef="#br0" timeOffset="10689.219">13088 6705 11701 0,'0'0'2844'0,"0"0"-892"0,-24 77-64 0,12-49 52 16,-4 4-275-16,4-10-817 16,1-2-592-16,6-8-256 0,1-9-52 0,4 1-104 15,4-4-172-15,12-4-120 0,0-6 131 16,12-2 37-16,0-6-108 0,4-3-64 15,-1 2-96-15,1 4-52 16,-4 2 96-16,-4 7 220 0,0 6 148 16,-8 0 64-16,0 3 72 0,0 6 48 0,-4 7 200 15,4 6-16-15,-4 4-220 0,0 2-4 16,-1 5 252-16,-2-2 80 0,3 7-92 16,-8 3-236-16,-1 1 120 0,-3 1 236 15,0 6-172-15,-3-2-88 0,-13-2 52 0,-4 3 288 16,-8-4-144-16,0-3-11 15,-4-3-121-15,4-3 80 0,0-7-8 0,9-9-160 0,-1-2 12 16,4-11 76-16,4-6-4 16,0-6-168-16,-1-11-84 0,10-5-172 15,-1-10 184-15,4-1-36 0,4-9-64 16,12 1-128-16,3-4-29 0,9 3-83 0,0 1 156 16,4 3-48-16,4-1 108 0,4 2 0 15,-4 2-96-15,4-3-212 0,-5 3-380 16,6 3-836-16,-6 4-1136 0,-7 6-1801 15,8-1-939-15</inkml:trace>
  <inkml:trace contextRef="#ctx0" brushRef="#br0" timeOffset="12121.103">15985 5994 7232 0,'0'0'2012'0,"0"0"-940"0,0 0 1369 16,0 0-569-16,0 0-476 0,0 0-380 16,0 0-136-16,0 0-200 0,0 0-200 15,0 0-184-15,7-22-100 0,-7 28-124 0,4 7-20 16,1 6 180-16,-1 13 160 0,4 6 92 0,-5 10-20 16,-3 9-148-16,0 3-60 15,-7 10-123-15,-6 9 63 0,2 4-148 16,-10 3-48-16,2 3-4 0,3-5-80 15,-4-7-88-15,8-6 172 16,4-19 0-16,0-6 60 0,8-18 16 0,0-12-68 16,0-7-8-16,4-2 0 0,4-7 0 0,8 0-12 15,0-4-108-15,4-8 116 16,4-10-40-16,-1-4-101 0,-2-2 45 0,3-5-104 16,-9 0-52-16,5-3 60 0,-8 5-24 0,-3-1 4 15,-2 0 132-15,1 3 84 16,0 1 4-16,-4 2 0 0,4 8 4 15,-4-2 100-15,0 7-104 0,8 1-8 0,-9 2 4 16,6 7-12-16,3-3 8 0,-5 6 4 16,2 0 76-16,-1 3 96 0,3 10 168 15,-2 0-132-15,3 5-88 0,-8 8 36 16,-1 2 17-16,1 0-41 16,-4 8-68-16,0-4-16 0,0 2-36 0,0 1 32 15,0-3-44-15,0-3-8 0,0-1 4 16,0-2-4-16,0-4 0 0,0-3-64 15,4-5-28-15,-4-6 28 0,0-2 11 16,5-2-123-16,-5-1-144 0,0-3-48 16,0 0-16-16,0 0-96 0,0 0-100 0,4-7-148 15,0 1-548-15,0 3-1100 0,7-16-3069 0</inkml:trace>
  <inkml:trace contextRef="#ctx0" brushRef="#br0" timeOffset="13150.426">16893 6654 496 0,'0'0'8312'0,"0"0"-6167"0,0 0-845 16,0 0-64-16,0 0 160 0,0 0-288 16,0 0-316-16,0 0-296 0,0 0-248 0,0 0-84 15,0 0 44-15,20-2-72 0,-13 2-84 16,-2 0 132-16,-1 0-180 16,0 2 220-16,0 3-104 0,-4-3-8 0,0 4 72 0,4-3-108 15,-4 4-16-15,0 0 12 0,0-5 28 16,0 1-52-16,0 4-40 0,-4-4 0 15,0 3-8-15,0-2 0 16,0-2-12-16,-1-2 12 0,2 4 64 16,-1-4-4-16,0 0 12 0,0 0 4 15,0 0 32-15,0-4-20 0,0 2-28 16,0-4-60-16,4-1-196 0,-4 0 148 0,4 2-12 0,0-2 60 16,0 7 0-16,0-7-64 15,0 7-84-15,8-3-60 0,-4 3-12 16,4 0 48-16,0 0 36 0,-1 0 60 0,2 3 76 15,-1 4 40-15,-4 0 108 16,0-2-52-16,3 5 28 0,-7-4-76 16,5 4-48-16,-5-1 88 0,0-2-28 0,0-2 28 15,-5 2-84-15,1-3-4 0,1-1-88 16,-5 0 80-16,0-3-116 0,4 3 52 0,-4-3 68 16,4 0 0-16,-4-3-108 0,4 0 108 15,0-4-68-15,0-2-40 0,0 3 112 16,4-5 76-16,0 5-76 0,0-2 0 0,0 4-4 15,4-3-120-15,0 4 36 16,4 0 24-16,-4 1 56 16,0 2-208-16,0 0 56 0,-4 0 60 0,3 0 92 15,-3 0 8-15,0 2 0 0,0 1-48 16,0 4 24-16,0 0-312 16,0-1-224-16,0 0-344 0,0 1-772 0,-3-1-1196 0,3-3-3013 15</inkml:trace>
  <inkml:trace contextRef="#ctx0" brushRef="#br0" timeOffset="13936.981">17742 6477 3436 0,'0'0'1496'0,"0"0"120"16,0 0 252-16,0 0-532 0,0 0-716 0,0 0 1065 15,0 0-149-15,0 0-712 0,0 0-180 16,0 0 112-16,0 0-64 0,-44-48-92 15,40 48-92-15,-4 6-136 0,0 7-100 16,-4 6-24-16,0 3-16 16,-4 6 100-16,4 8 232 0,-4-1 0 15,4 6-260-15,0-3-204 0,1 4-100 16,2-4-4-16,1 0-132 0,8 0 4 0,0-7-4 16,0 1-48-16,4-7-72 0,9-2-420 15,2-7-88-15,9-7-128 0,0-2-356 0,8-4-1012 16,-8-3-1737-16,20-10-2451 0</inkml:trace>
  <inkml:trace contextRef="#ctx0" brushRef="#br0" timeOffset="14437.525">18125 6635 3252 0,'0'0'7893'16,"0"0"-6213"-16,0 0-404 0,0 0 316 15,-88 57-4-15,64-27-348 0,7-2-344 0,2 4-332 16,2-4-112-16,9-3-172 0,1-1-280 15,3-13 0-15,0 3-304 16,3-6 24-16,6-4 60 0,3-1-148 0,-1-3 108 16,2 0 88-16,2-10-84 15,6 1-212-15,-1-7-164 16,-1-3-36-16,1 0 92 0,-4 0 20 0,-4 0 56 16,4 0 96-16,-8 6 176 0,0 0 120 15,-4 4 108-15,0 6 112 0,-4 0 156 16,0-1-16-16,0 4-164 0,4 0-28 0,-4 7-44 15,4 3 472-15,4 2 28 0,0 7-104 16,0 3-24-16,3 3-32 0,2 8 164 16,-5-1-112-16,4 1-124 0,0 3-112 0,-5 5-36 15,-3-3 0-15,0 4-28 16,-4-1-100-16,0 0 68 0,0 0-76 0,-8-3 60 16,-3 1 36-16,-6-5 16 0,6-1-16 15,-9-5 64-15,4-3-12 16,-4 0 12-16,0-6-52 0,4-3 4 0,0-6 20 15,0 0-8-15,0-4-64 0,1-4-52 16,2 2 0-16,-2-4 76 0,-2 0 0 16,2-8-80-16,-6-6-4 0,2-1-144 0,3-5-112 15,0 1 36-15,4-3 36 0,0 0-36 16,8 3-12-16,4-4 96 0,0 5-44 16,4-5-44-16,8 1-108 15,0-1-184-15,8-2-240 0,0 0-388 16,-1 0-1036-16,-2 5-2333 0,11-8-2971 15</inkml:trace>
  <inkml:trace contextRef="#ctx0" brushRef="#br0" timeOffset="14836.362">18726 6232 9896 0,'0'0'2201'0,"0"0"-921"0,0 0-200 0,0 0 404 16,0 0-8-16,-4 83-264 0,8-51-472 16,3 2-164-16,2 7-112 15,-1 1 180-15,0 3-132 0,-1 2-195 16,-3 1-25-16,-4 2-52 0,0 1-92 0,0-3-88 16,-8-1-48-16,1-5-12 0,-1-4-4 15,4-7-56-15,-5-6-24 0,9-5-28 16,-3-7-200-16,3-7-345 0,0-3-247 15,0-3-24-15,3-3-488 0,6-6-992 0,-5-4-1416 16,4 3-565-16,-4-16-947 0</inkml:trace>
  <inkml:trace contextRef="#ctx0" brushRef="#br0" timeOffset="14987.248">18722 6731 8960 0,'0'0'2361'0,"0"0"-897"0,0 0-76 15,0 0 328-15,0 0 144 0,0 0-540 0,99 5-292 16,-67 0-196-16,4-3-80 15,-1-2-239-15,2 0-357 0,3-2-156 0,-5-8-96 16,1-4-172-16,0 0-181 0,-4-3-159 16,0 1-224-16,-5-2-404 15,1-5-984-15,-11 11-2620 0,-2-11-2893 0</inkml:trace>
  <inkml:trace contextRef="#ctx0" brushRef="#br0" timeOffset="15206.574">19120 6347 3512 0,'0'0'5660'0,"0"0"-3823"0,0 0-669 0,0 0 224 16,0 0 56-16,0 0 88 0,0 0-256 15,8 85-320-15,0-53-172 0,0 7 128 0,0-1-220 16,0-1-296-16,-4 4-156 0,0 1-87 16,-4 0-69-16,0-2-88 0,-8 2-8 15,0-4-80-15,0-2-32 0,0-9-65 0,0 2-143 16,4-8-232-16,0-4-280 0,4-4-376 15,4-7-804-15,8-6-944 0,0-3-1793 16,12-16-2851-16</inkml:trace>
  <inkml:trace contextRef="#ctx0" brushRef="#br0" timeOffset="15535.629">19813 6245 12317 0,'0'0'2720'0,"0"0"-1436"16,0 0-584-16,0 0 576 0,0 0-352 0,80 72-68 0,-64-46-108 15,4 6-360-15,-4 0-60 16,4 3-11-16,-8 3-73 0,4-1-52 0,-9 2-96 15,2-4-96-15,-5 0-4 0,-4 0-8 0,0-4 0 0,-4-1-48 16,-5-2-48 0,-6 0-64-16,-5 1-57 0,-5-4-15 15,-2 4 60-15,-4-4-44 0,-6 4-116 16,-3-1-80-16,1-2-56 0,-6-1-68 0,6 0-180 16,3-6-212-16,1 2-428 0,7-9-880 15,7-3-2241-15,2-5-2935 0</inkml:trace>
  <inkml:trace contextRef="#ctx0" brushRef="#br0" timeOffset="16771.144">20754 6639 6080 0,'0'0'6265'0,"0"0"-4773"16,0 0-856-16,0 0-4 15,0 0 136-15,0 0 108 0,0 0 60 0,0 0-12 16,92 13-368-16,-64-11-188 0,0 3-88 16,0-5-36-16,-2 2-72 0,2-2-172 15,0 0-12-15,-3 0-124 0,3 0-180 16,-4-2-248-16,0-3-272 0,-5 3-368 16,-6 2-1192-16,2-4-3261 0</inkml:trace>
  <inkml:trace contextRef="#ctx0" brushRef="#br0" timeOffset="16951.476">20917 6864 12029 0,'0'0'2560'16,"0"0"-1636"-16,0 0-472 0,0 0 312 0,76-5 268 15,-40 0-340-15,-4-1-396 0,7 3-296 0,6-4-40 16,-6 1-72-16,5 3-108 15,-4 0-324-15,4 0-588 0,-1 3-628 16,-11 0-1388-16,20-4-2549 0</inkml:trace>
  <inkml:trace contextRef="#ctx0" brushRef="#br0" timeOffset="17935.148">22547 5800 10212 0,'0'0'2317'0,"0"0"-1081"16,0 0-460-16,0 0 344 0,0 0 0 0,-40 70-212 0,36-35-192 15,4 7-88-15,0 5-4 0,0 10 12 16,4 3-172-16,0 4-196 0,0 0-60 15,-4 2-112-15,0 1-4 0,-4 3-92 16,-4-7-100-16,-4 4 92 0,0-10 4 16,1-6-56-16,2-9 0 0,5-8 0 0,4-8 56 15,0-11-72-15,0-2 4 0,0-6-48 16,0-5-212-16,4-2-192 0,5 0 168 16,-2-2 212-16,9-11 92 0,4-6-80 15,4-3-28-15,-1-5-40 0,1-4-44 16,-3-1-4-16,-6 4-24 0,1 0 88 15,-4 2 48-15,-8 7 136 0,5 3 0 16,-9 7 8-16,3-2-8 0,1 9-84 0,-4 2 36 16,0 0 40-16,4 2 8 0,4 5 64 15,1 9 356-15,-2 0-88 0,5 6 60 0,-8 0-60 16,4 4-48 0,0-1-28-16,-4 4-180 0,0-4-76 15,0 1-12-15,0-7-96 0,4 0-76 0,4-3-284 16,4-3-428-16,3-4-668 0,-2-3-1376 15,15-6-3013-15</inkml:trace>
  <inkml:trace contextRef="#ctx0" brushRef="#br0" timeOffset="18498.808">23364 6524 2812 0,'0'0'8032'0,"0"0"-6027"15,0 0-529-15,-84 35-264 0,56-9 44 16,4 6-28-16,-4 3-204 0,9 2-164 0,-2-2-116 16,6 0-256-16,2-6-272 15,6-7-156-15,3-6-60 16,4-7-100-16,0-6-80 0,4 1-88 0,7-4 0 16,2-4 256-16,6-5-136 0,1-7-60 0,4-3-120 15,0-6-104-15,0 3-8 0,0-3-40 16,0 2 84-16,-5 4 124 0,-6 0 60 15,-2 6 188-15,-3 0 24 0,1 7 12 0,-5-1 40 16,-4 7 48-16,3 0-4 0,-3 0 16 16,4 4-112-16,0 2 100 0,0 10 232 15,5 0 112-15,-5 6-40 0,7 7-36 0,-3-1-36 16,1 4-88-16,-2 3-84 0,1 0-64 16,0 4 4-1,-3-1-16-15,-5 3 12 0,0 3-8 0,0-2-80 0,-9 1-8 16,-3-1-4-16,1-1-48 15,-2 1 40-15,-2-5-28 0,2-5 40 0,2-1 48 16,-2-5 88-16,5 0 60 0,-3-7-64 16,3 0-48-16,-1-7-76 15,2-2 176-15,3-1 60 0,-4-5 1 0,-5-1-53 16,2 1-84-16,-5-4-36 0,-4 0 4 16,4 0-16-16,-8-7-48 0,4 1 48 15,-4-4-52-15,4 1 4 0,1-1 36 16,2 0-36-16,6-2 36 0,3 2-48 15,3-2-180-15,5-4-16 0,0 0 16 0,0-4-4 16,9 1 28-16,2-2-89 0,6-1-83 16,2-3-84-16,1 1-16 0,5-1-72 15,-2 0-152-15,-3-1-308 0,8-2-652 0,-8 9-1404 16,12-13-2689-16</inkml:trace>
  <inkml:trace contextRef="#ctx0" brushRef="#br0" timeOffset="19018.6">24049 5905 3664 0,'0'0'7501'0,"0"0"-5657"0,0 0-204 16,0 0-532-16,0 0 136 0,0 0-92 16,8 73-264-16,-5-44-128 0,1 3-148 0,1-1-100 15,3 4-12-15,-8-4-75 0,4 5-85 0,0-4-100 16,-4 3-68-16,0 3-100 0,0-4 12 16,0 8-72-16,0 2 48 0,-4 4 4 15,-4 3-64-15,-1 0 0 16,2 2-12-16,-1-1-4 0,0-1-44 15,0-7 12-15,0-6-24 0,4-6 0 0,4-7-60 16,0-6 32-16,0-7-44 0,0-1-112 16,0-9-145-1,0 1-123-15,4-3-72 0,0-3-16 0,3-6-60 16,2-1-276-16,3-9-644 0,0 6-1600 0,-4-15-2329 16</inkml:trace>
  <inkml:trace contextRef="#ctx0" brushRef="#br0" timeOffset="19197.122">24109 6496 3404 0,'0'0'6988'16,"0"0"-4967"-16,0 0-1061 0,0 0 512 15,0 0 212-15,84-16-476 0,-57 16-308 0,5 0-160 16,4-3 20-16,4-1-64 0,-1 1-188 16,2-3-252-16,-2 1-184 0,1-6-72 15,-8-2-4 1,4 0-188-16,-5 1-332 0,1-4-184 0,-4-3-236 15,-4 3-420-15,0-3-936 0,-8 3-2669 16,-4-5-2515-16</inkml:trace>
  <inkml:trace contextRef="#ctx0" brushRef="#br0" timeOffset="19450.398">24691 5994 8012 0,'0'0'2020'0,"0"0"-127"15,0 0-181-15,0 0-192 0,11 76-196 0,-7-54-240 16,0 8-268-16,0 1-252 16,1 1-36-16,-2 5-24 0,1 2-40 0,0 3-48 15,-4 2-112-15,4 3-84 16,-4 1-88-16,0-1-60 0,0 5-60 16,0-2 0-16,-4 1-12 0,0-4-12 15,-3 0-72-15,-2-5-148 0,5-3-268 0,4-4-156 16,0-7-180-16,0 1-48 15,8-7-404-15,4 0-1364 0,-4-9-2617 0,8-4-3447 16</inkml:trace>
  <inkml:trace contextRef="#ctx0" brushRef="#br0" timeOffset="28073.004">14443 3413 6260 0,'0'0'1184'0,"0"0"-520"16,0 0 1460-16,0 0-527 0,0 0-293 16,4-79-528-16,-4 66 200 0,0-3 92 0,0 3-248 15,0 0-124-15,0-2-140 0,0 5-148 16,0 1-12-16,-4-1-92 0,0 4-132 16,0 3-36-16,-5 0-72 0,-2 3-28 0,-1 0-36 15,-8 0-88 1,-8 12 32-16,-4 7 56 0,-4 13 4 15,-3 3 96-15,-2 9-16 0,-2 7-60 0,3 3-20 16,0-1-4-16,8 1 8 16,4 1-8-16,12-8-12 0,0-5 0 0,12-7-60 15,4-7 28-15,8-5 44 0,4-7 148 16,4-4-144-16,4-2 84 0,0-4 8 0,0-6 4 16,4 0-92-16,-4 0 4 15,4-6 48-15,-1-4-60 0,2-2-100 0,-5-1-268 16,-1-3-260-16,-3-1-184 0,-4 5-244 15,1-4-500-15,-13 4-1260 0,0 2-1941 16,-9-3-2203-16</inkml:trace>
  <inkml:trace contextRef="#ctx0" brushRef="#br0" timeOffset="28232.184">14136 3623 5776 0,'0'0'4980'0,"0"0"-3795"15,0 0-61-15,0 0 96 0,0 0 8 0,0 0-136 16,95 3-208-16,-74-6-264 0,-6-1-276 15,5 1-212-15,1-3-132 0,-10-1-148 0,1 0-160 16,0 5-524-16,-8-1-608 0,4 0-924 16,-4-1-1913-16,-4 2-1779 0</inkml:trace>
  <inkml:trace contextRef="#ctx0" brushRef="#br0" timeOffset="28354.202">14308 3657 7748 0,'0'0'1816'15,"0"0"-592"-15,0 0-91 0,-25 80 135 16,18-52-60-16,2-2-248 15,1-4-384-15,0 0-272 0,4-3-240 0,0-3-64 16,0 0-228-16,8-4-48 0,1 2-292 16,2-2-352-16,6-2-328 0,-6-7-1153 15,9 0-3291-15</inkml:trace>
  <inkml:trace contextRef="#ctx0" brushRef="#br0" timeOffset="28700.14">14861 3810 7948 0,'0'0'6229'0,"0"0"-5081"0,0 0-732 16,0 0 216-16,0 0 388 0,27-89-312 15,-2 63-352-15,-1-5-356 0,8 5-8 0,-1-2 8 16,1 6 0-16,-4 2-52 0,4 8-48 15,-4 2 16-15,-4 4-52 0,-1 3 24 16,-2 0 100-16,-5 3-48 0,-1 3 60 16,2 2 8-16,-2 9 68 0,-2-2-68 0,2 4 52 15,-2 3 128-15,-2 7-52 0,1-1 60 16,0 3 64-16,-4 2-216 0,-4-2-44 16,0 0-60-16,0 0-4 0,-4 2-8 15,0-8-100-15,0 0-40 16,0-6-12-16,0 0-196 0,-4-6-224 0,0-1-212 15,-4-2-372-15,1-1-1112 0,-6 0-2317 16,-6-6-2015-16</inkml:trace>
  <inkml:trace contextRef="#ctx0" brushRef="#br0" timeOffset="28890.775">15108 3940 5260 0,'0'0'1276'0,"0"0"2792"15,0 0-2947-15,0 0-197 0,0 0-32 0,-16 73 188 16,16-60-124-16,0-1-148 0,4 1-208 15,8-4 8-15,4-2 72 0,4-1-28 16,8-6-148-16,4 0-184 0,4-3-88 0,3-7-116 16,6-5-116-16,-2-4-60 0,0 0-48 15,-6-4-64-15,3 2-196 16,-9-2-640-16,-3-3-468 0,-8 4-1156 0,8-16-2869 0</inkml:trace>
  <inkml:trace contextRef="#ctx0" brushRef="#br0" timeOffset="31887.551">13032 3552 4576 0,'0'0'276'0,"0"0"4468"0,0 0-3852 0,0 0 101 16,0 0 367-16,0 0-164 0,0 0-208 15,0 0 192-15,-68-43-428 0,57 43-528 0,-6 3-212 16,-3 6-12-16,-3 0 148 0,-1 7-12 16,0 3-124-16,4 0-8 15,0 0 0-15,4 4 0 0,0-1 40 0,9-3-28 16,-2 0 132-16,9-3-36 16,0-1-100-16,0-2 112 0,9-1-40 15,6-2-72-15,2-3 100 0,2-1 48 0,9-3-36 0,4-3-60 16,7 0 8-16,6 0 16 15,-2-5 32-15,5-6-120 0,-4 1-36 16,0 2 32-16,-4-5 0 0,-5 4 0 16,1-5-44-16,-8 2-64 0,0-1 0 0,-8 4-144 15,0-4-264-15,-4 7-240 0,-8-4-192 16,-1 4-624-16,-7 0-1208 0,0-4-3169 0</inkml:trace>
  <inkml:trace contextRef="#ctx0" brushRef="#br0" timeOffset="32110.718">13295 3546 3332 0,'0'0'1796'0,"0"0"3552"15,0 0-4587-15,0 0-181 0,0 0 368 16,0 0 84-16,0 0-312 0,0 0-264 0,88 17-128 16,-72-9-140-16,4 5-48 0,-5-1-140 15,2 2-92-15,-6 2 16 16,-3 3-88-16,-3 0 64 0,-5-1 12 15,-5 9-12-15,-10-2-28 0,-6 0-288 16,-7 7-28-16,-7 0-64 0,-1 2-68 16,0-2-100-16,-3 0-416 0,7-4-729 0,8-9-1323 15,-4 7-2420-15</inkml:trace>
  <inkml:trace contextRef="#ctx0" brushRef="#br0" timeOffset="32707.905">11849 3305 756 0,'0'0'9772'0,"0"0"-8435"0,0 0-785 15,0 0 176-15,0 0 404 0,0 0-20 16,0 0 108-16,0 0-348 0,28 72-116 16,-20-39-152-16,3 2-40 0,-2 2-172 15,-1 4-48-15,-4 4-40 0,-1 3-144 0,1 3-112 16,0-4-48-16,5-2-112 0,-5-3 100 16,3-5-84-16,1 2-28 0,5-11 64 15,-9 1-60-15,7-7 8 0,-7-3-72 0,0-6-208 16,5-5-272-16,-9-1-212 0,3-7-240 15,-3 0-556-15,0-2-780 0,0-8-2081 16,0 1-2503-16</inkml:trace>
  <inkml:trace contextRef="#ctx0" brushRef="#br0" timeOffset="32859.845">11988 3727 6352 0,'0'0'4132'15,"0"0"-2215"-15,0 0-1061 0,0 0-436 0,0 0 216 16,0 0 324-16,0 0-56 0,0 0-312 15,0 0-208-15,0 0-84 0,99-6-116 0,-74-3-184 16,3-1-108-16,-1-3-276 0,1-3-452 16,0-6-764-16,-3 9-1524 15,-2-15-4281-15</inkml:trace>
  <inkml:trace contextRef="#ctx0" brushRef="#br0" timeOffset="33072.278">12299 3382 1368 0,'0'0'8700'0,"0"0"-7759"0,0 0-749 16,0 0 784-16,0 0 660 0,0 0-284 16,0 85-344-16,8-60-256 0,-4 6-216 15,0 2-16-15,0 2-28 0,0 0-184 0,0 3-148 16,0 3-96-16,0 0-64 0,-4 4-72 16,4-7 12-1,0 0-76-15,4 0 12 0,-4-6-108 0,3-1-164 16,2 2-372-16,3-5-560 0,4 0-440 15,-8-6-1056-15,11 1-3105 0</inkml:trace>
  <inkml:trace contextRef="#ctx0" brushRef="#br0" timeOffset="57972.358">6040 8671 2352 0,'0'0'340'16,"0"0"6844"-16,0 0-5559 0,0 0-725 0,0 0 148 0,0 0 80 15,-25 67 56-15,22-52-264 16,-1 4-52-16,0 0-332 15,0 7-56-15,4 2 36 0,0 3-60 0,0 8 132 0,0 2-52 16,4 4-220-16,0 5-132 16,0 5-88-16,3 8-12 0,-2 0 28 0,-1 8-48 0,0 1-56 15,0 2-16-15,0-1 8 16,-4-3 0-16,0 0-72 0,3-7-40 0,-3-3 52 16,0-2-60-16,0-11 60 15,4-6-28-15,0-13-20 16,5-2 8-16,-1-10-92 0,-1-6-76 0,2-4-492 15,3-6-284-15,-5 0 52 0,6 0-16 0,-5-10 140 16,3-3-1268-16,2-2-1009 16,-6-7-2003-16,1 5-87 0,-4-8 5235 0</inkml:trace>
  <inkml:trace contextRef="#ctx0" brushRef="#br0" timeOffset="58833.823">6586 8941 3800 0,'0'0'4904'16,"0"0"-2215"-16,0 0-1165 0,0 0-696 0,0 0-144 16,0 0 492-16,0 0-36 0,91 76-280 15,-59-44-304 1,4 9-72-16,0 3-56 0,-5 1 4 0,5 2-140 0,-4 1-180 16,-4-1-56-16,-4-2-56 15,0-7-12-15,-3-3-64 0,-6-6 72 0,1-4-92 16,-4-6 48-16,3-6-28 0,-6-4-168 15,3-3-308-15,-1-6-288 0,2-6-364 16,-2-6-732-16,-2-1-1984 0,3-20-3229 0</inkml:trace>
  <inkml:trace contextRef="#ctx0" brushRef="#br0" timeOffset="59066.309">7123 8975 116 0,'0'0'11013'16,"0"0"-9257"-16,0 0-1104 0,-56 74 96 0,37-40 716 0,-1 1-120 16,0 7-292-16,-4 5-412 0,0 8-392 15,-4 1-112-15,-4 8-96 16,0-3-40-16,1 2-48 16,3-6-28-16,-4-3-120 0,8-9-136 0,-1-8-176 15,10-5 64-15,7-10-140 0,0-9-296 16,8-7-464-16,0-3-628 0,5-3-1125 15,10-15-2179-15</inkml:trace>
  <inkml:trace contextRef="#ctx0" brushRef="#br0" timeOffset="59357.276">7434 8801 5004 0,'0'0'624'16,"0"0"4869"-16,0 0-4297 0,0 0-136 0,20 75-108 15,-12-45 396-15,4 5-128 0,0-1-400 16,-1 11-324-16,2 6-176 16,-1 3 60-16,0 6-72 0,-4 0-208 0,-4 1-100 0,3-1-16 15,-7-2-80-15,0-6 36 0,0 0 56 16,0-8-48-16,0-6-8 0,0-2-16 0,-3-8-20 15,3-9-64-15,-4-3-88 16,4-7-196-16,0-5-400 0,0-4-620 0,4 0-1120 16,-1-10-2213-16,1 1-2271 0,5-18 5817 15</inkml:trace>
  <inkml:trace contextRef="#ctx0" brushRef="#br0" timeOffset="59561.54">7884 9210 6412 0,'0'0'1520'0,"0"0"3017"15,0 0-2537-15,0 0-84 0,84-3-200 0,-59 0-352 16,1 0-592-16,6-4-456 0,0 1-204 16,1-3-112-16,3-1-96 0,-8 1-248 15,4-4-292-15,-4 7-124 0,-5-4-192 0,-3 7-820 16,-9 0-1264-16,-2 3-2441 0,-9 3-1623 15</inkml:trace>
  <inkml:trace contextRef="#ctx0" brushRef="#br0" timeOffset="59755.381">7980 9429 2540 0,'0'0'900'0,"0"0"3988"0,0 0-2235 0,0 0-681 16,0 0-152-16,0 0-400 0,0 0-244 15,92 33-100-15,-61-33-336 0,1 0-348 0,0-7-220 16,0 1-88-16,4-4-72 0,-8 0-12 16,3 1-68-16,1-1-240 0,-4 1-352 15,0 0-108-15,0-1-160 0,-4 0-1120 0,1 4-3293 16,-10 0-3603-16,1-1 8800 0</inkml:trace>
  <inkml:trace contextRef="#ctx0" brushRef="#br0" timeOffset="66519.583">9554 8438 6412 0,'0'0'6541'0,"0"0"-4901"16,0 0-668-16,0 0 148 0,0 0-16 16,0 0-372-16,0 0-228 0,0 0-88 15,4 74 88-15,8-33 32 16,-4 13-108-16,8 10-88 0,0 9-144 0,0 9 8 15,-4 7-104-15,-1 0-12 0,-2 6-79 0,-1-2-5 16,-5-5 32-16,1-2-36 16,4-9-133-16,-4-8-87 0,5-12-72 0,2-9-120 15,2-10-140-15,2-12-204 0,2-11-328 16,6-8-776-16,1-11-348 0,0-5-880 16,12-32-2477-16</inkml:trace>
  <inkml:trace contextRef="#ctx0" brushRef="#br0" timeOffset="66812.975">10637 8432 9732 0,'0'0'5301'0,"0"0"-3941"0,0 0-612 16,0 0-92-16,0 0 876 15,0 0-128-15,0 0-636 0,0 0-452 0,0 0-267 16,0 0 35-16,-75 93 40 0,55-43 44 0,-3 7-120 15,-2 10-36-15,1 3 72 0,4-3 4 16,5 3-80-16,2-10-8 0,1-9 0 16,12-13-4-16,0-10 4 0,0-5 4 15,8-11-4-15,9-2 0 0,7-7 0 16,-1-3-4-16,14 0-72 16,-2-6-20-16,5-7-96 0,-5-3-113 0,5-4-147 15,-8 6-168-15,-4-5-148 0,0 2-300 0,-12 1-600 16,-4 3-1108-16,-4 4-1665 0,-8 3-2067 15</inkml:trace>
  <inkml:trace contextRef="#ctx0" brushRef="#br0" timeOffset="66960.648">10502 8950 4548 0,'0'0'4520'0,"0"0"-2247"16,0 0-289-16,0 0-20 0,0 0-84 16,0 0-468-16,0 0-416 0,0 0-336 0,0 0-136 15,0 0 36-15,0 0-184 0,48-44-203 16,-12 34-173-16,-8-3-133 0,4 1-15 0,-4 3-84 15,4-4-364-15,-4-4-492 0,-5 5-696 16,-3 5-2276-16,-4-2-2573 0</inkml:trace>
  <inkml:trace contextRef="#ctx0" brushRef="#br0" timeOffset="67099.761">10741 8956 8052 0,'0'0'5573'15,"0"0"-4593"-15,0 0-892 0,-7 80 616 16,7-59 1076-16,0 5-280 0,4-6-764 15,7-2-480-15,1-1-256 0,0-8 0 0,8 1-428 16,-4-4-372-16,8 0-188 0,-5 0-864 16,-2-2-2232-16,3-4-4337 0</inkml:trace>
  <inkml:trace contextRef="#ctx0" brushRef="#br0" timeOffset="67417.209">11694 8401 5064 0,'0'0'6969'16,"0"0"-5485"-16,0 0-1104 0,-84 89 484 15,52-48 808-15,-4 10-216 0,-4 5-604 16,-4 12-248-16,-8 8-152 0,1 10 12 0,-13 6 24 15,-8 12-196-15,-7 7-144 0,-9 7-16 16,-4 2 124-16,-3 1-120 0,3-6-76 0,4-7-60 16,12-8-32-16,9-10 32 15,16-13 181-15,6-18-181 0,17-14-68 0,13-14-141 16,15-18-179-16,0-9-548 0,11-8-524 16,10-11-296-16,7-11-416 0,-4 4-1716 15,8-30-2065-15</inkml:trace>
  <inkml:trace contextRef="#ctx0" brushRef="#br0" timeOffset="67705.05">11176 9420 6064 0,'0'0'8185'0,"0"0"-6165"16,0 0-848-16,0 0-172 15,0 0 448-15,0 0-188 0,24 76-287 0,-13-41-453 0,-7 3-228 16,4 3-64-16,-3 4-108 16,-1-1-120-16,3-3-40 0,-7-6-44 15,4 1-24-15,0-8-256 0,0 1-156 0,-4-7-89 16,4-6-279-16,-4-10-408 0,5-3-544 15,-2-3-716-15,1-6-1300 0,4-13-513 0</inkml:trace>
  <inkml:trace contextRef="#ctx0" brushRef="#br0" timeOffset="67853.709">11335 9550 4880 0,'0'0'8805'0,"0"0"-6793"0,0 0-636 0,0 0 444 0,84-3-264 16,-56 3-328-16,-5-7-387 0,5 1-369 15,4-6-256-15,4-4-216 0,-4-3-192 16,0-6-404-16,0-8-277 0,-4 3-307 0,-1-3-1056 16,-7 7-2872-16,-3-8-2341 0</inkml:trace>
  <inkml:trace contextRef="#ctx0" brushRef="#br0" timeOffset="68009.823">11670 9249 11401 0,'0'0'2252'0,"0"0"-1392"0,-12 82-316 16,7-44 412-16,1 6 596 0,4 5-108 15,0-5-304-15,0 0-372 0,0-2-172 16,0-2-268-16,4-4-328 0,-4-1-96 0,5-10-464 16,-1-3-256-16,4-9-128 0,-5-7-100 15,5-6-556-15,5 0-1148 16,-6-9-1941-16,5-17-2903 0</inkml:trace>
  <inkml:trace contextRef="#ctx0" brushRef="#br0" timeOffset="68291.491">12244 8543 6836 0,'0'0'7501'0,"0"0"-5937"0,0 0-1120 16,0 0 264-16,0 0 828 0,0 0-40 15,0 0-580-15,0 0-368 0,32 70-75 16,-21-28 219-16,1 9 96 0,0 6-368 0,0 9-140 15,0 8-160-15,-8 5-120 0,0 3 0 16,-4 4-12-16,0 2-60 16,-4 2-72-16,0-5 8 0,0-5-116 0,0-13-88 15,0-7-192-15,4-12 24 0,0-10 72 16,4-7-25 0,4-8-271-16,0-4-504 0,0-6-452 0,3-4-448 0,-2-6-856 15,-1-3-3009-15</inkml:trace>
  <inkml:trace contextRef="#ctx0" brushRef="#br0" timeOffset="68771.363">13036 9217 536 0,'0'0'11605'16,"0"0"-9577"-16,0 0-588 0,0 0 112 0,95-4 56 15,-58 4-308-15,-1 0-468 0,3 4-284 16,5-4-208 0,0 0-99-16,8-4-113 0,-4-5-128 15,4-1-96-15,-5-2-137 0,5-4-399 0,-9 3-368 16,2 1-224-16,-13 5-868 0,-12 1-2816 16,-9 6-3309-16</inkml:trace>
  <inkml:trace contextRef="#ctx0" brushRef="#br0" timeOffset="68952.905">13283 9512 9608 0,'0'0'5425'0,"0"0"-4269"0,0 0-688 0,0 0 488 0,0 0 660 0,0 0-672 16,0 0-176-16,0 0 108 0,84 19-271 16,-45-19-181-16,10-6-192 0,3-7-180 15,3-3-52-15,5-4-156 0,-4-1-124 16,3-5-180-16,-3 4-305 0,0 0-307 15,-8 3-768-15,-13 6-2528 0,10-9-3969 0</inkml:trace>
  <inkml:trace contextRef="#ctx0" brushRef="#br0" timeOffset="70970.823">15092 8657 52 0,'0'0'2764'0,"0"0"3144"0,0 0-4420 16,0 0-19-16,0 0-441 16,0 0 4-16,0 0 196 0,0 0-132 15,0 0-132-15,0 0-108 0,-8-37-152 16,4 37-52-16,-4 0-212 0,-4 0-280 15,-3 9-84-15,-2 0-4 0,-3 10 24 16,1 0 64-16,-1 11-12 0,-5 2 24 0,6 2 56 16,-1 7-56-16,0 8-64 0,4 1-44 15,-4 7 20-15,8 3-84 0,0 4-12 0,4 3 0 16,4 2 4-16,4 1 8 0,0-3 8 16,0-7 88-16,8-5-48 0,4-8-40 0,4-9 0 31,8-10-8-31,4-5 0 0,0-4-72 0,8-9 12 15,-1-5-136-15,5-1-60 0,-3-4-180 0,2-4-104 16,-3-4-148-16,0-9-224 0,3-5-488 16,2-3-1092-16,-13 6-2721 0,3-19-3431 15</inkml:trace>
  <inkml:trace contextRef="#ctx0" brushRef="#br0" timeOffset="71521.935">15594 8857 3300 0,'0'0'9033'16,"0"0"-7109"-16,0 0-1076 0,0 0-660 0,0 0 564 16,0 0 736-16,0 0-484 0,-83 74-376 0,66-36-212 15,6 10 36-15,2 6 268 0,1 3-60 16,1 7-151-16,-1-5-145 0,4 2-120 16,4-7-124-16,0-7-12 0,4-9 28 0,4-13 20 15,3-5-48-15,6-4-104 0,-6-6-4 16,6-4-60-16,-2 0-12 0,1-6-36 15,0 0-100 1,0-6-96-16,0-7-156 0,0-3-125 0,0-2-107 16,-4-6-224-16,-8 6-336 0,-4-1-460 15,0-2-504-15,-8-3-180 0,-8 2-153 0,-8 0-111 16,1 0 1112-16,-5 0 1404 0,0 6 144 16,0 2 1588-16,7 6 192 15,6 2 288-15,6 6-487 0,5 0 179 0,4 0-320 16,0 0-280-16,9 6 20 0,3 0 236 15,3 3-460-15,9-2-164 0,0-2-184 16,4-1-119-16,0-4-165 0,0-4-176 16,0-1-148-16,-5-9-12 0,5 6-208 15,-7-5-473-15,3-3-147 0,-9 3-160 16,2 0-316-16,-6 1-532 0,-3 2-456 16,-3 1-428-16,-5 3 435 0,0 2-167 0,-9 1 940 15,1 3 1524-15,1 0 1472 0,-6 10-84 16,2 5 452-16,3 4 181 0,-5 7-65 0,9 3-440 15,-3 2-260-15,3 1-188 0,4 3-56 16,0-3 16-16,0 2-100 16,0-4-208-16,8 1-283 0,-5-6-241 0,5-2-196 15,5-8-224-15,-2-2-177 0,2-3-11 16,2-7-4-16,2-3-24 0,2 0-220 16,1-6-532-16,0-11-1324 0,-4 5-3157 0,4-13-3795 15</inkml:trace>
  <inkml:trace contextRef="#ctx0" brushRef="#br0" timeOffset="71675.976">16151 9121 14009 0,'0'0'2156'0,"0"0"-1468"16,0 0 296-16,0 0 384 0,0 0-400 16,0 0-468-16,0 0-416 0,0 0-84 0,84 13-488 15,-67-13-452-15,-6 0-528 0,1 0-956 16,-3 0-2989-16</inkml:trace>
  <inkml:trace contextRef="#ctx0" brushRef="#br0" timeOffset="71839.671">16156 9331 12897 0,'0'0'2684'0,"0"0"-1888"0,0 0-284 0,0 0 828 0,0 0 292 16,0 0-360-1,0 0-555-15,0 0-317 0,79 51-280 0,-51-51-120 16,0-7-276-16,0-2-297 0,0-4-147 0,0 4-120 15,-5-4-388-15,5 0-980 0,-7 4-1988 16,7-7-2965-16</inkml:trace>
  <inkml:trace contextRef="#ctx0" brushRef="#br0" timeOffset="72147.564">16785 8820 2764 0,'0'0'1800'15,"0"0"5997"-15,0 0-6009 0,21 79-136 0,-21-44 236 16,0 10 32-16,0 2-344 0,0 1-495 15,-4 3-293-15,4-7-220 0,-5 4-256 16,1-8-200-16,0 6-112 0,4-9-12 0,-4-2-136 16,1-3-140-16,-1-7-220 0,4-2-148 15,0-10-69-15,0-5-79 0,0-1-272 0,4-7-560 16,-4 0-832-16,0 0-740 16,3 0-917-16,-3-12-671 0</inkml:trace>
  <inkml:trace contextRef="#ctx0" brushRef="#br0" timeOffset="72282.971">16757 9271 3448 0,'0'0'352'16,"0"0"8205"-16,0 0-6089 0,0 0-904 0,0 0-172 16,84 12 88-16,-56-5-256 15,0 2-236-15,0-5-307 0,8-1-221 0,0-3-268 16,-1-3-192-16,5-7-36 0,4-7-304 16,-8 3-253-16,4-10-467 0,-5-1-540 15,-7 6-2176-15,-4-12-2825 0</inkml:trace>
  <inkml:trace contextRef="#ctx0" brushRef="#br0" timeOffset="72485.117">17251 8862 5264 0,'0'0'7369'0,"0"0"-6161"0,0 0-356 0,4 79 872 16,0-45 164-16,-4 4-204 0,9 0-476 15,-5 4-343-15,3-1-297 0,-3 0-192 16,0 4-172-16,0-1-124 0,1-2-80 15,-5 2-72-15,0-2-304 0,0-5-324 16,0-4-117-16,0-5-11 0,4-6-52 0,7-6-472 16,2-10-1080-1,-2-3-1988-15,5-6-1449 0</inkml:trace>
  <inkml:trace contextRef="#ctx0" brushRef="#br0" timeOffset="72786.007">17766 8741 744 0,'0'0'9516'0,"0"0"-8263"0,0 0 15 15,0 0 752-15,84 22-256 16,-61 0-312-16,1 3-440 0,-4 8-312 0,-1 4-224 15,2 1-60-15,-5 7-100 0,0-4-108 16,-9 4-112-16,6-1-84 0,-9 1-4 16,-4 2-4-16,0 0-4 0,0 4 0 0,-8-3-12 15,-5 0-108-15,-6-1-160 0,-1-2-172 16,-4-1-64-16,-4-2-96 0,0 0-148 16,-8-5-68-16,4-2-332 0,-3 0-652 15,7-13-824-15,-12 3-2301 0</inkml:trace>
  <inkml:trace contextRef="#ctx0" brushRef="#br0" timeOffset="78272.758">6781 10271 848 0,'0'0'536'15,"0"0"4160"-15,0 0-1556 16,0 0-1407-16,0 0-629 0,0 0-372 0,0 0-4 16,0 0 148-16,0 0-132 0,0 0-64 0,24 86-100 15,-17-55-144-15,1 7-24 16,1 1-40-16,-1 5-12 0,-1 0-100 16,6 4-40-16,-9 6 100 0,0 0-72 0,-1 1-100 15,1-1-148-15,-4-1-4 0,4 1-48 16,-4-3 40-16,4-3-60 0,-4-7-76 15,5-3 48-15,-5-10 16 0,4-6-52 0,0-6 36 16,3-7-24-16,-3-2-132 16,4-3-216-16,1-4 112 0,-2 0-124 0,1 0-108 15,0-7-236-15,0-6-236 0,4-3-372 16,-4-6-813-16,-3-3-1039 0,-5 2-2792 0</inkml:trace>
  <inkml:trace contextRef="#ctx0" brushRef="#br0" timeOffset="78591.648">7020 10407 3616 0,'0'0'208'16,"0"0"108"-16,0 0 2220 0,0 0-132 15,0 0-776-15,0 0-699 0,0 0-341 0,0 0 12 16,0 0 204-16,0 0-4 0,11 44-140 15,2-21-20-15,-5 3-212 0,3-1 112 16,2 7-140-16,-5-1-4 0,3 5-72 16,-2-2-40-16,-1 4-64 0,-5 0-72 15,5 4-92-15,-4-4-56 0,1 3 0 0,-1-3-8 16,-4 0-116 0,0-3 24-16,0-2 40 0,0-6-4 0,0-2-60 15,0-2 0-15,0-7-96 16,0-6-228-16,4-4-188 0,-4-6-104 0,3 0-232 15,1-3-268-15,4-10-500 0,1-6-837 16,-5 3-2235-16,3-15 1504 0</inkml:trace>
  <inkml:trace contextRef="#ctx0" brushRef="#br0" timeOffset="78864.985">7331 10388 3220 0,'0'0'564'0,"0"0"48"16,0 0 2640-16,0 0-1164 0,0 0-567 0,0 0-529 16,0 0-100-16,0 0-76 0,0 0-132 0,0 0-180 15,0 0-48 1,3 36 8-16,1-14 12 0,5 0-64 0,-5 6-48 16,0 4-104-16,3-1 12 0,-3 4-64 15,4 7-60-15,-3-2-36 0,3 9-12 16,-5-2-100-16,1 1-60 0,0 3 8 0,-4-4-60 15,4 1-8-15,-4-3-56 0,0-5 16 16,4-4-124-16,1-8-52 0,-5-2-164 16,7-3-228-16,-3-5-444 0,0-3-772 0,0-5-2405 15,0 1-2687-15</inkml:trace>
  <inkml:trace contextRef="#ctx0" brushRef="#br0" timeOffset="79808.08">6234 11989 404 0,'0'0'2452'0,"0"0"-1644"0,0 0-468 16,0 0 36-16,0 0 264 0,0 0-496 16,0 0 128-16,0 0 4 0,0 0 88 15,0 0 1128-15,0 0-528 0,17 0-176 0,-17 0-12 16,4 0 53-16,-4-4-9 15,0 2-124-15,4 2-160 0,-4-5-28 0,0 5 104 16,0 0-16-16,0 0 44 0,0 0-72 16,0 0 0-16,0 0-32 0,0 0-128 15,0 0-160-15,0 0-60 0,0 0-40 0,0 0 48 16,0 0-60-16,0 0 0 0,0 0 52 16,0 0-4-16,0 0 48 0,0 0 40 15,0 0-4-15,0 0-144 0,0 5-76 0,0 1-48 16,0 2-44-1,3 9 44-15,-3 8 12 0,4 7 36 0,5 9-40 16,-5 4-8-16,4 6 24 0,-5 6-24 0,6 3-60 16,-5 4 0-1,0-1-4-15,0 0-80 0,-4-2 32 0,4-4 24 16,-1-6-44-16,1-10-4 0,0-9 0 16,5-10-108-16,-5-6-228 0,3-7-232 15,1-2-192-15,5-4-124 0,-6-3-76 0,1 0-380 16,5-6-937-16,-9 0-1659 0,3-10-1888 15</inkml:trace>
  <inkml:trace contextRef="#ctx0" brushRef="#br0" timeOffset="80212.097">6733 12016 6168 0,'0'0'964'0,"0"0"3205"0,0 0-3245 16,0 0-244-16,0 0 540 0,0 0 560 0,0 0-280 16,0 0-596-16,68 93-360 15,-40-55-140-15,0 6 112 0,0 4 240 16,-1 0-304-16,5-3-160 0,-4 2-144 0,-4-5-136 16,4-1-4-16,-8-3 0 0,-1-6-8 15,2-4-88-15,-1-2-32 0,-5-4-196 0,2-7-88 16,-6-5-108-16,1 0-76 0,-3-7-224 15,2-3-312-15,-3 0-528 0,-3-7-560 16,2 1-440-16,-7-11-1945 0</inkml:trace>
  <inkml:trace contextRef="#ctx0" brushRef="#br0" timeOffset="80447.468">7282 12023 3180 0,'0'0'8673'0,"0"0"-7621"16,0 0-888-16,0 0 332 0,0 0 824 0,0 0 92 16,-79 67-452-16,63-38-464 0,-3-1-112 0,-2 8 24 15,1 2 8-15,-7 3-84 0,-1 3-172 16,0 3-160-16,-4 4-8 0,0 1-88 0,-4-2 84 16,0 1-88-16,4-4-24 0,0-5-24 15,4-4-84-15,0-7-76 16,9-5-100-16,3-10-88 0,4-1-188 15,4-8-268-15,3 0-652 0,5-4-1024 16,0-3-2557-16</inkml:trace>
  <inkml:trace contextRef="#ctx0" brushRef="#br0" timeOffset="81066.056">7418 12547 352 0,'0'0'2740'16,"0"0"3480"-16,0 0-4579 0,0 0-537 16,0 0 176-16,0 0 396 0,0 0-228 15,0 0-368-15,44 83-384 0,-35-55-252 16,-2 7-112-16,-3 4-64 0,0-2-44 0,-4 2-40 16,0-4-124-16,0 0-60 0,0-7-124 15,0-2-108-15,-4-7 0 0,4-4-272 16,-4-9-200-16,4 1-192 0,0-7-408 0,0 0-1212 15,0 0-3189-15</inkml:trace>
  <inkml:trace contextRef="#ctx0" brushRef="#br0" timeOffset="81231.609">7525 12734 7884 0,'0'0'4609'0,"0"0"-3701"0,0 0-372 16,0 0 1016-16,0 0 452 0,0 0-508 0,0 0-432 15,0 0-524-15,92 5-336 0,-68-10-80 0,-3-1-76 16,3-7-48-16,3-2-208 0,-3-4-352 16,4-4-508-16,-4 1-596 0,0 0-1224 15,-9 3-2937-15,2-7-2930 0</inkml:trace>
  <inkml:trace contextRef="#ctx0" brushRef="#br0" timeOffset="81420.606">7804 12458 5064 0,'0'0'5692'0,"0"0"-4575"16,0 0-601-16,0 0 492 0,-7 81 676 0,7-54-36 16,0 2-528-16,7 3-368 0,2-1-160 15,-5-2 80-15,4 3-216 0,-5 0-332 0,-3-4-124 16,4 1-136-16,-4-4-316 0,0 0-296 16,0-5-188-16,4-1-516 0,-4-4-700 15,5-5-756-15,-1-4-1649 0,-4-6-963 0</inkml:trace>
  <inkml:trace contextRef="#ctx0" brushRef="#br0" timeOffset="81889.69">8088 11868 4028 0,'0'0'1072'0,"0"0"-188"0,0 0 3052 0,0 0-1847 0,0 0-517 0,0 0-420 16,0 0-180-16,15 66 68 0,-7-40-68 16,5 5-44-16,-2 4-316 15,6 7-60-15,-6 2 48 0,6 1 96 0,-6 6-356 16,-3-1-196-16,5 1-84 0,-10 4-60 15,5-3-8-15,-4 3-88 0,0-1-124 16,0 0-216-16,-4-3-88 0,0 0 32 0,5-4-56 16,-2-3-56-16,-3-2-224 0,4-7-140 15,0-6-36-15,0-7-168 0,0-6-644 16,0-7-1281-16,0-2-2603 0</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34:46.889"/>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definitions>
  <inkml:trace contextRef="#ctx0" brushRef="#br0">4047 1117 6340 0,'0'0'1624'0,"0"0"1573"0,0 0-1877 16,0 0-80-16,0 0 176 0,0 0-104 15,0 0-332-15,0 0-248 0,0 0-176 0,-19-22-164 16,27 32-96-16,3 2 120 0,9 4 380 15,1 9-360-15,7 7-204 0,3 4-72 16,1 5-4-16,4 6 4 0,4 8-3 0,4 4-73 16,-1 11-32-16,10 6 56 15,-6 7-28-15,5 4-76 0,-5-5 64 16,-2 0-68-16,-2-6 0 0,-3-3-8 16,-4-9-64-16,0-8 12 0,-4-5 52 15,0-9-188-15,-8-10 51 0,-5-7-39 16,-3-8-108-16,-4-9-108 0,-3-2-16 0,-5-6-48 15,3 0 0-15,-7-2-4 0,4-15-492 16,-4-5-764-16,0-9-1004 16,0-1-2757-16,-11-28-2263 0</inkml:trace>
  <inkml:trace contextRef="#ctx0" brushRef="#br0" timeOffset="334.758">4940 1114 8020 0,'0'0'3029'15,"0"0"-1425"-15,0 0-672 0,0 0-8 16,0 0 400-16,0 0-56 0,0 0-104 16,0 0-464-16,0 0-328 0,-60 74-228 0,41-53 4 15,2 8 48-15,-2 3-96 16,-1 3-52-16,-8 9-40 0,0 7-4 0,-4 10-4 15,-8 8-56-15,-4 10 56 0,-3 7 84 16,-9 7-36-16,3 2-48 0,-2-1 4 0,3-1 8 16,0-5 0-1,5-5-12-15,-1-7-8 0,4-5-4 0,4-8-32 16,4-10 40-16,8-8 0 0,13-10-56 0,2-9-76 16,5-10-208-16,8-7-84 0,0-6-140 15,0-3-396-15,0 0-500 0,8-3-400 16,5-6-496-16,-6 2-829 0,5-12-1667 0</inkml:trace>
  <inkml:trace contextRef="#ctx0" brushRef="#br0" timeOffset="651.11">5024 2019 3344 0,'0'0'11877'0,"0"0"-10229"16,0 0-1252-16,0 0 188 0,0 0 404 0,0 0 40 16,0 0-328-16,0 0-360 0,0 0-48 15,52 92-72-15,-37-54 192 0,-2 7 377 16,-2 6-377-16,1 6-244 0,-7-1-108 0,-5 2-60 15,0 2-4-15,0-3 4 0,-9 1-8 16,1-4-76-16,4-7-36 0,1-6-148 16,3-5-96-16,-4-11-24 0,4-9-37 0,0-13-159 15,0-3-368-15,0-3-312 0,0-11-864 16,0 2-1904 0,0-16-2093-16</inkml:trace>
  <inkml:trace contextRef="#ctx0" brushRef="#br0" timeOffset="823.188">5136 2327 7824 0,'0'0'5505'0,"0"0"-4553"0,0 0-216 16,79-3 420-16,-48 3 788 15,1 0-248-15,5 0-536 0,-1 0-247 0,-1 0-185 16,-3 0-220-16,4 0-364 0,0-10-144 16,-5 0-72-16,1-5-268 0,0-1-384 15,0-3-141-15,-4 0-255 0,-4 0-960 0,-4-1-1720 16,-8 5-2289-16</inkml:trace>
  <inkml:trace contextRef="#ctx0" brushRef="#br0" timeOffset="1031.515">5630 1949 5700 0,'0'0'5477'0,"0"0"-3733"0,0 0-624 16,0 0-84-16,0 0 240 15,0 92 56-15,7-53-196 0,-3-2-388 0,4 9 36 16,-3-2-212-16,2 0-108 0,-3 7 9 15,4 3-193-15,-4 3-112 0,5 0-160 16,-6 3 40-16,5-2-48 0,-4-8-96 0,0-2-36 16,0-10-369-16,-1-6-351 0,6-11 60 15,3-2-52-15,4-12 176 0,0-7-1708 16,0 0-3029-16,16-32-2071 0</inkml:trace>
  <inkml:trace contextRef="#ctx0" brushRef="#br0" timeOffset="1302.881">6395 1657 9972 0,'0'0'5237'0,"0"0"-4117"0,0 0-556 16,0 0 232-16,86-9 756 0,-54 5-228 16,5 4-268-16,3-3-459 15,-5 3-293-15,5-3-244 0,-3 3 68 16,-2-3-128-16,1 3-252 16,-4 0-64-16,-4 0-389 0,-8 0-415 0,-5 0-512 0,-11 6-1444 15,-4-3-3733-15</inkml:trace>
  <inkml:trace contextRef="#ctx0" brushRef="#br0" timeOffset="1478.798">6386 1984 4152 0,'0'0'9521'0,"0"0"-7585"0,0 0-956 0,0 0 116 16,0 0 224-16,0 0-232 0,0 0-280 15,84 18-224-15,-48-18-135 0,-1 0-181 16,10-2-136-16,-2-4-132 0,2 0-132 0,-2-1-281 15,1-3-499-15,0 2-336 0,-5 1-944 16,-7 0-2668-16,9-3-4609 0</inkml:trace>
  <inkml:trace contextRef="#ctx0" brushRef="#br0" timeOffset="2160.348">7777 1048 1488 0,'0'0'5396'16,"0"0"-563"-16,0 0-3501 0,0 0-252 15,0 0-144-15,0 0 276 0,0 0-252 16,-16-65-340-16,16 63-164 0,0 2-60 16,0-4-40-16,0 4-12 0,-4 0-24 0,4 4-64 15,-8 3-72-15,0 7-184 0,-4 12 4 16,-4 9 92-16,0 7 52 0,-4 8 36 16,1 11-28-16,-2 2-156 0,-3 7-32 15,5 2 28-15,-5 2 8 0,4 0 60 16,-1-8-56-16,6-6 0 0,3-9 4 15,4-16 4-15,0-7 116 0,8-16 148 0,0-5-280 16,0-3-144-16,0-4-260 0,4 0 124 16,3 0 80-16,2-6 200 0,10-4 0 15,-2-4-60-15,3 3 48 0,-4-6-100 16,4 8 40-16,-5 2-52 0,-2 5-36 16,-2 2 52-16,6 2 108 0,-9 9 24 15,-1 8 196-15,5 6-12 0,-3 3 72 0,-2 11-132 16,5 2 96-16,-3 3 172 0,-2 4-164 15,5 2 16-15,0 1-35 0,-4 6-49 16,0 4-184-16,-1-1 0 0,-2 0-100 16,-5 1-45-16,4-1 45 0,0 0-152 0,4-2-504 15,-1-1 132-15,-3-10 148 0,5-3-52 16,-1-6-508-16,-4-2-808 0,3-11-972 16,-3-6-2325-16,9-6-2303 0</inkml:trace>
  <inkml:trace contextRef="#ctx0" brushRef="#br0" timeOffset="4215.432">8618 1835 3568 0,'0'0'612'0,"0"0"184"0,0 0 4432 15,0 0-3155-15,0 0-553 16,0 0-140-16,0 0-48 0,0 0-396 15,4-73-168-15,-4 60-68 0,-4 3-148 16,0-2 0-16,0 5 12 0,-1 1 80 0,-3 0-220 16,5 3-95-16,-1 3-49 0,-4 0-84 15,-1 0-184-15,-6 9-12 0,-2 7-136 0,-2 6 4 16,-1 7 12-16,0 9 68 0,0 0 52 16,4 3-48-16,4 0 48 15,5-6-48-15,-2-7-12 0,5-4-137 0,0-12-19 0,4-2 20 16,0-7 12-1,4-3-96-15,0 0 12 0,9-7 112 16,-2-2 152-16,6-5-132 0,-6-5-96 0,6 5-12 0,-6-5-24 16,-3-1 192-16,4 4-72 0,-4 0-48 15,0 7 24-15,-1-1 112 16,2 4-64-16,-1-1 64 0,0 7-16 0,-1 0 28 16,6 0-76-16,-2 7 124 0,2 3 196 0,2 2 52 15,-3 7 60 1,1 0 48-16,-2 3-76 0,-2 4-60 0,-1 2-96 15,-5 1-64 1,1 3-60-16,0 0 4 0,-4 3 36 0,0 0-28 16,0 0 64-16,0-1 20 0,0 4 12 0,0-3-44 15,-4 1 128-15,0-5 16 0,1-5-148 0,-5-1 28 16,-1-3 8-16,1 0 24 0,1 0-8 16,-6-2 8-16,-2-1-60 0,2-4 100 15,-2 2-39-15,3-9 3 0,-4-1 32 16,4 0 0-16,-4-7 16 0,4 0-28 15,-4 0-4-15,4-10-140 16,-4 1-156-16,4-7-76 0,-4-3 16 0,4 0-124 16,1-1 131-16,2-2-19 0,-3 0-40 15,9 3 120-15,-1 0 40 0,4 0-52 0,0-1 76 16,0-2-64-16,4 4 4 0,3-5 8 16,5 1-72-16,0 0-12 0,0 0 60 0,4 0-168 15,0-2-44-15,0 6-328 0,4-1-576 16,-4 0-496-16,-1 3-704 15,-2 4-1449-15,7-1-1875 0</inkml:trace>
  <inkml:trace contextRef="#ctx0" brushRef="#br0" timeOffset="4712.179">9132 1320 4180 0,'0'0'4268'16,"0"0"1165"-16,0 0-4217 0,0 0-500 0,0 0 424 15,0 0 128-15,0 0-224 16,32 93-224-16,-21-58-244 0,1 6-112 0,-3 9 8 15,-2 7 101-15,5 7-149 0,-8 3-232 16,0 6-108-16,1-3-20 0,-5-1-64 16,0-8-12-16,0-7-148 0,0-13-68 0,0-9-64 15,0-10 48-15,0-8 3 16,0-6-111-16,0-5-100 16,0 0-132-16,0-3-28 0,0 0-64 0,0-6-332 0,0-2-436 15,0-9-596-15,0-2-264 16,0-6 243-16,0-4 109 0,0 0-168 0,-9 1 1208 0,5-4 912 15,-4 4 732-15,4 5 632 16,-3 7 440-16,7 7 213 0,0 3-173 0,0 6-304 16,7 0-356-16,5 0 184 15,4 3-180-15,9 3 20 0,-2 0-256 16,5 1-220-16,0-4-64 0,3 0-171 16,5-3-241-16,0 0-148 0,4-9-108 0,4-4-12 15,-8-6-304-15,4 0-449 0,-8-3-367 16,-4-5-768-16,-9 13-2420 0,-2-12-4001 15</inkml:trace>
  <inkml:trace contextRef="#ctx0" brushRef="#br0" timeOffset="4901.564">9602 1454 2980 0,'0'0'7684'15,"0"0"-5883"-15,0 0-589 0,0 66 320 16,4-31 212-16,3 1-244 0,1 8-416 15,1 0-288-15,2 4-28 0,-3 6-176 0,1 0-287 16,-1 0-305-16,-5 1-12 0,-3-5-169 16,4-3-87-16,-4-6-388 0,0 1-260 0,0-10-92 15,4-4-424 1,-4-5-644-16,4-9-1860 0,0 0-2389 16</inkml:trace>
  <inkml:trace contextRef="#ctx0" brushRef="#br0" timeOffset="5926.56">10506 930 5628 0,'0'0'196'0,"0"0"6061"0,0 0-4433 0,0 0-544 0,0 0-8 15,0 0 20-15,0 0-304 0,0 0-264 16,0 0-220-16,4 79-124 0,-4-53-124 16,0 5-24-16,0 1-88 15,0 7-8-15,0 5-40 0,0 3 24 16,4 8 16-16,1 1-128 0,-2 12 0 0,1 1 124 16,0 7-24-16,0 7-108 0,0 2-88 15,0 8 76-15,0 2-72 0,0-3 24 0,0 0-76 16,0 0-32-1,-4-6 20-15,8-7-72 0,-4 0 208 16,0-5-168-16,-1-5 44 0,6-5 4 0,-5-4 124 0,0-6-80 16,0-7-20-16,3-8 56 0,-3-7 4 15,5-7-24-15,-5-6-64 16,0-3-364-16,-1-3-68 0,1-4-444 0,0-2-660 16,1-5-968-16,-1-2-1913 0,0 0-1427 15,0-6 3073-15</inkml:trace>
  <inkml:trace contextRef="#ctx0" brushRef="#br0" timeOffset="8265.035">11430 1461 1984 0,'0'0'780'0,"0"0"-596"0,0 0-108 0,0 0 56 15,0 0-52-15,0 0 180 0,-15-71 1044 0,15 62-900 16,0-3-160-16,0 1 316 0,0-1 92 16,0-1 116-16,0 4 12 0,0-1-4 15,0 1 156-15,0-1 125 0,0 1 87 0,0-1-144 16,0 1-20-16,0-1-120 0,4 1-40 15,-4-1-40-15,4-2-84 16,-1-1-40-16,1 2-36 0,-4-1-140 0,4 3-76 16,0-1-120-16,1 4-52 0,-5 3 36 15,0-1-72-15,4 4-112 0,-4 0-36 16,0 0-44-16,0 0-4 0,0 0-56 16,4 7-128-16,3 2 136 0,1 7 48 15,1 3 136-15,2 10 32 16,1 6-56-16,0 6-40 0,-4 7-24 0,0 6 4 15,1 6-52-15,-6 8 0 0,-3 4 0 16,0 1-16-16,-3 3-68 0,-6-3 12 0,1-6 60 16,4-3 4-16,-3-14 8 15,2-12-12-15,1-10-148 0,4-8 76 16,0-11-40-16,0-2 4 16,0-4-4-16,4-3 40 0,1 0 84 0,2 0-12 15,5-10 96-15,0-2-84 0,4-8 172 0,0-5-76 16,-4-4-96-16,-1-3-84 0,2-1-136 15,-5-3-36-15,-1 1 72 0,-3 6 132 16,1 4-120-16,-1 3 76 0,0 6 48 0,-4 7 40 16,4-1-80-16,3 6 40 0,-3 1-28 15,1 3 76-15,-1 0 80 0,4 0-8 16,-5 0 4-16,5 7-16 16,1 3 40-16,2-1 84 0,-3 7 36 0,0 3-12 15,1 3-76-15,-6 4 16 16,1-1-64-16,0 4-8 0,-4-3-16 0,0 2-56 15,0-3-4-15,0 0 0 0,0-6-148 16,-4-3-32-16,4-3-44 0,0-4-20 16,-4-2-72-16,4-4-80 0,0-3-84 0,0 0-52 15,0 0-260-15,4-3-388 16,0-10-40-16,4 3-1300 0,-3-12-2489 0</inkml:trace>
  <inkml:trace contextRef="#ctx0" brushRef="#br0" timeOffset="8569.211">12008 1800 7524 0,'0'0'4509'15,"0"0"-2897"-15,0 0-548 0,0 0-120 16,0 0 348-16,0 0-160 0,0 0-232 16,0 0-336-16,0 0-160 0,0 0-52 15,0 0-80-15,48-12-116 0,-36 5-144 0,0 0-12 16,-5 2-144-16,2-2-164 0,-1 3-240 16,0-2-176-16,-5 0-104 0,2 4-260 15,-1-5-896-15,-4 3-2593 0,0-5-4767 16</inkml:trace>
  <inkml:trace contextRef="#ctx0" brushRef="#br0" timeOffset="9160.913">12714 1505 3100 0,'0'0'7684'0,"0"0"-6859"0,0 0-529 16,0 0 524-16,0 0 328 0,-84-19-276 0,72 25-228 15,-4 10-152 1,4 6 36-16,0 6-16 0,4 5 84 0,-4 4 0 15,5 5-140-15,2 2-124 16,-3-6-168-16,8-2-164 0,0-8 0 0,0-9 4 16,0-6-4-16,8-4-4 0,0-6-120 0,4-3-72 15,4-3 72-15,4-6-196 0,0-7-88 16,4-7-100-16,-5 2 0 16,2-5-208-16,-1 1 88 0,-5-1 160 15,-3 4 104-15,0 3 160 0,-4 6 204 16,0 4-52-16,-3 5 52 0,-1 4-48 0,-1 0 48 0,5 7 368 15,-4 2 184-15,4 7 4 16,-3 3-52-16,2 6 20 0,-3 4-88 0,4 3-88 16,-4 6-100-16,4 3-40 0,-4 7 88 15,-4 7 296-15,0-2-152 0,0 4-204 16,-8-3-116-16,0 0 16 16,0-7 72-16,0-2-100 0,-4-10 76 15,8 1 24-15,-4-11 72 0,1-3 60 0,-2-6-12 16,5-4-156-16,0-3-87 0,-4-2 35 15,5-4 52-15,-6-3-16 0,-3 0-132 16,1 0-24-16,-2-10-216 0,-2-2-137 16,-5-8-75-16,-1-5 52 0,2 0 0 15,-1-7-140-15,4 0 52 0,0-2-136 16,8 2-276-16,0-3-192 0,0 0-824 0,4 10-2024 16,4-20-2517-16</inkml:trace>
  <inkml:trace contextRef="#ctx0" brushRef="#br0" timeOffset="9520.128">13064 1251 1356 0,'0'0'8588'0,"0"0"-7127"0,0 0-333 16,0 0 464-16,0 0-100 0,0 0-488 15,0 0-304-15,0 0-80 0,84 73-80 16,-73-51 224-16,-2 3-152 0,-1 4-208 0,-4 3-160 16,0 9-108-16,-4 0-40 0,0 3-24 15,-8 5-72-15,0-2-4 16,-1-3-4-16,-2 2-88 0,3-9 12 0,4-5 72 0,-1-7-52 16,2-3-32-16,3-6 92 15,0-3 4-15,0-7-8 0,0 1 4 16,0-7-80-16,0 3-28 0,0 0 4 0,0-3 20 15,0 0 40-15,0 0 36 0,3 0-60 0,2 0-112 16,-1 0 12-16,0 0-148 16,-4 0 64-16,4 0-92 0,-4 0-180 0,4-3-116 15,0-4-352-15,-4 1-832 16,3-3-1300-16,1-11-2493 0,-39 65-259 0</inkml:trace>
  <inkml:trace contextRef="#ctx0" brushRef="#br0" timeOffset="9698.772">13184 1670 872 0,'0'0'10133'16,"0"0"-8413"-16,0 0-740 0,0 0-128 0,0 0 620 16,0 0-108-16,0 0-236 15,0 0-392-15,95 25-124 16,-67-22-132-16,4-3-128 0,-4 0-256 0,8-3-96 0,-5-7 0 16,1 1-228-16,0-4-312 15,0 1-428-15,-4-4-264 0,-4-3-816 16,-8 3-3009-16,4-10-4739 0</inkml:trace>
  <inkml:trace contextRef="#ctx0" brushRef="#br0" timeOffset="9896.664">13562 1337 2784 0,'0'0'6040'0,"0"0"-1755"15,0 0-3521-15,0 0-156 0,-4 72 412 0,4-43 524 16,4 3-392-16,1 3-360 0,2 4-216 15,-3 1-136-15,4 4-108 16,-8 1-152-16,0-1-180 0,0 1-44 0,0 0-64 16,0-4 8-16,-4-4-32 0,0-1-52 15,0-11-196-15,0 0-272 0,4-5-184 16,0-9-384-16,8 0-800 0,0-8-1796 0,4-3-1965 16</inkml:trace>
  <inkml:trace contextRef="#ctx0" brushRef="#br0" timeOffset="10522.218">13980 1533 3352 0,'0'0'8'16,"0"0"6536"-16,0 0-4855 0,0 0-229 0,0 0-48 16,0 0-88-16,0 0-220 0,100 6-260 0,-68-6-64 15,3 0 32-15,6-2-128 16,-2-5-120-16,1 1-236 0,1-1-84 15,-2 1-136-15,-3 0-96 0,0-4-12 0,-5 4-84 16,-3 0-28-16,-7 2-32 0,-2-2-320 16,-3 6-232-16,-8-3-324 0,0 3-364 15,-8 0-860-15,0 0-2677 0,0 0-2619 0,-16 3 5232 16</inkml:trace>
  <inkml:trace contextRef="#ctx0" brushRef="#br0" timeOffset="10734.529">14188 1667 860 0,'0'0'8580'15,"0"0"-6591"-15,0 0-593 0,0 0-144 0,0 0 84 0,0 0-188 16,0 0-316-16,0 0-260 0,0 0-44 16,0 0-44-16,99-7-156 15,-75 7-288-15,0 0-40 0,-4 0-88 0,4 0-84 16,0 0-24-16,-1 0-64 0,-2 0-156 15,-1 0-104-15,-5 3-276 0,2 1-448 0,-10-1-1276 16,1 0-2957-16,-4 0-1607 0</inkml:trace>
  <inkml:trace contextRef="#ctx0" brushRef="#br0" timeOffset="10953.003">14207 1854 652 0,'0'0'1812'0,"0"0"5956"16,0 0-5851-16,0 0-601 0,0 0 92 0,0 0-20 16,0 0-292-16,0 0-316 0,0 0-236 15,0 0-152-15,0 0 0 0,41 6 76 16,-22-6 80-16,1 0-292 0,8 0-132 0,-4 0-52 16,3 0-72-16,1 0-8 0,0 0-64 15,4-3-16-15,0 3-44 0,5-3-112 16,-2 0-124-16,5 3-292 0,0-7-436 0,0 4-456 15,-8 0-1232-15,11-7-3149 0</inkml:trace>
  <inkml:trace contextRef="#ctx0" brushRef="#br0" timeOffset="11794.926">15534 1571 380 0,'0'0'10092'0,"0"0"-8471"16,0 0-829-16,0 0 40 0,0 0 296 15,0 0-136-15,0 0-324 0,-83-9-180 16,74 9-104-16,2 0 24 0,-1 7-24 0,0 5-36 15,-1 3-80-15,-2 5 16 16,3 2-24-16,-1-3-76 0,2 3-100 16,3-6-36-16,0-6-48 0,4-4 0 15,0-3-12-15,0-3-84 0,0 0-100 16,0 0-136-16,4-3-12 0,4-10 36 0,4 0 156 16,4-5-8-16,-4-5 52 15,4 5-216-15,-9-1 200 0,2 8 36 16,-1 6 28-16,-8 2-28 0,4 3-44 0,-1 0 132 15,1 3 48-15,5 8 16 0,3 8 108 16,-1 11-36-16,2 2 76 0,-2 2-100 16,2 5 72-16,-2 1 4 0,1 2 32 0,-3 3-32 15,-2-4-4-15,-3 4-52 16,-4-5 92-16,0-1-64 0,0 2-64 16,0-3 16-16,-8-2-28 0,0-3 40 0,0-1 120 15,-4-3 12-15,5-4 196 0,-6-3-112 16,5-5-108-16,-3-5-36 0,2-1-4 15,2-6-32-15,-1 2-3 0,-5-7-33 16,6 2-124-16,-5-2-12 0,-4-6-257 16,0-2-71-16,0-9-136 0,-5-6 12 15,2-2-60-15,-1-6-64 0,4-1-172 16,0 0-168-16,4-6-452 0,9 0-612 0,3-7-880 16,0 14-2237-16,7-24-1203 0</inkml:trace>
  <inkml:trace contextRef="#ctx0" brushRef="#br0" timeOffset="12034.814">15953 1133 1264 0,'0'0'11325'0,"0"0"-9757"16,0 0-596-16,0 0 352 0,0 0 44 0,28 76-332 15,-21-47-228-15,6 9-292 0,-1 0-112 16,-1 3 68-16,5 6 212 0,-4-1-419 15,-4 1-265-15,0 2 0 0,-4-2-120 0,-4-3 59 16,0 0-123-16,0-9-132 16,0-10-48-16,0-2-100 0,0-14-132 0,0-3-264 15,4-2-584-15,0-4-660 16,-4-4-456-16,8-4-1393 0,-8-9-1255 16,5 4 1856-16,-5-12 2933 0</inkml:trace>
  <inkml:trace contextRef="#ctx0" brushRef="#br0" timeOffset="12169.036">16093 1565 4044 0,'0'0'92'0,"0"0"5816"0,0 0-3999 0,0 0-377 16,0 0 64-16,0 0-96 0,0 0-296 0,79 9-140 16,-51-6-280-1,0 1-256-15,4-4-164 0,3 0-212 0,1-4-152 16,0-4-304-16,4-9-380 0,-4-2-460 16,0-3-680-16,-12 6-2804 0,4-12-5169 15</inkml:trace>
  <inkml:trace contextRef="#ctx0" brushRef="#br0" timeOffset="12349.327">16471 1232 6796 0,'0'0'4849'16,"0"0"-3021"-16,0 0-1228 0,0 0 120 0,0 0 652 16,-4 88-148-16,12-53-296 0,-1 0-360 15,6 7-296-15,-5-1-176 0,-1 6-88 0,-3 2-8 16,-4 1-136-16,0 1-8 15,-4-1-152-15,1-1-308 0,-5-5-104 16,-1-6-128-16,5-6-220 0,0-13-956 0,4 0-2821 0</inkml:trace>
  <inkml:trace contextRef="#ctx0" brushRef="#br1" timeOffset="21300.134">11120 977 8276 0,'0'0'1436'0,"0"0"-584"16,0 0-91-16,0 0 215 0,0 0 88 0,0 0-12 15,0 0-144-15,0 0-52 0,0 0-104 0,0 0-156 16,0-15-196-16,0 15-104 0,0 0-100 16,0 3-96-16,7 6-16 15,-3 5 140-15,5 7-16 0,-1 8-72 0,-5 6-4 16,-3 6-56-16,0 7-36 15,0 6-40-15,0 3-124 0,0 7 64 0,-3 1-12 16,-1 6-28-16,4 2 88 0,0 2-124 0,0 6 64 16,0-2-4-16,0 3 4 15,0 1 60-15,0-8-160 0,0-1 108 16,0-6-72-16,4-5 52 0,-4-7 20 0,3-5-60 16,1 0 76-16,0-3-64 0,0-7 64 15,1 0-100-15,-1-3 48 0,3-2 12 16,-3-8-112-16,4 1 4 0,1-1-68 15,-5-6-84-15,7 0 84 16,-7-2-88-16,5-8 100 0,2 2-24 16,-3-6 84-16,0-2-60 0,4 1 192 0,-4-7 60 0,0 0 4 15,0 0 108-15,0 0 12 16,0-3 16-16,0-1 76 0,4-2-52 16,-4 0 24-16,3-1-64 0,2 1-36 0,2 0 100 15,2-1 68-15,3 1 4 0,-1 0 40 16,5 0-140-16,1-1 4 0,-2 1 44 15,1 0-44-15,0-1 20 0,0 4-36 0,0-3 12 16,3 2-60 0,-3-2-24-16,4 3-68 0,4 0 64 0,0 0-64 15,0-1-8-15,4 1-8 0,4 0 0 16,-4 0-52-16,3 0 48 0,1 3-16 0,4 0 28 16,0 0 64-16,0 0-52 0,0 0 48 15,0 0 4-15,3 0 8 0,-2 0-8 16,-2 0 20-16,0 3-32 0,2-3-52 15,-6 3 0-15,6 0-4 0,-2 0-48 16,-3 1 52-16,8-4-4 0,-1 0-8 16,5 0 0-16,0-4 12 0,0-2 0 0,0-3 4 0,4 2-4 15,-4 1-8-15,-1-1 4 16,-3 0 0-16,4 2-44 0,-4-1 40 16,0 3-80-16,3-1 40 0,-3 1-16 15,4 3 4-15,-1-4-40 0,-2 4 88 16,2-2-88-16,1 2 96 0,4-3 0 15,-4 0 4-15,3-1 64 0,5 1-64 0,-4-1 0 16,0 2-88-16,3-4 40 0,-3 2 44 16,0-3-4-16,-4 5-56 15,0-5 4-15,0 4 48 0,-1 1-64 16,-3 2 68-16,-1-5 4 0,2 5 4 0,-6 0 0 16,5 0 4-16,0-2-4 15,-4-2 0-15,3 4-4 0,5-6-72 0,-3 3-96 16,-2-4 112-16,5 4-40 0,4-7 100 15,-5 8 8-15,1-5 0 0,-4 4 92 16,0-3-48-16,0 2-52 0,-5 1-12 0,6 0 8 16,-6 0 4-16,1 3 0 0,0-3-48 0,-5 3 32 15,-3-3 16-15,1 3-48 0,-2 0 36 16,-3 0 0-16,4 0 12 16,-4 0 8-16,4 0 176 15,-8 0-96-15,3 0-84 0,-6 0 4 0,2 3 156 16,-2 0 32-16,3-3-84 0,-1 3 12 15,4-3-40-15,6 0-20 0,-1 0 84 0,3 0 12 16,1 0-160-16,0 0-52 0,0 0 52 16,0 0 8-16,0 0 128 0,-4 0 60 15,-4 0-188-15,-4 0 4 0,0 0 52 16,-9 3 8-16,5-3 64 0,-4 3 196 16,3 1 204-16,-2-1-168 0,-1-3-260 0,-5 3-108 0,6-3 48 15,-10 0-48-15,6 0 8 16,-2 0 44-16,1 0-4 15,-4 0 24-15,4 0-60 0,-4 0 36 0,4 0-36 16,-8 0 64-16,4 0-4 16,-5 0-24-16,2 0-36 0,-5 3 36 15,0-3-44-15,0 0-4 0,0 3-60 0,-1-3 48 16,2 0-48-16,-1 4 52 0,-4-4 4 16,4 0 4-16,-4 0 8 15,4 0 4-15,-4 0 72 0,4 0-12 0,-4 0 16 16,0-4-40-16,0 1-48 0,0-3 0 15,0 3-112-15,0-7 64 0,0 4 0 16,0-4-84-16,4-2-64 0,-1 2 36 0,-3-7 28 16,4 3-4-16,1-5 16 0,3 0 48 15,-4-6-40-15,3-2 40 16,1-1-40-16,5-1 28 0,-6-5-40 0,6-1 28 16,-1 0 20-16,3-4 16 0,-3 2 60 15,0 1 60-15,4-6 184 16,-8 5 100-16,4-4-64 0,-4-3-24 0,0-4-256 15,0 0-4-15,0-3-188 0,0-3-52 16,0-4-28-16,-4 6-108 0,4-3 28 16,-5 2 92-16,2 1 100 0,-1 5 24 0,-4-1 64 15,4 1-140-15,-4 1 28 16,0 2 36-16,0 0-24 0,0 0-40 0,0-1-108 16,4 3-216-16,-4 2-76 0,4-2 168 15,0 8-260-15,-1-4 12 0,1-1-136 16,1 4-192-16,-1 0 188 0,0-3 176 0,-4 7 307 15,4-1 349-15,-4 0 92 0,0 3-27 16,4 1 127-16,-1-1-192 16,1 1-128-16,0 3-297 0,5 2-327 0,-5 4-244 15,0 3-132-15,-4 3-120 0,3 5 312 16,-3 1 140-16,0 3 312 0,0 4 484 0,-3 0 512 16,-1 0 360-16,0 0 12 15,-5 0-156-15,5 0 220 0,-3 0-272 16,-1 0-200-16,0 4-164 0,3-2 0 0,-2-2-172 15,-1 5-100-15,0-3-40 0,-1 2-92 16,2-2 4-16,-1 2 24 16,-4-2 64-16,-4 5 52 0,1 0-52 0,-2 2-4 15,-3-3 4-15,1 1 324 0,-2-3 244 16,-3 2-143-16,0-3-181 0,1-1-244 16,-5 1-12-16,-4 1-400 0,0-1 400 0,-8 1-52 15,0-1-725-15,-3 3-143 16,-2 1 816-16,-2-1 64 0,3 0-204 15,-4 0 256-15,0 1 152 0,1-1 240 0,-1 4-4 16,0-4 164-16,0 0 185 0,-4-3-93 16,1 4-284-16,-5-1-16 15,0-3 92-15,0 0-360 0,-8 4-76 0,5-3-176 16,-9-2-40-16,-3 4-40 0,-2-2 24 0,-2 3-500 16,-5-1 616-16,5 0 92 0,-5 3 24 15,4 1 192-15,-4-1 116 16,5 1 128-16,-5 3-64 0,5 3-168 15,-5-7 16-15,4 4-4 0,-4-1-12 0,5-2-52 16,-1-1-24-16,4 1-40 0,0-1-72 16,1-2 60-16,3-4-64 0,4 0 88 0,1 0 28 15,3 0 100-15,4-3-112 16,0 4-68-16,0-1 20 0,1 1-68 0,-1 1-88 16,-4 2 12-16,4-5-40 15,0 5 116-15,-4-1 52 0,4 0 64 0,1-1-28 16,-1-3-40-16,1 2 80 0,-1-1-76 0,0 0 16 15,1-1-60-15,-5 5 196 16,4 0 76-16,0 0-132 0,-4-1 68 16,4 3-140-16,1 1 124 0,-1-1-76 15,4 1 80-15,0 2-116 0,1-2 0 0,2 2-12 16,6-2-72-16,-5-1 44 0,8 1 4 16,-4-4 36-16,8 4-76 0,-3-4 0 15,3 0-4-15,0-2 80 0,-4 3-80 16,4-1 52-16,4-4 4 15,-4 4 12-15,5 1-76 0,-1-3 4 16,0 2 0-16,0-4 8 0,4 5 36 0,4-3-40 16,0-1 8-16,5-3 108 0,2 0-52 0,6 0 40 15,-2 0-24-15,1 0-76 0,5-3 36 16,-6-4-48-16,5 3-60 0,-3-1 12 16,-2-2 36-16,-2 0 0 15,2 5 0-15,-2-2-88 0,-1 2 88 0,0-2-84 16,5 4-32-16,-2-2 80 0,1 2 36 15,0 0-64-15,0 0-12 0,1 0 32 0,2 0 56 16,5 0 48-16,-4 0-48 0,5 0 4 16,-1 0-4-16,4 0 64 15,0 0-64-15,0 0-112 0,0 0 12 0,0 0-24 16,0 0-128-16,0 0-392 0,0 0-312 16,0 0-440-16,11 0-1337 0,-3 0-2099 15</inkml:trace>
  <inkml:trace contextRef="#ctx0" brushRef="#br1" timeOffset="22066.654">13769 2870 2996 0,'0'0'7216'0,"0"0"-5847"0,0 0-333 0,0 0-332 15,0 0 224-15,0 0 132 0,0 0-244 16,0 0-212-16,0 0 20 16,0 0-4-16,20 74-176 0,-16-41-88 0,4 9 28 15,5-1-28-15,-6 7 108 0,1 2 24 16,0 5-220-16,0 2-120 0,-4 3-52 15,0 4-36-15,0-1-48 0,0 7 0 16,0-3-12-16,0 3 0 0,-1-4-12 0,-3-2-48 16,5-4 48-16,-1-9 0 15,0-10-60-15,0-5 60 0,4-11-112 16,-8-9 4-16,3-4-184 0,1-5-76 0,-4-4-160 16,5-3-112-16,-1-3-136 0,4-13-740 15,3-14 152-15,6-7-1124 16,-6 6-1625-16,9-40-3227 0</inkml:trace>
  <inkml:trace contextRef="#ctx0" brushRef="#br1" timeOffset="22367.848">13977 2841 6868 0,'0'0'1920'0,"0"0"8"16,0 0-1231-16,0 0-453 0,0 0 268 0,0 0 424 15,0 0 196-15,24 70-300 0,-13-35-140 16,1 3-60-16,4 10-84 0,0 2-24 16,-4 5-92-16,0 2-196 0,0 3-76 15,-8 3-148-15,0-3-12 0,0 1-4 16,-4-7-80-16,0-4 68 0,0-4-68 16,-4-8-52-16,4-7 88 0,-4-9-16 15,4-3-60-15,0-5 36 0,0-9-160 16,0-1-248-16,0-4-140 0,0 0-172 0,0-7-532 15,0-5-496-15,4-11-741 0,-4-5-1935 16,0 3-656-16,0-26 5133 0</inkml:trace>
  <inkml:trace contextRef="#ctx0" brushRef="#br1" timeOffset="22537.922">13872 2781 4620 0,'0'0'7185'0,"0"0"-5509"0,-67 73-788 16,35-35-316-16,-4 10 68 0,1 3 280 16,-5-1-108-16,0 1-316 0,4-10-360 15,8-3-136-15,0-9-360 0,9-10-76 16,6-3-324-16,5-10-272 0,1-6-360 16,-1 0-588-16,3-15-1909 0,1 2-1667 0</inkml:trace>
  <inkml:trace contextRef="#ctx0" brushRef="#br1" timeOffset="22718.553">13726 2756 7172 0,'0'0'2940'0,"0"0"-1467"0,0 0-589 16,79 15 200-16,-51-2 336 16,-4 3 56-16,4 0-520 0,0-4-360 15,0 5-400-15,0-5-168 0,4-2-28 0,0-1-136 16,-4 1-272-16,-1-1-628 0,1-2-256 15,-4 2-1120-15,-8 1-3037 0,-4 6-2042 16</inkml:trace>
  <inkml:trace contextRef="#ctx0" brushRef="#br1" timeOffset="23085.106">13821 3956 7372 0,'0'0'3160'16,"0"0"-1527"-16,0 0-1221 0,0 0-348 16,20 82 548-16,-12-60 568 0,0-3-220 0,0 0-344 15,-1 0-172-15,6-2-60 0,-1-2 116 16,0-2 68-16,4 0-60 0,0 0-40 15,3-5-52-15,-2 3-144 0,-2-5-40 16,1-3-24-16,-4 0 36 0,1-3 36 0,2 0 220 16,1-3-220-16,0-6-48 15,0-2-48-15,7-3-3 0,-2-9-21 16,-1-2-64-16,4-7-36 0,3-6-60 0,1-10-72 16,9-3-88-16,-5-2-217 0,7-8-155 15,-3 4-140-15,0 3-244 0,-5 6-428 16,1 7-976-16,-4 9-1936 0,-8 9-1993 15,0 4 922-15</inkml:trace>
  <inkml:trace contextRef="#ctx0" brushRef="#br1" timeOffset="24718.552">12526 4638 92 0,'0'0'2256'0,"0"0"-1656"16,0 0 4672-16,0 0-3436 0,0 0-183 16,0 0-513-16,0 0-96 0,0 0-80 15,0 0-96-15,0 0-212 0,-56-50-108 16,49 46-136-16,-2 4-104 0,1 0-36 16,-7 0-256-16,2 7 132 0,-2 3-76 15,2 5 28-15,-2 4 36 0,-1 6 84 16,0 7 28-16,4 4 180 0,-4 2-60 0,0 3-160 15,0 3-96-15,4-3-112 0,0 1 0 16,4-10-4-16,1-7-4 0,7-6-52 16,-5-9-28-16,5-4-60 0,5-3 28 0,2-3 120 15,1 0 116-15,4 0 8 16,8-6-124-16,0-10-12 0,0-3-232 16,0-8 60-16,0 2-40 0,-1 0 40 15,-2 0 24-15,-2 3 64 0,-2 6-28 16,-2 0 112-16,-3 4 0 0,-3 2 8 15,-1 3 0-15,0 5 4 0,-1 2-52 0,1-4-32 16,0 4-52-16,0 0 136 0,5 6 48 16,-2 4 164-16,1 3 32 0,0 3-20 15,1 3 32-15,-2 4-8 0,-3 2-56 0,0 2-32 16,0 5 12-16,0 3-72 16,1 4-16-16,-2 3 124 0,-3 2-48 15,4-4-88-15,-4 5-68 0,0-4 104 0,0 1-60 16,0-2-40-16,0 2 80 0,0-4-28 15,0 3-48-15,-4 0 36 0,4 1-40 16,-8-7 40-16,4 0-44 0,0-3 108 0,0-7 32 16,0-6-44-16,0-2-40 15,1-9-12-15,-2-4 0 0,5-2 48 16,-4 3 40-16,4-5 57 0,0 0 195 0,-4 0-48 16,4 0-72-16,-8 0-88 0,-3-11-180 15,-2 3-96-15,-2-6-60 16,-2-2 92-16,2-3-32 0,2-6-36 0,2 3 48 15,3 0-52-15,-1-2 40 0,2 3-24 0,3-2 60 16,4 4-112-16,0 5 112 16,0-3 52-16,0 4-89 0,0 1 37 0,0 2-16 15,4 1-32-15,0-1 12 0,3-2-28 16,2 2-32-16,2 0-28 16,1-3 16-16,-3 4-40 0,6 3-72 15,-6-4 60-15,6 3 24 0,-3 5-112 0,0-1-292 0,0 0-288 16,4-1-392-16,-4 4-516 15,1 0-756-15,-2 0-2077 0,5 0-2603 16</inkml:trace>
  <inkml:trace contextRef="#ctx0" brushRef="#br1" timeOffset="25717.693">12873 4184 1528 0,'0'0'636'0,"0"0"-360"0,0 0 168 0,0 0 4264 16,0 0-2904-16,0 0-604 0,0 0-335 16,0 0-45-16,0 0 280 0,0 0-160 15,4 17-256-15,3 5 284 0,-3 3-140 16,5 11-108-16,-5 1-64 0,4 3-24 0,-5 12-180 16,1-1-96-16,1 6-124 15,-1 4-168-15,-4 2-4 0,0-3-60 0,0 3 0 16,-9 1-92-16,5-7 44 0,1-6 48 15,-5-3 12-15,8-13 160 16,0-13-100-16,0-6-72 0,0-7-4 0,0-2-68 16,4-5-12-16,0 3-16 0,-1-5 76 15,6 0-48-15,-1-5 48 0,7-7 16 0,-2-4-44 16,2-3-68-16,-2-3-16 16,2-3-36-16,-2-1 24 0,-6 1 52 15,5 0 8-15,-8 5 16 0,5-2-28 16,-6 6 52-16,5 0 36 0,-4 4 4 15,0 5-104-15,0 1-24 0,0 3-12 0,0-1 36 16,0 4 12-16,4 0 100 0,0 0 124 16,-1 7 88-16,6 3-16 0,-5-1 24 0,4 7-84 15,-4-4-48-15,0 8 8 0,-1-5 40 16,-3 4-48-16,5 4-88 0,3-1-8 16,-9 0-44-16,5 1 4 15,1-1-52-15,2-3-32 0,-3 3-116 0,1-2-320 16,2-1-272-16,6-5-220 0,-2 0-708 15,-3-5-1424-15,12-6-3393 0</inkml:trace>
  <inkml:trace contextRef="#ctx0" brushRef="#br1" timeOffset="27843.365">13737 4905 2916 0,'0'0'300'16,"0"0"-300"-16,0 0 4152 0,0 0-2312 16,0 0-148-16,0 0-251 0,0 0-37 0,0 0-176 0,0 0-172 15,0 0-188-15,-80-35-196 16,69 44-216-16,-1 4-148 16,3 4-96-16,-2 2-4 0,3 0 16 0,0 2 32 0,-4-1-96 0,8-1-12 15,0-3-88 1,0-7-12-16,4-3-48 0,0-2 4 0,0-1-4 15,0-3-8-15,0 0-76 16,0 0-16-16,0 0 4 0,8-3 96 0,0-7 36 16,4 1 76-16,0-1-112 0,-1-2-4 15,2-1-108-15,-1 6-12 0,0-2-12 16,-4 5-60-16,3 4-12 0,2 0 24 0,-5 0 60 16,3 7 64-16,2 3 56 15,-2 2 4-15,-3 1 72 0,1 3 28 16,2 0-88-16,-3 3-4 0,-4-1 100 0,5 6-108 15,-2 1 0-15,-3 3 80 0,4 4-80 16,1 3 0-16,-6-1 48 0,1 5-48 0,0-1 0 16,0 0-8-16,0 3-40 15,-4-6 44-15,0 3-4 0,0-3 0 16,0-3 4-16,0-4-44 0,0 4-4 0,0-6 44 16,0-1 8-16,0-3 4 0,0-3 8 15,0-2 52-15,0-3 32 0,0 0-44 0,-4-1 8 16,0-4 64-16,0 0 12 15,-3-2 36-15,-2-1-40 16,-3-3 16-16,0 4 0 0,0-4-28 0,1 0-8 0,-6-3 8 16,2 0-8-16,2-3-40 15,-2-4-60-15,-2 1-12 0,2-3 0 0,2-4-8 16,2 0-148-16,-1-3-176 0,4 1 172 0,4-2-196 16,0 2 0-1,4-4-12-15,0-1-140 0,0 2-24 0,0-1-52 0,8-1-280 16,-5 1-244-16,2-1-388 15,3 2-396-15,-4-1-1121 16,0 6-2755-16,3-6 4476 0</inkml:trace>
  <inkml:trace contextRef="#ctx0" brushRef="#br1" timeOffset="32871.411">12467 4391 1228 0,'0'0'6336'0,"0"0"-4324"16,0 0-696-16,0 0-415 0,0 0 139 0,0 0 28 15,0 0-232-15,0 0-332 0,0 0-236 16,0 0-80-16,-8 19 72 16,12-16 160-16,7 0 52 0,-3 0-48 0,8-3-76 15,-4 4-176-15,4-4-60 0,0 0-104 16,-4 0-8-16,0 0-36 15,0 0-100-15,-4 0-24 0,0 0-52 0,0-4-60 16,-1 1-152-16,2 0-108 0,-1-3-220 16,0 0-296-16,-5-4-708 0,6 1-1049 0,-5-5-2807 15</inkml:trace>
  <inkml:trace contextRef="#ctx0" brushRef="#br1" timeOffset="33134.77">12614 4182 1580 0,'0'0'780'15,"0"0"-504"-15,0 0-16 0,0 0 3780 16,0 0-2468-16,0 0-300 0,0 0-256 16,0 0-35-16,0 0 7 0,0 0-124 15,4 66-176-15,0-50-144 16,0-1-128-16,0 4-64 0,0 0-176 15,-1 0-76-15,1 6-96 0,1 2-4 0,-5 1-12 16,0 1-128-16,0 3-20 0,0 2-232 0,0-3-340 16,0 2-220-16,4-7-416 0,-4-1-705 15,4-3-2243-15,-4-6-448 16</inkml:trace>
  <inkml:trace contextRef="#ctx0" brushRef="#br1" timeOffset="39934.062">14140 4572 6036 0,'0'0'116'0,"0"0"900"0,0 0 2080 16,0 0-1371-16,0 0-777 0,0 0-196 16,0 0 200-16,0 0 296 0,0 0-144 15,0 0-212-15,0 0-112 0,0 0-56 0,0 0-184 16,39-48-164-16,-34 60-56 0,3 11 472 15,3 9-63-15,-3 9-401 0,1 11-112 16,-5 4-140-16,-1 5-76 0,-3-5-48 0,0 4-48 16,0-5-72-16,0-4-52 0,0-7-36 15,0-2 51-15,0-11-27 0,-3-3-96 16,3-5 0-16,0-11-76 16,-4-2-132-16,4-7-200 0,0 1-448 15,0-4-924-15,0 0-1096 0,-4-10-2937 0</inkml:trace>
  <inkml:trace contextRef="#ctx0" brushRef="#br1" timeOffset="40083.578">14271 4988 11569 0,'0'0'1816'0,"0"0"-1092"0,0 0 100 0,0 0 612 0,0 0-132 16,0 0-312-16,88 13-280 0,-68-13-260 16,4 0-144-1,4-10-140-15,4-6-168 0,-4 0-60 16,4-7-392-16,0-2-444 0,-5 3-328 0,-3-3-436 15,-4 6-2264-15,-5-6-4001 0</inkml:trace>
  <inkml:trace contextRef="#ctx0" brushRef="#br1" timeOffset="40263.969">14550 4667 4528 0,'0'0'7337'15,"0"0"-6057"-15,0 0-1188 0,0 0 392 16,0 0 896-16,0 0 28 0,12 67-388 15,-8-40-300-15,8 6-288 0,0-4 8 16,0 2-96-16,0 1-196 0,-4-1-148 0,4 1-232 16,0-3-88-16,0 0-380 0,-1-7-268 0,-2 0-256 15,3-9-780 1,-1 0-1945-16,2-11-1703 0</inkml:trace>
  <inkml:trace contextRef="#ctx0" brushRef="#br1" timeOffset="40440.13">15008 4801 6168 0,'0'0'7945'0,"0"0"-7109"0,0 0-220 0,0 0 952 15,0 0-156-15,88-7-624 16,-64 1-484-16,-4 2-304 16,3-2-24-16,2 0-268 0,-5 0-448 0,-1 1-508 15,-2 3-268-15,-10 2-1192 0,-7 0-3941 0</inkml:trace>
  <inkml:trace contextRef="#ctx0" brushRef="#br1" timeOffset="40583.363">15045 4997 10616 0,'0'0'3929'16,"0"0"-3397"-16,0 0-520 0,0 0 668 0,0 0 340 16,0 0 96-16,0 0-252 0,0 0-152 0,0 0-268 15,99 13-276-15,-71-29-168 0,4 0-144 16,-4-1-408-16,4-1-272 0,-4 3-364 0,-5 1-752 15,-3 5-2220-15,0 0-4465 0</inkml:trace>
  <inkml:trace contextRef="#ctx0" brushRef="#br1" timeOffset="41215.616">15957 4473 3648 0,'0'0'532'0,"0"0"-48"16,0 0-184-16,0 0 64 0,0 0 144 16,-28-72 1960-16,24 65-1196 0,0 1-176 0,4 2-39 15,0 2 59-15,0 2-72 0,0 0-80 16,-4 0-72-16,4 0-100 0,0 0-68 15,0 0-52-15,0 0-44 0,0 0-64 0,0 0-84 16,0 9-160-16,0 7-176 0,4 9 76 16,0 13 76-16,0 6-52 0,3 14 12 15,-2 2-88-15,-1 4-88 0,-4 1-80 16,0 6-60-16,0 2-60 0,0-6-40 16,0-4 64-16,0-9-100 0,0-9-84 15,4-11 0-15,4-8-4 0,-1-10-8 16,2-10-296-16,3-6-660 0,-1 0-500 15,-2-6-932-15,2-16-2525 0</inkml:trace>
  <inkml:trace contextRef="#ctx0" brushRef="#br1" timeOffset="41378.903">16024 4807 12105 0,'0'0'2992'0,"0"0"-1848"15,0 0-904-15,0 0 656 0,0 0 452 0,0 0-156 16,0 0-376-16,88 28-352 0,-56-28-136 15,0 0-72-15,8-9-256 0,0-10-160 16,-1-4-448-16,1-2-356 0,0-3-472 16,-12 6-1176-16,4-10-3249 0</inkml:trace>
  <inkml:trace contextRef="#ctx0" brushRef="#br1" timeOffset="41534.564">16398 4438 11445 0,'0'0'2368'0,"0"0"-1480"16,0 0-460-16,-3 76 452 0,3-43 584 0,0 2-288 16,0 2-356-16,3-2-316 15,6 3-224-15,-5 1-136 0,0-2-144 0,0 5-256 0,-4 2-380 16,4 5-436-16,-1-3-716 16,-3-7-1060-16,0 18-3829 0</inkml:trace>
  <inkml:trace contextRef="#ctx0" brushRef="#br1" timeOffset="42692.288">14308 5778 4280 0,'0'0'1056'15,"0"0"3948"-15,0 0-3891 0,0 0-333 0,0 0-228 16,0 0-28-16,0 0 84 0,0 0 28 0,0 0-132 16,0 0-100-16,0 0 84 0,7 48 132 15,-3-23-36-15,0 4-64 16,0 2-24-16,4 8 24 15,-4 5-28-15,0 7 24 0,-4 2-64 0,0 8-100 16,0-1-156-16,0 5-36 0,0-6-88 16,0-2-72-16,0-3 0 0,0-9-112 0,0-8 40 15,4-4-12-15,0-14-76 0,-4-3 76 16,4-7-64-16,0-5 4 16,0-2-28-16,-4-2-172 0,3 0-184 0,6-6-248 15,-1-7-64-15,0-6-156 0,0-6-656 16,0 3-932-16,-4-20-2713 0</inkml:trace>
  <inkml:trace contextRef="#ctx0" brushRef="#br1" timeOffset="42921.996">14391 5857 2824 0,'0'0'7448'15,"0"0"-6095"-15,0 0-529 0,0 0-160 16,0 0 504-16,20 79 20 15,-9-43-180-15,-2 8-260 0,3 1-116 0,-1 3-100 16,6-1 32-16,-6 1-156 0,6-4-152 16,-2-3-180-16,1-2-76 0,0-4-148 15,-4-7-148-15,-4-2 64 0,0-8-124 0,0 1-64 16,-4-3-152-16,-4-6-220 0,0-1-276 16,0-6-244-16,0 1-508 0,0-4-1113 15,-4 0-2419-15</inkml:trace>
  <inkml:trace contextRef="#ctx0" brushRef="#br1" timeOffset="43116.119">14391 5909 7536 0,'0'0'3941'16,"0"0"-3133"-16,0 0-460 0,-92 38 276 15,64-22 432-15,-4-1-196 0,0 7-396 0,0-2-324 16,4 2-140-16,-3-3-176 15,3 0-216-15,4-3-112 0,0-3-436 16,4-5-564-16,1 3-997 0,6-8-2227 0</inkml:trace>
  <inkml:trace contextRef="#ctx0" brushRef="#br1" timeOffset="43764.746">14379 5934 10044 0,'0'0'1293'0,"0"0"-729"0,0 0-204 16,0 0 472-16,8-77 476 0,-1 65-136 15,6-4-204-15,2 7-120 0,6 2-80 16,-1 1-128-16,3 3-96 15,5 3-276-15,4 0-120 0,-4 0-148 0,4 6-136 16,-4 0-72-16,-4 4-124 0,0-1-60 16,-5 4-200-16,-2 0-164 0,-2 6-508 0,-10 4-1096 15,3-9-2473-15,-12 19-2471 0</inkml:trace>
  <inkml:trace contextRef="#ctx0" brushRef="#br1" timeOffset="44084.758">14200 6626 12045 0,'0'0'1536'0,"0"0"-1412"0,0 0 132 0,0 0 416 16,67 77 312-16,-47-58 244 15,4-5-420-15,0 3-248 0,-4-1 4 0,8-7 76 0,0 1-160 16,-4-1-140-16,4-2-132 0,-5-1-24 16,-3-6-4-16,4 0 16 0,-4 0-24 15,4-10 20-15,0-2-56 0,0-7 20 16,0-7-44-16,3-8-39 0,-3-5-73 0,1-2-13 16,2-7-123-16,-2 1-56 0,-6-1-124 15,1-3-320-15,0 10-256 16,-4 3-224-16,-4 10-584 0,-4 9-1236 0,-4 8-3129 0</inkml:trace>
  <inkml:trace contextRef="#ctx0" brushRef="#br1" timeOffset="44781.206">12801 7715 9772 0,'0'0'1497'15,"0"0"-981"-15,0 0-208 0,0 0 448 0,0 0 148 16,0 0 288-16,0 0 0 15,0 0-288-15,0 0-468 0,0 0-76 0,0 0 36 16,-76 70-28-16,68-17 160 0,1 5 100 16,-2-4-248-16,5-7-184 0,0-6-196 15,0-11-100-15,4-8-96 16,0-11-36-16,4-6-24 0,0-5-64 16,9 0 88-16,2-10 48 0,2-10-124 15,2-2-176-15,-3-6-112 0,0-4-112 0,0 4 4 0,-8-2 316 16,4 9 72-16,-4 5 216 15,-4 3 24-15,4 5-48 0,-1 8 36 16,2 0-32-16,-1 5 120 0,3 8 656 0,2 6-304 16,2 7-100-16,-2 2-128 15,2 0 80-15,2 4-4 0,-2 3 172 0,-2 2 4 0,-2 5 292 16,-7 3-24-16,0 3-204 16,-4-4-84-16,0 1-108 0,-4-1-4 15,-4-3-36-15,-4-2-12 0,4-5-16 16,-3-2-56-16,3-6-52 0,-5-7-60 15,6-4 48-15,-5-5 40 0,3-4-4 16,-2-3-96-16,-2-3-24 0,2 0-220 0,-1-9-72 16,-4-7-212-16,0-6-84 15,-4-3 60-15,5-10-388 0,-6-1-204 0,5-5-492 16,-3 0-980-16,6 6-2013 0,-6-12-2135 0</inkml:trace>
  <inkml:trace contextRef="#ctx0" brushRef="#br1" timeOffset="44957.232">12897 7689 11509 0,'0'0'2084'16,"0"0"-840"-16,0 0-52 0,0 0 348 16,75 10-404-16,-51-10-596 0,4 0-352 15,0-10-188-15,0-1-148 0,0-3-404 16,0-1-188-16,-5-5-812 0,-2 8-836 0,-1-14-3905 15</inkml:trace>
  <inkml:trace contextRef="#ctx0" brushRef="#br1" timeOffset="45132.746">13172 7299 12089 0,'0'0'2408'0,"0"0"-1500"16,0 0-592-16,0 0 528 0,0 0 508 0,19 70-192 15,-6-45-520-15,-2 10-360 0,6-3-280 16,-6 6-12-16,6 4-136 0,-6-1-108 16,-3 3-444-16,0 4-360 0,-3-4-508 0,-2 1-528 15,-3-14-1064-15,0 7-2669 0</inkml:trace>
  <inkml:trace contextRef="#ctx0" brushRef="#br1" timeOffset="45542.647">13475 7343 3940 0,'0'0'9289'0,"0"0"-7717"0,0 0-1244 16,0 0 476-16,23 67 860 0,-14-35-344 0,2 6-448 16,-3 4-396-16,5 5-72 0,-6 1-4 15,1 6 136-15,-4 3-183 16,0 0-169-16,-4 7-124 0,0-2-60 0,0 2-144 15,0-3-137-15,0-11 133 0,0-11 4 16,0-14 84-16,8-9-52 0,-4-10-80 16,4-6-100-16,4-6 120 0,4-13-12 0,4-6 76 15,0-11-212-15,0-5-204 0,0-3 8 16,-5 3 132-16,-7 3 200 16,1 5 116-16,-5 12 68 0,0 5 60 0,-4 2 76 15,0 12 124-15,3-2 120 0,-3 4 172 16,0 0-100-16,0 0-184 0,0 4-72 15,0 3-196-15,0-1 12 0,4 6-12 16,0 5 120-16,0 1-68 0,0 4-52 0,1 1-4 16,-1-1-4-16,-4 3-56 0,0 4-20 15,3-1-36-15,-3 1-16 0,0-4-180 16,0 1-140 0,4-4-280-16,0-6-496 0,0-1-1400 0,0-5-1685 15,0-7-1739-15</inkml:trace>
  <inkml:trace contextRef="#ctx0" brushRef="#br1" timeOffset="46414.044">14156 7810 3968 0,'0'0'3936'0,"0"0"-2396"16,0 0-532-16,0 0-27 0,0 0 199 0,0 0-108 15,0 0-208-15,0 0-68 0,-56-67 4 16,56 67 144-16,-4 0-28 16,0 4-260-16,0 9-228 0,-8 5-340 15,4 11 8-15,-4 7 40 0,0 1 132 0,4 5 100 16,-4-4 60-16,8-4-124 15,0-9-144-15,4-6-160 0,0-8-148 0,0-6-56 0,0-5-40 16,4 0 36-16,5 0 24 16,-2-5 184-16,5-6 12 0,4-3-12 15,-4-6-220-15,4-2 12 0,-8 3-16 0,0-1 16 16,0 5 48-16,0-2 52 0,-8 12 100 16,4-2-116-16,0 4-24 0,0 0-76 15,4 3 64-15,0 3 100 0,4 4 60 0,-1 5 48 16,2 7-40-16,-1 7 80 0,4 2-40 15,-5 3 64-15,1 7 0 16,4 4-16-16,-4 2 116 0,1 4-4 16,-6-1 12-16,1 2-48 0,0-5-36 15,0 0-76-15,-4-2 40 0,-4-4-16 0,4-3 76 16,-4-3 24-16,0-4-40 0,0-3-80 16,0-6-60-16,0-3 68 0,-4-2-12 15,-3-2 64-15,-2-3-64 0,-3-3 24 0,1 0 16 16,-6 1-52-1,1-3 8-15,-3-4-56 0,-2 0-120 0,-3-4-112 16,1-3-160-16,-1-5 124 0,4 3-40 16,0-7 28-16,4 0 32 0,4 0-192 0,4-3-80 15,0 3 100-15,4-3-112 16,4 0 8-16,0 3-168 0,4-7-376 0,9 4-696 16,2-6-817-16,-3 3-1927 0,8-9-680 15</inkml:trace>
  <inkml:trace contextRef="#ctx0" brushRef="#br1" timeOffset="46762.721">15292 7356 6776 0,'0'0'8517'0,"0"0"-6833"0,0 0-1288 16,0 0 112-16,0 0 160 16,-97 44 180-16,69-15-136 0,-4 6-212 0,1 7-160 15,-1 2-72-15,0 7-96 0,4 2-28 0,1 4 160 16,3 4 329 0,4 3-185-16,-1-1-184 0,10-2-60 15,3-4-20-15,8-6-40 0,0-11-24 16,8-7 0-16,8-11-120 0,3-3-36 15,6-7-24-15,2-5-24 0,5-4 24 16,0-3 48-16,0-7-156 0,-4-5-196 0,0-4-228 16,-4 0-100-16,-5-3-429 0,-2 3-935 15,-9 4-1108-15,-5 2-2397 0,-3 4-3807 0</inkml:trace>
  <inkml:trace contextRef="#ctx0" brushRef="#br1" timeOffset="46937.638">14893 7925 10224 0,'0'0'3261'0,"0"0"-1397"16,0 0-1060-16,0 0-140 0,0 0-152 16,0 0-28-16,0 0 612 0,0 0-140 0,87-17-416 15,-55 12-152-15,8-2-192 0,-4 0 0 16,0-2-196-16,3 3-136 0,-7-4-216 16,5 0-612-16,-10 5-400 0,1-1-612 0,-8-1-2364 15,4 0-4009-15</inkml:trace>
  <inkml:trace contextRef="#ctx0" brushRef="#br1" timeOffset="47421.045">15762 7232 9972 0,'0'0'2253'16,"0"0"-1269"-16,0 0-488 15,0 0 468-15,0 0 396 0,43 83-208 0,-27-42-272 0,0 13-76 16,4 7-152-16,-4 4-52 0,0 9 80 15,-1-1-132-15,2 0-120 0,-6 0-147 16,-2-3-161-16,-5-3-120 0,4-7-132 16,-1-6-52-16,-3-6-157 0,1-10-59 0,-1-7 120 15,4-11-16-15,-4-5-104 0,-4-11-188 16,3-4-496-16,-3-4-352 0,0-9-672 16,0-5-1092-16,0-1-1953 0,0-20-855 15</inkml:trace>
  <inkml:trace contextRef="#ctx0" brushRef="#br1" timeOffset="47602.308">15945 7711 11297 0,'0'0'2532'15,"0"0"-1468"-15,0 0-460 16,0 0 480-16,0 0 284 0,0 0-172 0,83 14-268 16,-51-11-208-16,1-3 48 0,2 0-183 0,5-10-345 15,3-2-240-15,2-5 0 0,-2-1-352 16,-2-4-157-16,-2-1-211 0,-3 1-292 15,-8-4-464-15,-4 8-928 0,-9 1-2152 16,-7-2-3517-16</inkml:trace>
  <inkml:trace contextRef="#ctx0" brushRef="#br1" timeOffset="47799.587">16387 7254 12017 0,'0'0'2268'16,"0"0"-1608"-16,0 0-68 0,0 0 452 0,48 74 224 16,-36-46-256-16,4 4-264 0,-4 4-284 15,3 1-120-15,-2 5-184 0,-2 8-136 0,-3 4-24 16,-3 3-148-16,-1 4-428 0,0 2-304 16,-4 1-320-16,0 6-292 0,0-4-832 15,0-16-1821-15,-4 23-2151 16</inkml:trace>
  <inkml:trace contextRef="#ctx0" brushRef="#br0" timeOffset="63941.403">17738 1184 7796 0,'0'0'3169'0,"0"0"-2037"15,0 0-300-15,0 0-208 0,0 0 292 0,0 0 432 0,0 0-220 16,0 0-268-16,0 0-232 16,0 0-160-16,0 0-48 0,0 0-28 15,0-15-100-15,4 20-148 0,7 5-140 16,6 8 332-16,3 6-56 0,-1 7-60 15,1 4-108-15,1 12-4 0,-2 8 0 16,-3 5-60-16,0 10-48 0,4 6-60 16,-5 3 0-16,6 4-36 0,-5-7-28 15,0-6-8-15,4-9 44 0,-5-11 80 16,6-9-52-16,-1-9 60 0,-5-10 0 0,-3-6 88 16,4-2 152-16,-8-9-20 15,4-2-24-15,-4-3-16 0,4 0 185 0,-4-8-121 0,8-9-48 16,-5-2-28-16,6-13-60 15,-2-9-100-15,6-6-8 0,-5-11-108 0,-4-5-112 16,-1-4-56-16,2 0 20 0,-6 1-25 16,-3 1 65-16,0 7 68 0,0 9 88 15,1 8 0-15,-1 8 52 0,-4 8-4 16,4 6-64-16,-4 7 68 0,0-4-212 16,0 6-8-16,0-2-116 15,0 5-48-15,0-2-320 0,0 3-372 0,0-1-732 16,-4 4-916-16,-5 0-2301 0,-10 3-2655 0</inkml:trace>
  <inkml:trace contextRef="#ctx0" brushRef="#br0" timeOffset="64157.058">17941 1654 4012 0,'0'0'7449'0,"0"0"-6617"15,0 0-564-15,0 0 436 0,0 0 592 0,0 0-124 0,87 13-352 16,-59-13-360-16,0-7-176 16,4-2-108-16,0-4-164 0,0 1-12 0,3-5-236 0,-2 4-436 15,-1-2-308-15,0 3-768 16,-13 1-2521-16,5 2-5310 0</inkml:trace>
  <inkml:trace contextRef="#ctx0" brushRef="#br0" timeOffset="64873.146">18670 1235 7928 0,'0'0'4449'0,"0"0"-3441"0,0 0-704 0,0 0 64 0,0 0 808 16,0 0 160-16,0 0-256 16,76 79-400-16,-61-41-160 0,2 4-40 15,-2 5-16-15,-2 4-160 0,-5 9-68 0,-1-3-228 16,-3 4-8-16,0-4 0 0,-4-7-76 0,0-6-56 16,5-8 120-16,-5-10 8 0,4-11-72 15,0-5 28-15,-1-4 0 0,1-6-64 16,4 0-168-16,1 0-4 0,-5-6 88 15,7-10 36-15,-3 0 152 0,4-9-4 16,0 0-60-16,-1-1-40 0,2 0 36 16,-1 4-8-16,-4 3-28 0,4 10-72 15,-4-1 172-15,-1 7 12 0,2 3 184 16,-1 0-12-16,-4 0 88 0,3 6-28 16,2 4 28-16,-1 2-64 0,-4 1-36 0,3 0-52 15,-3 3 16-15,5-1-16 0,-5 2 0 16,0-2-108-16,-1 1-88 0,1-3-56 15,0 3 144-15,5-4-196 0,-5-2-272 0,3-3-268 16,1-1-56-16,0-3-476 0,8-3-1004 16,0-3-564-16,0-10-281 15,0 1-4359-15</inkml:trace>
  <inkml:trace contextRef="#ctx0" brushRef="#br0" timeOffset="65105.803">19579 1407 7188 0,'0'0'6053'0,"0"0"-4745"0,0 0-868 16,0 0 152-16,0 0 900 0,-92 34-252 16,72-14-388-16,-4 8-364 0,4 3-180 0,4 4-16 15,-3 6 0 1,6 1 64-16,2 3 32 0,2-4-156 0,5-3-76 16,4-9-104-16,0-7-52 0,4-7-76 0,5-2 72 0,-2-6-116 15,5-4-88-15,4 0-36 16,0-3 4-16,8-6-16 0,-4-4-196 15,4-7-212-15,-5-2-132 0,2-2-444 0,-6 2-1292 16,-2 1-2985-16,-9-6-3531 0</inkml:trace>
  <inkml:trace contextRef="#ctx0" brushRef="#br0" timeOffset="65258.719">19395 1641 9924 0,'0'0'5485'0,"0"0"-4717"0,0 0-628 16,0 0 696-16,0 0 132 0,0 0-228 15,0 0-212-15,0 0-272 0,83 22-84 0,-50-34-148 16,3-7-24-16,0-4-416 16,-1-2-396-16,5-4-412 0,-16 7-1260 15,8-13-3801-15</inkml:trace>
  <inkml:trace contextRef="#ctx0" brushRef="#br0" timeOffset="65506.143">19905 1117 9652 0,'0'0'5081'0,"0"0"-4473"0,0 0-184 16,16 83 708-16,-8-45 404 0,0 3-172 0,4 4-388 16,4 0-404-16,-4 2-280 15,0 4-96-15,-5 2-99 0,2 1-93 0,-1-2-4 16,-8 1-60-16,4-5-37 0,-4-6-87 15,0-9-120 1,0-3-96-16,0-8-64 0,4-3-100 0,-4-9-172 16,0-8-384-16,0-2-800 0,3 0-912 0,-3-5-1797 15,0-18-2159-15</inkml:trace>
  <inkml:trace contextRef="#ctx0" brushRef="#br0" timeOffset="65651.845">20041 1613 6796 0,'0'0'5309'0,"0"0"-3141"0,0 0-1016 15,0 0-220-15,0 0 448 0,0 0-84 16,88 57-256-16,-69-57-380 16,9 0-356-16,-4-7-304 0,4-5 0 0,-4-4-412 15,-1-3-348-15,1-3-244 16,-3-1-392-16,-6 4-1796 0,-2-13-4277 0</inkml:trace>
  <inkml:trace contextRef="#ctx0" brushRef="#br0" timeOffset="65839.52">20312 1308 4892 0,'0'0'4368'0,"0"0"-1095"15,4 69-2101-15,-4-39-284 0,4 7 636 0,0 5 12 16,-1-1-348-16,1-3-428 16,4 4-440-16,-3-1-152 0,-1-4-164 0,3 2-4 15,1-1-120-15,5 0-344 16,6 0-164-16,1 0 432 0,0-6-656 15,4-10-704-15,0-8-1328 0,-4-9-2577 16,8-5-2243-16</inkml:trace>
  <inkml:trace contextRef="#ctx0" brushRef="#br0" timeOffset="66340.037">20750 1041 13565 0,'0'0'2216'16,"0"0"-2216"-16,0 0 160 0,0 0-160 16,0 0 580-16,99-67 20 0,-63 42-228 0,4-4-260 15,0 1-100-15,4-1-12 0,-5 8-64 16,-2 0-144-16,-5 9 84 0,-9 5 12 15,-3 7 100-15,-3 0 12 0,-10 14 180 16,1 5 416-16,-8 9-140 16,0 7-160-16,-8 9-136 0,-8 4-96 0,-7 0-16 0,-1 6 0 15,-1 0 4-15,1-4-48 16,0 2 44-16,5-5 100 0,2-5 84 16,6-10 540-16,3-5-124 0,8-10-308 15,0-4-148-15,0-4-192 0,4 0-88 16,8-2-32-16,0 3-52 0,0-1-36 0,3 0 64 15,2 4 60-15,3 3 20 0,-1 3 16 0,-2 3-48 16,7 10-16-16,-9 3 52 16,2 6 36-16,-2 4 24 0,-4 5 60 0,2-2 0 0,-5 3-52 15,4-4 4-15,-4 1-8 16,-4-3 8-16,4-4-12 0,-5 0-44 16,-3 0-40-16,0-3-40 0,0 1-144 0,-3-2-148 15,-9 2-272-15,-4-2-324 16,-4-2-308-16,-4 0-384 15,-4-6 52-15,4-6-685 0,-15-1-3039 0</inkml:trace>
  <inkml:trace contextRef="#ctx0" brushRef="#br0" timeOffset="66929.901">17470 2304 7008 0,'0'0'4617'0,"0"0"-2533"16,0 0-928-16,0 0-452 0,21 70 80 15,-14-44 100-15,1 0-204 0,1-1-260 0,-5 0-172 0,0 1-248 16,-1-1-48-16,-3 4-176 16,0-1-296-16,0-2-496 0,0 2-832 15,0-9-2357-15,-11 10-4375 16</inkml:trace>
  <inkml:trace contextRef="#ctx0" brushRef="#br1" timeOffset="78859.108">18789 4317 3420 0,'0'0'5856'16,"0"0"-4031"-16,0 0-797 0,0 0-224 0,0 0 192 15,-11-72 216-15,11 62-76 0,0 4-100 16,0 3-220-16,0 0-100 15,0-1-92-15,0 4-144 0,0 0-212 0,0 0-132 0,0 0-28 16,0 7-108 0,4 2 4-16,3 10 244 0,5 11 44 0,1 7-96 15,-2 10-64-15,6 8-56 0,-10 1-76 16,5 12-8-16,-3-2-56 0,-2 5-44 16,1 1 96-16,-4-5 4 0,0-4-76 0,4-6-16 15,-4-12 92-15,4-13-100 0,0-10 104 16,0-10-4-16,4-2 8 15,-4-7 4-15,8-3 116 0,-1 0 28 0,2-10 56 0,2-5-68 16,1-7-28-16,5-10-100 0,-1-7-8 16,-5-5 0-16,1-7-60 0,0 0 48 15,-4-3-72-15,0-3-16 0,0 3 16 16,-4-6-60-16,0 6 56 16,-1 0-8-16,2 10-24 0,-5 9 8 15,-1 5 28-15,-3 9 12 0,-4 9 20 0,4 1-140 16,-4 8-16-16,0-2-52 0,0 5-120 15,-8 0-280-15,1 0-244 0,-5 0-276 16,-4 2-792-16,-5 8-860 0,10 0-1921 0,-21 8-1255 16</inkml:trace>
  <inkml:trace contextRef="#ctx0" brushRef="#br1" timeOffset="79048.581">18881 4578 6004 0,'0'0'1924'16,"0"0"1068"-16,0 0-1375 15,0 0-685-15,0 0-196 0,0 0 224 0,0 0-28 16,0 0-528-16,0 0-4 0,0 0-152 16,0 0-48-16,88 13-164 0,-64-13-36 15,-1 0-136-15,5 0-64 0,0 0-236 0,0-3-456 16,4-1-332-16,0-5-772 0,-8 2-1109 16,8-2-3635-16</inkml:trace>
  <inkml:trace contextRef="#ctx0" brushRef="#br1" timeOffset="79506.328">19774 4060 496 0,'0'0'10933'0,"0"0"-9189"16,0 0-1160-16,0 0-240 0,3 70 188 0,-6-32 264 15,-1 10 48-15,0 6-72 0,0 4-136 0,0 8-80 16,-1 4-224-16,1 0-112 0,-3-1-84 16,3 1-136-16,0-7-8 15,-5-5-140-15,9-14 148 0,0-9 12 0,0-10 148 16,0-9-108-16,9-9-52 0,-5 0-236 15,4-7-20-15,-1 0 32 16,10-7 28-16,-2-9 72 0,2-3-52 0,3-3-44 0,-5-4-116 16,-2 1 100-16,-2 0-28 0,1 5 104 15,-8 5 148-15,5 2 12 0,-6 7 0 16,1 3-144-16,0 3 144 0,4 0 188 16,0 3 248-16,4 10 60 15,-4-1-160-15,4 4-124 16,0 0-52-16,-4 3-52 0,0 0-32 0,0 0 40 0,0-3-116 15,-1-3-64-15,2-4-32 16,-1 1-92-16,0-3-368 0,-1-5-288 0,2-2-188 0,3 0-556 16,-5-2-1004-16,6-5-2745 15,-2-10-43-15</inkml:trace>
  <inkml:trace contextRef="#ctx0" brushRef="#br1" timeOffset="79751.464">20507 4324 8816 0,'0'0'4385'0,"0"0"-3697"0,0 0-208 15,0 0 584-15,-72 92 280 0,56-57-340 16,1 3-312-16,-2 1-260 0,6-1-100 16,-6 3-36-16,6-3-152 0,2 3-8 15,1-6-136-15,4-3-4 0,4-7-84 0,0-9 88 0,4-3 60 16,9-4-60-16,2-5-12 0,2-4-60 15,2 0-112-15,5-7-124 0,-4-5-100 16,0-1-84-16,0-3-288 16,-5-3-328-16,-2 0-908 0,-5 2-1116 0,-1 5-3253 0,-7-4 1502 15</inkml:trace>
  <inkml:trace contextRef="#ctx0" brushRef="#br1" timeOffset="79889.211">20339 4660 12597 0,'0'0'2364'15,"0"0"-1208"-15,0 0-76 0,0 0-80 0,0 0-236 16,0 0 36-16,0 0-188 0,84 4-296 16,-52-14-316-16,0-6-48 0,-1-3-452 0,1 1-200 15,4-5-320-15,-4-2-816 0,-4 6-3168 16,4-13-4145-16</inkml:trace>
  <inkml:trace contextRef="#ctx0" brushRef="#br1" timeOffset="80105.137">20877 4194 7112 0,'0'0'6661'0,"0"0"-5429"0,0 0-768 0,0 0 392 15,12 66 404-15,-8-31-100 0,5 1 32 16,-2 1-376-16,1 5-304 0,0-1-100 0,0 0-143 16,0-2-197-16,-4 2-72 15,0-3-108-15,-4-3-61 0,0-3-223 0,0-4-156 16,0-2-72-16,0-10 44 0,0-4-64 15,-4-3-392-15,4-5-1104 0,-4-1-1824 16,4-3-749-16,-4-3-1479 0</inkml:trace>
  <inkml:trace contextRef="#ctx0" brushRef="#br1" timeOffset="80234.879">20945 4660 4316 0,'0'0'1708'0,"0"0"5689"16,0 0-5521-16,0 0-456 0,0 0 84 15,0 0-116-15,84-28-384 0,-65 19-336 0,5-4-216 16,4 0-271-16,4-6-181 0,-4-3-60 15,4-6-465-15,4-2-523 0,-5 2-448 0,-3 0-1300 16,-7 2-3337-16,-1-2-3722 0</inkml:trace>
  <inkml:trace contextRef="#ctx0" brushRef="#br1" timeOffset="80374.308">21368 4153 6400 0,'0'0'7761'0,"0"0"-6589"0,0 0-744 0,0 0 368 0,-17 63 632 0,9-31-368 15,5 4-216-15,-1 1-328 0,4 3-248 16,-8 6-124-16,-1 1-144 0,2 4-76 16,-5 0-252-16,-4 0-468 0,0 2-396 15,-4-2-632-15,8-13-2420 0,-12 20-3857 0</inkml:trace>
  <inkml:trace contextRef="#ctx0" brushRef="#br1" timeOffset="81243.102">18312 7019 3572 0,'0'0'8493'15,"0"0"-7253"-15,0 0-708 0,0 0-48 16,0 0 376-16,55 92 120 16,-35-47-204-16,0 9-128 0,3 3 68 0,2 7 84 15,-1-1-196-15,0 4-188 0,0 0-160 16,-9-1-172-16,2-6-84 0,-9-3 0 15,3-15 0-15,-2-7 36 0,-1-13 148 0,-1-6 96 16,5-10-84-16,-4-6 36 0,4 0 8 16,4-13 41-16,8-9-49 0,-4-9-76 15,8-10-64-15,-4-6-92 0,-1-7-48 16,-3-4-48-16,5 0 0 0,-10 2 12 0,1-2-28 16,-4-2-81-16,-3-3-295 0,-2 2-144 15,-3 7 216-15,4 7 148 0,-8 9-40 16,0 12 52-16,0 10-28 0,0 6-20 0,0 8-104 15,-8 2-520-15,1 0-736 16,-6 7-2356-16,5-2-1661 16,-20 11 593-16</inkml:trace>
  <inkml:trace contextRef="#ctx0" brushRef="#br1" timeOffset="81417.245">18458 7438 6036 0,'0'0'6953'0,"0"0"-5593"0,0 0-376 0,0 0-116 16,0 0-76-16,0 0-208 16,0 0 168-16,0 0-36 0,109-2-324 0,-74-5-392 15,5 4-60-15,-5-4-64 0,6 5-84 16,2-5-224-16,-3 1-308 0,1 2-292 0,2-2-284 16,-4 0-772-16,-6 0-2113 0,11-7-3683 15</inkml:trace>
  <inkml:trace contextRef="#ctx0" brushRef="#br1" timeOffset="81843.629">19403 6845 4272 0,'0'0'8133'15,"0"0"-6805"-15,0 0-1060 0,0 0 60 0,0 0 756 16,32 70 400-16,-28-22-20 0,3 6-396 16,-2 9-272-16,-1 4-40 0,0-1-64 0,-4-2-167 15,4 0-185-15,0-11-196 0,-4-2-144 16,4-10-104-16,-1-9-4 0,1-7-4 16,5-8-44-16,-5-8 48 0,0-3-28 0,0-3-93 15,3-3-3-15,2-3 24 0,3-6 148 16,4-7 48-16,-1-6-120 15,2-7-140-15,-2 1-104 0,2 2 60 16,-6 5 120-16,-3 4 60 0,1 7 124 16,-5 7-88-16,-4 3-24 0,7 0 124 15,-3 10 292-15,4 3 272 0,0 2-212 0,4 5-108 16,-4 6-96-16,-1-5 20 0,2 4-56 16,-1-2-16-16,0-7-16 0,-1-1-80 0,2-2-84 15,-1-3 24-15,-1-7-100 0,2 0-192 16,3-3-244-16,-1-3-164 0,6-7-148 15,-2-2-964-15,-2-1-2228 0,11-13-3237 16</inkml:trace>
  <inkml:trace contextRef="#ctx0" brushRef="#br1" timeOffset="82096.518">20260 6966 7736 0,'0'0'6973'0,"0"0"-5989"15,0 0-684-15,-40 66 204 0,20-34 604 0,4 3 164 0,-4 7-156 16,4-1-312-16,4 1-244 16,5-5-71-16,-2 1-113 0,5-1-132 0,0-1-112 15,4-1-132-15,0-6-12 0,0-4-108 16,4-4-88-16,9 0 16 0,-2-6 44 16,1-5 39-16,0-2-63 0,4-3-108 15,-4-5-108-15,0 0-40 0,-1 0-72 0,-2-10-36 16,-1 1-192-1,0-5-432-15,-8-2-1044 0,0 4-892 0,0-14-2337 16</inkml:trace>
  <inkml:trace contextRef="#ctx0" brushRef="#br1" timeOffset="82240.938">20088 7317 5064 0,'0'0'8073'0,"0"0"-6017"0,0 0-860 16,0 0-384-16,0 0 336 0,0 0-40 15,0 0-104-15,0 0-308 0,88 52-416 0,-52-55-164 16,-1-10-116-16,2-4-184 0,-5-2-156 15,-4 1-120-15,-1-1-288 0,-3 0-232 0,-4-4-592 16,0 4-1332 0,-8 7-2381-16,3-10-1275 0</inkml:trace>
  <inkml:trace contextRef="#ctx0" brushRef="#br1" timeOffset="82517.289">20678 6861 12281 0,'0'0'2052'0,"0"0"-1080"0,0 0 336 16,0 0 172-16,0 95-4 0,4-54-244 0,0 7-316 16,4-1-239-16,-8 8-153 0,8-2-4 0,-8 5-244 15,4-5-144-15,-1-1-132 16,-3-5-12-16,0-3-84 0,0-9-60 0,0-6-76 15,5-4-140-15,-5-8-212 16,4-8-121-16,0 0-155 0,0-9-168 16,-4 0-336-16,4 0-420 0,-4-3-348 0,0-6-32 15,4-4-257-15,-4-6-859 0,3-7-628 0,-3 0 1272 16</inkml:trace>
  <inkml:trace contextRef="#ctx0" brushRef="#br1" timeOffset="82665.441">20726 7400 216 0,'0'0'2324'0,"0"0"-524"15,0 0 4276-15,0 0-3519 0,0 0-817 16,0 0-608-16,0 0-152 0,0 0 88 15,0 0 312-15,36-41-144 0,-12 41-296 16,4 0-371-16,4 0-181 0,-1-6-120 0,5-6-124 16,0-1-144-16,-1-7-40 0,-3-2-236 15,0 0-380-15,-8 0-305 16,-3-3-347-16,-1-1-700 0,-12 7-2700 0,-1-10-3201 16</inkml:trace>
  <inkml:trace contextRef="#ctx0" brushRef="#br1" timeOffset="82845.591">21029 6899 7340 0,'0'0'5125'16,"0"0"-3353"-16,0 0-964 0,0 0-204 15,0 76 876-15,0-44 188 0,4 6-196 0,0 3-376 16,-4 4-399-16,3 2-237 0,1 4-124 0,-4 0-212 16,0 0-124-16,0-4-88 0,-4 1-204 15,-3 0-292-15,3-4-241 0,-4 1-79 16,3-4 48-16,-2 0-388 15,3-3-1112-15,0-13-2232 0,0 10-3121 0</inkml:trace>
  <inkml:trace contextRef="#ctx0" brushRef="#br1" timeOffset="86053.094">11840 9160 7312 0,'0'0'6837'15,"0"0"-4861"-15,0 0-1120 0,0 0-148 0,0 0 228 16,0 0-296-16,0 0-356 16,0 0-272-16,0 0-12 0,0 0 48 0,0 0 64 15,73-3 32-15,-49-1-56 16,3 4-88-16,6 0-4 0,6 0 4 0,1 0 52 16,4 0 32-16,3 4-32 0,6-1 32 15,6-3-36-15,9 3 4 0,3-3-52 0,2 0-92 16,10-6 20-16,-3-1-40 0,8 1-60 15,-1-4 28-15,0 4-16 0,1-4 24 16,4 4 28-16,-4-3 44 16,7 5 52-16,1-2 12 0,4 0 48 0,3 2 88 15,0-3-136-15,5 5-44 16,0-1-56-16,3 0 24 0,0-1 76 0,5 2 0 16,0-3 0-16,8-1-4 0,-5 0 4 15,9-1 8-15,-1 5-4 0,0-5 44 0,5 2-36 16,-4-2-12-16,3 3 0 0,0-2-60 15,-3 3 0-15,4-4 48 16,-5 4-40-16,4-3 40 0,-3 3-56 0,-1 0 64 16,0 0-68-16,2-1-36 0,-2-2-52 15,1 0 48-15,-1-1 24 0,0-2 80 16,4-4-40-16,2 4 40 0,-6-4 8 0,0 4 4 16,-3-1 84-16,-1 0-88 15,-3 1 4-15,-4 3-4 0,-5-5 60 0,-3 5-60 16,-1 4 0-16,-3-4 4 0,-4-1-4 15,-1 0-8-15,0-2 4 0,-3 2-60 16,-5-2-68-16,6-1-68 0,-10-2 16 0,4 2 36 16,-7-2 96-16,0 2-4 0,-1 1 56 15,-3-1 0 1,1 0 4-16,-2 1 4 0,-7 3 40 0,3-1-44 0,-3 4 4 16,0-3 4-16,-1 3 0 15,1-4-4-15,-4 1-8 0,4 3-76 0,3-4 28 16,-3 0-104-16,4-1 44 0,0 2-16 15,-1-5 48-15,-4 5 76 0,6 0 0 0,-2 3 12 16,1-4 36-16,-1 4 4 0,2 3 60 16,-2 0-28-16,1 0 28 0,-1 0-12 15,6 0-12-15,1 0 12 0,2 0-92 16,-3-3-8-16,1-4 0 0,2 1-4 0,-7 0-4 16,-2-4 8-1,-4 1 4-15,-2-1 56 0,-5 1 4 16,-1 3-4-16,-8-4 40 0,-3 4 48 0,-3-1 0 15,-6 1-40-15,-7 2-44 0,-5 2-56 16,-6 2 0-16,-9-3 0 0,-4 3 0 16,-5 0-8-16,-7 0 4 0,0 0 96 0,0 0 72 15,0 0 172-15,-4 0-88 0,-3 0-84 16,3 0-112-16,-5-4-52 16,-2 2 0-16,3-2 4 0,-5 1 40 0,6-4 20 0,-1 4 12 15,0-3 16-15,-1 3-88 0,6-4 36 16,-5-2-48-16,4-1-8 15,0-3-76-15,0-2-124 0,1-5-52 16,-2 2-68-16,5-8-28 0,0-2 184 16,0-4 72-16,5-4 12 0,2-2-208 0,1 1 176 15,-4-4 80-15,3-1 40 0,-2-3 8 16,-5 1 44-16,0-3-44 0,0-1 40 0,0-3-48 16,-5 4-28-16,2-7 20 0,-1-3 4 15,0 3-120-15,4-7-12 16,0 1-76-16,0 0-84 0,-4-1-4 15,4 1-96-15,0-1 160 0,-4 1 108 0,4 6 28 16,-4 1 100-16,1 2 8 0,-2-1 144 0,5 5-152 16,-4-1 0-16,4 1-40 15,0 2 28-15,-4-2-28 0,4 3-216 16,0-5 8-16,0 9-40 0,-4 1 184 0,0 4 92 16,-3 4 12-1,2 6 0-15,-3-1-96 0,0 7-256 0,1 3 328 16,3 0 24-16,-5 6 388 0,5-3-148 0,0 8-88 15,4-2-40-15,0 1 76 16,-4 2 28-16,4-2-52 0,0 3-40 0,0 0 0 16,0 0-112-16,0 3 152 0,0-4 24 15,0 4-52-15,0 0-136 0,0 0 0 0,-3 0-52 16,3 0-32-16,-4 4 84 0,4-1 60 16,-4 0-60-16,-1 3 124 0,1 1-36 0,-4-1 0 15,5-3-40-15,-1 3 52 0,0-6 12 16,4 3-100-1,0-3 48-15,-4 4-60 0,4-1 8 0,-5 3 68 16,-3 1-76-16,1-1 0 16,-6 5-4-16,2-3-8 0,-5 2-64 0,-8-1-36 15,0 1 104-15,-4 3-40 0,-4-7-52 16,0 3 100-16,-3 1 0 0,-1-3 100 0,0-1-100 16,-4-3 0-16,0 0 0 0,1 0 4 15,-2-3 4-15,1 3-8 0,-3-3-8 16,2 0 4-16,-2 0 0 0,-5 0-44 0,1-3 48 15,-2 3 4-15,2 0-4 0,-5-3-68 16,0 3 60-16,-3 0-4 0,3-3 4 16,-4 3-104-16,0-3 24 0,0 3-100 0,-4 0-84 15,1 0 36-15,-1-4 108 0,4 4 44 16,-3-2 32 0,-1 2 40-16,4-5 8 0,0 3 4 15,-4-1 0-15,5 0 0 0,-5-3 12 0,4-1 24 16,0 3-20-16,-4-2 92 0,4 4-108 15,0-2-64-15,2 1 60 0,-2-1-8 0,0 1-64 16,0 0 28-16,3 1-60 0,-5-2 72 16,2 1 24-16,0-1-64 0,-4 1 12 15,0 0-8-15,0 0 68 0,0 0-60 0,-3 1 52 16,3-3 0 0,-4 3 8-16,4-2-96 0,-3 4-16 15,-1-3 16-15,0 3 100 0,1 0 104 0,-1 0-52 0,0-3 24 16,1 3-72-16,-1 0-4 15,-5 0 0-15,6 0 0 0,-5-3 24 0,1 3-24 16,3 0-8-16,-4-4-104 0,5 4-24 16,-6-3 132-16,6 3-92 0,-1-3 92 15,-4 0-136-15,5 3-12 0,-5-4 148 16,4 1 4-16,-3 3 0 0,-2-2 76 0,6 2 12 16,-5 0 28-16,1-4-68 0,-6 4-48 15,6 0-4-15,-5 0-60 16,1 0-72-16,-1 0-116 0,-4 4-268 15,0-2-292-15,1 5 620 0,-5-4 40 16,5 3 36-16,-6 1-24 0,2-1 0 0,-5 0 40 16,0 1 56-16,5 2 44 15,-5-2 76-15,-3 2 28 0,3 1-92 0,-3-1 52 16,-1 1 128-16,4-3 24 0,-4-1-140 16,4 2-32-16,1-1-44 0,-1 0 0 0,-3-1-8 15,-1 1-88 1,0 2-80-16,1-3 96 0,-1 1-124 0,-3 2-36 15,-1-3 60-15,-7 4-152 0,2 2 36 16,-6-2 180-16,3 3-28 0,-3 1 144 16,-1 0 152-16,1-1-144 0,3 4 184 0,-4-5 92 15,9 1-92-15,-5 0-128 0,5-1-52 16,-5 1 16-16,4-4-28 0,0 1-12 0,5-1-100 16,-1 1 104-16,0-4-44 0,6 1 40 15,-2-1 12-15,8 0 0 16,-4-3-12-16,8 3 0 0,0-2 12 0,5-1 28 15,-1 0-24-15,5 1 112 0,-5-4-4 16,4 2 4-16,4 3 0 0,1-5-116 16,-1 0 0-16,8 0 0 0,-4 0-116 0,4 0-88 15,5 0-16-15,3 0 56 0,-4 0 88 16,8 0-40-16,-4 0 116 16,8 0 84-16,-3 0-76 0,7 0-8 15,-4 0 92-15,8 2-80 0,-4-2-12 0,4 3 104 16,-3 0-104-16,7 0-12 0,-4 4 0 15,4 0 4-15,-4-2-96 0,4 2-24 16,0 3-128-16,0-1-140 0,0 0-561 0,0 1 465 16,5-1 492-16,3 1 168 0,3-4 196 15,2 4-56-15,3-4-47 16,4-3 19-16,0 4 56 0,0-4 48 0,4 3-24 0,1-3-180 16,3-3-168-16,0 7-12 15,0-4 152-15,0 3 244 0,0 5-152 16,7-3-64-16,-3-2-68 0,4 5-36 15,-4-1 76-15,4-2-48 0,-4 5 124 16,4-1-12-16,-4-1 12 0,0 3-40 16,3 3 164-16,2-1-112 0,-1 6 112 0,0 3-12 15,4 4-48-15,0 3-80 16,4 6-48-16,-4 2-28 0,3 9-36 0,1 2-40 0,-4 9 28 16,4 7 12-16,-4 6-24 15,-3 6 144-15,2 3-44 16,-3 1-76-16,-4 0-92 0,5-1 64 0,-2-5 16 15,-3-5 84-15,0 2 52 0,4-4-52 16,-3-4-48-16,-2 1 12 0,5-7-28 16,0-3-100-16,-4-7 0 0,8 2-8 0,-8-8 0 15,4-6-60-15,3-6 56 0,-2-4-8 16,-1-3 4-16,3-2 8 0,-2-7 72 0,-1 0-60 16,3-7 52-16,-2 1-56 0,-5-3 4 15,0-4 36-15,0-3-36 0,-4 0-8 16,0 0 8-1,0 0 0-15,0 0-12 0,0 0-52 0,0 0-32 16,0 0 8-16,0 0 16 0,0-3-28 16,0-4-8-16,0 1 8 0,-4-1-12 15,4-2 4-15,0 3-64 0,0 2-28 16,0-2-48-16,0 3-12 0,0-4-60 0,0 0-92 16,0 2-60-16,0-4-32 0,7-2-452 15,-3 3-1024-15,4-11-3089 0</inkml:trace>
  <inkml:trace contextRef="#ctx0" brushRef="#br1" timeOffset="87041.235">22224 7394 3816 0,'0'0'7769'16,"0"0"-6385"-16,0 0-672 0,0 0-164 15,0 0 336-15,0 0 160 0,0 0-256 16,0 0-104-16,0 0 48 0,83-9-116 0,-46 2-164 16,-1 4-108-16,7-6-52 0,5 2 76 15,3-2 60-15,9 2 168 0,4-2-147 16,0 3-109-16,4-5-256 0,-4 2-84 0,0 0-48 15,-1-1-12-15,-7 4 56 0,-1 0-56 16,-7 0-12-16,1 2 8 0,-10-2 16 0,-3-1-36 16,-4 5-185-16,-8-1-315 15,-9-1-120-15,-2 4-92 0,-13 0-104 16,0 0-312-16,-9 4-188 0,-10 5-476 0,2-3-1184 16,-22 10-2645-16</inkml:trace>
  <inkml:trace contextRef="#ctx0" brushRef="#br1" timeOffset="87321.814">22184 7734 3436 0,'0'0'7741'15,"0"0"-5513"-15,0 0-1580 0,0 0-584 0,0 0 316 16,0 0 416-16,0 0 264 15,0 0-240-15,0 0-124 0,0 0-16 16,104 0 20-16,-57-6-12 0,9 3-200 0,4-4-84 16,4 0-136-16,3 4-112 15,-3-2 16-15,0 1-100 0,-5-2-72 0,-6-4-84 16,-5 5-4-16,-1-2-44 0,-11-3-124 16,0 3-340-16,-5-2-288 0,-7 0-112 15,-7 2-240-15,-6-3-1036 0,-3 1-2973 16,-8 0-4063-16</inkml:trace>
  <inkml:trace contextRef="#ctx0" brushRef="#br1" timeOffset="87724.769">22339 7086 1200 0,'0'0'9240'0,"0"0"-8091"0,0 0-969 15,0 0 292-15,0 0 40 0,0 0-52 0,-99 99-164 16,59-60-120-16,-4 4 208 0,4 5 196 16,5 0 88-16,-1-1-216 0,0 0 44 15,4-1-124-15,1-2-84 0,3-3-140 16,3-3-20-16,5-3 68 0,5-7-60 0,2-2-72 15,5-7-64-15,5 0 8 0,3-6-4 16,0-4 84-16,7 1 24 16,1-1 48-16,5 1 284 0,7-1 124 15,3 2-80-15,9-3 16 0,0-2 20 16,12 5-48-16,-1-3-24 0,10 3-40 16,-1-5-23-16,3 3-197 0,4-3-192 15,-3 1-4-15,0-4-56 0,-3-3-12 0,-6 0-72 16,1 0-269-16,-1-10-195 0,-6-5-272 15,2-5-184-15,-7-5-480 0,-8 3-1516 0,8-19-4053 16</inkml:trace>
  <inkml:trace contextRef="#ctx0" brushRef="#br1" timeOffset="88020.958">22953 7071 7352 0,'0'0'6049'0,"0"0"-5237"16,0 0-696-16,0 0 328 0,95 13 676 16,-63-8-40-16,5 2-472 0,-1 3-312 15,7-5-12-15,-7 8 24 0,8-1-60 16,-8 2-88-16,-1-1-152 16,-3 2-8-16,-8 1-60 0,-3 0-28 0,-6 6 40 0,-7 0 48 15,-4 4 0-15,-4 5-96 0,-4 1 48 16,-12 3-64-1,-4 4 12-15,-8 1 40 0,-8 2-124 0,-3 0-52 16,-1-1 12-16,0 1-112 0,-4-9-24 16,9-4-12-16,3-4 32 15,0-2 48-15,0-4-196 0,8-3-420 0,0-3-656 16,8-4-1317-16,-4-3-2379 0</inkml:trace>
  <inkml:trace contextRef="#ctx0" brushRef="#br1" timeOffset="109205.164">24304 7163 8324 0,'0'0'816'0,"0"0"1753"16,0 0-1173-16,-28-77 140 0,24 55-240 16,-4 7-180-16,4 1-284 0,0 8 428 15,-4 3-368-15,8 3-428 0,-4 0-280 0,0 0 304 16,-4 6 108-16,-4 0-63 0,4 8-241 0,-7 5-160 16,-2 2-48-1,2 15 40-15,-6 2-4 0,1 6-68 16,1 4-52-16,-1 5-72 0,4-1-72 15,0-2 68-15,8-6-44 0,4-9-36 0,4-5 56 16,0-9-32-16,8-11-84 0,3-7-16 16,10-3-37-16,-1-9 173 0,3-10-76 0,5-3-20 15,0-4-64-15,0-2-48 0,-4-5 108 16,0 2 120-16,-4 6 28 0,-4-4 44 16,-4 3 4-16,0 7 8 0,-4 4 140 0,-4 5-28 15,0 4 4-15,-4 6 32 16,3 0 4-16,-3 0 36 0,4 0-76 0,5 6 64 15,-1 4-4-15,-1 2-8 0,-3 5-51 16,4 4-109-16,-3 5 88 16,-1 2-28-16,-4 4-12 15,4 3-12-15,-1 2-36 0,1 5 168 0,0 3-80 0,-4 3-92 16,0-1 0-16,0 7 64 16,0 0-60-16,0 0-4 0,-4-2 64 15,-3-2-72-15,3-3 4 0,0-3-4 0,4-6-68 16,0-2 56-16,-5-7 4 15,1-8 8-15,0-1 0 0,-3-8 4 0,-1 1 8 16,-5 0-4-16,2-7-8 0,-1 0 4 16,-4-2 4-16,4-2 0 0,-4-2-8 15,0 0-24-15,0-2-72 0,-4-8 12 0,0-9-40 16,0-3-152-16,1-8-53 0,2-5 13 16,1-2-136-16,8-3 88 0,-3 1-212 15,7-3-84-15,4 5-252 0,0 2-276 0,4-4-516 16,7 4-716-16,-3 10-2269 0,8-19-1627 15</inkml:trace>
  <inkml:trace contextRef="#ctx0" brushRef="#br1" timeOffset="109498.603">24623 6817 6048 0,'0'0'7473'0,"0"0"-5397"0,0 0-636 16,0 0-176-16,0 0 348 0,0 0-200 0,0 0-547 15,0 0-393-15,83 53-216 0,-59-50-76 16,4 1-36-16,-4-4-144 0,-1 0-128 15,1 0 20-15,-3 0-136 0,-1-4-96 0,-5 1-373 16,-3-6-179-16,1 0-316 0,-2 2-948 16,-7-3-1768-16,5-6-2441 0</inkml:trace>
  <inkml:trace contextRef="#ctx0" brushRef="#br1" timeOffset="109702.925">24989 6581 10920 0,'0'0'2385'0,"0"0"-673"0,0 0-104 0,0 0 156 16,0 0-204-16,0 0-412 0,-4 86-468 15,8-61-279-15,1 7-85 0,-2 3-28 0,1 3-164 16,4 7-64-16,-4 2-60 0,-4 5-4 16,4-2-84-16,-4 4 16 0,0-3-60 15,-4 0-268-15,0-7-233 0,0-3-339 0,4-6-544 16,-4-6-624-16,4-8-540 0,0-4-1837 15,0 2-2491-15</inkml:trace>
  <inkml:trace contextRef="#ctx0" brushRef="#br1" timeOffset="110386.215">26204 7099 11309 0,'0'0'2496'0,"0"0"-1028"0,0 0-640 0,0 0 264 16,-80 0-28-16,56 10-288 15,-3 3-308-15,-5 6-212 0,4 6 24 16,-3 3 64-16,-1 7 44 0,0 7 4 0,0 4-124 16,4 3-100-16,0 2-44 15,0-1-28-15,8 1-11 0,4-3 35 0,0-4-44 16,8 0-8-16,4-5-68 0,4-4-8 0,0-3 4 16,4-7-8-16,8-3 12 15,4-3-8-15,4-2-52 0,0-8 56 16,8 0 0-16,0-6-8 0,4-3-64 0,-4 0 68 15,3-7-40-15,-3-1 0 16,0-5-49-16,-4-6-243 0,4-4-220 0,-8 1-148 16,4-7-236-16,-5-3-424 0,-2 4-1032 15,-10 2-2981-15,1-7-3575 0</inkml:trace>
  <inkml:trace contextRef="#ctx0" brushRef="#br1" timeOffset="110569.697">25933 7429 8928 0,'0'0'3277'16,"0"0"-1277"-16,0 0-760 0,0 0-72 0,0 0 0 15,0 0-56-15,0 0-328 0,0 0-256 16,0 0-212-16,92-12-84 0,-60 8-112 0,0-2-120 16,-1 3-112-16,-3-1-96 0,4 1-156 15,-4 0-408-15,0-3-248 16,0 6-544-16,-8-3-1080 0,8 0-3145 0</inkml:trace>
  <inkml:trace contextRef="#ctx0" brushRef="#br1" timeOffset="112684.83">27021 6817 2872 0,'0'0'5288'0,"0"0"-3580"16,0 0-403-16,0 0-533 0,0 0 108 0,0 0 52 16,-4 69 8-16,0-38-8 0,4 11-140 15,-4 6-68-15,4 6-104 0,-4 0-76 16,0 3-88-16,-4 3-160 0,-4 0-196 0,4-2-28 15,-8-4-72-15,4-1 0 16,-4-4 0-16,4-5-4 16,1-9-4-16,2-3-4 0,1-11-64 0,5-2-8 15,3-8 12-15,0-1-128 0,0-8-84 16,0 1-132-16,0-3-156 0,0 0-112 0,3-3-108 16,5-3-164-16,1-7 96 15,2-5-360-15,1-6-472 0,1-4-621 0,-6 6-687 16,1-19-1368-16</inkml:trace>
  <inkml:trace contextRef="#ctx0" brushRef="#br1" timeOffset="113070.772">27133 6884 6552 0,'0'0'2572'0,"0"0"-984"15,0 0-571-15,0 0-5 0,0 0 136 16,0 0-196-16,0 0-512 0,0 0 112 0,0 0-132 15,35 63-20-15,-22-35-16 0,2 7 112 16,-3 4-24-16,4-2-188 16,-4 5-100-16,0 2-36 0,-4 1-36 0,0-4-12 15,1 0-40-15,-6-4-52 0,1-1 0 0,4-8-8 16,-4-2 0-16,0-3 0 16,4-5 48-16,-4 1 4 0,4-6 108 15,-4-1 24-15,0-5-100 0,0-1-76 0,-1-2 0 16,2-1 44-16,-1-3 20 0,4 0 52 15,0-3 120-15,0-7-72 0,8-2-52 16,-5-12-32-16,6-4-88 0,-2-7-72 16,5-6-148-16,-8-9-84 15,4-4-116-15,1-3-56 0,-6-1 32 16,5 5 120-16,-4 1-8 0,4 5 36 0,-4 3-92 0,4 3-24 16,0-1-152-16,-4 7-368 15,4 0-408-15,-4 0-540 0,-5 13-1257 0,6-3-2995 16</inkml:trace>
  <inkml:trace contextRef="#ctx0" brushRef="#br1" timeOffset="113611.931">27969 6782 6352 0,'0'0'4084'0,"0"0"-2539"0,0 0-445 0,0 0 96 16,0 0 144-16,0 0 16 16,0 0-440-16,0 0-224 0,0 0-248 0,0 0-164 15,17 6-156-15,-6-3 24 0,13 0-24 16,0 0-120-16,4 0-4 0,-4 1-148 0,4-4 12 15,-4 0-12-15,0 0-232 0,-5 0-508 16,1-7-404-16,1 4-480 0,-10-3-1156 16,-3 0-2901-16</inkml:trace>
  <inkml:trace contextRef="#ctx0" brushRef="#br1" timeOffset="113906.379">27969 6909 8504 0,'0'0'2845'0,"0"0"-1409"0,0 0-380 16,-11 66 212-16,7-37 140 0,-5-1-224 0,5 4-504 15,-4 7-288-15,1-1-108 0,-2-1-52 16,-2 4-72-16,-1-2-108 0,3 2 32 16,2-6 208-16,-1 0 124 0,4-7 160 15,4-1-260-15,0-6-184 16,0-2-120-16,8-1 112 0,-1-1-16 0,2-5-96 0,-1 5 0 15,7-9-8-15,2 3-4 16,-2-5-48-16,5-3-12 0,1 1-52 16,2-4-116-16,1-4-76 0,0-2-112 0,4-8-160 15,-4 6-160-15,4-9-148 16,-9 2-768-16,5-1-1112 0,-12 3-2445 0,8-9-1563 0</inkml:trace>
  <inkml:trace contextRef="#ctx0" brushRef="#br1" timeOffset="114170.455">28459 6911 7656 0,'0'0'4969'0,"0"0"-3629"16,0 0-228-16,0 0-4 0,0 0 304 15,8 80-116-15,-8-52-340 0,0 5-272 0,4 1-196 0,-4 4 0 16,0 1 85-16,0 2-149 15,0-3-112-15,0 0-92 0,-4-3-148 0,-4-7-64 0,4-2-8 16,4-7-44 0,-3-3-28-16,3-7-24 0,0-3-100 15,0-1-156-15,0-5-289 0,0 0-235 16,3 0-212-16,-3 0-300 0,4-5-932 16,0-4-780-16,0-1-2001 0,5-8-2742 0</inkml:trace>
  <inkml:trace contextRef="#ctx0" brushRef="#br1" timeOffset="114319.134">28547 7191 4912 0,'0'0'5480'0,"0"0"-3623"0,0 0-237 15,0 0 48-15,0 0 272 0,80 9-348 16,-57-5-428-16,9-4-372 0,0 0-208 0,9 0-207 0,-6-7-229 0,1-5-148 16,0-4-160-16,-4 0-313 15,-1-3-479-15,-3-4-332 0,0 4-976 0,-7 1-2256 16,2-4-2413-16</inkml:trace>
  <inkml:trace contextRef="#ctx0" brushRef="#br1" timeOffset="114519.487">28985 6835 3116 0,'0'0'4256'16,"0"0"-2480"-16,0 0-148 0,0 0-111 0,-11 87 39 15,7-56-24-15,-5 4-336 0,1 6-212 16,1-3-32-16,-6 6-204 0,2-2-172 0,-5-1-256 15,4 0-212 1,-4-2-108-16,7-7-72 0,-2-2-12 0,3 0-164 16,8-8-240-16,0-3-224 0,0-7-228 15,4-2-144-15,8-7-108 0,0-3-620 16,4 0-1033-16,8-3-2147 0</inkml:trace>
  <inkml:trace contextRef="#ctx0" brushRef="#br1" timeOffset="115088.821">29363 6778 13669 0,'0'0'3932'0,"0"0"-3152"16,0 0-524-16,0 0 236 0,0 0 504 15,0 0-228-15,0 0-648 0,0 0-120 0,0 0-132 16,0 0 56-16,84-37 4 0,-67 37-48 0,-2-5 32 16,2 5 16-16,-2 0 60 15,1-2 0-15,-4 2-60 0,1 0 60 16,-6 0-52-16,5 0 52 0,-8 0-72 0,4 0 24 16,0 0-28-1,-4 2-8-15,4 3-16 0,-1-3-20 0,-2 8-16 16,3 3 12-16,-4 3 52 0,0-1 32 0,0 5 44 15,-1 1 8-15,-3 5 132 0,5 2 124 16,-5 4-48-16,4 0-12 0,-4 0-12 16,4 4-24-16,-4-1-16 0,4-2-56 15,0 9-40-15,-4-7 24 0,4 6 52 0,-4-2-28 16,0-2 0 0,0 5 40-16,0-1-4 0,0-6 76 0,0-3-88 15,0-4 28-15,3-3-51 0,-3-3 11 16,0-2-56-16,0-4 44 0,0 0-88 15,0-4 52-15,4-2-48 0,-4-1 0 0,5 1-4 16,-5-4 0-16,0 1-8 16,4-5 0-16,-4 3 0 0,0 0-4 0,0-5-56 0,0 3-24 15,0-3 12-15,-4 4-28 16,-1-4 16-16,1 0 84 0,-3 2 0 16,-5-2-8-16,-4 5-113 0,0-5-51 0,0 0-48 15,-8 0-84-15,1 0-156 0,-5 0-188 0,0 0-348 16,0-5-336-1,-4 5-420-15,-4 0-700 0,8 0-2401 0,-16 0-2487 16</inkml:trace>
  <inkml:trace contextRef="#ctx0" brushRef="#br1" timeOffset="118226.741">25260 8563 4880 0,'0'0'12'0,"0"0"5128"0,0 0-4043 15,0 0-429-15,0 0 0 0,0 0 392 16,-8 82 120-16,8-53-284 0,0 3-216 15,0 3-220-15,0-1-48 0,4 11 12 0,0-1 20 16,4 4 24-16,-4 0-84 0,0 2-76 16,-4 8-28-16,0-1-32 15,0 3-16-15,0 0 0 0,-8 1-60 0,4-1-112 16,-4-6-60-16,4-6-4 0,0-7-8 16,4-6-60-16,0-7-28 0,0-6-24 15,0-3-44-15,0-8-16 0,0-6-48 0,4-2-64 16,-4-3-160-16,4 0-124 0,0 0-112 15,4-8-44-15,0-6-368 0,-4-4-692 16,4 1-1032-16,0-18-2029 0</inkml:trace>
  <inkml:trace contextRef="#ctx0" brushRef="#br1" timeOffset="118551.317">25428 8706 7324 0,'0'0'2760'0,"0"0"-955"0,0 0-541 15,0 0-220-15,19 82 196 0,-10-50-136 16,2 5-316-16,-3 2-332 0,0 6-168 16,-3 2-56-16,2 3-32 0,-7 5-92 0,4-1-44 15,-4 0 44-15,0 0 40 0,0-3-24 16,-8-4-36-16,5-1-16 0,-6-9 0 15,5-2-60-15,0-7-12 0,0-5-4 0,0-5-44 16,4-5-12 0,0-6-88-16,0-1-232 0,0 0-152 15,0-6-88-15,0 3-52 0,0-3 8 0,0 0-64 16,4-3-80-16,-4-3-40 0,4-7-72 16,0-3-720-16,0-6 51 0,0 3-1643 0,-4-20-2744 15</inkml:trace>
  <inkml:trace contextRef="#ctx0" brushRef="#br1" timeOffset="118820.522">25379 8487 1408 0,'0'0'2036'15,"0"0"4364"-15,0 0-4699 0,0 0-509 16,0 0-172-16,0 0 196 0,0 0-148 16,-87 54-288-16,59-26-184 0,-8 7-148 15,-4 6-152-15,-4 4-184 16,1-1-112-16,-6 1-48 0,2-7-88 0,11-6-260 0,8-10-116 16,4-6-96-16,17-10-60 15,3-6-164-15,4 0-752 0,4-6-2329 0,11-17-787 16</inkml:trace>
  <inkml:trace contextRef="#ctx0" brushRef="#br1" timeOffset="118967.991">25316 8575 1004 0,'0'0'6584'16,"0"0"-3776"-16,0 0-1375 0,0 0-281 0,0 0 56 16,75-12 68-16,-55 15-280 0,-3 3-412 0,6 4-296 15,1 5-168-15,4 5-120 0,0-1-52 16,4 2-172-16,-8 2-596 0,0 3-228 15,-1-1-380-15,-6 0-628 0,-10-2-1017 16,1 11-2287-16</inkml:trace>
  <inkml:trace contextRef="#ctx0" brushRef="#br1" timeOffset="119359.026">25144 9632 4744 0,'0'0'5632'15,"0"0"-4907"-15,0 0-445 16,20 83 236-16,-12-58 700 0,5-2 56 0,-2-1-176 15,2-3-324-15,2-3-276 0,2-4-72 16,2-1 0-16,-3-3 20 0,0-4 28 0,4-2 8 16,-5 3-28-16,2-5-60 0,-2 0-84 15,5-5-64-15,-8 3-36 0,4-7-40 16,1-1 4-16,2-2 36 0,1-5-4 0,5-5 28 16,-2-3 12-16,5-4-63 0,4-3-81 15,-1-5-48-15,5-5-52 0,-3-3-96 16,3 1-209-16,-1-4-439 15,-3 1-244-15,0-1-188 0,0 7-680 0,-8 9-1016 16,4-3-2645-16</inkml:trace>
  <inkml:trace contextRef="#ctx0" brushRef="#br1" timeOffset="120686.959">24268 10531 7372 0,'0'0'2308'0,"0"0"-759"0,0 0-305 16,0 0-148-16,0 0-52 0,-32-76-136 16,24 64-320-16,0 1-272 0,0 5-52 15,0 0 108-15,4 4 76 0,-3 2 36 0,-6 0-76 16,5 0-112-1,-8 8 24-15,-3 12 96 0,-2 8 184 16,-3 7-12-16,1 13-140 0,-1 6-56 0,0 0-64 16,0 3-99-16,8-7-229 15,8-4 0-15,4-9-8 0,4-9-136 0,9-8-29 16,2-11 65-16,9-6 0 0,-4-3-148 16,8-9 48-16,0-4-24 0,4-6-192 15,-5-4-44-15,5-2-44 0,-4 0 44 0,0 0 88 16,-4-1-52-16,0 4 24 0,-4 3-4 15,-4 3 128-15,-4-1 60 0,-1 12 124 16,-2-1 88-16,-1 3-40 0,-4 3 40 0,0 0 12 16,4 3 8-16,-4 6 56 0,4 0 308 15,0 8 28-15,3 1-92 0,-2 5-36 16,3 0-24-16,-4 5 60 0,3 0-60 0,-3 3 20 16,0 5-84-16,1-1 52 15,3 2-4-15,-4 3-36 16,-1-2 48-16,1-1 0 0,4-2-112 0,-8 0-44 15,0-3-28-15,0-1-52 0,0 1 4 16,0-3-4-16,-4-1 0 0,-4 1 40 0,1-4-44 16,-1-3 4-16,-1-2-4 15,2-4 0-15,-1-1 72 0,0-5-4 16,-4 0 0-16,4-5-60 0,0 2 40 16,-4-4 8-16,4 1-60 0,0-4-60 15,-4 0-88-15,-4 0 100 0,0-11-64 16,-3 3-104-16,-2-9 44 0,1 2 12 15,5-1-12-15,-6-3-84 0,6 0-12 0,2 3 20 16,2-3 40-16,3 3 24 0,-1 0 112 0,5 0-64 16,4 4 24-16,0-2-12 0,0-2-12 15,0 4-108-15,0-4-68 0,4 1 64 16,5-5 0-16,-1 1-76 16,-1 0-12-16,1 0 36 0,5 3-228 0,-2 1-532 15,-3 5-80-15,5-3-124 0,-2 6-669 16,-2 2-1031-16,6-2-1432 0</inkml:trace>
  <inkml:trace contextRef="#ctx0" brushRef="#br1" timeOffset="121088.725">25340 10566 3768 0,'0'0'1876'16,"0"0"-872"-16,0 0 2096 0,0 0-1063 16,0 0-693-16,0 0-340 0,0 0-144 0,-80-25-76 15,68 37-104-15,-4 4-8 0,0 9-76 16,0 5-40-16,-3-3 72 15,2 5 96-15,2 3-148 0,2 0-88 0,2 4-112 0,-2-5-108 16,9 2 0-16,0-5-168 0,4-2 45 16,4-7 35-1,5-2-8-15,3-6-40 0,3 0-36 16,1-5 4-16,5-6-100 0,2-3-4 0,1 0-8 16,0-3-148-16,0-6 16 0,-4-5-269 15,0 2-159-15,-4-4-36 0,0 0-128 16,-9 0-132-16,2 1-404 0,-5-1-452 0,-4 0-1300 15,-4 7-1969-15,-9-7-2291 0</inkml:trace>
  <inkml:trace contextRef="#ctx0" brushRef="#br1" timeOffset="121239.668">25192 10778 5652 0,'0'0'5389'16,"0"0"-3185"-16,0 0-972 0,0 0-512 0,0 0 120 15,0 0 600-15,0 0-104 0,0 0-368 16,0 0-392-16,104 14-224 0,-73-17-108 15,6-4-72-15,3-3-172 0,-5-3-24 0,-3 4-160 16,-4 0-340-16,0-1-272 0,-4 4-224 16,-1-4-564-16,-6 1-908 0,7-1-3881 15</inkml:trace>
  <inkml:trace contextRef="#ctx0" brushRef="#br1" timeOffset="121721.899">26184 10357 3268 0,'0'0'1512'16,"0"0"4681"-16,0 0-4153 0,0 0-616 15,0 0-112-15,0 0-120 0,0 0-348 0,-11 101-272 16,3-56-32-16,-1 2-12 0,1 7 84 16,-3 4-124-16,-2 2-120 0,-2 0-136 15,2 1-100-15,-6 2-32 0,3-3-96 16,-4 0-4-16,4-3 0 0,4-3-200 0,9-9 112 0,-2-7-56 16,5-15-100-16,0-8-84 15,0-11 20-15,5-4-252 0,-2 0-168 0,1-7-136 16,4-5-92-1,0-5-436-15,4-5-544 0,0-6-805 0,-1 5-1511 16,2-18-796-16</inkml:trace>
  <inkml:trace contextRef="#ctx0" brushRef="#br1" timeOffset="122023.129">26152 10569 3360 0,'0'0'4452'0,"0"0"-2988"0,0 0-724 0,0 0-44 15,0 0 477-15,0 0 27 16,0 0-116-16,0 0-236 0,88 13-208 0,-76 18-164 15,4 7 104-15,-4 4 20 0,0 6 4 0,-4 0-48 16,-4 6-208-16,-4-4-152 16,0 1-124-16,0-3-24 0,0-8 4 15,0-4-44-15,0-8 76 0,0-5 64 0,4-8 36 16,0-2 12-16,-1-3 48 16,2-3 100-16,3-5-40 0,-4-2-108 0,4 0-120 15,0 0-76-15,0-6-48 0,7-7 48 0,-2-3 0 16,6-6-52-16,-2-6-48 15,-2-7-336-15,5-10 228 0,-3-3-208 16,2-9 8-16,1-7-144 0,4-2-100 0,3 0 80 16,-2-5-236-1,-1 8-384-15,0 6-656 0,0 6-648 0,-5 13-2025 16,5 0-635-16</inkml:trace>
  <inkml:trace contextRef="#ctx0" brushRef="#br1" timeOffset="122549.825">26842 10601 1016 0,'0'0'9997'0,"0"0"-8301"0,0 0-944 15,87 3-396-15,-50-6 100 0,2-4-36 16,-7-2-104-16,4 0-316 16,-4-1-76-16,-4-3-760 0,0-3-616 0,-13 4-1109 15,1-1-3003-15</inkml:trace>
  <inkml:trace contextRef="#ctx0" brushRef="#br1" timeOffset="122802.177">27029 10613 6232 0,'0'0'300'0,"0"0"5373"0,0 0-4013 15,-12 90-584-15,8-56-144 0,0 5 156 0,0-1-80 16,0 3-244-16,1-3-296 0,-6 3-200 0,9-3-108 15,-4-6 0-15,4 1 24 16,0-8 0-16,0-6 0 0,0 0 8 16,4-10-68-16,5 1-28 0,-2-4 4 0,1-3-100 15,0 0-124-15,4-3-108 0,4 0-172 16,0-3-72-16,0-6-224 16,8-4-188-16,-4 0-264 0,4-6-204 0,-5 7-836 15,13-13-3189-15</inkml:trace>
  <inkml:trace contextRef="#ctx0" brushRef="#br1" timeOffset="123048.215">27492 10506 2692 0,'0'0'7868'0,"0"0"-6051"0,0 0-721 16,3 76-16-16,1-45 228 0,0 5 320 15,0 5-552-15,-4-3-424 0,4 3-148 0,-4 4-128 16,0-4-32-16,0 4-100 16,0-8-24-16,0-2-136 0,-4-3-80 15,4-10-4-15,0-5-84 0,-4-9-284 0,4-1-292 16,0-7-320-16,0 0-56 0,0 0-544 16,4-3-984-16,-4-1-2285 0,4-10-767 15</inkml:trace>
  <inkml:trace contextRef="#ctx0" brushRef="#br1" timeOffset="123217.125">27583 10764 7416 0,'0'0'2836'15,"0"0"-1239"-15,0 0-957 0,0 0 1576 0,0 0-404 16,0 0-368-16,0 0-544 0,0 0-212 16,0 0-28-16,92 28-76 0,-69-28-288 15,5 0-296-15,-4-7-208 0,4-6-380 0,0-2-280 16,-4-1-336-16,-1 0-816 0,-10 0-1960 15,11-6-2545-15</inkml:trace>
  <inkml:trace contextRef="#ctx0" brushRef="#br1" timeOffset="123418.44">27933 10531 8200 0,'0'0'2680'0,"0"0"-1011"0,-11 73-341 0,11-41 176 0,0 8 64 15,-5 2-376-15,5-1-440 0,-4-1-348 16,0-3-96-16,-3-2-12 16,-1 0-164-16,-1-7-80 0,5-5-52 0,-3-4-208 15,7-6-180-15,-4-7-80 0,4 0-332 16,0-6-280-16,4 0-360 0,3-6-964 0,2 0-2605 16,10-14-3135-16</inkml:trace>
  <inkml:trace contextRef="#ctx0" brushRef="#br1" timeOffset="123961.964">28396 10426 4700 0,'0'0'7273'0,"0"0"-4369"0,0 0-1156 15,0 0-924-15,0 0-440 16,0 0-152-16,0 0-232 0,0 0-48 0,95-54-472 15,-71 41-228-15,-3 4 108 0,-2 0 12 0,1 2 88 16,-4 7 184 0,4-3 204-16,-9 3 144 0,2 3-4 15,-1 4 12-15,-5-1 432 0,2 6 84 16,-5 1-52-16,4 3-72 0,-5-3-240 16,1 4-64-16,0-6 60 0,5 6 76 0,-5-1-12 15,-1 3 12-15,5 0-88 0,-4 3 28 16,5 0 68-16,-5 6 80 0,-1 1 32 15,5-1 112-15,-4 5 172 0,5 1-4 16,-5 1-136-16,3-2-24 0,-3 2 168 0,0-2-123 0,0 0-313 16,-4 2-188-16,4-4-4 15,1 4 8-15,-2-2 48 0,-3-2 108 16,4-3-156-16,-4-3-12 0,0 1 0 16,0-4 0-16,0 0 8 0,0 1 40 0,0-4 48 15,0 0 16-15,0-1-112 16,0-2-24-16,-4 1-40 0,4-8 60 0,0-2 4 15,-3-1-88-15,3-6-92 0,0 3-40 16,-5-3-80-16,5 0 140 0,-4 3 152 16,0-3-4-16,0 3-40 0,0 1 52 0,-3-1 96 15,3-3-36-15,-5 3-48 16,-3 0-12-16,5-3-44 0,-10 0-40 0,6 0-1 16,-6 0 1-16,2 0-64 15,-5 0-228-15,-1 0-112 0,-2 0-84 16,-5 0-116-16,0 0-356 0,-7 0-828 0,-6 0-892 15,9 3-1825-15,-24 4-1591 0</inkml:trace>
  <inkml:trace contextRef="#ctx0" brushRef="#br1" timeOffset="131639.179">6861 12827 2884 0,'0'0'1252'0,"0"0"2252"16,0 0-616-16,0 0-511 0,0 0-661 16,0 0-156-16,0 0-112 0,0 0-224 0,0 0-196 15,0 0 24-15,0 0-212 0,28 16-379 16,-9-16-73-16,5 0-84 16,4-4-88-16,4 1 36 0,4 0-44 15,3-3-40-15,6 2 136 0,-2-3 80 0,-2-1-252 16,2 2-132-16,-4-1-96 15,2 1 12-15,-9 0-12 0,4-1 0 0,-8 0-96 16,0 2-112-16,-5 1-120 0,-3-3-144 16,-9 7-120-16,2-2-617 0,-9 2-951 15,0 0-2036-15,-4 2-2313 0,-8 11 601 0</inkml:trace>
  <inkml:trace contextRef="#ctx0" brushRef="#br1" timeOffset="131845.418">7000 13278 1096 0,'0'0'11325'0,"0"0"-9249"0,0 0-1256 0,0 0-392 0,0 0 392 16,0 0 312 0,0 0-316-16,0 0-20 0,0 0-72 0,0 0-516 0,104 22-132 15,-65-25-68-15,5-1-8 0,-4 1-96 16,4-3-88-16,-9 3-48 0,6 0-272 15,-5-4-320-15,3 7-996 0,5 0-588 0,-13 0-504 16,10 0-3809-16</inkml:trace>
  <inkml:trace contextRef="#ctx0" brushRef="#br1" timeOffset="132644.992">8757 12122 820 0,'0'0'1972'15,"0"0"2220"-15,0 0-2204 0,4-66-1108 16,-4 47 36-16,-4-2-347 0,0 6 535 0,0-1-248 16,0 0-324-16,-4 4 116 15,5 2-168-15,-2 4 188 0,1 2-156 0,-4 1 256 0,4 3-184 16,-3 0-508-16,-2 0-76 15,-3 3-76-15,-3 7 0 0,-2 3-8 16,1 12 84-16,-3 6 12 0,-2 15 172 0,6 4 40 16,-5 14-112-16,3 6 48 0,-2 9 0 15,-1 7 16-15,1 0 56 0,-2 3-8 16,1-1-104-16,5-9-108 0,-2-5 100 16,2-11 24-16,6-12 0 15,1-13 48-15,8-13 84 0,0-6 36 0,0-12-304 16,4-1-140-16,5-6-192 0,-1 0 64 15,7-6 20-15,-2-3-132 0,6-8-76 0,-3-1 84 16,5-4 200-16,-6 2 60 16,-3 1-24-16,4 6 132 0,-8 4 4 0,-1 6 0 15,2 3-4-15,-1 3 12 0,-1 6 140 16,6 7 64-16,-5 7 36 0,3 5-88 16,-2 4 36-16,-1 6-48 0,3 3-24 15,-3 3 320-15,1 5-64 0,-2-2-196 16,5-2 0-16,-7 2-4 0,3 0-80 0,-5 0-40 15,5 2-20-15,-8-8-40 0,4 0-60 16,0-2 0-16,1-11-100 0,-1 1-172 16,3-10-180-16,-3-4-252 0,4-5-176 0,1-3-712 15,-2-4-1108-15,-3-3-2449 16,4-3-2618-16</inkml:trace>
  <inkml:trace contextRef="#ctx0" brushRef="#br1" timeOffset="133660.706">9462 12753 3860 0,'0'0'1552'16,"0"0"3100"-16,0 0-2951 0,0 0-805 16,0 0-16-16,0 0 112 0,0 0-112 15,0 0-176-15,0 0-100 16,0 0-44-16,-83-38-36 0,70 45-180 16,-2 3-60-16,2 9-24 0,-2 6 60 0,2 7 220 15,6 6-260-15,-1 6-108 0,0 0-60 0,0 5 20 16,0-9-128-16,4-1-4 0,0-8-92 15,0-8 92 1,4-7 0-16,0-9 0 0,0-5-88 16,0 1-20-16,0-3-76 0,4 0-108 15,4-10-92-15,0-2 224 0,8-4-108 0,-4-6-92 16,4-4-48-16,-4 1 24 0,4 3 0 16,-8 0-28-16,3 2 164 0,-2 4 72 15,-1 7 60-15,-1 4-8 0,1 0 36 16,-4 5 88-16,5 0 140 0,-2 7 276 0,5 5-64 15,-3 4-92-15,6 4-124 0,-2 2 0 16,2 3 28-16,-3 4 60 0,4 3 72 16,-4-1-36-16,0 1-4 0,-4 3 16 15,4 0 36-15,-4 0 36 0,-4 3 36 0,0 0-136 16,0 4-48-16,-4-2-64 0,4 2 4 16,-4-1 72-16,0 0-88 15,-4 1-60-15,-4-1-52 0,-1-3-8 0,2 0 0 16,-1-3-4-16,-4-4 0 0,0 2 0 0,4-2-8 15,-8-5 0-15,4-4-36 16,-3 3 36-16,-2-6-48 0,1-3-64 0,0-2-32 16,0-6-4-16,4-2 24 0,1-6 52 0,-2 0-28 15,6 0-156-15,-5-8 72 16,-1-5 52-16,6 3-104 0,-5-6 100 0,3 3 28 16,6-2 8-16,-1-1 12 0,4 0-24 0,0-3 40 15,0 0-40-15,7 0 64 16,2 0-16-16,3-4 16 15,-5 1 8-15,10 0 44 0,-2-3-4 0,2 2-60 16,-2 1-16-16,2 3 28 0,-2-3 8 16,1 6 4-16,5-3-40 15,-6 7-12-15,2-1-24 0,-2 3-100 0,5 1-236 16,-4 2-100-16,0 1-336 0,-1-1-520 16,6 1-1012-16,-6 0-2241 0,-6-1-1991 15</inkml:trace>
  <inkml:trace contextRef="#ctx0" brushRef="#br1" timeOffset="134247.442">9864 12144 4700 0,'0'0'2460'16,"0"0"2385"-16,0 0-3541 0,0 0-124 0,41 77 80 15,-22-42 256-15,5 6-168 16,0 12-340-16,4 8-260 0,-4 6-224 0,0 2-76 0,-4 0-80 16,0-1-139-16,-8-1-93 15,-5-4-132-15,1-6-4 0,-8-6-112 16,5-9-129-16,-1-8-27 0,-4-11-24 0,4-8-100 15,-4-5-44-15,4-4-176 16,-4-3-224-16,3-3-684 16,-3 0-1064-16,4-6-1789 0,-4 0-1567 0,0-10 2096 0</inkml:trace>
  <inkml:trace contextRef="#ctx0" brushRef="#br1" timeOffset="134421.253">10147 12734 3096 0,'0'0'6208'15,"0"0"-3423"-15,0 0-641 0,0 0-668 0,0 0-260 0,0 0 24 16,97 19-144-16,-74-15-372 0,1-4-284 16,0 0-112-16,4 0-168 15,0-10-160-15,0-3-112 0,-5 1-312 16,1-7-188-16,0 0-160 0,-3-3-204 0,2-4-640 16,-7 11-1520-16,4-15-2489 0</inkml:trace>
  <inkml:trace contextRef="#ctx0" brushRef="#br1" timeOffset="134653.007">10562 12216 3300 0,'0'0'1980'0,"0"0"3636"16,0 0-3803-16,0 0-705 0,0 0-108 0,-8 74 120 15,12-45 136-15,4 2-80 16,0 5-292-16,4 1-272 0,0 5-84 0,-1-1-104 15,2 10-8-15,-2 0-136 0,2 3-196 0,-5-4-84 16,3 2 0-16,-7-5-108 0,5-2-196 0,-5-4-148 16,-1 1-132-16,1-5-164 15,0-2-112-15,0-3-304 0,5-4-980 16,-5-9-2128-16,3-6-2317 0</inkml:trace>
  <inkml:trace contextRef="#ctx0" brushRef="#br1" timeOffset="135215.93">11638 11709 5320 0,'0'0'3040'0,"0"0"1385"0,0 0-2353 16,0 0-892-1,0 0-488-15,0 0 216 0,0 0 80 0,0 0-140 16,0 0-272-16,0 80-160 0,0-46-48 16,0 8-28-16,0 2 96 0,0 7 125 0,0 3-221 15,4 6-112-15,-4 5 88 0,3 0-88 16,1 5-32-16,-4 0-16 0,0 0-120 0,4 3-52 15,-4 0-8-15,0-3-4 0,0 0-4 16,5 2-40-16,-5 2-12 16,4-4 12-16,0 3-84 0,3-4-4 15,1 1 28-15,9 0-256 0,-2-3 160 16,-2-4 108-16,6-5 84 0,-7-8-196 16,4-5-120-16,-4-10-1 0,-4-7-191 0,0-8 32 15,4-5-100-15,-4-5-160 0,0-8-644 16,0 2-932-16,0-4-1680 0,-4-4-1001 15,0-4-1566-15</inkml:trace>
  <inkml:trace contextRef="#ctx0" brushRef="#br1" timeOffset="136338.349">12865 12465 536 0,'0'0'1200'16,"0"0"-784"-16,0 0 928 0,0 0 1532 16,0 0-1392-16,0 0-472 0,0 0-236 15,0 0 140-15,0 0-23 0,0 0-253 0,-72-42-152 16,60 62 112-16,4 2-284 0,-4 13 384 15,0 9 248-15,5 3-44 0,-6 8-84 0,9-1 84 16,-4-7-496-16,5-5-136 0,-1-8-88 16,4-8-128-16,0-10-56 0,0-6-124 15,4-7-84-15,3-3 108 0,1-3-72 16,5-7-4-16,-2-6-144 0,9-3-128 0,-8-3-348 16,4-7-364-1,0-3-80-15,-4 4-60 0,-4 2 272 16,4 1 388-16,-5 0 223 0,2 5 109 0,-5 5 240 15,0 2 68-15,-4 7 104 0,4 3 232 16,-4 3 141-16,0 0 139 0,4 3 204 16,-1 5-192-16,1 3 96 0,5 4-76 0,-1 5 8 15,-1 2-116-15,6 0 52 0,-2 3-28 16,-3 4-4-16,1-4-40 0,2 6-40 16,-3-1-48-16,5 1-64 0,-6 1-12 0,5 3-24 15,1 0-40-15,-2 0 88 0,1 3 264 16,0 0-292-16,-4 0-192 0,0 0-51 15,-4-2-65-15,0 2-44 0,-4-1-4 16,0-2-68-16,0 0 11 16,0-3 49-16,-8-1-48 0,0-1 60 15,-4-5 8-15,0 0-8 0,0-6 4 0,-4 0 8 16,0-3-12-16,0-7-80 0,-3 1 68 0,2-1-168 16,-7-2-100-16,5-3-180 0,-5-2 456 15,0-2-112-15,0 0-104 0,0-6 0 16,-4-1-100-16,0 1 164 0,0 0-140 0,8-3 224 15,1 2 0 1,6-2 72-16,2 2 12 0,7-2 88 16,0 2-88-16,4-2-8 0,0-4-4 0,0 0-36 15,4-2 36-15,8-1 12 0,0 0 36 16,3 0 20-16,6 0-68 0,-2 1-72 16,5-2 0-16,0 2-152 0,0-1-256 0,-4 0-260 15,8 0-292-15,-4 0-448 16,0 0-444-16,-5 7-1169 0,13-7-3395 0</inkml:trace>
  <inkml:trace contextRef="#ctx0" brushRef="#br1" timeOffset="136900.268">14016 12243 2552 0,'0'0'156'15,"0"0"600"-15,0 0 1748 0,0 0 1372 0,0 0-2035 16,0 0-533-16,0 0-456 0,0 0-420 15,0 0 216-15,0 0-272 0,-63 69 416 16,47-42-488-16,-4 0-16 0,0 4 12 0,0 8 160 16,0-4-28-16,-4 6 12 15,5 4-60-15,-2 0-52 0,1 2-24 16,1 4-16-16,2-4-96 0,6-3-72 16,2-2-64-16,9 0-52 0,0-8 92 15,13 1 8-15,6-10-36 0,5-3 40 0,8-2-16 16,4-10 40-16,0-8 60 0,0-2-112 15,4 0-84-15,-5-9-60 0,1-7-100 16,-4 1 40-16,-4-4-112 0,-4 2-160 0,0-2-72 16,-4 0 32-16,-4 0-132 15,-5 4-192-15,-2-2-588 0,-5 2-940 0,0 5-2101 16,-4-9-2047-16</inkml:trace>
  <inkml:trace contextRef="#ctx0" brushRef="#br1" timeOffset="137083.197">13969 12690 1552 0,'0'0'1176'0,"0"0"6224"0,0 0-5059 0,0 0-505 0,0 0-200 15,0 0-408-15,0 0-272 0,0 0-92 16,92 35-180-16,-61-35-48 0,9-3-220 0,0-7-208 16,-5 1-208-16,-3-4-128 0,0 1-152 15,0-1-244-15,-4-3-148 16,4 3-180-16,-4 0-272 0,-4 4-1336 0,4-3-2845 15</inkml:trace>
  <inkml:trace contextRef="#ctx0" brushRef="#br1" timeOffset="137677.008">15212 11919 1004 0,'0'0'64'0,"0"0"1960"16,0 0 4560-16,0 0-4419 0,0 0-517 15,0 0-188-15,0 0-60 0,0 0-156 16,0 0-156-16,0 0 296 0,0 0-612 16,-17 82-324-16,17-40-96 0,0 5-35 0,0 10-13 15,0 7-12-15,0 3-64 0,0 5-68 16,-4 1-52-16,1 1-24 0,3-5-36 15,-4 1-40-15,-4-6 0 0,4-11-8 16,-5-2-12-16,6-6 4 0,-1-10-88 16,-4-7 24-16,8-6-24 0,-4-9-88 0,4-2-132 15,-4-5-84-15,4-4-97 0,0-2-159 16,0-2-4-16,0-4-260 0,0-11-396 16,4-2-556-16,0-6-336 0,0-4-620 15,0 4-1089-15,0-16-1127 0</inkml:trace>
  <inkml:trace contextRef="#ctx0" brushRef="#br1" timeOffset="138027.191">15208 12081 1736 0,'0'0'1108'16,"0"0"5176"-16,0 0-4207 0,0 0-561 16,0 0-216-16,0 0-24 15,0 0-216-15,0 0-224 0,0 0 312 16,0 0-444-16,47 83-212 0,-27-50 20 0,1 9 16 15,-6 3-56-15,5 3-128 0,0-4-104 16,-4 3-68-16,-4 1-75 0,0-4-37 0,0 1-52 16,-5-3 4-16,2-8-8 15,-5 1 0-15,4-6-4 0,-4-7 4 0,-1-3 48 0,-3-7-40 16,4-5 72-16,1-1-24 0,-5-3-52 16,4-3 4-16,0 0 84 0,0-3-96 15,3-6-36-15,6-4-48 0,-1-6 0 16,4-6 36-16,-5-10-100 15,1-7-85-15,4-2-43 16,-4-10-116-16,1-6-96 0,-2-1 60 0,1-2-48 16,0 0-16-16,0 1-36 0,4 6-76 15,-4 5-116-15,-1 10-356 0,2 6-432 0,2 10-488 16,-6 0-1029-16,3 8-2771 0</inkml:trace>
  <inkml:trace contextRef="#ctx0" brushRef="#br1" timeOffset="138397.757">15877 12258 5820 0,'0'0'7685'0,"0"0"-5625"0,0 0-964 0,0 0-512 15,111 0 0-15,-71-9 20 0,0-3-112 16,0-9-208-16,0 2-200 0,-5-2-84 0,6-5-172 16,-9 1-244-16,-1 3-264 0,-6 0-348 15,-10 6-704-15,-2 0-1332 0,-13 6-3113 16,0 4 797-16,-5 3 4737 0</inkml:trace>
  <inkml:trace contextRef="#ctx0" brushRef="#br1" timeOffset="138621.597">16040 12287 2948 0,'0'0'456'0,"0"0"7405"0,0 0-5937 16,-27 73-616-16,23-50-296 0,4-2 56 15,0 2 40-15,4 2-108 0,3 4-312 16,1-1-284-16,1 4-100 0,-2-1-132 0,1 8 24 16,-4-1-88-16,0-3-100 15,1 3-8-15,-2-7-16 16,-3 2-56-16,4-8 12 0,4-3 48 15,0-6-112-15,0-3-376 0,4-4-224 0,0-5 196 16,8-1 20-16,0-3-112 0,8 0-252 16,0-3-460-16,4-10-532 0,-5 7-997 15,13-20-2499-15</inkml:trace>
  <inkml:trace contextRef="#ctx0" brushRef="#br1" timeOffset="138970.532">16606 12169 5276 0,'0'0'4544'0,"0"0"-11"0,0 0-2817 0,0 0-788 16,0 0-260-16,8 68-36 15,-4-37 180-15,0 10 144 0,4 3-148 16,-4 5-92-16,0-2-155 0,0 1-233 0,-1-6-172 16,-3-5-148-16,0-5-8 0,0-4 8 15,5-8-8-15,-1-8-44 0,0-2-164 16,0-7-252-16,0-3-185 0,3 0-59 0,-2 0-188 15,3-7-648-15,0-2-1192 0,-8 2-2413 16,4-8-2179-16</inkml:trace>
  <inkml:trace contextRef="#ctx0" brushRef="#br1" timeOffset="139128.565">16670 12452 116 0,'0'0'2220'0,"0"0"4356"0,0 0-3955 15,0 0-397-15,0 0-328 0,0 0-268 16,80 13-388-16,-56-13-196 0,-5 0-468 15,5 0-308-15,4-3-268 0,-4-7-24 0,0-3-404 16,3-3-136 0,-2-3-212-16,-1 1-460 0,-4-4-1072 0,-1-1-2329 15,-6 4-2687-15,2-6 5068 0</inkml:trace>
  <inkml:trace contextRef="#ctx0" brushRef="#br1" timeOffset="139314.409">17025 12164 2540 0,'0'0'1564'0,"0"0"2944"0,0 0-2916 0,0 0-587 16,-17 75 23-16,17-46 364 0,0 3 216 16,0 2-224-16,0 1-264 0,4 4-268 0,-4-1-176 15,5 3-220-15,-5-3-236 0,-5 1-180 16,1-1-40-16,-3-4-172 16,-5-5-332-16,3-4-304 0,2-3-256 0,3-6-340 15,0-5-956-15,4-9-2077 0,0-2-3143 0</inkml:trace>
  <inkml:trace contextRef="#ctx0" brushRef="#br1" timeOffset="139892.563">17391 12144 4636 0,'0'0'9137'15,"0"0"-6925"-15,0 0-1296 0,0 0-716 16,0 0-4-16,0 0-20 0,0 0-28 15,0 0-148-15,0 0-104 0,68-66-44 16,-57 53-12-16,10 4-92 0,-10-4-60 0,6 7 128 16,-2-1 100-16,-2 3 84 0,-2 1 8 15,-3 3 128-15,1 0-12 0,-2 0 64 16,-3 0 160-16,4 3-36 0,-4 4-52 0,1-3-60 16,-2 2-140-16,1 0-60 15,0 3 4-15,0 4 4 0,4 0 0 0,-4 6 0 16,0 3 92-16,4 0 0 0,0 7 144 15,0-1 4-15,0 1 84 16,0 0 172-16,0 2-88 0,-1-2-112 0,2 2-72 16,-1-1-60-16,0-2-36 15,-5 0-40-15,1-2-48 0,1-1-4 0,-1 0-44 16,0-1 0-16,0-6 4 0,-4 1 8 16,4-4-4-16,-4 2 4 0,3-4 100 0,-3-1-40 15,0-2-60-15,0-1-4 0,0-3-8 16,0 1-84-16,0-1-16 15,-3-3-80-15,-1 4-164 0,0-4-68 0,-4 0 44 16,-4-3 88-16,-4 3-64 0,0-3-124 0,-5 0-136 16,2 0-4-16,-1-3-88 15,1-6-676-15,-2-4-844 0,10 0-997 0,-9-9-2899 16</inkml:trace>
  <inkml:trace contextRef="#ctx0" brushRef="#br1" timeOffset="141155.62">17989 11560 444 0,'0'0'1684'16,"0"0"4540"-16,0 0-4280 0,0 0-567 16,0 0-569-16,0 0-80 0,0 0-16 0,0 0-76 15,0 0-192-15,0 0-180 0,0 0-64 16,35-19-12-16,-31 15-12 16,5-2 0-16,2-3-76 0,-3-1-24 0,5 4 16 15,-2-4-32-15,1 1 28 0,0 3 0 16,0-4-36-1,0 1-4-15,4 2 28 0,-4-2 0 0,0 0-68 16,0 2-8-16,-4 0-8 0,4-2-56 0,-1-1 52 16,2 3-40-16,-5-1 44 15,-1 4 0-15,2 1-68 0,-5-1 68 0,-4 2 8 16,0 2 0-16,0 0 152 0,0 2 96 0,0 9 100 16,0-3-172-16,0 6-40 15,0 5-128-15,0 6 52 0,0 1-56 16,0 5 4-16,-9 4 4 0,5 7-8 0,-3 6-4 15,-5-1 12-15,-4 10 0 0,0-1 60 16,0 2 40-16,-4-1 48 0,4 0 76 16,0-3 0-16,0 1 232 0,4-8 364 0,0-6-36 15,8-5-308-15,1-11-208 16,3-3-100-16,0-9-108 16,0-4-64-16,7-2-8 0,1-7-216 0,4 0-188 15,0 0-32-15,4-7 32 0,0-6-72 16,4 1-64-16,-4-4-4 0,4 0 76 15,-5 4 72-15,2-1 124 0,-10 3 124 16,2 3 140-16,-1 4 8 0,-4 0 48 16,0 3 164-16,-4 0 108 0,0 0-84 0,3 0-88 15,1 6 12-15,0 1 28 0,1 3 32 16,3-2-72-16,-1 6 36 0,5 2-36 16,-3 6 48-16,2 3 108 0,1 1 64 0,-3 6 0 15,-2 0-16-15,1 1 0 16,-4 3-84-16,1-1-12 0,-2 3-87 0,1-3 27 15,-4 0-76-15,4 0-12 0,-4 0 16 16,0-3-4-16,4 2-48 0,-4-2-12 16,4 0 24-16,-4 0-32 0,4-1-40 0,-4-2 60 15,4 0-60-15,-4-1 72 0,0 0-12 16,4-2-68-16,-4-1 4 0,4-2 4 16,-4-4 48-16,4-3-52 0,-4-3-4 0,0-4-4 15,0 0-4 1,0-2-8-16,0-1-120 0,0-3-96 15,-4 0-64-15,0-3-36 0,-4 4 0 0,0-4 71 0,-7 3 29 16,-2 0 8-16,-7 0 124 0,-4-3-16 16,-4 0-80-16,-3 0-92 0,-5 0-152 15,-4 0-252-15,0-3-456 0,-8 3-880 0,13-3-2048 16,-25 3-2713 0</inkml:trace>
  <inkml:trace contextRef="#ctx0" brushRef="#br1" timeOffset="144200.07">7514 15497 13045 0,'0'0'2508'0,"0"0"-1728"16,0 0-340-16,0 0 676 0,0 0 228 15,0 0-280-15,0 0-476 0,0 0-284 0,0 0 48 16,0 0 49-16,84 15 243 0,-56-11-244 0,4-1-148 15,0 1-80-15,-1-1-64 0,5-3-36 16,0 0-4-16,3 0-68 0,6 0 0 16,-6 0-12-16,5 0 4 0,4-3-4 15,-9 3-48-15,2 0-84 0,-5-4-52 0,-1 4-92 16,1 0-160 0,-8-3-184-16,0 3-133 0,-4 0 9 0,-5 0-152 15,-6 0-620-15,-5 0-1160 0,-1 0-2229 16,-7 7-2715-16</inkml:trace>
  <inkml:trace contextRef="#ctx0" brushRef="#br1" timeOffset="144452.202">7613 15980 10736 0,'0'0'4721'15,"0"0"-3953"-15,0 0-680 0,0 0 336 16,0 0 560-16,0 0 348 0,0 0-316 0,0 0-272 0,0 0-244 16,80 9-208-16,-48-9-47 15,8 3-65-15,-1-3 4 0,2 0-52 16,-2 0-132-16,5-3 0 0,-7 0-48 16,-2 0 0-16,1 0-24 0,0 0-100 15,-5-1-265-15,1 4-267 0,0 0-116 16,0 0-72-16,-8 0-480 0,-4 0-1304 0,4 0-3261 15</inkml:trace>
  <inkml:trace contextRef="#ctx0" brushRef="#br1" timeOffset="145396.661">10244 14879 3072 0,'0'0'108'0,"0"0"4008"16,0 0-1188-16,0 0-815 0,0 0-861 15,0 0-72-15,0 0 128 0,0 0-108 16,0 0-244-16,-9 93-340 0,5-51-164 16,-4 6-84-16,4 2 112 0,1 10-104 0,-1 5-108 15,-1 2-72-15,1-5-48 16,-4 5-64-16,1-7-36 0,-1-2-48 0,-1-4-84 0,1-7-124 15,1-6-84-15,3-3 0 0,-1-8 24 16,1-12 8-16,4-6-168 16,0-1-136-16,0-8-300 0,0-3-576 0,4 0-880 15,1-9-1641-15,-1 2-1251 0,-4-12 137 16</inkml:trace>
  <inkml:trace contextRef="#ctx0" brushRef="#br1" timeOffset="145752.395">10207 15119 392 0,'0'0'2100'0,"0"0"3912"0,0 0-4136 16,0 0-575-16,0 0-133 0,0 0 232 16,0 0 0-16,0 0-468 0,0 0-408 15,0 0-152-15,76 42-24 0,-52-20-28 0,-1 3 12 16,1 7-24-16,4 2-48 0,-7 4-64 15,-2 4 36-15,1 0-60 0,-8-1 12 0,0 3-12 16,0 1-100-16,-3-5 52 0,-2-4 84 16,1-5 48-16,0-8 24 0,-4-5-60 15,1-5-112-15,2-2-96 0,1-9 88 0,0 2-32 16,0-4-68-16,4 0-60 16,0-11-40-16,4-3-68 0,-5-9-28 15,10-3-60-15,-6-8-36 0,2-4 132 0,-6-4 0 16,6 0 28-16,-2-2-52 15,-2 0-112-15,6-1-184 0,-3-3-136 0,5 4-200 0,-2 3-416 16,5-1-672-16,0 5-1160 16,-8 12-3281-16,4-7 1358 0</inkml:trace>
  <inkml:trace contextRef="#ctx0" brushRef="#br1" timeOffset="146713.46">10944 15154 10156 0,'0'0'2229'0,"0"0"-905"16,0 0-208-16,0 0 120 0,0 0-236 0,0 0-240 0,0 0-68 15,0 0-164-15,104 0-112 16,-72 0-120-16,0 0-148 0,0 0-88 16,0-7-60-16,-4 4-8 0,0-4-188 0,-5-1-220 15,1 1-384-15,-8-3-152 0,-4 5-332 16,-4-5-644-16,-4 3-1064 0,-4 4-1857 15,0 0-1507-15,-8 3 6276 0</inkml:trace>
  <inkml:trace contextRef="#ctx0" brushRef="#br1" timeOffset="146960.704">11155 15141 1212 0,'0'0'1880'16,"0"0"3432"-16,0 0-3796 15,0 0-187-15,0 0-149 0,-19 83-44 0,14-58-16 16,5 5-88-16,-4 0-252 0,4 2-180 15,0 4-68-15,0-5 52 0,0 4-68 16,-4-4-148-16,4 4-132 0,-3 4-116 0,-5-1-44 16,4 0-64-16,0-6 184 15,4-7-64-15,0-2-132 0,0-8 0 0,0 1-60 16,0 0 52-16,4-1 0 0,0-2-52 0,4-1 48 16,-5-1-112-16,10-5-316 0,-1-3-16 15,-1-3 84-15,6 0 64 0,3 0-124 16,-1-9-164-16,-2-2-448 0,2-3-896 0,-3-7-1249 15,-8 6-2655-15,5-7 1140 16</inkml:trace>
  <inkml:trace contextRef="#ctx0" brushRef="#br1" timeOffset="147220.322">11479 15221 3252 0,'0'0'8257'0,"0"0"-6837"0,0 0-896 16,0 0-208-16,0 0 788 0,19 88 456 0,-15-56-424 15,1 4-360-15,-5 5-452 0,0 0-140 16,0 4 24-16,0-1 12 16,0-3-108-16,-9 0-112 0,5-6 0 0,-4-2-260 0,4-12-244 15,1-2-36-15,3-9 20 16,0-4-52-16,0-6-320 15,3 0-632-15,1-3-1152 0,0-7-2121 0,-4 0-1771 0,4-5 6029 16</inkml:trace>
  <inkml:trace contextRef="#ctx0" brushRef="#br1" timeOffset="147383.68">11558 15519 9388 0,'0'0'2429'0,"0"0"-541"0,0 0-520 0,0 0-20 0,0 0 36 16,80 7-140-16,-56-4-324 0,-1-3-336 15,5 0-352-15,0-3-164 0,0-4-68 16,-4-3-380-16,0-2-340 0,-1-4-68 0,-2 0-260 16,-5-6-896-16,-4 9-2460 0,4-12-3197 15</inkml:trace>
  <inkml:trace contextRef="#ctx0" brushRef="#br1" timeOffset="147566.79">11924 15243 8300 0,'0'0'2961'0,"0"0"-1293"0,0 0-864 16,-4 69 108-16,4-40 296 0,0 0-4 15,0 3-360-15,4 3-348 0,-4-4-236 0,0 5-100 16,0-3-104 0,0 3-56-16,0-4-8 0,-4 0-188 15,1-4-312-15,-1-2-320 0,0-8-452 0,4-4-772 16,0-6-2157-16,0-8-1603 0</inkml:trace>
  <inkml:trace contextRef="#ctx0" brushRef="#br1" timeOffset="148114.674">12339 15037 5944 0,'0'0'10277'0,"0"0"-8165"0,0 0-2112 16,0 0-516 0,0 0 516-16,0 0 672 0,0 0-32 0,0 0-392 15,0 0-248-15,0 0 0 0,64-4 4 16,-49 4-4-16,2 0-76 0,2 0-56 0,-3 0-4 15,0 0 124-15,0 10-56 16,-4-4 60-16,4 4 4 0,-8 3-4 0,5-1-52 16,-6 4 52-16,1 0 8 0,0 3 8 15,0-3 4-15,0 3-12 16,4 0 0-16,-5 0 0 0,2 3 4 0,-1 0 68 16,0 0-20-16,-5 1-48 0,1 3-4 15,1-1 0-15,-1 0 0 0,-4 0-48 16,0 4 48-16,0-4 0 0,4 2 8 0,-4-6-8 15,0 2-4-15,4-9-12 0,0 7-32 16,-1-9-36-16,-3 4-40 0,4-4-24 0,1-2 24 16,-5 0-24-16,0-1 76 15,0 1-4-15,0-4-36 0,0 3-60 0,0-2 124 16,-5-1 48-16,1-3 124 0,1 1 8 16,-5-2-60-16,4 3-72 0,-5-3-160 0,2 1-100 31,-1-3-248-31,-4 0-156 0,0 0-188 0,-4 0-512 0,0-5-304 15,4-2-325-15,-8 0-155 16,5-2-1036-16,-6-1-732 0,5 1 2964 0,-7-4 952 16</inkml:trace>
  <inkml:trace contextRef="#ctx0" brushRef="#br1" timeOffset="148700.299">13861 14744 1528 0,'0'0'1328'15,"0"0"6520"-15,0 0-6063 0,0 0-749 0,-56 80-236 16,40-52 412-16,-8 4 92 0,0 6-320 16,0 3-332-16,-8 10-156 15,0 7-140-15,-7 5-4 0,-8 10-56 0,-6 3 8 16,-6 6 4-16,-9 7-4 0,-4 0-136 15,-4 10-56-15,-7-1-100 0,-5 4 96 16,0-1-48-16,-4 1 28 0,2 3-40 16,2-4-48-16,0 1 0 0,4-4-48 0,9-5 36 15,-1-4-36-15,8-4-172 0,12-8-36 16,5-14-100-16,10-5 212 0,13-14-28 0,9-12-72 16,3-14-112-16,12-5-108 15,4-10-240-15,0-3-248 16,4-6-560-16,8-10-608 0,-4 0-2105 0,7-15-2967 15</inkml:trace>
  <inkml:trace contextRef="#ctx0" brushRef="#br1" timeOffset="149226.311">13483 15756 5076 0,'0'0'4080'0,"0"0"-959"16,0 0-1833-16,0 0-1032 0,0 0 240 0,0 0 840 16,7 96-56-16,-3-57-448 15,4 8-276-15,-3 4-248 0,2 0 52 0,-3 2-28 16,0-4-28-16,0-2-8 0,-4 1-100 16,4-6-100-16,-4-9-96 15,0-3-4-15,0-5-144 0,0-9-216 16,0-3-140-16,0-7-36 0,0-6-152 0,0 0-328 15,0-4-736-15,4-5-1196 0,-4 0-1889 16,5-15-1651-16</inkml:trace>
  <inkml:trace contextRef="#ctx0" brushRef="#br1" timeOffset="149420.587">13542 16068 3484 0,'0'0'336'0,"0"0"5668"15,0 0-4391-15,0 0-609 0,0 0-176 0,0 0 328 16,0 0 4-16,0 0-140 0,0 0-284 15,76-22-416-15,-48 25 4 0,4 0 8 0,-1 1 4 16,5 2 80-16,-4-3 40 0,5-3-76 16,-2 3-136-16,-3-3-112 0,-4 0-132 15,4-6-36-15,-4 0-196 16,-1-7 48-16,1 0-428 0,-4-6-212 0,0 0-364 16,-4 0-884-16,-8 0-1812 0,8-4-1833 15</inkml:trace>
  <inkml:trace contextRef="#ctx0" brushRef="#br1" timeOffset="149682.613">14124 15533 756 0,'0'0'7840'0,"0"0"-4575"0,0 0-1321 0,0 0-804 15,0 0 52-15,-28 82 272 0,24-57-168 0,4 0-376 16,0 3-248-16,0 5-220 15,4 2-40-15,0 0-96 0,0-1-107 0,4 1-65 16,-4 4-56-16,4 1-40 0,0 2 0 0,-4 2-48 16,4 5-8-16,-8-5-100 0,3 0-76 15,-3 0-145-15,0-3-171 16,0-2-8-16,0-4-8 0,0-5 4 0,0-3-68 16,5-5-184-16,-1-6-500 15,4 0-784-15,-4-7-1792 0,3 4-2457 16</inkml:trace>
  <inkml:trace contextRef="#ctx0" brushRef="#br1" timeOffset="159912.159">17081 15691 9336 0,'0'0'5533'0,"0"0"-4133"0,0 0-292 0,0 0-452 16,0 0-124-16,0 0 244 15,0 0 204-15,0 0-372 0,107 9-208 16,-59-9-144-16,7 0-148 0,5-2 28 15,0-3-75-15,-1 3-9 0,1 2-52 16,0-7-84-16,-4 7 11 0,0-5-123 16,-5 0-72-16,1 3-96 0,-7-5-124 0,-6 4-84 15,-3 0-128-15,-8 0-224 16,-4-1-516-16,-9 4-848 0,-7 0-700 16,-3 4-1893-16,-10 5-1687 0</inkml:trace>
  <inkml:trace contextRef="#ctx0" brushRef="#br1" timeOffset="160109.285">17279 16008 3068 0,'0'0'8961'16,"0"0"-6273"-16,0 0-1580 0,0 0-844 0,28 71 152 15,-4-63 244-15,12 3 332 0,8-5-400 0,8-6-332 0,8 0-64 16,3-11-24-16,1-3-172 15,0-9-244-15,-8 0-272 0,0-8-560 0,-5 2-396 16,-3-6-584 0,-16 9-1197-16,0-5-3079 0</inkml:trace>
  <inkml:trace contextRef="#ctx0" brushRef="#br1" timeOffset="160433.487">17742 15309 9608 0,'0'0'5073'0,"0"0"-4509"0,0 0-324 15,0 0-164-15,0 0 300 0,91 35 692 16,-63-21 72-16,8 1-436 0,0 1-324 16,4 6-120-16,4-3-148 15,-1 6-112-15,-3 1-124 0,-4 2-96 16,0 0 48-16,-8 1 0 0,-4 3-112 0,-9 0-48 15,-2 3 72-15,-9 0 28 16,-4 3 216-16,-4 7-204 0,-12-1 108 0,-5 8 0 16,-2-5 108-16,-5 4 4 0,0-1 112 15,-4 2-64-15,1-5-48 16,-1 0-200-16,0 1-148 0,4-7-224 0,0-3-336 16,0-3-456-16,4-7-548 0,4-8-913 15,0-5-2499-15</inkml:trace>
  <inkml:trace contextRef="#ctx0" brushRef="#br1" timeOffset="161029.36">20129 14722 6308 0,'0'0'1392'15,"0"0"-172"-15,0 0 2069 0,0 0-1261 16,0 0-164-16,0 0-488 0,35 74-228 0,-19-30-260 16,0 9-340-16,0 15-8 15,-4 8-176-15,0 6-36 0,-5 7-108 16,2 7-88-16,-1 2-68 0,-8 0-56 0,4 0 40 15,-4 2-48-15,0-9-136 0,0-6-32 16,4-5-88-16,-4-4-148 0,0-8-120 0,0-10-76 16,3 1 24-16,-3-6-24 15,4-9-232-15,0-2-212 0,5-10-440 16,2-13-636-16,2-3-1117 0,2-16-2207 0</inkml:trace>
  <inkml:trace contextRef="#ctx0" brushRef="#br1" timeOffset="161552.452">20881 14998 4772 0,'0'0'2656'0,"0"0"-1344"0,0 0 3221 0,0 0-3289 16,84 106 548-16,-44-56-620 15,3 10-96-15,5 10-32 0,1 4-372 0,-2 1-280 16,-8-1-124-16,-2-2-208 0,-10-8-60 16,-3-3-12-16,-3-11-144 15,-6-6-4-15,5-5-84 0,-3-14-148 16,2-3-84-16,-3-8-100 0,4-8-16 0,0-6-200 16,0-11-568-16,-1-3-784 0,-2-13-436 15,-6 5-693-15,2-22-1979 0</inkml:trace>
  <inkml:trace contextRef="#ctx0" brushRef="#br1" timeOffset="161803.99">21643 14932 8068 0,'0'0'1116'0,"0"0"-520"0,0 0 769 15,0 0-309-15,-88 86 336 16,67-58-224-16,-7 5-388 0,5 0-240 0,-5 6-136 15,-3 1-4-15,-1 6-116 0,-5 4-220 0,-3 0-64 16,-3 11-112-16,-5 0-52 0,1 3 52 16,-6-1 0-16,1 0 104 15,5-3-4-15,-1 1-148 0,8-7-68 0,5-6-76 0,7-8-120 16,7-8-120-16,10-9-352 16,2-10-556-16,9-7-477 0,0-3-971 15,0-6-1884-15</inkml:trace>
  <inkml:trace contextRef="#ctx0" brushRef="#br1" timeOffset="162281.428">21858 15563 1448 0,'0'0'4592'15,"0"0"-3916"-15,0 0 12 0,0 0 1660 16,0 0-107-16,0 0-437 0,0 0-36 0,0 0-400 16,0 77-104-16,7-43-424 0,-3 11-252 15,0 9-220-15,0 3-76 16,-4 0-72-16,0-2-48 0,0-8-88 0,-4-3-84 15,0-9-96-15,0-5-76 0,4-9-72 16,0-5-84-16,0-3-128 0,0-10-48 0,0-3-36 16,0 0-176-16,0-9-356 0,4-4-752 15,0-7 240-15,0-5-480 16,1 6-809-16,-1-13-1679 0</inkml:trace>
  <inkml:trace contextRef="#ctx0" brushRef="#br1" timeOffset="162411.558">21925 15859 4396 0,'0'0'4716'0,"0"0"-2259"0,0 0-273 0,0 0-248 15,0 0-448-15,0 0-324 16,100 20-300-16,-72-18-264 0,0 1-232 16,0-3-308-16,0 0-60 0,0-5-356 0,0-9-376 15,0 1-180-15,-5-2-216 16,1-4-1044-16,-4 6-1700 0,-5-9-1029 16</inkml:trace>
  <inkml:trace contextRef="#ctx0" brushRef="#br1" timeOffset="162560.43">22264 15646 9772 0,'0'0'1873'0,"0"0"-593"0,0 0-412 16,0 0 184-16,-12 73 16 0,12-38-400 15,0 7-220-15,4 2-212 0,-4 3-124 16,0 1 100-16,4 0-128 0,-4-4-84 0,4 3-36 16,0-5-24-16,0-4-164 0,-1-9-388 15,1-4-280-15,5-12-276 0,-1-4-664 16,-1-6-1129-16,10-3-1659 0</inkml:trace>
  <inkml:trace contextRef="#ctx0" brushRef="#br1" timeOffset="162895.5">22842 14855 7036 0,'0'0'2168'0,"0"0"-812"0,0 0-27 15,0 0 267-15,0 0 204 16,0 0-480-16,11 77-500 0,-7-39-148 16,4 6-132-16,-3 7-132 0,-1 9-88 15,0 4-100-15,-4 9-72 0,0 0-64 16,0 6-84-16,0-2 0 0,-8 2-48 0,3 0-40 15,-3-5-20-15,4-1-64 0,1-4-136 16,-1-5-36-16,4-7-124 0,0-10 0 16,0-1-140-16,0-9-240 0,0-5-376 0,4-7-384 15,3-2-388-15,-3-8-1145 16,5-5-2831-16</inkml:trace>
  <inkml:trace contextRef="#ctx0" brushRef="#br1" timeOffset="163268.233">23375 15516 11761 0,'0'0'1548'0,"0"0"88"15,0 0-392-15,0 0-280 0,120 7 360 0,-68-7-472 16,-1 0-388-16,9-11-368 0,-4-1-96 16,-4-4-120-16,-5 0-112 0,-2 3-320 15,-6-2-288-15,-7 2-452 0,-8 4-1464 0,-8 5-2569 16,-12 4-2359-16</inkml:trace>
  <inkml:trace contextRef="#ctx0" brushRef="#br1" timeOffset="163432.183">23555 15824 11401 0,'0'0'2748'0,"0"0"-1436"15,0 0-896-15,0 0-128 0,0 0 240 0,0 0 68 16,103 55-60-16,-58-55-240 0,6-7-296 0,1-3-136 16,4-6-324-16,0 3-424 0,-5 1-436 15,1-1-336-15,-13 7-1601 0,10-10-4387 0</inkml:trace>
  <inkml:trace contextRef="#ctx0" brushRef="#br1" timeOffset="164593.611">25299 14913 4296 0,'0'0'1404'0,"0"0"1520"16,0 0-712-16,0 0-667 0,0 0-281 0,0 0-60 15,0 0-136-15,0 0-212 0,0 0-172 16,0 0-128-16,0 0-136 0,-86-13-76 15,61 35 12-15,1 10-36 0,-4 5-12 0,4 9 20 16,1 7-80 0,3 4-116-16,3 4-124 0,2 3 0 15,3 1 0-15,0 3-8 0,4-1 48 0,4-4-48 16,4 0-8-16,0-2-4 0,4-4-72 16,8-3-36-16,4-6 8 0,3-7-60 15,2-7-120-15,3 2-40 0,4-11-136 0,7 1 136 16,1-8-248-16,4-1-388 0,0-8-676 15,4-3-876-15,-13-6-2297 0,18 0-3055 0</inkml:trace>
  <inkml:trace contextRef="#ctx0" brushRef="#br1" timeOffset="165315.465">25901 15119 5000 0,'0'0'700'0,"0"0"-140"16,0 0 12-16,0 0 676 0,0 0 1120 0,0 0-823 15,0 0-393-15,0 0-376 16,-15 72-28-16,2-36 148 0,-2 9-40 15,-1 6-144-15,0 3-228 16,0 2-136-16,4 2-176 0,-4-1 36 0,8-3-132 0,-3 0-76 16,2-10-88-16,1-3-304 15,4-9 144-15,4-7-248 0,0-8 144 0,0-8-160 16,4-9 96-16,4-3-100 0,4-13-100 16,4-6-296-16,0-7 84 0,0-6-288 15,4-5-81-15,-5-6-419 0,2 2 24 16,-2-1 184-16,-2-2 108 0,-2-1 284 0,-3 1-444 15,5-1 232-15,-6 1 696 0,1-1 532 16,1 7 1708-16,-2 6 352 16,5 10 140-16,-3 4-252 0,-2 13-200 15,-3 4-139-15,4 4-445 0,0 4-336 0,4 11-52 16,-4 7-208-16,4 10-128 0,-4 7-228 16,0 8-36-16,-4 4 28 0,-4 0 36 15,0 0-56-15,0-7-84 0,0-2-40 16,4-4-56-16,0-10 4 15,-1-6 228-15,6-3 88 0,-1-9 48 0,0-4 100 16,4-6-176-16,3 0-176 0,2-9-20 16,2-10 12-16,5-8 12 0,0-3-80 15,-3-8-44-15,2-6-148 0,1-11 0 16,4 1-260-16,-4-7 148 0,-5 1-48 0,2 0-300 16,-1 3-332-16,-9 6-240 0,1 13-496 0,1 6-632 15,-10 12-549-15,5 6-1683 16</inkml:trace>
  <inkml:trace contextRef="#ctx0" brushRef="#br1" timeOffset="165848.063">26483 15186 4760 0,'0'0'900'16,"0"0"-344"-16,0 0 1796 16,0 0 313-16,0 0-1013 0,0 0-416 15,0 0-364-15,0 0-116 0,0 0-136 0,0 0 16 16,0 0-216-16,76-3-196 0,-48-3-124 0,3-1-100 16,1 0-56-16,-4 2-32 15,4 1-100-15,-4-3-172 0,-4 1-36 16,0 0-260-16,-12 3-236 0,4 0-424 0,-12-1-908 15,0 1-1945-15,-4 3-1695 0</inkml:trace>
  <inkml:trace contextRef="#ctx0" brushRef="#br1" timeOffset="166809.667">26567 15262 756 0,'0'0'3944'0,"0"0"-2384"0,0 0-312 0,0 0-40 16,0 0 112-16,0 0 113 15,0 0-521-15,0 0-324 0,0 0-4 16,0 0 52-16,4 61-80 0,-4-36 24 0,4 0-52 16,-4 7 152-16,4 3-104 0,-4-1-68 15,4 1-124-15,-4 4-88 0,0-1-148 16,0 0-72-16,-8 3-64 0,0 0 0 0,-4 7-12 16,0-4 0-16,0-5 56 15,4-8-44-15,0-6 0 16,8-6 136-16,0-5-36 0,0-5-12 0,4-2 8 15,4-1 16-15,4-3 0 0,4-3 60 16,4 0 108-16,4 0-24 0,4-3-120 0,8-3-136 16,-4 2 0-16,3-5-12 0,1 3-56 15,-4-1-16-15,4 0-64 16,-8-2-168-16,-1 2-140 0,-2-2-108 0,-1-1-52 16,-1-2-68-16,-3-1-248 15,0 1-628-15,-4-4-1136 0,-4 3-1745 16,0-6-1619-16</inkml:trace>
  <inkml:trace contextRef="#ctx0" brushRef="#br1" timeOffset="167067.827">27140 15272 10965 0,'0'0'1748'16,"0"0"-844"-16,-15 69-460 0,11-33 216 0,-1 5 600 16,-2 6-132-16,7 0-460 15,-4 2-332-15,0-2-128 0,0-6-152 0,0-3-56 0,4-2-188 16,0-8-156-16,-4-2-216 16,4-12-24-16,0-3-96 0,0-8-48 0,4-3-256 15,8-7-508-15,-5-5-665 0,2-4-1043 16,7-10-1616-16</inkml:trace>
  <inkml:trace contextRef="#ctx0" brushRef="#br1" timeOffset="167212.968">27241 15491 3544 0,'0'0'8549'0,"0"0"-6493"16,0 0-1048-16,0 0-164 0,0 0 484 0,0 0-92 16,0 0-388-16,83 44-420 0,-55-44-244 15,4-2-184-15,-1-8-368 0,1-6-304 16,0 0-376-16,0-7-208 0,0 1-580 0,-12 6-1288 15,4-12-2909-15</inkml:trace>
  <inkml:trace contextRef="#ctx0" brushRef="#br1" timeOffset="167401.787">27563 15272 6564 0,'0'0'4717'0,"0"0"-3409"16,0 0-592-16,0 0-16 0,0 89 236 0,0-54 244 0,0-1-164 15,0 4-332-15,-4 1-252 0,4-2-88 16,-4-2-120-16,-4 1-116 0,0-2-108 16,0-4-40-16,0-5-256 0,0-3-296 0,0-4-264 15,4-1-236-15,4-5-140 16,-4-2-748-16,4-4-2413 16,0-6-2383-16</inkml:trace>
  <inkml:trace contextRef="#ctx0" brushRef="#br1" timeOffset="167812.335">27830 15259 6400 0,'0'0'7717'16,"0"0"-6705"-16,0 0-884 0,0 0 160 0,0 0 164 0,0 0 76 15,87-57-192-15,-59 38-220 0,4 2-116 16,0 2 0-16,-4 1-100 0,-4 9 24 16,0-2 68-16,-4 7 8 0,-4 0 64 15,-5 10 100-15,-2 6 24 0,-5 5 32 0,0 3 68 16,-4 4-76-16,0 3 84 16,0 1 96-16,-4 0-72 0,0 3-160 0,4 0-60 15,-4-3-100-15,-1-1-4 0,5 1 4 16,-4-4 0-16,4 1-40 0,-3-4-12 15,-1 5 4-15,0-2 48 0,0-3 60 16,0 0-8-16,0-1 56 0,-1-6-32 0,-2-3-76 16,-1 2-124-16,0-4-120 0,-4-1-188 15,-4 4 84-15,-4-3-72 0,0 0-212 0,-3-4-52 16,-2 0 52-16,5-2 40 16,-4-4-188-16,5-3-404 0,-5-6-568 15,8-4-1325-15,-4-12-1799 0</inkml:trace>
  <inkml:trace contextRef="#ctx0" brushRef="#br1" timeOffset="168353.946">28794 15316 6676 0,'0'0'208'0,"0"0"5465"16,0 0-3685-16,0 0-284 0,0 0-648 15,0 0-300-15,0 0-200 0,0 0-248 16,80 19-308-16,-68-17-36 0,-4-2-432 15,4 4-484-15,-4-4-388 0,-4 3-980 16,3 1-2649-16,-7-1-3491 0</inkml:trace>
  <inkml:trace contextRef="#ctx0" brushRef="#br1" timeOffset="168500.279">28846 15519 6292 0,'0'0'6977'0,"0"0"-5265"0,0 0-904 16,0 0 44-16,32 67 268 0,-20-55-280 15,4-2-456-15,3 0-384 0,2-7-568 16,3-3-236-16,4-3-140 0,-5-7-440 0,-3 4-1168 16,8-13-2737-16</inkml:trace>
  <inkml:trace contextRef="#ctx0" brushRef="#br1" timeOffset="168740.055">29320 15084 8896 0,'0'0'984'0,"0"0"3001"0,0 0-2997 15,0 0-108-15,24 70 500 0,-16-41 20 16,-4 6-332-16,3 2-468 0,-2 8-308 16,3 3-132-16,-4 0 20 0,0-1-32 0,0-3-112 15,-1 2-36-15,-3-9-60 0,0-2-220 16,0-3-232-1,0-4-224-15,0-6-64 0,0-3-112 0,0-6-372 16,0-6-580-16,0-7-596 0,0 0-457 0,0 0-1507 16,0-10-323-16</inkml:trace>
  <inkml:trace contextRef="#ctx0" brushRef="#br1" timeOffset="168886.887">29440 15533 5412 0,'0'0'6785'0,"0"0"-4405"0,0 0-932 0,0 0-356 16,0 0 356-16,87 4-268 15,-51-4-556-15,4-2-344 0,0-7-196 16,4-1-76-16,-1-6-8 0,-2-3-352 16,-2-3-360-16,1-4-232 0,-5 4-228 0,-7-3-604 15,-7 9-2244-15,-1-6-2653 0</inkml:trace>
  <inkml:trace contextRef="#ctx0" brushRef="#br1" timeOffset="169083.129">29885 15161 9488 0,'0'0'1873'0,"0"0"-873"16,0 0-540-16,0 0 332 0,0 0 84 16,9 63 248-16,-9-35-108 0,0 7-380 0,0 1-140 15,0 2-136-15,-4 3 8 16,-1 0-108-16,-2 0-112 16,-1-2-148-16,-5 1 0 0,6-5-72 0,-5 0-372 15,4-3-484-15,0-6-44 0,4-5-276 16,0-2-792-16,0-6-2605 0,4-3-2967 15</inkml:trace>
  <inkml:trace contextRef="#ctx0" brushRef="#br1" timeOffset="174346.108">30420 14904 3776 0,'0'0'692'15,"0"0"5404"-15,0 0-3847 0,0 0-937 0,0 0-148 0,0 0 232 0,0 0-252 16,0 0-108-16,71 40-140 16,-50-21-176-16,3 1-60 0,-1 2-152 0,1 3-79 15,0 0-69-15,-5 1-68 0,2 2-84 16,-1 4-184-16,-1-1-12 0,-2 5-20 0,-2 5 16 15,-2 0 24-15,-6 4-32 0,5-1-120 16,-7 7 104-16,-1-2-80 16,-4 5 24-16,0 2 60 0,-4 1-156 0,-5 3 32 15,-2 4-32-15,-1-4-124 0,-8-6-1 16,-4 0-11-16,-4-3 12 0,-4-7-72 16,-4 2 24-16,0-9-88 0,-3-2-28 0,-2 0 16 15,6-6-496-15,-1-4-208 0,4-3-424 16,4-10-216-16,4-2-276 15,5-10-2049-15,2 0-2179 0,2-10 6148 0</inkml:trace>
  <inkml:trace contextRef="#ctx0" brushRef="#br0" timeOffset="190483.547">11108 2958 5076 0,'0'0'6385'0,"0"0"-5553"0,0 0-192 0,0 0-128 0,0 0 336 16,0 0-24-16,0 0-560 0,0 0-260 15,-88-14 72-15,81 22 136 0,-6 9 16 16,5 5-4-16,-3 6-32 16,2 7 220-16,-3 9-36 0,5 7-80 15,-6 7-160-15,2 5-60 0,-2 7-28 16,-2 6-48-16,-2 3-100 0,2 3 84 0,-5 5-156 15,0 1 12-15,-4 5 92 16,0-1 68-16,4 0 52 0,-3 7 20 0,2-8-20 16,1 4-52-16,1-2 8 0,2-2-8 0,-2 2 0 15,3 0-8-15,4 1 0 16,-4-2-44-16,4 4 44 0,0-5-4 0,0 2-64 16,0-5 16-16,0 2-64 0,0-2-104 15,0 1 156-15,0-3-28 0,1 3 100 16,2-6 64-16,1 2-48 0,0 1 44 15,1 0-48-15,-2 3 88 0,5-4-96 16,-4 1-4-16,1 0-124 0,3 0 48 0,-5-2-184 16,-2-1-120-1,-1 3 104-15,3-6 112 0,-2 2 152 0,3-2-40 16,3-3 52-16,-3-2-4 0,8-2 56 16,-3 0-52-16,3-7 0 0,0-2 0 0,0-3-128 15,0-1-96-15,0-3 8 16,3 3-72-16,1-2-424 0,0-4 432 15,1-1 52-15,-1 5 64 0,0-5 88 0,0 5 76 16,-1-4 0-16,1-1 56 0,0 1 36 16,5 1-24-16,-5-5-60 0,3-2 60 15,5-3 60-15,4-8-128 0,0-1-40 0,4-8-76 16,4-3 68-16,0 0-16 0,0-6-64 16,0 4 40-16,0 0 72 0,-4-2 16 0,3 5-8 15,-6-1 0 1,3 1 8-16,-1-1 12 0,5 1 0 0,-3 2 52 15,-2-6 0-15,1 4 0 0,4-4-52 16,-1 3 68-16,2-6-80 0,2 0 0 0,1-2-80 16,4-2-20-16,0-3-28 15,0 5-780-15,4-4 88 0,-4-1 820 16,4 4 204-16,0 0-200 0,-4 3-4 16,3 0 140-16,1 0-24 0,0 3-112 15,-4 4-4-15,3-1-64 0,2 4 64 0,-1 0 12 16,3-4-12-16,1 4 64 0,-3 3-52 0,6-5 40 15,-3-2-4-15,4 5-48 16,-1-2 16-16,2-2 48 0,-2-1-64 0,4-3 4 16,-2 3 60-16,2 0 64 0,1 1-124 15,1-3 124-15,-2 2-76 0,5 1-48 16,-5-1 0-16,5 0 0 0,0 0 0 16,0 0 48-16,0 1-52 0,0 3-4 15,-1-4 4-15,1 1 52 0,0-1-48 16,4 0-4-16,-1 1 76 0,5-3-76 15,-4-2 4-15,8 2 4 0,-1-4-8 16,1 3 116-16,0 0-52 0,0 1-60 0,4-4 8 16,3-1-4-16,-3 4 0 15,4-2-8-15,3-4-4 0,2 3 4 0,-2-3 4 16,0 2 60-16,1-1 12 16,0-2-24-16,0 1-52 0,3 0-52 0,1 0 44 15,0-4-44-15,3 2 48 0,1-2 0 0,0 1 0 16,8-1 8-16,-5-2-4 15,4 3 4-15,6-4 8 0,-6 4-4 0,5 3 40 0,-5-1 0 16,1 2-48-16,4-1-44 16,-5-1 44-16,1 2 0 0,3-2 0 0,1-3 0 15,0 5 12-15,7-9-4 16,-3 6-8-16,7-1-4 0,1-4 0 16,-1 1 8-16,5-1 56 0,-1 1-60 15,1-1 0-15,4-2-16 0,-1 2 12 0,1-3-4 16,-1 4 8-16,5-4 32 0,0 5-20 15,-6-3-12-15,6 3 64 0,0-3-52 16,-4 2-4-16,-1 3 32 0,0 0-28 16,1-4-24-16,0 3-16 0,3-2 28 15,-3 3 8-15,4-4 44 0,-5 4-44 0,4-4 56 16,-3 4-52-16,-4 1 0 0,-1-2 48 16,-3 4-44-16,-5 3 96 0,-3 0 16 15,-1 2 36-15,-3-1-148 0,-4 2 124 0,4 0 8 16,-10 0-144-16,2 0-8 0,4 4-44 15,-8 0 48 1,0-5-4-16,-1 5-4 0,1-3 0 0,0 2 8 16,-5 0 12-16,1-3-8 0,0 3 48 15,-1 4-52-15,-3 1 12 0,0 1 36 16,-5 1 92-16,-2 2-36 0,-6 1-16 0,5 4-76 16,-5-1 140-16,1 0-52 15,0-3-100-15,-1-1 8 0,5 2 36 0,1-2-44 16,-2-2-48-16,4-3 44 0,2 2 4 15,2-2-12-15,0-1 4 0,2-3-44 0,2 1 52 16,1 0 4 0,4-1 100-16,-1-3-96 0,4 1 4 0,5-1 76 15,0-3-24-15,3-3-52 0,6-1-4 16,-2-2 0-16,8-3 4 0,1-1 0 0,3 1 48 16,5-4-60-16,0 1-4 0,3-4 4 15,5 0 0-15,3 1 76 16,1-2-72-16,3-2 40 0,1 0-44 0,3 0-4 15,5 0 4-15,3-2 4 0,1-5 72 16,3 1-72-16,0 2 4 16,4-2 48-16,-3-4-56 0,7 3-24 0,-3-1-52 15,3-3 68-15,4 3-80 0,-3-3 88 16,4 2 8-16,-1 0-4 0,0-1-4 16,-3 1-128-16,3-4 120 0,-4 0-92 15,4 1 92-15,-3-1 0 0,-5-3-48 0,1 4 56 16,-9-1 0-16,-4-3 0 0,1 3-12 15,-5-3 8-15,5 1 4 0,-5-2 52 0,1 2-52 16,0-5-4-16,-5 2-8 0,5-8-64 16,-5 1-40-16,-4 0 4 0,5-7-4 15,-9-3 40-15,5 0 68 0,-4-3-80 0,-9-3 80 16,-3-1 8-16,-5-2 8 0,-3-1 44 16,-8-3 8-16,-1-3-44 15,1 1 44-15,-5-7 80 16,5 0-52-16,-1-7-36 0,6-6-16 0,-2-2-36 15,0-5-60-15,5-5 8 0,-8-1 52 0,-5-6 0 16,-7 1 76-16,-4-8-64 0,-9 4 128 16,-3 0 200-16,-8 0 680 0,-1-4-532 15,-6 4-188-15,-1 1-28 0,-5-2-136 16,1-2-136-16,-1-3-4 0,2-1-108 16,-2-5-112-16,-3-5-360 0,0-2-60 15,-9-3 204-15,-3-4 216 0,-4 1 32 16,-11 0 80-16,-2-1 104 0,-6 1 8 0,-5-1 36 15,-4 4 116-15,0 7 52 0,0 0 108 16,0 9 52-16,-9 7 104 0,1 5-280 16,-3 3-184-16,3 4-4 0,-5 4-64 0,2-6-60 15,-6 2-76-15,2 3-56 0,-5-1 20 16,-1 1-52 0,-6 4-52-16,-1-2 112 0,-3 4 100 15,-1 1 68-15,0-1 56 0,-9 0-112 0,6 3 108 0,-5 8 8 16,-4-3 8-16,0 9 132 0,-4 1-116 15,1 2-24-15,-9 2-12 0,4 4-64 16,-3 0-12-16,-5-1 36 0,4 4-48 16,-4 3 88-16,-4-3 8 0,9 3-40 0,-5-1 40 15,0 1 8-15,4 0 0 0,-4 0 8 16,4 3 92-16,-3 0-92 16,-1 0 88-16,1 0-56 0,-1 3-36 15,0 1 84-15,0 2-16 0,0 1 12 0,1-1 52 16,-5 7-52-16,0-4-88 15,-3 8-48-15,-6-5 44 0,6 4 4 0,-9 0 52 16,0 0-52-16,-3 0-4 0,3 3 4 16,-3-3 60-16,-5 3-44 15,4-3 44-15,4 3 24 0,-4 1-84 0,1-2-48 0,-5 5-28 16,4-4 64-16,-3 2-48 16,-1 0 60-16,-3 1 0 0,-5 3 4 0,-4 0 76 15,1 1-76-15,-1 0-4 0,-8-1 8 16,5 1-4-16,-5 2 96 0,5-2 28 15,-1 2-40-15,-4-2-88 0,5 2 56 0,4-2-48 16,-6 3 48-16,6-1 24 0,-5-2-76 16,1-1-8-1,3 1-104-15,-4-1 96 0,5 0-40 0,-5 1 40 16,5-3-84-16,-5 1 92 0,1 3 4 16,-1-6 0-16,0 9 76 0,-3-6 0 15,-1 5-4-15,-3 3-72 0,-5 0 0 0,1 1-4 16,-1-3-8-16,0 5 8 15,1-2 4-15,-1-2-4 0,5 4-108 0,-1 0-64 16,1 0 60-16,6 0 44 0,-2 0 72 0,4 0-52 16,-1 0-12-16,0 0-28 0,4 0 92 15,-3-3 4-15,7 0 84 0,-3-3-24 16,-1 2 60-16,5-2-112 0,3 0 48 16,0-1 44-16,4-2-92 0,1 3 76 15,7-1-28-15,1-2-60 0,2-1 0 0,6 1-148 16,-1-4 136-16,5-1-92 15,3 0 4-15,-4 1 36 0,8-4 56 16,0 2 8-16,1-1 76 0,-1-3-24 16,4 3-48-16,0 0 0 0,1-3 108 0,-1 0-48 15,0 0-12-15,4 0-52 16,0 0 0-16,1 0-72 0,-5-4-4 0,4 4-24 16,0-3-64-16,-4-3-76 0,5 3-52 15,-5 0 64-15,0-5 140 0,1 6 88 0,-2-2 64 16,1 1-60-16,-4 4 108 0,5-2-40 15,-5 1-72-15,0-3 0 0,0 2 60 16,5 2-60-16,-5-4-4 0,4 0 0 0,0-3-48 16,1 0 52-16,3-5 0 15,4-1-112-15,0-1-64 0,0 0-144 0,5-3 80 16,-2 3-104-16,2-3-12 16,-1 1 228-16,5 2 124 0,-6 4 0 15,-2-1 0-15,3 0-48 0,-4 1 52 16,0 2 4-16,-4 1 48 0,5-1-4 15,-6 1-48-15,2-1-72 0,-1 0 24 16,-4 5-44-16,4-5 28 0,-4 1 56 16,5 3 0-16,-5-4-44 0,0 5 44 0,1-2-4 15,-1-2 0-15,-4 5-4 0,0-2 16 0,1 3 52 16,-1 3-44 0,-4 0 56-16,0 1-60 0,0 2 100 0,-3 0-60 15,3 4-36-15,0 0-16 0,-4-2 8 16,1 3 0-16,3 1 24 0,0 0 28 0,0 2 0 15,-4 1 12-15,5-3-64 16,-1 7 48-16,0-3-48 0,4 0-44 0,0-1 44 16,1 2 88-16,3-5-76 0,-4 4-12 15,9-3 12-15,-5 3-12 0,3-4-48 16,2 1 32-16,-1-1 16 0,1-2-12 0,-2 3 12 16,6-4 12-16,-2 1 80 0,2-1-4 15,-1 0 0-15,0 1-72 0,5 0-16 16,-6-1-8-16,6 1-92 0,-5 0 96 15,4-4 4-15,4 2 0 0,0-1-8 0,1-1 8 16,3 1-76-16,4-1 76 0,-4-3 64 16,4 0-60-16,4 3 56 15,-4-5-56-15,4 1 4 0,-3-1 92 16,7 2-88-16,-5-3 104 16,1 2-40-16,5 3-24 0,-1-3 36 0,4 1 16 0,0 0-16 15,-1 0-64-15,10-3-24 0,-5 0-128 16,4-1 28-16,0-1-16 0,4-2 68 0,-4 2-16 15,8-2-24-15,-4-2 88 16,4-1 16-16,0 1 84 16,0 0-36-16,4-4-64 0,-4-3 8 0,4 5-8 15,0-3 0-15,-4 2 76 0,0-1-64 16,0-2 92-16,0-1-100 0,0 1 0 0,0-2 4 16,4 1 4-16,-4-3-12 0,4 0 0 15,4 1-4-15,-4-4 0 0,0-1 4 16,0 2 8-16,0-5-8 0,0 0-12 0,-4 2 0 15,0-5 4-15,0 4 8 16,0-3 40-16,0-1-32 0,-4 3-8 16,0 1 0-16,-4 0 116 0,4 0-108 15,0-1 56-15,-4 1-64 0,8 0 0 16,-4 0-8-16,0-1-56 0,0 2-64 16,0-2 40-16,0 4 0 0,1-3 88 0,-6 2 8 0,1 1 80 15,1 4-76-15,-1-2 80 0,-5 2-80 16,2-1 116-16,-2 3-76 0,2-3-52 15,-1 3-4-15,-1 0-44 0,-2 1-120 16,2-1 104-16,-6 3 64 16,7-3 4-16,-8 4 8 15,4-1 88-15,0 4-88 0,0-3-12 0,1 3 4 16,-6-1-12-16,5 0 8 0,1 1 0 0,-2 2 0 16,2 5 0-16,2-1-100 15,2 0 84-15,-1 0-148 0,-1 0 164 0,6 2 0 16,-5-5 8-16,3 3-16 0,2 0 8 0,-5 0-4 15,0 0 4-15,4 0 24 0,-4 3-20 16,0-3 60-16,-4 7-64 0,4-4 4 16,-4 0 84-16,5 4-76 0,-9 2 12 0,3 3-16 15,2 3-16-15,-6 4-60 16,2 0-60-16,-1 0 128 0,0 0 0 16,-5 0-8-16,2 0 8 0,-1 0 52 15,0 0 0-15,0 0 12 0,1 0 112 16,-1 0 64-16,0 0-72 0,-1 0-92 15,-3 0-76-15,5 0-48 0,-9 0 36 0,1 0-52 16,-2 0-12-16,-3 0 24 0,-3 0 4 16,-1 0-56-16,-1 0 104 0,-6 0-4 15,3 0 0-15,-3 0 0 16,-2 0 0-16,-2 4-60 0,-1 3 64 0,4-1 140 16,-3 0-132-16,-5-3 56 0,4 0-12 15,-4 1 24-15,1-1-76 0,-5 0-36 16,0 0 32-16,-4 1 4 0,1-1-48 0,-1-1 48 15,-1 1 0-15,2 1-36 0,-5 3 36 16,4-1 0-16,1-3-4 0,-5 2 0 16,1 2 8-16,-2 0-4 0,2-1 0 15,-5 1 8-15,5-1 36 0,-6 0-44 0,6 1-52 16,-5-1 48 0,5 0 4-16,-6 1-24 0,6-4 24 0,-1 3-16 15,5 1 4-15,-5 0-76 0,8-2 36 16,-3 4-12-16,3-4 64 0,0 1 0 15,4-3 132-15,0 0-128 0,0-1 0 16,1 2 4-16,3-1 40 0,0-3-44 16,0 4 72-16,4-1-68 0,0-3 96 0,1 0-56 0,7 0-96 15,-4 0 48-15,4 0-88 0,-4 0-16 16,5 0 60-16,-5 3 44 0,4-3 0 16,0 4 48-16,0-4 44 15,1 0-80-15,2 0 52 0,2 0 28 0,-1 0-88 0,4 2-4 16,0-2-16-16,-4 3 4 15,5 0-120-15,-1 1 128 0,0-4-56 16,0 7-28-16,-5-7-16 16,6 2 92-16,-5 2 12 0,4-1 4 15,-4-1 0-15,1 1 8 0,-5-3 40 0,3 4 24 16,-6-1 0-16,0-3-72 0,-6 4 0 16,1-1 44-16,-3 0-48 0,3 0-68 15,0 0-32-15,-4 4-56 0,4-1 44 0,-3 0-28 16,3 1 64-16,-3-1-40 0,-2 0 104 15,5 1 12-15,-3-4 56 0,3 3 12 16,4-3-60-16,0 0 32 0,1 0 176 0,3-3-48 16,3 4-168-16,2-4-4 15,-1 3-88-15,4-3 4 0,0 0-76 0,-3 3 36 16,3-3 72-16,0 3 56 0,0-3 128 16,4 3-40-16,-4-3-88 0,4 0 116 0,4 0 0 15,0 0-68-15,1 0 4 16,3 0-52-16,-1 0 64 0,6 0 48 15,2-3-36-15,2 3-64 0,-1-3-12 0,0 3 8 16,4-3 60-16,0 3-68 16,0 0 0-16,4 0 28 0,-4 0-20 0,4 0-8 15,-4 0-8-15,0 0 0 0,4 0 8 16,-4 0 4-16,0 3 72 0,0 0-76 16,4-3 4-16,0 3-8 0,0 1-56 15,0 3-144-15,0-2-48 0,1 4 172 16,3 4 72-16,-4 0-36 0,4-1 44 0,-5 5 44 15,5-2 20-15,-4 5-4 0,0-1 20 16,0 3 20-16,0 0 0 16,1 0-100-16,-1 3-112 0,0 1 112 15,4 3 12-15,-5 6-12 0,5 0-80 16,0 3 68-16,0-1-4 0,0 1 4 0,0 1-64 16,0-1 72-16,5-3 4 0,-5 1 0 15,0-3-4-15,0 0 4 0,0 2 8 16,0-3 80-16,-9 3-72 0,5-3 96 15,-3-1-112-15,3-3-52 0,0 1 52 16,4 3 8-16,-5 3-8 0,-3-1 88 16,4-2-84-16,1 4-4 0,-1-1-12 0,0-4 12 15,4 4 0-15,-4-4 12 0,4 5-8 16,0-4 36-16,0 5-40 0,0-2-8 0,0 0 8 16,-5 1 52-16,5-3 24 0,0 0-32 15,-4-5-36-15,4 1-4 0,0 0 44 0,-4-6 28 16,4 4-68-1,0-2 84-15,0-2-16 0,0 2-4 16,0 4-64-16,0-4-4 0,0 1 120 16,0-1-120-16,0 0 72 0,0 1 0 0,-3 0-76 15,3-4 0-15,0 3-4 16,-4-3 0-16,4 0 4 0,0 5 24 0,0-6-24 16,0 5-4-16,0-4-84 0,4 3 36 15,-1 0 4-15,5-2 48 0,-8 5 8 16,5-3 132-16,-1 5-16 0,-4-3 4 0,0-2-80 15,4-5-44-15,-4 2 100 0,4-6-104 16,-1 0-4-16,1 3 4 16,0 0-4-16,0 4 4 0,1 2 0 0,-1 4 164 0,0-1-64 15,-1 1-100-15,1-4-28 16,0 0 28-16,0-2 52 0,1-5-44 16,-1 1-8-16,0-2 8 0,-4-4 0 0,3-1-4 15,1 1 60-15,-4-7-4 16,4 1-52-16,-4-4 4 0,0 0 52 15,0 0-52-15,0 0-8 0,0-3-4 0,4 3 64 16,-4 4-52-16,0-4-4 16,4 0-8-16,-4 3 0 0,0-6 0 0,0 3 4 0,0-3 0 15,0 4 48-15,0-4 40 16,0 0 20-16,0 0 24 0,0 0 16 16,0 0-4-16,0 0-12 0,0 0 4 0,0 0-56 15,0 0-68-15,0 0-16 16,0 0-12-16,0 0-72 0,0 0-28 0,0 0-40 15,0-4-60-15,0 1-36 0,0 0-232 16,0-3-112-16,0 0-432 0,-4-4-744 16,0 4-2205-16,-11-4-4562 0,38 58 8534 0</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38:52.487"/>
    </inkml:context>
    <inkml:brush xml:id="br0">
      <inkml:brushProperty name="width" value="0.05292" units="cm"/>
      <inkml:brushProperty name="height" value="0.05292" units="cm"/>
      <inkml:brushProperty name="color" value="#FF0000"/>
    </inkml:brush>
  </inkml:definitions>
  <inkml:trace contextRef="#ctx0" brushRef="#br0">11084 11687 652 0,'0'0'6844'15,"0"0"-5508"-15,0 0-508 0,0 0-140 0,0 0 317 16,0-73 571-16,0 63 0 0,4 3-404 15,-4 2-88-15,0 5-140 0,4 0-352 16,0 5-232-16,4 6 68 0,4 11 52 16,-1 3-76-16,2 13 0 0,-5 6-100 0,-1 11-72 15,-3 4 36-15,0 9-112 0,-4 2-32 16,0 3-56-16,-4-1-68 0,-4 5-72 16,1-4 12-16,-1-4-28 0,3-6-116 15,-3-8 56-15,5-7-96 16,3-14-96-16,0-15-64 0,0-5-88 15,3-11-256-15,5-3-464 0,-3-6-816 0,3-8-252 16,-1 2-365-16,1-17-2107 0</inkml:trace>
  <inkml:trace contextRef="#ctx0" brushRef="#br0" timeOffset="165.047">11255 12132 10596 0,'0'0'1453'0,"0"0"-941"16,0 0 156-16,0 0 488 0,0 0 144 15,84 47-220-15,-64-35-372 0,-1-1-224 0,5 1-260 16,-3-5-216-16,3-5-16 0,-1-2-44 16,5 0-332-16,0-7-272 0,0-5-120 15,0-3-120-15,0-2-796 0,-4-2-1141 0,-5 5-3147 16,-2-10 1069-16</inkml:trace>
  <inkml:trace contextRef="#ctx0" brushRef="#br0" timeOffset="366.494">11677 11776 6460 0,'0'0'1768'0,"0"0"536"0,0 0-1363 0,0 0-365 0,-15 67 360 15,11-39 628-15,-1 7-328 0,1 3-384 0,4 1-176 16,0 1-156-16,0 5 48 16,0-4-212-16,0 3-200 0,0-2-156 0,0 0-124 15,4-1-72-15,-4-7-236 0,5-2-236 16,-5-7-276-16,8-5-708 0,-4-7-1380 15,3-4-2513-15,1-6-7 16,5-3 4785-16</inkml:trace>
  <inkml:trace contextRef="#ctx0" brushRef="#br0" timeOffset="628.501">11956 12411 5716 0,'0'0'1236'0,"0"0"1952"15,0 0-2247-15,0 0-657 0,0 0 0 0,45 67 472 16,-38-67 124-16,5 0-268 0,0-10-232 15,4-2-200-15,0-11-104 0,0 1-76 16,0-3-332-16,0-4-24 0,-4 4 116 16,0 2 164-16,-5 4 76 0,-7 7 116 0,0 2 176 15,0 4 48-15,-11 2 4 16,-1 2 96-16,-4 2-112 0,-4 0-140 16,0 0 76-16,4 0 0 0,0 2-20 15,0 5-160-15,4-4-84 0,0 3-88 0,0-2-56 16,5 2-92-16,-2-3-144 15,5 3-424-15,0 1-376 0,0-1-724 16,4 0-2385-16,0 1-1831 0,0-7 4852 0</inkml:trace>
  <inkml:trace contextRef="#ctx0" brushRef="#br0" timeOffset="944.058">12594 11976 7264 0,'0'0'5857'15,"0"0"-4561"-15,0 0-980 0,0 0-264 0,0 0 768 16,0 0 644-16,92-4-420 0,-64 4-464 0,3 0-296 16,1-3-40-16,-4 0-172 0,4 3-72 15,-8-6-80-15,3 6-68 0,-6-7-404 0,-1 7-416 16,-5-3-456 0,-6 3-1432-16,-5 0-3073 0,-4 3-1367 0</inkml:trace>
  <inkml:trace contextRef="#ctx0" brushRef="#br0" timeOffset="1108.811">12682 12172 5944 0,'0'0'6669'0,"0"0"-5457"15,0 0-956-15,0 0-156 0,0 0 784 16,0 0 576-16,0 0-452 0,0 0-560 16,84 39-252-16,-57-39-136 0,1 0-60 15,4-7-420-15,3 0-312 0,2 1-120 16,-5-2-684-16,-4 1-2313 0,7-3-4139 15</inkml:trace>
  <inkml:trace contextRef="#ctx0" brushRef="#br0" timeOffset="2330.439">13657 12139 6216 0,'0'0'5229'16,"0"0"-4677"-16,0 0-308 0,0 0 40 0,0 0 276 15,0 0 268-15,88-36-256 16,-68 20-320-16,1-3-200 0,-2-3-52 0,1 2-44 15,0-2-80-15,-4 1-28 0,-5-2-28 16,6 4 44-16,-9 0-120 0,-1 3 248 0,-2 0-44 16,-5 7 52-16,0-1-24 0,-9 4 32 15,2-1-16-15,-5 4-148 0,-4-1 156 0,4 4 128 16,-8 0-16-16,4 7-8 16,-4 3-44-16,0 3-48 0,4 6-8 15,-4 0 96-15,1 9 40 0,-1 1-52 16,3 3 76-16,2-1-48 0,-2 4-56 15,6 3 80-15,3-6-24 0,-1 3 72 16,9-6 52-16,0 0 84 0,0-8 156 0,5-1-28 16,3-5-104-16,4-2-48 0,0-4-116 15,0-5-72-15,-1 2-112 0,2-6-36 16,2 0-52-16,-2 0-220 0,2-3-80 0,-2-7-280 16,-2 1-236-16,1-4-488 15,0 1-832-15,-4-1-1685 0,-4 0-2319 0,0-6 5876 16</inkml:trace>
  <inkml:trace contextRef="#ctx0" brushRef="#br0" timeOffset="2783.095">13462 11674 680 0,'0'0'1680'0,"0"0"3564"16,0 0-4400-16,0 0-184 16,0 0 92-16,0 0 192 0,0 0 341 0,0 0-353 15,0 0-320-15,0 73-332 16,-11-42-124-16,-2 7-68 0,-6 1 24 0,3 2 4 16,0-3-92-16,-4-3-20 0,8-3-8 15,4-7 8-15,0-5 36 0,4-4-40 16,4-7-96-16,-4 1 84 0,4-4-64 15,0 0-24-15,0 1 24 0,4-4-64 0,0 3 140 16,4-3 104-16,4 4-16 0,-4 2-88 16,3 2 0-16,2 0 44 0,2 8-40 0,-2 1 144 15,-1 5 168-15,-1-2 28 0,2 5-80 16,-6-3 100-16,1 0-24 0,-3 4 64 16,-1-4-204-16,-4 1-128 15,0 0-8-15,0-1 24 0,0 3-40 16,-9-2-44-16,1 2-4 0,1-3 4 0,-1 1-8 15,3-3 0-15,-3-4-96 0,8-7-96 16,-3-2-224-16,3-4-144 0,0-3-280 16,3-3-248-16,5-3-284 0,1-13-1165 0,6-9-2931 15,-6 6 2588-15,10-31 1529 0</inkml:trace>
  <inkml:trace contextRef="#ctx0" brushRef="#br0" timeOffset="3195.863">14331 11637 7280 0,'0'0'6185'0,"0"0"-4801"16,0 0-1384-16,0 0 100 0,0 0 304 0,0 0 628 16,0 0-72-16,0 0-724 0,0 0-40 15,0 0-132-15,20 41-60 16,-20-23-4-16,0 5-12 0,0 5-88 15,-8 1-212-15,0 6 4 16,-8 3 184-16,5 0-4 0,-10 3 80 0,5 0 40 16,0-2 0-16,4-1-4 0,4-6-52 0,0-4-12 0,5-6-48 15,3 0-36-15,0-6-72 16,0 1-68-16,7-3 24 0,1 0 24 16,1 2 140-16,2-4 112 0,6 7 0 0,-6-3 48 15,10 0 4-15,-6 3 24 16,1-3-64-16,0 0 88 15,-5 0-88-15,2-4 76 0,-1 5 188 0,-4-1 120 0,-4-2-60 16,0 6 0-16,0-4 0 0,-4 3 24 16,0-3 0-16,0 3-16 0,-4-3-108 15,-4 1-236-15,3-3-12 0,-6 5-136 16,-1-5-76-16,0 2-108 16,0-4-440-16,-4 1-704 0,4-4-1688 0,-8 4-4529 0</inkml:trace>
  <inkml:trace contextRef="#ctx0" brushRef="#br0" timeOffset="6784.423">16375 14097 7220 0,'0'0'2876'0,"0"0"-1031"15,0 0-721-15,0 0-28 0,0 0 180 16,0 0-72-16,0 0-196 0,0 0-264 0,0 0-276 16,0 0-124-16,-12 3-36 0,12-3-64 0,0 0-72 15,8 0-40-15,4 3 128 16,3-3-68-16,6 0 52 0,3 0-96 0,-4 0-76 16,7 0-24-16,-3-3-40 0,4-3-4 15,4-1-4-15,0 1-4 0,4-4-4 16,-5 1-40-16,6-4 0 0,-1 4-12 15,-4-1 52-15,-1-2-56 0,-3 5-32 16,-3 1 24-16,-6 3-4 0,1-1-8 0,-4 4 24 16,-4 0 0-16,0 0-28 15,-5 0 16-15,-3 7 12 0,1-4-4 16,-1 3 60-16,0 3-8 0,-4 1 0 0,0 3-40 0,0 3 52 16,0-1 12-1,0 8 44-15,0 2-56 0,0 3-8 0,0 8 0 16,0 5-4-16,0 6 8 0,0 4 0 15,0 7 4-15,0-1-4 0,-4 0 8 16,0 1-8-16,4-5 8 0,0-2 36 16,0-6-32-16,0-5 56 0,0-4 32 15,0-5 28-15,0-2-112 0,4 0 60 0,0-8-24 16,0 5 0-16,0-7-48 0,-4 1 0 16,3-6 0-16,-3 0 0 0,4-4-8 15,-4-1-4-15,0-6 8 0,0 3-44 0,0-2 40 16,0-4 0-16,0 3 0 0,0-3-40 15,0 0-220-15,0 0-308 0,0-3 12 16,-4-4-116-16,-3 1-460 16,-5-8-500-16,0 2-1432 0,-8-4-2661 0</inkml:trace>
  <inkml:trace contextRef="#ctx0" brushRef="#br0" timeOffset="6968.694">16555 14789 8444 0,'0'0'4809'0,"0"0"-3841"0,0 0-652 16,0 0-304-16,0 0 404 0,0 0 944 15,0 0-164-15,75-19-352 0,-43 9-452 16,0-3-232-16,0 5-160 0,-1-6-52 0,1 5-36 16,-4 0-132-16,-4 2-424 0,0 0-412 15,-8 4-612 1,-4 3-1232-16,-4 0-2561 0,-4 7-767 0</inkml:trace>
  <inkml:trace contextRef="#ctx0" brushRef="#br0" timeOffset="7152.294">16574 15052 7444 0,'0'0'3973'16,"0"0"-2473"-16,0 0-724 0,0 0-408 15,0 0 496-15,0 0 460 0,0 0-440 0,0 0 84 16,0 0-280-16,80 16-256 0,-44-25-148 15,3-1-152-15,-3-2-64 0,1-1-68 16,-2 0-124-16,-3-2-320 0,4-2-428 16,0 1-256-16,-1-3-324 0,-7 7-1760 0,8-7-4269 15</inkml:trace>
  <inkml:trace contextRef="#ctx0" brushRef="#br0" timeOffset="8056.963">18188 14490 2712 0,'0'0'496'0,"0"0"196"0,0 0 3728 16,0 0-3268-16,-36-66-648 0,28 53 168 16,-4 4 293-16,5 2 163 0,-6 1-32 0,1 6-284 15,0 0-204-15,4 0-68 16,-3 0-228-16,-2 13-20 0,2-1-28 16,3 10 32-16,-1 10 40 0,5 3 64 0,0 6 104 15,4 6-72-15,-3 2-84 16,3-2-116-16,0-2-84 0,0-5-40 0,0-10-44 15,3-8-16-15,1-6-44 0,5-10-4 16,-1-6-196-16,3 0 148 0,10-9-88 16,-2-10-136-16,1-8-196 0,0-4-60 0,0-4-216 15,-4 0 256-15,-1 4 24 0,2 2 124 16,-9 1 140-16,4 9 136 0,-4 6 52 16,0 3-52-16,-5 3 64 0,1 7 52 15,5 0 324-15,-5 5 152 0,4 3 36 0,-1 9-96 16,2 2-32-1,-1 3-116-15,-1 3-12 0,-3-2-48 16,4-2-64-16,1 0-84 0,-5-3-112 0,-1-6-60 16,1-5-148-16,0-4-284 0,0 1-40 15,5-4-36-15,-5-4-244 0,3-3-736 16,-3-8-956-16,4-1-2033 0,-3 4-1891 0,-2-15 5800 16</inkml:trace>
  <inkml:trace contextRef="#ctx0" brushRef="#br0" timeOffset="8410.079">18430 14487 7092 0,'0'0'2776'0,"0"0"-1187"16,0 0-233-16,0 0 236 0,13 83 44 0,-9-58-432 16,-4-6-424-16,4 3-324 0,-4-3-280 0,0-2-88 15,0-2-88-15,4-5-4 0,-4 2-56 16,0-5-52-16,3-5-12 0,-3-2-24 15,4 0-136-15,1 0-24 0,7-9 144 0,-5-3-144 16,6-4 84-16,-1-3-52 0,4-3 28 16,-4 0 12-16,3 2 92 0,1 5 44 15,1-2 12-15,-6 11 0 0,5-1 88 0,0 5 324 16,0 2 316-16,0 0-268 16,-1 7-36-16,-2 1-148 0,-1 5 32 0,0-1-8 15,0 8-16-15,-1-1-36 16,-2-3-36-16,-1 6-24 15,-4-3-88-15,3 1-12 0,-3-2 0 0,1-2-88 16,-5 1-232-16,4-5-272 0,0 4-180 0,0-6-232 16,-1-4-380-16,1 0-948 15,4-6-1977-15,-3 0-1815 0,3 0 4337 0</inkml:trace>
  <inkml:trace contextRef="#ctx0" brushRef="#br0" timeOffset="9468.54">19411 14627 7884 0,'0'0'2180'0,"0"0"-763"0,0 0-249 16,0 0 68-16,0 0-108 0,0 0-160 0,0 0-276 16,52 63-256-1,-32-63-76-15,3 0 36 0,1-6-48 0,1-6-28 16,-1-5-136-16,0-2-84 0,-1-3-100 15,-3-3-132-15,0 0-204 0,-4 0-108 16,-5 2 0-16,2 0-56 0,-5 4 116 16,-4 4-8-16,-4-1 152 0,0 6-8 0,0 4 44 15,-4 0 80-15,-8 6-28 0,-4-3-12 16,4 3 164-16,-8 3 0 0,5 3 8 16,-2 7 408-16,2 2-288 0,-2 4 96 0,2 7 16 15,2 2 88-15,2 4 36 0,-2 3 32 16,2 0-96-16,3 0-52 0,4 4-64 15,-5-4-24-15,9-4-12 0,0-5-12 0,0-4-36 16,5-7-96-16,3-2-4 16,0-4-4-16,-1-2-96 0,10-7 36 15,-6 0 56-15,10-7-144 0,-1-5-196 0,-5-4-296 16,6-9-104-16,-2 0-236 16,1-8-596-16,-5-2-684 0,2 3-709 0,3-5-1871 0,-8 8 1121 15</inkml:trace>
  <inkml:trace contextRef="#ctx0" brushRef="#br0" timeOffset="9730.579">19949 13932 1968 0,'0'0'1164'0,"0"0"4172"15,0 0-3780-15,0 0-756 0,0 0-323 0,0 0 255 16,0 0 268-16,0 0-84 15,0 0-244-15,-12 79-168 0,15-47-88 0,6 6-104 16,-1 6 56-16,0 3-16 0,-5 11-104 16,6 2 76-16,-5 3-76 0,-4 5-144 15,0-5-104-15,0-3-8 0,0-2-116 16,0-5 36-16,0-8-36 0,4-4 36 0,-4-10-224 16,8-7-184-16,-5-6-112 0,6-8-184 15,-1-4-196-15,3-6-160 0,2-6-612 0,2-10-801 16,2-6-2539-16,-6 2 3548 0,10-14-195 15</inkml:trace>
  <inkml:trace contextRef="#ctx0" brushRef="#br0" timeOffset="10301.783">20451 14052 144 0,'0'0'1028'0,"0"0"7528"16,0 0-7075-16,0 0-977 0,0 0-196 0,0 0 356 16,0 0 548-16,0 80-224 0,0-40-256 15,0 9-100-15,4 1 16 0,3 7-40 16,-2 1-124-16,-1 2-164 0,-4 1-96 0,4-4-64 16,-4-3-24-16,0-7-128 0,4-8 4 15,0-14 84-15,3-7-20 0,2-7-16 16,-5-3-60-16,4-4-64 0,-1-4-12 15,2 0-84-15,-1-6-84 16,3-4-64-16,-3-5-200 0,-3-6-264 16,-1 3-292-16,-4-5-540 0,0 5-652 0,-4-1-841 15,-12 0-1471-15,0 0 1112 0,-4 0 3000 16,0 2 272-16,-12-2-79 0</inkml:trace>
  <inkml:trace contextRef="#ctx0" brushRef="#br0" timeOffset="10454.849">20335 14487 1436 0,'0'0'1068'0,"0"0"-468"0,0 0 4852 0,0 0-4068 0,0 0-516 16,0 0-175-16,0 0 579 0,0 0 192 15,0 0-188-15,0 0-196 0,0 13-148 16,20-10-128-16,5-3-52 0,3 0-152 16,-5-3-220-16,8-7-120 0,-3 1-140 15,0-4-120-15,-3-3-48 0,3 4-184 16,-4-4-404-16,4 3-236 0,-5-3-368 16,5 4-1052-16,-4-1-2629 0,-4 3-3387 15,3 3 6964-15</inkml:trace>
  <inkml:trace contextRef="#ctx0" brushRef="#br0" timeOffset="11168.249">21678 14449 2740 0,'0'0'1396'16,"0"0"1612"-16,0 0-1772 0,-24-66-252 0,20 49 76 16,-3 4 113-16,3 7 71 15,-1 0-164-15,1 4-116 0,-4 2-256 0,1 0-196 0,-1 0 80 16,-5 2-56-16,2 10-252 16,-2 7-96-16,2 4-28 0,3 6 52 15,-1 2-4-15,1 4-48 0,1 0-96 0,7-7-64 16,-4-2-88-16,4-10-60 0,0-9-172 0,4-4-164 15,3-3 160-15,6-3 188 16,2-8-76-16,2-3-52 0,-2-5 4 16,2-4 28-16,-2 4 84 0,-7 3-116 15,4 3 76-15,-4 7-64 0,0 6 12 16,4 0 240-16,0 12 332 0,1 11 96 16,-2 2-52-16,1 11-20 0,4 1-72 0,-4 1 4 15,0 3-128-15,-4 5-8 0,0-6 56 16,-1 5-32-16,2-1 84 0,-9 4 12 15,0-1 48-15,0 4 112 0,-13 0 56 16,6 0-8-16,-10-6-164 0,6-4-84 16,-5-6-60-16,4-4-76 0,0-6-92 15,5-6-4-15,-2-2-48 0,1-5 40 0,8-5 8 16,-4-4 60-16,-3-3 52 16,3 0-112-16,-9-3-48 0,-2-8-136 0,-2 0-24 15,2-8 60-15,-2-4-20 0,10-6 32 16,-6 4 28-16,5 0-16 0,8 3 12 15,0 2 4-15,0 1 8 0,0 4 28 0,0-2-40 16,8 5-156-16,5-1-52 0,-6-2-88 16,10 2-200-16,2 0-384 0,1-3-504 15,5 0-584-15,3-2-697 0,-2-1-2539 0,-5 3 313 16</inkml:trace>
  <inkml:trace contextRef="#ctx0" brushRef="#br0" timeOffset="11591.164">22515 14132 40 0,'0'0'508'15,"0"0"1528"-15,0 0 4448 16,0 0-4948-16,-96 76-607 0,72-44-45 0,0 5 280 0,5 4 192 15,6 5-152-15,2 1-336 16,3 4-336-16,8-1-172 0,0-2-76 0,0-3-36 16,8-7-76-16,3-7 0 0,6-8-36 15,-2-6-48-15,5-9-88 0,-3-5-108 16,6-3-28-16,-3-7-120 0,4-7-104 16,-5-6-284-16,2-2-376 0,-5 0-392 0,-4 0-900 15,-8 2-2489-15,-1 5-1947 16,-3-2 5664-16</inkml:trace>
  <inkml:trace contextRef="#ctx0" brushRef="#br0" timeOffset="11736.309">22376 14474 2548 0,'0'0'1252'0,"0"0"4776"0,0 0-4219 16,0 0-453-16,0 0 80 0,0 0 64 0,0 0-284 16,83 35-372-16,-59-35-340 0,8 0-232 15,-4-2-136-15,4-12-136 0,3 2-84 16,-3-4-412-16,9-3-184 0,-2 0-164 15,-11 3-1180-15,16-4-4025 0</inkml:trace>
  <inkml:trace contextRef="#ctx0" brushRef="#br0" timeOffset="12384.173">23742 14065 2404 0,'0'0'104'0,"0"0"3836"0,0 0-1020 15,0 0-1368-15,-8-76-395 0,0 64-57 16,0 5 4-16,0 1 60 0,1 0-424 16,-6 6-372-16,1 0 4 0,-4 2-72 15,-3 10-88-15,-2 7-64 16,1 11 24-16,-3 8 28 0,3 6 44 15,-1 13 128-15,2 4 60 0,-1 5-200 0,5 7-120 16,2 0-28-16,1-3 76 16,4-3 0-16,4-7 60 0,4-6 0 0,0-6-24 15,0-14-12-15,12-4-64 0,0-12 28 16,1-8-64-16,6-4-76 0,1-6-8 0,4 0-12 16,-1-6-100-16,1-10-68 0,1-3-112 15,-5-6 8-15,-1 0-68 0,1-5-92 16,-8 2-208-16,-4-1-200 15,0 1-268-15,-4 6-424 0,-4-3-464 0,-4 6-469 16,-8 0-1759-16,0 2-128 0,1 2 3856 16,-2 5-404-16,-2 3 520 0</inkml:trace>
  <inkml:trace contextRef="#ctx0" brushRef="#br0" timeOffset="12649.39">23598 14481 1512 0,'0'0'744'0,"0"0"-364"0,0 0 6284 0,0 0-4703 0,0 0-677 16,0 0 120-16,0 0-204 0,0 0 36 0,0 0-388 15,0 0-340 1,84 37-160-16,-60-37-116 0,1-2-44 0,-6-7-188 15,5-5-40-15,0 2-216 0,-5-1-168 16,-2 0-44-16,-2 1-56 0,-2 2-52 0,-6 4-16 16,-3 3 12-16,0 0 76 15,-4 3 148-15,0 0 244 0,0 0 112 0,0 3 252 16,-8 6-88-16,1 4 140 0,3 6 176 16,-5 3-4-16,5 3 32 0,4 4-8 0,0 2-92 15,0 2-160-15,4 2 100 16,5-7-76-16,-1 1-176 0,-1-4-96 15,6-6-48-15,-2-6-460 16,1-1-164-16,8-6-184 0,1-1-464 0,-2-5-1752 16,1 0-5789-16,8-7 7933 0</inkml:trace>
  <inkml:trace contextRef="#ctx0" brushRef="#br0" timeOffset="13128.238">25439 14077 9472 0,'0'0'4965'0,"0"0"-3833"16,0 0-1132-16,0 0-428 15,0 0 428-15,0 0 100 0,0 0 356 16,-56 89-144-16,41-64-236 0,-2 5 116 0,6-5 68 16,-2 0-8-16,2-2-52 0,7-1-128 15,4-3-72-15,0-1 0 0,0-1 0 0,12 2 4 16,4-3 60-16,-1 0-56 0,2-1 92 15,2 1-24-15,1-3 8 0,1-1 92 16,-6 1-28-16,1 0 64 0,-4-4 44 16,-4 4 4-16,0 1-24 15,-4-2 60-15,-4 1 108 0,0 2-36 0,0 1-136 16,-7 0-136-16,-6 0-8 0,1 0-88 16,-8 3-132-16,5-4-100 0,-6-2-72 15,1-3-52-15,5-3-88 0,2-5-160 0,2-2-164 16,3 0-168-16,4-9-676 0,0-4-552 15,4-6-1685-15,0 0-1463 0,4 0 4204 16,11-3-612-16</inkml:trace>
  <inkml:trace contextRef="#ctx0" brushRef="#br0" timeOffset="13511.354">25798 14307 9768 0,'0'0'1537'15,"0"0"-817"-15,0 0 444 0,0 0 412 0,0 0-196 16,0 0-412-16,-40 70-384 16,36-45-152-16,0 0 36 0,0 0-84 0,4 0-140 15,0 1-120-15,0-1-120 0,0-6-4 16,8-2-12-16,1-9 0 0,-2-1-112 16,1-3-60-16,4-4-160 0,4-6 108 0,-1-7 64 15,6-7-260-15,-1-2-212 16,-1-3-132-16,1-1-4 0,-3-2 64 0,2 3 32 15,-6 2 200-15,2 0 152 0,-7 2 104 16,1 2 76-16,-6 3 152 0,1 7 176 16,0-1 220-16,-4 7 176 0,0 3 100 0,0 0-4 15,4 6-156-15,-4 3-44 0,4 10 56 16,0 4 12-16,-4 3 144 0,5 2 32 16,-5 0-60-16,0 1-188 0,3-4-192 15,-3-3-272-15,0 1 0 0,4-8-196 16,-4-2-232-16,4-7-336 0,4 0-244 0,0-6-124 15,4 0-828-15,0-6-2261 0,0-2-2811 16,8-11 3836-16</inkml:trace>
  <inkml:trace contextRef="#ctx0" brushRef="#br0" timeOffset="13712.936">26368 14325 4924 0,'0'0'6597'0,"0"0"-3637"0,0 0-1952 0,0 0-404 0,-68 77 596 15,48-49 336-15,0 7-224 16,4-3-520-16,1 3-340 0,2-3-124 0,9-7-75 16,4-3-153-16,0-6-100 0,8-3-92 15,4-4-77-15,8-3-63 0,4-6-24 0,4-6 64 16,4-7-212-16,0-9-96 0,-1-3-76 16,1-11-296-16,-4-1-476 0,0-2-716 15,-4-2-692-15,0 0-1533 0,-8 10-1743 16</inkml:trace>
  <inkml:trace contextRef="#ctx0" brushRef="#br0" timeOffset="14039.443">26631 13779 3100 0,'0'0'468'0,"0"0"4240"0,0 0-3012 16,0 0-83-16,0 0-117 0,0 0-108 16,0 0 72-16,0 0-380 0,19 89-112 0,-15-48 56 15,1 3-68-15,-1 1-116 0,0 3-280 16,-4 3-292-16,0-1-260 0,0-2-8 15,-4 3-60-15,-5-3-48 0,1-3-100 0,4-7-36 16,1-7 0-16,3-6 148 0,0-9 12 16,0-6-124-16,0-7-172 0,0-3-160 0,3 0 88 15,1-3 388-15,4-7 64 0,1 1 136 16,-2-4-136-16,1 0-12 0,5 7-100 16,-6 0 16-16,1 6 96 0,-4 6 244 15,5 7 272-15,-5 2-220 0,-1 8-88 16,1 5-76-16,-4 1-32 15,0 2-20-15,4-1-80 0,-4-2 0 0,8-6-4 16,1-6-40-16,-2-4 40 0,5-5-92 16,0-4-540-16,0-3-64 15,4-3-160-15,0-7-920 0,-5 4-2468 0,10-10-3117 0</inkml:trace>
  <inkml:trace contextRef="#ctx0" brushRef="#br0" timeOffset="14886.552">28160 14307 548 0,'0'0'1292'0,"0"0"-796"0,0 0 4396 0,0 0-3168 15,0 0-624-15,0 0-248 16,0 0 153-16,0 0 363 0,0 0-172 16,0 0-528-16,-79-39-124 0,63 65 112 15,0 8-36-15,-4 10-120 0,5 5-104 16,-2 4 48-16,6 1 88 0,-6 1-152 16,6-11-256-16,7-6-124 0,-5-13-172 0,9-6-136 15,0-6 112-15,5-10-4 16,6-3-84-16,1-9 284 0,8-3-184 0,4-15-88 15,1 2-64-15,-2-6-60 0,1-1 60 0,0-4 208 16,-9 5 124-16,6 2-8 16,-10 7-12-16,2 0 24 0,-6 9 4 0,1 4 8 15,-4 6 76-15,1 3 72 16,-5 0 52-16,4 3-100 0,0 6 300 16,-1 4-52-16,1 6-140 0,0 0-108 0,4 6 24 15,-3 4 24-15,2 2 40 0,1 5-52 0,-4 2 96 16,5 6-120-16,-5 5 36 0,-1 3 24 15,-3 3 0-15,0 3 24 0,0-1-88 16,-3 0-116-16,-6-3-4 16,1-1 0-16,-3-6 0 0,2 2 12 15,1-8 112-15,-3-3 84 0,3-6 0 0,-5-1 264 16,6-5-192-16,-1-7-84 0,-1-6-64 0,5-7 16 16,-3-3-39-16,-1 0-41 15,-5-3-68-15,-2-3-48 0,-5-13-85 0,0-2-111 16,0-12-24-16,-4-1-36 0,9-7-36 15,-6 3 144-15,10 0 40 16,-2 6 104-16,5 8-92 0,5 5 20 16,-1-1-108-16,0 8 96 0,4-1 28 0,0 1-4 15,0 0-12-15,0 2 4 0,4-3 44 16,3 4 16-16,1-4 12 0,5 1-4 0,-2-1 48 16,1 1-44-16,4-4 40 15,0 4-40-15,0-4 36 0,0 4-76 0,0-2-184 16,-1-1-420-16,-2 3-388 0,-1 0-292 15,0-1-348-15,4 0-392 0,-4 1-253 16,0 2-739-16,-5-2-1392 0,1 6 4352 16,5-3-284-16</inkml:trace>
  <inkml:trace contextRef="#ctx0" brushRef="#br0" timeOffset="15535.622">27726 14284 9460 0,'0'0'2233'0,"0"0"-713"0,0 0-424 0,-8 82-88 15,4-43 64-15,4 2-136 0,-3 3-416 0,3 7-148 16,-4-3-140-1,4 3-32-15,0-4-56 0,0 1-144 0,0-4 0 16,0-5-196-16,4-8-444 0,-1-8-144 16,5-5 24-16,5-8-272 0,2-10-780 15,5 0-1109-15,-8-7-3259 0,12-18 3260 0</inkml:trace>
  <inkml:trace contextRef="#ctx0" brushRef="#br0" timeOffset="15753.597">28527 14227 3784 0,'0'0'8005'0,"0"0"-6569"0,-8 80-788 16,8-40 200-16,-4 8 524 0,4-3-368 15,0-1-484-15,-4 0-496 0,4-2-24 0,0-1-308 16,0 0-240-16,0-6-344 0,0 0-544 15,0-6-1168-15,0-3-2849 16,0-12-946-16</inkml:trace>
  <inkml:trace contextRef="#ctx0" brushRef="#br0" timeOffset="16068.546">28746 14493 1200 0,'0'0'10893'15,"0"0"-8409"-15,0 0-1816 0,0 0-340 0,0 0 236 16,92 23 504-16,-61-21-200 0,6 2-412 0,-5-4-284 16,4 0-88-16,-5 0-76 15,1 0-8-15,-4 0-44 0,-4 0-80 0,-4-4-504 16,-4 4-516-16,-4-2-312 0,-5 2-964 16,-3 0-3001-16,-8 6-1915 0</inkml:trace>
  <inkml:trace contextRef="#ctx0" brushRef="#br0" timeOffset="16232.392">28802 14747 3524 0,'0'0'8341'0,"0"0"-5269"15,0 0-2416-15,0 0-584 0,0 0 216 0,0 0 492 16,0 0 500-16,80 51-428 0,-48-51-496 16,4 0-232-16,7-2-124 0,-3-5-184 15,4-5-236-15,0-1-544 0,-4-4-464 16,-8 9-1392-16,3-13-3605 0</inkml:trace>
  <inkml:trace contextRef="#ctx0" brushRef="#br0" timeOffset="17571.413">29722 14297 2996 0,'0'0'52'16,"0"0"2152"-16,0 0 512 0,0 0-864 0,0 0-571 15,0 0-49-15,0 0-20 0,0 0-132 16,0 0-212-16,0 0-200 16,0 0-152-16,0 86-20 0,0-61-48 15,0 10-100-15,0 3-88 0,0 6-64 16,0 14-60-16,0 2 96 0,0 6-148 15,0 2-84-15,-7 1-88 0,3-2-20 16,-5-1-128-16,5-2-268 0,-3-7-256 0,3-3 240 16,0-6-88-16,4-13 20 0,0-4-28 15,4-12 8-15,3-2-220 0,1-12-396 16,1-2-437-16,2-3-371 0,1-5-788 16,0-12-1184-16,-4 6 3952 0,5-19-1108 0</inkml:trace>
  <inkml:trace contextRef="#ctx0" brushRef="#br0" timeOffset="17881.858">29767 14322 4424 0,'0'0'2060'0,"0"0"2881"15,0 0-4325-15,0 0-608 0,0 0 480 16,0 0 876-16,0 0-236 0,0 0-460 0,0 0-432 15,95-51-84-15,-67 51 104 0,-1 10-20 16,1-1-136-16,0 8-28 0,-4 1-68 16,-3 4 12-16,-10-3-16 0,1 4 0 0,-7 2-56 15,-5-3 56-15,0 1 52 16,-9-1 20-16,-3 4-60 0,-8-5-4 0,1 2 8 0,-9 3-16 16,0-5-52-16,-8 2-8 15,-1-1-168-15,-2-3-164 16,-1 0-84-16,-4-3-240 0,-3 1-400 0,-2-9-580 15,2 2-961-15,-5-1-2439 0,16-3 1852 16,-23 1 2105-16</inkml:trace>
  <inkml:trace contextRef="#ctx0" brushRef="#br0" timeOffset="19434.353">8199 16030 5428 0,'0'0'4572'16,"0"0"-2303"-16,0 0-829 0,24 70-728 0,-20-39-80 16,4 11 288-16,-3 6-128 0,-2 5-432 15,1 4-76-15,-4 5-208 16,0 4-76-16,0 1-136 0,0-4 128 0,0 4-140 16,-4-6 148-16,4-8 24 0,0-5-24 15,0-10 72-15,8-10 116 0,0-6 24 16,0-2 20-16,8-4-156 0,-1 0 60 0,6-1-124 15,7 1 172-15,3 3 176 0,1-3 168 16,8 0-100-16,-3-4-184 0,2-2-72 16,-3-4-88-16,3-2-84 0,-3-4-76 15,-3 0-108-15,-6-4-416 0,1-8-212 0,-8-1-224 16,0-6-832-16,-4 3-2244 0,0-12-3113 16</inkml:trace>
  <inkml:trace contextRef="#ctx0" brushRef="#br0" timeOffset="19616.268">8797 16872 5228 0,'0'0'5600'16,"0"0"-3739"-16,0 0-889 16,0 0-300-16,0 0 88 0,0 0 120 15,83 21-400-15,-59-42-480 0,4-8-368 16,4-9-424-16,-4 0-460 0,0-3-660 15,0 2-1005-15,-9 4-1831 0,-2 10 285 0</inkml:trace>
  <inkml:trace contextRef="#ctx0" brushRef="#br0" timeOffset="19768.328">9088 16580 848 0,'0'0'2204'15,"0"0"-1668"-15,0 0 3472 0,0 0-1972 0,-88 41-423 16,69-25-369-16,-2 3-156 0,5 6 76 16,4 6-28-16,5 5-320 0,-1 2-192 0,8 3-32 15,0 4-12-15,0-5-48 0,0-1-200 16,8-7-236-16,3-10-96 15,2-6-304-15,2-13-116 0,5-3 52 0,5-9 84 0,2-17-412 16,0-5-504-16,5-15-1084 0,-8 13-2241 16,8-28-3051-16</inkml:trace>
  <inkml:trace contextRef="#ctx0" brushRef="#br0" timeOffset="20130.259">9307 16163 872 0,'0'0'8020'0,"0"0"-6092"0,0 0-847 16,-8 70 19-16,8-31 376 0,0 5-76 0,4 7-260 16,3 6-360-16,6 3-332 0,-1 4-204 0,4 3-80 15,-1-3 20 1,2-1-76-16,-2-9-104 0,2-10-4 0,2-9-48 16,-3-12-24-16,-4-4 8 0,4-10-96 0,-4-4-72 15,-4-1-212-15,0-1-192 0,-4-3-148 16,-4-3-400-16,0-1-460 0,0-4-452 15,-7-3-85-15,-6-1-2427 0,-6-1 2092 0,-2 1 924 16,-3-1 1592-16,-4 0 180 16,-4-6 772-16,-3 4-284 0,3-1-420 0,-4 0 808 15,8 3 364-15,8 4 48 0,5 2 236 16,6 4-112-16,9 3-583 0,0 0-649 0,9 0 244 16,6 0 532-16,5 3-52 0,8 4-60 15,4-7-156-15,8 0-92 0,-1-3-128 16,6-7-188-16,2-3-228 15,-3-3-136-15,0-3-96 0,0 0-272 16,-4-3-708-16,-1 3-628 0,-11 3-1336 16,17-3-4121-16</inkml:trace>
  <inkml:trace contextRef="#ctx0" brushRef="#br0" timeOffset="20622.496">11144 16227 3980 0,'0'0'6216'0,"0"0"-4363"16,0 0-689-16,0 0-348 0,0 0 484 0,0 0-40 16,71 85-400-16,-51-41-244 0,-4 8-108 15,0 2-76-15,-4 7-100 0,4-4-4 16,-8 3-80-16,0-2-116 16,0-2-132-16,-4-5-4 0,0-7-252 15,-4-9-112-15,4-9-60 0,-4-7-152 16,0-6-100-16,0-7-176 0,0-3-464 0,-4-3-768 15,0-6-953-15,-4-4-3247 0,4 1 3548 16,-8-13 2076-16</inkml:trace>
  <inkml:trace contextRef="#ctx0" brushRef="#br0" timeOffset="20770.372">11235 16672 992 0,'0'0'1524'16,"0"0"5444"-16,0 0-4787 0,0 0-645 0,84 0-252 15,-52 7-288-15,0-2-176 0,4-2-172 16,-4 1-52-16,3-4-236 15,1 0-248-15,0-10-112 0,4-6-160 0,-4-6-484 16,0-6-344-16,-1-7-472 0,-11 9-1048 16,8-16-3381-16</inkml:trace>
  <inkml:trace contextRef="#ctx0" brushRef="#br0" timeOffset="20965.938">11741 16259 5792 0,'0'0'4904'0,"0"0"-3427"0,0 0-977 16,-4 76-192-16,4-44 480 0,8-1 768 16,1 4-172-16,2 0-488 0,-3 3-276 0,4 1-104 15,0 2-84-15,-4 0-100 0,0 7-124 16,-4 3-124-16,-4-4-84 0,0 7-12 0,0-2-172 16,-4-5-332-16,-4-6-308 0,4 0-180 15,0-6-512-15,4-10-824 0,0-6-1969 16,0-8-2691-16,12-11 6828 0</inkml:trace>
  <inkml:trace contextRef="#ctx0" brushRef="#br0" timeOffset="21186.297">12207 16763 6504 0,'0'0'5273'16,"0"0"-3089"-16,0 0-1296 0,9 77-576 0,-5-45 104 0,3 0 480 15,-3-5 76-15,0 6-476 16,-4-4-324-16,4-1-112 0,1-2-60 16,-5-5-184-16,0-2-560 0,0-2-140 0,0-9-252 15,0-1-508-15,0-3-972 0,0-4-2433 16,0 0-363-16,0-4 4996 0</inkml:trace>
  <inkml:trace contextRef="#ctx0" brushRef="#br0" timeOffset="21486.908">12570 16576 6384 0,'0'0'7033'0,"0"0"-5245"16,0 0-1372-16,0 0-216 0,0 0 420 0,0 0 720 15,0 0 16-15,0 0-460 0,0 0-432 16,80 10-148-16,-61-10-60 0,5 0-96 16,0-3-100-16,4 0-60 0,4-7-76 15,0 1-352-15,4-4 4 0,-4 0-264 0,0 1-452 16,-8 1-944-16,-13 3-2896 0,2 4-2409 15</inkml:trace>
  <inkml:trace contextRef="#ctx0" brushRef="#br0" timeOffset="21684.094">12701 16758 3860 0,'0'0'9797'0,"0"0"-8205"0,0 0-1224 0,0 0-168 0,0 0 432 16,0 0 436-16,0 0-164 0,0 0-348 15,0 0-92-15,0 0-72 16,52 22-136-16,-32-22-120 0,0 0-136 0,4-4 0 16,-4-2-196-16,4-1-184 0,-4 2-120 15,4-2-140-15,4 1-28 0,3 3 8 16,1-1 200-16,0 1-232 0,-4-1-2176 16,-4 2-4281-16</inkml:trace>
  <inkml:trace contextRef="#ctx0" brushRef="#br0" timeOffset="26030.237">14061 16180 6520 0,'0'0'4885'15,"0"0"-4209"-15,0 0-676 0,0 0 0 16,0 0 100-16,0 0 760 0,-88 76-32 16,68-53-424-16,4-2-328 0,-8 2 52 15,8 2 36-15,-9 0 64 0,6 0-64 16,-1 1 12-16,1-1 24 0,2-2 28 0,6-4 36 0,-2 0 12 15,1-3-160-15,5-4-52 16,-2 4 24-16,5-7-76 0,0 1 112 16,4 3-48-16,0-1-28 0,0 1 0 15,8 6 4-15,1 0 136 0,6 4-100 0,5-2-16 16,0 3 140-16,4 1-40 0,0 0-36 16,0 1 64-16,-1-4-88 0,1 3 12 15,-3 0 72-15,-1 1-84 0,-5-7 36 16,-3 0-60-16,4-3-88 0,-4-7-16 15,0 1-56-15,0-1-16 0,-4-6-84 0,4 1-248 16,0-1-188-16,0-3-64 0,0 0-156 16,3-7-372-16,-2-2-824 15,2-4-1933-15,-6 1-3199 0,7-4 6504 16</inkml:trace>
  <inkml:trace contextRef="#ctx0" brushRef="#br0" timeOffset="26604.463">14606 16487 7416 0,'0'0'5269'16,"0"0"-4489"-16,0 0-524 0,0 0 388 0,-88 6 696 15,69 7-160-15,2 0-512 0,2 6-404 16,-2 6-128-16,6 5 36 0,3 1 36 15,-1 4-84-15,6-1-48 16,-1-4-76-16,4-5-56 0,0-6-4 0,0-6-64 16,0-7-24-16,7-3-124 15,2-3 172-15,3 0 0 0,-1-6-72 0,6-7-76 0,-2-3-200 16,5-7-28-16,-3 4 96 16,-6-2 16-16,5 2 112 0,-4 3 104 15,0 3 44-15,-4 4 16 0,0 5 28 16,0 1-4-16,0 3 64 0,0 0 188 15,0 3 180-15,0 7 8 0,3 2-128 0,-2 4-80 16,3 3-4-16,-1 4-76 0,-2 2 12 16,3 7-52-16,-5 0 52 0,2 3 76 0,-1 3 96 15,-4 2-120-15,-1 2 44 0,1-1-48 16,-4 1-36-16,0 0 12 16,0-4 24-16,-4-1 0 0,-3-2-36 15,-1-3-36-15,3-1 8 0,-3-2 76 0,-3-4 0 16,3-2 40-16,-1-4 68 15,-2 0 124-15,-1-6 24 0,-4-1-144 0,4-2-68 16,-4 0-68-16,-4-5-4 0,0 2-44 16,0-4-16-16,1 0-60 0,-5 1-12 15,3-4 0-15,1 0-8 0,1 0-76 16,2-4-28-16,2 1-120 0,2-3-72 16,2-7-24-16,-1-3-116 0,4-3-108 0,4-6-272 0,0-4-256 15,4-6-664-15,0-6-872 16,8 0-1341-16,0 6-2907 0,0-15 6276 15</inkml:trace>
  <inkml:trace contextRef="#ctx0" brushRef="#br0" timeOffset="26996.256">15191 16268 8128 0,'0'0'5365'0,"0"0"-4109"16,0 0-700-16,0 0-352 0,0 0 576 0,0 0 788 15,88 67-408-15,-68-51-548 16,0 3-340-16,0 0-104 0,0 0-20 0,3-3-12 0,5 0-76 16,-3 0-48-16,6-4-8 15,-3-1-4-15,0 1-8 16,4-5-4-16,-4 1-36 0,4-2 40 0,-4 1-44 15,-4 0 52-15,-1-2-48 0,1 2 36 16,-3-3 12-16,-6 2 4 0,2-3-4 16,-10 0-4-16,1-1 4 0,1 3 4 0,-9-5 84 15,3 2 80-15,-3 2-56 0,0-1-40 16,-3 3 12-16,-10 7 404 0,-2 0-268 16,-9 6-172-16,-4 3-40 0,-4 0-8 15,-8 6-96-15,-4 5-220 0,-7 2-52 0,-5 3 4 16,0 0 8-16,-8 6-232 15,4 4-492-15,4-4-1032 0,0 1-1704 0,1-1-1205 16,19-15-1923-16,-8 6 6632 0</inkml:trace>
  <inkml:trace contextRef="#ctx0" brushRef="#br0" timeOffset="37519.14">20531 17081 5976 0,'0'0'844'0,"0"0"-376"0,0 0-128 15,0 0 112-15,0 0 1700 16,0 0-1175-16,0 0-537 0,0 0-440 15,0 0-12-15,0 0-4 0,0 0-72 16,43 3-156-16,-31-3-337 0,-3 0-647 16,-5 0-1560-16,7 0-3008 0</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02:55.273"/>
    </inkml:context>
    <inkml:brush xml:id="br0">
      <inkml:brushProperty name="width" value="0.05292" units="cm"/>
      <inkml:brushProperty name="height" value="0.05292" units="cm"/>
      <inkml:brushProperty name="color" value="#7030A0"/>
    </inkml:brush>
  </inkml:definitions>
  <inkml:trace contextRef="#ctx0" brushRef="#br0">15327 2216 4304 0,'0'0'860'16,"0"0"-104"-16,0 0 284 0,0 0 64 0,0 0-236 15,0 0 12-15,0 0-168 0,0 0-456 0,-80-35 1389 16,69 35-813-16,-2 0-156 16,2 0-44-16,-1 0 76 0,3 0-4 0,2 0-112 15,-1-4-156-15,4 4-140 16,-1 0-84-16,5 0-64 0,0 0-12 15,0 0-120-15,0 0-12 0,0 0-4 0,0 0-12 16,9 0-100-16,3 0 112 0,0 7 124 16,4 0 0-16,4-2-52 0,-1 2 16 15,9-1 60-15,-4-2 12 0,8 2-12 0,-4-4 172 16,8 3 12-16,-4-3-208 16,3-2-124-16,-3 0-4 0,9 0 4 15,-6 0 4-15,5 0 8 0,-1 0 48 16,-2 4-60-16,-1-4-4 0,0 3-4 0,-5 0 8 15,1 0-8-15,0 1 8 0,0-1 52 16,0 0-52-16,-4 3 0 0,4-3-8 16,-4 4 8-16,-1-1 12 0,5 0-12 15,-4 1-4-15,-4-1 4 0,3 0 0 0,5 0 4 16,-4-2 4-16,4 2 4 0,0-3 88 16,1 1-96-16,-1-1-4 0,-5 0-4 0,4 3 4 15,-3-2-48-15,0-2 48 16,-3 3-4-16,3-3 8 0,-4 1-4 0,4-3 0 15,-5 3 60-15,5-3-60 0,-8 4-12 0,4-4 4 16,0 0 8-16,-4 0 0 16,4 0 8-16,-4 0 28 15,-1 2-36-15,2-2-8 0,3 0-4 0,-1 5 0 16,-3-5 12-16,4 2-8 0,-4 2 4 16,4 1 0-16,0-2 4 0,-4 1 0 15,-1 3 0-15,5-4 60 0,-3 2-56 0,-2-1 44 16,1-1-48-16,0 4 0 0,-4-4-8 15,0 0-40-15,4 0 48 16,-4-1 8-16,-1 3-8 0,2-3 0 0,-2 2 0 16,2-4 12-16,-6 3-12 0,6-3 8 15,-2 3 0-15,2-3-8 0,-6 0 0 16,6 3 4-16,-2-3 4 0,1 0-8 16,0 4 0-16,0-4 4 0,0 0 8 0,0 0 0 15,-1 0-12-15,2 3-32 16,-2-3 32-16,2 0 8 0,3 3-8 0,-1-3 0 15,2 3-60-15,-1-3 48 16,-1 0 12-16,-2 3 0 0,2-3-8 16,1 0-4-16,0 0-60 0,3 0 60 0,-2 0 4 15,3 0 8-15,-4 0 60 0,-1-3-48 16,6 3 32-16,-5 0-40 0,-1 0 0 0,1 0-4 16,1 0 4-16,-2 3-8 0,-3 0-4 15,4-3-104-15,0 3 112 0,-4-3-60 16,0 0 60-16,0 0 4 15,0 0-4-15,-9 0-8 0,6 0-52 16,-5 0 8-16,-5 0 48 0,1 0 0 0,0 0 0 16,-4 0-4-16,0 0-52 0,0 0-200 15,0 0-156-15,-4 0-176 0,-3 0-204 16,-1-3-480-16,-5 0-656 0,2 0-1929 0,-10-3-2979 16</inkml:trace>
  <inkml:trace contextRef="#ctx0" brushRef="#br0" timeOffset="2149.108">20021 2346 4852 0,'0'0'1496'16,"0"0"-624"-16,0 0-404 0,0 0 152 16,0 0-124-16,0 0-120 0,0 0 1004 15,0 0-783-15,0 0-445 0,0 0-60 0,56 6-88 16,-45-6 48-16,2 4-44 0,2-2 236 0,-2-2 36 16,2 5 132-16,5-5-80 0,-4 0-36 15,4 0-108-15,0 0-136 0,0 0-48 0,0 0 100 16,-5-5 8-16,6 3-56 15,-1 2-56-15,-1-4 0 16,1 1 0-16,1 3 8 0,2-3 4 0,1 1-8 16,4-3-4-16,0-1 0 0,0 3 0 15,0 0-4-15,0-3 16 16,0 2 64-16,-5-2-76 0,1 6-48 0,0-3 48 0,0 3 12 16,-1 0 52-16,-2 0-56 15,-1 0-8-15,4 0 4 0,-8 6-4 0,4-3 8 16,-1 1-8-16,5 2 52 15,-3-3 12-15,7 0-60 0,-5 1 4 16,5-2 56-16,0-2 20 16,-4 0-80-16,4 0 44 0,-4 0 16 0,-5 0-52 0,1 0 64 15,1 0-12-15,-6 0-16 0,2 0 16 16,-2 0-64-16,1 5 76 16,-4-5-76-16,4 2 4 0,-4-2 48 0,8 3-44 0,-4-3-4 15,4 0 0-15,-1 0 48 0,1 0 0 0,5 0 84 16,-5 0-20-16,3 0-40 0,-7 0 12 15,5 0 0 1,-6 0 76-16,2 0 224 0,-2 0 16 0,1 0-164 16,0 0-152-16,-5 0-76 0,6 3 0 15,-2-3-12-15,2 0-48 16,3 4 48-16,-5-4 48 0,6 0-36 16,-2 0 4-16,5 0-8 0,-4 0-8 0,1 0 0 0,-2-4 0 15,1 4 12-15,-1 0-12 0,-2-3 0 16,3 3 36-16,-1 0-28 0,2 0 84 15,-6 0-40-15,1 3-52 16,5 1-52-16,-2-2 48 0,-3-2-4 0,4 5-44 16,0-3 48-16,0 2-4 0,-1-4-48 15,6 2 56-15,-1-2 36 0,0 0-36 0,-1 0-8 16,1 0 4-16,-4 0 4 0,1 0 0 16,2-2-8-16,-3 2 4 0,-3 0 0 15,-2 0-84-15,5 0 76 0,-4 0 8 0,0 0 0 16,-1 0 8-16,6 0 32 0,-1 0-36 15,-1 0 76 1,2 0 0-16,-2-4-68 0,-3 4-8 0,5-2 4 16,-6 2 72-16,5-5-76 0,-4 5-12 15,0 0 12-15,-1 0 0 0,2 0-12 0,-2 0-60 16,2 0 64-16,-2 0 8 0,2 0-12 16,3 5 0-16,-5-3 0 0,2 2 8 0,-2-2 0 15,-2 1 0-15,2-3 8 16,-3 0 56-16,0 3-52 15,-4-3-4-15,4 0-4 0,-8 0-4 0,4 0-60 16,-4 0 56-16,0 0-52 0,0 0 60 16,-1 0-8-16,1 0-40 0,1 0 44 0,-5 0-8 0,0 0-52 15,0 0 16-15,0 0 32 16,0 0-160-16,0 0-176 16,0 0-52-16,-5 4-12 0,1-1-176 0,-3 1-556 0,-1 2-696 15,4-4-1257-15,-12 2-3191 0,60-27 4376 16</inkml:trace>
  <inkml:trace contextRef="#ctx0" brushRef="#br0" timeOffset="37359.049">11773 8601 8384 0,'0'0'712'0,"0"0"1909"15,0 0-1505-15,0 0-480 16,0 0 76-16,0 0 212 0,0 0 16 16,0 0-84-16,0 0 136 0,0 0-288 0,112 31-260 0,-77-20-64 15,5-3-148-15,-3-2-48 16,2-1 36-16,1 1-108 15,-4-6 36-15,-1 0-136 0,-3 0-12 0,1-4-64 16,-6-3 64-16,1 1-48 0,-4-2-76 16,-4 1-96-16,0 0-144 15,-4-2-192-15,-4 2-60 0,-4 4-224 0,-4-3-332 0,0 6-200 16,-4 0-12-16,0 0 276 0,-8 0-396 16,-8 0-345-16,4 3 253 0,-8 0 764 15,0 0 832-15,0 1 132 0,0-1 308 16,0 3 380-16,1 0 76 0,2 5-184 0,2 1 48 15,2 4 93-15,2 6-213 0,3 3 52 16,-1 4 280-16,2 3-108 16,3 2-144-16,4 4-80 0,-4 1-96 0,4 2-60 15,0-3 52-15,0 3-100 0,0 0-140 16,0 4-232-16,0-3-64 16,0-5-8-16,-4 1-276 0,0-2 60 0,0-9 52 0,-4 0-88 15,0-5-128-15,-4-3-124 16,0-3-204-16,0-4-128 15,-4 1-196-15,-4-6-328 0,-4 2-341 0,-4-6 81 16,0 0-20-16,4-3 700 0,-4 0 128 16,1-6 88-16,3-1 236 0,0-2-88 15,0 3 584-15,5-1 248 0,2 4 688 16,6 0 392-16,2-3 244 0,5 6-208 0,4 0-280 16,0-3-191-16,0 3-201 0,4 0-36 15,5 0 160-15,6 0 100 0,1 3 4 0,8-3-240 16,4 3-176-16,0-3 172 0,3 0-32 15,1 0-312-15,4 0-60 0,-3 0-272 16,-1 0-72-16,3-3-4 16,-7 3-108-16,0 0-12 0,-1-3-252 15,-3-1-148-15,0 1-348 0,-3 0-736 16,-2-6-232-16,1 2-937 0,-4-9-2051 0</inkml:trace>
  <inkml:trace contextRef="#ctx0" brushRef="#br0" timeOffset="37765.288">12538 9125 9732 0,'0'0'2177'0,"0"0"-1269"0,0 0-180 15,0 0 236-15,28 92-204 0,-24-64-96 16,-4 3-172-16,0 2-280 0,-4-4-100 15,0-1-112-15,0-6-112 0,0-6-24 16,4-3 124-16,-3-4-64 0,3-6 68 0,0-3 0 16,0 0-484-16,0-5-312 0,0-9 84 15,3-8 300-15,5-6 128 0,4-7-92 0,0 0-100 16,0 0-500-16,4 9 624 0,-4 7 360 16,-1 10 152-16,2 5 296 0,-5 4 208 15,3 0-132-15,-2 7-92 0,-5-1 64 0,3 4 124 16,-3 2 48-16,-4 5-68 0,0 2-144 15,0 3-56-15,0 0-64 16,0 6-112-16,-4 4-52 0,-3-3-84 16,-1 6-84-16,-1-7-4 0,6 1-8 15,-5-7-104-15,8-6 0 0,-4-3-60 16,4-7-76-16,0-6-164 0,4 0-144 0,4 0-548 16,4-6 192-16,3-4-604 0,2-2-1565 15,6-17-3487-15</inkml:trace>
  <inkml:trace contextRef="#ctx0" brushRef="#br0" timeOffset="38085.094">13567 9071 13893 0,'0'0'1592'16,"0"0"-1492"-16,0 0 128 0,0 0-40 0,0 0 652 16,-28 89 80-16,19-45 104 0,9 14-152 15,-4 11-208-15,4 10-92 0,-4 10-160 16,0 4-84-16,0-2-23 0,-3 1-193 16,2-5-108-16,1-12 0 0,0-5-4 0,4-6-112 15,-4-10 28-15,4-7-125 0,0-6-7 16,0-8-16-16,0-8-244 0,0-9 136 15,4-10-64-15,0-6-492 0,5-17-620 0,2-8 608 16,-3-19-176-16,0-10-456 16,0-16-488-16,-4 11-1097 0,-4-40-3571 0</inkml:trace>
  <inkml:trace contextRef="#ctx0" brushRef="#br0" timeOffset="38322.386">13590 9255 9772 0,'0'0'1473'0,"0"0"-689"0,0 0-516 16,0 0 372-16,0 0 444 15,40-67-36-15,-28 58-104 0,8 2-188 0,-1 4-248 16,2 0-160-16,3 3-112 16,-1 0-12-16,1 0-4 0,-4 6 76 15,-4 7 0-15,0-1-172 0,-4 4-76 0,0 3-36 16,-8 11 88-16,-4 1-100 0,0 4-8 0,-4 6 8 16,-8 3-88-16,-4-2 4 15,-4-4-28-15,0-3 100 0,4-10-124 0,-4-6 52 16,8-6-200-16,-4-6-64 0,8-7-136 0,4 0-236 15,1-13-372-15,3-6-932 16,7-1-584-16,6-2-1897 16</inkml:trace>
  <inkml:trace contextRef="#ctx0" brushRef="#br0" timeOffset="38697.759">14267 9038 9684 0,'0'0'2113'16,"0"0"-1317"-16,0 0 20 0,0 0 392 0,0 0-212 15,0 0 60-15,0 0-336 0,-92 24-148 16,61-3-152-16,3 5-64 16,-4 9-24-16,4 0-36 0,1 3-4 15,6 0 28-15,9-3 24 0,0 0-152 16,5-7-68-16,3-2-16 0,4-4-104 0,0-6-4 16,4-4-48-16,3-5-124 0,5-4 40 0,4-3 84 15,5-3 44-15,-2-7-132 0,5-6-108 16,-4-6 60-16,3-3 48 0,2-4-156 15,-1 1 32-15,-4-2 52 0,3 9 12 0,-3 9 12 16,1 1-4-16,-6 8 16 16,-2 3 68-16,-2 7 104 0,1 2 212 15,-4 3-52-15,0 5 184 0,0 2-136 0,-4-3-48 16,0 3 40-16,-4-7-68 0,0 1-68 16,0 0-4-16,0-4-60 0,0 1 8 0,0-1-4 15,-4-2-4-15,-4 2-148 16,8-2-220-16,-4-4-236 15,0-3-212-15,4 0-500 0,-4 0-856 16,4-7-2409-16,-3-12-815 0</inkml:trace>
  <inkml:trace contextRef="#ctx0" brushRef="#br0" timeOffset="39007.621">14450 9036 6020 0,'0'0'1428'15,"0"0"-1428"-15,0 0-52 0,0 0 52 0,0 0 340 0,0 0 1084 16,64 73 128-16,-60-44-291 15,1 2-273-15,-5-3-288 0,0-1-128 16,0-2 96-16,0-3 0 0,0-3-176 0,0-6-340 16,0-4-152-16,0-6-16 0,0 0-96 15,0-3-16-15,0 0-72 0,4 0-76 0,-4 0-200 16,3 0 284-16,5 0 192 0,-4-6 204 16,4 0-28-1,0 3 24-15,0-1-24 0,0 1 188 0,0 3-72 0,0 0-92 16,0 0 0-16,0 0-36 15,0 0 120-15,0 0-20 0,-4 3-40 0,8-3-128 16,-4 0-8-16,0 0-24 16,0 0-64-16,-1 0-40 0,2-3-20 15,-1 0-240-15,0 0-160 0,-1 0-36 16,2-1-172-16,-1 4-240 0,3 0-244 0,2 0-576 16,-2 7-513-16,1-4-1927 0,4 7-1419 0</inkml:trace>
  <inkml:trace contextRef="#ctx0" brushRef="#br0" timeOffset="39724.009">15227 8588 4728 0,'0'0'4732'15,"0"0"-3672"-15,0 0-623 0,0 0-77 0,0 0 296 0,0 0 724 16,0 0 16 0,0 0-548-16,0 0-460 0,-23 105-120 0,10-48 116 0,2 13 164 15,-2 6 284-15,-2 7-216 0,3 2-160 0,0 1-184 16,0-7-28-16,4-2-172 16,4-14 28-16,4-12-4 0,0-16 16 15,0-7-76-15,8-12-36 0,4-6-84 16,-1-4-28-16,6-6-120 0,-2-3-12 0,6-13-164 15,3-6-20-15,-4-7 168 0,3-3-372 16,-7-6-240-16,0-3-520 16,-4 3-396-16,-4 4 232 0,-8 1-621 0,0 11-771 15,-4-6-2524-15</inkml:trace>
  <inkml:trace contextRef="#ctx0" brushRef="#br0" timeOffset="39891.915">14996 9157 8824 0,'0'0'1320'15,"0"0"-287"-15,0 0-249 16,0 0 152-16,0 0 348 16,92 31 56-16,-60-31 64 0,0-3-448 0,4-3-288 0,-5-4-312 15,1 4-196-15,-4-4-160 16,0 1-60-16,-4-4-152 0,0 0-292 0,3 4-584 0,-2-4-444 16,3-3-960-16,-12 7-2805 15,16-7-2147-15</inkml:trace>
  <inkml:trace contextRef="#ctx0" brushRef="#br0" timeOffset="40024.923">15749 9138 10376 0,'0'0'1969'0,"0"0"-757"15,-4 79-716-15,-3-47-104 0,-5 6 432 16,-1 0 444-16,2-6-444 0,3-7-676 16,-1-6-148-16,2-7-324 15,3-5-360-15,-4-3-108 0,4-8-320 0,4-3-1152 0,-8-24-3137 16</inkml:trace>
  <inkml:trace contextRef="#ctx0" brushRef="#br0" timeOffset="40187.196">15710 8788 12837 0,'0'0'2068'16,"0"0"-1424"-16,0 0 36 0,0 0 220 0,0 0 228 0,0 0-84 0,0 0-416 15,0 0-568-15,0 0-60 16,71 67-280-16,-55-51-284 0,-4 3-288 15,4 0-772-15,-8-3-2572 0,5 9-5593 0</inkml:trace>
  <inkml:trace contextRef="#ctx0" brushRef="#br0" timeOffset="40864.076">16463 9051 6348 0,'0'0'1572'16,"0"0"-636"-16,0 0-32 0,0 0 349 16,0 0 31-16,0 0-56 0,-84-31-200 15,68 31-260-15,0 4-100 0,-4 4 236 16,1 5-232-16,-2 6-192 0,-3 4-48 0,0 2-36 16,5 7 8-16,-1 3-144 0,-1 3-116 15,6 0-68-15,2 0-64 0,10 3 60 0,-5-3-68 16,8 0 4-16,0-5 0 0,0-5-8 15,4-6 0-15,0-3-156 16,4-3-80-16,4-10 16 0,-1 0 24 0,10-6-88 16,-1-6-456-16,3-10-312 0,9-9-456 15,-12 3-2412-15,16-25-3009 0</inkml:trace>
  <inkml:trace contextRef="#ctx0" brushRef="#br0" timeOffset="41197.985">16682 9194 12117 0,'0'0'1472'0,"0"0"-608"0,-24 80-8 0,11-42 588 0,-2 7-76 16,3-3-88-16,0-9-388 0,4-3-488 15,8-11-404 1,0-10-120-16,0-3-260 0,4-3 136 0,8-3 72 0,4-3-12 16,8-12-24-16,0-9-124 15,3-7-88-15,1-10-172 0,0 0-64 0,0-4-76 16,-4 8-76-16,0-1 144 0,-4 6 172 15,-8 9 136-15,0 4 228 0,-4 7 128 0,-4 8 92 16,0 4 364 0,-4 4 448-16,0 8 104 0,-4 13-376 0,-8 10 28 15,0 10-32-15,0 6-12 16,-8 6-40-16,4-3 12 0,1 0-124 0,2-10-184 16,2-6-124-16,3-12-156 0,4-11-24 15,4-5-72-15,0-7-40 0,0-3-20 0,0 0-176 16,4-8-240-16,7-9 144 0,6-8-16 15,2-7-268-15,1-3-428 16,1-4-628-16,-2 1-844 0,-3 10-1433 16,4-13-1135-16</inkml:trace>
  <inkml:trace contextRef="#ctx0" brushRef="#br0" timeOffset="41428.852">17279 8503 11041 0,'0'0'1884'16,"0"0"-1360"-16,0 0-4 0,-20 76 252 16,9-42 400-16,3 10 156 0,-5 7-300 0,2 10-364 15,-1 8-184-15,0 11-160 0,0 12-64 16,-1 10-84-16,2 6 72 16,-1 0-112-16,8-7-104 0,0-12-28 0,4-19-124 15,4-15-72-15,8-17-108 16,3-16-4-16,10-13-380 0,3-9-408 0,7-9-828 15,-7-4-1012-15,24-28-3425 0</inkml:trace>
  <inkml:trace contextRef="#ctx0" brushRef="#br0" timeOffset="41782.221">17738 9271 12389 0,'0'0'2076'0,"0"0"-1104"0,-60 67-40 15,32-36 348-15,-8 7-252 16,4 4 52-16,-3 2-312 0,7-3-340 0,0-3-124 15,4 0-216-15,8-2-88 0,4-6 0 16,4 0 4-16,4-8 72 16,4-3-76-16,0-6 0 15,4-7-220-15,4-3-232 0,4-3 136 0,7 0 132 16,2-12-36-16,3-8-48 0,-1-5 60 16,1-11-160-16,4-1-200 0,-4-1-12 0,4 0-40 0,-9 6 100 15,6 7 172-15,-9 2 108 0,-1 14 72 16,-2 3 168-1,-5 6 120-15,-1 3 528 0,-3 9 0 0,0 11 32 16,1 2-176-16,-5 4-136 0,0 3 16 0,0 0-80 16,-5-7-12-16,1-3-132 0,4-6-160 15,-4-7-24-15,4-2-84 16,0-4-52-16,0-3-12 0,8 0-96 0,5-10-4 16,-2-3-168-16,6-8-92 0,2-12-224 15,1-2-528-15,0-6-1368 0,-4 6-1397 16,0-15-983-16</inkml:trace>
  <inkml:trace contextRef="#ctx0" brushRef="#br0" timeOffset="42166.417">17968 9251 5868 0,'0'0'1896'0,"0"0"-804"0,0 0-200 0,0 0-144 16,0 70 65-16,0-47 331 0,0-7-136 0,0 3-296 16,0 1-244-16,0-2-252 0,0-3-140 15,9 4-64-15,-5 4 176 0,4-1-112 16,-1 0 12-16,6-3-88 0,-5 4-40 15,-5-4 40-15,5 3 12 16,-3-6 36-16,-1-1-48 0,-4-1 4 16,4-5 132-16,-4-7-24 0,4 3-108 0,-4-5-4 15,3 0-48-15,1 0-116 0,4-7 164 16,1 1 64-16,2-7-28 0,1 1-36 0,0-2-8 16,4 3 8-16,0 0 40 15,-4 5 124-15,0 3-160 0,0 3 0 0,-4 3 60 16,0 9 60-16,0 1 180 0,-4 4 36 15,-4 2-176-15,0 0-64 0,0-5-96 0,0 0-4 16,0-8 0-16,4-3-112 16,0-3 112-16,3-3 84 0,10-10 328 15,7-6-16-15,4-9 88 0,8-7-188 16,7-6-96-16,9-4 20 0,4 4-12 0,4 3-48 16,0 3-160-16,-5 9-132 15,-3 4-200-15,-4 0-300 0,-8 6-460 0,-1 4-640 0,-11 2-976 16,8 4-2629-16</inkml:trace>
  <inkml:trace contextRef="#ctx0" brushRef="#br0" timeOffset="43921.392">19698 9753 168 0,'0'0'1684'0,"0"0"7729"0,0 0-8101 0,0 0-868 0,0 0-212 0,0 0 252 15,0 0 440-15,0 0 60 0,8-19-92 16,-8 19-116-16,0 0-156 0,0 0-116 16,0 0-172-1,0 3-84-15,0 4-100 0,0 6-28 0,0-1-108 16,-4 4 40-16,0 3-40 0,-4 1-12 16,0-5-12-16,-4 3-112 0,4-1-48 0,-8-1-160 15,5 0-100-15,-6 0-188 0,2-4-112 16,-2-2-284-16,6-1-612 0,2-5-1592 0,-6-4-3137 15</inkml:trace>
  <inkml:trace contextRef="#ctx0" brushRef="#br0" timeOffset="45698.7">21355 8429 1212 0,'0'0'732'16,"0"0"1264"-16,0 0 1220 0,0 0-1412 0,0 0-668 15,0 0-348-15,0 0-27 0,0 0 367 0,0 0-300 16,76-3-244-16,-48 1-180 0,0 2-12 15,4-4-100-15,0 1-80 0,-4 3 16 16,4 0-52-16,0 0-64 0,-4 0 12 0,0 0-116 16,-2 0 56-16,-1 0-64 15,-1 0-88-15,0 0 80 16,0 0-4-16,-5-4-72 0,-2 1 80 0,-2 0-144 0,-2 0 36 16,-2 3-112-16,-7 0 20 15,0 0-20-15,-4 0-28 0,0 6 100 0,0 1 152 16,0 5 12-16,0 4-4 0,-4 1-8 15,0 4-72-15,-3 2 20 0,-1 5-36 0,3 1-12 16,-3 2-92-16,1 7 52 0,-1 4-88 16,-1 5 24-1,-2 1 52-15,3 7 24 0,-5-3 36 0,2 6 92 16,-1-4 4-16,0-6 100 0,4-4 124 0,0-6 40 16,-1-9-40-16,6-4-88 15,-1-5-28-15,4-8 64 0,0-3-48 0,-4-5-128 16,4-1 0-16,0-3-52 0,0 0 48 15,0 0 4-15,0 0-276 16,-4-3-308-16,-4-4-796 0,0-2-937 16,-12-7-2227-16</inkml:trace>
  <inkml:trace contextRef="#ctx0" brushRef="#br0" timeOffset="45882.956">21387 8979 4364 0,'0'0'1744'15,"0"0"852"-15,0 0-1356 16,0 0 221-16,0 0 139 0,0 0-88 0,0 0-336 16,0 0-448-16,0 0-352 0,91-16-236 15,-74 16-140-15,-2-3-124 0,2 3-88 16,3 0-100-16,-8 0-648 0,-1 0-544 16,-2 0-1208-16,-9 6-2417 0</inkml:trace>
  <inkml:trace contextRef="#ctx0" brushRef="#br0" timeOffset="46061.919">21295 9255 1632 0,'0'0'1132'15,"0"0"4792"-15,0 0-4116 0,0 0-287 0,0 0-1 16,0 0-352-16,0 0-348 16,0 0-192-16,0 0-240 0,0 0 264 0,0 0 116 15,69 7-252-15,-41-7-356 0,0 0-160 16,4-5-60-16,3 3-224 0,5-2-124 15,-1-2-648-15,6 4-956 0,-13-3-2645 0,15-4-4739 16</inkml:trace>
  <inkml:trace contextRef="#ctx0" brushRef="#br0" timeOffset="46598.566">23069 8969 2612 0,'0'0'352'0,"0"0"5436"0,0 0-4352 16,0 0 33-16,0 0 43 0,-72-73-104 15,52 64-124-15,0-2 8 0,0 9-300 16,-4 2-152-16,4 0-312 0,-3 2-112 16,3 12-284-16,-5 5-32 0,6 3-4 0,-5 7 4 15,8 5 32-15,0 1-44 16,0 7 20-16,8-7-36 0,0-3-72 0,5-10-64 15,3-7 60-15,0-5-56 0,3-7-40 0,5-3 52 16,8 0-36 0,8-9 12-16,4-10-100 0,0-3-184 0,7-10-108 15,-3-3-16-15,0 0 136 0,-4 6 96 16,-8 7 100-16,0 6 12 0,-8 10-100 0,-4 3 76 16,-1 3 160-16,-3 3 248 15,1 9 296-15,-5 1 32 0,4 6-192 0,-4 0-164 16,0 4-48-16,4-1-40 15,-4-6-32-15,4 0-16 0,0-3-84 0,3-1-4 0,6-2-128 16,2-4-16 0,2-3 0-16,2 0-12 0,5-3-48 0,4 0-492 15,0-3-388-15,-4-3-1068 0,12-7-3273 16</inkml:trace>
  <inkml:trace contextRef="#ctx0" brushRef="#br0" timeOffset="47497.901">24343 9004 1460 0,'0'0'824'0,"0"0"832"16,0 0 1092-1,0 0-1452-15,0 0-296 0,0 0 72 0,24-70-39 0,-24 61-145 16,-4-1 124-16,-3 4 108 0,-6 0-160 0,-2-1-268 16,-2 1-252-16,-2 3 28 0,-1 3 56 15,4 0 168-15,-4 6-172 0,4 7-336 16,-4 6-120-16,4 6 32 0,4 7 16 0,-4 3-16 15,8 3 28-15,4-3-88 0,4-4-36 16,0-5-96-16,0-7 96 0,8-6-8 16,1-7 8-1,2-3-64-15,10-3 64 0,2-6-120 0,5-10-64 0,0-6-212 16,4-6-76-16,-1-1-12 16,-3-1 88-16,-3 2 32 0,-5 6 216 0,-1 7 72 0,-6 5-40 15,-2 0 16-15,-3 10 12 0,-4 0 88 0,0 3 292 16,4 4 232-1,-8 5-64-15,4 7-160 0,-4 0-52 16,0 4-52-16,0-2-60 0,0 6-36 16,0-5-16-16,0-6-80 0,0 0 48 0,0-4 20 15,0 1-68-15,4-1 8 0,0 1 40 16,0-3-44-16,0 5 104 0,4-2-108 0,-4-1 56 16,4 5-60-16,-4-1-68 0,0 0 68 15,0-4 0-15,-4 4 4 16,4-3-4-16,-4 0-52 0,0-4 52 0,0 1 40 15,0-1 20-15,0 2 12 0,0-3 40 32,0-2-12-32,-8 5-52 0,4-6 88 0,-4 2-76 0,4 0-56 15,-8-5 4-15,4 2 52 0,0-2-44 0,-4 2-12 16,0-4 20-16,4 0-24 0,-4 0-148 16,4 0 88-16,-3-4 8 0,3 2-108 15,3-4-196-15,-3-1 48 0,4 0 60 16,1 2 24-16,-1 1 64 0,0-3-148 0,-1 4 132 0,5 0 16 15,-4 0-64-15,4 3 60 16,0-3-12-16,0 3-24 16,0-2-152-16,0 2-216 0,0-7-380 0,4 3-564 15,1-5 152-15,-1 2-677 0,0 1-1199 16,3-3-1932-16</inkml:trace>
  <inkml:trace contextRef="#ctx0" brushRef="#br0" timeOffset="48335.185">24778 8791 3836 0,'0'0'168'0,"0"0"-168"15,0 0 3112-15,0 0-1528 0,0 0-432 0,0 0 49 0,0 0-97 16,0 0-272-16,0 0-196 16,0 0-216-16,0 0-164 0,0 0 148 15,16-19 428-15,-5 32-304 0,2 6-212 0,-2 3-92 16,-3 3-148-16,1 4 48 0,-5 0-60 15,-4 3-64-15,0-4 0 0,0-3-8 0,-4 1 8 16,0-3 52-16,-1-11-52 0,1 1 0 16,4-7 4-1,-4-4 84-15,4-2-76 0,0 0 36 0,0 0 104 16,0 0 44-16,0-8-88 0,0-9-104 16,0-5 204-16,4-3-108 0,0-4 12 15,5-2-52-15,2 2 16 0,-3 1 32 0,5 3 20 16,-2 6-128-16,2 0-112 0,2-1-84 0,-3 4-88 15,8 3-64-15,-3 1-224 0,2 2-496 16,-3 1-572-16,0 3-876 16,-4 2-1821-16,4 4-1223 0</inkml:trace>
  <inkml:trace contextRef="#ctx0" brushRef="#br0" timeOffset="48659.843">25132 8832 3088 0,'0'0'8137'0,"0"0"-7021"16,0 0-720-16,0 0 372 0,0 0 588 0,4 77 280 15,-4-65-316-15,0-2-568 0,0 0-396 16,0-4-120-16,0 0-52 0,0-3 24 0,0 1-124 16,0-1-84-16,0 0-168 0,0 0 24 15,4 0 8-15,0 0 24 0,1-3 28 16,3 0 8-16,-1 0-168 0,5 0-140 16,0-9 12-16,0-1 0 0,1-5 0 15,-2 2 148-15,1-3 0 0,-4 3-36 16,-4 1 20-16,0 1 188 0,-4 3 52 0,0-3 0 15,-4 5 180-15,-3-2 104 16,-6-3-120-16,1 5 72 16,0 4-72-16,0-2 120 0,1 4-36 0,2 0 24 0,1 0-36 15,-3 6-228-15,2 0-8 0,1 7-112 0,1-1-48 16,3 2-52-16,0-2-12 16,0 1-96-16,4 0-268 0,0-4-480 15,0 1-1008-15,8-7-1105 0,-1-3-1391 16,10-10-1163-16</inkml:trace>
  <inkml:trace contextRef="#ctx0" brushRef="#br0" timeOffset="48972.913">25475 8772 1096 0,'0'0'8640'0,"0"0"-6963"0,0 0-537 0,0 0 340 16,0 0 312-16,-8 79-28 0,1-54-444 15,-6 2-460-15,9-2-372 0,-4-3-196 16,8-3-276-16,-3-6-16 0,3-1-220 0,3-5-52 15,5-1 52-15,0-3 88 0,8-3 8 16,5 0-196-16,2-9-120 16,1-7-240-16,4-3-64 0,-4-3-152 0,0-1-212 15,-5 1 176-15,2 3 452 16,-6 3-4-16,-6 7 0 0,-2 5 276 0,-3 4 208 0,0 0 232 16,-4 0 572-16,0 11 232 15,0 1-152-15,-4 7 8 0,-3 0-136 16,-1 3 0-16,-1 0 8 0,5 1-148 15,-3-8-384-15,3 1-232 0,0-2-184 16,4-9-84-16,0 2-88 0,0-7-140 0,4 0-592 0,3-4-264 16,5-4-512-16,-3-6-2493 15,10-11-3135-15</inkml:trace>
  <inkml:trace contextRef="#ctx0" brushRef="#br0" timeOffset="49197.508">25922 8824 3252 0,'0'0'9017'15,"0"0"-7893"-15,0 0-744 16,-13 79 408-16,9-48 660 16,-3 7 64-16,3 3-312 0,-4 3-464 0,3 5-308 0,5 5-60 15,-4 3-88-15,0 6-84 0,-3 1-96 16,3-4-100-16,0-2-44 16,-5-11-88-16,9-9-4 0,0-10-280 0,0-4-132 15,0-13-28-15,0-1-28 0,0-10-164 16,0 0-340-16,0-10-76 0,4-6-104 0,1-9-744 15,-1-4-133-15,-4-5-387 0,0 4 312 16,0-22-2736-16</inkml:trace>
  <inkml:trace contextRef="#ctx0" brushRef="#br0" timeOffset="49443.48">25901 8788 3952 0,'0'0'3268'15,"0"0"-264"-15,0 0-1751 16,0 0-381-16,0 0 292 0,0 0-124 0,84-41-196 15,-68 41-116-15,0 0-184 0,0 0-160 0,0 3-84 16,0 3 20-16,0 4-108 16,-4 3-24-16,0-1-144 0,-4 7-40 15,-1 0-8-15,-7 7-40 0,0-1-92 0,-3 4-112 16,-5 3-76-16,-8-4-76 16,0 4 92-16,0-4 96 0,-4 0 60 0,0-2-40 15,-4 0-20-15,5-4-180 0,2-6-8 0,-3-3-144 16,5-4-320-16,-2-3-564 0,2-2-825 15,7-4-2079-15,-8-4-1343 0</inkml:trace>
  <inkml:trace contextRef="#ctx0" brushRef="#br0" timeOffset="50019.382">26798 8455 1812 0,'0'0'10405'15,"0"0"-8313"-15,0 0-944 0,0 0-164 0,0 0 420 16,0 0-124-16,0 0-556 0,0 0-392 15,0 0 156-15,12 79 156 0,-8-31-120 16,-4 6-303-16,0 3-101 0,0 0-68 16,0 0-52-16,-4-7-208 0,0 2-21 15,-4-5-63-15,4-2-60 0,0-10-308 16,0-7-148-16,4-5-100 0,0-11-536 0,4-8-700 16,0-4-780-16,8-10-209 15,-8 0-1163-15,8-11-72 0</inkml:trace>
  <inkml:trace contextRef="#ctx0" brushRef="#br0" timeOffset="50166.706">26865 8903 12 0,'0'0'6040'0,"0"0"-3284"16,0 0-623-16,0 0-221 0,0 0-196 16,0 0-192-16,0 0-48 0,0 0-256 15,80-32-200-15,-59 35-176 0,2-1-260 16,1 5-208-16,0-3-316 0,4-4-60 0,4 0 0 16,0-4-144-16,0-8-172 15,-1-2-280-15,1-5-320 0,4-2-388 0,-8-2-1012 16,-4 4-2428-16,0-6-3605 0</inkml:trace>
  <inkml:trace contextRef="#ctx0" brushRef="#br0" timeOffset="50363.944">27352 8499 8624 0,'0'0'4033'0,"0"0"-2569"0,0 0-740 0,0 0-84 0,0 0 280 15,0 0 324-15,0 0-96 0,0 0-336 16,-4 95-348-16,4-57-48 0,0 4-112 0,0 5-180 15,0 1-124-15,-4 7-68 16,0 1-164-16,0 2 0 0,-4-2-148 0,0-5-292 16,4 0-240-16,-4-6-352 15,8-11-604-15,0-8-1040 0,0 2-2721 16</inkml:trace>
  <inkml:trace contextRef="#ctx0" brushRef="#br0" timeOffset="51809.674">28622 8613 3908 0,'0'0'184'16,"0"0"3760"-16,0 0-1704 0,0 0-1015 15,0 0-813-15,0 0-104 0,-86 58 104 0,58-36 96 16,0 3 128-16,0-2-128 16,4-1-176-16,8-3-120 0,4-7-60 0,4 1 12 15,0-3-152-15,8-3-12 0,0 1-136 16,0-2 8-16,0 5 128 0,8-5 0 15,3 3 64-15,2-2 124 0,2-2-100 16,2 2 52-16,-2 0-52 0,-2-4 12 16,-2 3-92-16,-3 1 80 0,5-4 24 0,-10 6 128 15,1 1 76-15,-4 0 272 0,0 5-140 16,0 1-140-16,-7 3-72 16,-2 0-112-16,-3 0 36 0,1-2-60 0,-6 2-100 0,10-7 0 15,-6 1-112-15,5-7-36 16,1 0-184-16,7-6-404 0,-4 0-152 0,4 0-256 0,0-9-444 15,0-1-1117-15,15-15-3751 0</inkml:trace>
  <inkml:trace contextRef="#ctx0" brushRef="#br0" timeOffset="51992.366">28869 8855 6216 0,'0'0'264'0,"0"0"2940"0,0 0-1515 16,0 0-161-16,-28 83 364 15,9-58 108-15,3-3-424 0,-4 0-396 0,4-5-532 0,4-3-488 16,5-1-160-16,-2-7-260 16,9-1-116-16,0-3-140 15,4-2-308-15,8-7-476 0,13-5-296 16,6-9-848-16,-4-2-2341 0,18-22-2263 0</inkml:trace>
  <inkml:trace contextRef="#ctx0" brushRef="#br0" timeOffset="52206.297">29340 8410 4120 0,'0'0'3308'0,"0"0"677"16,0 0-2705-16,0 0-284 0,0 0 372 16,0 0-208-16,0 0 12 0,-60 80-340 15,40-42-228-15,5 6-76 0,2 8 24 16,2-2-64-16,-2 4-64 0,5 3-140 0,5 1-164 16,-5-5-120-16,8-2-96 0,0-6-88 15,0-8 112-15,0-9-64 0,8-5-20 16,-1-7 20-16,2-6-36 15,-5 0-12-15,3-8-120 0,-3 5-212 0,0-7-196 16,-4 0-364-16,4-4-576 0,-4-5-432 0,0 0-865 16,-4-11-5023-16</inkml:trace>
  <inkml:trace contextRef="#ctx0" brushRef="#br0" timeOffset="52356.434">29041 8855 7776 0,'0'0'2036'0,"0"0"-923"0,0 0 55 15,0 0 392-15,0 0-156 0,0 0-372 0,96-31-440 0,-64 24-280 16,-4 0-208-16,7 4-104 16,-3-3-200-1,0 2-52-15,0 1-300 0,-4 3-592 0,-4-3-788 0,-4 3-3301 16</inkml:trace>
  <inkml:trace contextRef="#ctx0" brushRef="#br0" timeOffset="53414.673">28188 8134 8808 0,'0'0'2905'16,"0"0"-1141"-16,0 0-696 0,0 0 92 0,0 0 132 0,0 0-176 15,0 0-376-15,0 0-544 0,0 0-184 0,-79-16-12 16,51 26-160-16,-4 5 100 16,0 5-4-16,-3 5-20 15,3 4-16-15,-5-1 52 0,2 1-40 16,-5 3-8-16,4 0-40 0,4-1 84 0,-3-3 4 16,3 1 40-16,4-4-68 0,4-5-8 15,7-1 20-15,2-10 56 0,7 0-64 16,3-5-40-16,5-1-12 0,-3 0 0 0,3-3 12 15,0 0-64-15,0 0-8 0,3 0 184 16,6 4 124 0,3-1 24-16,-1 0-100 0,6 0 52 0,-2 0 124 0,5 1-24 15,4-1-104-15,1-3 56 16,-2 0 32-16,5 0-48 0,-4 0 0 0,4-3-64 16,0-1-60-16,4 1 52 0,-4 0-60 15,0-3 44-15,0-1-48 0,0 0 0 0,0 2 0 16,-5-1 76-16,-3-1-68 15,-5 0 52-15,-2 0-48 0,-1 5 88 0,-5-1-52 16,-2 0 12-16,-1-1 40 16,-4 4 24-16,4 0-4 0,-4-2 52 0,0-3 60 15,0-1 64-15,0-2 56 16,0-6-216-16,0-5-136 0,-4 0-4 0,0-6-252 16,-5 0 72-16,2-8-320 0,-5-1-404 15,0-2-576-15,0 8-1580 0,-8-7-4209 16</inkml:trace>
  <inkml:trace contextRef="#ctx0" brushRef="#br0" timeOffset="54442.565">28858 7553 6884 0,'0'0'3948'16,"0"0"-2611"-16,0 0-353 0,0 0 100 0,0 0 140 0,0 0-44 16,0 0-344-16,0 0-316 15,0 0-260-15,-80-35-52 0,57 45-108 16,-5 5-12-16,0 5-28 0,0 2-12 0,-4 3 4 15,8 10-52-15,-4-2-16 0,4 7-80 0,4 2 8 16,0 5 76-16,5 3-160 16,2-1 72-16,1-2-108 0,9-6 84 15,3-6 116-15,0-3-68 0,7-7 76 0,1-3 124 16,5-2-72-16,2-7 32 0,-2-4-20 16,-2 1 60-16,5-4-4 15,-4-3 68-15,4-3-4 0,0 0 24 0,-1-3-36 16,6-3-100-16,-5-7-72 15,3 0-368-15,-6-6-456 0,2 3-316 0,-7-3-568 16,-3 10-1228-16,-5-8-2845 0</inkml:trace>
  <inkml:trace contextRef="#ctx0" brushRef="#br0" timeOffset="54604.746">28591 8007 3956 0,'0'0'820'0,"0"0"3308"0,0 0-1571 15,0 0-649-15,0 0-464 0,0 0-20 0,0 0-264 0,0 0-416 16,0 0-176-16,0 0-76 15,59-44-184-15,-42 31-224 16,-2-1-84-16,2 6-256 0,-2-5-212 0,-2 4-420 0,-2 2-368 16,2 1-404-16,-9 2-676 0,3 4-949 15,-7 0-1095-15,4 0 1328 16</inkml:trace>
  <inkml:trace contextRef="#ctx0" brushRef="#br0" timeOffset="54727.067">28755 7925 1220 0,'0'0'2584'15,"0"0"-264"-15,0 0-384 0,0 0-332 16,0 0-143-16,-9 72-201 0,5-52-112 0,4-1-248 15,0 2-52-15,-4-2-84 0,4 4-256 16,-4 0-236-16,4-2-272 0,-4 5-160 16,4-4-116-16,0 4-192 0,-3 0-664 0,3 2-684 15,0-9-2501-15,0 6-3003 0</inkml:trace>
  <inkml:trace contextRef="#ctx0" brushRef="#br0" timeOffset="55563.09">30077 8057 92 0,'0'0'2072'0,"0"0"732"0,0 0 1352 15,0 0-2516-15,0 0-187 0,0 0-73 16,0 0 76-16,0 0-144 0,0 0-132 0,0 0-300 15,68 77-216-15,-64-42 96 0,-4 6-112 0,0 6-244 16,0 8-76 0,-8-1-24-16,-1 4-108 0,2 1-112 0,-5 5-84 15,0 2 0-15,-4-3-160 0,5 2 4 16,-2-5-4-16,1-4-32 0,4-7-88 0,4-8 36 16,4-13-76-16,0-6 88 0,0-9-160 15,4-3-60-15,4-4-64 0,0-3-152 16,0-3-212-16,4-3-424 0,4-13-332 15,-8 7-1140-15,12-23-2649 0</inkml:trace>
  <inkml:trace contextRef="#ctx0" brushRef="#br0" timeOffset="55944.249">30639 8226 3636 0,'0'0'6516'0,"0"0"-4919"15,0 0-597-15,0 0 276 0,0 0 76 0,0 0-8 0,-20 75-448 16,8-35-192-16,4 1-88 16,0 3-112-16,0 1-88 0,0-1-120 15,1 1-88-15,-2-1-208 0,1-3-96 0,4 1-88 16,-3-1-96-16,-2-9-124 0,5-1-360 15,0-5-200-15,4-7-480 16,0-10-1488-16,0-3-3577 0</inkml:trace>
  <inkml:trace contextRef="#ctx0" brushRef="#br0" timeOffset="56135.63">30647 8610 4456 0,'0'0'5336'0,"0"0"-3531"0,0 0-513 15,0 0 488-15,0 0 284 0,0 0-364 0,0 0-532 16,84-6-372-16,-60 6-420 16,-1 0-312-16,9 0-64 0,-4-7-8 15,7 1-104-15,-2-6-156 0,3-1-380 0,-4-3-360 16,0 0-524-16,-4 4-1116 16,-9-2-2425-16,1-1-2867 0</inkml:trace>
  <inkml:trace contextRef="#ctx0" brushRef="#br0" timeOffset="56326.729">31030 8287 5016 0,'0'0'2224'0,"0"0"704"0,0 0-1687 16,0 0-9-16,-32 98 348 0,23-63-116 16,5 9-172-16,1-2-352 0,3 8-224 15,-4 1-284-15,0 6-124 0,0-3-212 16,-1 0-96-16,1-2-232 0,4-12-112 15,0-5 72-15,0-9-172 0,13-7-312 0,-5-10-276 16,8-2-368-16,-1-7-732 16,2-7-1733-16,-2-21-3363 0</inkml:trace>
  <inkml:trace contextRef="#ctx0" brushRef="#br0" timeOffset="56601.61">31376 8141 4820 0,'0'0'4396'16,"0"0"-1687"-16,0 0-1825 0,0 0-308 0,0 0 680 15,0 0 204-15,0 0-344 0,0 0-460 16,-8 78-324-16,4-40 16 0,4 6 8 16,-4 8-12-16,-4 5 48 0,0 4-160 15,1 2-108-15,-2 4-124 0,-3-4-160 16,0 1 0-16,4-7 28 0,0-6-4 15,4-7-108-15,4-6 72 0,0-9-100 0,0-7-84 16,4-3-312-16,4-6 60 0,0-4-116 16,0-2-324-16,0-7-340 0,0 0-516 15,4-7-505-15,-8 1-707 0,8-16-3148 0</inkml:trace>
  <inkml:trace contextRef="#ctx0" brushRef="#br0" timeOffset="56806.478">31702 8401 3588 0,'0'0'7617'16,"0"0"-6381"-16,0 0-484 0,0 0 960 0,0 0-124 16,0 0-752-16,92-7-492 0,-68 7-156 15,-4 0-164-15,0 0-24 0,4 0-212 0,-4 0-120 16,-5 0-552-16,2 0-832 15,-9 3-2357-15,-5 4-3155 0</inkml:trace>
  <inkml:trace contextRef="#ctx0" brushRef="#br0" timeOffset="56980.927">31655 8645 4592 0,'0'0'532'0,"0"0"1304"0,0 0 2092 0,0 0-2271 16,0 0-305-16,0 0 16 0,0 0-36 15,0 0-152-15,0 0-400 16,68 6-412-16,-44-6-304 0,-5 0-64 0,5-2-172 16,0-4-360-16,-4-1-644 15,0 3-820-15,4-2-3849 0</inkml:trace>
  <inkml:trace contextRef="#ctx0" brushRef="#br0" timeOffset="57557.136">32297 8451 3816 0,'0'0'5268'15,"0"0"-3135"-15,0 0-609 16,0 0-196-16,-4 83 72 0,4-51-156 0,0 6-348 0,0 3-128 0,4 7-44 16,0 3-84-1,-4-1-116-15,0 7-144 0,-8 1-196 16,-1 2-68-16,-2-3-116 0,-1 4-48 16,-4-4-64-1,8-7-20-15,-1-1-124 0,5-9 0 0,4-8 12 16,0-9-348-16,0-4-132 0,4-10-128 0,5-6-656 0,-1-3-776 15,-1-3-957-15,6-19-1983 0</inkml:trace>
  <inkml:trace contextRef="#ctx0" brushRef="#br0" timeOffset="57815.206">32408 8497 5764 0,'0'0'104'0,"0"0"1496"16,0 0 264-16,0 0-271 0,0 0-269 0,0 0-264 15,0 0-144-15,0 0-184 0,0 0-76 16,95-52-68-16,-78 52-108 0,3 0-80 16,-5 6-4-16,2 5-48 15,-6-2-100-15,-3 3-40 0,1 2 0 0,-6-3-156 16,-3 9 20-16,-3-1-72 0,-6 3-4 16,-7 0-4-16,-4-3 4 0,0 0-56 15,1-3-40-15,-9-4-84 0,4-1-288 0,-1-8-160 16,-3 0-92-16,5-3-192 15,3-3-348-15,-4-4-1212 0,12-2-2313 16,-4-17-547-16</inkml:trace>
  <inkml:trace contextRef="#ctx0" brushRef="#br0" timeOffset="58525.68">32946 7836 5460 0,'0'0'1612'0,"0"0"2425"0,0 0-2305 15,0 0-116-15,0 0-120 16,0 0-252-16,0 0-144 0,0 0-140 0,0 0-308 15,0 0-212-15,36 86-88 16,-32-61-84-16,-1 3-84 0,-3 1-76 16,0-4-96-16,0 3-4 0,0-5-8 15,-3-4-12-15,3 0 0 0,-4-6-132 16,4-3 92-16,-4 2-68 0,4-5-52 16,0-1-168-16,-4 0-136 0,4 0 48 0,0-2-52 15,0-1 60-15,-4 0-48 0,4-3 12 16,0 0 32-16,0 0 64 0,0 0 124 15,0-3 0-15,4-7-44 0,0-5-184 0,4-4 136 16,3-7 164-16,-2 4 112 0,6-3 40 16,-2 2-52-16,-2 2 60 15,6 1 4-15,-6 4 164 0,5-3 52 0,-4 6 124 16,0 0 24-16,0 4 28 0,-4 3 4 16,-4 0 4-16,4-1-28 0,-8 3-64 15,4 4-12-15,-4 0-36 0,0 0-36 0,3 0-80 16,-3 0-32-16,5 0 48 15,3 7 96-15,-4 0 4 0,0 2-52 16,3 4-24-16,-2 0-52 0,3 5-44 0,-4 1-16 16,0 1-12-16,0 6-56 15,-4-1-4-15,3 0-48 0,-3 4-24 0,0-4-64 16,0 3-256-16,0-2-12 0,0-1-208 16,0-2-104-16,-3-1-176 0,3-3-324 15,0-3-804-15,0-7-2065 0,0 1-2163 0</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39:40.71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definitions>
  <inkml:trace contextRef="#ctx0" brushRef="#br0">13662 2984 12089 0,'0'0'1952'0,"0"0"-1004"0,0 0 60 16,0 0 180-16,0 0-292 0,0 0-268 0,0 0-200 15,0 0-168-15,0 0-52 0,0 0 60 16,0 0 52-16,43 0 20 0,-22-2 16 16,2 2-88-16,1-5-88 0,0 5-20 0,0 0-64 15,0-2 0-15,0 2-88 16,4 0 76-16,0 0-84 0,3 0-4 0,5 0 4 15,5 0 56-15,2 0-56 0,0 0-8 16,6 0-40-16,-6 0 48 0,5 0-60 16,-4-4-4-16,0 2 52 15,-4 2-84-15,-5-4 24 0,1 2-12 0,-8 2-64 16,4 0 4-16,-4 0-16 0,-4 0-72 16,-4-5-36-16,0 5-76 0,0 0 4 0,-4-2-128 15,-4 2-156-15,-1-4-256 16,2 1-636-16,-5 3-1304 0,-4-3-3621 0</inkml:trace>
  <inkml:trace contextRef="#ctx0" brushRef="#br0" timeOffset="10908.346">1837 727 2240 0,'0'0'768'0,"0"0"4872"0,0 0-4400 16,0 0-272-16,-21-79 757 0,17 62-425 15,4 5-24-15,0 2-176 0,0 3-80 16,0 5-92-16,0 2-100 0,0 0-228 16,-3 2-208-16,3 9-220 0,0 4 156 0,0 11 208 15,0 12 232-15,0 12-199 0,0 10-325 16,0 5 156-16,-4 5-400 16,-5 2-40-16,1 2-180 0,5-2-180 0,-9 1 24 15,3-6 123 1,5-10-15-16,1-13 12 0,-1-8-96 0,4-17-100 15,0-7-24-15,0-5-664 0,0-7-160 16,4-3-252-16,-1-13-568 0,5-3-552 16,1-17-1377-16,-5 11-1351 0,0-29 3685 0</inkml:trace>
  <inkml:trace contextRef="#ctx0" brushRef="#br0" timeOffset="11272.683">1816 736 132 0,'0'0'4580'0,"0"0"1524"16,0 0-5063-16,0 0-397 0,44-73 516 15,-28 67-8-15,0 3-408 0,0 0-64 16,4 3-68-16,3 6-224 0,2 4 32 0,-5-1-60 16,4 7-12-16,-5 6-176 0,-2 3-88 15,-2 7-84-15,-6 10-4 0,-2 2-144 16,-7 7 52-16,0-4 92 0,-7 0-184 16,-6 2-8-16,2-8-76 0,-6-3-112 15,2-6 8-15,-2 0-184 0,-2-10-172 0,3 0 192 16,-1-6 100-16,6-7-4 0,-1-2 280 15,3-4 164-15,6-3 340 0,-5 0-24 16,8 0-52-16,0 0-84 16,0 0 56-16,0 0-120 0,0 0-116 0,8 0 8 0,0 3 108 15,4 4 148-15,8 2-12 0,-1 1 12 16,6 5 88-16,-5-2 540 16,-1 3-384-16,-2-4-296 0,-2 1-124 0,1-3-88 15,-4 3-244-15,0-5-4 16,0-1 36-16,0 0-136 0,0-4-384 15,4-3-448-15,-4 0-808 0,-4-3-2561 0,0-11-4199 16</inkml:trace>
  <inkml:trace contextRef="#ctx0" brushRef="#br0" timeOffset="11590.409">2282 1244 7928 0,'0'0'2552'0,"0"0"-1699"0,0 0-353 16,0 0 804-16,0 0 476 0,0 0-512 15,0 0-464-15,77 32-96 0,-62-38-176 16,5-10-152-16,3 0-168 16,2-9-212-16,-1-4-104 0,0 3-44 0,-9 1-260 15,-2 0 0-15,-2 6 148 16,-7 6 148-16,-4 3 112 0,0 1 68 16,0 6 128-16,-11 0-196 0,-2 3-84 0,2 0 68 15,-5 0 4-15,0 10 8 0,0 2-4 16,0 7 8-16,4 6 4 0,0 4 108 15,4 2 0-15,0 5 124 0,4-1 120 16,-4 0-84-16,8-4-112 0,-4 4-48 16,4-7-112-16,0-3-136 0,8-1-72 15,0-9-112-15,0 1-128 0,4-6-48 16,0-4 12-16,7-3-284 0,2-3-920 16,-5 0-620-16,16-9-2717 0</inkml:trace>
  <inkml:trace contextRef="#ctx0" brushRef="#br0" timeOffset="12028.653">2908 1111 5640 0,'0'0'6961'0,"0"0"-5609"0,0 0-616 16,0 0 928-16,0 0 12 0,0 0-504 16,0 0-608-16,-83 6-236 0,70 7-104 0,5 6-104 15,-3 3-36-15,2 3-72 0,5 5 40 16,0-2-52-16,4 1-56 0,0-4-76 15,0-3 20-15,4-6 16 0,0-4-76 0,1-1-96 16,3-9 12-16,3 1 8 16,2-3 64-16,2-5 0 0,2-9-236 15,2-2-148-15,1-3 84 0,-4-3 148 0,0-3-12 16,-1 3-76-16,2-1-120 16,-6 4 28-16,-2 6 188 15,-5 5 328-15,0 1 76 0,0 3 216 0,-4 4 72 16,0 0 112-16,0 0 240 0,0 0-180 15,0 0-40-15,0 4 12 0,-4-1-152 0,4 3-60 16,-4 0-76-16,4 0-48 0,-4 8 24 16,-1-2-12-16,5 1 0 0,-4-3-48 0,4 0-48 0,0-1-88 15,0-3-72-15,0-3-4 16,0 4-32-16,0-7-40 16,0 3-12-16,0-3-84 15,0 0-124-15,0 0 60 0,4 0-76 0,-4 0-72 0,5 0-28 16,-1 3-36-16,0-3-120 15,4 0-216-15,-5 0-472 0,6 3-456 0,-5-3-329 16,0 0-843-16,4 0-1660 0,-61-6 2032 0</inkml:trace>
  <inkml:trace contextRef="#ctx0" brushRef="#br0" timeOffset="12781.384">2717 1019 628 0,'0'0'3076'15,"0"0"2024"-15,0 0-3872 0,0 0-364 16,0 0 129-16,0 0 235 0,0 0-364 0,0 0-344 15,0 0-204-15,0 0-200 16,0 0 8-16,-25 32-24 0,22-20 28 16,-1 4-28-16,0 0 0 0,0 3 52 0,4 0-64 15,-4 3 24-15,-4 4-56 0,4 2-56 16,0 1-76-16,0-4-56 0,4 7 124 16,-4-3-48-16,4-1-72 0,0-3 16 0,4 0-116 15,4-6 40 1,0 1-152-16,4-7 136 0,8-4-176 0,-1-2-268 15,6-4 188-15,3-3-64 0,-4-6-192 0,4-7-653 16,3-3-1259-16,-11 4-2448 0,8-12 2940 16</inkml:trace>
  <inkml:trace contextRef="#ctx0" brushRef="#br0" timeOffset="13397.577">3246 752 2916 0,'0'0'2840'0,"0"0"1552"16,0 0-3864-16,0 69 169 15,0-30 703-15,0 2 188 0,5 7-288 0,-1 3-380 16,4 3 0-16,-8-3 8 16,4-1-384-16,-1 2-312 0,-3-2-232 0,0-9-36 15,4 0-148-15,0-6-28 0,-4-13-268 16,5-2-164-16,3-10 12 0,-1-8-144 15,1-2-280-15,5-7-604 0,-2-7-904 0,2-12-2185 16,-2 7-743-16</inkml:trace>
  <inkml:trace contextRef="#ctx0" brushRef="#br0" timeOffset="13579.451">3525 720 184 0,'0'0'10845'0,"0"0"-9021"16,0 0-1504-16,0 0 36 0,0 0 784 15,0 0 96-15,0 99-220 0,-4-55-296 0,4 7-164 16,-4 0-96-16,4 0-340 0,-3 3-120 16,3 0-268-16,0-1-116 0,-4 2-496 15,0-1-472-15,-4-3-1228 16,-1-4-2853-16,2-15-2446 0</inkml:trace>
  <inkml:trace contextRef="#ctx0" brushRef="#br0" timeOffset="14073.664">1837 1908 5196 0,'0'0'1096'0,"0"0"3921"16,0 0-3477-16,0 0-532 0,0 0 204 0,0 0 76 0,0 0-392 16,0 0-264-16,0 0-88 15,0 0 0-15,-25-28-4 0,25 28-124 16,0 0-184-16,0 0-136 0,0 0-48 0,4 0-32 15,4 0 44-15,8 0 124 0,4 0 20 0,4 0-32 16,8 0-64-16,3-4-100 16,10 1 4-16,6 0 52 0,9-4-56 15,8 1 148-15,11 0-144 0,1-4 0 0,3 4-12 16,1-1 0-16,4 0-40 0,0-1 32 16,4 2-112-16,-1-5 44 0,1 6 28 15,4-5-60-15,-5 6-28 0,1 1 76 16,-8 3 60-16,-13 0 120 15,-3 3-120-15,-12 1-124 0,-4 3-8 0,-9-4 80 16,2 0 4-16,-10 3 48 0,-7-4-48 0,-8 5 44 16,-4-3-204-16,-8-1-108 0,-4-3-52 15,-4 3-284 1,0-1-248-16,0 3-356 0,-4-3-476 0,-4 2-596 0,-5-4-3097 16</inkml:trace>
  <inkml:trace contextRef="#ctx0" brushRef="#br0" timeOffset="14845.929">4386 508 640 0,'0'0'9004'16,"0"0"-7299"-16,0 0-821 0,0 0-216 16,0 0 224-16,0 0 208 0,0 0-156 0,12 80-276 15,-8-37-168 1,4 12-16-16,-4 8 172 0,4 9-28 0,-4 8-244 15,4 0-176-15,-4 5-136 0,4-2-72 16,-5-4-48-16,6-5-160 0,-1-7 0 16,0-8 48-16,0-1-64 0,0-7 112 15,4-4-196-15,0-5-260 0,4-8-52 0,-5-9-396 16,9-5-436-16,1-11-328 0,-6-9-713 0,5-3-1595 16,-8-6-1104-16,8-20 4233 15</inkml:trace>
  <inkml:trace contextRef="#ctx0" brushRef="#br0" timeOffset="15138.577">5136 765 10724 0,'0'0'4221'0,"0"0"-3757"16,0 0-456-16,0 0 508 0,0 0 316 0,-77 86-100 15,58-54-396-15,-1 5-200 0,-1 5-24 16,2-2 36-16,3 6-112 15,0 1-36-15,4 2-124 0,-4 1 36 0,9-6-120 16,-2 1 48-16,1-8 0 0,4-8 160 16,4-4 4-16,0-9 172 15,0 1-168-15,8-5-4 0,5 1 40 0,2-4 168 0,5 1-76 16,0-4-12-16,4 0-76 16,0-2 0-16,0-4-48 0,-1 0-64 0,5-4-96 0,-4-8-236 15,0-1-140 1,1-4-284-16,-6-2-368 0,-3-2-484 15,-4-2-993-15,-8 9-2467 0</inkml:trace>
  <inkml:trace contextRef="#ctx0" brushRef="#br0" timeOffset="15319.74">5016 1235 588 0,'0'0'9728'0,"0"0"-7451"16,0 0-813-16,0 0-48 0,0 0 4 0,0 0-340 15,0 0-216-15,0 0-228 0,0 0 64 16,0 0-68-16,0 0-348 15,79-26-284-15,-59 13-228 0,1 1-188 16,-6-1-292-16,1 0-176 0,0 1-376 0,-8 3-792 16,0-1-764-16,-4 3-1505 0,-4 4-67 15,0 3 1104-15,-4 0 3192 0,0 0-276 16</inkml:trace>
  <inkml:trace contextRef="#ctx0" brushRef="#br0" timeOffset="15451.006">5175 1149 1736 0,'0'0'912'0,"0"0"-392"0,0 0 4704 15,0 0-3632-15,4 70-531 0,0-54 107 0,4 3 124 0,0 0-164 16,4 3-284-1,0 0-140-15,-4 0 12 0,4 1-44 16,-5 3-216-16,6-5-308 0,-5 5-148 16,-1-4-160-16,-2 0 12 0,7 1-324 15,-5-5-136-15,1-1-324 0,1-5-516 0,-1-3-656 16,-1-5-1081-16,6-4-2111 0,-9 0 2244 16,7-13 2285-16</inkml:trace>
  <inkml:trace contextRef="#ctx0" brushRef="#br0" timeOffset="15762.008">5705 562 6308 0,'0'0'6769'0,"0"0"-5989"0,0 0-704 15,0 0 732-15,0 82 628 0,0-43-272 16,4 2-432-16,-1 6-276 0,2 3-112 16,-1 8-60-16,0 2-64 0,0 3-208 15,0 1-12-15,0 0-112 0,-4-4-20 16,3 1-116-16,-3-10 76 16,0-1 12-16,5-2 0 0,-5 3-52 0,0-4-132 15,4-6 208-15,-4-6 0 0,0-9-236 0,8-13-104 16,0-10-252-16,-1-3-912 15,6-7-540-15,-5-6-97 0,-1 1-3531 0,-3-17 2860 16</inkml:trace>
  <inkml:trace contextRef="#ctx0" brushRef="#br0" timeOffset="15974.993">6000 1019 13341 0,'0'0'4260'16,"0"0"-3900"-16,0 0 232 0,0 0 564 16,79 2-180-16,-51-2-488 0,-4 0-320 0,8-2-168 15,-4-1-68-15,4-4-272 0,-4-2-368 16,4 3-160-16,-8 0-180 0,-5-1-912 16,-2 7-2872-16,-14 0-3241 0</inkml:trace>
  <inkml:trace contextRef="#ctx0" brushRef="#br0" timeOffset="16123.416">5992 1261 9744 0,'0'0'1357'0,"0"0"-381"16,0 0 988-16,0 0-120 0,0 0-592 0,0 0-408 16,100 22-216-16,-72-22-232 0,0-4-212 0,4 1-184 15,-5-3-224-15,5-1-612 16,-5 1-556-16,-3 0-1572 0,4-4-4489 15</inkml:trace>
  <inkml:trace contextRef="#ctx0" brushRef="#br0" timeOffset="16673.094">6697 962 1264 0,'0'0'316'15,"0"0"7876"-15,0 0-6527 0,0 0-317 16,0 0 368-16,0 0-80 0,0 0-496 16,0 0-296-16,40 86-240 0,-32-48-76 0,0 3-60 15,0 6-40-15,0-2-76 0,0 6-60 16,-1-1-132-16,2 1-52 16,-1 6 52-16,0 1-160 0,-5 0-12 0,1-2-60 15,0-2-4-15,-4 0-56 16,5-10-136-16,-5-5 60 0,0-11-60 15,4-6-160-15,-4-6-148 0,0-6-164 0,0-10-188 16,4 0-192-16,-4-4-532 0,4-11-432 16,-4-7-2161-16,0 3-1403 0,0-23 2885 15</inkml:trace>
  <inkml:trace contextRef="#ctx0" brushRef="#br0" timeOffset="16936.431">6761 1070 6384 0,'0'0'3980'0,"0"0"-2179"16,0 0-1109-16,0 0-272 0,0 0 116 16,0 0 212-16,0 0-128 0,0 0-192 15,0 0-152-15,0 0-76 0,0 0 68 0,92-19-84 16,-77 29-32-16,2-1-152 0,-2 4-52 0,-3 2-108 16,-7 1 136-16,-1 3 24 15,-4 0 0-15,0 0-4 16,-9 0-136-16,1 4 92 0,-3-4-44 0,-6 0-108 15,2-3-268-15,-6-4-136 0,1 1-52 16,5-7 120-16,-6 1-316 0,2-4-608 0,3-3-829 16,0-6-1863-16,4-4 660 0,0-3 2033 15,0-5 1459-15</inkml:trace>
  <inkml:trace contextRef="#ctx0" brushRef="#br0" timeOffset="17388.394">7024 508 6900 0,'0'0'3096'0,"0"0"-1559"0,0 0-769 15,0 0-116-15,0 0 548 0,0 0-204 16,35 73-364-16,-35-54-284 0,0 6-92 16,0 1-20-16,0-1-12 0,-3 0-224 0,-1 1-124 15,0-1-76-15,4-6-24 0,-4-2-80 16,4-5-24 0,0-5 140-16,0-5 0 0,0-2-12 0,0 0-144 15,4-2-172-15,0-5 328 16,3 1 188-16,1-7 0 0,1-3 8 0,2 0 124 0,-3 0-132 15,5 0 76-15,-6 4-24 16,5-1 112-16,-3 0 292 0,-2 7-104 0,-3 0-24 16,0 6-28-16,0-4 44 0,5 4-60 15,-5 0-20-15,-1 0 60 0,5 7-100 16,0 2 36-16,1 1 12 0,2 2 76 0,-3 4-164 16,4 0-112-16,-4 0-8 0,0 0-64 15,-4 2-48-15,4 1-76 16,-4 4-148-16,0-4-248 0,0 4-64 15,0-4-332-15,3 0-760 0,-7-7-1452 16,4 4-3733-16</inkml:trace>
  <inkml:trace contextRef="#ctx0" brushRef="#br0" timeOffset="18636.628">7474 974 3908 0,'0'0'4904'0,"0"0"-3016"0,0 0-783 16,0 0-129-16,0 0 388 0,0 0-104 0,0 0-556 16,79 42-276-16,-66-23-76 15,-5 3-116-15,-1 0 12 0,1 1 24 0,1-1-96 16,-5 3 20-16,-4 3-160 0,0-3-36 16,0 5-60-16,0-1-28 15,-8-1-24-15,-1-6-48 0,5 0-112 16,1-9-64-16,-1-4 48 0,4-6-48 0,0-3-44 15,0 0-96-15,4 0-52 16,-1-9 108-16,10-3 412 0,-1-8-268 0,3-5 8 16,1 0 116-16,1-4 152 0,-2-2 104 0,2-2-104 15,-2 5 4-15,2 2 120 0,-2 1 16 16,1 9 52-16,0 0 48 0,-4 7 12 16,4-1 48-16,-5 4-20 0,2 3 32 0,-5 3 28 31,-1 0 12-31,6 3 48 0,-9 7-136 0,0-1-92 0,3 0-48 15,-7 8 36-15,4-2-84 0,-4 7 12 16,-4-3-76-16,0 4-12 0,-3-1-64 16,3-4-48-16,-5-4-60 0,5-4 84 15,4-4 0-15,0-3 80 0,0-3 8 0,0 0 0 16,0-3-40-16,9-3-96 0,3-7 128 16,-1-6 4-16,6-4 0 15,3-2-160-15,-1-1 104 0,1-2 60 0,0 2 12 16,0 4-12-16,4 3 0 0,-4 3 108 15,0 3-36-15,-4 5 128 16,-1 1 48-16,2 7-12 0,-6 0 12 0,2 0 48 0,-1 2-48 16,-1 9-76-16,2 2-24 0,-6-1-12 15,1 4-40-15,0 3 4 0,-3-3-16 16,-1 3-32-16,-1 0 12 0,-3 3-64 0,4-3-124 16,-4 1-36-1,0-5-184-15,4 1-284 0,-4 0-92 16,4-4-236-16,0-2-380 0,5 0-896 0,-6-4-2313 15,5-3-2399-15</inkml:trace>
  <inkml:trace contextRef="#ctx0" brushRef="#br0" timeOffset="23890.349">11482 1019 1540 0,'0'0'952'0,"0"0"6316"0,0 0-5783 16,0 0-649-16,0 0 8 0,0 0 532 0,0 0-116 16,0 0-440-16,0 0-236 15,0 0 28-15,0 0-204 0,0-31-224 16,8 17 40-16,4 2-52 0,4-8-40 0,-4 5-132 16,4-4-112-16,4 3 104 0,-4 3-40 15,-5 1-76-15,2 5 0 0,-1 1-48 16,-5 3-16-16,2 3-8 0,-5 0 196 15,0 9 88-15,3 4-4 0,-3 6 52 16,-4 6 12-16,0 4-12 0,0 2-84 0,0 1 32 16,0 3-8-16,0-3-64 15,0 0-8-15,-4-1-4 0,4-5 0 0,0-3 48 16,0-9-40-16,0 0 68 16,0-4-72-16,0-4-4 0,0-3-4 0,4-3-72 15,-4 0 68-15,0 0 4 0,5 0-204 16,-5-3-164-16,4-3-24 0,0-7-52 15,0-4-212-15,3-2-332 0,-7-6-1112 16,4 3-3245-16,-4-10-575 0</inkml:trace>
  <inkml:trace contextRef="#ctx0" brushRef="#br0" timeOffset="24054.933">11530 698 92 0,'0'0'9988'16,"0"0"-8415"-1,0 0-585-15,0 0 360 0,0 0 184 0,0 0-488 0,0 0-460 16,0 0-396-16,0 0-52 0,0 0-44 16,0 0-92-16,60 0-324 0,-44 0-424 15,8 0-272-15,-5-3-508 0,-6 0-1248 0,6 3-3401 16</inkml:trace>
  <inkml:trace contextRef="#ctx0" brushRef="#br0" timeOffset="24441.145">12175 783 5044 0,'0'0'7313'16,"0"0"-6085"-16,0 0-1152 15,0 0 392-15,0 0 532 0,0 0 184 0,0 0-548 0,0 0-312 16,0 0-236-16,0 0-88 15,0 0-32-15,-19 33 28 0,3-14-92 0,-4 0-28 16,0 6 36-16,-4-3 88 0,4 4 0 16,-4-4 4-16,4-2-4 0,5-1 76 15,-2 0-28-15,6-7-36 0,2 1 0 16,1-4 124-16,8-2-60 0,-4-1 0 16,4 3 20-16,0 1 104 0,8 3-12 0,0-1-4 15,4 1 24-15,4 3 64 0,4 1-60 16,0-6 8-16,0 5 0 15,0 1-120-15,0-5-40 0,-4-3-60 0,0 3 0 16,3-1-40-16,-2-2-72 0,-2-2-208 16,5-4-344-16,-3 3-328 0,2-6-396 0,-2 0-952 15,-2 0-2161-15,1-3-2711 0</inkml:trace>
  <inkml:trace contextRef="#ctx0" brushRef="#br0" timeOffset="25041.664">12498 771 10068 0,'0'0'1673'0,"0"0"-517"0,0 0 380 0,0 0 76 15,0 0-408-15,0 0-336 0,0 0 8 0,0 0 16 0,0 0-280 16,0 0-244-1,76 89-100-15,-68-60 12 0,0-1-52 0,-4 4-128 16,0-4-100-16,-4 2-76 0,0-5-32 0,4-3 96 16,-4-3-108-16,4-3-4 0,-1-7-20 15,-3-2 32-15,5-1 16 16,-5-6-124-16,4 3-60 0,-4-3-36 16,4 0-16-16,0 0 88 0,0-6 44 0,3 0 200 15,6-10 0-15,2 0 0 16,-2-10-8-16,2 3-80 0,-2-4 76 0,2-5-112 0,2 3 4 15,-2-3 108-15,-2 4-64 16,2 3 64-16,-3 2-60 0,0 7 60 0,-4 3 12 16,0 5 4-16,0 1 44 0,-4 3 76 15,-4 4 72-15,4 0 24 0,0 4 36 16,0 5 100-16,0 3 0 0,3 7-64 0,-2 4-48 16,3 0 12-16,-4 2-148 0,4 3-56 15,-5-6-52-15,6 5-132 16,-5-2 48-16,0-3-16 0,4 0-68 0,-1 1 32 15,2-1-204-15,2-3-136 0,-3-1-88 16,5 1-164-16,-6-3-112 0,1-2-540 16,0 1-1184-16,-3-3-2385 0,-1 1-3771 15</inkml:trace>
  <inkml:trace contextRef="#ctx0" brushRef="#br0" timeOffset="45348.174">13367 1569 1632 0,'0'0'2504'0,"0"0"3728"0,0 0-4223 16,0 0-749-16,0 0-344 0,0 0 432 0,0 0-184 15,0 0-444-15,-4 57-312 0,4-32-60 16,0 7 8-16,0 5 0 0,0 8-12 16,0 6 0-16,0 6-52 0,-4 3-72 0,4 3-72 15,-4 8-144 1,-1-1-4-16,2 0-4 0,3-1-72 0,-4 1-20 15,0 0-12-15,4 0 8 0,0 0-72 16,0-7 52-16,8 0 108 0,-5-6-88 0,6-5-8 16,-1-15-128-16,0-5 116 0,-5-10-64 15,6-6-64-15,-5-6-132 0,0-4-116 16,0-6-108-16,0 0-256 16,-1-6-500-16,1-10-604 0,5-6-809 0,-5-10-2027 15,0 4-272-15,0-26 4461 0</inkml:trace>
  <inkml:trace contextRef="#ctx0" brushRef="#br0" timeOffset="46170.934">13419 1594 468 0,'0'0'7436'0,"0"0"-4784"0,0 0-1143 0,0 0-489 0,0 0 368 16,0 0 48-16,0 0-332 0,0 0-348 16,0 0-160-16,0 0-20 0,0 0 4 0,67-6-140 15,-42-1-220-15,-2 0-84 0,5-2-64 16,0-1 0-16,0 1-60 16,4 0-12-16,-1 2-8 0,1-3-52 15,0 4 0-15,0 0 8 0,8 0 44 16,0-4 8-16,3 4-72 0,-2-7-12 15,6 3-4-15,-2-2-120 0,-2-1-24 0,5 1-36 16,-4-1-52-16,-1 0 36 0,-2 3 124 16,-6 4 100-16,-7 3-28 0,0 3-36 15,-8 0 76-15,-4 0-40 0,-4 3 84 0,0 3 4 16,0 0 88-16,-1 5 24 16,-2-2-40-16,3 1-64 0,-1-1 4 15,2 0 0-15,2 1 76 0,-2-1-80 0,2 1-4 16,1 0 0-16,0-1-4 0,4 1 48 15,-4-1 136-15,0 0-140 0,-4-2-44 0,0 3 0 16,-4-1 148-16,0 3-16 16,-5-1 28-16,2 4-84 0,-1 1-4 0,-4 3-60 15,0 3 52-15,0 4-64 0,0 2-4 16,-4 1 0-16,-1 3-12 0,2 3-44 16,-5 2 0-16,4 2 48 0,0 2 0 15,-4 0 12-15,4 4 0 0,-4-1 0 16,8 3 0-16,0 5 0 15,-4-5 464-15,4 4-284 0,0 0-180 0,0 0-60 16,0 0 60-16,0 2 132 0,0-5-132 16,0 0 4-16,4-4 4 0,-4 1 176 15,4-11-124-15,-4-2-60 0,0-3 0 0,0-6 16 16,0-2-4-16,0-2 36 0,0 0-44 16,-4-3 0-16,4 0 4 15,-4 0 0-15,0-4 0 0,4 1 0 0,-4 0-8 16,4-4 4-16,-4 1 4 0,4-4 4 15,0 1-8-15,-4-5-4 0,4 2-4 16,0-4-68-16,0 0-28 0,0 0 28 16,0 0 0-16,0 0-52 0,0 0-36 0,-4 0-36 15,4 0 12-15,-4 0 64 0,4 0-28 0,-4 0-24 16,4 0 0-16,-4 0 24 0,0 0 24 16,0 0 64-1,1 0 52-15,-2 3-116 0,1 0-76 16,0-3-44-16,-4 0-192 0,1 4-24 0,3-4-124 15,-9 3-136-15,5-3-200 0,-8 0-132 16,5 0-260-16,-10 4-385 0,2-4-567 0,-5 2-1832 16,4 1 32-16,-16 4 3721 0</inkml:trace>
  <inkml:trace contextRef="#ctx0" brushRef="#br0" timeOffset="48585.636">11211 774 2612 0,'0'0'0'16,"0"0"92"-16,0 0-64 0,0 0 4364 0,0 0-3056 15,0 0-572-15,0 0-180 0,0 0 140 16,0 0 61-16,0 0 115 0,4-5-184 0,-4 5-168 16,0 2-116-16,0-2-88 0,0 0-16 15,-4 3 52-15,4 0 48 0,-7 1-112 16,-1 3-280-16,-9 5-36 0,1 1-164 15,-7 6-48-15,-1 0-92 0,4 3 40 16,-5-3 48-16,6 0 0 0,3-3-8 16,0-1 32-16,0 1 64 0,4-3 64 15,1-3 64-15,2-1-52 0,5-3 52 0,0 0 0 16,0 1-4-16,1-3 4 0,3-4 0 0,0 3 296 16,0-3-144-16,0 0-76 15,3 3 152-15,1 3 0 0,4-3 48 16,5 4 104-16,-2 2-104 0,1-2-88 15,0 3-52-15,4-1-128 0,-4 0-8 0,4-2-72 16,-4 2 8-16,0 1-24 0,4-1 12 16,-8-3 12-16,7 4-112 15,-2-3-100-15,-5 0-380 0,3-2-448 16,-2 4-508-16,-1 2-1409 16,-5-6-4119-16,-3 11 5808 0</inkml:trace>
  <inkml:trace contextRef="#ctx0" brushRef="#br0" timeOffset="50333.176">10570 813 364 0,'0'0'1240'16,"0"0"-392"-16,0 0-520 0,0 0 3608 0,0 0-2260 15,0 0-560-15,0 0-316 0,0 0 77 16,0 0 35-16,0 0 100 0,0 0-160 16,4-11-344-1,-4 11-232-15,0 5-60 0,0-3 0 0,0 2 48 0,0 8 148 16,3 1 8-16,6 9-20 0,-5 4-40 15,4 2-196-15,-1 4-124 0,2 3-40 16,-5 0-136-16,0 3-104 0,-4 0 144 16,0 3-56-16,0-3 4 0,0-2-64 0,0-2-184 15,0-2-204 1,0-3-212-16,4-4-152 0,-1 0-248 0,1-6 56 16,0-2-1225-16,1-5-3159 0,-1-3 3100 0</inkml:trace>
  <inkml:trace contextRef="#ctx0" brushRef="#br0" timeOffset="55343.034">26403 2777 2988 0,'0'0'1236'0,"0"0"2356"0,0 0-2036 16,0 0-520-16,0 0-239 0,0 0 167 16,0 0 8-16,0 0-220 0,0 0-116 15,4-2-208-15,1 2-76 16,6 2-88-16,1-2 12 0,1 4 0 15,6-1-20-15,-3-3 4 0,8 4-84 16,0-4-28-16,4 3-136 0,0-3-4 0,0 0-8 16,3 0-12-16,1 0-52 0,4 0 60 15,4 0 4-15,0-3-124 0,8 3 24 16,-1-4 0-16,6 1 12 0,-2 3 76 16,9 0-52-16,-1 0 56 0,5 0-92 0,5 3-28 15,-6 4 52-15,1-4 12 0,-4 3-72 16,0 1 72-16,-5-1-60 0,-3 0-92 15,0 1 56-15,-5-5-32 0,-6 5 92 16,-2-4-40-16,-3-3 44 0,-4 3 92 0,-4 1-80 16,-8-4 8-16,3 0 68 15,-3 0-120-15,-3 0-72 0,-6 0-244 0,1-4-180 16,-3 1-244-16,-6 3-572 0,1-3-189 16,-4 0-863-16,0-1-1932 15</inkml:trace>
  <inkml:trace contextRef="#ctx0" brushRef="#br0" timeOffset="58821.34">26751 746 4176 0,'0'0'1252'0,"0"0"3788"0,0 0-3315 0,0 0-233 16,0 0-124-16,0 0 104 0,0 0-152 15,0 0-384-15,0 0-420 0,3 28-160 0,-3-6 232 16,0 3-136-16,0 14-208 0,0 6 60 16,-3 5-24-1,3 11-72-15,-9 6-136 0,5 5-72 16,-4-1 0-16,1 1-72 0,-6-1-88 0,1-8 28 15,5-6-4-15,-2-9-8 0,5-11-40 16,0-4-60-16,4-14-132 0,0-7-64 16,0-6-176-16,0-2-84 0,0-4-300 0,4-7-476 15,5-8-1212-15,-5-9-3077 0,0 3-419 16,-1-16 4904-16</inkml:trace>
  <inkml:trace contextRef="#ctx0" brushRef="#br0" timeOffset="59096.117">26698 848 860 0,'0'0'8472'0,"0"0"-7344"0,0 0-303 16,0 0 111-16,0 0 356 0,0 0-340 15,0 0-156-15,0 0-180 0,81-52-136 0,-62 52-20 16,5 6-100-16,0 1-60 16,-5 3-104-16,-2 3-8 0,-6-1-64 0,2 1 36 15,-9 0-12-15,0 0-12 0,-1-1 0 16,-3 4-36-16,-3-3-92 15,-5 2-4-15,-9 1-8 0,2 3-4 16,-5-5-92-16,-4 0-84 0,4 0-40 0,0-5 4 16,0-2-68-16,4-4 4 15,4-3-28-15,0 0-160 0,1 0-348 0,-2-7-388 0,5-2-548 16,5-1-557-16,-5 1-1575 16,8-3-876-16,0 5 4540 0,0-5-1104 0</inkml:trace>
  <inkml:trace contextRef="#ctx0" brushRef="#br0" timeOffset="60003.132">27069 600 416 0,'0'0'1604'15,"0"0"4232"-15,0 0-4140 16,0 0-544-16,0 0-239 0,0 0 75 0,0 0-96 16,0 0-356-16,0 0-408 0,0 0-52 15,0 0 64-15,43-42-4 0,-34 36-20 16,3 0-4-16,-5-1 16 0,2 4-4 0,-5 0 28 16,4 3 12-16,-5 0-36 0,1 0 48 15,0 3-48 1,-4 3-128-16,9 4-4 0,-9 3 4 0,4-1 96 15,0 7-96-15,-4 4-12 0,0 0-40 16,0-2 52-16,0 2-60 0,0-4 52 0,0-4-4 16,0-2-76-16,3-4 88 15,-3 1 4-15,4-4 4 0,0-2-8 16,-4-1-4-16,4 1 4 0,0-4 4 0,-4 0-4 16,9 0-404-16,-6 0-216 0,5-4-112 15,0-6-224-15,1 1-248 16,-2-4-721-16,-3 0-2635 0,0 1-356 0,-4-7 4621 15</inkml:trace>
  <inkml:trace contextRef="#ctx0" brushRef="#br0" timeOffset="60202.119">27196 333 2620 0,'0'0'12'0,"0"0"2140"0,0 0 2776 16,0 0-3559-16,0 0-829 0,0 0 64 0,0 0-156 16,0 0-204-16,0 0-244 15,0 0-332-15,84-50-372 0,-80 46-365 0,4 4-495 16,-4 0-1656-16,0 0-1868 0,-4 0 4316 0</inkml:trace>
  <inkml:trace contextRef="#ctx0" brushRef="#br0" timeOffset="60603.91">27471 621 9440 0,'0'0'1308'0,"0"0"-691"0,0 0 255 0,0 0 484 16,0 0-216-16,0 0-520 0,0 0-308 16,0 0-172-16,96 0 60 0,-72-5-128 0,0 2-72 15,-1-4-188-15,1 1-228 0,0 0-200 16,-3 0-260-16,-2-1-424 0,-3 0-717 16,-4 2-1871-16,1-2-1508 0,-10-6 5380 0</inkml:trace>
  <inkml:trace contextRef="#ctx0" brushRef="#br0" timeOffset="60819.943">27595 402 2468 0,'0'0'328'0,"0"0"3964"16,0 0-1916-16,20 71-827 0,-12-39-329 0,-4-1 32 15,-4 4-184-15,0 0-312 16,0 3-408-16,-4 1-348 0,-4-5-60 16,4-2-92-16,-1-4-592 0,5-5-168 0,5-10-288 15,3-1-717-15,4-9-2287 0,0 1-704 16,4-8 3656-16</inkml:trace>
  <inkml:trace contextRef="#ctx0" brushRef="#br0" timeOffset="61070.204">27917 431 1608 0,'0'0'1448'0,"0"0"4272"0,0 0-4064 16,0 0-263-16,0 0-177 0,0 0 16 15,0 0-208-15,0 0-356 0,28 86-104 16,-19-57-100-16,-5 2-128 0,-1 8-28 15,-3 2-84-15,0 0-140 16,0 7-84-16,-3 0-76 0,-1-4-208 16,-5-3-276-16,5-3-176 0,0 0-388 0,0-3-584 15,1-6-933-15,-1 0-2643 0,0-11 20 16,4 5 5032-16</inkml:trace>
  <inkml:trace contextRef="#ctx0" brushRef="#br0" timeOffset="64811.795">29105 1854 4 0,'0'0'2976'16,"0"0"1940"-16,0 0-3920 0,0 0-232 15,0 0 348-15,0 0 189 0,-12 83 3 16,8-46-176-16,0 8-356 0,4 3-196 16,-4 2-120-16,4 2-8 0,0 0-60 15,-4 0-140-15,0-1-12 0,0-4 0 0,0-5-100 16,0-4-124-16,4-10 36 15,-3-3-44-15,3-5-4 0,0-7-68 16,0-4-32-16,0-3-356 0,0-2-156 0,3-4-204 16,5 0-264-16,0 0-544 15,4-10-712-15,-4-3-2093 0,4-6-759 0,-5 7 5184 16,2-11-1328-16</inkml:trace>
  <inkml:trace contextRef="#ctx0" brushRef="#br0" timeOffset="64993.293">29137 2248 1784 0,'0'0'768'0,"0"0"4980"0,0 0-4348 0,0 0-496 16,0 0 357-16,0 0 251 0,0 0-68 16,0 0-272-16,80 31-280 0,-52-24-236 0,-5 2-108 15,5-6-144-15,4 1-132 0,-4-4-196 16,4-4-76-16,-1-5-272 0,-3-4-344 0,4 0-392 16,-4-5-320-16,4-1-952 0,-8-4-1649 15,4 1-1959-15,-12 6 3464 0,4-5 1329 16</inkml:trace>
  <inkml:trace contextRef="#ctx0" brushRef="#br0" timeOffset="65187.853">29610 1917 1108 0,'0'0'7944'0,"0"0"-6276"0,0 0-831 0,0 0-129 0,0 0 416 16,0 0-248-16,0 0-40 0,0 0-120 16,0 0-200-16,-19 90-76 0,19-56 8 0,-4 5-52 15,0-2-12-15,0 4-212 16,0 4-72-16,-4-3-36 0,0-1-64 15,1 0-72-15,-2 1-4 0,1-8-72 16,0 1-160-16,5-3-176 0,3-7-228 16,0 1-332-16,0-8-496 0,0-5-812 0,3-2-1681 0,1-5-1383 15,8-6 5104-15</inkml:trace>
  <inkml:trace contextRef="#ctx0" brushRef="#br0" timeOffset="65926.667">30495 1988 7096 0,'0'0'4849'0,"0"0"-3953"0,0 0-896 0,0 0-16 16,0 0 16-16,0 0 436 0,0 0-28 0,-99 33-192 15,71-22-216-15,0 1 8 16,-4 4 60-16,0 4 96 0,0-5-36 0,1 4-52 16,-1 0-76-16,4 4-52 0,-4-8 8 0,4 5 44 15,4-4 0-15,4-4-52 0,8 1 52 16,0-7 0 0,1 1 0-16,6-1 176 0,1-3-12 15,0 0 4-15,4 0 32 0,0 0 4 0,0-3-28 16,0 4 12-16,0-1 12 0,0 0 28 15,0-3-4-15,0 6-44 0,0-3-4 16,8 4-52-16,1-1 0 0,2 1-12 0,1-1-12 16,4 0 0-16,1 1 0 15,-2-1-24-15,5-3 8 0,0 4-20 16,4-5-52-16,-4 5-12 0,3 3 0 0,1-3-48 0,0 1 32 16,4 2-32-16,4 0 36 15,-4 2-52-15,4 1-48 0,0 3 28 16,0-3 72-16,0 2-60 15,-1 1 72-15,-7-3 48 0,1 0-48 0,-6-7 12 16,-3 0 188-16,0 1 48 0,-8-4 0 16,0 0 0-16,-4-3 48 0,0 0 136 15,-4 0 36-15,0 0-88 0,0 0-84 0,0 0-4 16,0 0 28-16,0 0 56 0,0 0 40 16,4-6-124-16,-4-7-196 0,4-6-96 15,4-7-108-15,0-2-16 0,0-11-116 0,-1 6 104 16,6-9-24-16,-5 3-120 15,-1 2-136-15,-3-1-156 16,1 2 32-16,-1 2-76 0,-4 5-252 0,0 3-316 0,-9 1-696 16,-2 6-656-16,-1 2-1597 15,0 9-1715-15,-8-3 5784 0</inkml:trace>
  <inkml:trace contextRef="#ctx0" brushRef="#br0" timeOffset="66490.945">29552 2873 912 0,'0'0'3896'0,"0"0"16"15,0 0-3304-15,0 0-116 0,0 0 528 16,0 0 241-16,0 0-237 16,0 0-184-16,79-16-80 0,-72 16-180 0,2 0-52 15,-1 0-176-15,-4 3-60 0,3 0-68 0,-3 4-36 16,1 2-28-1,-1-2-60-15,0-1-12 0,0 4 0 0,-4-4-40 16,4 0 16-16,-4 3 8 0,0-2-64 0,3 0-4 16,-3 0-4-16,0 1 0 0,0-4-4 15,0 3 4-15,0-5-12 0,4-2-124 16,-4 0-88-16,0 0-136 0,0 0-128 0,0-2-192 16,4-3-252-16,1-4-200 15,-1-3-376-15,0-4-1665 0,0 3-3447 16,-1-9 6348-16</inkml:trace>
  <inkml:trace contextRef="#ctx0" brushRef="#br0" timeOffset="66670.924">29790 2569 784 0,'0'0'10689'15,"0"0"-8961"-15,0 0-1280 0,0 0 32 0,0 0 648 16,0 0-172-16,0 0-504 0,0 0-452 0,0 0-188 15,0 0-216-15,0 0 28 16,28 0-256-16,-20-4-544 0,0 4-844 16,-4 0-2413-16,4 0-1399 0,-8 0 5312 0,-56 4-564 15</inkml:trace>
  <inkml:trace contextRef="#ctx0" brushRef="#br0" timeOffset="67455.765">31392 1638 1696 0,'0'0'664'0,"0"0"5460"16,0 0-4416-16,0 0-623 15,0 0-265-15,0 0 152 0,0 0 224 0,0 0-84 16,0 92-296-16,0-51-152 0,0 4-16 16,0 6 8-16,-4 3 0 0,0 2-168 0,-8 5-104 15,0-4-140-15,-4 0-160 0,-4-2-12 16,0-5-72-1,0-3 0-15,0-2-12 0,1-6-36 16,3-11 40-16,8-3-4 0,-1-6-96 0,5-6 44 16,4-4-44-16,0-2-260 0,0-1-260 15,0-6-224-15,0 0-252 0,4 0-696 0,5 0-716 16,-5-9-721-16,7-1-1299 0,-2 1-116 16</inkml:trace>
  <inkml:trace contextRef="#ctx0" brushRef="#br0" timeOffset="67617.646">31364 2158 2804 0,'0'0'468'16,"0"0"6132"-16,0 0-5219 0,0 0-185 0,0 0-112 0,0 0 132 0,0 0 8 15,0 0-308-15,48-2-368 0,-28 2-276 16,-1 0-172-16,6 0-100 0,-1-4-76 0,-5-4-408 16,9-6-604-16,-4-2-612 15,0 0-1364-15,-8 0-4037 0,8-6 4609 0</inkml:trace>
  <inkml:trace contextRef="#ctx0" brushRef="#br0" timeOffset="67837.261">31698 1813 5196 0,'0'0'5632'0,"0"0"-4899"16,0 0-513-16,0 0 192 0,0 0 700 15,0 85 484-15,0-53-412 0,0 1-532 16,0 0-288-16,-3 9 8 0,-5-4 12 15,0 3 172 1,-4 5-200-16,-4-6-184 0,0 2-96 0,-4 2-72 0,0-6-4 16,4-2-4-16,0-5-84 0,4-6-244 0,4-6-100 15,4 0-36-15,4-6-80 0,0-4-100 0,0 1-308 16,4-4-636-16,0 1-876 0,5-7-2273 16,-6 2-951-16,13-2 5028 0</inkml:trace>
  <inkml:trace contextRef="#ctx0" brushRef="#br0" timeOffset="68104.147">31790 2448 2780 0,'0'0'0'0,"0"0"0"0,0 0 5596 0,0 0-4096 16,0 0-415-16,0 0 23 0,0 0 272 16,0 0-136-16,0 0-364 0,0 0-404 15,0 0-220-15,28 9-44 0,-24-3-36 16,0 1-16-16,-4 2-8 15,5 1 96-15,-2 3 100 0,-3-1-100 16,0 1-100-16,0 4-24 0,0-5-12 0,0 3 12 16,0-2-52-16,0-3-72 0,-3-1-12 15,3-2 0-15,0-7-64 0,0 0-368 0,0 0-324 16,0 0-56-16,3 0-336 0,5-10-896 16,0-2-1181-16,-4 1-4707 15,8-8 7552-15</inkml:trace>
  <inkml:trace contextRef="#ctx0" brushRef="#br0" timeOffset="68254.672">31914 2282 104 0,'0'0'9896'0,"0"0"-7871"0,0 0-633 0,0 0-336 0,0 0 180 16,0 0-292-16,0 0-272 0,0 0-240 0,0 0-312 16,0 0-120-16,31 4-224 0,-14-4-208 15,2 3-304 1,-2-3-536-16,3 0-844 0,-1 0-2121 15,-6 0-2415-15,6 0 6288 0</inkml:trace>
  <inkml:trace contextRef="#ctx0" brushRef="#br0" timeOffset="68518.229">32153 2530 1716 0,'0'0'1656'0,"0"0"5909"16,0 0-5745-16,0 0-1396 0,0 0-156 16,0 0 328-16,0 0 40 0,0 0-324 0,0 0-312 15,84-16-176-15,-65 10-52 0,5 2-252 16,4-2-296-16,-4-3-696 15,4-1-1237-15,-8 4-3939 0,4-4 5656 0</inkml:trace>
  <inkml:trace contextRef="#ctx0" brushRef="#br0" timeOffset="68754.484">32328 2292 1400 0,'0'0'2124'0,"0"0"2680"16,0 0-3224-16,0 0-459 0,-16 89-105 15,8-60 264-15,1-1 64 16,-6 4-372-16,2 0-364 0,-1-4-308 16,-1-2-140-16,6-1-84 0,-1 1-72 0,-1-7-4 0,5 0-12 15,4-7-112-15,0 1-188 16,0-4-320-16,8-6-404 0,1 4-524 15,2-7-1357-15,-3 0-3327 0,9-3 4224 0</inkml:trace>
  <inkml:trace contextRef="#ctx0" brushRef="#br0" timeOffset="68986.455">32667 2352 952 0,'0'0'10057'0,"0"0"-8693"16,0 0-920-16,0 0-148 0,0 0 708 0,-16 83 460 16,12-61-344-16,0 7-584 0,0-1-364 15,0 2-96-15,0 1 24 0,0 1-92 16,0-1-8-16,0 1-12 0,4-4-124 16,-4 4-488-16,4-6-116 0,0-5-192 0,0 2-1056 15,4-2-2069-15,0-7-2683 0,4 5 6324 16</inkml:trace>
  <inkml:trace contextRef="#ctx0" brushRef="#br0" timeOffset="78405.669">5183 3603 2300 0,'0'0'484'0,"0"0"4580"0,0 0-3832 16,0 0-532-16,0 0-120 0,0 0 257 16,0 0 203-16,0 0-132 0,0-3-268 15,0 3-172-15,0 0-100 0,0 3-80 16,4 1 4-16,4 5 184 0,-4 7 96 0,4 0-48 15,0 6-76-15,-5 6-100 0,6 4-128 16,-1 3 16-16,0 10-88 0,-1 5-24 16,-2 7-80-16,3 8-44 0,-4 7 0 0,0 2-4 15,-1 1-88-15,-3-1 88 0,0-5-68 16,4-5 12-16,-4-10-16 16,5-9 76-16,-5-12 8 0,4-7 4 0,0-10-12 15,0-3-8-15,0-7-152 0,-1 1-312 16,-3-7-36-16,4 0-104 0,0 0-420 15,1 0-348-15,3-9-460 0,-4-8-1281 16,3-1-2483-16,-3 1 3832 0,0-15 229 16</inkml:trace>
  <inkml:trace contextRef="#ctx0" brushRef="#br0" timeOffset="78602.617">5358 4153 1852 0,'0'0'8540'0,"0"0"-7339"0,0 0-805 16,0 0 68-1,0 0 952-15,0 0 152 0,0 0-288 0,0 0-508 16,0 0-188-16,92 22-104 0,-68-19 48 16,0-3-36-16,3 0-160 0,1-7-176 15,0 2-76-15,0-5-80 0,-4 0-4 0,1-2-156 16,-2 2-136-16,1-2-228 16,-4-2-304-16,4 0-348 0,-5-3-1032 0,-2 4-2345 15,-6 4-2375-15</inkml:trace>
  <inkml:trace contextRef="#ctx0" brushRef="#br0" timeOffset="78872.977">5789 3657 4364 0,'0'0'4960'16,"0"0"-2211"-16,0 0-1933 15,0 0-468-15,0 0 504 0,0 0 588 0,0 0-372 16,0 0-496-16,0 0-100 0,0 0-52 15,28 77 52-15,-21-40-4 0,6 11-148 16,-5 6-176-16,3 3-32 0,-3 7 36 16,1-1-140-16,-5 1 36 0,-1-3-44 0,1-5-4 15,0-2-80-15,4-6 32 0,-8-6-80 0,5-8 124 16,-1-5-92-16,-1-10 28 0,1-4-100 16,0-5-248-16,4-3-332 15,-3-5-180-15,2-2-520 0,1 0-944 0,0 0-753 16,4-6-2443-16</inkml:trace>
  <inkml:trace contextRef="#ctx0" brushRef="#br0" timeOffset="79121.037">6191 4356 5744 0,'0'0'1628'0,"0"0"2673"0,0 0-3161 0,0 0-336 15,0 0 464-15,0 0 180 0,0 0-252 16,0 0-380-16,0 0-320 0,0 0-140 15,0 0-36-15,56 60-124 0,-52-53-112 0,4 2-84 16,-5-3 0-16,1 4-12 0,1-1 4 16,-1 1-4-16,0 2-60 0,0-2-4 15,-4 3 16-15,4 2 48 0,-4-1-88 0,0-3 16 16,0 0-40-16,0-5-72 0,0-4-160 16,0 3-212-16,3-5-28 0,-3-5 88 15,4 0-40-15,1-11-572 0,3 0-884 0,-4-3-2017 16,0 3-2839-16,-4-9 5792 0</inkml:trace>
  <inkml:trace contextRef="#ctx0" brushRef="#br0" timeOffset="79291.637">6271 4023 5672 0,'0'0'5313'0,"0"0"-2637"0,0 0-1460 0,0 0-700 16,0 0 356-16,0 0 148 0,0 0-496 15,0 0-376-15,0 0-148 0,0 0 0 16,32-13-148-16,-17 6-364 0,6 0-588 0,-2-1-612 16,-3 2-1508-16,5-5-5065 0</inkml:trace>
  <inkml:trace contextRef="#ctx0" brushRef="#br0" timeOffset="102191.521">10725 552 6004 0,'0'0'2092'16,"0"0"-1016"-16,0 0-388 0,0 0-160 0,-83-13-12 16,59 13-127-16,0 0-237 0,-8 10 260 15,-4-1 408-15,-3 7-204 0,-2 4-200 16,-6 5 44-16,-1 7 108 0,-4 0 24 15,0 2 12-15,-4 4-172 0,4 1-132 0,1 2-200 16,3 0 96-16,0 3 4 0,4-2-48 16,9-2-152-16,3 6 0 0,4-5 0 0,7 0 12 15,10 3 48-15,3-5-60 0,3 2 0 16,5-3-112 0,13 0 108-16,2-3-184 0,9 0 176 0,4-3 8 0,8 3 4 15,-4-4 0-15,9 1 76 16,-2 0-76-16,5 0-76 0,0 0-4 15,3-4 76-15,1 1 4 0,5-1 0 0,2-2 4 16,4-5 4-16,5 2 0 0,8-4-8 16,0-3-4-16,3 0 0 15,5 0 4-15,8-4-176 0,0-2 164 0,3 0 8 0,5-5 4 16,3 2 108-16,1-7 4 16,8 3-88-16,3-3-24 15,1 0-60-15,7-6-92 0,1 0-108 0,11-4-92 0,0-3 36 16,5 1 16-16,3-1 84 0,-3-3 128 15,-1 4 24-15,1-1 52 16,-8-4 12-16,-1 2 276 0,-3-3 52 0,-1-2 76 16,1-2 84-16,-5-1 24 0,-8 1-104 0,1-3-232 15,-12-5-176-15,-5-1-124 16,-11-1-64-16,-9-2 76 0,-6 2-148 16,-18-3-16-16,-7-1 228 0,-8 5-76 0,-8-3 60 15,-9-1 64-15,-10 0 0 0,-9 0-12 16,0-3-48-16,-20-1-216 0,-4-2-116 15,-12 0 204-15,-4 0 72 0,-8-1-60 16,-3-2 88-16,-5-1-516 0,-4-2 72 0,-3 2 240 16,-1-2 204-16,0 5 88 0,1 1 328 15,-2 0 104-15,1 3 112 16,-3 3 160-16,-5 3-48 0,-4-3-208 16,-7 7-100-16,-5-4-236 0,0 3 48 15,-7 1-160-15,-4 2-84 0,-6 7 76 0,-6 0-144 16,-12 3-8-16,-1 7 108 0,-8 0-44 15,-7 5 20-15,-8 4-24 0,-5 0-12 16,1 4 108-16,-9 8-72 0,5 4 0 16,-8 6-48-16,4 7 0 0,-1 5-168 0,4 8-236 15,1-1-368 1,0 10-884-16,44-10-2401 0,-53 23-2215 0</inkml:trace>
  <inkml:trace contextRef="#ctx0" brushRef="#br0" timeOffset="105076.521">5243 6284 5004 0,'0'0'3172'0,"0"0"-1876"16,0 0-612-16,0 0-296 0,0 66 89 15,0-41 1895-15,0 7-1216 0,0 6-476 0,0 3-188 16,3 9 128-16,-3 5 200 0,0 6-88 16,0 2-88-16,0 4-176 0,0-4-136 0,-3 1-28 15,3-4-84-15,0-5-12 0,-4-8-60 16,4-3-112-16,0-9-36 15,0-3-84-15,0-10-16 0,0-7-44 16,0 1-40-16,0-9-60 0,0 0-76 0,0-4-112 16,4-3-220-16,-4 0-104 15,0-3-80-15,0-8-348 0,0-8-536 0,0-6-844 16,0 6-2049-16,0-25-979 0</inkml:trace>
  <inkml:trace contextRef="#ctx0" brushRef="#br0" timeOffset="105338.204">5139 6445 5076 0,'0'0'3900'15,"0"0"-2272"-15,0 0-611 0,0 0 35 16,0 0-144-16,0 0-32 0,0 0-84 0,0 0-376 16,84-3-128-16,-64 9-112 0,0-2-8 15,-5 3-92-15,2-2-76 0,-6 1 0 16,2 1-60-16,-5-4 56 0,-1 3-80 15,-7 4 4-15,4-1 72 0,-4 3 8 16,-8 5 16-16,1 2 148 0,-14 3-120 0,-3 3-44 16,1 1-192-16,-1-7 76 0,-4 0-232 15,4-6-232-15,5-1-216 0,-5-2-452 0,-1-6-68 16,9-2-1229-16,4 2-1687 16,1-4-755-16</inkml:trace>
  <inkml:trace contextRef="#ctx0" brushRef="#br0" timeOffset="105737.755">5944 5880 4408 0,'0'0'6148'0,"0"0"-4575"16,0 0-845-16,0 0 124 0,0 0 468 0,0 67-152 15,0-46-304-15,0 8-204 0,0 3-140 0,0 6-52 16,0 6 24-16,0 8 208 15,0 1-176-15,0 4-172 0,0 4-96 0,0 2-48 16,0 1-60-16,0 3-88 0,0-4-12 0,0 0-48 16,0 0-124-16,4-2 52 15,0-7 12-15,0 0-96 0,4-6 44 16,0 0 4-16,-4-6-124 0,4-5-60 0,0-2-112 0,-4-3-76 16,4-4-24-16,0-2-112 15,-5-8-176-15,6-5-240 16,-1-2-792-16,-4-6-2041 0,0-5-2879 0</inkml:trace>
  <inkml:trace contextRef="#ctx0" brushRef="#br0" timeOffset="106935.336">7003 6204 4820 0,'0'0'2916'0,"0"0"-1000"16,0 0-764-16,0 0-611 0,0 0-41 0,0 0-192 15,0 0 116-15,0 0 200 0,0 0-116 0,0 0-88 16,-71-45-40-16,60 49-112 15,-2 2 8-15,-2 3-12 0,-2 7 64 0,2 0 88 16,-6 6 112-16,-3 3-4 0,5 4-104 16,-1 2-8-16,-1 5-140 0,2-1-64 15,3 6 16-15,0 0-52 0,4 4-12 0,0 3-28 16,8 2 40-16,1-2 12 0,3 2 12 16,0-2-84-1,3-3 36-15,5-4-16 0,4-2-44 16,0-12-80-16,4 3 0 0,0-8-8 0,-1-3-68 15,6-4-4-15,-1-2-136 0,3-6 88 16,1-5-140-16,8-2-48 0,0-9-356 0,0-4-176 16,0-2-168-16,4-4-300 15,-4-1-540-15,4 1-304 0,-12 4-1957 16,12-8-1103-16</inkml:trace>
  <inkml:trace contextRef="#ctx0" brushRef="#br0" timeOffset="107255.368">7522 6273 10904 0,'0'0'2197'0,"0"0"-1357"0,0 0-412 0,0 0 596 16,0 0 472-16,0 0-220 0,0 0-476 0,-76 38-368 16,60-15-100-16,-3 6-40 15,-2 5-96-15,-3 8 0 16,9 3-88-16,-5 2 40 0,8 3-40 0,-1-2 52 15,6 0-12-15,-1-3-28 0,8-4-12 16,0-10-32-16,0-2-64 0,8-7-12 16,3-6 0-16,6-4-112 0,3-1 52 0,-5-6 60 15,10-2-60-15,-6-3 52 0,5 0-92 16,-4 0 4-16,1-3-52 0,-2-6-80 16,-3-4-200-16,0-2-36 0,0 1-152 0,-8-1-232 15,-1-1-356-15,-3 3-376 16,-4 1-116-16,0 2-388 0,-7 1-537 0,-1 2-1491 15,-12-2 96-15</inkml:trace>
  <inkml:trace contextRef="#ctx0" brushRef="#br0" timeOffset="107571.718">7374 6703 1084 0,'0'0'5580'15,"0"0"-3424"-15,0 0-396 0,0 0-243 16,0 0-213-16,0 0-96 0,0 0-52 16,0 0 76-16,0 0-4 0,0 0-120 0,97 0-264 0,-74 0-296 15,5-4-256 1,-4-3-204-16,-4-1-88 0,-1-3-148 15,-2 2-108-15,-6-1-304 0,6 1-212 16,-6-1-200-16,-3 1-468 0,1 2-416 16,-5 1-596-16,-1 0-85 0,-3 3-275 0,0-1 680 15,-3 4 516-15,-5-3 884 0,-1 3 732 16,-2 0 1292-16,3 3-28 0,-5 1 208 0,6 5-4 16,-1 0 32-16,4 4-15 0,-5 4-125 15,9 1-364-15,-4 1-212 0,4 3-152 16,0 3 160-16,0 2-172 0,4-2-48 15,0 4-36-15,1-1-28 0,-1-3-164 0,0 4-120 16,3-6-116-16,-3 2-108 16,0-6-172-16,0-3-24 0,1-1-324 0,3-2-396 15,-5-6-204-15,5 0-520 0,1-5-1324 16,-5-2-3481-16</inkml:trace>
  <inkml:trace contextRef="#ctx0" brushRef="#br0" timeOffset="108265.289">7909 6517 9096 0,'0'0'2417'0,"0"0"-1265"15,0 0-896-15,0 0-128 0,0 0-44 16,0 0-84-16,0 0-216 0,0 0-936 0,0 0-809 15,0 0-2023-15,0 0-1308 0</inkml:trace>
  <inkml:trace contextRef="#ctx0" brushRef="#br0" timeOffset="108420.731">7924 6715 860 0,'0'0'7020'16,"0"0"-4752"-16,0 0-619 0,0 0-201 0,0 0-204 15,0 0-220-15,0 0-512 0,0 0-512 16,80 48-60-16,-68-45-268 0,8 0-464 0,-5-3-540 16,-2 0-1413-16,6 0-3239 0</inkml:trace>
  <inkml:trace contextRef="#ctx0" brushRef="#br0" timeOffset="110282.801">8399 6252 1720 0,'0'0'5564'0,"0"0"-3616"0,0 0-552 16,0 0 29-16,0 0 211 0,0 0-52 0,0 0-300 15,0 0-316-15,0 0-176 0,7 84-100 16,-3-57-92-16,0 1-84 0,0 3-104 16,0 8-92-16,1 3-40 0,-1 5-24 15,-1 0-52-15,1 8-92 0,-4-2-64 16,4 1 36-16,-4 0-84 0,0-6-8 0,0-3-40 16,0-4-52-16,0-6-32 0,4-4 0 15,0-9-112-15,1-5-196 0,-1-10-120 16,-1-5-212-16,5-2-372 0,0-2-296 0,1-12-132 15,-6-2-660-15,5 0-917 16,-4 0-1503-16,-4-6-563 0</inkml:trace>
  <inkml:trace contextRef="#ctx0" brushRef="#br0" timeOffset="110467.169">8462 6763 7948 0,'0'0'1904'15,"0"0"-755"-15,0 0-429 0,0 0 496 16,0 0 208-16,0 0-96 0,0 0-212 0,0 0-136 0,0 0-300 15,79-16-272-15,-58 19-112 0,3 0 304 16,-5 0-344 0,1-3-248-16,5 0-4 0,-1 0 4 0,-5 0-8 15,5-6-232-15,-4-1-136 0,0-5-136 16,0-4-480-16,4 0-96 0,-9 1-1260 16,-2 1-1721-16,-1-8-1147 0</inkml:trace>
  <inkml:trace contextRef="#ctx0" brushRef="#br0" timeOffset="110649.868">8781 6429 1304 0,'0'0'6868'0,"0"0"-5496"0,0 0-684 0,0 0 177 16,0 0 595-16,-4 80-16 0,4-53-268 16,4 6-472-16,4 2-176 0,-5 3 48 0,6-3 156 15,-1-1-264-15,-4-2-196 0,3-3-268 16,-2-4-4-16,-1-3-112 15,0-3-20-15,4 2-364 0,-5-10-276 0,1 3-320 16,5-6-736-16,-1-1-2301 0,-1-7-2027 0</inkml:trace>
  <inkml:trace contextRef="#ctx0" brushRef="#br0" timeOffset="110861.291">9063 6832 9924 0,'0'0'1589'0,"0"0"-1169"15,0 0-160-15,0 0 620 0,0 0 228 0,0 0-388 16,0 0-440-16,0 0-180 0,0 0-92 16,0 0 0-16,0 0 4 15,73 64-12-15,-65-51 8 0,-1 0 4 0,-3 1 64 0,0 3-12 16,-4-1-56-16,0-3-8 0,0-4 0 16,0-3-112-16,0 1-444 0,0-7-456 15,0 0-404-15,-4 0-1173 0,-4 0-2795 0</inkml:trace>
  <inkml:trace contextRef="#ctx0" brushRef="#br0" timeOffset="111022.76">9080 6585 7840 0,'0'0'3297'0,"0"0"-1793"0,0 0-792 16,0 0 216-16,0 0 172 0,0 0-672 0,0 0-364 15,0 0-64-15,84 0-616 0,-69-10-764 0,2 4-1605 0,2-16-5807 16</inkml:trace>
  <inkml:trace contextRef="#ctx0" brushRef="#br0" timeOffset="111303.489">9534 6222 11025 0,'0'0'2104'0,"0"0"-1796"0,0 0-92 0,0 0 1076 16,0 0 368-16,79 35-616 15,-58-22-536-15,7 6-188 0,-5 3-24 0,1 1-24 16,0 2-100-16,-4 4-172 16,4 0-8-16,-4 6-68 0,-4-1 72 0,-4 2-44 15,-1 1 36-15,-6 1-48 0,-1 0 8 16,-4 0-44-16,0 0-188 0,-13 1 36 15,2-1 64-15,-2-3 96 0,2 1-72 16,-9-3-160-16,4 3-176 0,0-1-116 0,-4-4 20 16,0-1-128-16,0-5-76 15,1-3-256-15,-2-4-460 0,6-8-977 0,-9 0-2363 16</inkml:trace>
  <inkml:trace contextRef="#ctx0" brushRef="#br0" timeOffset="117912.928">6885 7499 444 0,'0'0'5644'0,"0"0"85"15,0 0-4693-15,0 0-640 0,0 0 200 16,0 0 368-16,0 0-120 0,0 0-236 16,0 0-172-16,95 4-136 0,-59-4-16 0,-4 0-120 15,7-4-16-15,1-3-48 0,4 4 36 16,4 0-88-16,4-3-36 0,0 4 100 0,8-2 148 16,0-3-40-16,3 1-96 0,1-1-120 15,3-2 0-15,5 0-4 16,4-1-24-16,3 1 16 0,-3-1 8 15,3 3-88-15,-2 1-8 0,-6 0-64 0,2 3 160 16,-2 3 12-16,0 0-12 16,-3 0 0-16,0 0 0 0,-4 0 84 0,-4 0-84 15,-9-3-172-15,5-1-48 0,0 1 96 16,-4-3 112-16,3 3-40 0,-7 0-48 16,-4-4-308-16,-8 1 308 0,-9 3-24 0,-3-3-252 15,-7 6 28-15,-6-5 32 16,-7 5 88-16,0 0 16 0,-4 0-40 15,0 0-88-15,0 0-116 0,-4 0-392 0,-3 0-688 16,-10 5-1457-16,2-5-3015 16,-17 6 4184-16</inkml:trace>
  <inkml:trace contextRef="#ctx0" brushRef="#br0" timeOffset="118328.843">7817 7610 4304 0,'0'0'4296'0,"0"0"-1879"0,0 0-1117 16,0 0-304-16,0 0 120 15,0 0 208-15,15 76-280 0,-6-40-288 16,-5 2-84-16,0 6-92 0,0-3-116 15,-1-3-96-15,1 1-108 0,0-5-116 16,0 1-44-16,1-2-100 0,-5-8-8 16,4-6-164-16,0-11-112 0,-1-4-132 0,1-4-260 15,0-4-252-15,5-8-204 0,-1-3-452 0,3-10-972 16,-3-5-2661-16,1 5-1743 0,-2-8 6804 16</inkml:trace>
  <inkml:trace contextRef="#ctx0" brushRef="#br0" timeOffset="118485.019">8004 7671 236 0,'0'0'8900'0,"0"0"-6691"0,0 0-813 16,0 0-184-16,0 65-60 0,0-35 20 15,0 1-288-15,0 1-324 0,4-4-164 16,-4 4-12-16,0-6-152 0,0 2-232 16,4-2-48-16,0-1-448 0,-1 0-396 0,2 1-308 15,-1 0-1300-15,0-7-5729 0</inkml:trace>
  <inkml:trace contextRef="#ctx0" brushRef="#br0" timeOffset="119087.65">7247 8643 40 0,'0'0'8992'16,"0"0"-6655"-16,0 0-505 0,0 0-460 15,0 0-88-15,0 0-80 0,0 0-184 0,0 0-148 16,24 65-196-16,-13-29-64 16,6 2 12-16,-6 6-88 0,2 4-220 0,-2 6-111 15,2 0 75-15,-5 9-100 0,-1 4-120 16,-7 3-60-16,0 5-36 0,0 2 24 15,0-1-96-15,0-5 0 0,0-8-24 0,0-6-52 16,4-9-97-16,0-10 37 16,0-10 16-16,-4-9 20 0,5-6-160 0,-1-7-8 15,-4-2-116-15,0-4-96 0,4-4-372 0,-4-5-656 16,0-10-804-16,3-7-1729 16,-3 3-1155-16</inkml:trace>
  <inkml:trace contextRef="#ctx0" brushRef="#br0" timeOffset="119350.255">7310 8794 1256 0,'0'0'1632'0,"0"0"3680"0,0 0-3392 16,0 0-735-16,0 0 99 0,0 0-60 16,0 0-196-16,0 0-412 0,0 0-276 15,80-38 24-15,-64 42-24 0,-4 2-4 16,4 3-112-16,-4 4-60 0,0 3-52 0,-8 4-52 15,0 1-52-15,-4 2-8 16,0-1-88-16,0 3 36 16,-8 1-20-16,0-4 56 0,-3 0 16 0,-2-3 64 15,-2-3 0-15,-2 0-64 0,6-3-248 16,-6-5-136-16,2-1-308 0,-2 0-392 16,6-7-488-16,-6 0-132 0,6-7-993 0,-2-6-1947 15,6 5 536-15</inkml:trace>
  <inkml:trace contextRef="#ctx0" brushRef="#br0" timeOffset="119892.358">7649 8499 3416 0,'0'0'4'15,"0"0"7945"-15,0 0-6105 0,0 0-1104 0,0 0 44 0,0 0 436 16,0 0-252-16,0 0-332 15,0 0-264-15,0 0-116 0,41 44-80 0,-38-27-56 16,1-5-44-16,-4 4-68 0,0 0-8 16,0-3 0-16,0 2-12 15,0-4-88-15,0-3 4 0,0-2 20 16,-4-6 16-16,4 5-52 0,0-5-124 0,0 0-60 16,0 0-64-16,0-7-116 0,8-3 192 0,0 1 132 15,-4-3 24-15,8-2 64 16,-4 5 16-16,0-1 32 0,-3 4 16 15,6 0 52-15,-7 2 164 0,0 4 72 0,3-3 60 16,-2 3-24-16,3 0-160 0,-4 0 44 16,0 0-72-16,3 3 16 15,-3 4-4-15,1-1 24 0,3 0-88 0,-4 4 64 0,0 3 4 16,-1-1-20-16,-3 4-8 16,4-4-36-16,-4 7-28 15,0-2-60-15,0-4-60 0,-4 2-76 0,4-2-320 16,-3-3-188-16,3-4-164 0,0-3-184 15,0 0-392-15,0-3-996 0,0 0-2145 16,0 0-1387-16,0-6 4712 0</inkml:trace>
  <inkml:trace contextRef="#ctx0" brushRef="#br0" timeOffset="120269.829">8032 8617 5672 0,'0'0'5192'0,"0"0"-2975"0,0 0-1161 0,0 0-156 16,0 0 412-16,0 0-144 0,0 0-312 16,0 0-204-16,0 0-260 0,0 0-72 15,0 0-124-15,88 9-152 0,-77-9-44 0,6 0-12 16,-6-2-208-16,1-2-344 0,1-3-236 15,-6 4-228-15,1-3-576 0,-4-1-1540 16,1 1-3633-16</inkml:trace>
  <inkml:trace contextRef="#ctx0" brushRef="#br0" timeOffset="120569.495">8335 8497 5480 0,'0'0'6933'0,"0"0"-5593"0,0 0-756 15,0 0 288-15,0 0 460 0,0 0-408 16,0 0-492-16,0 0-284 0,0 0-96 0,0 0-52 16,83-46-44-16,-74 44-76 0,-2 2 8 15,5 0 112-15,-3 2 108 16,-5 4-48-16,-1 8-12 0,1 2 88 0,0 3-72 15,-4 3 8-15,0-3-60 0,0 3-12 16,0-3-8-16,0-3-52 0,0-3-40 16,0-4 0-16,0-3-96 0,0-2-40 0,0-4-248 15,0 0-264-15,0 0-284 16,0-10-664-16,0 1-980 0,0-1-3257 0</inkml:trace>
  <inkml:trace contextRef="#ctx0" brushRef="#br0" timeOffset="120743.32">8410 8232 4832 0,'0'0'7677'0,"0"0"-5781"16,0 0-872-16,0 0 8 0,0 0 60 0,0 0-300 16,0 0-396-16,0 0-396 0,0 0-24 0,0 0-508 15,92-28-508-15,-76 25-552 0,-4 3-1620 16,8 0-4313-16</inkml:trace>
  <inkml:trace contextRef="#ctx0" brushRef="#br0" timeOffset="121669.333">8917 8956 4048 0,'0'0'1300'0,"0"0"4004"0,0 0-3415 15,0 0-869-15,0 0-92 0,0 0 108 16,0 0-144-16,0 0-268 0,0 0-28 16,0 0-12-16,83-22-80 0,-67 41-100 0,0 0-44 15,-4 6-80-15,-4 4-84 0,0 0-36 16,-5-1-88-16,1 1-60 0,-4 3-8 15,0-4-4-15,0-6-124 16,0 1-20-16,-4-11-52 0,4-3 0 0,-3-2 24 16,3-3-36-16,0-4-52 0,0 0-24 15,0 0-36-15,0-6-136 0,0-8-176 16,7-5 332-16,6-6 112 0,2-7 40 16,2-3-164-16,-2 0-68 0,2 1 180 0,3 2 124 15,-1 7 76-15,-2 2 56 0,-2 4 172 16,1 7 164-16,0 2-80 15,-7 3-12-15,2 4 48 0,1 3 0 0,-4 0-64 16,0 7 24-16,0 2-60 0,-1 7-12 16,2 3-100-16,-5 4 24 0,-4 2-28 15,0 1-44-15,0-1-88 0,0 3 0 0,0-6-64 16,-4 1 56-16,-5-4-112 0,9-10-28 16,0-3-24-16,0-6 48 15,0 0-72-15,0-3-128 0,9-6 48 16,-1-7 268-16,3-3-56 0,6-6-112 15,2-7-36-15,-2 4 28 0,3-5-4 0,3 2 40 16,-3 2 60-16,4 4 36 16,1-1 48-16,-6 10 4 0,1 1 28 0,-1 4 132 15,-2 5 128-15,-1 4 20 0,0 2-44 0,-5 0-4 16,6 0-88-16,-2 2 0 0,-2 4 0 16,6 5 0-16,-7-3 28 15,4 9-16-15,0 2 12 0,-4 0 0 16,-3 3-12-16,-2 4-136 0,1 2-48 15,-4-3-8-15,-4 0-100 0,0-2-76 16,0 0-136-16,0-8-272 0,0 1-236 0,0-3-204 16,4-3-416-16,0-1-1092 0,-4-6-2373 15,4 0-1883-15</inkml:trace>
  <inkml:trace contextRef="#ctx0" brushRef="#br0" timeOffset="136763.555">7606 3914 8384 0,'0'0'2004'0,"0"0"-1059"0,0 0-241 16,0 0 1832-16,0 0-744 0,0 0-376 16,0 0-256-16,0 0-264 0,20 87-272 15,-20-53-160-15,0 4-124 0,0 3-144 0,0 1-88 16,0-4-60-16,4-3-48 0,-4 0-96 16,4-7-76-16,-1-6 16 0,1-5-88 0,4-8-132 15,1-7-164 1,-5-2-328-16,3-6-156 0,1-6-652 15,-4-7-720-15,1 3-2521 0,-5-16-2947 0</inkml:trace>
  <inkml:trace contextRef="#ctx0" brushRef="#br0" timeOffset="136918.912">7574 3677 12517 0,'0'0'2300'0,"0"0"-1532"0,0 0-376 0,0 0 188 0,80-10-580 16,-53 3-152 0,5 1-464-16,1-3-988 0,-7 5-924 0,15 1-3173 15</inkml:trace>
  <inkml:trace contextRef="#ctx0" brushRef="#br0" timeOffset="137204.126">8096 3823 10756 0,'0'0'2053'0,"0"0"-1005"0,0 0-164 0,0 0 540 0,-77 63-272 16,54-44-532-16,3 4-352 16,4-5-144-16,-4 4-60 0,8-2 20 0,4-1-84 15,4 0 0-15,4-3 0 0,0-1 4 16,4 1-4-16,9-3-104 0,2-1 16 0,2 2 80 16,-2-5-52-16,5 4 56 0,-1-5-60 15,2 6 64-15,3-4 12 0,-9 2 296 16,6-2-132-16,-1 3-116 15,-9-1 0-15,6-2-52 0,-9 2 4 16,-1 1-8-16,-3-4-4 0,-4 4 0 16,0 1 0-16,0-3-76 0,-8-1-132 0,-3-1-176 15,-6-2-212-15,2 0-60 0,-1-4-264 16,-5 0-288-16,6-3-1348 0,-2 0-2925 16</inkml:trace>
  <inkml:trace contextRef="#ctx0" brushRef="#br0" timeOffset="137751.523">9351 3851 4760 0,'0'0'5200'0,"0"0"-3691"0,0 0-89 16,0 0-4-16,0 0-92 16,-88 9-144-16,72 10-260 0,0 4-328 15,0 5-108-15,4 7 16 0,0 3 200 16,4 1-124-16,0-2-116 16,8-2-144-16,0-7-168 0,0-2-148 0,8-12-48 15,5-2-124-15,-2-5 40 0,5-7-4 0,8 0-56 0,0-10-104 16,4-3-132-16,0-6 28 15,0-3 92-15,-4-1-108 0,-5 1 68 16,-2 3 28-16,-2 3 224 0,-2 7-16 0,-6 3-76 16,-3 6-32-16,0 0 220 0,0 3 84 15,0 9 188-15,5 4 76 0,-6 0-88 16,5 7-140-16,-4-5 64 0,4 1-96 16,4 0-4-16,0-3-84 0,4 1-108 0,4-8-88 15,4-3-140 1,4 1-540-16,7-7-876 0,-11 0-1476 0,25-10-3441 0</inkml:trace>
  <inkml:trace contextRef="#ctx0" brushRef="#br0" timeOffset="138116.03">10195 3835 11569 0,'0'0'2224'0,"0"0"-444"16,0 0-600-16,8 77 140 0,-8-40-188 0,0 10-212 15,0 5-360-15,-4 5-232 16,0 6-132-16,0 4 84 0,1 3-24 16,-1 3-27-16,-5 0-229 0,5-3-108 0,0-3-49 15,0-7-87-15,4-6-36 0,0-9 72 16,0-11-24-16,0-5-132 16,0-10-164-16,0-10 40 0,4-2-412 0,0-7-248 0,0-3-156 15,5-10 72-15,-2-9-1044 16,1 3-1881-16,5-22-323 0</inkml:trace>
  <inkml:trace contextRef="#ctx0" brushRef="#br0" timeOffset="138352.322">10231 3917 10184 0,'0'0'1149'0,"0"0"-393"0,0 0-436 0,0 0 344 15,0 0 508-15,76-38-112 0,-56 38-408 16,4 0-184-16,-4 5-204 0,-1-3 72 15,-2 4-36-15,-2 4-204 0,-6 0-96 0,2 2-60 16,-11 1-76-16,0 3 36 0,0-1 100 16,-11 8 100-16,-6-1-100 0,-2 0-164 15,-5 3-36-15,0-1 16 0,-4-6-52 16,4-3 72-16,1-4-16 0,6-2-96 0,-3-4-276 16,8-5-408-16,1 0-788 0,2 0-2241 15,-3 0-2039-15</inkml:trace>
  <inkml:trace contextRef="#ctx0" brushRef="#br0" timeOffset="138756.206">10901 4070 8220 0,'0'0'4173'0,"0"0"-2973"0,0 0-452 0,0 0 504 0,0 0-124 16,0 0-504 0,0 0-524-16,0 0 184 0,0 0-84 15,84 22-200-15,-45-19-8 0,1 0-152 16,0 1-160-16,0-1-540 0,-1-3-512 0,-7 4-1552 15,4-4-5013-15</inkml:trace>
  <inkml:trace contextRef="#ctx0" brushRef="#br0" timeOffset="139204.12">11546 3937 248 0,'0'0'11489'16,"0"0"-9213"-16,0 0-788 0,-95-7-44 15,63 11-44-15,4 8-252 0,4 5-344 16,0 2-364-16,8 6-84 0,0 3 104 16,4-3-155-16,8 4-305 0,0-9 0 15,4-1-197 1,0-7-7-16,8-6-28 0,4-3 24 0,4-3-72 0,0 0-12 16,4-9-64-16,4-3-72 15,-5-4-60-15,1-1 20 0,-3 1 24 16,-2 1 112-16,-3-1 96 0,0 6 96 0,-4 1-56 0,0 6-4 15,1 3 28-15,-2 0 172 16,1 3 36-16,0 13 424 0,0-1-136 0,-4 11-128 16,4 0-24-16,-4 4-36 0,0 10 24 15,4 1-24-15,-4 6 88 0,0 4 156 16,-4 3-136-16,0 3-84 0,0 0-12 16,-4-4-52-16,-8 2-20 15,0-1 20-15,1-7 64 0,-2 2 12 0,-2-5 8 16,2-3-20-16,-2-6-64 0,2-4-88 15,5-8 0-15,1-8-4 0,3-8 4 16,4-1 0-16,0-6 88 0,0 0-96 16,0-6-100-16,0-3-24 0,0-14-96 0,0-2-156 15,4-13 56-15,-4-9-196 0,7-7-468 16,-7-7-456-16,4-6-3392 0,0 16-601 0,0-31-771 16</inkml:trace>
  <inkml:trace contextRef="#ctx0" brushRef="#br0" timeOffset="139468.178">11805 3934 3068 0,'0'0'7248'0,"0"0"-5395"16,0 0-345-16,0 0-64 0,0 0-196 16,56 69-552-16,-44-49-348 0,-4-1-212 0,0-4-24 15,-5 7 52-15,5-3-68 16,-8-3-84-16,0 4 84 15,0-5 4-15,0-2 24 0,-4-4-52 0,0-5 4 0,1 3 60 16,3-7 72-16,0 0 28 0,0 0 80 16,0-4-44-16,0-3-188 0,7-8-84 15,2-7-196-15,3-3-36 0,3-5-372 16,1-1-84-16,5-1-120 0,-2 7-104 0,1 2-272 16,1 4-552-16,-10 7-1001 0,9-4-2347 15</inkml:trace>
  <inkml:trace contextRef="#ctx0" brushRef="#br0" timeOffset="139784.995">12147 4117 7068 0,'0'0'4197'16,"0"0"-2809"-16,-23 67-112 0,19-44 692 0,-4-4-96 0,8-3-476 0,0-7-676 16,0-3-376-16,8-6-100 0,8 0-48 15,4 0-196-15,3-9-12 16,5-7-392-16,0-3-208 0,0-6-260 0,0 3-16 15,0-4-44-15,-8 3 236 0,0 1 52 16,-8 0 52-16,-4 3 188 0,-4 3 404 16,-4 1 24-16,0-1 268 0,-8 3 196 0,0 3 156 15,-4 1 8-15,0 9-140 16,0 0-52-16,0 7-300 0,-3 5-88 0,2 7 64 16,1 3 248-16,-4 3 132 0,8 4-36 15,-3-6-28-15,2-1-364 0,5-7-88 0,4-2-516 16,0-7-308-16,0-3 0 0,8-3 152 15,4 0-368-15,4-9-536 16,4 0-1152-16,-3-4-1969 0,10-10-255 16</inkml:trace>
  <inkml:trace contextRef="#ctx0" brushRef="#br0" timeOffset="140060.677">12470 4019 5216 0,'0'0'4092'0,"0"0"-1963"0,0 0-473 0,0 0-248 15,0 73-20-15,-3-51-112 0,-1-2 88 16,0-5-236-16,4-2-344 15,0-4-272-15,0-2-184 0,8-3-268 0,-1-4-60 16,10 0-108-16,-2-4-76 0,5-6-32 16,0-2-128-16,0-2-72 0,0 0-60 15,-4 0 84-15,0-2 48 0,0 4 72 16,-4-1 64-16,-4 4 208 0,-4-1 0 16,0 7 108-16,-1 0 56 0,-3 0 20 0,4 3 36 15,-4 0 172-15,5 9-36 0,-5-3 172 16,4 7-140-16,-4 3-48 15,0-3-8-15,0 2 8 0,0-2 25 16,0-1-161-16,0-1-204 0,4-2-188 0,0-3-409 16,-1-3-183-16,1 1-208 15,4-4-180-15,-3 0-580 0,3-7-996 0,3-5-4289 0</inkml:trace>
  <inkml:trace contextRef="#ctx0" brushRef="#br0" timeOffset="140306.636">12992 4060 8232 0,'0'0'2989'0,"0"0"-801"0,-12 68-36 0,4-34-100 15,8 11-448-15,-4 5-452 0,4 7-240 16,0 7 341-16,-4 3-445 0,4 2-564 16,-3 1-76-16,-5-3-160 0,3-7-8 15,-3-5-12-15,4-8-168 16,-3-12-148-16,3-6 28 0,0-8-40 15,4-8-108-15,0-10 11 0,0-3-39 0,0 0-108 16,0-11-160-16,8-8-68 0,-1-11-904 16,5-8-452-16,1-10-1000 0,-2 14-1869 15,2-30-59-15</inkml:trace>
  <inkml:trace contextRef="#ctx0" brushRef="#br0" timeOffset="140476.84">13032 4124 1148 0,'0'0'7912'0,"0"0"-5703"0,20-79-1129 0,-8 66-288 16,8 0-192-16,-1 7-16 15,2 6 224-15,3 0-64 0,0 3-52 0,-1 10-144 16,5 6-240-16,-8-3-96 0,-3 6-52 16,-2 1-48-16,-7-2-52 0,-4 5-60 15,-4-4-4-15,-12 3-60 0,-8 1-296 16,-7 5-124-16,-10-2-152 0,-10 6-180 0,-1-3-232 16,-3-4-56-16,-5 1-380 0,15-7-1173 15,-23 0-2151-15</inkml:trace>
  <inkml:trace contextRef="#ctx0" brushRef="#br0" timeOffset="141649.527">6773 4698 11025 0,'0'0'2436'16,"0"0"-1216"0,0 0-552-16,0 0-344 0,0 0-84 15,0 0-240-15,0 0-52 0,-36 70-136 0,27-54-12 16,-2 3-204-16,3-2-188 0,1-2-284 15,-2 1-376-15,1-6-1285 0,-3 8-3103 16</inkml:trace>
  <inkml:trace contextRef="#ctx0" brushRef="#br0" timeOffset="143192.007">13913 4416 8372 0,'0'0'1616'15,"0"0"-1164"-15,0 0 309 16,0 0 151-16,0 0 24 15,43-76-388-15,-22 57-356 0,-2 3-192 0,5-3 0 0,0 3 36 16,0 0 192-16,-4 4-76 0,0-1-24 16,-4 7 0-16,-4-1-88 15,-4 7-40-15,0 0-176 0,-4 0-192 0,4 7 368 16,-4 2 64-16,0 10 36 0,-1 3 52 0,-3 7-152 16,0 5-4-16,0 5 4 15,-7 5-48-15,-1 4 48 0,0 6 0 0,0 3 4 16,-8 3 104-16,0 4 108 0,0 0 36 15,-4-4 40-15,5-7 184 0,2-1 64 16,1-11-84-16,9-6-172 0,-1-10-32 16,4-6-204-16,0-6-48 0,0-4-88 15,0-3 28-15,7 1-16 0,1-7 68 0,4 0-104 16,0 0 112-16,4-7 76 0,-4 5-68 16,4-5-8-16,-4 4-8 0,-4 3-144 0,4 0-160 15,-4 12 312-15,0 7 252 16,4 7-16-16,-5 6 52 15,2 3-192-15,-1 6 68 0,-1-3 8 0,6 6 64 16,2 1-52-16,-3-1 28 0,0 4 8 16,0 6-20-16,1-3-64 0,-2 6-88 15,1 0-44-15,-4 1-4 0,0 2 0 16,-4-3-12-16,0 1-36 0,-4-5 32 16,0 1-44-16,0-7 48 0,-8-1 0 15,0-6-36-15,0-2 36 0,-4-3-64 16,4-3 68-16,-8-3-4 0,8-8 0 0,-3-2-188 0,2-2-96 15,-3-8 24-15,1 1 12 0,2-7-36 16,-6 0-152-16,2-3-104 0,-2 0-104 16,-2-9-240-16,2-1-412 15,-1-6-648-15,-4-3-385 0,8 0-1599 16,-4-13-928-16</inkml:trace>
  <inkml:trace contextRef="#ctx0" brushRef="#br0" timeOffset="143568.322">14701 5251 8112 0,'0'0'5545'0,"0"0"-4305"0,0 0-860 16,0 0 108-16,0 0 456 0,92 3 276 0,-48-3-372 15,12 0-416-15,4 0-188 0,8 0 16 16,3 0 92-16,0-6-228 15,2 0-124-15,-6-1-72 0,-11 1-40 16,-5 0-192-16,-10-1-248 0,-5 4-212 0,-12 0-176 16,-9 0-172-16,-11 3-284 15,-4 0-868-15,-4 3-2373 0,-24 10-755 0</inkml:trace>
  <inkml:trace contextRef="#ctx0" brushRef="#br0" timeOffset="143736.696">14830 5509 8584 0,'0'0'2429'0,"0"0"-1349"0,0 0-248 0,0 0 364 0,90 19 16 15,-41-19-304-15,3 0-308 16,11-4-124-16,1-9-228 0,4 0-248 0,-5-6-40 16,1 1-144-16,0-5-316 0,-12 1-392 15,-4-3-644-15,-12 9-2585 0,-5-9-4363 16</inkml:trace>
  <inkml:trace contextRef="#ctx0" brushRef="#br0" timeOffset="144034.438">15311 4988 2672 0,'0'0'9493'0,"0"0"-6857"15,0 0-1440-15,80-13-156 0,-48 13 40 16,4 0-232-16,-4 0-304 0,-1 6-192 0,1 1-80 16,0 6-16-16,-4-1-36 0,4 4-88 15,-4 6-20-15,-4 4-52 0,-5 2-4 16,-2 7-56-16,-6 3-96 0,-7 4-4 0,-4 2 4 16,-4 3 0-16,-7 1-64 0,-10 0 48 15,-7-1 4-15,0 2-16 0,-3-5-20 16,-1 0-40-16,0-6-88 0,0 0-168 15,0-2-200-15,8-5-28 0,-3 1 48 0,3-7-180 16,4 0-308-16,4-2-540 0,4-8-900 0,-4 1-2429 16</inkml:trace>
  <inkml:trace contextRef="#ctx0" brushRef="#br0" timeOffset="159560.022">17554 4128 1316 0,'0'0'11073'0,"0"0"-8857"16,0 0-1148-16,0 0-24 0,0 0 188 15,0 0-272-15,0 0-136 0,8 21 20 0,5 8-372 16,-2 9-32-16,-3 10-39 0,-4 9 195 0,-4 6 20 16,0 4-276-16,0 6-148 15,0 0-120-15,-8 3-60 0,0 0 44 16,5-2-56-16,-5-1-120 15,-1-10-36-15,9-6 32 0,0-16-56 16,0-9-60-16,0-12-52 0,13-12-144 0,-6-8-137 16,5 0-167-16,0-12-260 0,4-7-832 0,-4-3-1120 15,4-7-2437-15,-8 4-1135 16</inkml:trace>
  <inkml:trace contextRef="#ctx0" brushRef="#br0" timeOffset="159718.86">17650 4660 484 0,'0'0'9760'15,"0"0"-7331"-15,0 0-761 0,0 0-40 0,0 0 8 0,99-22-120 16,-58 22-412-16,-2-3-348 16,5 3-256-16,0-3-172 0,3-3-147 15,6-4-173-15,-5 1-8 0,-1-7-120 16,1 3-233-16,-8 1-303 0,-4-5-212 0,-5 4-112 16,-6 5-292-16,-10-6-1092 0,-2 5-2853 15,-13-4-3551-15</inkml:trace>
  <inkml:trace contextRef="#ctx0" brushRef="#br0" timeOffset="159944.479">18152 4159 1068 0,'0'0'8924'16,"0"0"-6747"-16,0 0-745 0,0 0 64 0,0 0 188 15,4 86-320-15,0-52-180 0,4 8-268 16,0-2-136-16,-1 9-268 0,6-2-63 15,-1 7-133-15,-5 1-60 0,2 2-256 16,-5 6-8-16,0-2-128 0,0-1-44 16,-1 0-293-16,6-10-195 0,-1-1-40 15,0-12-124-15,-1-8-608 0,10-4-1032 16,-10-12-2301-16,5 1-1559 0</inkml:trace>
  <inkml:trace contextRef="#ctx0" brushRef="#br0" timeOffset="160732.485">18430 5077 692 0,'0'0'7824'0,"0"0"-6024"0,0 0-615 16,0 0 99-16,0 0 64 16,0 0-172-16,84-32-420 0,-59 25-164 0,-5-2-156 0,-1 3-88 15,-2 3-152-15,-2 3-108 16,-3 0-16-16,-4 3 116 0,0 6 392 0,-4 7-236 0,0 3-136 15,-4 3 16-15,0 3-64 16,0 8-76-16,0-2 40 16,-4 1 44-16,0-4 236 0,0-2 232 15,4-4-504-15,0-10-132 0,0-5-120 0,0-1-64 16,0-6 4-16,0 0-52 0,0-2-272 0,4-9-196 16,0-3-468-16,0-6-916 0,0 1-2624 15,0 0-3929-15,-4-13 6237 0</inkml:trace>
  <inkml:trace contextRef="#ctx0" brushRef="#br0" timeOffset="160875.88">18578 4794 3452 0,'0'0'6280'0,"0"0"-2031"0,0 0-2693 16,0 0-288-16,0 0 368 0,0 0-480 0,0 0-360 15,0 0-448-15,99-33-348 0,-71 25-196 0,4-5-316 16,0 4-432-16,5-5-648 0,-14 6-2480 15,18-9-4633-15</inkml:trace>
  <inkml:trace contextRef="#ctx0" brushRef="#br0" timeOffset="161358.759">20124 4336 10556 0,'0'0'4825'16,"0"0"-4097"-16,0 0-212 0,0 0 692 15,0 0-12-15,0 0-460 0,0 0-496 16,0 0-240-16,0 0-48 0,0 0 48 16,0 0 120-16,-44 46 4 0,13-25-124 0,-5 8-36 15,-9-1 36-15,-2 4 48 0,-5 0 0 16,-4 3 76-16,1 3 60 0,-5-3-64 15,4 0 76-15,4 0-40 0,5-3-68 0,6-7 8 16,13-3 24-16,9-6-56 0,7-6-64 16,4-4-8-16,8 1-116 15,0-7 40-15,0 3 84 0,4 0 60 0,8-3 160 16,0 3-40-16,3 0 53 0,6 0-37 16,-1 0 56-16,4 1-44 0,-5 2-4 15,9 0 88-15,-4 1 120 0,8-1-208 0,0 4-132 16,4-1-12-16,-1-3-48 0,6 5-4 15,-1-5 4-15,3-1 0 16,1 2 0-16,0-4-4 0,-5 4-8 0,-2-4-44 16,-9 3 36-16,-5 1-112 15,-3-5-84-15,-8 2 92 0,1-1-116 16,-10-3-112-16,1 3-156 0,-4-3-25 0,0 0-15 16,-7 2-416-16,-10-2-764 15,2 5-1148-15,-9-3-2465 0,3-2-1871 16</inkml:trace>
  <inkml:trace contextRef="#ctx0" brushRef="#br0" timeOffset="162122.479">19455 5128 496 0,'0'0'548'0,"0"0"9597"15,0 0-7545-15,0 0-1084 0,0 0-408 16,0 0-36-16,0 0-180 0,0 0-8 0,0 0-112 15,0 0-160-15,0 0-100 0,40 50 20 16,-20-34 221-16,3 0-277 0,9-3-188 16,5-1-44-16,2-2-100 0,5-1 0 15,4-2-24-15,-1-4-60 0,5 0 0 16,-3-3-56-16,2 0-4 0,-3-3-96 0,-9 0-36 16,2-4-84-16,-14 1-208 0,-7 0-228 15,-3-1-141-15,-10 1-119 16,-3 0-616-16,-4-4-1232 0,-4 0-2789 0,1 4-2471 15,-18-6 5856-15</inkml:trace>
  <inkml:trace contextRef="#ctx0" brushRef="#br0" timeOffset="162352.207">19777 5029 6444 0,'0'0'6301'0,"0"0"-5101"16,0 0-604-16,0 0 288 0,0 0 420 15,0 0 24-15,4 82-292 0,5-57-360 0,3 0-200 16,-5 5-120-16,6-1 44 0,-2 2-96 16,1 2-304-16,-3-3-48 0,-2 3-184 0,-3-5-72 15,0 0-256 1,0-2-408-16,0-1-848 0,1 0-1276 16,-5-1-2469-16,4-10-2243 0,-4 3 7388 0</inkml:trace>
  <inkml:trace contextRef="#ctx0" brushRef="#br0" timeOffset="163069.678">21360 3971 928 0,'0'0'8652'16,"0"0"-5871"-16,0 0-781 0,0 0-560 15,0 0-188-15,0 0-432 0,0 0-288 16,0 0-16-16,4 74 36 0,-4-35-84 16,-9 5-40-16,1 6-40 0,-3 4-8 15,-2 9 32-15,-6 3 1 0,-1 5-109 0,-5 2-84 16,2 0-52-16,-1-3-72 0,4-7-88 15,0-2-8-15,4-7-108 0,5-7-36 16,2-9-4-16,5-6-80 0,4-14-249 0,0-1-167 16,4-10-392-16,9-7-156 0,2-7-116 15,1-12-608-15,7-9-1308 16,-2-7-2589-16,-1 3 185 0,-1-16 4964 0</inkml:trace>
  <inkml:trace contextRef="#ctx0" brushRef="#br0" timeOffset="163438.468">21340 4238 3268 0,'0'0'352'0,"0"0"2448"16,0 0 224-16,0-67-1163 0,0 58-641 0,0 3-136 16,0-1 108-16,0 4-136 0,3 3-360 15,5 0-188-15,1 0 52 16,2 7 36-16,5 6-68 0,4 3-160 0,0 3-96 16,0 3-40-16,-4 6-24 0,4 0-24 15,-4 7-24-15,-5 0-112 0,2 0-36 16,-5 7 0-16,-1-1 48 0,-3 3-60 0,1-2-4 15,-1 2-44-15,-4-3-24 0,4-6 12 16,-4-6 8-16,0-3 48 16,0-12 4-16,4-3 0 0,-4-5 8 0,3-6 152 15,-3 0 156-15,8-3 40 16,5-11 496-16,2 0-295 0,2-16-217 16,7-4-184-16,-1-7-148 0,1-10-8 0,0-7-64 15,4-5-32-15,0 0-124 0,-4 3-80 0,-1-1-17 16,1 7 85-16,-3 3 40 15,3 3-16-15,-5 7-36 0,-2-3-148 16,2 6-60-16,-3 3-96 0,0 3-164 0,-4 6-252 16,0 7-280-16,-5 4-416 0,2 8-984 15,-5 1-2745-15,0 3-447 0</inkml:trace>
  <inkml:trace contextRef="#ctx0" brushRef="#br0" timeOffset="164375.22">22224 4194 7716 0,'0'0'4837'0,"0"0"-3065"0,0 0-260 16,0 0-120-16,76 0 4 0,-45 0-192 0,-3 0-420 15,4 0-396 1,-4 0-228-16,0-3-64 16,-7 0-96-16,2 3-68 0,-7-4-44 0,-1 2-252 0,2-2-468 15,-6 1-392-15,-7 3-772 0,0 0-2288 0,-4 0-2573 16</inkml:trace>
  <inkml:trace contextRef="#ctx0" brushRef="#br0" timeOffset="164634.303">22384 4242 1736 0,'0'0'912'15,"0"0"7665"-15,0 0-6989 0,0 0-556 0,-17 69-116 0,13-40 228 0,4 2-104 0,0 5-232 16,4-1-252-16,0 0-100 0,5-1-24 15,-5 2-28-15,-1-1-84 0,1 2-52 16,-4 1-84-16,0 3-100 0,0 1-36 0,-7-1-36 16,3 4 40-16,0-7-4 15,-1 1-48-15,5-11-48 0,0-6 36 0,5-7-52 16,3 2 64-16,7-8 12 16,1-2 88-16,9-1-40 0,-2-6-12 15,8 0 0-15,-3 0-48 0,4-6-8 0,-4-1-212 16,0-2-400-16,0-1-252 0,-4-4-200 15,1 2-924-15,-6-1-2812 0,-3 5-2905 16</inkml:trace>
  <inkml:trace contextRef="#ctx0" brushRef="#br0" timeOffset="164934.069">22925 4168 6128 0,'0'0'1636'0,"0"0"3081"0,0 0-3121 15,0 0-196-15,0 0-168 0,0 0-76 16,52 80-204-16,-44-44-192 0,4 1 60 16,-4 3 68-16,0 6-364 0,-1-2-135 0,-2 3-121 15,3-3-76-15,-8 2-108 0,0-2-40 16,0-3-44-16,0 0-48 0,-4-2-24 15,0-4 0-15,-5-7-160 0,2-6-192 16,7-9-233-16,-4-3-159 16,4-10-100-16,0 0-376 0,0-4-1152 0,0-8-2084 15,0-4-2617-15,4 0 3217 0</inkml:trace>
  <inkml:trace contextRef="#ctx0" brushRef="#br0" timeOffset="165085.341">23037 4591 860 0,'0'0'9076'0,"0"0"-6207"0,0 0-873 0,0 0-244 15,80-9-64-15,-52 5-384 16,4 1-216-16,0-4-236 0,-1 0-243 16,1-1-197-16,4-3-256 0,-8 0-156 0,4-6 0 0,-4 5-292 15,0-4-349-15,-5 0-347 16,-3 0-208-16,0 0-1076 0,-8 4-2580 16,-4 2-2993-16</inkml:trace>
  <inkml:trace contextRef="#ctx0" brushRef="#br0" timeOffset="165289.937">23459 4142 1812 0,'0'0'6336'15,"0"0"-3039"-15,0 0-1337 16,0 0-704-16,0 0 128 0,0 0-32 16,0 68-236-16,4-36-232 0,0 5-136 0,0 1-116 15,4 6-72-15,-8 2-144 0,5-2-187 0,-5 3-93 16,0 2-84-16,0-2-52 0,0-3-60 0,-5 2-40 15,1-9-105-15,0 1-159 16,0-3-416-16,0-3-344 0,4-7-564 0,0-6-2224 16,0-5-2853-16</inkml:trace>
  <inkml:trace contextRef="#ctx0" brushRef="#br0" timeOffset="165612.36">23806 4728 3392 0,'0'0'1108'16,"0"0"4260"-16,0 0-3407 0,0 0-861 16,0 0-168-16,0 0-48 0,0 0-164 15,0 0-156-15,0 0 40 0,0 0-252 0,0 0-140 16,0 0-4-16,80 31 40 15,-69-24 52-15,1 2 180 0,-3 0 112 0,-2 4-112 16,-3 3-88-16,0 0-124 16,-4 0-72-16,4 3-88 0,-4-4-24 0,0 2-80 15,0-2-4-15,0 2-8 0,0-5-64 16,0-3-36-16,-4-2 20 0,4-4-80 16,0-3-176-16,-4 0-332 0,4-3-196 0,0-10-244 15,0-2-1232-15,0-4-2673 0,0 2-3587 16,0-11 8240-16</inkml:trace>
  <inkml:trace contextRef="#ctx0" brushRef="#br0" timeOffset="165756.472">23929 4498 2480 0,'0'0'9177'0,"0"0"-6661"0,0 0-900 0,0 0 84 16,0 0-180-16,0 0-588 0,0 0-504 15,0 0-380-15,100-41-48 0,-72 32-232 0,0-1-452 16,0 4-276-16,-4 0-352 0,0 3-1428 15,-5-1-3453-15</inkml:trace>
  <inkml:trace contextRef="#ctx0" brushRef="#br0" timeOffset="166688.944">24495 4032 5108 0,'0'0'4152'0,"0"0"613"15,0 0-3237-15,0 0-508 0,0 0-100 16,0 0-128-16,0 0-384 0,0 0-348 0,0 0-60 16,0 0-36-16,0 0 28 0,95-22-120 15,-71 15-80-15,0-2 32 0,-3 3 28 16,-2 2 52-16,-3 2-4 0,0-2 36 0,-4 4-44 16,0 0 8-16,-4 0-36 0,0 0-16 15,0 0 104-15,0 4 48 16,0 2-100-16,0 0 52 0,0 1 44 0,-4 2-4 15,4 4 8-15,-5 2 48 0,2 4 40 16,-5 3 60-16,0 1 64 0,0 3 24 16,0 2 24-16,-5 4-40 0,2 3-72 15,-1-4-12-15,-4 7-60 0,4 4 8 16,4-1 4-16,-4 3 72 0,4 1-28 0,0 0-20 16,4-1-52-16,4-3 100 0,3-3 0 15,-2 0 12-15,3-6 84 0,-5 0 320 16,2 0-188-16,-1-4-120 0,-1-6-36 15,-3 4-64-15,0-7 5 0,1-1-17 16,-1-1-8-16,-4-2-88 0,0 2-56 16,0-5 8-16,4 4-4 0,-4-6-4 0,0-1 0 15,0-3-4-15,0 4 4 16,0-4 68-16,0-2 36 0,0-2 40 0,0 2-52 16,0-4 0-16,0 3 0 0,0-3 4 15,0 0-4-15,0 0 0 16,-4 0 0-16,-5 0-88 0,-2 3-8 0,-1-3-108 15,-1 0-144-15,-2 0-88 0,-1 0-132 16,-4 0-209-16,0-3-123 0,-4-4-128 0,0 1-516 16,-8 0-1112-16,-4 3-2225 15,8 3-2579-15,-23 0 4080 0</inkml:trace>
  <inkml:trace contextRef="#ctx0" brushRef="#br0" timeOffset="176355.008">18132 6517 1880 0,'0'0'936'0,"0"0"-936"0,0 0-188 15,0 0 188-15,0 0 4240 0,0 0-2732 16,0 0-524-16,0 0-80 15,0 0 101-15,0 0 103 0,0-8-36 0,0 8-184 0,0 0-156 16,0 0-100-16,0 0-52 16,0 0-44-16,0 0-88 15,0 0-112-15,0 0-64 0,0 0-48 0,0 0-4 16,0 0-96-16,0 2-56 0,0 9-60 16,0-2 144-16,0 7 20 0,-4 6 0 0,1 3 0 15,-2 7 36-15,1 6 0 0,0 3-12 16,0 10-24-16,-4 3-24 15,0 3-44-15,-4 7-100 0,1-1-4 0,-6 4 0 0,6-6 4 16,-2-8-8-16,2-4 4 16,7-12-8-16,0-12-76 0,0-5-4 0,4-11-44 15,0-7-88-15,0 3-100 0,0-5-24 16,0 0-24-16,0 0-176 16,8-7-312-16,-1-5-40 15,1-8-376-15,5-5-556 0,-2-4-1333 0,-3 7-1623 0,5-16 80 16</inkml:trace>
  <inkml:trace contextRef="#ctx0" brushRef="#br0" timeOffset="176718.186">18120 6775 1684 0,'0'0'964'0,"0"0"-588"0,0 0 5292 15,0 0-4052-15,0 0-19 0,0 0-381 16,0 0-108-16,0 0-200 0,0 0-216 0,0 0-124 16,0 0-432-16,12-34 316 15,0 56 116-15,4 0-96 16,0 6-52-16,-4 4-48 0,8 0-40 15,-4 6-76-15,-4 0-108 0,4 0-28 16,-4 0-32-16,-1 0-40 0,-2-6 52 0,2 0-40 16,-3-4 24-16,1-5 28 0,-1-11 96 15,-5 1 228-15,1-3-216 0,4-8-108 16,-8-2-100-16,4 0 60 0,1 0-24 0,-1 0 76 16,3-2 56-16,5-8-20 0,-4-3 9 15,4-6-61-15,0-6-44 0,0-3-20 0,0-8-44 16,0-5-48-16,-4-4-16 0,4-5-141 15,-5-4-51-15,-2-4-72 16,7 2-184-16,-5 2 48 0,2 6-48 0,3 7 156 0,-1 12 72 16,6 7 64-1,-10 6 0-15,5 7-128 0,-3 2-220 16,-2 4-216-16,-3 3-392 0,4 0-556 0,-8 3-708 16,5 4-673-16,-1 2-2127 0,-4-3 2320 0</inkml:trace>
  <inkml:trace contextRef="#ctx0" brushRef="#br0" timeOffset="177483.043">18801 6661 3756 0,'0'0'4040'0,"0"0"717"0,0 0-2757 16,0 0-792-16,0 0-300 16,0 0 24-16,0 0-276 15,0 0-4-15,0 0 72 0,0 0-244 0,100 38-236 16,-77-28-136-16,2 3-96 0,-1-7-12 16,0-3 0-16,0 0-132 0,-5-3-296 0,2 0-408 15,-1 0-272-15,-9-3-648 0,1 3-2108 16,-8-3-2657-16</inkml:trace>
  <inkml:trace contextRef="#ctx0" brushRef="#br0" timeOffset="177769.058">18957 6705 1356 0,'0'0'260'0,"0"0"7544"15,0 0-5391-15,0 0-853 0,0 0-672 0,-33 83 48 0,30-61 260 16,-1 6-384-16,0 4-244 15,4 1-208-15,0 5-164 0,0 3 40 16,0 1-76-16,0 5-24 0,0-3-12 16,0 4-76-16,0-4 148 0,0-2 36 0,0-11 52 15,4-3 72-15,3-8-176 16,2-5-92-16,3-2-88 0,-5-6 48 0,6-1 24 16,2-6-68-16,2 0 8 0,-2 0-12 15,2-6-120-15,3-7-148 0,-1-3-148 0,5-1-160 16,-3-1-300-16,-2-4-440 0,-3 3-1060 15,0-4-2405-15,-8 7-3311 16,4-9 7480-16</inkml:trace>
  <inkml:trace contextRef="#ctx0" brushRef="#br0" timeOffset="177977.266">19160 6924 5640 0,'0'0'7109'0,"0"0"-5997"15,0 0-580-15,0 0 164 16,0 0 724-16,0 0-28 0,0 0-280 16,56 67-488-16,-41-58-232 0,6 1-72 15,-1-1-116-15,4-2-140 0,-1-4-64 0,-3 0-8 16,5 0-140-16,-6 0-364 0,5-3-300 16,-8 0-108-16,4 0-384 0,-4-3-960 0,-4-6-2233 15,-5 7-2567-15,-2-12 5212 0</inkml:trace>
  <inkml:trace contextRef="#ctx0" brushRef="#br0" timeOffset="178220.045">19467 6734 5684 0,'0'0'7269'0,"0"0"-6313"0,0 0-652 15,0 0 304-15,0 0 792 0,0 70-28 0,4-45-432 16,-1 0-412-16,6 7-184 0,-5 4 36 15,0-2 108-15,0 4-108 0,-4 6-224 16,0 2-80-16,0-2-76 0,-8 3-60 0,-1 2-40 16,2-6-84-16,3-2-180 15,-4-2-164-15,8-4-60 0,0-7-40 0,0-6 0 16,0-5-432-16,8-9-788 0,3-4-1068 16,6-4-2353-16,-10-9-1347 0,14-14 6521 15</inkml:trace>
  <inkml:trace contextRef="#ctx0" brushRef="#br0" timeOffset="178864.918">19160 6670 3472 0,'0'0'404'0,"0"0"4836"0,0 0-3532 16,0 0-255-16,0 0-9 0,0 0-52 15,0 0-412-15,0 0-428 0,0 0 12 16,0 0-20-16,12 89-124 0,-4-54-72 15,-4 0-92-15,4 3-32 0,-4 4-104 16,4-1 28-16,-4 3-92 0,0 0-56 16,-4 2-40-16,0 1 40 0,0-3 56 15,0-2-56-15,-4-1-52 0,0-3-32 16,-1-6-28-16,2-1-168 0,3-5-288 16,0-4-64-16,0-5-128 0,3-3-68 0,6-3-216 15,3-6-412-15,-1-5-876 16,10 0-2321-16,-5 0-683 0,7-9 4448 0</inkml:trace>
  <inkml:trace contextRef="#ctx0" brushRef="#br0" timeOffset="179194.36">19718 7166 5624 0,'0'0'2844'15,"0"0"-1068"-15,0 0-203 0,0 0 99 16,0 0-324-16,0 0-480 0,0 0-200 0,0 0-156 16,0 0-92-16,80 3-60 0,-73 6-24 15,-3 1-28-15,4 2 0 0,-3 5-72 16,-1-2-40-16,0-2-36 0,-4 3 0 15,0-3-64-15,0-1-32 0,0-2-64 0,0 2-12 16,0-5-76-16,-4 0-168 0,0-1-260 16,-5-6-104-16,5 0-160 15,-3 0-496-15,-5 0-1152 0,3-4-2345 0,-2-3-2723 0,-1-2 6700 16</inkml:trace>
  <inkml:trace contextRef="#ctx0" brushRef="#br0" timeOffset="179356.402">19730 6947 12265 0,'0'0'3088'0,"0"0"-2424"0,0 0-132 0,0 0 388 0,0 0 168 0,0 0-868 16,0 0-220-16,92-19-824 16,-69 13-496-16,-3 1-884 15,1 3-2509-15,-10-2-3499 0,1 2 7196 0</inkml:trace>
  <inkml:trace contextRef="#ctx0" brushRef="#br0" timeOffset="179810.338">20009 6686 3360 0,'0'0'6944'0,"0"0"-4491"0,0 0-797 0,0 0-220 16,0 0 68-16,0 0-516 0,0 0-480 15,0 0-288-15,0 0-184 16,0 0-36-16,88-27-48 0,-69 22-76 16,-2 5 40-16,6 0-28 0,-3 0 100 15,0 7-24-15,-4-1 36 0,4 4 48 0,-5 2 88 16,2 2 24-16,-6 0 24 15,2 5-24-15,-2 1-12 0,-3 6-4 0,1-4-32 16,-5 6-100-16,3 1 0 0,-7 2 72 16,4 1-72-16,0 3 48 0,-4 0-12 0,4 3-48 15,1 4 8-15,-5-5 92 0,4 5 56 16,-4-7-80-16,0-4 32 16,0-1-12-16,0-5 28 15,0-7 36-15,0-2 132 0,0 0 36 0,0-6-136 16,0-3-104-16,0-1-84 0,0-3 0 15,0-3-4-15,0 3 0 0,-4-3-304 0,-1 0-220 16,-7 3-72-16,1-3-152 0,-6 3-76 16,-3 1-376-16,1-4-776 0,-9 0-712 15,-4 0-553-15,-7 0-1899 0,11 0 1252 16,-21-7 3273-16</inkml:trace>
  <inkml:trace contextRef="#ctx0" brushRef="#br0" timeOffset="181046.786">17841 6381 3040 0,'0'0'624'0,"0"0"-624"16,0 0 5208-16,0 0-2895 0,0 0-1017 15,0 0 44-15,0 0-88 0,0 0-356 16,0 0-268-16,0 0-116 0,-88 61-52 0,73-36-52 15,-6 4-76-15,10 3-72 0,-6 3-64 16,2 6-96-16,2 0-4 16,6 3 28-16,-5 3-12 0,8 8-4 15,0-1 16-15,4 0 0 0,0 10-116 16,0-1 40-16,0 7-40 0,0 3 0 0,0 0-8 0,0 0-12 16,0-3-96-1,0-3 20-15,0-11-48 0,8 2-36 0,0-7 24 16,3-7-8-16,6-2-104 0,-1-2-208 15,7-1-56-15,5-4-184 0,0 0-272 16,8-7-532-16,5 0-820 0,2-2-1757 0,-7-7-1407 16,24 3 4412-16</inkml:trace>
  <inkml:trace contextRef="#ctx0" brushRef="#br0" timeOffset="181566.789">20786 6819 352 0,'0'0'11189'0,"0"0"-8989"0,0 0-444 15,0 0-372-15,0 0-316 0,0 0-232 16,80 7-368-16,-69-1-332 0,5-3-136 0,-4 4-172 16,0-4-468-16,1 4-224 15,-10 0-532-15,5 1-1256 16,-8 2-2845-16,0-1-1335 0,-4 8 5497 0</inkml:trace>
  <inkml:trace contextRef="#ctx0" brushRef="#br0" timeOffset="181733.723">20801 7017 2904 0,'0'0'3284'0,"0"0"1841"0,0 0-3725 0,0 0 88 16,0 0-260-16,0 0-12 15,0 0-256-15,0 0-352 0,69 69-300 16,-54-59-308-16,5 0-40 0,5-7-292 16,-2-1-460-16,5 2-344 0,0-2-692 15,3-2-2677-15,-6 0-4283 0</inkml:trace>
  <inkml:trace contextRef="#ctx0" brushRef="#br0" timeOffset="182064.599">21487 6461 5228 0,'0'0'7445'0,"0"0"-5509"0,0 0-440 15,36 89-432-15,-21-51-8 0,-2 3-72 16,-2 0-52-16,2 0-212 0,-1 4-296 15,-5-1-132-15,1 1-72 0,1 2-103 16,-5 2-117-16,-1-5-181 16,-3-3-211-16,0-6-116 0,0-4-140 0,0-6-88 15,4-6-208-15,-4-2-956 0,0-7-2384 16,0-7-3485-16</inkml:trace>
  <inkml:trace contextRef="#ctx0" brushRef="#br0" timeOffset="182238.731">21646 6978 11489 0,'0'0'4596'0,"0"0"-3744"0,0 0-144 0,0 0 784 0,96 4-264 15,-72-4-316-15,4 0-291 0,4-4-341 16,0-5-228-16,3-1-52 0,1-6-196 0,0-3-385 16,-1 1-347-16,2-4-256 0,-10 2-1092 15,-7 1-3208-15,1-3-4781 0</inkml:trace>
  <inkml:trace contextRef="#ctx0" brushRef="#br0" timeOffset="182432.466">22037 6531 6764 0,'0'0'6373'0,"0"0"-4345"16,0 0-1272-16,0 0-400 0,0 0 216 15,0 0 744-15,19 66-48 0,-6-31-448 0,-5 0-308 16,3 3-60-16,2 4 156 0,-5-1-195 15,-1-3-341-15,1 3-72 16,-3-2-84-16,-5-2-36 0,4 2-185 0,-4-2-411 0,0-4-260 16,0 1-228-16,4-9-1112 0,-4-5-2988 15,0-8-5665-15</inkml:trace>
  <inkml:trace contextRef="#ctx0" brushRef="#br0" timeOffset="182648.378">22443 6978 6584 0,'0'0'6821'0,"0"0"-4605"0,0 0-1460 16,0 0-72-16,0 0 532 0,0 0-244 15,0 0-372-15,92-12-304 0,-77 12-188 0,2 0 16 16,-2 9 32-16,-6-2 4 0,3 5-76 16,-5 1 4-16,-7 4-4 15,0-6-48-15,0 6-36 0,0-2-220 0,-4-2-280 0,1-7-88 16,-1 0-148-16,-4-6-348 15,-1 0-1088-15,2 0-2572 16,-5-6-2649-16</inkml:trace>
  <inkml:trace contextRef="#ctx0" brushRef="#br0" timeOffset="182785.046">22447 6703 12953 0,'0'0'4780'0,"0"0"-3692"0,0 0-340 0,0 0 96 0,0 0-236 15,84-26-240-15,-57 13-368 0,6 1-244 0,-6-1-512 16,5 0-248-16,-4 0-400 16,-4 4-1472-16,4-1-3665 0</inkml:trace>
  <inkml:trace contextRef="#ctx0" brushRef="#br0" timeOffset="183203.879">23057 6334 4728 0,'0'0'5140'16,"0"0"-2539"-16,0 0-729 16,0 0-608-16,92 92-60 0,-64-59-136 0,-5 4 16 15,1 1-124-15,0 6-484 0,0 0-220 16,-5-2-112-16,2 5-68 0,-6-2-76 0,-2 6-44 15,-6 1 32-15,-3 0-72 0,-4 0-172 16,-7-2-304-16,-10-2-164 0,-2 0 48 0,-5-4 8 16,0-3-76-16,-8-3-68 0,4-6 132 15,-4-4 100-15,0-5-180 16,-4-4-628-16,1-3-717 0,7-7-3239 0,-20-2 96 16</inkml:trace>
  <inkml:trace contextRef="#ctx0" brushRef="#br0" timeOffset="184075.638">23785 6794 6564 0,'0'0'5197'0,"0"0"-2837"0,0 0-844 16,0 0-548-16,0 0-132 0,0 0 92 0,0 0 68 15,0 0-164-15,105 3-160 16,-66-6-136-16,1-3-63 0,4-4-25 0,0-2-36 15,4-1-60-15,-1 1-148 16,-2-1-108-16,-2 2-96 0,-7-1-8 0,-1 3-76 16,-3 2-72-16,-4-2-196 15,-4 6-276-15,-3-4-285 0,-2 4-171 0,-3 3-464 0,-4 0-1204 16,-8 0-2357-16,-4 10-3167 0</inkml:trace>
  <inkml:trace contextRef="#ctx0" brushRef="#br0" timeOffset="184297.36">24009 6978 664 0,'0'0'5280'16,"0"0"1525"-16,0 0-5249 0,0 0-736 0,0 0 212 16,0 0 228-16,0 0-108 0,0 0-144 15,83 7-276-15,-47-7-292 0,5 0-196 0,-6-3-84 16,1-1-52-16,-4 4-108 15,-4-3-108-15,0 3-76 0,-8 0-256 0,-1 0-304 16,-2 0-224-16,-6 0-184 0,2 7-948 0,-9-1-844 16,-4 3-2165-16,0 1-1075 0,-17 2 4892 15</inkml:trace>
  <inkml:trace contextRef="#ctx0" brushRef="#br0" timeOffset="184464.919">24120 7166 1996 0,'0'0'496'0,"0"0"5284"15,0 0-2975-15,0 0-853 0,0 0-428 0,0 0-276 0,0 0-492 16,0 0-24-16,0 0 236 0,0 0-80 0,0 0-192 16,88 31-216-16,-48-34-236 0,8-6-180 15,-1-4-64-15,-2 4-76 0,-2-1-68 16,1 0-176-16,-4 1-412 16,-4 3-376-16,-1 0-692 0,-7 6-2748 15,4-5-5285-15</inkml:trace>
  <inkml:trace contextRef="#ctx0" brushRef="#br0" timeOffset="186337.75">25479 6289 1252 0,'0'0'3076'16,"0"0"2700"-16,0 0-3983 0,0 0-553 0,0 0-56 15,0 0 164-15,0 0-352 0,0 0-88 0,0 0-216 16,0 0-396-16,0 0-24 0,-51 20 32 16,38-7 40-16,2 1-60 15,-2 9-76-15,1-1-24 16,-3 10 48-16,6 3-76 0,-2 6 52 0,-1 6 24 16,-4 5 0-16,4 5-60 0,0 1-88 0,-4 2-16 15,8 0-64-15,0 3 76 0,4-2-8 16,0-1-8-16,4-3-60 0,4 1-4 15,12-11 0-15,-4-3-4 0,8-5-44 16,3-8-28-16,1-3-56 0,4-5-124 16,4-1 12-16,0-6-144 0,0-6-200 0,4-4-120 15,-4-6-132-15,4-3-432 0,-4-10-888 16,0-6-2237-16,-9 2-3091 16,1-11 6420-16</inkml:trace>
  <inkml:trace contextRef="#ctx0" brushRef="#br0" timeOffset="186688.5">26184 6496 6884 0,'0'0'5281'0,"0"0"-4485"0,0 0-388 0,0 0 188 0,0 0 856 15,0 0 8-15,0 0-272 0,0 0-496 16,0 0-360-16,0 0-124 15,0 0 16-15,-8-12-68 0,-8 27-96 0,1 3-60 16,-6 8 0-16,2 6 72 0,-5 0 196 0,4 6-72 16,-4 1-12-16,4 1-24 15,0 5 32-15,5 3 28 0,-2-1-24 16,6-2-12-16,-2-1 20 0,9-6-20 16,0 0-51-16,4-8-49 0,4-3-32 15,4-7 32-15,4-2 72 0,4-1 28 16,4-8 8-16,0 0 220 0,4-5-124 0,0-1-172 15,0-3-116-15,4-3-196 16,-4-7-128-16,-1 0-172 0,1-5-76 0,-7 2-61 16,-2 1-35-16,-2-5-212 0,-6 2-708 15,-3-2-1084-15,-4 1-1576 0,0-3-1989 0,-8 4 1805 16</inkml:trace>
  <inkml:trace contextRef="#ctx0" brushRef="#br0" timeOffset="186835.96">26025 6852 1616 0,'0'0'10769'0,"0"0"-8633"0,0 0-972 0,0 0-136 16,0 0 52-16,0 0 44 0,0 0-140 16,0 0-340-16,0 0-180 0,0 0-220 15,95-7-244-15,-70 0-132 0,-1-2-600 0,-1-3-260 16,1-1-488-16,-4 3-2292 0,-4 1-2897 16,-4-1-806-16</inkml:trace>
  <inkml:trace contextRef="#ctx0" brushRef="#br0" timeOffset="187041.566">26296 6785 3268 0,'0'0'4152'0,"0"0"1909"0,0 0-4829 0,0 0-600 0,0 0 324 15,0 0 464-15,8 74-100 0,-4-56-388 0,3 4-408 16,-2 1-168-16,3-4-40 0,-4 6 36 0,0-6-36 16,0 3-159-16,-4 0-109 15,0 1-48-15,0-1-52 0,0-4-32 0,0 1-197 16,0 1-279-16,0-4-144 0,0-4-80 15,0-5-188-15,0-1-488 0,0-6-1356 0,3 0-2669 16,2 0-1519-16,-1-9 5776 0</inkml:trace>
  <inkml:trace contextRef="#ctx0" brushRef="#br0" timeOffset="187465.408">26691 6613 2584 0,'0'0'11797'0,"0"0"-9845"15,0 0-1512-15,0 0 108 0,0 0 700 16,0 0-116-16,0 0-364 0,0 0-412 16,79 16-356-16,-67-13-28 0,-4 4-324 0,4-1-136 15,-4-3-248-15,-4 3-312 16,4 4-740-16,-8-4-2220 0,0 1-2441 16,0 0 653-16</inkml:trace>
  <inkml:trace contextRef="#ctx0" brushRef="#br0" timeOffset="187605.726">26766 6769 2888 0,'0'0'9321'0,"0"0"-7421"0,0 0-1380 16,0 0 112-16,0 0 648 0,0 0 100 0,0 0-356 15,20 76-508-15,-8-69-256 0,4 2-92 16,0-3-84 0,0 0-84-16,3-2-552 0,2-1-320 0,-1-3-268 15,3 0-748-15,-7 0-2424 0,0-3-5925 16</inkml:trace>
  <inkml:trace contextRef="#ctx0" brushRef="#br0" timeOffset="187941.812">27292 6484 8564 0,'0'0'5833'0,"0"0"-4333"0,-12 69-1008 15,12-37-56-15,-4 5 520 16,4 2 376-16,0 3-228 0,0-4-544 0,0-1-340 15,0-2-208-15,0-3-12 0,4 0-60 16,-4 0-48-16,0-5-176 0,4 3-204 16,-4-8-124-16,0-3 12 0,0-2-164 0,0-9-304 15,0 2-792-15,0-7-1128 16,0-3-2929-16,-4 0 885 0</inkml:trace>
  <inkml:trace contextRef="#ctx0" brushRef="#br0" timeOffset="188091.248">27316 6864 8760 0,'0'0'6309'0,"0"0"-4997"0,0 0-576 16,0 0 552-16,0 0 40 16,95 6-228-16,-67-6-408 15,4 0-339-15,4 0-257 0,0-6-96 0,4-6-84 16,0-5-317-16,-4-1-255 0,-1-8-336 16,-3 4-444-16,-8 3-2344 0,4-9-3209 0</inkml:trace>
  <inkml:trace contextRef="#ctx0" brushRef="#br0" timeOffset="188267.505">27770 6470 2916 0,'0'0'3036'0,"0"0"4529"0,0 0-6045 0,0 0-892 16,0 0 4-16,-16 83 712 0,16-48 28 16,-4-1-296-16,4 3-464 0,0-4-220 0,0 3-76 15,0-1-124-15,0-4-148 0,0 4-44 16,0-5-84-16,-4 0-60 0,0 3-380 15,1-5-428-15,3 0-240 0,0-2-528 0,0-11-2436 16,3-2-3633-16</inkml:trace>
  <inkml:trace contextRef="#ctx0" brushRef="#br0" timeOffset="188458.351">28025 6956 7688 0,'0'0'5553'0,"0"0"-2909"16,0 0-1692-16,0 0-304 0,0 0 528 0,0 0 24 15,0 0-488-15,0 0-456 0,0 0-184 16,56 68-64-16,-48-60-8 0,3 2-8 16,-2-3-92-16,-5-2-128 0,4 2-28 0,-4-4-64 15,-4-3-304-15,0 0-424 16,0 0-416-16,0 0-1468 0,-8-3-3913 16</inkml:trace>
  <inkml:trace contextRef="#ctx0" brushRef="#br0" timeOffset="188620.265">28017 6619 7960 0,'0'0'6625'0,"0"0"-5049"0,0 0-788 0,0 0 588 0,0 0-72 16,88 3-484-16,-68-6-724 0,4-6-96 15,0-4-792-15,0 1-400 16,-5-4-944-16,-6 6-3533 0</inkml:trace>
  <inkml:trace contextRef="#ctx0" brushRef="#br0" timeOffset="188941.522">28551 6235 3572 0,'0'0'11149'0,"0"0"-9285"16,0 0-1316-16,0 0 160 0,0 0 648 0,0 0-144 16,0 0-176-16,80 80-515 0,-68-61-349 15,4 0-100-15,0 3 48 0,-5 0 28 16,5 3-28-16,-4 1-24 0,1 6-24 16,-2-3-24-16,-3 3 0 0,-3 2 40 0,-1 4-76 15,-4 1-8-15,0 1-4 0,-4 4-60 16,-5 2-64-16,1-2-44 0,-3 0 24 15,-2-3 32-15,5-2-372 0,1-7-53 16,-2-4-47-16,5-3-12 16,0 4-104-16,4-4-12 0,-7-3-4 0,3 1-1604 15,-9-4-2164-15,6-6-3029 0,-9 3 4605 16</inkml:trace>
  <inkml:trace contextRef="#ctx0" brushRef="#br0" timeOffset="190530.946">28093 7026 1120 0,'0'0'352'0,"0"0"-12"15,0 0 1540-15,0 0 2432 0,0 0-2640 16,0 0-111-16,0 0-625 0,0 0-156 0,0 0 280 16,0 0-48-16,0 0-232 0,7 12 124 15,2-1-232-15,-5-1-248 16,4 2-80-16,-4 3-48 0,-1 5 0 0,-3-4-100 0,0 3-36 16,0-1-36-16,0 1-76 15,0-3-48-15,-3 0 0 0,3-2-48 0,-4-6-12 16,4 2-40-16,-4-3-48 0,4-2-172 15,0-1-236-15,0-4-136 16,0 3-192-16,0-3-756 0,8 3-1056 0,4-3-3013 0,0-3-706 16</inkml:trace>
  <inkml:trace contextRef="#ctx0" brushRef="#br0" timeOffset="190833.096">29169 6645 4956 0,'0'0'9649'0,"0"0"-8089"0,0 0-1168 15,0 0-80-15,0 0 580 0,0 0 232 16,0 0-400-16,0 0-356 0,83 9-124 0,-51-4-60 15,0-5-76-15,0 2-104 0,0-2-4 16,-8 0-4-16,4 0-80 0,-5 0-220 16,-3 0-284-16,1-2-188 0,-2-3-260 0,-7 3-500 15,0-2-1140 1,-4 1-2329-16,-3 3-2387 0,-5-3 6896 16</inkml:trace>
  <inkml:trace contextRef="#ctx0" brushRef="#br0" timeOffset="190991.796">29197 6859 1408 0,'0'0'11129'0,"0"0"-9053"15,0 0-1144-15,0 0 584 0,0 0 328 0,87 2-532 16,-55-2-556-16,8-2-476 0,-5-5-280 0,2 3-116 16,-1 1-484-16,-4-4-412 15,-4 4-244-15,-9 3-1376 0,-3 0-3089 0,-12 0-3123 16,-4 10 7892-16</inkml:trace>
  <inkml:trace contextRef="#ctx0" brushRef="#br0" timeOffset="191167.419">29204 7122 4136 0,'0'0'6348'16,"0"0"-3995"-16,0 0-953 0,0 0 88 0,0 0-8 16,0 0-144-16,0 0-232 0,0 0-308 15,0 0-164-15,76 37-228 0,-36-37-148 16,0 0-256-16,4-3-244 15,3-6-208-15,-2-4-204 0,2 1-264 16,1-1-308-16,-4-4-1228 0,-13 9-2993 16,14-12-4795-16</inkml:trace>
  <inkml:trace contextRef="#ctx0" brushRef="#br0" timeOffset="191511.066">30192 6835 5308 0,'0'0'11613'0,"0"0"-9989"0,0 0-1328 16,-75 82-212-16,55-46 616 0,0-1 876 0,8 1-351 15,0 1-629-15,8-2-380 0,4-3-84 16,0-4-32-16,4-2-56 0,8-8-44 16,0-1-48-16,8-5-100 0,0-6 40 0,4-6-12 15,-1 0-24-15,5-3-64 0,4-5-56 16,0-9-52-16,0-2 48 0,1-3-25 15,-6-3-47-15,4-5-60 0,1-1 44 16,1-4 76-16,-10 0-24 0,1-3 108 0,-3 0 92 16,-6-4 104-16,-2 2 148 15,-13 1 72-15,0 1 136 0,0 6 20 0,-17 0-120 16,6 10-48-16,-10 3 24 0,-3 8-16 16,1 4-32-16,-5 7-184 0,-4 0-100 0,-4 7-108 15,-4 4-24-15,0 5-232 0,1 1-204 16,-2 4-324-16,6 2-1236 15,-5-1-2664-15,12-3-3673 16,-11 6 6101-16</inkml:trace>
  <inkml:trace contextRef="#ctx0" brushRef="#br0" timeOffset="192452.023">29360 7941 1344 0,'0'0'10381'0,"0"0"-7701"15,0 0-880-15,0 0-92 0,0 0-300 0,0 0-296 16,80 53-224-16,-69-30-291 0,2 9-209 16,-6-1-120-16,-3 0-124 0,0 8-68 15,-4-7-76-15,0-1-60 0,0-1 0 16,0-9 0-16,0-5-24 0,0-3 12 15,0-7 8-15,0-4 16 0,0-2 0 16,8 0-204-16,4-4-129 0,4-10 177 0,4-8 8 16,8-3 0-16,0-7 4 0,0-3-40 15,0 0 36-15,-5 2 100 0,-2 3 84 16,-5 8-76-16,-1 2 28 0,-7 8 12 16,1 5-4-16,-5 4-56 0,-4 3 108 15,3 0 156-15,-3 10-12 0,0-1 124 0,0 3-60 16,0 4 0-16,0 1-112 0,0-2 4 15,-3-2-4-15,3-4-56 0,0-2-40 16,0-4-60-16,0-3 56 0,0 0 4 16,0 0 0-16,3-3-4 0,9-6-168 15,1-1 124-15,6-6-24 0,1-3-12 16,-4 3-160-16,4 0 0 0,-9 6 60 16,6 4 36-16,-6 3 148 0,2 3 36 0,-1 3 212 15,0 8 80-15,0 1 48 16,-1 3-8-16,2 5-28 0,-2 2 121 0,2 0-97 15,-2-3-64-15,-3 3-80 0,0 0 20 16,-3-6 4-16,2 3-112 0,-3-6-132 16,0-3-12-16,0-3-84 0,0-1-100 0,0-4-324 15,4-2-240-15,-4 0-213 16,8 0-395-16,0-6-664 0,-4-3-2596 0,8-8-3037 16</inkml:trace>
  <inkml:trace contextRef="#ctx0" brushRef="#br0" timeOffset="192742.316">30321 8108 2672 0,'0'0'7480'16,"0"0"-2451"-16,0 0-4049 0,0 0-404 16,0 74 768-16,0-62 132 0,0-5-572 15,0-1-624-15,3-3-232 0,13-3-44 16,0-3-4-16,4-10-88 16,8-3-288-16,0-6-140 0,3 0 12 0,-6-1-12 15,-1 2 112-15,-5 2 168 16,-7 2 200-16,-4 8 36 0,-4-4 184 0,-4 5 176 15,0 1 192-15,-4 0 36 0,-7-2-148 16,-6 2 12-16,2 1-196 0,-5 0-84 16,3 2-52-16,2 4-24 0,-6 0-8 15,6 10-40-15,-1 6-48 0,0 6-80 0,0-3 80 16,4 4 0-16,4-5-64 0,0-3-32 16,4 2-64-16,0-7-288 0,4-2-336 0,4-3-356 15,8-5-356-15,8 0-1408 0,8-10-1633 16,-4 1-3263-16,15-17 7436 0</inkml:trace>
  <inkml:trace contextRef="#ctx0" brushRef="#br0" timeOffset="193116.683">30750 8004 7324 0,'0'0'6241'0,"0"0"-3373"0,-83 82-1484 16,59-53-52-16,-4 6 500 0,4-7-143 15,12-2-457-15,4-11-580 0,5-5-348 0,3-7-232 16,7 1-72-16,5-4-84 0,8 0 80 0,4 0 4 31,3-7-124-31,1-5-20 0,0-4-84 0,4-7-84 16,-4 1-76-16,-4-3 24 0,4 0 16 15,0-5-200-15,-4-1-117 0,-1-1-19 16,-2-6 124-16,-1-1 96 0,-1-1-184 0,-2-4 44 16,-2-4 236-16,-2-3 220 0,-6 1 24 0,-3-1 88 15,4 3 36-15,-8 4 108 0,0 8 128 16,5 8 60-16,-5 10 108 15,0 4-32-15,0 14-8 0,0 0 76 0,-5 10-12 16,1 8-72-16,0 8 44 0,-3 6-35 16,3 6 11-16,-4 3 168 0,-1 1-120 15,2 2-168-15,-1-3-136 0,-1-3-120 0,1 0-64 16,1 1-60-16,-1-7-248 16,-5 1-272-16,6 0-229 15,-1-5-175-15,-5 1-508 0,6-1-1364 0,-1-6-2821 16,4-5-3143-16,4-9 8036 0</inkml:trace>
  <inkml:trace contextRef="#ctx0" brushRef="#br0" timeOffset="193344.332">31376 7988 8264 0,'0'0'6429'0,"0"0"-4741"15,-16 73-1316-15,12-38-120 0,-8 12 592 0,5 7 904 16,-2 4-244-16,5 5-495 0,-4 1-381 15,4 3-156-15,-4-4-72 0,0 0-112 16,4-6-244-16,-4-2-44 0,5-11-60 16,-1-6-132-16,4-6-148 0,0-9-144 15,0-9 88-15,0-3-80 0,0-9-169 16,0-2-339-16,0-2-428 0,4-11-776 0,3-3-968 16,1-3-1665-16,5-10-1783 0,-6 7 4580 15</inkml:trace>
  <inkml:trace contextRef="#ctx0" brushRef="#br0" timeOffset="193575.045">31448 8026 4468 0,'0'0'432'0,"0"0"6389"15,0 0-4889-15,0 0-920 0,0 0 124 16,0 0-20-16,0 0-360 0,0 0-260 16,87 23-260-16,-71-15-228 0,-4 3-8 15,4 1 0-15,-8 1-8 0,0 2 8 0,-4 2 12 16,0-1-12-16,-4 3-260 0,-4-4 52 15,-8 4-68-15,0 4-44 16,-7-4-4-16,-2 0-212 0,-7 2-196 16,-3 2-200-16,-5 0-132 0,-4-4-300 0,-4-4-281 15,0-2-1643-15,9-3-2496 16,-21-1 4908-16</inkml:trace>
  <inkml:trace contextRef="#ctx0" brushRef="#br0" timeOffset="194199.769">29264 7829 1880 0,'0'0'7544'0,"0"0"-4643"0,0 0-1409 0,0 0-832 15,0 0-268-15,0 0 0 0,0 0 84 16,-24 77 80-16,20-33 32 15,0 10-44-15,4 6 88 0,-4 1-24 0,4 2 16 16,0-6-8-16,0-1-200 0,0-4-188 0,8-4-176 16,1-4-52-16,2-6-208 15,5-3-488-15,0-6-288 0,8-1-252 16,-4-2-792-16,8-3-1892 0,-8-11-2465 16</inkml:trace>
  <inkml:trace contextRef="#ctx0" brushRef="#br0" timeOffset="194478.02">32046 7467 5744 0,'0'0'5237'15,"0"0"-4645"-15,83 36-580 0,-59-17 692 0,4 2 1208 0,-4 8-84 16,-9 3-712-16,2 0-792 0,-2 6-224 16,-6-1-100-16,-5 5 72 0,-4-1-68 15,-4 1-4-15,-12 2-8 0,-5 1-400 16,-7-1-452-16,-7 4-176 0,-5-1-288 0,-8 0-796 16,-3 2-2393-16,10-15-1375 0,-23 21 4936 15</inkml:trace>
  <inkml:trace contextRef="#ctx0" brushRef="#br0" timeOffset="199509.239">20041 8128 9216 0,'0'0'5857'0,"0"0"-5037"0,0 0-772 15,0 0 64-15,0 0 768 0,0 0 312 0,-17 66-220 16,10-24-236-16,-5 2-260 16,0 10-72-16,0 0 12 0,-4 3 68 15,4-5-55-15,-4-2-225 0,4-6-204 0,4-6-12 16,0-3-60-16,4-6-12 16,4-4 8-16,0-9-32 0,0-6-281 15,8-4-279-15,8-6-28 0,4 0-40 0,-1-9-236 16,9-7-800-16,4-6-1156 0,-4-7-2145 15,-4 6-2675-15,12-15 6864 0</inkml:trace>
  <inkml:trace contextRef="#ctx0" brushRef="#br0" timeOffset="199710.203">20355 8118 1160 0,'0'0'420'0,"0"0"9489"0,0 0-7925 0,0 0-816 15,0 0-776-15,0 0-92 0,0 0 532 16,-24 64 8-16,9-17-20 0,-2 4-104 0,-3 7-140 15,5-2-168-15,-6 1-16 0,2 0-88 16,-1-5-144-16,3-5-160 0,2-3-84 0,4-8 12 16,-2-2-12-16,5-8-88 0,4-4-232 15,1-6-172-15,3-7-216 0,0-2-12 16,0-4-536-16,-4-3-1848 0,-5 0-4829 16</inkml:trace>
  <inkml:trace contextRef="#ctx0" brushRef="#br0" timeOffset="199972.962">19742 8629 4304 0,'0'0'9413'0,"0"0"-8185"0,-32 74-988 16,28-43-164-16,4 4 488 0,-4 3 940 0,4-2-356 16,4-5-420-16,4-2-336 15,8-4-72-15,3 0 84 0,2-6 276 16,7-3-204-16,0-3-136 0,4-4-59 0,3-2-77 15,1-7-32-15,0 0-52 0,4 0-24 16,4-10-88-16,-1-3-8 16,1-2-8-16,4-4-40 0,0-3-24 0,-1-4 12 0,5-6-28 15,-3-3-116-15,2-3-185 0,-3-6-195 16,0-1-404 0,-4 1-100-16,-5 6-680 0,-7 6-1156 0,-8 10-1709 15,-4 3-1647-15</inkml:trace>
  <inkml:trace contextRef="#ctx0" brushRef="#br0" timeOffset="201337.922">17845 10049 1344 0,'0'0'11249'0,"0"0"-9201"0,0 0-652 0,0 0-68 0,20 79 120 16,-8-44-212-16,0 13-516 0,0 5-400 16,0 11-188-1,-4 9 0-15,-4 2 76 0,-4 6-48 16,0-9-15-16,0 5-73 0,-4-7-72 15,0-7-12-15,0-2 0 0,-1-8-36 0,-2-5-1 16,7-10 49-16,-4-9-12 0,4-7-72 16,-4-6-184-16,4-10-268 0,0 1-112 15,0-7-96-15,0-4-92 0,0-11-288 16,0-4-916-16,4-14-292 0,-4-8-673 0,0-7-1191 16</inkml:trace>
  <inkml:trace contextRef="#ctx0" brushRef="#br0" timeOffset="201574.473">17837 10392 4212 0,'0'0'444'0,"0"0"4888"0,8-70-3579 16,0 54-241-16,8-7-256 0,-4 8-96 16,4-2-140-16,0 2-300 0,4 3-124 0,-4 6-188 15,3-1-76-15,-2 7-124 16,-2 0-84-16,2 7-116 0,-6 4 0 0,2 6-4 16,-6 5 60-16,1 3 20 0,-8 7-72 15,0 0 100-15,-4-1-64 0,-3 5-48 16,-1-5-4-16,-9 1-4 0,6-7-116 0,-6 0 40 15,-2-3-176-15,3-3-256 0,-5-3-16 16,2-3-148-16,-1-7-44 0,0 1-168 16,4-3-524-16,0-4-332 0,0 0-801 15,0-4-1963-15,4 2-172 16,-3-15 4632-16</inkml:trace>
  <inkml:trace contextRef="#ctx0" brushRef="#br0" timeOffset="201940.753">18718 9610 6656 0,'0'0'3872'0,"0"0"-1051"0,0 0-1333 15,0 0-444-15,0 71 132 0,0-40 140 0,0 10-320 16,0 7-348-16,0 2-160 0,0 8 84 16,0 5-108-16,0 4-75 0,0 3-157 15,0 6-16-15,4 3-144 0,-4 7-72 0,0 0-16 16,0 0-104-16,-4-7-24 0,0 3-52 0,4-8-97 15,0-1-107-15,0-3 48 0,-4-6-184 16,-1-2-188-16,5-5-268 16,-3-3-384-16,3-6-804 15,-4-3-1748-15,4-10-2173 0,-4-10 1010 0</inkml:trace>
  <inkml:trace contextRef="#ctx0" brushRef="#br0" timeOffset="203553.327">19877 9890 2852 0,'0'0'432'16,"0"0"1040"-16,0 0 2880 15,0 0-2840-15,0 0-263 0,0 0-261 0,0 0-8 0,0 0 200 16,0 0-252-16,0 0-396 16,0 0-160-16,0 0 64 0,9 28 0 15,-2 4 132-15,-3 6-12 0,4 10-176 0,-8 6-48 16,4 3-76-16,-4 7-96 0,-4 1-64 16,-12 6-36-16,4 0-60 0,-7-2-88 15,-2-3 16-15,1-1-28 0,5-12 52 16,-6-6-72-16,10-8 8 0,7-11 0 15,0-12-84-15,4-6-220 0,0-3-252 16,0-7-124-16,8-7-456 0,-1-3-848 16,6-9-716-16,2-10-2497 0,-7 7-311 0,1-19 5301 15</inkml:trace>
  <inkml:trace contextRef="#ctx0" brushRef="#br0" timeOffset="203848.917">19913 10017 5136 0,'0'0'444'0,"0"0"4208"0,0 0-3391 16,0 0 11-16,0 0 328 0,0 0-212 16,0 0-408-16,87 66-244 0,-66-34-228 0,3 3-88 15,-4 3-76-15,-5 3 24 16,2 1 16-16,-6-1-164 0,1 0-88 16,-3 0-68-16,-2-3-56 0,-3 1-4 15,0-4 8-15,-4-7-8 0,0-5 8 0,0-11 72 16,0-3 40-16,0-5-52 0,4-1-12 15,-4-3 64-15,4-3 144 0,5-3 292 0,6-13-316 16,1-7-148-16,7-5-96 0,-2-14-192 16,3-6-76-1,-5-3-160-15,1-3 100 0,1-4-76 0,-6 8-124 16,-2-1-124-16,-2 5 0 0,1 12-316 16,-3 2-48-16,-2 10-696 0,1 9-684 15,1 3-2145-15,-5 3-1647 0</inkml:trace>
  <inkml:trace contextRef="#ctx0" brushRef="#br0" timeOffset="204212.852">20539 10201 6796 0,'0'0'6521'0,"0"0"-4909"0,0 0-532 15,0 0 136-15,0 0 108 0,0 0-220 16,0 0-344-16,0 0-260 0,91-19-124 0,-63 9-108 16,4 4-72-16,-4-1-124 0,4 1-72 15,-8 0-268-15,-1-1-292 0,1-2-172 0,-3 3-160 16,-6 3-180-16,-6 3-592 0,-1 0-1404 16,-8 0-3445-16</inkml:trace>
  <inkml:trace contextRef="#ctx0" brushRef="#br0" timeOffset="204485.528">20702 10159 1148 0,'0'0'3260'15,"0"0"2756"-15,0 0-4099 0,0 0-413 16,0 0-172-16,-28 70-212 0,24-44-172 16,0 2-304-16,0 1-160 0,0 0-16 0,1-1-4 15,3 4-56-15,0-4-80 0,0 1-84 16,0 0-12-16,0-1-60 0,0-2-76 0,0-4-8 15,0 0-80-15,0 0-4 0,0-5-4 16,3-2-8-16,5 1-4 0,-4-6-88 16,4 1 52-16,0-4 0 0,4 0-220 0,-1-1-112 15,2-6 12 1,2 0-84-16,6 0-88 0,-1-3-140 16,-1-7-324-16,2-2-808 0,-1-1-1020 0,-5 1-2373 15,-7 2-927-15,1-2 5364 0</inkml:trace>
  <inkml:trace contextRef="#ctx0" brushRef="#br0" timeOffset="204816.319">21053 10099 2892 0,'0'0'2020'15,"0"0"3028"-15,0 0-3411 0,0 0-725 16,0 0-32-16,0 0 552 0,0 0-248 16,0 0-268-16,27 89-256 0,-18-53-80 0,-2 2 76 15,1 6 68-15,-4-3-164 0,1 4-144 16,-5-1-24-16,0 1-76 0,0-1-84 0,0-6-124 15,0-7-108-15,0 1-36 16,0-9-48-16,0-1-76 0,0-10-216 0,0-2-184 16,0-3-236-16,0-4-312 0,0 0-304 15,0-3-952-15,0-3-2053 0,0-4-2739 16,0-8 6152-16</inkml:trace>
  <inkml:trace contextRef="#ctx0" brushRef="#br0" timeOffset="204975.372">21136 10487 3524 0,'0'0'7725'0,"0"0"-5749"16,0 0-848-16,0 0 348 0,0 0 276 0,0 0-200 16,0 0-544-16,92 22-388 0,-68-22-264 0,0-9-344 15,4-1-12 1,0-6-500-16,-5-3-356 0,5-4-248 16,-4 2-396-16,-4-2-1352 0,-8 7-3117 0,1-6-2247 15</inkml:trace>
  <inkml:trace contextRef="#ctx0" brushRef="#br0" timeOffset="205169.536">21435 10128 2764 0,'0'0'9593'0,"0"0"-8061"0,0 0-848 16,-15 71 148-16,10-44 652 0,5 9 4 16,0-2-384-16,0 4-368 0,0-3-260 0,0 0-124 15,0 0-120-15,5-3-232 16,-5-3-36-16,0-4-72 15,0 0-172-15,0-3-232 0,0-2-164 0,-5-5-292 16,5-2-292-16,0-4-1048 0,0-6-1860 16,5-3-2085-16,-5 0 1546 0</inkml:trace>
  <inkml:trace contextRef="#ctx0" brushRef="#br0" timeOffset="205338.281">21674 10476 12489 0,'0'0'2024'0,"0"0"-1088"0,0 0 84 0,0 0 532 15,0 0-160-15,0 0-448 0,0 0-508 16,32 74-180-16,-28-65-48 0,0 1-12 16,0-1-156-16,0-2-40 0,-1-4-172 0,-3 3-192 15,5-6-136-15,-5 5-88 16,0-5-96-16,0 0-140 0,0 0-168 16,-5 0-624-16,2 0-1388 0,-9-5-3205 0</inkml:trace>
  <inkml:trace contextRef="#ctx0" brushRef="#br0" timeOffset="205486.777">21694 10249 4348 0,'0'0'10137'0,"0"0"-8209"0,0 0-992 16,0 0 80-16,0 0 200 0,0 0-520 0,80-36-696 15,-64 24-304-15,0-4-532 0,0 0-260 16,-4 4-872-16,3-8-4241 15</inkml:trace>
  <inkml:trace contextRef="#ctx0" brushRef="#br0" timeOffset="205903.94">21969 9985 1240 0,'0'0'8772'0,"0"0"-6327"15,0 0-877-15,0 0-104 0,0 0 268 0,0 0-384 16,0 0-672-16,0 0-356 0,91-10-208 0,-74 7-112 16,2 0-132-16,-3 3-76 0,1 0-16 15,2-3-44-15,-6 3-16 0,2 0 48 0,-3 3 76 16,0 3 160-16,-4 4 104 0,0-1 8 16,-3 8 84-16,-2-2 76 15,1 8-16-15,-4 2-20 16,0 0-88-16,0 7-40 0,0-4 16 0,-4 7-40 15,1-3-76-15,3 0 0 0,-5 0-8 16,5-4 0-16,0 1-8 0,0-4 4 0,0 2 0 16,0-6-4-16,0 5 0 0,0-4-40 15,0 3 48-15,0 0 40 16,0-2 96-16,0-5 84 0,0-1-220 16,0-1-64-16,-4-7-240 0,0 1-28 0,-4-1 12 15,-4-3 88-15,0 0-28 0,-3 1 40 16,2-3-4-16,-6-4 28 0,-1 0-52 15,-1 0-64-15,-3-4-284 0,-3-6-972 16,-6-1-2388-16,10-3-3449 16,-12-8 6257-16</inkml:trace>
  <inkml:trace contextRef="#ctx0" brushRef="#br0" timeOffset="206419.123">23347 9763 3332 0,'0'0'560'0,"0"0"2996"0,-79 92-900 16,43-48-955-16,-8 14-433 0,-4 9-32 16,1 8 12-16,-9 8-80 15,0 6-248-15,-4 3-252 0,0 7-236 0,0 2-184 0,-7 1-40 16,3 2-136-16,-7-2-72 0,-2-4-60 16,2 1 48-16,0-7-36 0,-2-4 44 15,6-5-256-15,-1-3 200 0,8-10 52 16,8-4-44-16,9-9-20 0,7-10-100 0,12-5-64 15,4-13-272 1,12-7-248-16,4-13-32 0,4-2-952 16,4-7-2337-16,4-3-1999 0,0-17 2100 0</inkml:trace>
  <inkml:trace contextRef="#ctx0" brushRef="#br0" timeOffset="207076.96">23093 10855 168 0,'0'0'7600'0,"0"0"-4427"0,0 0-993 0,0 0-504 0,0 0-76 16,28 82-120-16,-21-47-296 15,1 7-204-15,1-1-196 0,-5 4-164 16,3-1-147-16,-3 1-205 0,0-4-188 15,-4 0-80-15,0 0-48 0,0-6-48 16,0-4-124-16,4-1-193 0,-4-5-27 0,0-7 28 16,4-4 132-16,-4-5-308 0,5-5-384 15,-1-4-872-15,-1-7-976 16,-3-2-1305-16,0-7-1455 0,0 7 2412 0</inkml:trace>
  <inkml:trace contextRef="#ctx0" brushRef="#br0" timeOffset="207227.649">23153 11232 784 0,'0'0'10269'16,"0"0"-7861"-16,0 0-924 16,0 0 364-16,0 0-40 0,0 0-236 0,91 11-380 15,-63-11-411-15,0 0-297 0,4-6-168 0,4-8-148 16,-4 2-156-16,3-4-12 0,-3-7-304 16,-4 4-384-16,4-6-249 0,-8 3-123 15,-1-1-240-15,-6 5-2484 0,-6-4-3041 0</inkml:trace>
  <inkml:trace contextRef="#ctx0" brushRef="#br0" timeOffset="207420.348">23555 10741 508 0,'0'0'10304'0,"0"0"-8379"16,0 0-573-16,0 0 164 0,32 63 100 15,-25-28-192-15,6 2-148 0,-5 9-276 16,-1-2-308-16,1 4-191 0,-4-4-137 0,5-2-208 15,-5-1-156-15,-1-6-120 0,-3-4-268 16,4 1-197-16,-4-3-159 0,0-4-84 0,0-3-240 16,0-3-428-16,0-3-1036 15,0-6-2697-15,0-4-3827 0</inkml:trace>
  <inkml:trace contextRef="#ctx0" brushRef="#br0" timeOffset="207652.097">23957 11192 9080 0,'0'0'6317'0,"0"0"-5345"16,0 0-348-16,0 0 404 0,0 0 20 0,0 0-324 15,0 0-380-15,76 15-260 0,-60-15-84 16,-1 0-124-16,-6 4-32 0,-1 3-52 0,-1 5 60 16,-7 4 148-16,0 6 104 0,-7 6-32 15,-5 4-12-15,-4 0-48 0,-1 3 76 16,2-7-88-16,3-3-4 0,4-5-156 0,0-10-404 15,4-4-300-15,4-6-448 0,0-6-2604 16,0-14-5117-16</inkml:trace>
  <inkml:trace contextRef="#ctx0" brushRef="#br0" timeOffset="207788.676">24073 11004 5276 0,'0'0'8645'0,"0"0"-6269"0,0 0-920 0,0 0 36 15,0 0-352-15,0 0-580 0,96-45-312 0,-65 30-248 16,5-4-672-16,-4 0-352 16,-4 3-408-16,-8 7-1540 0,-1-4-3993 0</inkml:trace>
  <inkml:trace contextRef="#ctx0" brushRef="#br1" timeOffset="-209391.471">19296 9744 5520 0,'0'0'1756'0,"0"0"-340"0,0 0-500 15,0 0-604-15,40-73 2633 0,-37 59-1645 0,5 8-556 16,-4 1-136 0,0 2 32-16,1 3 48 0,-5 0-176 15,4 0-140-15,-4 0-24 0,3 8 280 0,1 3 256 16,4 3-176-16,-4 9-132 0,1 3-140 15,-5 9-60-15,3 6-215 0,-3 4-41 16,0 8-116-16,0 7-4 0,-3 7-12 0,-6 6-121 0,1 10 49 16,4-1-100-1,-3 7 16-15,2 7 152 0,1-4-128 0,0 3 96 16,0 0-12-16,4-2-88 0,0-5 100 0,0 1-64 16,0-7 16-16,4-5-112 15,4-5 208-15,4-8 0 0,4-3 0 16,0-4 0-16,0-6-268 0,0-4 12 15,-1 1-52-15,-2-4-20 0,-5-2 8 0,-1-4 48 16,-3 0 224-16,1-3 48 16,-5-3 48-16,0-5 148 0,0 0-132 0,0-5 44 15,0-3-108-15,0-3-4 0,0-4-140 0,0 1 44 16,0-4 40-16,4 1-16 0,-4-1 28 16,4-2-52-16,0-1 52 0,-4 4 48 15,4-3 92-15,-1-1 8 0,1 0 24 16,1 0-40-16,-1 1 40 15,4-1 24-15,-1-4-64 0,1 5-68 0,5-7-12 0,6 3 80 16,-3 1-36-16,5-1 188 16,2 1-236-16,5-4 60 0,0 2 0 15,0 2-52-15,4-1 92 16,-1 0-100-16,1 4 132 0,0-1-68 0,0 0 56 0,0-3 136 16,3 4-96-16,2-1-16 15,3 0-32-15,-1-3 108 0,10 1-112 0,-2-4-96 16,5 0-12-16,4 0-84 0,4-7 84 15,-4 4 8-15,3-3 4 0,5 3-4 0,-4-1-8 16,-1 1-84-16,-3 3 72 0,4 0-48 16,-4 3 60-16,0 4 0 0,0-1 0 15,3 4-60 1,5-1 56-16,0 0 4 0,7 1 152 0,0-1 244 16,10-2-396-16,-1-4-36 0,3 0 36 15,4-3 0-15,5 0-24 0,4 0-100 16,-1-3 120-16,6 0 0 0,2-4 4 0,0 5-4 15,5-5 4-15,-1 4-8 0,1-4-52 16,-1 4 60-16,5-3 12 0,-5 3 96 16,5-3-108-16,-5-1-60 0,5-2-12 15,-4-1 0-15,3-3 0 0,-3-2-100 0,3-2 172 16,-3 2 40-16,-8-1-40 0,3-1 0 16,-11 3 24-16,-1 0-20 0,-3 1 56 15,-8 1-60-15,-5-1 0 0,2 7 0 16,-10-4 8-16,1 1 20 0,-5 3-28 0,-3-4-48 15,0 1 44-15,-4-2-4 16,-4 3 4-16,-1-2 4 0,-10 0-8 16,-2 1 8-16,-3-4 36 0,-8 4 16 15,0 0 8-15,-4-2-56 0,-8 6 56 0,-4-2 24 16,-8 4 40-16,0-1-4 16,-4 1 76-16,0 3-15 0,0-3-85 0,0 3-80 15,-4-3 68-15,0 0-84 0,-5-1-4 16,2 1-108-16,3-3 40 0,0 3 68 15,0-3-4-15,-1-1 0 0,-2-5 4 0,3-1-64 16,0-3 68-16,0-6 0 0,0-4-49 16,4-5 1-1,-4-11-100-15,4-12 64 0,0-5-124 0,0-9 16 0,0-8-212 16,4-6 28-16,0-7 32 0,0-3 12 16,4-4 100-16,-4 1 172 0,4-7-88 15,0 1 100-15,3-1-112 0,2 0 148 16,-1-2-88-16,-1 2-24 0,2 4 124 15,-6 9 4-15,-3 9 96 0,0 14 60 0,-4 16 48 16,0 6-108-16,0 8 8 16,-8 4-108-16,-3 4-120 0,2 1-40 0,1 6 24 0,1-2 36 15,3 1-168-15,0 0 144 16,0 0-24-16,-1 0 148 0,1 3 24 16,4 3 172-16,-7 3-8 0,3 4-116 15,0-2 28-15,0 9-96 0,-4-1 0 0,0 0-4 16,4 3-4-16,-4 0-196 0,0 0 56 0,0 0 76 15,4 0 68-15,-4-4 48 16,4 4 40-16,1-2-88 0,-6-3 0 16,5 3 0-16,0-2 4 0,-4-2 96 15,1 4-40-15,-2-2-12 0,-3 1 40 0,-4-1-88 16,-3 4-36 0,-5 0-88-16,-4 0-12 0,0 4 136 0,-4-1 136 15,-4 7-40-15,0-4-96 0,-4 1-220 16,0 2 172-16,-3-4 48 0,2 2 196 15,2-3-96-15,-5-1-100 0,4-3 0 16,0 0-4-16,-7 0-4 0,3 0-72 0,-4 0 76 16,-4 3-156-16,-4 0 36 0,0 0 124 15,0 4 248-15,-2-1-52 0,-2 4-196 16,0-4-60-16,0 3-88 0,-4-2 144 16,1-1 4-16,3 1-4 0,-4-4-72 15,1 0-8-15,3-3 84 0,-5 0 84 16,6 0-20-16,-5 0-64 0,5 0-52 15,-1 0 40-15,4 0-60 0,0-3 64 16,0 3-40-16,4-3 44 0,1-1 0 16,-1 4-68-16,0-3 72 0,4 3 36 0,-4 0-36 15,1-3-12-15,-1 3-88 0,-4 0-24 16,4 0 116-16,1 3-164 0,-5 4-76 0,0-1 0 16,-4 3 0-16,4-2 0 0,0 2 24 15,5-3 152-15,-5 4 72 0,4-4 8 16,1 1 28-16,-1 0 28 0,3-2-80 15,2 2 32-15,-1-4 12 0,1 1-28 0,2 2-52 16,2-4 48-16,-2 2-8 0,6-2 0 16,-1-2 8-16,-4 5-108 0,4-5 48 15,1 0-48-15,-1 0-84 0,-4 0-72 0,4 0-136 16,1-5 68-16,-2 3 20 16,2-2 152-16,-1 2 12 0,-4 2 12 15,4-3 40-15,-8 0 92 0,4-1 8 16,1 4 0-16,-5-3 152 0,4 3-100 15,-4 0 8-15,0 0 116 16,4 0-100-16,1 0-24 0,2 0 32 0,-2 0-84 16,4 0-88-16,-2-4-88 0,5 1 36 15,-3 0-100-15,-1 1-100 0,3-2 188 0,-2 1-208 16,3-1 132-16,-3 1 228 0,3 3 116 16,-5-3-116-16,2 3 4 0,-1 0 84 15,0 0-76-15,0 0-12 0,1 0 104 0,-2 3-104 16,5-3 4-16,1 3-4 0,-1 1 8 15,4-1 0-15,0 1 32 16,1-2-28-16,3-2 64 0,0 3-24 16,7-3 72-16,2 0 16 0,6 0 100 15,2 0 104-15,7 0 20 0,0 0-88 0,0 0-48 16,4-3-40-16,0 3 24 0,0-2 68 16,0-2-168-16,0 1-104 0,0-1 68 15,0 4-64-15,0-3 40 0,0 3-48 16,-5 0 0-16,5 0 0 0,0 0 56 0,0 0-48 15,-3 0-4-15,-1 0 4 0,0 0-12 16,0 0-16-16,-4 0 12 0,4-3-4 0,0 3 12 16,0 0-4-16,0 0 8 0,4 0 8 15,0 0-16 1,0 0-16-16,0 0-56 0,0 0-68 16,0 0-84-16,0 0-216 0,8 0-280 0,-4 0-632 15,12 0-3041-15</inkml:trace>
  <inkml:trace contextRef="#ctx0" brushRef="#br1" timeOffset="-208682.784">22578 12132 5944 0,'0'0'1508'15,"0"0"2765"-15,0 0-3185 0,0 0-80 0,0 0 80 16,0 0-4-16,0 0-104 0,0 0-12 16,0 0-280-16,25 79-144 0,-14-47 32 15,-2 9 12-15,6 0 32 0,-3 6-72 16,4 4-87-16,5 0-97 0,-2 3-48 0,5 1-148 16,0-2-144-16,-5 1 28 0,2-3-52 15,-1-6 0-15,-5-4-112 0,2-6 4 0,-2-7 0 16,-6-2 60-16,2-10 0 15,-3-4-28-15,-8-5-128 0,4-7-112 0,-4 0-13 16,0-7-71-16,0-9-40 0,-4-6-132 16,0-6-152-16,-7-7-336 0,-2-6-464 15,2-4-752-15,-1 10-1593 16,-12-22-1443-16</inkml:trace>
  <inkml:trace contextRef="#ctx0" brushRef="#br1" timeOffset="-208513.415">22595 12147 1016 0,'0'0'11181'16,"0"0"-9381"-16,0 0-852 0,0 0-420 0,0 0 216 0,-92 69 504 16,68-39-396-16,-4 2-396 15,4-1-244-15,-4 4-80 0,5-3 0 0,-1-4-132 16,3-5-172-16,6-4-12 0,2-9-136 16,6-8-224-16,3-2-312 0,4-6-308 15,-4-10-700-15,4-4-1312 0,0-1-3333 0</inkml:trace>
  <inkml:trace contextRef="#ctx0" brushRef="#br1" timeOffset="-208358.299">22487 12141 964 0,'0'0'11229'0,"0"0"-9457"16,0 0-796-16,76-9-132 0,-44 9 384 0,4 2-324 0,3 8-272 16,-3 3-240-16,8 6-24 0,0 0-168 15,4-3-200-15,-1 3-52 16,-2-6-560-16,-2 0-464 0,0-4-292 0,-2-3-664 15,-9 1-2181-15,7-4-3083 0</inkml:trace>
  <inkml:trace contextRef="#ctx0" brushRef="#br1" timeOffset="-207874.397">23156 13358 6916 0,'0'0'5577'16,"0"0"-4453"-16,0 0-400 0,0 0 96 0,0 0 404 16,0 0 56-16,56 75 68 0,-16-62-260 15,3-4-172-15,6 1-272 16,3-7-131-16,-1-3-209 0,-3-3-196 16,4-10-108-16,-5-3-108 0,-2-4-52 0,-2-1-104 15,-7-2-309-15,-4 2-291 16,-4-2-288-16,-8 1-608 0,-8 6-2216 0,-9-3-2885 15</inkml:trace>
  <inkml:trace contextRef="#ctx0" brushRef="#br1" timeOffset="-207664.997">23535 13036 3252 0,'0'0'8985'0,"0"0"-7085"0,-28 86-1036 16,20-39-436-16,4 11 300 0,0 5 696 0,-3 7-80 0,7-3-252 15,-5-1-384-15,5-1-328 16,0-12-296-16,8-9-84 0,4-9-184 0,0-13-240 16,0-15-80-16,7-7-144 0,5-13-16 0,4-12-224 15,0-10-728 1,0-9-800-16,4-7-1613 0,-11 12-1231 16,7-24 1892-16</inkml:trace>
  <inkml:trace contextRef="#ctx0" brushRef="#br1" timeOffset="-207257.271">23826 12753 3544 0,'0'0'6296'16,"0"0"-3403"-16,0 0-1493 0,0 0-324 0,4 93 296 0,0-42 192 15,-4 10-260-15,4 4-432 0,-1 9-180 16,-3-2-96-16,4 2-119 16,-4 2-177-16,0-6-224 15,0-1-76-15,0-8-44 0,0-8-112 16,0-11 12-16,0-10-76 0,9-10 23 0,-1-13 29 15,-1-5-160-15,5-4 12 0,4-7-40 16,0-12-68-16,0-6-152 0,1-10-200 0,-2 0-76 16,-3-6-176-16,4-1-80 15,0 1 52-15,-4 0 92 0,0 6 112 16,0 7 352-16,0 5 500 0,-1 7 64 0,-2 10 268 16,-1 3 180-16,-4 3 148 0,3 9-12 0,2 4 144 15,-5 6-88-15,4 0-112 0,-5 6-80 16,1 4 96-16,0-4 120 0,0 1-28 0,-4 2-100 15,5-2-148-15,-5-1-96 0,4 0-136 16,0 5-12-16,-1-5-28 16,1 3-84-16,0-2-96 0,0-4-40 0,1 0 32 15,-1-6-160-15,3-3-40 0,-7-7-84 16,4-3-36-16,0-3-76 16,-4-3-184-16,4-3-236 0,0-7-452 0,1 0-744 15,-5-2-1952-15,0-8-2553 0</inkml:trace>
  <inkml:trace contextRef="#ctx0" brushRef="#br1" timeOffset="-206970.45">24412 13475 4972 0,'0'0'6085'15,"0"0"-3205"-15,0 0-1328 0,0 0-380 16,0 0-44-16,32 78-16 0,-29-55-312 16,1-1-424-16,-4 1-272 0,4-4-104 0,0-4-48 15,0-5-64-15,0-1-96 0,-4-6-148 16,0-3-232-16,0 0-348 0,0 0-208 15,0-9-428-15,0-1-800 0,-8-8-3021 0</inkml:trace>
  <inkml:trace contextRef="#ctx0" brushRef="#br1" timeOffset="-206838.534">24391 13214 8944 0,'0'0'5765'0,"0"0"-4357"0,0 0-828 16,0 0-96-16,0 0 496 0,0 0 204 0,64 70-952 15,-44-70-232-15,5 0-932 0,2-6-656 16,1-10-772-16,-4 6-2573 0,15-9-4143 16</inkml:trace>
  <inkml:trace contextRef="#ctx0" brushRef="#br1" timeOffset="-206593.714">24917 13230 4272 0,'0'0'4872'15,"0"0"649"-15,0 0-4221 0,0 0-200 0,-28 70 424 16,13-48-16-16,-2 0-408 0,-3 3-492 15,5-3-327-15,-2 1-101 0,6-4-108 16,3-3-72-16,4 0-144 0,4-4-76 16,0 1 87-16,4 0 25 0,4 0 20 0,3-4-56 15,6 5 72-15,-2-6 28 16,5 5 44-16,-3-1 8 0,2 5 28 0,-2-1-28 0,2 0-8 16,-3-1 120-16,1 4-36 0,-2-6-84 15,-7 0-120-15,-4 0-220 16,-4-4-100-16,0 4-244 0,-8-1-236 15,-4 1-272-15,-8-7-452 0,0 5-604 16,-3-9-1749-16,6 2-2035 0,-18-4 2009 16</inkml:trace>
  <inkml:trace contextRef="#ctx0" brushRef="#br1" timeOffset="-206117.511">25842 13341 10408 0,'0'0'2045'0,"0"0"-861"15,11 73-204-15,2-41 128 0,-6 3-92 0,6 3-232 16,-9-4-348-16,4 2-176 0,-5-9-124 0,1 0-72 16,0-12-64-1,0-2-248-15,-4-3-148 0,5-7-148 16,-5-3-280-16,0-3-348 0,0-10-1072 0,0 0-3221 15</inkml:trace>
  <inkml:trace contextRef="#ctx0" brushRef="#br1" timeOffset="-205970.478">25886 13065 11865 0,'0'0'3120'15,"0"0"-2052"-15,0 0-812 0,0 0 156 16,0 0 160-16,83 22-572 0,-55-22-336 15,12 0-840-15,0-6-604 0,3 0-1152 0,-11-1-4353 16</inkml:trace>
  <inkml:trace contextRef="#ctx0" brushRef="#br1" timeOffset="-205723.896">26587 13284 6492 0,'0'0'8669'0,"0"0"-7281"0,0 0-568 16,-88 85 440-16,56-56 140 0,0 0-276 15,4-4-604-15,5 0-323 0,10-2-113 0,6-7-84 16,7-4-4-16,0-1-153 0,11-3-3 16,9 3 148-16,5-3-84 0,3 2 84 15,0 0 12-15,0-1-140 0,-1 1 140 16,-3-1 16-16,0 4 32 0,-4 0-48 0,-1-1-48 16,-2 4 32-16,-6-3-44 15,-3 0 0-15,-3-1 56 0,-5 1-80 0,0 0-148 16,-9-1-84-16,-2-3-100 0,-6 2-184 15,2-5-248-15,-2-6-300 0,2 2-740 16,2-2-796-16,-6-2-2785 0</inkml:trace>
  <inkml:trace contextRef="#ctx0" brushRef="#br1" timeOffset="-205060.382">27973 13541 808 0,'0'0'1056'0,"0"0"2088"16,0 0-400-16,0 0-812 0,0 0-1224 15,0 0-11-15,0 0 103 0,0 0-108 0,0 0-144 16,0-73-40-16,-4 63-36 0,0 4 24 16,-7 0 296-16,-2 0-52 0,-2-1-148 15,-5 4 20-15,-1 3 56 0,2 0 0 0,-1 3-164 16,4 7-52-16,-4 5-72 16,4 4-24-16,0 10-112 0,5 4-112 0,2 7-44 15,1 2 8 1,4 2 12-16,0-3 52 0,4-3-160 0,4-10-48 15,4-2-76-15,8-10-32 16,0-7 152-16,4-5-108 0,0-4 64 0,7-13-36 16,1-6-4-16,0-4 76 0,0-5-256 15,0-4-148-15,0 4 36 0,-4-1 0 16,-4 1 96-16,-4 6 88 0,-4 3 48 0,-4 5 36 16,-4 2 68-16,0 10 44 0,0 2 76 15,-4 0 72-15,8 6 196 16,-4 6 208-16,4 7-160 0,0 0-12 0,4 7-284 15,0-1-84-15,-4-3 144 16,3 0-156-16,6 1-72 0,-2-8-224 0,5-4-192 16,1-5-100-16,-2-6-228 0,9 0-496 15,0-11-916-15,-8 5-1889 0,12-9-1943 16</inkml:trace>
  <inkml:trace contextRef="#ctx0" brushRef="#br1" timeOffset="-204526.37">28981 13386 8008 0,'0'0'5441'0,"0"0"-4769"16,0 0-252-16,0 0-192 0,0 0 764 0,-91-28 412 15,75 42-472-15,0 16-280 0,-1 11-84 16,-6 6-56 0,3 10-36-16,0 4-60 0,0-1-100 0,4-9-84 15,8-6-60-15,4-14-172 0,4-10-136 0,4-10-96 16,8-8-132-16,8-3 72 15,4-14 72-15,4-7-136 0,0-8-184 0,4-5-208 16,-4-4 8-16,-5 2 132 0,-2 1 156 0,-1 7 44 16,-13 3 28-16,1 2 40 0,-4 10 124 15,0 1 216-15,-4 9 16 16,0 3 524-16,0 6 112 0,-4 10-228 0,0 7-24 16,4 4-44-16,0 9 16 15,0 2-88-15,4 3-36 0,5 6-188 16,-5 11 88-16,-1 2 100 0,1 10 44 0,-4 3-20 15,0 7-52-15,-7-2 96 0,-2 2-72 16,-3 3-48-16,5-4-100 0,-6-3-96 0,5-2-8 16,1-11-160-16,3-13-16 15,4-5-280-15,0-16-64 0,0-8 12 16,4-10 36-16,0-11-76 0,3-4-288 0,6-11-372 16,-6-10-120-16,1-10-856 0,0 5-2225 15,1-23-1383-15</inkml:trace>
  <inkml:trace contextRef="#ctx0" brushRef="#br1" timeOffset="-204127.53">29268 13503 6584 0,'0'0'2204'0,"0"0"817"16,0 0-1649-16,0 63-316 0,-4-24 192 15,0 2 84-15,0 3-288 0,0 5-340 0,4-9-176 16,-3-3-220-16,3-4-196 0,0-11-112 16,0-6-248-16,0-9-144 0,3-4-16 15,9-3 212-15,-4-13 148 0,8-3-140 16,1-9-144-16,2-4-80 0,-3-6-48 16,4 0 76-16,0 0 52 0,-5 0 56 0,2 1 228 15,-6 2 48-15,2 0 72 0,-5 7 16 16,-5 2 88-16,1 11 144 0,-4 5 240 15,0 7 96-15,0 3 0 0,4 10-136 0,-4 9-16 16,0 7-52-16,0 6 0 16,0 3-60-16,0 0-40 0,0 0 88 0,0-3-112 15,-4-4-87-15,0 1-241 0,1-9-72 16,-1-4-97-16,4-7-111 0,-4-5-84 16,4-4-136-16,0-3-184 0,0-13-372 0,8-6-788 15,-1 7-2164-15,6-23-2441 0</inkml:trace>
  <inkml:trace contextRef="#ctx0" brushRef="#br1" timeOffset="-203845.693">29663 13636 3252 0,'0'0'11513'0,"0"0"-9701"0,-16 83-992 0,12-55 592 16,-4 8 156-16,8-5-244 15,0-5-655-15,0-8-401 0,8-8-268 0,4-7 8 16,-1-3 128-16,10-3 60 0,-6-10-124 15,5-6-72-15,4-6-128 16,4-3-164-16,-3-8-120 0,-6 5 48 0,1-4 95 0,-1 6 65 16,-2 0 56-16,-6 1 16 0,-2 3-88 15,-5 2-12-15,-4 1 232 0,0 9 12 16,-4 7 340-16,-5 0 64 0,2 6-124 16,-9 3-87-16,-4 6-145 0,4 4-52 0,-4 3-8 15,0-4-132-15,1 5-13 16,2-1-199-16,6-7 80 0,-2 1-188 0,6-1-208 15,3-7-988-15,0 3-916 0,4-3-1756 16,-4-2-2417-16</inkml:trace>
  <inkml:trace contextRef="#ctx0" brushRef="#br1" timeOffset="-203421.406">30356 12821 6900 0,'0'0'6429'16,"0"0"-5145"-16,0 0-680 16,0 0 692-16,0 0 380 0,0 0-384 15,8 104-240-15,-12-53-320 0,0 13 85 16,-4 5-129-16,0 11-32 0,-4 2-200 0,0 7-104 16,-4 0-160-16,4 1-120 0,0-6-72 15,1-1-60-15,2-6-84 0,5-11 12 0,0-9 36 16,4-12 8-16,4-13-8 15,9-10 0-15,-2-9-12 0,9-8 0 16,0-5 12-16,4-12-148 0,0-8-228 0,0-7-108 16,-1-12-225-16,-2 1-411 15,-5-6-416-15,-8-1-552 0,-8-2-636 16,0-1-2093-16,-12 13-3443 0</inkml:trace>
  <inkml:trace contextRef="#ctx0" brushRef="#br1" timeOffset="-203262.731">30049 13405 8988 0,'0'0'6353'16,"0"0"-5009"-16,0 0-560 0,0 0 576 16,0 0 268-16,0 0-227 0,0 0-457 0,83 66-520 15,-46-56-316-15,3-4-8 0,3-3-16 16,1-3-76-16,4 0-8 0,-4-6-40 16,3-3-480-16,-2-8-268 0,-6 2-321 15,-3-5-807-15,-12 8-1948 0,8-4-2713 16</inkml:trace>
  <inkml:trace contextRef="#ctx0" brushRef="#br1" timeOffset="-203105.412">30794 13471 8160 0,'0'0'6017'16,"0"0"-4053"-16,0 70-1184 0,-4-41 104 0,1 6 580 16,-1 0-116-16,-1-4-400 0,1-3-523 0,4-8-425 15,0-4-189-15,0-4-395 0,0-6-136 16,4-1-184-16,-4-5-460 15,0 0-1408-15,0-7-2881 0,0 0-2831 16,-12-9 7860-16</inkml:trace>
  <inkml:trace contextRef="#ctx0" brushRef="#br1" timeOffset="-202954.236">30695 13252 11477 0,'0'0'5084'0,"0"0"-4200"0,0 0-624 16,0 0 504-16,0 0 272 15,0 0-352-15,99 26-684 0,-71-20-36 0,0-6-860 16,-5 0-136-16,5 0-520 0,-3 0-1300 0,-9 0-3113 16,-1 6-1319-16</inkml:trace>
  <inkml:trace contextRef="#ctx0" brushRef="#br1" timeOffset="-202661.469">30961 13560 5092 0,'0'0'8889'0,"0"0"-7197"16,0 0-1124-16,9 63 120 0,-1-50 800 15,3-6-272-15,6-1-468 0,2-6-516 0,5 0-232 16,4-9-84-16,0-8-120 0,0-1-200 16,0-4-76-16,-4-1 0 0,-5 2 40 0,-2 1 68 15,-6 1 100-15,2 3 272 0,-9 3 0 16,0 0 148-16,-4 1 12 0,0-1 40 16,-4 3 60-16,0 1-52 0,-5 6 160 0,5 3 12 15,1 0-60 1,-5 12-272-16,-5 5-48 0,-2 5 0 15,-2 3 220-15,2 7 184 0,-1-4 44 16,4 4-68-16,-4-6-140 0,8-4-216 0,0-6-24 16,4-4-228-16,4-5-88 0,0-7-52 15,4 0-252-15,8-7-92 0,8-8 248 0,0-2-500 16,7-4-944-16,5-5-2148 16,5 3-345-16,-5 2 1657 0,-9 5-2124 0,10-10 4833 15</inkml:trace>
  <inkml:trace contextRef="#ctx0" brushRef="#br1" timeOffset="-202406.76">31468 13427 3464 0,'0'0'1904'0,"0"0"6429"0,0 0-5777 0,0 0-1288 0,0 0-168 16,8 70 180-16,-12-48-148 0,0 0-303 16,0-3-369-1,0 0-252-15,4-3-112 0,0-6-92 0,0-4-4 16,4-3-156-16,0-3-100 0,0 0-48 16,3 0-13-16,1-6 113 0,5-4 20 0,-2-2 0 15,2-2-8-15,-2 2 8 0,5-1 36 16,-4 5 4-16,0-3 44 0,-3 8 4 0,-6 0 32 15,1 3 64-15,0 0 52 0,-4 6 228 16,4 5 72-16,-4 1-180 0,0 1-76 16,0 2-20-16,0 1-72 0,0-3-4 15,8 0-48-15,-4-4 36 16,4-3-216-16,-4-2-468 0,8-1-64 16,-5-3-164-16,10 0-872 0,-2 0-16 15,-2 0-976-15,2 0-5505 0</inkml:trace>
  <inkml:trace contextRef="#ctx0" brushRef="#br1" timeOffset="-201824.635">32192 13090 6552 0,'0'0'5673'0,"0"0"-4673"0,0 0-876 15,0 0-60-15,17 101 356 16,-13-56 796-16,0 9 84 0,-1 3-452 0,5 10-80 16,1 0 180-16,-5-1-188 0,3-2-208 0,1-4-184 15,1-6-308-15,-1-13-60 16,3-5-208-16,-2-11 24 0,2-9-12 0,-3-7-60 15,-4-6-136-15,0-3-220 16,-4 0 44-16,0-6-100 0,0-7-368 0,-12-7-1256 0,1-5-2377 16,-2 6-1631-16,-10-12 3392 0</inkml:trace>
  <inkml:trace contextRef="#ctx0" brushRef="#br1" timeOffset="-201698.626">31973 13421 6836 0,'0'0'4849'0,"0"0"-2369"0,0 0-1156 16,0 0-632-16,0 0-64 0,0 0 144 0,0 0 436 15,100-26-324-15,-48 20-528 0,4 0-356 16,4-1 0 0,0-3-96-16,-1 4-224 0,-8-1-488 0,2 1-664 15,-18 3-1684-15,1 3-3997 0</inkml:trace>
  <inkml:trace contextRef="#ctx0" brushRef="#br1" timeOffset="-200718.023">30428 14811 444 0,'0'0'1172'0,"0"0"4696"0,0 0-4236 16,0 0-700-16,0 0-156 0,-80-45 241 16,64 39 123-16,0 4-32 0,4 2-96 15,1 0-208-15,-6 0-124 0,6 8-96 0,-2 5-148 16,2 6-224-16,-1 10-200 15,-1-1 36-15,2 7-40 0,-2-3-8 0,6 0 0 16,3-7-48-16,0-8-28 0,4-5-24 16,0-6-48-16,0-2 148 0,8-4 40 15,8 0 112-15,-4-10 20 0,8 0-36 0,3-9-36 16,-3 1-100-16,0-5-100 0,0 1-136 16,-4 6-48-16,0 3 12 0,-4 5 84 15,0 8 0-15,-5 0 76 0,6 11 112 16,-5 12 352-16,-1 2-104 0,6 9-156 15,-5 8-92-15,3 3-8 0,2 3 0 0,-5-1 0 16,-1 4 8-16,2-1 48 0,-5-1 100 16,-4-2 36-16,0-2-20 15,0-4 56-15,-13-4 152 0,6-2-16 0,-9-7 60 0,4-2-120 16,0-3-16 0,-4-7-32-16,0-7-52 0,4-5-64 15,-4-4-48-15,4 0-84 0,-8-13-140 0,4-6-8 16,0-6-280-16,4-4 88 15,-4-9-128-15,4-10-12 0,4 1-112 16,4-14-664-16,4 5-796 0,0-9-920 0,4 9-2953 16,0 10 182-16</inkml:trace>
  <inkml:trace contextRef="#ctx0" brushRef="#br1" timeOffset="-200464.249">30611 14690 808 0,'0'0'10901'16,"0"0"-9377"-16,0 0-824 0,0 0-44 15,84 39 356-15,-69-17-168 0,6 6-384 0,-10 4-272 16,2 3-76-16,-2 3 108 0,-7 0 4 16,-4 1-88-16,0-4 0 0,-4-1 0 15,-3-5 28 1,-2-1 44-16,-3-8 148 0,9-8 408 0,-5-2-252 16,8-4-144-16,-4-6-76 0,4 0-96 0,0-10-160 15,4-8-36-15,4-10-316 0,3-8 132 16,6-5 88-16,3-7-76 0,3-2 12 15,-3 1-96-15,-4 5-420 0,4 5-320 0,-4 8-360 16,0 6-796-16,0 9-2025 0,0 0-2735 16</inkml:trace>
  <inkml:trace contextRef="#ctx0" brushRef="#br1" timeOffset="-200169.105">31030 14868 6460 0,'0'0'7301'16,"0"0"-5757"-16,-28 83-952 15,28-62 248-15,-4 3 540 0,4-6-504 0,0-5-584 16,12-10-292-16,3 0-12 0,5-3 12 16,4-12 0-16,0-4-36 0,3-10-236 0,1-2-20 15,-3-4 8-15,-1 3 24 0,-4 1 148 16,-8 3 112-16,-1-1 12 16,-6 6 136-16,-5-1 52 0,0 5 32 0,-5 1 16 15,-3 1-4-15,1 11 100 0,-1-1 36 0,-1 4-12 0,-2 11-368 16,-1 4-52-16,0 5-72 0,0 5 100 15,-4 4 24-15,8-1 108 16,-4-2-4-16,4-5-104 0,4-1-184 0,-4-4-244 16,4-1-224-16,0-5-24 15,4-6-240-15,0-1-588 0,0-3-1112 16,12-10-469-16,-1-6-1943 0,2 3 444 16</inkml:trace>
  <inkml:trace contextRef="#ctx0" brushRef="#br1" timeOffset="-199877.561">31380 14791 2480 0,'0'0'10957'0,"0"0"-8305"16,0 0-1700-16,0 0-120 16,4 81 584-16,-8-60-116 0,-4-1-292 0,8-4-363 15,0-1-341-15,0-5-220 0,0-1-84 16,8-2-8-16,-4-5-200 0,7-2-44 16,2-2-52-16,2-7-1 0,6-8 13 0,-1-2-12 15,-5 1 0-15,2-2 144 16,-2 1 100-16,-2 6 56 0,-5 1 4 0,-1 6 72 15,-3 2 88-15,0 1 96 0,-4 3 304 16,0 0-75-16,0 7-157 0,0 2-84 16,0 4-76-16,0 7-72 0,0-2-88 0,0-2-4 15,0 3-4-15,0 0-8 16,0-4-124-16,0-2-36 0,4-3 56 0,1-3-348 16,2-7-221-16,1 0-87 0,0-10 0 15,0-6-560-15,4 4-1428 0,0-11-3949 0</inkml:trace>
  <inkml:trace contextRef="#ctx0" brushRef="#br1" timeOffset="-199647.491">31810 14764 6624 0,'0'0'6153'16,"0"0"-4273"-16,0 0-1488 0,0 0 48 0,-4 69 968 16,1-40 128-16,-1 6-368 0,-1 3-324 0,5 10-196 15,-4 6-4-15,-4 6 145 0,1 4-269 16,-6 5-340-16,-2 5-108 15,-6-5-72-15,2 1-36 0,-1-4-84 0,0-2-48 16,0-7-136-16,4-8-84 16,0-9 36-16,8-8-1 0,0-10-35 15,4-9-4-15,0-10-44 0,4-6-140 16,0-10-700-16,12-4-176 0,-4-8 112 0,4 0-240 16,0-9-1012-16,0-1-1317 0,0-6 601 15,-4 8 596-15,8-23 2440 0</inkml:trace>
  <inkml:trace contextRef="#ctx0" brushRef="#br1" timeOffset="-199385.588">31822 14777 3008 0,'0'0'10721'0,"0"0"-9041"0,0 0-1516 0,0 0-64 16,0 0 204-16,0 0 312 0,0 0 32 16,0 0-376-16,92-5-208 15,-72 5-56-15,0 5-8 0,-1-3-60 0,2 5 52 16,-6-2-104-16,2 6 0 0,-6-2 40 0,-2 4-4 15,-1 0 76-15,-5 2 36 16,1 5 116-16,-4-2 32 0,-4 5 64 16,-7-1-124-16,-6 4-48 0,1-4-76 0,-7 3 0 15,-5-3-4 1,4-3-84-16,-4 0-24 0,0-3-60 0,0 0-176 16,5-4-224-16,2-2-384 0,5-3-608 15,1-4-1108-15,2-3-2921 0,1 3 1517 16</inkml:trace>
  <inkml:trace contextRef="#ctx0" brushRef="#br1" timeOffset="-199252.072">32400 15224 8200 0,'0'0'6945'0,"0"0"-4961"0,0 0-1264 0,0 0-432 15,0 0-288-15,0 0-532 0,0 0-452 16,0 0-1156-16,0 0-5357 0</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44:44.535"/>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definitions>
  <inkml:trace contextRef="#ctx0" brushRef="#br0">11945 9515 1528 0,'0'0'352'0,"0"0"9073"0,0 0-7553 0,0 0-312 15,0 0-188-15,0 0 116 0,0 0-240 16,0 0-144-16,0 0-300 0,0 0-168 0,0 0 105 16,0 0-41-1,-28 51-180-15,24-10-168 0,0 7-112 16,0 12 208-16,-1 13-48 0,-3 7-184 0,1 9-132 16,-1 11-84-16,-8 6-4 0,4 5-68 15,-8 3-132-15,4-2-88 0,4-5-92 0,4-8 200 16,4-13-32-1,4-16-24-15,4-17 32 0,4-18-56 0,4-13-124 16,-4-12-108-16,0-10-185 16,3-13-135-16,6-9-248 0,-1-10-424 0,0-9-672 0,0-9-1020 15,-4-8-1773-15,-5-5-411 0,1 11 2933 16</inkml:trace>
  <inkml:trace contextRef="#ctx0" brushRef="#br0" timeOffset="364.495">12001 9626 8648 0,'0'0'2160'0,"0"0"-875"0,0 0-161 0,0 0 172 0,0 0 28 15,0 0-108-15,0 0-88 0,0 0-352 16,55 73-220-16,-35-32-92 0,0 13 72 0,4 7-192 16,-1 6-176-16,-2 5 112 15,-1 5-108-15,-1 2-168 0,-6 0-4 16,-2-2-12-16,1-7 4 0,0-7 8 15,0-9 0-15,1-6 56 0,-2-13 4 16,1-7 0-16,0-8 64 0,0-8-39 0,-4-2-25 16,0-5-48-16,0-5-4 0,0 0 64 15,-1-2-8-15,2-8 44 0,-1-5 36 16,3-5-48-16,2-8-8 0,2-4-88 0,2-9-56 16,-2-7-40-16,5-6-48 15,1-3-52-15,-2-6-81 0,1 0 21 0,4-5-96 16,0 8-4-16,4-1 100 0,-4 4 36 15,4 7-24-15,-4 2-12 0,4 6-112 16,-5 4-88-16,-3 4-332 0,0 5-624 0,0 1-664 16,-4 6-628-16,-4 3-1261 0,0 6-711 15,-4-7 2532-15</inkml:trace>
  <inkml:trace contextRef="#ctx0" brushRef="#br0" timeOffset="804.101">13140 9839 3360 0,'0'0'9133'16,"0"0"-7373"-16,0 0-120 0,99 12-240 15,-59-8-12 1,0-4-344-16,4-4-360 0,-4-1-332 0,4-5-208 16,-8-2-144-16,-1-1-148 15,1 3-204-15,-8-3-320 0,-4 7-300 0,-8-4-376 16,-4 4-1324-16,-8 3-3725 0,-4 3-775 15</inkml:trace>
  <inkml:trace contextRef="#ctx0" brushRef="#br0" timeOffset="1053.42">13260 9953 5732 0,'0'0'2756'0,"0"0"2853"15,-9 71-4157-15,9-40-384 0,0 7 212 16,0 3-8-16,0 4-256 0,4 2-224 15,1 1-328-15,-5 3-100 0,0 3-107 0,0-1-29 16,0-2-96-16,0-3 40 16,0-3-28-16,4-10-88 0,-1-3-56 0,9-7-4 15,1-6 4-15,2-6-48 0,1-7 48 16,8-6-108-16,0 0-36 0,0-3-16 16,8-10-116-16,-1-6-17 0,-3-1-219 0,4-2-12 15,-4-3-112-15,0-3-120 16,-4 2-800-16,0-2-880 0,-4-1-1788 15,-9 4-1453-15,6-11 1749 0</inkml:trace>
  <inkml:trace contextRef="#ctx0" brushRef="#br0" timeOffset="1284.945">13841 9899 2916 0,'0'0'9593'0,"0"0"-7849"0,0 0-280 16,0 0-12-16,0 0 256 0,4 76-312 15,-4-40-272-15,0 4-251 0,4 5-269 16,0 6-68-16,0 1 164 0,0-2-124 16,0 4-368-16,-4-4-156 0,0-2-52 0,-4-6-144 15,0-2-88-15,-4-8-116 0,4-6-136 16,4-4-72-16,0-9-72 0,0-11-345 0,0-2-747 16,4 0-928-16,0-9-1772 0,4 3-1201 15,-4-20-1463-15</inkml:trace>
  <inkml:trace contextRef="#ctx0" brushRef="#br0" timeOffset="1441.999">13904 10246 952 0,'0'0'9272'16,"0"0"-6751"-16,0 0-297 0,0 0-440 15,0 0 16-15,84-7-120 0,-60 7-144 16,4 0-407-16,4 0-345 0,0 0-264 0,8-3-280 16,-5-7-200-16,2-3-40 15,2 1-216-15,-3-7-232 0,0 3-288 16,0-6-136-16,-8 3-261 0,0 0-811 0,-4 0-996 15,-9 3-1968-15,-2-6-2389 0</inkml:trace>
  <inkml:trace contextRef="#ctx0" brushRef="#br0" timeOffset="1645.484">14419 9760 9072 0,'0'0'1292'0,"0"0"-287"0,0 0 139 15,0 0 448-15,0 0 236 0,0 0-264 0,12 69-524 16,-12-34-68-16,4 4 116 0,-4 5-116 15,0 3-23-15,0 5-345 0,0 5-180 16,0-1-64-16,-4 3-324 0,-5-1-36 16,2 0-168-16,-1-7 60 0,0-4-172 0,0-5-200 15,4-10-56-15,4-10 52 0,4-6-53 0,4-7-559 16,8-5-1040-16,4-4-500 0,-5-7-2021 16,13-9-4471-16</inkml:trace>
  <inkml:trace contextRef="#ctx0" brushRef="#br0" timeOffset="1867.886">14845 10353 1800 0,'0'0'10405'0,"0"0"-8353"16,0 0-564-16,0 0 52 0,0 0-44 16,0 0-352-16,0 0-400 0,0 0-356 0,0 0-144 15,0 0-60-15,52 48 277 0,-52-36 63 16,0 4-272-16,0 4-92 0,0-4-160 15,-4-5-64-15,-1 3-236 0,-2-4-236 0,-1-1-45 16,4-3-55-16,-4-3-316 0,-4-3-608 0,4 0-608 16,0 0-652-16,0-6-1521 0,4 0-1459 15,-4-17 3692-15</inkml:trace>
  <inkml:trace contextRef="#ctx0" brushRef="#br0" timeOffset="2014.685">14861 9999 7672 0,'0'0'3897'0,"0"0"-709"0,0 0-952 16,0 0-344-16,0 0 56 0,0 0-683 0,92-17-709 15,-69 7-556-15,5-5-244 0,-4-2-605 16,0 2-319-16,1-1-856 0,-14 3-2440 16,13-2-3453-16</inkml:trace>
  <inkml:trace contextRef="#ctx0" brushRef="#br0" timeOffset="2495.887">15379 9629 9460 0,'0'0'6025'0,"0"0"-3773"0,0 0-1252 15,0 0-692-15,0 0-100 0,0 0 308 0,0 0 36 16,91-28-552-16,-67 21-40 15,0 1-92-15,1 0 8 0,-6 3-12 16,-3 3-32-16,0 0 92 0,-4 6 76 16,4 3 48-16,-9 4 24 0,2 4 220 0,-1 2 196 15,-4 0 0-15,3 0-84 16,-2-1-188-16,3 5-32 0,0 2-51 0,-1 0 39 16,-3 4 20-16,5 2-20 15,-1 1 228-15,-1 7-88 0,-3-2-144 16,5 2-80-16,-5 6 8 0,4-1 12 15,-5 0 72-15,1 3-8 0,0-2-16 0,-4-3 36 16,5-1 36-16,-5 0-120 0,4-3-104 0,0-3-4 16,0 0 0-16,-1 0 0 0,5-6-84 15,-4-1 12-15,1-6 68 0,-1-6-4 16,-4 0-88-16,0-6-36 0,0-1 12 16,0 1 60-16,0-1 48 0,0-3-72 0,-9-3-4 15,5 0-32-15,0 1 0 0,0-1 36 16,-3-3-60-16,-6 4-76 0,5-4-44 15,-3 0-16-15,-2 0 28 0,-2-4-52 16,-5 1-61-16,0-4-87 16,-4-2-120-16,0 2-136 0,-4-2-112 15,-4 4-128-15,-4-2-128 0,1 0-292 16,-1 4-944-16,4-1-2449 0,-12-5-3243 0</inkml:trace>
  <inkml:trace contextRef="#ctx0" brushRef="#br0" timeOffset="3383.714">17029 10309 8440 0,'0'0'232'0,"0"0"5501"0,0 0-4021 16,0 0-584-16,0 0-176 0,0 0-28 0,0 0-100 16,0 0-264-16,0 0-204 0,0 0 168 15,0 0 81-15,83-28-93 0,-55 18-224 16,4 1-80-16,0 2 104 0,8 3-20 0,3-1-40 15,5 5 52-15,8-3-64 0,12 3-60 16,3 0-48-16,9 0-72 0,8 0 40 0,8 0-96 16,-1 0-4-16,5 0-60 0,-1 0 52 15,5-4-80-15,-1-3 88 16,-3-1-8-16,4 2-88 0,-5-5 88 16,-7 3-40-16,-4-3-24 0,-13 5-12 15,-7-4-48-15,-9 4 0 0,-10-1 0 16,-10-2 44-16,-3 3 88 0,-8-1 4 0,-4 1 0 15,-4 3-8-15,-4-3-4 0,-4 2 0 16,0-2-100-16,-4 3-48 0,-1 0-112 16,6-4-80-16,-5 1-52 0,3-4-244 0,2 1-425 15,-2-1-263-15,2-3-604 16,-5 1-1188-16,-1 2-1749 0,1-2-2959 0</inkml:trace>
  <inkml:trace contextRef="#ctx0" brushRef="#br0" timeOffset="3736.61">19072 9772 5532 0,'0'0'8065'0,"0"0"-6913"0,0 0-720 15,0 0 132 1,0 0 988-16,0 0-56 0,80 7-476 0,-52-1-556 0,0 3-376 15,4 4-76-15,0 0 60 16,0-1-24-16,-4 5-44 0,0 2 4 0,0-4-8 16,-5 5 0-16,-3-1 8 0,-5 3 56 15,2-3 20-15,-6 3-36 0,-2 4-44 0,-5-8 36 16,-4 8-40-16,0-5-48 0,-9 6 0 16,-2-2 36-16,-1 0-100 0,-8 1-8 15,0-1 36-15,-4-3 72 0,0 3-76 16,-4-5 88-16,4 2 0 0,-4-3 12 0,0 3-8 15,5-3-4-15,-1 0-48 16,0 1-172-16,4-5-172 0,4 2-36 16,4-5-88-16,4 1-164 0,4-7-476 15,0 1-464-15,4-4-948 0,0-3-1813 0,4 0-1619 16</inkml:trace>
  <inkml:trace contextRef="#ctx0" brushRef="#br0" timeOffset="5487.413">20706 9451 1564 0,'0'0'7412'0,"0"0"-5447"0,0 0-461 0,0 0-384 16,0 0 24-16,0 0-112 0,0 0-64 16,0 0-208-16,-4 77-80 0,4-45-12 0,-4 2 104 15,0 11-148-15,-4 3-208 0,0 5-64 16,0 11-108-16,-7 0-100 0,2 5-20 16,-6 1-52-16,2-1-24 15,-3 2-40-15,5-5 4 0,3-5-4 16,-1-7-8-16,6-10-12 0,-1-3-60 15,8-11-36-15,0-8-64 0,0-11-120 0,0-4-136 16,0-3-96-16,8-4-88 0,-4 0-16 16,3-4-112-16,6-5-524 0,-2-3-800 15,1-7-1020-15,-3 0-2629 0</inkml:trace>
  <inkml:trace contextRef="#ctx0" brushRef="#br0" timeOffset="5945.436">20782 9629 168 0,'0'0'7272'0,"0"0"-4888"0,0 0-899 15,0 0-649-15,0 0 188 16,0 0 384-16,0 0-548 0,0 0 20 16,0 0-116-16,0 0-244 0,36 64-88 0,-25-42-60 15,-2 3-28-15,2 4-48 0,1 1-64 16,4 3 16-16,0 3-4 0,-4 5-24 15,4-3-72-15,-4 7-16 0,0-1-68 0,-1-4 20 16,-2 9 12-16,-1-5-20 16,0 0-28-16,-5-2-48 0,2-4 0 15,3-6 0-15,-4-4 0 16,4-5 8-16,-1-5 88 0,6-1 28 0,-5-4-52 0,-1-8 0 16,2 5 4-16,-1-6 8 0,-4-1 0 15,3 0-12-15,1-3 52 0,1-3 32 0,-2-7 101 16,5-2-37-16,1-11-100 15,2-6-120-15,-2-6-72 16,2-9-76-16,1-6-81 0,0-8-15 0,4-2 36 16,-5-3-60-16,2 0 112 0,3-2-28 15,-4 2 12-15,0 3-132 0,-1 2 36 16,2 8-52-16,-2 2 40 0,2 6 56 0,-6 8 28 16,1 5 36-16,-3 7-108 0,-2 0-128 15,1 6 12-15,-4 2-12 0,1 9-92 0,-1-2-264 16,-4 5-356-16,0 2-436 0,0 0-596 15,0 0-1109 1,0 2-2063-16</inkml:trace>
  <inkml:trace contextRef="#ctx0" brushRef="#br0" timeOffset="6479.294">21630 9560 1696 0,'0'0'5136'15,"0"0"-663"-15,0 0-2921 16,0 0-584-16,0 0 48 0,0 0 252 0,0 0-240 16,0 0 12-16,0 0-212 15,80 9-140-15,-52-6-152 0,0-3-120 16,-4 3-148-16,3-3-96 0,-3 0-64 15,-3 0-60-15,3 0-48 0,-5-6-72 0,-3 3-244 16,0-3-356-16,0-1-344 0,-8 1-232 16,0-4-736-16,-8 7-2272 0,0-6-3097 0</inkml:trace>
  <inkml:trace contextRef="#ctx0" brushRef="#br0" timeOffset="6748.771">21774 9572 4408 0,'0'0'312'16,"0"0"6425"-16,0 0-5201 0,0 0-492 0,0 0-56 16,0 90 260-16,0-62-176 0,0 4-316 15,0 6-188-15,-4 3-104 16,0 4-44-16,-5 5 68 0,2 1 148 0,-1 1-284 16,0-2-156-16,-1 0-64 0,2-5-56 0,-1-1 8 15,4-8 72-15,4-5-8 0,0-5-63 16,0-4-25-16,4-7-56 0,4-2 4 15,-1-3 68-15,10-4-76 0,-6 0 0 0,10-6-76 16,3 0 4-16,4-3-61 0,4-10-171 16,0-6-316-1,3 1-320-15,1-8-240 0,0-2-464 0,-12 8-1252 16,8-14-2729-16</inkml:trace>
  <inkml:trace contextRef="#ctx0" brushRef="#br0" timeOffset="7108.713">22168 9871 692 0,'0'0'652'16,"0"0"64"-16,0 0 3664 0,0 0-2340 16,0 0-308-16,0 0-455 0,0 0-469 15,0 0-64-15,0 0 32 0,0 0-92 0,0 0-164 16,36-16-68-16,-32 16 100 0,0 0 140 15,0 0-92-15,1 0-192 0,-2 0-160 0,1 0-136 16,-4 0-28-16,4 0 4 0,0 0 12 16,0 0 8-16,0 0 16 15,-1 0 0-15,6 0-52 0,-5 0-60 0,0 0-12 16,-4 0 0-16,4 0-48 0,-4 0-36 16,4 0-16-16,-4 0-36 15,3 0-88-15,1 0-120 0,1 0-92 0,-5 0 28 16,0 0 84-16,0-4 76 0,0 4 60 0,0 0 68 15,0 0 60-15,0 0 8 16,0 0-84-16,0 0-104 0,-9 0-200 0,6 0-268 16,-1 0-280-16,-4-2-584 0,4-1-1049 0,-8-4-5079 15,52 23 6080-15</inkml:trace>
  <inkml:trace contextRef="#ctx0" brushRef="#br0" timeOffset="7521.15">22180 9575 4324 0,'0'0'692'15,"0"0"3892"-15,0 0-3099 0,0 0-301 16,0 0-240-16,0 0-88 0,0 0-8 15,0 0-208-15,0 0-224 0,0 0-216 0,13-31 40 16,-13 31 60-16,-5 0 160 16,5 0-36-16,0 0-64 15,0 3-76-15,-4 3 12 0,0 4 72 0,4 2 172 16,-4 1 0-16,0 3-124 0,0 4-112 16,1-1-84-16,-1 6 36 15,4 6 0-15,-9 4 84 0,5 3 133 0,4 7-169 16,-4 0-160-16,0 2-72 0,4 1-60 15,-3-1 48-15,3-5-56 0,0-7 8 0,3-4 0 16,1-3 52-16,4-5-16 0,1-7-36 16,2-3 0-16,-3-4-12 0,5-6 0 15,-6 0-208-15,5-3-80 0,0 0-236 16,0-8-313-16,-1-6-215 0,6-5-456 0,-6-3-1444 16,2 3-2557-16,-9-7-1759 0</inkml:trace>
  <inkml:trace contextRef="#ctx0" brushRef="#br0" timeOffset="7708.429">22244 9832 4864 0,'0'0'456'16,"0"0"5100"-16,0 0-4115 0,0 0-1 0,0 0-136 15,0 0 32-15,0 0-204 16,0 0-228-16,0 0-204 0,0 0-48 0,87-6 8 16,-55 9 72-16,0-3-260 0,0 0-203 15,0 0-109-15,0-5-56 0,-1-2-104 16,1-3-84-16,-4 2-233 0,-4-6-375 15,1 1-420-15,-1 1-360 0,-5-4-968 16,-6 6-2476-16,2-9-2625 0</inkml:trace>
  <inkml:trace contextRef="#ctx0" brushRef="#br0" timeOffset="7965.576">22687 9407 3116 0,'0'0'1108'15,"0"0"-416"-15,0 0 2288 0,0 0-20 16,0 0-979-16,0 0-429 0,15 69-268 16,-7-39-152-16,-3-2-16 0,-2 4-176 0,-3 3-168 15,4 0-208-15,-4 5-100 0,0 2-52 16,-4 3-44-16,1-1-88 0,-6-2-75 16,1-1-97-16,4 0-32 0,-3-3-76 15,3-3 0-15,-1-3-48 0,1-4-76 0,0-2-181 16,4-7-107-16,0-3-64 0,4-1-120 15,5-5-92-15,-2-3-148 0,5-5-488 16,4-2-628-16,-4 0-1072 0,12 0-3061 0</inkml:trace>
  <inkml:trace contextRef="#ctx0" brushRef="#br0" timeOffset="8265.154">23117 10083 5004 0,'0'0'1196'15,"0"0"4661"1,0 0-4945-16,0 0-684 0,0 0 484 16,0 0 480-16,0 0-340 0,0 0-344 0,95-2-260 0,-71 2 40 15,0 2 48-15,-4 2 60 0,0 5 12 16,-8 1-76-16,-5 6-36 0,-3-4-24 15,0 7 12-15,-4-3-76 0,0 3-64 0,-8-3-8 16,1 0-48-16,3 0-16 0,-4-6-60 16,8-1-4-16,-5-6-8 0,5 1-112 15,0-2-264 1,0-2-264-16,0 0-188 0,5-6-388 0,-5-6-936 16,4-2-2585-16,-4-7-947 0</inkml:trace>
  <inkml:trace contextRef="#ctx0" brushRef="#br0" timeOffset="8439.139">23284 9646 9232 0,'0'0'4733'0,"0"0"-2977"0,0 0-540 16,0 0-236-16,0 0 108 15,0 0-268-15,95 0-476 0,-71-3-344 0,-3 3-148 16,6-7-464-16,-3 3-460 0,0-2-576 15,-8 4-2160-15,7-9-4029 0</inkml:trace>
  <inkml:trace contextRef="#ctx0" brushRef="#br0" timeOffset="9147.548">23647 9366 7900 0,'0'0'5829'0,"0"0"-4653"16,0 0-1160-16,0 0 72 0,0 0 24 0,0 0 328 16,0 0-364-16,0 0-76 0,79-38-276 15,-63 31 176-15,-4 4 36 0,4 3-76 16,-4 0-36-16,0 3 176 0,0 4 12 0,-5-1 176 16,1 4 40-16,1 3 112 0,-1-1 76 15,-1 7 12-15,2 0-28 16,-1 3 24-16,-1 4 156 0,-3 2-244 15,4 4-116-15,-3 0 4 0,-1 6 44 16,3 1 16-16,-3 1 12 0,0 2 20 0,-4-1 16 16,4 0-4-16,-4 0 160 0,4-2 156 15,1-1-203-15,-1-7-129 0,-1-2-80 0,-3-1-112 16,4-5-24-16,0-1-44 0,-4-4-52 16,4 1 0-16,-4-5 0 15,4-1-12-15,1-4-36 0,-5 1 40 16,4-1 0-16,-4-3-4 0,3 1-36 0,-3-1 36 15,0-3-36-15,0 3 40 16,0-2-136-16,0-1 20 0,-3-3-20 0,-1 3-60 16,-1 0-65-16,-3-3-23 0,0 4-48 15,1-4-112-15,-6 0-208 0,2-7-232 16,-2-3-316-16,-2 1-284 0,3-4-944 16,-1 1-1985-16,-2-10-4931 0</inkml:trace>
  <inkml:trace contextRef="#ctx0" brushRef="#br0" timeOffset="9754.59">25232 9224 3724 0,'0'0'1800'0,"0"0"4037"0,0 0-4169 15,0 0-208-15,0 0-200 0,-83 97-28 0,51-58-68 16,-9 11-204-16,-6 2-284 0,-5 8-136 16,-4 3-56-16,-8 7-104 0,-7 9-148 0,-9 4-100 15,-8 9-24-15,-3 3-96 0,-5 7 76 16,4-1-76-16,1 4 60 0,8-4-63 16,3 1 63-16,8 3-72 0,0-3-24 15,12 0-61-15,5-8-111 0,7-8 16 0,8-9 104 16,5-14 68-16,3-10-4 15,11-7-72-15,5-11-48 0,4-7-176 16,1-3-152-16,2-3 8 0,1-9 96 0,5-3 60 16,-1-4-196-16,4-6-432 0,0 0-696 15,4-6-296-15,3-4 4 0,-3 1-729 16,9-14-2559-16</inkml:trace>
  <inkml:trace contextRef="#ctx0" brushRef="#br0" timeOffset="10401.882">24854 10325 2796 0,'0'0'744'0,"0"0"4856"0,0 0-3443 16,0 0-441-16,0 0-228 0,0 0-252 16,0 0 20-16,0 0-240 0,24 86-200 15,-17-46-128-15,-3 5-140 0,0 3-60 0,0 2 0 16,1-1 12-16,-5 1-135 15,4-6-181-15,0-3-112 0,-1-1-72 16,-3-7 0-16,0-3-60 0,0-2-52 0,0-3-105 16,-3-6-99-16,-1 0-112 0,0-6 40 15,-1-6-188-15,1 0-36 0,4-7-76 0,0 0-288 16,-4 0-552 0,-3-7-720-16,3-3-144 0,0 0-733 15,-5-9-2859-15</inkml:trace>
  <inkml:trace contextRef="#ctx0" brushRef="#br0" timeOffset="10557.769">24878 10725 3332 0,'0'0'4976'0,"0"0"-2528"0,0 0-687 16,0 0-245-16,0 0-88 0,84-32-136 15,-57 32-60-15,5 0-100 0,4 0-272 16,0 0-248-16,3 0-152 0,-3-3-156 0,5-4-168 16,-2-2-136-16,-3-7-168 0,4 1-280 0,0-4-236 15,-4-6-248-15,-4 2-412 16,-4-6-1244-16,-9 10-2477 0,1-9-3875 0</inkml:trace>
  <inkml:trace contextRef="#ctx0" brushRef="#br0" timeOffset="10786.67">25419 10182 4904 0,'0'0'4032'0,"0"0"-2092"0,0 0-259 0,0 0-61 16,13 67-192-16,-6-40-88 0,-3 9-296 15,0 5-156-15,-4 0-28 0,4 4-164 0,-4 3-208 16,0-1-100-16,0 1-84 0,-4-1-84 16,-4-2-99-16,-3-1-81 0,-2 2-40 15,2-6-4-15,-2-1-68 0,1-8-73 16,1-2-135-16,2-4-244 0,5-6-268 0,4-7-128 16,0-2-112-1,4-3-320-15,5-7-760 0,2 0-1885 0,10-7-1967 16</inkml:trace>
  <inkml:trace contextRef="#ctx0" brushRef="#br0" timeOffset="11239.488">25858 10744 5836 0,'0'0'2208'0,"0"0"-936"16,0 0-340-16,0 0 305 0,0 0 251 0,0 0-76 0,0 0-328 16,87-35-368-16,-67 32-212 0,-3 0-32 15,-2 3 12-15,-2 0-24 0,-6 3-52 16,5 6 44-16,-8 4-44 0,0 6-152 16,-4 3-48-16,0 8-12 0,0-3-48 15,-4 5 12-15,-4 3 44 0,0-6-32 0,4-4 72 16,1 0 12-1,-2-8-36-15,5-2-100 0,0-1-60 0,0-8-60 16,0-4-8-16,0-2-148 16,5 0-296-16,2-6-268 0,1-7-124 0,4-2-388 15,-4-8-924-15,0 7-2756 0,4-15-3285 0</inkml:trace>
  <inkml:trace contextRef="#ctx0" brushRef="#br0" timeOffset="11402.818">26081 10376 10920 0,'0'0'2713'16,"0"0"-1089"-16,0 0-144 0,0 0 0 15,0 0-436-15,0 0-504 0,84-19-540 0,-48 12-48 16,-1-2-540-16,1-1-348 0,0 1-516 16,-12-1-1396-16,12 1-4981 0</inkml:trace>
  <inkml:trace contextRef="#ctx0" brushRef="#br0" timeOffset="13367.125">27137 9674 4344 0,'0'0'1156'0,"0"0"3232"0,0 0-2799 15,0 0-625-15,0 0-60 0,0 0 216 16,0 0 16-16,0 0-196 0,0 0-216 0,39 9-164 16,-19-2 8-16,8-1-40 15,8 1-12-15,4-4-124 16,4 0-124-16,8 0-96 0,3-3-60 0,9 0-64 15,-1-6-48-15,14-4-8 0,-2 1-4 16,5-4-60-16,4 1-4 0,-1-4-168 16,-3 2-36-16,-9 2-100 0,-7-1-224 0,-4 0-184 15,-16 4-332-15,-4-1-700 0,-12 4-1212 16,-4-6-3249-16</inkml:trace>
  <inkml:trace contextRef="#ctx0" brushRef="#br0" timeOffset="13645.126">28336 9392 1720 0,'0'0'2960'0,"0"0"2300"16,0 0-3815-16,95 0-581 0,-59 0-112 15,5 7-12-15,-2 1-92 0,-3 5-104 0,0-1-204 16,-8 7-52-16,-4 1-48 0,-4 2-64 15,-12 3 12-15,-5 4-36 0,-3-1 224 16,-7 7-52-16,-17 1-176 0,-4 1-84 0,-4 5 8 16,-8 2-56-16,-4 0 32 15,0-2-48-15,5-4-88 0,2-3-60 0,9-6-100 16,13-7-128-16,7-9-480 0,8-4-684 16,12-6-872-16,4-3-1497 0,28-5-2219 15</inkml:trace>
  <inkml:trace contextRef="#ctx0" brushRef="#br0" timeOffset="14889.743">9127 10347 3572 0,'0'0'1668'16,"0"0"-1016"-16,0 0 3736 15,0 0-2647-15,0 0-373 0,0 0-72 0,0 0-40 16,0 0-52-16,0 0-164 0,84 22-152 16,-56-22-176-16,8 0-52 0,3 0-124 15,6 0-172-15,2-3-108 0,5 0-60 0,4-3-51 16,4-1-9-16,4-2-40 0,3-1-84 15,1-3 36-15,8-2 0 0,-1-5-48 16,5-1-44-16,-4-2-136 0,0 2-177 0,-5-5-43 16,-7 3-60-16,-8 1-92 15,-8 3 28-15,-12 3 20 0,-4 3-36 16,-8 1-164-16,-9 1-388 0,-7 3-892 16,1-3-1176-16,-9 3-2537 0</inkml:trace>
  <inkml:trace contextRef="#ctx0" brushRef="#br0" timeOffset="15146.161">10386 9829 4272 0,'0'0'7221'0,"0"0"-5669"0,0 0-1120 0,0 0-140 16,0 0 700-16,0 0 452 0,0 0-192 0,68 74-448 15,-56-65-384-15,4 1-176 16,4-1-96-16,-8 0-72 0,4 4-72 0,-4 0-4 15,-4 3-64-15,-4 3 4 0,-4 4 56 16,-4 2-132-16,-12 2-48 0,1 9 184 16,-13-1 0-16,0 3-8 0,-4 3-104 0,-4 4-208 15,-5-4-312-15,2 4-388 16,-1-1-488-16,9-16-1008 16,-10 14-3381-16</inkml:trace>
  <inkml:trace contextRef="#ctx0" brushRef="#br0" timeOffset="15809.064">6980 9874 5928 0,'0'0'612'0,"0"0"3608"0,0 0-2395 0,0 0-309 15,0 0-116-15,0 0-368 0,0 0-120 16,0 0-132-16,76 60-140 0,-56-25-124 15,-1 7-52-15,1 4-24 0,1 12-24 0,-6 6 12 16,2 3 44-16,-6 2-83 0,-3 8-181 16,-3-1-124-16,-5 0-76 15,0-2-8-15,0-5-48 0,0-9-60 16,-5-6-148-16,5-6 11 0,0-14-59 16,0-5-24-16,5-7-48 0,-1-9-176 0,-1-7-144 15,5 0-192-15,-4-6-436 16,4 0-920-16,0-2-752 0,-4-11-953 0,4 3 1245 15,-4-12-152-15</inkml:trace>
  <inkml:trace contextRef="#ctx0" brushRef="#br0" timeOffset="15992.581">7250 10629 6200 0,'0'0'2312'0,"0"0"-524"16,0 0-371-16,0 0-21 0,0 0-228 0,0 0-180 16,60-70-184-16,-32 64-28 15,8 0 84-15,1 0-8 0,6 2-200 0,5-2-64 16,0-3-196-16,4-1-160 0,-5-2-208 15,-3-5-24-15,0 2-60 0,-4-4-112 0,-4 2-220 16,-4-2-84-16,-9 5-224 0,1-3-192 16,-7 1-464-16,-2 3-952 15,-6 1-1793-15,-9-1-2115 0</inkml:trace>
  <inkml:trace contextRef="#ctx0" brushRef="#br0" timeOffset="16206.602">7804 10020 3420 0,'0'0'6100'16,"0"0"-4267"-16,0 0-805 16,0 0-44-16,0 0 308 0,0 0-120 0,0 0-216 15,0 0-160-15,21 95-180 0,-10-53-96 0,2 5 84 16,2 4 228-16,-2 3-160 16,-2 3-272-16,-3 1-228 0,1 1-88 0,-9 2-84 15,0-4-8-15,0-7-64 0,-4-1-232 16,-1-5-320-16,-3-12-156 0,8-7 92 15,0-6-76-15,0-9-452 0,8-10-1148 0,1 0-1801 16,6-12-1923-16</inkml:trace>
  <inkml:trace contextRef="#ctx0" brushRef="#br0" timeOffset="16378.875">8271 10629 9608 0,'0'0'2401'0,"0"0"-1533"16,0 0-664-16,0 0 460 15,0 0 780-15,23 83-84 0,-23-64-516 0,0 0-360 16,0-3-212-16,0-4-48 0,0-1-80 16,0-6-144-16,0 0-112 0,4-5-184 15,-4 0-324-15,5-5-352 0,-5-7-740 0,0 2-1052 16,0-9-3489-16</inkml:trace>
  <inkml:trace contextRef="#ctx0" brushRef="#br0" timeOffset="16516.957">8291 10306 3588 0,'0'0'8429'0,"0"0"-6617"0,0 0-760 16,0 0 80-1,0 0 108-15,0 0-520 0,76-6-460 16,-61 6-260-16,2 0-240 0,-6-4-604 0,1 4-1000 16,-3-6-3193-16</inkml:trace>
  <inkml:trace contextRef="#ctx0" brushRef="#br0" timeOffset="17195.803">5323 10576 8172 0,'0'0'5245'0,"0"0"-3785"0,0 0-856 0,0 0-164 16,0 0 516-16,0 0 172 0,0 0-276 15,0 0-200-15,0 0 8 0,0 0-184 0,88 6-88 16,-49-3-120-16,4 0-108 16,10 1-40-16,-1-2-120 0,-1-2 0 15,5 0-8-15,4 0-52 0,-4 0-24 16,3-6-196-16,-3 0-292 0,-5-7-152 0,-2 1-172 15,-6-4-536-15,-11 3-2340 0,9-6-3085 16</inkml:trace>
  <inkml:trace contextRef="#ctx0" brushRef="#br0" timeOffset="17385.29">6116 10394 1616 0,'0'0'8560'0,"0"0"-6451"0,0 0-1177 16,0 0-256-16,0 0 112 0,0 0 344 15,0 0 260-15,0 0-676 0,0 0-344 0,27 82-136 16,-22-49-52-16,-5-1-84 0,0-1-100 16,0-2 0-16,-9 2-176 0,-3 2-132 15,1-8-84-15,-6 0 80 0,-3 4-136 0,-3-7-424 16,-1 6-716-16,0-8-1548 16,-20 9-3733-16</inkml:trace>
  <inkml:trace contextRef="#ctx0" brushRef="#br1" timeOffset="24486.314">20981 11693 8340 0,'0'0'544'15,"0"0"2721"-15,0 0-2269 0,0 0-232 16,0 0-116-16,0 0 136 0,-20 83 68 15,20-55-136-15,0 5-72 0,8 8-72 0,-4 0-16 16,7 6-16-16,2-2-24 0,-1 0-112 16,4-4-148-16,3-6-72 0,2-7-28 15,-1-3 16 1,3-6 228-16,1-2-216 0,4-5-172 0,-4-2-12 16,4-4-44-16,-4 1-16 0,-1-5-28 15,5-2-56-15,-3 0-28 0,3-9-36 0,3-3 52 16,1-11-124-16,4-6 108 0,3-9 84 0,2-3-44 15,-1-3 8-15,3-2-84 16,-2 6 0-16,2 1 60 0,-4 8 88 16,2 6 56-16,2 2-56 15,2 11-16-15,-2 3-8 0,1 5-40 0,0 4 124 16,3 4 112-16,-2 5 84 0,-2 3-132 0,-2 4-64 16,-2 0-72-16,-3 3 72 0,0 4-4 15,-8-2 8-15,0 4 44 0,-8 5 160 16,-5 1-96-16,-7 1-104 0,1 3-8 15,-2 0-4-15,-3 0 4 0,0-3-12 16,0-7-24-16,-4-6-76 0,4-6-12 0,1-7-12 16,-1-3-84-16,-1-3-8 0,5-3 228 15,4-12 0-15,0-11 0 0,4-2-76 16,4-14-48-16,4-3-148 0,4 1-36 16,4-4 100-16,4 8 108 15,3 1 92-15,6 7 8 0,-2 4 4 0,0 6 120 16,6 3 96-16,-6 6-44 0,1 3-52 15,0 6 12-15,-4 2 60 0,-4 2 24 16,-4 9-60-16,-4 1-24 0,0 6-76 16,0 3 52-16,4-3 60 0,0 3 72 15,3 0-84-15,1-4-72 0,7 1-4 0,-2-9 64 16,6-1-4-16,5-6 100 16,4 0 0-16,4-6 24 0,0-10-36 0,-1 0-60 15,1-6-16-15,-1-6 16 0,1-1-75 16,0-4 11-16,0 0-72 0,0-3-36 15,-1-5-108-15,-3 0-101 0,-3-1-167 16,-6 4 12-16,-3 0-112 0,-8 3-124 16,-8 10-60-16,-9 6-16 0,-6 9 72 0,-9 7-292 0,-8 6-1064 15,-5 4-1248-15,-23 12-2893 0</inkml:trace>
  <inkml:trace contextRef="#ctx0" brushRef="#br1" timeOffset="25042.583">21813 13316 3756 0,'0'0'6384'0,"0"0"-5015"0,0 0-229 16,0 0 84-16,0 0-84 0,52 79-172 0,-35-41-416 15,-2 10-252-15,-3 5-136 16,4 11 108-16,0 6 176 0,0 6 280 0,-4 1-284 16,0-1-184-16,0-7-128 0,-1-2-128 15,-2-10-4-15,-5-6-8 0,0-13-4 16,0-6-172-16,-1-13-84 0,-3-3-152 0,4-10-12 16,-4-3-288-16,5-3-384 0,-5-9-784 0,0-7-1220 15,0 0-1545-15,0-26-1219 0</inkml:trace>
  <inkml:trace contextRef="#ctx0" brushRef="#br1" timeOffset="25278.013">21837 13300 7644 0,'0'0'4389'16,"0"0"-3353"-16,0 0-436 0,0 0 172 0,49-64 252 16,-34 58-168-16,5 3-180 0,0 3-228 15,4 0-176-15,-4 3-24 0,-1 3-88 16,2 7-72-16,-5-4-84 0,-4 8 0 0,-1-5 92 15,-6 7 16-15,-1 0 24 0,-4 0 0 0,0 3-52 16,-9 1-8-16,-2 2-28 0,-5 4-44 16,-4-4-4-1,-4 0 0-15,-4 1-96 0,0-6 20 0,5-6-108 16,-5-1-200-16,0-3-196 0,4-3-68 16,-4-1-216-16,3-6-216 0,6 0-368 0,3-3-780 15,4-4-1849-15,0-6-1119 16</inkml:trace>
  <inkml:trace contextRef="#ctx0" brushRef="#br1" timeOffset="26421.587">23355 13227 9532 0,'0'0'1629'16,"0"0"-617"-16,0 0-52 0,0 0 32 0,0 0-144 15,0 0-104-15,0 0 60 0,0 0-168 16,0 0-76-16,-87-32-400 16,79 51-152-16,-4 7 56 0,0 9 120 0,4 2 136 15,0 4 64-15,4 1-64 0,-3-1-76 0,7-6-60 16,0-6-60-1,0-10-4-15,0-6 16 0,7-6-64 0,1-5-72 16,4-2 0-16,4-9 52 0,4-7 108 16,-1-10-160-16,6-9-108 0,-1-4-248 0,-5-5-72 15,5 0-64-15,-7 0 36 16,-2 0-12-16,-2 2 56 0,-2-3 64 0,1 1 100 16,-7-3 136-16,-2-1-64 0,1 3 92 0,-4-2 84 15,-4 6 72-15,-4 3 28 0,4 6 52 16,-4 10-40-16,4 2 24 15,4 11 148-15,0 2 64 0,0 7 24 16,0 4-100-16,0 5-88 0,8 8-108 16,0 4 132-16,8 11-72 0,-4 7 36 15,4 8 96-15,-4 3 52 0,4 8 36 0,-4-1-40 16,0 3-84-16,0-5-84 0,-5-2-148 16,-3-8-88-16,0-4-156 0,1-6-304 15,-1-9-236-15,0-5-316 0,0-8-832 0,3-3-2300 16,2-10-2329-16</inkml:trace>
  <inkml:trace contextRef="#ctx0" brushRef="#br1" timeOffset="26573.683">23813 13204 12553 0,'0'0'2064'0,"0"0"-1332"16,0 0-280-16,25 89 340 0,-18-57 400 0,-3 1-240 15,1-2-336-15,-1-6-336 0,0-6-280 16,0-6 0-16,-1-4-292 0,1-6-668 15,0-3-56-15,-4-6-660 0,4-3-1240 0,-4-13-3193 16</inkml:trace>
  <inkml:trace contextRef="#ctx0" brushRef="#br1" timeOffset="26718.808">23802 12893 11569 0,'0'0'2488'0,"0"0"-1360"0,0 0-712 0,0 0 172 15,0 0 28-15,0 0-44 0,0 0-368 16,79 23-204-16,-63-17-276 0,5 0-456 0,-6-2-716 16,2 3-1132-16,-2-5-2437 0</inkml:trace>
  <inkml:trace contextRef="#ctx0" brushRef="#br1" timeOffset="26981.043">24096 13116 10016 0,'0'0'1841'16,"0"0"-945"-16,0 0 112 0,20 86 360 16,-16-61 16-16,4 0-116 0,-3-6-352 0,3 0-316 15,-1-6-120-15,-3-4-4 16,5-2-48-16,-5-4-148 0,3 0-84 0,-3-3-16 16,4 0-56-16,1-3 56 0,-2-3 16 15,5-4-75-15,1-6-33 0,2-3-84 16,-3 0-4-16,4-6-8 0,-4 0-176 0,0-1-169 15,0-3-59-15,4 4-76 0,-8-4 0 16,3 4-212-16,-2 0-420 0,-5-2-804 16,4 13-1892-16,-5-9-2457 0</inkml:trace>
  <inkml:trace contextRef="#ctx0" brushRef="#br1" timeOffset="27156.914">24551 13002 12417 0,'0'0'2064'16,"0"0"-1472"-16,0 69-276 0,0-37 488 0,7 4 384 16,-2-6-272-1,-1 3-484-15,4-8-304 0,-1-3-128 0,1-6-88 16,1-6 4-16,-1-4-424 0,-5-3-208 0,5-3-20 16,-3-6-320-16,-1-4-520 0,0 0-1072 15,-4-12-3081-15</inkml:trace>
  <inkml:trace contextRef="#ctx0" brushRef="#br1" timeOffset="27305.827">24500 12839 12257 0,'0'0'2556'16,"0"0"-1536"-16,0 0-412 0,0 0 176 0,0 0 56 16,0 0-96-16,0 0-600 0,0 0-144 15,0 0-468-15,95 29-332 0,-76-29-484 16,2 0-1036-16,-6-3-2353 0,13 0-2447 0</inkml:trace>
  <inkml:trace contextRef="#ctx0" brushRef="#br1" timeOffset="27392.223">24921 12928 2872 0,'0'0'0'16,"0"0"-1184"-16</inkml:trace>
  <inkml:trace contextRef="#ctx0" brushRef="#br1" timeOffset="30938.091">24985 12951 7008 0,'0'0'1492'15,"0"0"-740"1,0 0-520-16,0 0 324 0,0 0 581 16,0 0 171-16,0 0-336 0,0 0-412 0,0 0-232 15,0 0 0-15,0 0 28 0,-75 7-16 16,62-1-88-16,1 2 60 0,1 3 8 15,-2 4-84-15,-2 3 0 0,2 6 0 16,2 1 76-16,-1 7 36 0,4-1 36 16,-4 1-40-16,8-1-72 0,0-1-72 0,0-8-128 15,4-7 40-15,0-2 8 0,4-6-32 16,0-7 232-16,8 0-212 0,0 0 76 0,7-7 0 16,2-9 0-16,3-3-184 0,-1-6-120 15,1 0-76-15,-4-8-60 0,1 2 48 16,-2-1-12-16,-3 0 36 0,-4-3 0 0,4 1 72 15,-8-2-24 1,4 2-112-16,-8-4-48 0,4 0 36 16,-4-1 36-16,-4 1-8 0,0-6-80 15,0 3-264-15,0-1-16 0,-4 5 328 0,-4 1 216 0,0 4 48 16,4 10 100-16,0 7 152 16,0 5 164-16,0 7 60 0,4 3-28 0,0 0-4 0,0 0-196 15,0 3-100-15,0 3-84 16,0 7 72-16,4 6 84 15,4 6 16-15,-4 8-52 0,0 0-36 0,-4 9 24 16,4 0-60-16,-4 5-16 0,0 1-32 16,0 3 20-16,-8 0-36 0,4 3-40 15,-4-3-8-15,4-7 0 0,0 0-48 0,0-9-12 16,0-7-40-16,4-2-36 0,0-7-48 16,0-3-172-16,4-7-112 0,4-2-112 0,0-4-80 15,0-3-112-15,0 0-528 16,4-3-808-16,-4-4-721 15,3-8-2443-15</inkml:trace>
  <inkml:trace contextRef="#ctx0" brushRef="#br1" timeOffset="31278.87">25359 12890 6400 0,'0'0'4492'0,"0"0"-3579"0,0 0-437 15,0 0 420-15,0 0 728 0,0 0-36 16,0 0-540-16,0 0-504 0,0 0-308 15,0 0-152-15,-19 44-36 0,3-20-36 0,4-6-12 16,4 1-4-16,-4 0-72 16,8-3 28-16,0-6 40 0,0-4-80 15,4 0-36-15,0 0-24 16,4 1 124-16,11-4 24 0,2 4 48 0,3-1-40 16,3 0-4-16,1-3-4 0,4 4-4 0,0-1 4 15,-4-3 0-15,-4 0-12 16,0 4-84-16,-7-4 96 0,-6 3 200 0,-3 1 232 15,0 5 24-15,-4-3-112 0,0 4-112 16,-4 4-108-16,0-5-112 0,-8 1 36 0,0 0-48 16,-4-4 0-16,4 1-144 0,-3-4 128 15,-2-6-68-15,6 0-76 16,-6 0-196-16,6-3-200 0,-2-10-272 0,2-3-268 16,3-3-492-16,4 3-1032 0,4-12-3105 0</inkml:trace>
  <inkml:trace contextRef="#ctx0" brushRef="#br1" timeOffset="31814.998">26292 13087 15233 0,'0'0'2244'15,"0"0"-1488"-15,0 0-708 0,0 0 12 0,0 0 496 16,0 0 424 0,111 3 12-16,-66-9-508 0,2-3-312 0,5-8-172 15,-4 2-104-15,-4-1-152 0,-9-3-220 16,1-3-256-16,-4 0-140 0,-4 2-260 0,-4-2-752 15,-4 6-1204-15,-8-3-3729 0</inkml:trace>
  <inkml:trace contextRef="#ctx0" brushRef="#br1" timeOffset="32043.591">26511 12602 10184 0,'0'0'3857'0,"0"0"-3161"0,0 0-684 0,-28 95 0 0,24-48 728 16,1 6 704-16,-1 8-164 0,4 3-408 16,-5 0-492-16,5-1-184 0,0-3-48 0,0-3-36 15,0-7-104-15,0-4-8 0,5-11-160 16,-1-7-232-16,-1-6-272 16,1-9 48-16,4-4 8 0,0-6 88 0,4-3-156 15,-4 0-508-15,8-8-592 0,-8-3-865 0,11-14-2311 16</inkml:trace>
  <inkml:trace contextRef="#ctx0" brushRef="#br1" timeOffset="32696.604">26938 12197 10348 0,'0'0'1761'16,"0"0"-929"-16,0 0-500 0,23 93 356 16,-14-44 740-16,-6 7-20 0,-3 7-328 0,0 4-412 15,0 5-212-15,0-1-76 0,0 0-36 16,0-6-52-16,-7-4-120 0,2-7-168 16,-3-9-4-16,8-5-84 0,-4-8-52 0,4-10-12 15,0-2 16-15,8-11-80 16,5-3-288-16,-6-6 56 15,5 0 72-15,4-3 76 0,5-6 72 0,-6-4 40 0,1-3-52 16,4 4-40-16,-4 2 128 16,0 3 48-16,-9 7 100 0,6 0 88 0,-5 13 384 0,-1 3 124 15,2 10-104-15,-1 2-168 16,-5 0-56-16,5 2-32 0,-4-8-128 0,5 0-44 16,-2-9-52-16,5-4-4 0,4-9-8 15,0 0-12-15,4-3-100 16,0-8-36-16,4-3-132 15,0-5 80-15,0-4 116 0,0 4 8 0,-5 0-48 0,1 3-60 16,1 0 60-16,-6 4 64 0,-2-1-52 16,-2 3 0-16,-3 4 24 0,1 0 76 15,-5 3 12-15,-1-4 4 0,5 4 60 16,-4-4 8-16,4-2 28 16,0-1-88-16,4-3-4 0,0 1 0 0,-4-1-4 15,4-2 12-15,-4 3 68 0,-5-5 76 16,2 7 12-16,-1 1 52 0,-4-1 144 15,-4 4-60-15,-4 3-60 0,0 3-28 16,-4 0 24-16,-4 3 72 0,0 7 76 0,-4 5-112 16,-4 7-48-16,5 8 0 0,-2 1 20 15,5 1-67-15,1 3-101 0,3-4-44 0,0 1-40 16,8-6-108-16,4-5 23 0,0-2 9 16,0-2 16-16,7-2-12 0,10-5-48 15,2-3-16-15,9-1 4 0,0-3-28 0,8-3-108 16,4 0-196-16,0-3-132 15,-1-10-216-15,6 1-536 16,-2-1-1092-16,-11 0-2421 0,12-10-2815 0</inkml:trace>
  <inkml:trace contextRef="#ctx0" brushRef="#br1" timeOffset="33335.356">28483 12823 5716 0,'0'0'2896'0,"0"0"-1432"15,0 0-716 1,0 0-39-16,0 0 483 0,0 0 196 0,0 0-324 0,0 0-136 16,-39 74-212-16,30-43-216 15,2 7 80-15,3 4 0 0,0-1-100 16,4-6-12-16,0-3-40 0,0-7 76 0,8-6-128 16,-1-7-120-16,6-1-120 0,-2-8-40 0,10-3 24 15,-6 0-120-15,9-14-24 0,4-5-168 16,0-6 8-16,-4-3-108 15,4-4-136-15,-5 4-48 0,-2-1 72 16,-6 4-16-16,-2-1-48 0,-2 7 12 16,-7 0 296-16,-4 3 160 0,0 3 196 0,-8 4 40 15,-3 3-28-15,-6-1 4 0,2 7 156 16,-5 0-136-16,4 7-84 0,-4 2-24 0,0 7-120 16,0 3 4-1,0 0 0-15,4 4 4 0,-4-4-12 0,4 0-56 16,4-7-152-16,-4 1-384 0,8-4-384 15,1-2-836-15,-1-1-1072 0,3-6-2429 0,5 0-2442 16</inkml:trace>
  <inkml:trace contextRef="#ctx0" brushRef="#br1" timeOffset="33570.619">28834 12786 11385 0,'0'0'1912'0,"0"0"-1164"16,0 0-292-16,0 0 568 0,76 70 220 0,-64-45-116 0,-5 0-436 15,6 3-420 1,-5 4-224-16,-5-3-40 0,1-1-8 16,-4-2-8-16,4-4-88 0,-4-3-4 0,0-3 52 15,0-6 44-15,0-7 4 0,0 0 4 16,0-3 80-16,5 0 16 16,-1-6-92-16,-4-4 4 0,7-9-12 0,-3-3-4 0,8-7-96 15,0-5-48-15,0-4-160 16,1-1-396-16,2 4-480 0,5 1-680 15,-4 8-2077-15,12 0-2055 0</inkml:trace>
  <inkml:trace contextRef="#ctx0" brushRef="#br1" timeOffset="34005.157">29412 12858 9820 0,'0'0'5301'0,"0"0"-4233"16,0 0-688-16,0 0 180 0,-88 58 692 0,60-33 88 15,4 6-460-15,1 5-444 0,2 2-168 16,10 0 0-16,-2 3-60 0,6-2-63 16,3-8-73-16,4-5-60 0,4-7 0 0,3-13-12 15,10-3-181-15,7-3 73 0,3-13-208 16,1-7-52-16,8-7-132 0,0-4-172 16,0-5-100-16,0-5-152 15,-1 3 196-15,-3-3 44 0,0 3 92 16,-4-7 104-16,-4 1 32 0,-4-1 444 0,-4-6 12 15,-4 0 204-15,-4 1 120 0,0-7-8 16,-8 2-24-16,4 1-56 0,-4 0 0 0,0 7-112 16,0 5 116-16,0 12 20 15,3 6 36-15,-3 12 12 0,0 6 4 0,0 6-4 16,0 0 12-16,0 3-28 0,0 6 4 16,0 7-88-16,0 6-60 0,0 10 108 15,0 5-84-15,0 9 48 16,0 1-64-16,-7 4-8 0,-5 3-52 0,3 0-88 15,-2 0-8-15,-6 0-12 0,6-3-36 16,-1-3-24-16,0-4-124 0,0-3-60 16,4-6-48-16,5 0-164 0,-2-7-144 0,1-2-28 15,4-4-140-15,4-3-216 0,8-5-512 16,4-2-972-16,-4-5-1629 0,16-1-1171 16</inkml:trace>
  <inkml:trace contextRef="#ctx0" brushRef="#br1" timeOffset="34649.922">29806 12951 8096 0,'0'0'2176'16,"0"0"-871"-16,0 0-625 0,0 0-80 15,0 65 280-15,12-48 108 16,4-7-344-16,0-4-280 0,8-3-24 15,4-3-24-15,4-6-16 0,0-4-52 0,-5-5-124 16,5-4-12-16,-4 0-108 0,-4-4-4 16,-4 2-68-16,0 1-96 0,-5 1-120 15,-2 0-4-15,-5 0 180 0,-4 3 108 0,-1 0 8 16,-3 0 40-16,0 4 4 0,0 5 36 16,-7 1-76-16,-1 3 100 0,-5 3 124 15,-2 5-24-15,-1 8-208 0,-4 6 196 16,-4 7-112-16,0 3 84 0,0 9 164 0,1-1 48 15,-1 1-128-15,3 1-56 16,6-1-52-16,2-9-52 0,6-7-48 16,7-2-48-16,0-12-204 0,4-4-128 15,8-4-76-15,7 0 112 0,2-7-76 16,7-9-88-16,0-3-332 0,0-6-164 0,0-7-1112 16,-1 3-1853-16,-3-3-431 0,-8 10 1928 15,7-8 180-15</inkml:trace>
  <inkml:trace contextRef="#ctx0" brushRef="#br1" timeOffset="34888.284">30261 12786 300 0,'0'0'2360'0,"0"0"24"0,0 0-376 16,0 0-440-16,0 0-40 16,0 0-59-16,0 0-265 0,0 0-540 0,75 63-232 15,-67-28 12-15,-4 6 164 0,-4-2 60 0,0 1 12 16,0-1-168-16,-4-1-188 0,0-10-64 16,0-5 16-16,4-4-44 0,0-6-32 15,0-8 48-15,0-2 36 0,4-3 96 16,4 0 160-16,4-3-184 0,4-6-148 15,8-7-112-15,0-3-96 0,0-6-92 16,8-4-80-16,-4-2-136 0,4-5-120 0,-1 1 48 16,1-2-64-16,-4 2-24 0,-1 0-264 15,-3 3-192-15,-3 4-424 0,-1 5-364 16,-5 4-601-16,-7 10-2039 0,1-3-2188 0</inkml:trace>
  <inkml:trace contextRef="#ctx0" brushRef="#br1" timeOffset="35678.876">28511 14183 8896 0,'0'0'4669'0,"0"0"-3525"0,0 0-876 0,0 0-260 15,0 0 312-15,0 0 572 0,-7 69 12 16,7-34-296-16,0 0-300 0,0-6-72 16,4-8-100-16,-1-4-52 0,5-11-32 15,4-3 256-15,0-3-148 0,8-3-152 0,-4-9 44 16,4-5-52-16,3-2-220 0,-2-6-40 0,-5-3-96 15,0 2-68-15,-5 1-96 0,-2 3-28 16,-2-1-16-16,-7 4 100 16,0 4 212-16,0-2 48 0,-3 5 68 15,-10 2 136-15,2 7 252 0,-5 3 212 16,0 0 116-16,-5 6-268 0,2 5-168 16,-1 3-144-16,0 5-112 0,0 0 112 0,4 4-72 15,4-4 72-15,1 0-532 0,2-3-1052 16,1-7-2465-16,8-2-2067 0</inkml:trace>
  <inkml:trace contextRef="#ctx0" brushRef="#br1" timeOffset="35802.869">28702 14211 2632 0,'0'0'9085'0,"0"0"-6965"0,0 0-1116 0,104 3-160 16,-72-3 408-16,4 0-396 0,0-3-544 16,0-6-312-16,-1-2-160 0,-3-3-376 0,4-10-308 15,-4 3-644-15,-4-2-1232 16,-4 4-2585-16,-4-6-1587 0</inkml:trace>
  <inkml:trace contextRef="#ctx0" brushRef="#br1" timeOffset="36041.78">29101 13919 8672 0,'0'0'2521'0,"0"0"-1453"0,0 0-468 0,0 0 304 16,0 0 476 0,0 0-348-16,0 0-428 0,-52 86-244 0,52-51-12 15,0 6 60-15,4 3-12 0,4 8-100 16,0-2-12-16,0 7-100 0,-4 0 12 15,0 4-108-15,0-4-16 0,0-4 4 0,-4 1-76 16,4-2-8-16,0-5-4 0,-4-3-172 16,4-2-208-16,-4-7-28 0,4 0 112 15,-4-7 60-15,0 2 0 0,0-9-124 16,-8-5-48-16,4 0-116 0,-4-7-48 0,0-3-44 16,-4-2 112-16,1-4 60 15,-6 0 112-15,-3-10-356 0,1-2-772 0,-2 2-929 16,-10-16-1967-16</inkml:trace>
  <inkml:trace contextRef="#ctx0" brushRef="#br1" timeOffset="42753.144">30288 13958 7140 0,'0'0'4441'0,"0"0"-2905"0,0 0-520 0,0 0-484 16,0 0 452-16,0 0 420 0,0 0-400 16,0 0-496-16,5 85-212 0,-5-41-100 0,0 4 24 15,0 6 40-15,0 3-152 0,-5 4-108 16,1 2-48-16,0 3-60 0,-4 5-16 16,4-6-96-16,-3-1 48 0,-2-13 12 15,1-6 12-15,5-17 48 16,3-9-24-16,0-7-24 0,0-5-124 0,0-7-372 15,0 0-404-15,7-9-8 0,1-10-348 16,4-4-576-16,0-10-277 0,1-4-1623 0,-2-7 2396 16,6 2-1216-16,-10-2 2076 0,1 4-319 15,-4-5 943-15,-4 1 303 0,0 3 857 16,0 3 732-16,-8-1 364 0,0 7 32 16,0 4-628-16,4 6-175 0,-4 6-381 15,4 3-68-15,4 7 56 0,0 2-208 16,0 4-264-16,0 0-272 0,4 10-204 0,4 6 404 15,4 6-76-15,4 3-112 0,0 10-72 16,0 0-68-16,0 3 76 16,0-3-208-16,-4 3-88 0,0 0 0 15,-1-2 0-15,2-4-88 0,-5-5 88 16,-1-2 0-16,2-5 48 0,-1-7 160 0,-1-7-208 16,-3 0 100-16,4-2-92 0,1-4 124 15,-2 0 28-15,5-10 52 0,0-2 56 16,4-8-60-16,-4-6-136 0,4-5-28 15,-4-3-44-15,0-5-76 0,0-5-216 16,-4-1-28-16,0 1-540 0,0 3 180 0,-4-1-104 16,-1 4-220-16,1 7-140 0,5 8-764 15,-9 4-1245 1,0 6-2851-16</inkml:trace>
  <inkml:trace contextRef="#ctx0" brushRef="#br1" timeOffset="43646.13">30929 14014 4776 0,'0'0'572'0,"0"0"5741"0,0 0-4789 16,0 0-368-16,0 0 4 0,0 0 336 0,0 0-344 16,0 0-524-16,0 0-308 0,0 0-148 15,9-3-24-15,-9 3-24 0,0 0-112 16,0 0-12-16,0 0 12 0,0-3 84 15,0 3 16-15,0 0-40 0,0 0 28 16,0 0 56-16,0 0 52 0,0 0 160 16,0 3 8-16,-9 7-132 0,6 2-176 0,-9 7-64 0,-1 0-8 15,2 4 0-15,-1 2-68 16,4 0 0-16,4 1-12 0,-4 2 44 0,8 4 40 16,0 3 12-16,0 0 96 15,0 4-104-15,4-6 92 0,0 6-36 16,3-1-8-16,6-3 80 0,-5-3-76 15,4-1-56-15,0-8-96 0,-1-2 0 0,2-4-16 16,2-1-44-16,-2-7-212 0,2-2-68 16,-2-1 140-16,-1-3-132 0,-5-3 24 15,6 0-236-15,-9 0-176 0,-1 0-204 0,1-6-324 16,-4-1-476 0,0 1-280-16,0-3-613 0,0-1-587 15,-4-3-1448-15</inkml:trace>
  <inkml:trace contextRef="#ctx0" brushRef="#br1" timeOffset="44304.259">31201 14103 168 0,'0'0'11421'0,"0"0"-9249"15,0 0-1196-15,0 0-16 0,0 0 568 16,0 0-216-16,0 0-280 0,3 76-348 0,-3-44-220 16,0 3-24-16,0 0-4 0,0-4-119 15,0 4-193-15,0-3-124 0,0-3-120 16,0-7 23-16,0-3-171 0,4 0-192 0,-4-10-104 16,4-2-156-1,1-1-112-15,-5-6-492 0,4 0-852 0,-4 0-948 16,0-3-1805-16,4-7 157 0</inkml:trace>
  <inkml:trace contextRef="#ctx0" brushRef="#br1" timeOffset="44445.451">31229 14383 9936 0,'0'0'2437'0,"0"0"-1161"16,0 0 4-16,0 0 668 0,0 0-436 0,0 0-504 16,80 12-432-16,-52-9-124 15,-1-3-136-15,1 0-144 0,3-3-148 0,1-3-24 0,5-11-328 16,-10 5-356-16,1-7-236 0,0 3-500 15,-12 0-1188-15,-4-3-3917 0</inkml:trace>
  <inkml:trace contextRef="#ctx0" brushRef="#br1" timeOffset="44620.502">31472 14077 6308 0,'0'0'4677'15,"0"0"-3469"-15,0 0-660 0,0 0 716 16,0 0 540-16,4 89-216 0,-1-57-228 15,5 0-352-15,-3 3-312 0,3-3-268 0,-4-4-216 16,-1 0-212-16,5-2-124 0,-4 0-264 16,-4-7-372-16,5 0-232 0,-5 0-444 15,4-7-1136-15,0-5-3201 0,-1-4-2655 0</inkml:trace>
  <inkml:trace contextRef="#ctx0" brushRef="#br1" timeOffset="44771.325">31674 14360 9684 0,'0'0'2705'0,"0"0"-1317"0,0 0-196 0,0 0 208 16,0 0-268-16,0 0-328 16,0 0-272-16,73 73-128 0,-66-57-36 0,5 0-48 0,-7 0-164 15,-1 0-156-15,-4-4-120 16,4-3-188-16,-4 1-244 0,0-6-296 16,0 3-316-16,-8-7-580 0,3 0-2108 0,-7 0-4477 15</inkml:trace>
  <inkml:trace contextRef="#ctx0" brushRef="#br1" timeOffset="44928.337">31702 14139 13209 0,'0'0'2156'16,"0"0"-1904"-16,0 0 112 0,0 0 540 0,0 0 64 15,0 0-856-15,0 0-112 0,92-36-684 16,-72 30-568-16,-8-1-716 0,4 1-3085 15</inkml:trace>
  <inkml:trace contextRef="#ctx0" brushRef="#br1" timeOffset="45280.066">31926 14011 13165 0,'0'0'2520'0,"0"0"-2196"15,0 0-136-15,0 0 180 0,0 0 4 16,0 0-124-16,0 0-208 0,0 0-36 0,79-9-8 16,-66 9 4-16,-2 0-176 0,6 3 176 15,-9 3 100-15,-1 10 188 0,1 0 8 0,-4 6-60 16,-4 0-28-16,5 3-36 0,-5 2-20 16,0-2-152-16,3 0 4 15,-3-3 8-15,4 3 0 0,0-2 96 0,0 2-32 16,0-2 48-16,-4-2-28 0,4 4 4 0,-4 1-52 15,0 0 40-15,0 2-88 16,0-2-8-16,-4-1 4 0,0 0-48 0,-4-2-8 16,1-2-28-16,-2-2-32 0,1 0-28 0,1-5-52 15,-1-1-120-15,-1-1-224 16,-2-6-140-16,7 1-104 0,-5-4-284 16,5-3-612-16,-4 0-945 15,5 0-2959-15,-5-3 409 0</inkml:trace>
  <inkml:trace contextRef="#ctx0" brushRef="#br1" timeOffset="46319.936">32742 14027 2936 0,'0'0'548'16,"0"0"792"-16,0 0 1888 15,0 0-1428-15,0 0-756 0,0 0-27 0,-67 82-57 16,43-47-40-16,-8 7-108 0,-4 5-196 15,-3 10-212-15,-10 6-92 0,2 11-32 0,-13 8 8 16,-3 11 0-16,-10 2 24 0,-2 10 96 16,-5 0-48-16,1-1-188 0,-1-3-96 0,0 1-16 15,1-4 16 1,7-5-64-16,4-5 24 0,4-4-36 16,4-5-136-16,5-9-136 0,7-7 24 0,8-12-48 15,12-7-104-15,8-16-196 0,8-5-12 16,9-14-904-16,3-5-260 0,0-4-713 15,0-4-535-15,7-11-80 0</inkml:trace>
  <inkml:trace contextRef="#ctx0" brushRef="#br1" timeOffset="46564.586">31930 15389 2964 0,'0'0'5364'16,"0"0"217"-16,0 0-4717 0,0 0-224 0,8 90 756 15,-8-53 32-15,0 1-616 0,0 4-444 16,4-1-256-16,-4 1-28 16,3-5 52-16,6-2-40 0,-1-3-96 0,0-4-48 0,3-6-356 0,-2-3-88 15,-1-3-88 1,-1-3-160-16,1-7-420 0,-3-6-704 15,-1 0-2033-15,-4 0-1735 0</inkml:trace>
  <inkml:trace contextRef="#ctx0" brushRef="#br1" timeOffset="46729.155">32033 15566 6248 0,'0'0'5949'0,"0"0"-3997"0,0 0-980 0,0 0 72 15,0 0 232-15,0 0 44 0,0 0-412 16,96 25-332-16,-64-18-220 0,3-3-88 15,6-1-76-15,-2-3-164 0,1-7-28 16,0-5-320-16,-4-8-376 0,0 2-272 0,-4-4-164 16,-4 0-624-16,-8 2-2568 0,-5-5-3785 15</inkml:trace>
  <inkml:trace contextRef="#ctx0" brushRef="#br1" timeOffset="46889.51">32436 15218 10997 0,'0'0'2472'16,"0"0"-1748"-16,-4 69-356 0,4-33 792 0,0 4 332 16,0 5-516-16,4-4-384 0,3 3-160 15,2-4-124-15,-5 0-88 0,4-5-220 16,-5-6-472-16,5-1-424 0,-3-9-344 0,-1-3-1096 16,0 0-3125-16</inkml:trace>
  <inkml:trace contextRef="#ctx0" brushRef="#br1" timeOffset="47071.094">32823 15566 9292 0,'0'0'4969'0,"0"0"-4209"0,0 0-520 15,0 0 536-15,0 0 688 16,0 0-388-16,0 0-448 0,79 61-248 16,-71-45-24-16,0 0 60 0,-4-3 72 15,0 2-100-15,0-4-132 0,-4-3-136 16,0-2-120-16,0-2-52 0,0-1-228 0,0-3-280 15,-8 0-124-15,0-3-236 0,-4-4-1008 16,4-2-1216-16,-8-7-2757 0</inkml:trace>
  <inkml:trace contextRef="#ctx0" brushRef="#br1" timeOffset="47214.7">32882 15198 14201 0,'0'0'2684'0,"0"0"-1852"0,0 0-92 16,0 0 712-1,0 0-500-15,88-15-588 0,-65 4-364 0,1 2-360 16,1-3-544-16,-5-4-556 0,-5 6-2556 16,-3-3-5465-16</inkml:trace>
  <inkml:trace contextRef="#ctx0" brushRef="#br1" timeOffset="48897.626">22491 6953 4136 0,'0'0'1172'16,"0"0"-576"0,0 0 2432-16,0 0-1748 0,0-80-660 0,0 55 117 15,-4 0-109-15,0-1-144 0,4-2-24 16,-8 2-104-16,4-2 40 0,-4 2-28 16,4 4 164-16,0-3 100 15,-4 2-120-15,4 1 80 0,-4 0-204 0,4 0 84 16,0 0-76-16,-4 0-160 0,1-1-160 15,-2 4 8-15,1 0-20 0,0 0-12 16,1 3-52-16,-2 3-8 0,1 4 8 0,4-1 24 16,-3 4-24-16,3 0 0 0,0 3 88 15,-5-4-40-15,5 4 124 0,1 0-36 16,-1 0 0-16,0 0-36 0,0 3 44 0,-1-4-20 16,-3 4-124-16,5-3 0 15,-1 3-108-15,-4 0-116 0,-1 0 28 16,-2 0-76-16,-1 0 64 0,0 3-4 0,-4 4 40 15,0 2-28-15,4 1 152 16,-4 2 48-16,4 1 0 0,1 0 0 0,2-1 8 0,1 4 0 16,1 1-8-16,-1-2-8 15,3 4-4-15,1 4 0 0,0-1 4 0,0 0 8 16,1 6 8-16,-1 1 88 0,0 6-92 16,4 4 4-16,-5 1 4 0,1 5 136 15,4 3-36 1,0-1-64-16,0 0-40 0,-4 5-4 0,4-2 84 15,-4 1-40-15,4 2 128 0,-3-1-92 0,3 3 52 16,-4-2 60-16,4 1-36 0,-4 0-48 16,0-3-40-16,4-1 52 0,-5-2-48 15,5 3-28-15,0 0 0 0,0-1-48 0,0 0 4 16,0 5 8-16,0-1 36 0,0 4 4 16,5 2-4-16,-1 3 100 0,4 1 316 15,-1-1-84-15,6 1-200 0,-5-7-104 16,-1-3-64-16,1-3-12 0,1-4 0 0,2-5 0 15,-7-4 8-15,4-6-8 0,1-4-64 16,-6-3 4-16,5-3 48 16,-4-6-60-16,0-7-28 0,0-4-116 15,-4-3-188-15,0-2-136 0,5-2-64 16,-5-5-84-16,0-5-180 0,0-5-788 0,-5-5-904 16,1 6-1725-16,-8-12-1591 0</inkml:trace>
  <inkml:trace contextRef="#ctx0" brushRef="#br1" timeOffset="49214.825">21921 8306 6036 0,'0'0'2832'15,"0"0"-1512"1,0 0-559-16,0 0 179 0,28 85 416 0,-16-63-148 15,0 1-352-15,0-2-388 0,3 2-80 0,-2-4-12 16,-1-6 88-16,0 3 68 0,-4-3-36 16,0-4-64-16,-1-3 12 0,-3 1 60 0,5-4 120 15,-5-3-84-15,3 0-44 16,5 0-92-16,1-3-15 0,7-7-85 0,-1-2-52 16,1-7-104-16,5-4-76 15,3-2-64-15,-2-4-8 0,2 1-12 16,4-7-108-16,5-4 20 0,-5 2-44 0,-5-5-60 0,5 2-261 15,-8-2-299-15,0 1-216 16,-4-1-396-16,-8 0-1112 0,-1 11-2937 16,-6-10-3695-16</inkml:trace>
  <inkml:trace contextRef="#ctx0" brushRef="#br1" timeOffset="65066.93">22790 1908 3192 0,'0'0'2864'0,"0"0"-1784"0,0 0-704 15,0 0 80-15,0 0 1088 16,0 0 969-16,0 0-1221 0,0 0-452 0,0 0-284 15,0 0-192-15,0 0-8 0,-40 73-68 16,24-41-36-16,0 3-40 0,0 6 116 16,-3 3 36-16,2 7-28 0,-7 6-76 15,-4 6-212-15,0 7-48 0,-8 4-44 16,1 2-44-16,-5-4 0 0,0 2 40 16,8-11-40-16,0-5 40 0,13-17-16 0,-2-10 4 15,10-12-216-15,2-6-288 0,5-13-228 16,4 0-560-16,-4-3-1388 0,4-22-2033 15</inkml:trace>
  <inkml:trace contextRef="#ctx0" brushRef="#br1" timeOffset="65282.719">22247 2463 6308 0,'0'0'3052'0,"0"0"-1556"0,0 0-967 16,0 0-105-16,-26 74 220 0,26-48-32 15,0 5-88-15,0 1-104 0,7-1-92 16,1 4-24-16,3-3-12 0,2 0-4 16,-1-7 92-16,4-3 144 0,-1-4 156 15,6-4-220-15,3-8-200 0,4-2-256 0,-1-4-4 16,10-13-72-16,2-6-340 0,8-6-200 16,2-7-268-16,3-7-344 0,-1 4-676 15,-14 10-2225-15,14-11-2939 0</inkml:trace>
  <inkml:trace contextRef="#ctx0" brushRef="#br1" timeOffset="70784.277">21626 3664 10452 0,'0'0'5181'0,"0"0"-4137"15,0 0-672-15,0 0 300 0,0 0 636 16,0 0-476-16,0 0-416 0,0 0-268 15,0 0-148-15,0 0 196 0,36-13 268 0,4 19 80 16,0 1-179-16,3-1-157 0,2 1-100 16,-2-5-20-16,-2 1-88 0,-2 1-12 15,1-1-48-15,-5-3-84 0,6 0-52 16,-9 0-21-16,0 0-247 0,-4 0-340 16,-9-3-432-16,-3 3-924 0,-8 0-964 0,-8 0-1869 15,-8 0-1491-15</inkml:trace>
  <inkml:trace contextRef="#ctx0" brushRef="#br1" timeOffset="71002.92">21826 3702 5868 0,'0'0'2288'16,"0"0"505"-16,0 0-1637 0,0 0 60 0,-9 69 232 15,1-33-64-15,5-1-84 0,-1 9-424 0,0 4-232 16,0 2-80-16,-5 8-172 0,2 2-76 15,3 6-168-15,-4-2-140 0,-1-1-8 16,5-5-220-16,1-8-12 0,3-5 0 16,0-14 12-16,3-5-124 0,10-7-384 15,-5-7-412-15,3-8-636 0,2-4-980 0,-5-4-2573 16,-1-15-2094-16</inkml:trace>
  <inkml:trace contextRef="#ctx0" brushRef="#br1" timeOffset="71177.709">21897 4159 860 0,'0'0'10521'0,"0"0"-9249"0,0 0-304 16,0 0 592-16,0 0-140 0,0 0-412 15,84 0-268-15,-61 3-124 0,1 1-136 16,4-2-208-16,-3-2-168 0,3 0-104 0,3 0 0 16,-6 0-108-16,3 0-40 0,-9 0-296 0,1 0-552 15,-12 3-396-15,-4 4-1064 16,-4-1-2529-16,-12 11-2411 0</inkml:trace>
  <inkml:trace contextRef="#ctx0" brushRef="#br1" timeOffset="71370.39">21830 4517 940 0,'0'0'10205'0,"0"0"-7909"0,0 0-764 0,0 0-196 15,0 0-252-15,0 0-204 0,0 0 388 0,0 0-292 16,79 11-292-1,-42-11-200-15,-2 0-55 0,5 0-89 0,3-7-192 16,2 0-148-16,2 2-132 0,5-6-88 0,0 5-72 16,-1 0-581-16,-3-3-535 15,-16 5-1244-15,4-2-3949 0</inkml:trace>
  <inkml:trace contextRef="#ctx0" brushRef="#br1" timeOffset="72852.524">23149 969 7200 0,'0'0'4665'16,"0"0"-3217"-16,0 0-532 15,0 0-196-15,0 0 272 0,0 0 24 16,0 0-208-16,0 0 120 0,0 69-80 16,4-28-200-16,-1 7-232 0,1 2-196 15,0 8-16-15,-4-1-116 0,4 3-88 0,-4-3-160 0,4 1-24 16,1-5 180-16,2-11-152 16,1-8 56-16,0-9-120 0,1-5 52 15,-2-7-52-15,-3-4 12 0,0-5-188 0,0-1 128 16,0-3 84-16,4 0-160 0,-4-3-4 15,8-7 340-15,-4-6 8 0,4-4-148 16,-4 1 48-16,3-2 88 0,-2-5-88 16,-1 4 64-16,-4 3 36 0,3 3 88 15,-3 7-88-15,1 3-64 0,3 2-172 0,-4 4 40 16,7 4 196-16,-2 5 284 0,2 4 124 16,-3 6-48-16,1 1 220 0,-5 1-224 15,0-2-64-15,-1 4-48 16,1-2-156-16,0-1-40 0,0-1-96 0,0-7 0 15,1-2-200-15,-1-4 28 0,-1 1-88 16,5-7-724-16,4 0-1000 0,-4 0-2176 0,8-7-2581 16</inkml:trace>
  <inkml:trace contextRef="#ctx0" brushRef="#br1" timeOffset="73180.791">23841 1498 1500 0,'0'0'8620'0,"0"0"-7279"0,0 0 43 16,-99 67 536-16,63-36-72 0,1 1-420 0,3 3-528 16,4-3-344-16,8 0-264 0,3-3-292 15,9-8-188-15,5-2-156 0,3-6-12 0,0-6 160 16,11-4 36-16,2-3-148 0,7 0 160 16,3-10 12-16,1-5-436 15,4-5-188-15,-4-5 32 0,4 0 84 0,-4-1 268 16,-4 1 48-16,-4 3 176 0,0 3 152 15,-5 6 124-15,-6 1 104 0,-1 5 52 16,-4 3-28-16,0 4 88 0,0 0 124 0,0 0 64 16,0 6-304-16,4 1 224 0,-4 5 200 15,4 2-192-15,-1 2-88 0,1 0 52 16,5-4-16-16,-5 4-228 0,0-6-176 16,3-1-184-16,1-3-12 0,5 1 36 15,-6-4-100-15,5-3-316 0,-3 0-256 0,2 0-148 16,-3-3-608-16,1 0-1648 0,-2-7-3233 15</inkml:trace>
  <inkml:trace contextRef="#ctx0" brushRef="#br1" timeOffset="73796.004">24232 1438 4744 0,'0'0'3236'16,"0"0"-724"-16,0 0-1031 0,0 0-85 15,0 0 388-15,0 0-36 0,0 0-472 0,0 0-388 16,0 0-372-16,0 0-420 0,0 0 40 16,-80 41-24-16,56-18-4 0,1 2 64 0,-1 0-24 15,7-3-88-15,2-5 4 0,7-8-64 16,3-2-96-16,2-5-16 16,3 2-32-16,0-1-16 0,0 0-48 0,8 4 208 0,4-1 60 15,4 3 28-15,0-2-80 0,4 2-8 16,3 1-28-1,-3-4 24-15,4 4-80 0,-3-1-40 0,2-3 52 16,-3 4 24-16,-4 2-12 0,-4-2 60 16,0 4 72-16,-5-2-72 0,-2 1 0 15,-5-1 0-15,0 1 96 0,-8 2-92 0,-4-3-8 16,-8 5-128-16,-3-1-188 0,-5 0-112 16,0-3-84-1,3-4-80-15,1-3-112 0,5-2-420 0,-1-4-856 0,8 0-2013 16,-8-10-2027-16</inkml:trace>
  <inkml:trace contextRef="#ctx0" brushRef="#br1" timeOffset="74220.421">24969 1508 2100 0,'0'0'2296'15,"0"0"2772"-15,0 0-3427 0,0 0-497 16,0 0 232-16,0 0-8 16,-76 50-272-16,68-24-168 0,1 3 52 0,3 2-116 15,4-2-288-15,0 0-148 0,4-7-316 16,7-2-112-16,6-8 48 0,2-3-40 15,1-5-4-15,4-4-4 0,1-4-208 0,-2-5-196 16,5-10-184-16,-4-1-28 16,0-5-28-16,0 3 108 0,-5-4 176 0,-2 1 108 15,-6 2 112-15,-3 4 140 0,-4-3 52 0,-4 4 244 16,0 1-32-16,-4-1 60 0,-4 2 72 16,-3 0-112-1,-2 7 40-15,2-1 204 0,-1 10-48 0,-1 0-136 16,2 0-300-16,-2 3-44 0,-2 10-60 15,2-1 60-15,-2 1-88 0,7 3-108 16,0 0-172-16,0-1-148 0,4 1-500 16,4 0-712-16,0-3-1416 0,0-6-2465 0,4-7-627 15</inkml:trace>
  <inkml:trace contextRef="#ctx0" brushRef="#br1" timeOffset="74485.43">25268 1409 2612 0,'0'0'6788'0,"0"0"-5872"15,0 0-488-15,0 0 689 0,83 26 87 16,-62-10-248-16,-2 3 44 16,1 3-72-16,-3 0-260 0,-2 3 32 0,-7 1-204 15,1 3-104-15,-6-2-156 0,-3 6-148 16,0-4-88-16,-3-4-76 0,-1-6 76 16,-1-2 88-16,5-12-76 0,0 2 36 15,0-7 136-15,0 0 76 0,0 0 72 0,0-10 256 16,0-3-480-16,5-6-104 0,-1-6 48 15,-1-4-8-15,5 1-44 0,0-4-100 0,1-3-264 16,2 3-200-16,6 4-188 16,2-1-412-16,1 4-892 0,-4 9-2473 15,11-3-3415-15</inkml:trace>
  <inkml:trace contextRef="#ctx0" brushRef="#br1" timeOffset="74924.648">25913 1388 4456 0,'0'0'11149'0,"0"0"-10369"15,0 0-580-15,-75 66-12 0,47-34 620 0,-4-1 280 16,4 7-144-16,4-2-392 0,5 1-332 16,2 2-64-16,9-8-156 0,5-2-12 15,3-10 8-15,0-3-92 0,3-7 0 16,9-6-100-16,4 0 120 15,0-3-56-15,8-8 44 0,0-9-168 16,4-5-136-16,4-6-28 0,4-4-48 0,-1-3-148 0,-3 0 32 16,4-7 72-16,-4-2-4 15,0-3-76-15,-1-7-188 0,-6-4 196 16,-1-8 292-16,-8-7 24 0,-1 3 268 0,-7 3 88 16,-4 7 176-16,1 15 208 0,-5 10 308 15,0 13 252-15,0 13-56 16,0 2 128-16,0 4-108 0,-5 3-248 0,1 3-404 15,-4 7-336-15,5 6-4 0,-9 9 176 16,-1 6 164-16,2 7 144 0,-2 7 57 16,2 3-241-16,-6 7-112 0,2 2-32 0,-1 0-88 15,0 4-72-15,0-9-180 0,4 3 44 16,4-11-92-16,5-2-28 0,3-10 47 0,0-7-83 16,11-6-240-16,6-11-116 0,6-1-100 15,5-7-396-15,4 0-948 0,-8-9-2156 16,15-14-2817-16</inkml:trace>
  <inkml:trace contextRef="#ctx0" brushRef="#br1" timeOffset="75216.227">26272 1569 11641 0,'0'0'1916'0,"0"0"-1596"0,0 0 84 16,0 0 796-16,0 0 520 0,0 0-384 15,0 0-428-15,0 0-452 0,0 0-128 16,0 0-72-16,92 33-256 0,-68-54-96 0,4 2-284 15,-4-6-60-15,-1 2-148 0,-3 1 56 16,-4 0 112-16,-4 0 112 16,-8 2-4-16,0 1 164 0,-4 0-24 0,-8 3 172 0,1 4 136 15,-6 2 324-15,-2 4 328 16,2 6-356-16,-2 3-260 16,-2 13-160-16,-2 7 148 0,-5 8 100 0,4 1 144 15,0 6-16-15,0 0-32 0,4 0 8 16,0-1-72-16,8-1-292 0,0-7-24 15,8-4-220-15,0-9-180 0,8-4-4 0,8-8-24 16,8-4-164-16,8-7-416 16,-8-2-1104-16,15-20-3937 0</inkml:trace>
  <inkml:trace contextRef="#ctx0" brushRef="#br1" timeOffset="75560.094">26751 1473 10424 0,'0'0'1545'0,"0"0"-1249"0,0 0 124 0,0 0 768 16,0 0 188-16,0 0-176 0,35 71-516 0,-31-60-336 16,4-1-164-16,-4-1 28 0,0 1 72 15,0 0 12-15,-4-8 24 0,0 4-72 16,0 1-140-16,0 0 104 16,-4-2 20-16,-8 6-96 0,0-2-28 15,-8 4-96-15,4 0 0 0,0-1-8 16,0-2-4-16,4 3-8 0,5-7-52 0,-1 0 56 15,3 0 4-15,5-2 0 0,0-4-112 16,0 0-32-16,0 0 144 0,5 0 292 0,6-4-120 16,1-2 72-16,8-6-48 15,1-5-196-15,2-5-48 0,1 0 48 0,-4-3 0 16,4 0 0-16,-1-4-8 0,-2 0-128 0,3-2-316 16,-5 2-136-16,5 0-28 15,-4 6-88-15,0 9-216 0,0 1-344 16,-4 3-428-16,-4 10-700 0,-4 0-1773 15,-4 0-1567-15</inkml:trace>
  <inkml:trace contextRef="#ctx0" brushRef="#br1" timeOffset="75951.435">27615 1413 15761 0,'0'0'2012'0,"0"0"-2012"0,0 0 0 16,0 0 608-16,4 107 668 0,-8-53 104 0,-5 10-515 15,6 9-357-15,-1 0-132 16,4 3-48-16,-4 1-136 0,4-1-120 16,0-4-72-16,-4 1-128 0,0-3-260 15,0-9-60-15,-1-11 48 0,5-8 23 0,0-10-119 16,5-10-212-16,3-9-800 15,4-7-608-15,0-6-860 0,-4-3-1853 16,3-22-1655-16</inkml:trace>
  <inkml:trace contextRef="#ctx0" brushRef="#br1" timeOffset="76159.015">27643 1461 8160 0,'0'0'2652'16,"0"0"-2331"-16,43-77-205 0,-15 58-64 0,8 3 500 15,0 4 296-15,4 5 44 0,0 7 108 16,3 7-116-16,-7 5-268 0,-4 8-88 16,-4 1-28-16,-4 2-164 0,-8 2-76 15,-4 0-124-15,-4 4-36 0,-8-4-100 0,-8 4-64 16,-7 2-380-16,-13 1 132 0,-17 3-472 0,-2 0-328 16,-9 3-240-16,-8 1-256 0,12-14-993 15,-32 13-3179-15</inkml:trace>
  <inkml:trace contextRef="#ctx0" brushRef="#br1" timeOffset="80008.259">20156 9238 92 0,'0'0'4504'0,"0"0"-3308"0,0 0-764 15,0 0-108-15,0 0-64 0,0 0-52 16,0 0-52-16,0 0-28 0,0 0-36 16,0 0-12-16,0 0 88 0,0-6 28 0,0 10 372 15,0-4 28-15,-4 0-192 0,4 0-184 16,0 0-80-16,0 0-132 0,0 0-8 15,0 0-48-15,0 0-4 0,0 0 40 16,0 2 12-16,0-2 0 0,0 0 12 16,0 0 52-16,0 0 12 0,0 0 40 0,0 0 28 15,0 0 164-15,0 0 132 16,0 0-79-16,0 0-105 0,0 0-124 0,0 0-132 16,0 0 0-16,0 0-16 15,0 0-36-15,0 0 40 0,0 0-40 0,0 0 44 16,0 0-4-16,0 0 4 0,0 0 0 15,0 5-8-15,0-5-28 0,0 2 44 16,-4 2 64-16,4-2-64 0,-4-2-60 0,4 4-68 16,0-4-441-16,-4 2-259 15,4-2 28-15,0 5-276 0,-4-3-732 0,4-2-1072 16,16-26-376-16</inkml:trace>
  <inkml:trace contextRef="#ctx0" brushRef="#br1" timeOffset="84752.805">17427 4388 1656 0,'0'0'5108'0,"0"0"-5016"0,0 0 1584 0,0 0 676 16,0 0-707-16,0 0-649 0,0 0-172 0,0 0-180 15,0 0-52-15,-48 13-76 0,48-13-200 16,0 0-164-16,0 0-52 0,0 2 12 15,4-2-24-15,4 4 220 0,4-1 40 16,4 0 36-16,7 0-60 16,5-3-104-16,4 0-8 0,9-6-40 0,6-1-12 15,5 0-40-15,8-1 28 16,8 2-36-16,7-5-28 0,5 6 28 16,4-5-64-16,7 0-40 0,9 0 68 0,-1 2 44 0,9-6-44 15,-1 2-68-15,1-1 52 0,-4 1-60 16,-9-1 0-16,-3 3-8 15,-12 1-80-15,-9-1-68 0,-7 1 8 16,-8 2 36-16,-13-2-96 0,-2 2-196 0,-9 0-116 16,-9 2-48-16,-7-2-140 0,-4 1-268 15,-3-1-436-15,-9 2-660 0,0-2-1073 16,-9-6-2555-16</inkml:trace>
  <inkml:trace contextRef="#ctx0" brushRef="#br1" timeOffset="85031.249">19160 4003 5260 0,'0'0'2040'16,"0"0"-480"-16,0 0-100 0,0 0-195 0,0 0-329 16,84 23-220-16,-65-14 8 0,5 4-16 0,0-4-64 15,1 4-280-15,-1 1-248 0,-1-3 8 16,-3 6 12-16,-4-5 96 0,0 1 4 15,-5 6 16-15,-2-4-68 0,-5 2-72 0,-4 5 88 16,0 0-124-16,-13 0 8 0,-2 3-44 16,-5 1-40-16,-3 3-64 15,-10-2-60-15,1 3-100 0,-4 2-72 16,1-7 32-16,-1 4-64 0,4-8-136 0,0 2 48 16,8-4 12-1,0 0-64-15,5-3-444 0,6-7-1228 0,2 8-2605 16</inkml:trace>
  <inkml:trace contextRef="#ctx0" brushRef="#br1" timeOffset="92683.69">17961 11074 8896 0,'0'0'3241'0,"0"0"-13"0,0 0-2172 0,0 0-256 16,-80 4 548-16,72-4 148 0,4 0-140 0,0 0-495 15,4-4-401 1,8 1-288-16,12 3-172 0,16-6 180 0,8 3 96 16,11-4 160-16,5 3-60 0,4-1-268 15,-8 2-108-15,0-1-12 0,-4 2-60 16,-5-5-12-16,1 3-88 0,-8-2 4 16,-1-3-120-16,-2-1-280 0,-5 1-112 0,-9-1-49 15,-3 4-367-15,-8-4-732 0,-4 8-1036 16,-8-3-1908-16,0 3-2729 0</inkml:trace>
  <inkml:trace contextRef="#ctx0" brushRef="#br1" timeOffset="92899.215">18359 10992 7736 0,'0'0'2304'0,"0"0"-1259"15,-15 66 1315-15,6-37-852 0,1 3 76 16,1 6-412-16,-6 0-232 0,1 6-192 15,-3 4-196-15,-1-1-184 0,-5 8-200 16,-2-5-80-16,3 1-40 16,3-10 144-16,6-8-44 0,3-8-148 15,4-17-72-15,4-1-308 0,0-7-132 0,0-3-16 0,8-6-208 16,7-7 108-16,2-10-712 0,3-2-992 16,-4 2-1517-16,8-22-1011 0</inkml:trace>
  <inkml:trace contextRef="#ctx0" brushRef="#br1" timeOffset="93083.672">18423 11207 6868 0,'0'0'2208'0,"0"0"-656"0,0 0-63 16,0 0 59-16,0 0-16 0,0 0-400 0,0 0-184 15,4 74-228-15,-8-43-92 16,0 4 0-16,4 0-52 0,0 1-172 0,0 4-196 16,0-2-124-16,0 3-80 0,8-2 96 15,0-1-100-15,0-9-208 0,4-14-24 0,0-2 120 16,4-10-144-16,4-3-36 0,4-3-200 15,-5-10-260-15,5-6-176 16,-3 0-388-16,-6 3-1604 0,1-5-4213 0</inkml:trace>
  <inkml:trace contextRef="#ctx0" brushRef="#br1" timeOffset="93281.005">18861 11500 10576 0,'0'0'3837'0,"0"0"-3217"0,0 0-480 0,0 0 564 16,0 0 336-16,0 0-196 0,0 0-300 0,0 0-344 16,0 0-68-16,44 78-80 15,-40-61 8-15,-4-1-60 0,4-1-60 16,-4 2-52-16,0-9-60 0,0 3-136 0,0-8-16 16,0-3-148-16,-4 0-248 0,0 0-688 15,0-7-2881-15,-4-5-3863 0</inkml:trace>
  <inkml:trace contextRef="#ctx0" brushRef="#br1" timeOffset="93435.211">18881 11251 15057 0,'0'0'1996'0,"0"0"-1412"16,0 0-324-16,0 0 480 0,0 0 136 15,0 0-424-15,80-21-452 0,-57 14-296 0,5-2-536 0,-4 2-492 16,-7 1-780-1,2 2-3973-15</inkml:trace>
  <inkml:trace contextRef="#ctx0" brushRef="#br1" timeOffset="94634.067">11522 4328 10376 0,'0'0'4005'0,"0"0"-3401"0,0 0-312 0,76 12 472 0,-40-6 764 16,0-3-292-16,7 4-196 0,-2-2-256 15,6-5-296-15,-3 5-208 16,-4-5-88-16,3 0-84 0,-7 0-96 0,4-5-8 0,-4 0-4 16,0-2-16-16,-4 0-92 15,0-1-136-15,-5-2-340 0,-2 0-220 16,-5-2-300-16,-9-1-928 0,1 8-2336 0,-12-9-2061 16</inkml:trace>
  <inkml:trace contextRef="#ctx0" brushRef="#br1" timeOffset="94840.971">11976 4334 6900 0,'0'0'6101'15,"0"0"-4929"-15,-24 69-640 0,13-34 200 0,-2 11 400 16,2 1-236-16,-1 6-228 0,-1 1-88 16,2-3 8-16,-2 0-84 0,2-3-124 15,-1-4-172-15,7-6-112 0,-2-3-96 16,3-6-8-16,4-10-176 0,0-11-216 0,0-3-164 15,4-5-236-15,0-7-352 0,4-12-512 16,0-4-488-16,0 4-2181 0,4-18-1343 0</inkml:trace>
  <inkml:trace contextRef="#ctx0" brushRef="#br1" timeOffset="95026.867">12152 4486 9956 0,'0'0'2369'0,"0"0"-801"0,0 0-392 15,0 0 296-15,4 96-476 0,-8-59-252 16,4 4-176-16,0 8-116 0,4 1 40 0,4-2 132 16,3-1-136-16,6 2-244 0,-2-9-112 15,1-5-72-15,5-6-56 0,2-10-4 16,1-7-192-16,4-5-236 0,0-7-72 16,4-7-112-16,-4-8-136 0,4-7-388 0,-12 2-1040 15,7-18-3217-15</inkml:trace>
  <inkml:trace contextRef="#ctx0" brushRef="#br1" timeOffset="95415.611">12618 4985 3300 0,'0'0'7444'15,"0"0"-6595"-15,0 0-373 0,0 0 292 0,0 0 620 16,0 0-12-16,88 76-320 0,-69-51-436 16,-6 0-112-16,2-2-136 0,-2 2-40 0,-6-3-84 15,1 0-40-15,-4-2-72 0,-4-1-12 16,0-7-112-16,0-2-12 0,0-7-64 16,-4 0-416-16,-4-3-128 0,1-3-432 0,-6-10-376 15,-2-6-3825-15,2 4 2949 16,-6-14-5783-16</inkml:trace>
  <inkml:trace contextRef="#ctx0" brushRef="#br1" timeOffset="95577.602">12594 4670 10272 0,'0'0'4833'16,"0"0"-4041"-16,0 0-516 0,0 0 300 15,0 0-200-15,0 0-128 16,0 0-248-16,88-32-224 0,-73 17-624 15,2 2-840-15,-6 0-2341 0,2-6-4207 16</inkml:trace>
  <inkml:trace contextRef="#ctx0" brushRef="#br1" timeOffset="95823.13">12491 4064 13937 0,'0'0'2004'0,"0"0"-1148"0,0 0-644 16,0 0 124-16,0 0 60 0,0 0 592 0,79 3-128 16,-47 3-384-16,0 0-292 15,-1-1-72-15,-3 0-76 0,0-2-36 0,0 0-72 16,0 0 8-16,-4-3-412 0,0-3-384 0,-4-6-660 15,0 0-1000-15,-1-14-3645 16</inkml:trace>
  <inkml:trace contextRef="#ctx0" brushRef="#br1" timeOffset="96002.884">12925 3807 952 0,'0'0'12877'0,"0"0"-10817"15,0 0-1292-15,4 70-208 0,0-42 416 0,-1 7 356 16,1 0-428-16,0 3-588 0,5-3-316 16,-5-4 0-16,3 4-304 0,-7 0-624 15,4 4-380-15,-4-1-884 0,0-10-2252 0,-4 13-3661 16</inkml:trace>
  <inkml:trace contextRef="#ctx0" brushRef="#br1" timeOffset="96471.354">13574 4117 11041 0,'0'0'2052'16,"0"0"-768"-16,0 0-440 0,0 0 428 0,0 0 32 15,-48 86-216-15,48-44-252 0,0 5-236 16,4 10-116-16,5 7 64 0,6 2 121 16,1 2-257-16,0-2-180 0,4-6-112 15,-4 1-80-15,0-11-40 0,3-5-48 16,-2-10-24-16,-1-10-24 0,3-5-160 0,-2-15-96 15,2-5-13-15,1 0-195 0,-4-11-132 16,4-8-104-16,0-8-668 0,-8 2-1412 0,8-16-3065 16</inkml:trace>
  <inkml:trace contextRef="#ctx0" brushRef="#br1" timeOffset="96649.245">13928 4203 13325 0,'0'0'2216'0,"0"0"-1360"16,0 0 68-16,92 16 744 0,-56-12-16 16,0-1-351-16,8 0-453 0,4-3-364 0,3-10-216 15,5-6-180-15,-4-5-88 0,-4-2-180 16,-4-2-184-16,-8 0-252 0,-1-5-225 0,-7 5-243 16,-7 0-680-16,-10 9-1348 0,-7-3-3105 15</inkml:trace>
  <inkml:trace contextRef="#ctx0" brushRef="#br1" timeOffset="96834.548">14140 4175 3940 0,'0'0'8913'0,"0"0"-7501"16,-8 67-868-16,16-32 88 0,-1 5 860 0,6 4 392 16,-1 2-404-16,0-2-504 0,4 1-403 15,-5-7-221-15,5-4-184 0,-4-1-168 16,-3-5-48-16,-2-6-280 0,-3 0-413 15,0-9-307-15,0-1-448 0,-4-1-1140 0,0-6-2188 16,-4 2-3129-16</inkml:trace>
  <inkml:trace contextRef="#ctx0" brushRef="#br1" timeOffset="96993.252">14224 4623 13121 0,'0'0'1828'0,"0"0"-1160"0,0 0 164 16,91-16 536-1,-59 10-296-15,-4-1-104 0,4-3-356 0,0 1-356 16,-4-5-256-16,0 2-60 0,-9 3-280 0,1-3-360 16,-4 5-416-16,-8 0-796 0,-4 7-2572 15,-4 0-2789-15</inkml:trace>
  <inkml:trace contextRef="#ctx0" brushRef="#br1" timeOffset="97148.233">14252 4877 10556 0,'0'0'5237'15,"0"0"-3961"-15,0 0-664 16,0 0 240-16,0 0 536 0,0 0-24 16,91 66-367-16,-47-60-353 0,4-6-284 15,3-6-80-15,5-9-28 0,-8-4-240 0,3-11-12 16,-6-1-276-16,-6-7-416 0,-3 0-276 16,-4 0-481-16,-8 6-1603 0,0-13-4165 15</inkml:trace>
  <inkml:trace contextRef="#ctx0" brushRef="#br1" timeOffset="97404.636">15049 4026 15781 0,'0'0'2160'15,"0"0"-1508"-15,0 0-404 0,0 0-100 0,95 83 392 16,-72-58 728-16,-2 3-548 0,3 1-500 15,0 6-160-15,-1-1-60 0,-3 8-4 16,-3 5-44-16,-10 7-52 0,-3 0-32 16,-4 0-600-16,-15 7-72 0,-6-4 44 15,-3 3-28-15,-7-2 20 0,-1 2 360 0,0-6 184 16,-4-1 64-16,-3-1-28 0,-2-2-304 16,-6-2-424-16,-5-3-272 0,12-11-828 15,-27 8-2861-15</inkml:trace>
  <inkml:trace contextRef="#ctx0" brushRef="#br1" timeOffset="98557.93">13722 6191 5976 0,'0'0'1548'0,"0"0"-1224"0,-17-67 364 0,10 39 452 15,-1-4-172-15,-1 3-55 0,2 7-617 16,3 6 204-16,-4 4 1020 0,3-1-420 0,1 7-292 15,4-1-56 1,-3 1-116-16,-1 0 12 0,0 2 116 0,4 1-196 16,-4 3-212-16,4-4-148 15,-4 2-88-15,0 2-120 0,-1 0 0 0,-2-3-48 16,-1 3-88-16,0 0-60 0,0 0-12 16,0 5-24-16,-4 2 8 0,0 6 40 0,4-1 24 15,0 8 76-15,1 2 84 0,2 3 8 16,1 4 140-16,4-1 12 0,0 8-24 15,0-1-76-15,0 6-12 0,0 0-48 16,0 0-4-16,0 7 4 0,0 3-8 16,0 3 4-16,0 3-68 0,0 3 64 0,4 6 4 15,1 4 4-15,2 1 8 0,-3 4 40 16,0 2 124-16,0 2 12 0,0 1-112 16,1-1-68-16,-2-3 96 0,5 1 12 0,-4-1-64 15,0-6-36-15,4 0-4 0,0-4 92 16,0-5 8-1,4-2 40-15,-4-4-4 0,4-1 16 0,-1-7-12 16,-2-3-28-16,3-2-112 0,-1-4-4 16,-2-7-8-16,2-1-4 0,-3-5 4 0,-4-6-80 15,1-4 0-15,-1-1-124 0,0-8-88 16,-1-3-84-16,-3-3-48 0,0 0-64 16,0 0-4-16,0-6-172 15,-7-4-204-15,-2-4-448 0,-3-1-188 0,-3-3-872 16,3 4-841-16,-9-11-1119 0</inkml:trace>
  <inkml:trace contextRef="#ctx0" brushRef="#br1" timeOffset="98868.679">13403 7819 4636 0,'0'0'2460'0,"0"0"-1172"15,0 0-616-15,0 0 468 16,0 0 329-16,0 0 3 15,0 0 16-15,0 0-504 0,0 0-292 0,0 0-204 16,0 0-40-16,44 70 0 0,-33-48 20 16,1 8 12-16,-3-5-120 0,6 3-116 15,-2 2-36-15,2-3-24 0,2 5-60 0,-6-4-40 16,1-3-20-16,0 5-4 0,0-5-60 16,0 1 48-16,-4-7 36 0,8 0-40 15,-4-3-36-15,0-4 32 0,-1-2 108 16,-2-6 8-16,3-4 112 0,4-4 428 0,3-13-368 15,1-8-171-15,8-7-145 0,0-12-12 16,4-9-44-16,0-5-165 16,4-2-143-16,0 3-268 0,-1-1-100 15,6 7-152-15,-6 4-632 0,-7 12-1644 0,8-6-4301 0</inkml:trace>
  <inkml:trace contextRef="#ctx0" brushRef="#br1" timeOffset="103297.685">9355 4759 1264 0,'0'0'2596'0,"0"0"2492"16,0 0-2427-16,0 0-1173 0,0 0-308 16,0 0-4-16,0 0-120 0,0 0-444 15,0 0-240-15,-32-3-172 0,32 3-40 16,4 0 0-16,4 0 40 0,8 0 8 0,7 3 284 15,9-1 112-15,5 3-176 0,6-3-124 16,9 2-72-16,4-4 36 0,3 0-48 16,10-11-12-16,6 3-76 0,5-5-56 0,-1 1 8 15,9-5-32-15,0-2-52 16,-1 0-148-16,1-3 16 0,-9 3 36 0,-2-3-52 16,-6 0-192-16,-7 2-332 0,-8 1-200 15,-9 4-188-15,-10-2-604 0,-18 2-1028 16,-3 5-2045-16,-16-5-2387 0</inkml:trace>
  <inkml:trace contextRef="#ctx0" brushRef="#br1" timeOffset="103554.705">10339 4407 4528 0,'0'0'1368'15,"0"0"284"-15,0 0-316 0,0 0-144 16,75-16 329-16,-47 13-305 0,0 3-372 15,4 0-136-15,4 0 28 0,0 6-108 0,4 3-84 16,-4 4-172-16,-1 3-144 0,1 3-32 0,-8 7-152 16,-4 2-44-16,-8 3-324 15,-8 5 100-15,-8 5-52 0,-4 0 32 16,-12 3-68-16,-8 5-16 0,-8 1 16 0,-4 1-44 16,1-3-36-16,-10-1-24 0,2 1 136 15,-5-7-28-15,0-3-344 0,0-3-488 16,12-9-1013-16,-16-1-2335 0</inkml:trace>
  <inkml:trace contextRef="#ctx0" brushRef="#br1" timeOffset="104467.415">23347 4060 468 0,'0'0'10905'0,"0"0"-8857"16,0 0-852-16,0 0-340 0,0 0 64 15,0 0-108-15,0 0 264 0,0 0-212 16,100 4-168-16,-56-1-72 16,7 0-124-16,5-3-112 0,8 0-84 0,0-3-95 15,4-4-1-15,4-5-112 0,-5-1-96 16,9-3 0-16,-4 0-148 0,-5-3-165 15,1 0-335-15,-4 0-316 0,-9 1-260 0,-6-1-544 16,-10 2-1240-16,-11 2-2893 16,-7-8-935-16</inkml:trace>
  <inkml:trace contextRef="#ctx0" brushRef="#br1" timeOffset="104655.806">24419 3723 4152 0,'0'0'2888'0,"0"0"1493"0,0 0-3329 16,0 0-284-16,0 0 360 0,0 0 272 15,81 17-492-15,-50-8-324 0,1 5-124 16,0-2 8-16,4 4-152 0,-4 3-316 0,-4 0-76 16,-5 3-84-16,-7 4-24 0,-8-1 132 15,-8 3-132-15,-12 5-4 0,-16 5 92 16,-11 3-216-16,-17 3-236 0,-8 0 32 0,-8 4 0 16,-4-3-100-16,-4 2-624 15,17-15-1256-15,-33 8-3297 0</inkml:trace>
  <inkml:trace contextRef="#ctx0" brushRef="#br1" timeOffset="105349.587">19515 3771 5308 0,'0'0'3040'0,"0"0"-131"16,0 0-1241-16,0 0-204 0,0 0 48 0,0 0-60 16,88 67-464-16,-73-51-284 0,6 3-324 15,-6-3-148-15,5 0-12 16,-1 0-24-16,2 0-12 0,3 0-176 0,-4-1 44 16,-1 1-52-16,-2 1-64 0,-6 1 56 15,-3 1-64-15,-8 7 64 0,-8 5 0 0,-20 4 4 16,-7 10-72-16,-14 3-92 0,-5 2-80 0,-6 5-8 15,0-5-64 1,-4 4 0-16,0-2-356 0,1-2-356 16,-2 0-220-16,6-5-720 0,15-10-1921 15,-12 3-1987-15</inkml:trace>
  <inkml:trace contextRef="#ctx0" brushRef="#br0" timeOffset="119686.731">3900 9676 5488 0,'0'0'1900'0,"0"0"3329"0,0 0-3485 16,0 0 136-16,0 0-544 0,12 77-324 16,-8-55-88-16,-4 7-228 0,0 3-60 15,0 6-52-15,0 6-123 16,4 7-157-16,0 4-136 0,0 4-80 0,0 8-88 16,0 3-128-16,0 3-188 0,-4 3 75 15,4 1 21-15,4-1-292 16,-5 1-292-16,6-2-532 0,-1 1-744 0,3-2-728 15,-2-22-2141-15,3 25-2491 0</inkml:trace>
  <inkml:trace contextRef="#ctx0" brushRef="#br0" timeOffset="120693.299">29958 9080 10112 0,'0'0'3201'0,"0"0"-1957"0,0 0-136 15,0 0 324-15,-9 89 64 0,-2-48-364 0,-1 13-288 16,-4 3-260-16,0 7-208 16,0 2-132-16,0 8-159 15,0 0-85-15,0-2-85 0,4 4-291 16,-4-3-136-16,0-3-112 0,4-3-256 0,0-4-548 15,-4-7-1200-15,4-10-2589 0,-7 8-4087 16</inkml:trace>
  <inkml:trace contextRef="#ctx0" brushRef="#br1" timeOffset="132309.049">7080 4302 9232 0,'0'0'2757'0,"0"0"-1681"0,0 0-20 15,0 0 900-15,0 0-780 0,0 0-544 16,0 0 12-16,15 64-28 0,-6-20-40 16,2 16 48-16,1 12-344 0,-3 18-24 0,-2 9-24 15,-3 5-88-15,-4 4-60 0,4-3-84 16,0-6-4-16,-4-14-4 0,9-8-100 16,-5-18 12-16,3-7-184 0,1-15-40 0,1-8-376 15,-2-12-64-15,5-9-200 16,1-8-556-16,2-2-1208 0,-7-4-2377 0,4-20-2523 0</inkml:trace>
  <inkml:trace contextRef="#ctx0" brushRef="#br1" timeOffset="132485.958">7366 5061 10152 0,'0'0'1613'15,"0"0"-1025"-15,0 0 576 0,0 0 380 0,84 0-296 16,-56 0-360-16,0 0-232 0,8-7-296 0,0-2-64 15,3-4-200-15,2-3-96 0,-2-3-220 16,1-3-200-16,-8 3-224 16,3-3-368-16,-7 2-752 0,-7 4-2057 0,-6-3-3163 0</inkml:trace>
  <inkml:trace contextRef="#ctx0" brushRef="#br1" timeOffset="132701.363">7777 4509 6280 0,'0'0'3100'0,"0"0"-1664"0,0 0 69 0,0 0 367 15,20 94 96-15,-13-59-544 0,6 6-436 16,-2 1-200-16,6 5-152 0,-9 5-160 0,3 1-316 16,2 2-160-16,-6 5-24 0,-3-3-160 15,4-4-380-15,-3-1-144 0,-1-5-204 16,-4-12-68-16,4-3-372 0,-1-10-936 15,1-5-2501-15,0-11-2287 16</inkml:trace>
  <inkml:trace contextRef="#ctx0" brushRef="#br1" timeOffset="132873.59">8212 5131 10212 0,'0'0'1625'0,"0"0"-1241"0,0 0 64 15,0 0 508-15,0 0 464 0,0 0-8 16,0 0-196-16,59 70-336 0,-59-45-228 0,0 0-200 15,0 1-156-15,-4-5-260 16,4-2-36-16,-4-2-124 16,0-8-156-16,4 1-176 0,0-10-256 0,-4 0-56 15,4 0 24-15,-4-10-676 0,-4 1-3116 16,0-14-4425-16</inkml:trace>
  <inkml:trace contextRef="#ctx0" brushRef="#br1" timeOffset="133002.299">8267 4903 14781 0,'0'0'2184'0,"0"0"-1860"0,0 0-236 0,0 0 308 16,0 0-208-16,0 0-188 0,0 0-920 15,87-55-1064-15,-70 45-2865 0,-2-2-4607 16</inkml:trace>
  <inkml:trace contextRef="#ctx0" brushRef="#br1" timeOffset="134153.981">7402 6594 2612 0,'0'0'3284'15,"0"0"-1516"-15,0 0-212 0,0 0 136 16,28 83-211-16,-19-45-257 0,-2 3-96 16,1 7-168-16,0 7-168 0,4 8-32 15,-4 12-252-15,0 8-212 0,-1 12-108 0,6 10-180 16,-1 9 92-16,0 7-100 0,0 7-44 15,-5-5-16-15,6 4 48 16,-5-7-76-16,-1-2-24 0,1-11-36 16,-3-4 0-16,-1-12 0 0,0-11 84 0,0-10 52 0,3-9-112 15,1-14-24 1,1-9-164-16,-2-16-72 0,1-9-236 16,1-13-348-16,2-3-960 0,-3-7-901 15,0-22-2015-15</inkml:trace>
  <inkml:trace contextRef="#ctx0" brushRef="#br1" timeOffset="134435.224">7849 6778 10376 0,'0'0'1649'0,"0"0"-1341"0,0 0-116 16,0 0 192-16,-8 70 392 0,3-22 428 15,5 15-260-15,0 13-212 0,0 17-320 0,0 14-52 16,5 14-76-16,-1 9-124 16,0 3-160-16,0 4-36 15,-4-4-12-15,3-3-176 0,-3-8-88 0,0-8 128 16,0-9 44-16,0-14 28 0,0-8-60 16,0-7 8-16,0-15-64 0,0-7 12 0,0-10-72 15,0-9-88-15,0-10-64 0,0-5-256 16,0-7-540-16,0-7-1233 0,0-6-2767 0</inkml:trace>
  <inkml:trace contextRef="#ctx0" brushRef="#br1" timeOffset="135348.337">5175 5191 8340 0,'0'0'1736'0,"0"0"-783"16,0 0 63-16,96-6 188 0,-52 6 128 0,7 0 16 16,9 0-256-16,4 0-408 0,3 6-228 15,6-6-232-15,-6 3-4 0,1-3-196 16,-5 0-24-16,-7-3-12 0,-4-7-96 15,-8 1-40-15,-5-4-200 0,-2 1-260 0,-9-4-376 16,-5-4-728-16,-6 5-1424 16,-10-4-2961-16</inkml:trace>
  <inkml:trace contextRef="#ctx0" brushRef="#br1" timeOffset="135542.136">6099 4911 4500 0,'0'0'5352'16,"0"0"-4099"-16,0 0-201 0,21 70 428 0,-21-41 80 16,4-1-428-16,-4 4-544 0,0 1-288 15,-4 0-300-15,-9 3-152 0,2 2-84 0,-10 3-112 16,-3 0-320-16,1-2-24 0,-9 2-192 16,0-3-260-16,-8-3-576 0,0-3-421 0,8-11-847 15,-27 2-2016-15</inkml:trace>
  <inkml:trace contextRef="#ctx0" brushRef="#br1" timeOffset="135909.33">3968 4873 9440 0,'0'0'2053'0,"0"0"-885"0,0 0 92 16,0 0 84-16,0 0-248 0,52 88-212 16,-36-52-228-16,-5 12-236 0,6 3-172 15,-6 9 120-15,2 4-132 0,-6 2-236 0,-3 1-40 16,4 3-132-16,-3-4-160 0,-1 1-344 16,0-3-232-1,-1-7-168-15,5 0-400 0,-4-16-960 0,5 6-2801 16</inkml:trace>
  <inkml:trace contextRef="#ctx0" brushRef="#br1" timeOffset="141996.55">7909 2832 6352 0,'0'0'2260'16,"0"0"-888"-16,0 0-351 0,-45 89-57 15,30-47-260-15,-2 2-408 0,2 6-120 16,-5 4 920-16,-5 6-728 0,2 1-368 0,-1 5 4 15,0-5-4-15,4-4 12 0,1-13 36 0,2-6 104 16,6-9 64-16,3-10-128 16,3-2-88-16,-3-12-200 0,8 2-104 0,-4 0-496 15,4-7-704-15,0 0-1489 0,0 0-1555 0,0-7 396 16</inkml:trace>
  <inkml:trace contextRef="#ctx0" brushRef="#br1" timeOffset="142166.611">7598 3505 4620 0,'0'0'2696'0,"0"0"-920"0,0 0-560 15,0 0 21-15,0 0-97 0,0 0-120 16,0 0-244-16,0 0-348 0,0 0 180 0,0 0-32 16,0 0-108-16,99 44-20 15,-67-34-236-15,4-4 36 0,-4-3-248 16,3-3 0-16,6-3 0 0,-5-6-164 0,-1-10-44 16,1-4-340-16,-4-2-248 0,0 0-348 15,-4-7-804-15,-8 10-2949 0,4-11-2459 0</inkml:trace>
  <inkml:trace contextRef="#ctx0" brushRef="#br1" timeOffset="143184.759">7634 3117 9292 0,'0'0'1116'0,"0"0"-1116"0,0 0-260 0,0 0 260 0,0 0 428 15,0 0-96-15,0 0-47 0,0 0 11 16,0 0 180-16,0 0 64 0,-53-15-16 16,50 24-4-16,-1 3 40 0,4 5-40 0,-4-1-52 15,0 3-28 1,0 6-76-16,-1 1 28 0,1 2-80 16,4 4-76-16,0-1-72 0,0 4-40 15,0 1-48-15,4 2 8 0,5 0 16 0,-5-4-48 16,4-2 108-16,-1-3 100 0,6-4 112 15,-5-6 132-15,3 1-196 0,-2-5-124 16,2-5 0-16,1-1-24 0,-3-6-76 16,2-3 64-16,1 0 12 0,0 0 60 15,4-6 96-15,-4-7 284 0,8 1-320 0,-4-7-172 16,8-3-108-16,-1-3-48 0,5-4-88 16,4-3-56-16,0 0-152 0,-4 0-252 0,0 1-260 15,-4-1-364-15,-4 1-636 0,-8 1-872 16,-1 8-2577-16,-2-13-2555 15</inkml:trace>
  <inkml:trace contextRef="#ctx0" brushRef="#br1" timeOffset="143579.221">7211 1298 8856 0,'0'0'2633'0,"0"0"-1017"16,0 0-344-16,0 0-152 0,0 0 236 0,0 0-224 16,48 92-172-16,-29-44-196 15,2 6-168-15,-1 9-120 0,-1 8-232 0,5 5-144 16,-3 3-16-16,-6 3 8 0,-2-1-92 0,2-9-108 16,-2-6-52-16,-6-4-96 15,1-15-60-15,0-12-64 0,1-7-84 16,-6-9-148-16,1-6-128 0,4-7-312 15,-4-6-340-15,-4-3-656 0,4-13-576 0,-4 3-1513 16,0-19-879-16</inkml:trace>
  <inkml:trace contextRef="#ctx0" brushRef="#br1" timeOffset="143830.695">7303 1498 6776 0,'0'0'3076'0,"0"0"-1439"0,0 0-509 0,0 0 148 16,0 0-72-16,0 0-388 0,0 0-448 16,87-15-108-16,-75 15 52 0,1 6-136 0,-2 0-40 15,2 4-60-15,-6 5 96 0,1 2 76 0,0 4-48 16,-8 5-152-16,0 6-48 16,0 6 0-16,-8 0-60 0,-3 7-76 0,-2-1-152 15,-2-4-96-15,-2 2-40 0,2-13-16 0,-2-4-76 16,6-9-88-16,-2-5-64 0,-2-9-160 15,-2-2-180-15,6 0-753 16,-6-7-515-16,6 1-660 0,-10-10-1704 16</inkml:trace>
  <inkml:trace contextRef="#ctx0" brushRef="#br1" timeOffset="144219.353">7542 1292 6976 0,'0'0'2140'16,"0"0"-960"-16,0 0 133 0,0 0 159 15,0 0-324-15,0 0-392 0,0 0-288 0,0 0 20 16,0 0-32 0,0 0-144-16,79 22-100 0,-70-6-48 0,-5 0-52 15,-1 7-28-15,1-2 16 16,-4-2-100-16,0 4 12 0,0-4-12 0,0 0 0 15,0-6-60-15,-4-7-188 0,4-3-476 16,-3 0-260-16,-1-3-548 0,-5-3-3313 16</inkml:trace>
  <inkml:trace contextRef="#ctx0" brushRef="#br1" timeOffset="144322.286">7570 1019 11369 0,'0'0'2176'0</inkml:trace>
  <inkml:trace contextRef="#ctx0" brushRef="#br1" timeOffset="147285.008">12745 2384 6004 0,'0'0'4860'0,"0"0"-2959"16,0 0-1125-16,-3 73-332 0,-6-35 192 16,5 4 660-16,-4 5-16 0,4 1-316 0,-3 2-164 15,3 1-256-15,-5 0-180 0,5-3-104 0,-3 2-116 16,-1-2-80-16,4-1-64 15,-5-1 0-15,2-5-12 0,3-3-76 16,-4 0 16-16,-1-7-40 0,6-6-44 0,-5-2-92 16,4-7-168-16,0-6-224 0,0-4-64 15,-1-6-4-15,-2 0-76 16,-1 0-96-16,0-10-424 0,-4-2-400 0,0-7-2605 16,4-9 285-16,-8-2 280 0,4 8 3652 15,-4-16 92-15</inkml:trace>
  <inkml:trace contextRef="#ctx0" brushRef="#br1" timeOffset="147471.672">12459 3003 1044 0,'0'0'1304'0,"0"0"3072"0,0 0 697 0,0 0-3841 16,-13 70-484-16,13-45-200 0,0 7 32 16,0 1 252-16,0 0 100 0,0 0-212 15,4 2-236-15,5-4-64 0,-1-5-24 16,-1-1-4-16,5-2-24 16,0-10-24-16,0-1-40 0,1-6-68 0,-2-3-92 15,6-3-56-15,-2-3-80 0,5-9 0 16,0-11 76-16,4-5-84 0,4-11-144 15,0-8-160-15,3-4-284 0,1-5-160 0,0-2-216 16,-4 0-464-16,-4 14-1056 0,4-17-3145 16</inkml:trace>
  <inkml:trace contextRef="#ctx0" brushRef="#br1" timeOffset="148119.96">13036 1038 4892 0,'0'0'784'15,"0"0"-236"-15,0 0 1840 0,0 0 341 16,0 0-873-16,0 0-624 0,0 0-272 16,0 0-208-16,0 0-84 15,0 0 152-15,36 86-88 0,-24-52-204 0,0 8-96 16,4 6-4-16,0 6-100 0,-4 6-56 16,4 10-28-16,0 6 108 0,-8 10 208 15,3 3-135-15,-7-3-289 0,5-4-124 16,-5-6 60-16,-1-7-72 0,1-8-48 15,0-7-100-15,-4-7-33 0,4-11-27 0,-4-9-84 16,5-7-72-16,-5-7-88 0,4-7-48 16,-4-6-100-16,0 0-412 0,0-6-688 0,0-10-908 15,-4-3-1449-15,-1 0-1599 0,-7-23 1788 0</inkml:trace>
  <inkml:trace contextRef="#ctx0" brushRef="#br1" timeOffset="148394.093">13080 1202 6020 0,'0'0'4628'0,"0"0"-2983"0,0 0-773 0,0 0-276 0,0 0 180 16,0 0 104-16,0 0-300 0,0 0-276 0,0 0-152 16,0 0-40-16,36-33 12 0,-21 29 24 15,2 4-24-15,-6 0 16 0,6 4-88 16,-6 1-52-16,2 5-48 0,-5 2 48 15,-1 5 48-15,-3 5 64 0,-4 4-100 16,0 2-4-16,-4 3-8 0,-7 1-56 0,-2-3-32 16,2-1-24-16,-1-2-164 15,0-7-96-15,-4-3-208 0,4-7-76 16,0-2-188-16,-1-1-276 0,2-6-572 0,-1-3-685 16,4-3-779-16,-4-16-2428 0</inkml:trace>
  <inkml:trace contextRef="#ctx0" brushRef="#br1" timeOffset="148683.204">13295 835 2508 0,'0'0'7060'0,"0"0"-6040"15,0 0-659-15,0 0 283 0,0 0 408 16,0 0-136-16,0 0-152 0,88 0-168 16,-76 13-68-16,-1 2-64 0,2 8-72 0,-5 5-16 15,-1 0-76-15,-3 4-64 0,0 3-52 16,1-3-36-16,-1 0-148 0,-4-7 0 16,4-6-60-16,-1-6-40 0,-3-6 40 0,0-5-4 15,0-2 16-15,0 0-300 0,0 0-620 16,0-9-280-16,0-1-812 0,-7-8-3597 15</inkml:trace>
  <inkml:trace contextRef="#ctx0" brushRef="#br1" timeOffset="148848.979">13347 762 1512 0,'0'0'10261'0,"0"0"-8637"0,0 0-1104 16,0 0 532-16,0 0 360 0,0 0-552 15,0 0-576-15,0 0-284 0,87-16-12 0,-70 12-148 16,2 1-312 0,-3-3-420-16,0 6-620 0,-4-3-1464 0,4 3-3725 15</inkml:trace>
  <inkml:trace contextRef="#ctx0" brushRef="#br1" timeOffset="149020.99">13653 895 12165 0,'0'0'2220'0,"0"0"-1160"0,0 0-332 16,0 0 472-16,0 0-184 15,0 0-424-15,96 10-360 0,-72-14-220 0,0-2-12 16,0-3-272-16,0-4-156 16,0-3-612-16,0 1-488 0,-8 1-1112 15,0-1-2669-15</inkml:trace>
  <inkml:trace contextRef="#ctx0" brushRef="#br1" timeOffset="149239.669">13797 683 11417 0,'0'0'1960'0,"0"0"-1148"0,0 0-280 15,0 0 576-15,4 91 532 0,0-63-440 16,5 5-564-16,-2-1-240 0,1 2-104 15,4-5-280-15,-4-1-12 0,0-3-172 0,0 1-256 16,4-7-432-16,-4 1-68 0,4-5-240 16,-5-5-888-16,2-4-1765 0,3-6-1163 15</inkml:trace>
  <inkml:trace contextRef="#ctx0" brushRef="#br1" timeOffset="149452.612">14168 536 6624 0,'0'0'6317'0,"0"0"-5245"0,0 0-768 0,0 0 304 16,0 0 788-16,16 77-136 16,-12-42-420-16,0 3-472 0,4 3-232 15,-5 1-124-15,1 2-12 0,0 3-4 0,1-2-144 16,-5-4-184-16,4 3-360 0,-4-2-276 15,4-1-628-15,-4-12-1484 0,0 13-3037 16</inkml:trace>
  <inkml:trace contextRef="#ctx0" brushRef="#br1" timeOffset="155764.345">26985 3759 184 0,'0'0'10152'0,"0"0"-8847"0,0 0 435 0,0 0-976 0,0 0 208 16,0 0 336 0,0 0-260-16,0 0-120 0,0 0-140 15,4-19-152-15,-4 19-144 0,0 0-128 0,0 0-84 16,0 0-132-16,0 0-148 0,4 9-120 15,1 7 12-15,-2 13 108 0,5 15 108 16,0 13-108-16,1 7-68 0,-6 9-80 0,1 4 136 16,-4-4-84-16,0 2 48 15,0-4-160-15,0-3-72 0,-4-4-236 16,1-3-308-16,-6-4-496 0,5-6-924 0,0-13-2749 16,-4 4-3947-16</inkml:trace>
  <inkml:trace contextRef="#ctx0" brushRef="#br1" timeOffset="178462.635">7490 988 4316 0,'0'0'444'15,"0"0"36"-15,0 0 44 0,0 0 2192 16,0 0-492-16,0 0-987 0,0 0-305 15,0 0-52-15,0 0 124 0,4-68-48 0,-4 65-164 16,0 0-132-16,-4 3-112 0,4 0-28 16,0-3 44-16,0 3-120 0,0 0-136 15,0 0-112-15,0 0-88 0,0 0-44 0,4 3 20 16,-1 3-72-16,2-2 0 16,-1 2-12-16,-4 1 12 0,4-5 64 0,-4 1-16 15,0 1-52-15,0-1-4 0,0 0 44 16,0-3 24-16,0 3-20 0,0-3-44 15,0 0-4-15,0 0 8 0,0 0 60 0,0 0 0 16,4 0 4-16,-4 0-4 16,0 0-72-16,4-3-40 15,-4 3 36-15,0-3 4 0,4 3-100 0,-4 0 4 16,3 0 0-16,1 0-64 0,5 0 72 16,-5 0 4-16,4 0 0 0,-5 0-16 15,1 3-32-15,1 0 56 0,-1 0 76 0,-4 1 0 16,0-1-48-16,0 1 48 0,0-2 4 15,-4-2 80-15,-5 3-76 16,6-3-8-16,-5 3-84 0,-5 1-28 0,2-4 112 16,3 2 4-16,0-2 72 0,0 0-16 0,4 0-60 15,0-2-8 1,0-2-4-16,4 1 12 0,0-2 48 0,0 1-4 16,0 1-44-16,4-4-60 0,0 4-36 0,0-3 20 15,-1 2 76-15,6 4 44 16,-5-3-44-16,0 3-148 0,-4 0-76 15,0 0-68-15,4 0-4 0,-4 3-52 0,0 4-516 16,0-1-992-16,-4 4-784 0,0-4-1961 0,0 11-3379 16</inkml:trace>
  <inkml:trace contextRef="#ctx0" brushRef="#br1" timeOffset="185897.813">11797 11478 144 0,'0'0'2336'0,"0"0"4472"0,0 0-5348 0,0 0-263 0,0 0-45 15,0 0-136-15,0 0-68 0,0 0-40 0,0 0-132 16,4 0-228-1,4 3-160-15,4 0 440 0,4-3-360 0,4 3-212 16,4 0 28-16,4 0 132 0,0 0 72 0,8 1-292 16,-5-1-100-16,9 0-48 0,-4 0-48 15,4 3-4-15,0-2-56 0,3 2 0 16,-2 0-12-16,6 4 56 0,-3-4 4 16,4 0-48-1,4 5 48-15,4-6 12 0,4 2 4 0,3-5-4 16,5-2 0-16,7 0-44 0,1 0 40 0,0-2 4 15,0-5-60-15,-1 2-64 0,1 1 28 16,-4 1 84-16,-1-1-88 0,0 1 28 16,2 3 60-16,2-3-64 0,1 3-56 0,3-3 56 15,9 0 4-15,-4-1 72 0,8-2-48 16,-1-3-28-16,1-1 36 0,-4 1 40 16,-5-4 76-16,1 1-76 0,-4 2-8 0,-1 0-4 15,-3-2 0-15,0 3-72 0,0-2 8 16,-1 3 4-16,5-2-64 0,-1-1-12 15,1 6-12-15,-1-2 112 0,5 0 4 16,0 1 44 0,0 0 184-16,-5-3 48 0,-2 2-48 0,-6 1-60 15,-3-1-76-15,-5 4-44 0,-3-3 8 16,-4 0-12-16,0-1 0 0,-4 4 0 16,-5 0-12-16,2 0 4 0,-10 0 8 0,1 3 8 15,-5-3 56-15,-7 3-56 0,0 0 40 16,-3 0 0-16,-5 0 4 0,-1 0-40 15,-6 0-12-15,2 0 0 0,-7 0-4 0,4 0 0 16,-4 0-8-16,0 0-52 0,-4 3-20 16,0-3 8-16,0 0-8 0,-4 0-4 0,4 0-44 15,-4 0-104-15,0 0-72 0,0 0-112 16,-4 0-868-16,-4 0-28 16,-8 0-620-16,-4 0-857 0,4 0-2899 0</inkml:trace>
  <inkml:trace contextRef="#ctx0" brushRef="#br1" timeOffset="195880.646">14658 3527 5532 0,'0'0'1524'0,"0"0"-1252"0,0 0-12 0,0 0 2564 15,0 0-1355-15,0 0-509 16,0 0 20-16,0 0-28 0,0 0 40 0,20-67-36 16,-8 52-160-16,-1-4-152 0,6 0 72 15,-2-4-200-15,1 2-52 0,0-2 28 16,8-6 176-16,-4 0-288 0,4-2-116 0,0-1-104 16,4-3 9-16,-4 3-45 15,0 3-120-15,0 4-4 0,-5 0-100 0,1 3-8 16,-4 3 35-16,0-3-63 0,1 3-44 15,-6-1-76-15,5 1 0 0,-4 4 60 16,-4-1-8-16,4 6-64 0,-8-3-76 0,4 7-48 16,-8 3-88-16,4 0-308 0,-4 3-376 15,0 0-488 1,-4 6-464-16,0 0-421 0,-4 4-1895 0,-4 9-1924 16</inkml:trace>
  <inkml:trace contextRef="#ctx0" brushRef="#br1" timeOffset="196232.96">14797 3686 7900 0,'0'0'1916'0,"0"0"-803"16,0 0-125-16,0 0 204 15,0 0-148-15,48-67-196 0,-32 44-96 16,-4 2 28-16,8-5-104 0,0 0 28 0,0-5-344 16,4-1 72-16,-1-5-176 15,1-2-8-15,4 1-40 0,0 1-120 16,-4-2-84-16,4 1 4 0,-8 0-8 0,4 7-60 0,-4-2-36 15,-5 1-100-15,2 7-52 0,-9 3-220 16,-1 3-200-16,2 3-136 0,-9 7-452 0,0-2-996 16,0 9-2117-1,-9-1-2795-15</inkml:trace>
  <inkml:trace contextRef="#ctx0" brushRef="#br1" timeOffset="196557.166">15339 2577 10152 0,'0'0'2625'0,"0"0"-885"0,0 0-416 15,0 0 168-15,0 0-316 0,0 0-464 0,0 0-356 16,0 0-136-16,0 0-220 0,0 0-152 16,48-2-92-16,-40 4-76 0,0 5-244 0,-1 3-440 15,-2-1-896-15,-1 1-2396 16,-4 9-2877-16,-80-74 3029 0</inkml:trace>
  <inkml:trace contextRef="#ctx0" brushRef="#br1" timeOffset="196702.368">15447 2977 11477 0,'0'0'2824'0,"0"0"-1224"0,0 0-460 16,0 0 272-16,0 0-684 15,0 0-728-15,0 0-224 0,87 14-540 0,-63-17-212 0,0-1-328 16,-4 2-2516-16,4-9-3041 0</inkml:trace>
  <inkml:trace contextRef="#ctx0" brushRef="#br1" timeOffset="197055.96">15781 2067 12777 0,'0'0'2208'0,"0"0"-920"16,20 89-204-16,-8-45 276 0,4 7-156 0,-4 6-204 0,4 4-148 16,0 2-451-16,0-3-1 0,-1 4-160 15,-2-7-164-15,2 0-76 0,-2-6-184 16,-1-7-96 0,-5-6-44-16,2-6-17 0,3-13 49 15,-9-3 24-15,1-10-48 0,0-3-160 0,1-3-344 0,-1 0-708 0,0-12-1132 16,0-1-1788-16,3-15-1321 0</inkml:trace>
  <inkml:trace contextRef="#ctx0" brushRef="#br1" timeOffset="197227.082">15929 2432 8172 0,'0'0'4037'0,"0"0"-2545"16,0 0-476-16,0 0 648 15,0 0 532-15,0 0-612 0,80 0-268 16,-52 3-539-16,3 3-485 0,1-2 8 0,0-4-164 15,0 0-132-15,4-7-4 0,-1-5-184 16,-3-1-192-16,0-4-204 0,0 2-417 0,-8-3-571 16,-4-6-1068-16,-4 9-2204 15,-4-11-3681-15</inkml:trace>
  <inkml:trace contextRef="#ctx0" brushRef="#br1" timeOffset="197462.022">16239 1867 6232 0,'0'0'220'0,"0"0"5037"0,0 0-3873 15,9 72 128-15,-1-37-180 0,3 7 72 16,6 2-256-16,-6 4-480 0,2 7-168 0,-6 3-96 16,1 3-36-16,0 3-172 0,1 0-144 15,-9-1-52-15,3-6-96 0,1 1-64 16,-4-8-256-16,4-6-268 0,4-9-192 15,0-8 36-15,0-13-20 0,4-3-92 0,-1-5-108 16,2-6-196-16,-1-6-920 0,-4-5-889 16,4-14-3071-16</inkml:trace>
  <inkml:trace contextRef="#ctx0" brushRef="#br1" timeOffset="197764.765">16590 2569 7856 0,'0'0'2668'0,"0"0"385"0,0 0-1761 0,0 0-360 16,0 0-4-1,0 0-156-15,0 0-164 0,0 0-140 16,0 0-160-16,0 0-64 0,55-6-8 0,-42 1-88 16,2 3-16-16,2-2-20 0,-6 1 60 15,2 3 48-15,-1 0 256 0,-5 7 180 16,2 2-268-16,-1 3-95 0,-1 2-49 0,-3 5-88 15,0-3-44-15,1-1-52 0,-1 4-12 0,-4-3-48 16,0-3-8-16,0 0 0 16,0-4-88-16,0-3-28 0,0-6-80 0,0 0-88 15,0 0-185-15,0 0-203 0,0-6-200 0,0-3-496 32,-4-7-1028-32,4 3-1620 0,0-9-1441 0</inkml:trace>
  <inkml:trace contextRef="#ctx0" brushRef="#br1" timeOffset="197915.016">16757 2321 8372 0,'0'0'4857'16,"0"0"-3069"-16,0 0-708 0,0 0-88 0,0 0 72 15,0 0-212-15,0 0-164 0,0 0-272 16,0 0-284-16,0 0-132 0,0 0-204 0,88-4-308 16,-68 4-360-16,0 0-492 0,-4 0-956 15,-4 0-2713-15,4 10-4347 0</inkml:trace>
  <inkml:trace contextRef="#ctx0" brushRef="#br1" timeOffset="198088.66">17100 2539 484 0,'0'0'2516'0,"0"0"6433"0,0 0-7377 0,0 0-632 15,0 0 720-15,0 0-160 0,88 5-436 16,-64-12-548-16,8 0-296 0,0-2-120 0,-1-8-100 15,1 2-44-15,4-4-164 0,-4-3-416 16,0 0-504-16,-4-4-772 0,-8 7-2604 16,-5-6-3421-16</inkml:trace>
  <inkml:trace contextRef="#ctx0" brushRef="#br1" timeOffset="198308.023">17236 2314 6384 0,'0'0'1832'16,"0"0"2949"-16,0 0-3117 0,4 86 64 0,4-54-148 15,-5 3-140-15,5 2-364 0,-3 3-416 16,-1-7-404-16,0 3-232 0,0-1-24 16,-1-4-268-16,5 1-368 0,1-6-108 0,-1-7 20 15,3-6-348-15,2-7-1064 0,-6-6-1700 16,9-6-3349-16</inkml:trace>
  <inkml:trace contextRef="#ctx0" brushRef="#br1" timeOffset="198506.99">17590 2165 5532 0,'0'0'6633'0,"0"0"-5189"16,0 0-364-16,0 0-36 15,0 0 372-15,28 89-40 0,-24-57-420 0,4-1-440 16,0 1-248-16,-4 0-120 0,4 0-52 16,-4 3-96-16,0-1-40 15,-1 5-168-15,2 5-428 0,-1 4-184 0,0-1 228 0,-4 1-476 16,0-10-3132-16,0 12-2309 0</inkml:trace>
  <inkml:trace contextRef="#ctx0" brushRef="#br1" timeOffset="209765.695">6271 13716 680 0,'0'0'6340'0,"0"0"-4200"16,0 0-936-16,0 0-211 15,0 0 303-15,4-67 208 0,0 58-180 0,0-1-268 0,-4 3-172 16,0 5-224-16,4-3-132 0,-4 5-120 15,0 0-100-15,0 0-136 0,0 0-172 16,0 0-28-16,3 0-168 0,6 7 196 16,3 3 64-16,3 6-16 15,-2 6 88-15,2 6-76 0,-2 8 36 16,-6 6-32-16,1 8-56 0,1 4 64 0,-1 4 64 16,-8 1-40-16,3-2-96 0,-3-3-4 0,0-3-128 0,4-3 120 15,-4-7-100 1,0-6 16-16,0-1 20 0,0-5 4 15,0-6-76-15,4-2 12 16,-4-4 76-16,0-4-16 0,0-4-96 0,0-6-48 0,0-3-76 16,0 0-72-16,0 0-104 15,0-9-176-15,0-4-492 0,-8-7-652 0,5-1-496 0,-1-2-537 16,-5-2-491-16,5 3-1356 16,0 9 4060-16</inkml:trace>
  <inkml:trace contextRef="#ctx0" brushRef="#br1" timeOffset="210049.462">6391 14170 964 0,'0'0'992'0,"0"0"-756"0,0 0 4312 16,0 0-3380-16,0 0-260 0,0 0-208 15,0 0 140-15,0 0-3 0,0 0-105 0,0 0-216 16,0 0-276-16,4 0-72 0,3 0-4 15,5-4 144-15,4 2 100 0,9-2 60 16,-2 2-60-16,8-3-132 0,-3 3 0 16,4-2 64-16,0 4-76 0,0-3-100 15,0 3-64-15,0 0 28 0,-1 0 200 16,2-3-192-16,-1-3-136 0,4-1-76 0,-8-2-184 16,4-7-220-16,-4 0-400 0,-1 0-464 15,-3-3-588-15,-4-3-1313 16,-8 3-2951-16,-4-6 4044 0</inkml:trace>
  <inkml:trace contextRef="#ctx0" brushRef="#br1" timeOffset="210323.553">6980 13719 3892 0,'0'0'1172'0,"0"0"2328"16,0 0-2760-16,0 0-120 0,0 0 76 0,0 0 309 15,0 0 87-15,0 0-240 0,0 0-112 16,0 0-32-16,0 76-92 0,8-44-88 15,-4 3 36-15,4 2-104 0,-5 5-36 0,6 0-88 16,-1 2-164-16,-4 3-48 0,0-2-28 16,-1-4 16-16,1 1-100 0,-4-8 0 15,5 1-12-15,-1-6-12 0,0-4-72 16,0 1 72-16,0-7-112 0,-4-3-52 0,3 0-32 0,1-7 72 16,-4-2-136-16,4-4-276 15,-4 0 36-15,0-3-168 0,0 0-152 16,0 0 48-16,0 0-604 0,0-10-1185 15,5-2-2959-15,-5 1 1060 16</inkml:trace>
  <inkml:trace contextRef="#ctx0" brushRef="#br1" timeOffset="210833.846">7471 14294 260 0,'0'0'8708'16,"0"0"-7208"-16,0 0-855 16,0 0-297-16,0 0 188 0,0 0 364 15,0 0-112-15,0 0-316 0,0 0-108 0,0 0-160 16,58 72 12-16,-49-55 112 0,-1 2-76 16,-4-3-64-16,-1-1-132 0,1 1-52 15,-4 3 8-15,0-6-8 0,0-1-4 0,0-2-84 16,-4-4-32-16,4 1-272 0,-7-7-396 0,-1 0-524 15,4 0-1017-15,-8-4-3383 16</inkml:trace>
  <inkml:trace contextRef="#ctx0" brushRef="#br1" timeOffset="211002.888">7415 14172 1004 0,'0'0'8048'15,"0"0"-4111"-15,0 0-3325 0,0 0-472 0,0 0 496 16,0 0 360-16,0 0-204 0,0 0-540 16,79-31-252-16,-63 29-84 15,3-5-92-15,-2 0-388 0,3 7-752 0,-8-6-1584 0,-1 6-4597 16,-2 0 3618-16</inkml:trace>
  <inkml:trace contextRef="#ctx0" brushRef="#br1" timeOffset="211385.162">7741 14503 9472 0,'0'0'3857'16,"0"0"-3857"-16,0 0 104 0,0 0 212 0,0 0 724 15,0 0 204-15,87-10-576 0,-62 4-344 16,3 0-148-16,0-7-64 0,0 0-112 0,0 1-80 16,0-7-244-16,-5 3-456 0,1-6-400 15,0 2-572-15,-9 1-1369 16,-6 4-4087-16,-5-1 5632 0</inkml:trace>
  <inkml:trace contextRef="#ctx0" brushRef="#br1" timeOffset="211549.367">7901 14307 328 0,'0'0'10196'0,"0"0"-9075"0,0 0-893 0,0 65 352 16,8-35 620-16,-1-5 140 0,-3 3-432 0,4-2-404 16,1 0-340-16,-2-5-100 0,1-2-64 15,0 0-136-15,0-8-308 0,0-2-548 16,0-6-388-16,4-3-1825 0,0-10-3543 0</inkml:trace>
  <inkml:trace contextRef="#ctx0" brushRef="#br1" timeOffset="211724.485">8263 14252 5732 0,'0'0'7881'15,"0"0"-6261"-15,-4 73-1268 0,4-40-340 16,-4 7 400-16,4 2 344 0,0-1-100 15,0 0-492-15,8 1-164 0,0-4-176 16,4-4-32-16,-1 4-304 0,-2-3-480 0,3-3-804 0,-5-9-1341 16,1 2-3803-16</inkml:trace>
  <inkml:trace contextRef="#ctx0" brushRef="#br1" timeOffset="214614.387">9864 13760 1540 0,'0'0'992'0,"0"0"-992"16,0 0 4364-16,0 0-3052 0,0 0-148 16,0 0-464-16,-79-51 36 0,63 45 73 15,4 2-269-15,-4-1-64 0,-3 5-260 16,2 0-12-16,-3 0 52 0,-3 5-128 0,-1 5-52 15,-8 3-28-15,4 4-32 0,-8 4-16 16,-3 5 0-16,-2 2-64 0,1 4 36 16,5-1 28-16,-6 4 4 15,5-3-4-15,9 1 16 0,3-5 60 0,4-3 76 16,4-3 192-16,8-3-68 0,8-3-48 16,0-3-64-16,0 3 76 0,8 0 12 15,0-4 88-15,8 2 52 0,4-2-40 16,0-3-76-16,3 1-64 0,5-4 0 0,0-3-76 15,0 1-76-15,4-4-56 0,-4 0 0 16,0 0 4-16,4-4-8 0,-8-3-92 0,-1 2-108 16,-2-2-384-16,-1 5-840 15,-9-3-520-15,-3 5-1961 16,-3 0-2427-16,-5 0 3788 0</inkml:trace>
  <inkml:trace contextRef="#ctx0" brushRef="#br1" timeOffset="-214671.741">9267 14465 836 0,'0'0'8380'0,"0"0"-7124"0,0 0-547 15,0 0 255-15,0 0 708 16,0 0-316-16,0 0-392 0,88 3-348 0,-60-3-164 16,0 0-92-16,4 0-88 0,0 0-112 15,-1-6-156-15,5-1-4 0,0 1-100 16,-1 0-36-16,5-1-88 0,1-2-160 0,-6 3-656 15,-3-4-696-15,-8 7-1320 0,12-10-2981 0</inkml:trace>
  <inkml:trace contextRef="#ctx0" brushRef="#br1" timeOffset="-213861.546">10717 13528 9072 0,'0'0'1692'16,"0"0"-791"-16,0 0-209 0,0 0 216 16,0 0 236-16,0 0 104 15,4 77-416-15,-4-36-272 0,0 12-88 16,-4 6-48-16,0 4 8 0,-3 0-64 0,2 4-84 16,-3 0-88-16,0-4-196 15,1 3 0-15,-2-5-112 0,1-1-8 0,1-6-80 16,3-10 68-16,0-8-140 0,4-14 100 15,0-10-88-15,0-5-40 0,0-7 116 16,4 0 60-16,7-13 36 0,2-6-184 0,-2-9-556 16,1-8-76-16,4-8-412 0,-4-4-332 0,1 1 440 15,-6-3 411-15,1-5-267 0,-4 1-336 16,0 0 308-16,1 3 80 16,-5 4 984-16,0 2 28 0,0 9 872 0,0 9 128 15,0 4 156-15,0 10 24 0,3 7 137 16,-3 3-265-16,4 3-284 0,-4 0-132 15,4 7-104-15,4 6 128 0,4 6-44 16,0 6-124-16,3 7-88 0,6 5-32 16,-5 2-72-16,-1 3-88 0,6-2-136 15,-6 5-28-15,2-4-48 0,-2 0 0 0,1-6 0 16,0 0 296-16,4-3-200 16,-8-7 140-16,4-3-64 0,-8-9 4 0,0-6-28 15,-4-1 36-15,0-6 112 0,-4 0 256 16,4 0 156-16,0-10-132 15,0-9-104-15,7-9-192 0,2-13-280 0,-1-14-12 0,0-5-196 16,3-4-192-16,2-1-160 16,-2-3 44-16,6 8 4 0,-1 2-228 15,-1 8-296-15,1 5-604 0,0 8-1116 0,-4 8-2145 16,4-6-3015-16</inkml:trace>
  <inkml:trace contextRef="#ctx0" brushRef="#br1" timeOffset="-213449.178">11777 13766 3360 0,'0'0'468'0,"0"0"5204"0,0 0-3771 16,0 0-237-16,104 0-292 0,-68 0-184 15,3 0-384-15,-3 0-404 16,4-2-224-16,0-2-52 0,-4-3-124 0,-4 1 0 16,-1-2-172-16,-3-3-176 0,0 2-480 15,-11-1-536-15,2 0-1032 0,-11 5-2997 16,-3-2-751-16</inkml:trace>
  <inkml:trace contextRef="#ctx0" brushRef="#br1" timeOffset="-213211.616">11952 13843 9108 0,'0'0'1180'0,"0"0"-616"0,0 0 249 0,-20 96 379 0,16-69-20 15,4 5-236-15,-4 0-320 0,4 3-176 16,0 0-48-1,0 0 144-15,4-4 12 0,0 5-188 0,1-8-212 16,-1-6-112-16,0 0 16 0,7-2-104 0,-3-7 40 16,1 2 0-16,6-5-24 0,1-1-64 15,4-3-112-15,4 0-36 0,0-6-84 0,4 0-68 16,0-9-216-16,-4 0-188 0,3-8-396 16,-3 2-496-16,0-7-985 0,-7 9-2867 15</inkml:trace>
  <inkml:trace contextRef="#ctx0" brushRef="#br1" timeOffset="-212968.227">12482 13697 9068 0,'0'0'4369'0,"0"0"-3837"0,0 0-384 0,9 69-144 16,-9-33 640-16,4-2 856 0,-4 7-268 15,3 1-476-15,-3-1-412 0,0 1-120 0,0-1-80 16,0-3-68-16,0 0-76 0,-3-4-196 16,-6 4-40-16,1-2-60 0,0-4-236 15,1-7-112-15,3-2-180 0,-5-12-448 16,9-4-300-16,0-7-284 16,0 0-413-16,0-16-2767 0,4-3 2192 15,5-6 2544-15</inkml:trace>
  <inkml:trace contextRef="#ctx0" brushRef="#br1" timeOffset="-212822.511">12486 14160 280 0,'0'0'2216'15,"0"0"-1668"-15,0 0 4128 0,0 0-1736 0,0 0-767 16,0 0-877-16,0 0 108 0,0 0-36 16,0 0-228-16,60-19-152 0,-40 22-240 0,4 0-160 15,4-3-112-15,4 0-148 0,4-6-208 16,-1-7-120-16,5-3-132 16,-3 1-212-16,-2-8-252 0,-3 1-248 0,0-3-252 0,-4 3-380 15,-5 0-1068 1,-7 5-2261-16,-4-5-1983 0</inkml:trace>
  <inkml:trace contextRef="#ctx0" brushRef="#br1" timeOffset="-212621.414">12905 13753 2964 0,'0'0'3036'0,"0"0"224"0,0 0-2240 0,0 0-347 16,0 0 239-16,-4 70 536 0,4-44-104 0,0 2-196 15,0 4-356-15,0 0-192 16,0 4-80-16,0-2 0 0,-4 4-140 0,0-3-144 15,-5 3-140-15,2-2-84 0,-1-3-12 16,4 3-80-16,-5-8-92 0,6-2 36 16,-1-4-60-16,4-7-264 0,0-1-420 15,4-11-212-15,8-3-532 0,0-3-1560 0,-1-7-2825 16,10-12 882-16</inkml:trace>
  <inkml:trace contextRef="#ctx0" brushRef="#br1" timeOffset="-212409.825">13092 14236 5792 0,'0'0'756'0,"0"0"3448"0,0 0-3715 0,0 0-349 16,0 0 172-16,0 0 456 0,0 0 100 15,0 0-156-15,0 0-384 16,0 0-84-16,64 54-68 0,-57-50-24 0,2 2 12 16,-1 6-76-16,-4 4 252 0,3 3 440 15,-7-2 404-15,4 2-664 0,-4-7-520 16,0 1-24-16,0-3-76 0,-8-1-184 0,5-6-312 15,-1 0-444-15,0-3-640 16,0-3-1128-16,0-3-3361 0,-1-10 1493 16</inkml:trace>
  <inkml:trace contextRef="#ctx0" brushRef="#br1" timeOffset="-212248.149">13088 14030 1448 0,'0'0'10093'0,"0"0"-8761"15,0 0-796-15,0 0 140 0,0 0 524 0,0 0-16 16,0 0-460 0,96 6-404-16,-76-15-320 0,4-4-488 0,-1-3-640 15,1-3-1184-15,-4 0-2733 0,-4 3-3215 16,4-9 8208-16</inkml:trace>
  <inkml:trace contextRef="#ctx0" brushRef="#br1" timeOffset="-211574.513">13618 13633 2940 0,'0'0'2136'0,"0"0"1860"0,0 0-3324 15,0 0 284-15,0 0 717 0,0 0-197 0,0 0-460 16,0 0-412-16,0 0-240 16,0 0 0-16,63 32 40 0,-54-32-128 0,-1 3-116 15,-4-3-60-15,3 3-24 16,-3 0-28-16,-4 0-36 0,4 1 136 15,1-1 64-15,-5 3 24 16,0-2 72-16,4-1 148 0,-4-1-48 0,0 2-64 16,0-4 0-16,0 0-40 0,0 0-120 15,0 0-84-15,0 0-40 0,0 0-12 16,0 0 0-16,0 0-48 0,0 0-8 0,0 0-112 16,0 0-64-16,0 0 0 0,0 0-12 15,0 0-24-15,0 3 172 0,4 3 48 16,-4-2 60-16,3 2-60 0,-3 0 0 15,0-2-4-15,4-1-44 0,-4 1 48 16,4-2 0-16,0 1 0 0,-4-3 4 0,4 3 56 16,1-3-56-16,-5 0-4 0,4 4-84 15,-1-2 32-15,1 3 48 0,0 1-80 16,0 0 48-16,0 7 36 0,5-1 60 0,-6 1-60 16,1 6-8-16,-4-3 4 0,4 6 4 15,-4-3 8-15,0 6-8 0,0-2-12 16,0 3-64-16,0 2 16 15,0 4-40-15,0-1 16 16,4 7 84-16,4 0 80 0,0 1 44 0,-4-1-28 16,0-4-96-16,0-2-64 0,0 3-20 15,0 1 80-15,4-5-32 0,-4 1 36 16,0-4 8-16,0-3-8 0,0-6-52 16,0-3 40-16,0 1 4 0,-4-6-4 0,0-4-36 15,0 0 48-15,0-4 72 0,0 1-64 16,0-2 44-16,0-2 8 0,0 0 52 15,0 3 36-15,0-3 8 0,-8 3-68 0,0 1-80 16,0-2-8-16,-4-2 0 16,0 5-8-16,0-3-80 0,-4 2-68 0,0-2-32 15,0 2-68-15,-8 3-28 16,0-1-48-16,-4 0-172 0,0 0-132 16,1 1-84-16,-5 2-200 0,1-2-480 0,-2-1-832 15,1 0-2109-15,9 0-2211 0,-18 4 6224 0</inkml:trace>
  <inkml:trace contextRef="#ctx0" brushRef="#br1" timeOffset="-206910.032">3128 13862 5652 0,'0'0'264'0,"0"0"6001"0,0 0-4529 0,0 0-684 15,0 0-160-15,0 0 128 0,0 0-76 0,0 0-216 16,-80-16-308-16,59 28-212 16,-2 7-48-16,-5 3-76 0,-4 11-20 15,4 1-64-15,-4 8 0 0,1 2 12 0,-6 7 36 16,10-3-48-16,3-1 60 0,4-5 184 16,8-8 660-16,3-5-368 0,9-10-388 15,0-2-148-15,0-9-88 0,9 3-8 0,6-5-12 16,10-4 60-16,3 2 40 0,7-4 8 15,1 0-16-15,4 0 16 0,-4 0-60 16,0-4 64-16,-8 4-8 16,0 0-4-16,-9 4 8 0,-2 3 0 15,-6 5 24-15,-2 1 52 0,-5 6 56 0,-1 3 40 16,-3 0-28-16,0 6-96 0,-7-3 0 16,-6 4 28-16,2-4-28 0,-6 1-48 15,6-3-4-15,-6-4-120 0,2-4-20 16,2-5-100-16,2-3-96 0,3-2-76 15,-1-5-132-15,5 0-336 0,1 0-248 16,-1-12-880-16,0 2-2108 0,4-12-2517 0</inkml:trace>
  <inkml:trace contextRef="#ctx0" brushRef="#br1" timeOffset="-206739.085">3426 14332 10268 0,'0'0'4289'0,"0"0"-3581"0,0 0-80 15,7 66 960-15,-2-37 64 16,-5-1-316-16,0 4-460 0,0-3-327 0,0-4-453 16,-5-2-96-16,5-8-253 0,0-3-295 15,0-1-60-15,-3-11-188 16,3 0-604-16,-4 0-932 0,0-7-2460 0,-4-16-3721 0</inkml:trace>
  <inkml:trace contextRef="#ctx0" brushRef="#br1" timeOffset="-206603.576">3354 14128 3404 0,'0'0'10461'0,"0"0"-9309"0,0 0-588 15,0 0 1104-15,0 0 24 0,0 0-868 0,0 0-824 16,0 0-60-16,88-25-520 0,-72 22-612 16,-4 3-996-16,0 0-3997 0</inkml:trace>
  <inkml:trace contextRef="#ctx0" brushRef="#br1" timeOffset="-206256.493">3609 14414 7460 0,'0'0'7953'0,"0"0"-6757"15,0 0-996-15,0 0 1152 16,24 73 248-16,-24-60-356 0,4-4-379 16,0 4-321-16,-4-7-216 0,9 1-216 15,-6-1-112-15,-3-3-156 0,4 0 12 16,0-3 8-16,0 0 4 0,0 0-244 0,4-6-269 15,0-3 181-15,4-7-96 16,-1-3-136-16,6-1-252 0,-2 5-200 0,2-1 400 0,-2 3 372 16,-2 7 112-16,2 0 160 15,2 3 104-15,-10 3 188 0,6-4 432 16,-2 4 88-16,-3 0-16 0,-4 0 12 0,5 4-152 16,-5 2-136-16,3 0-24 0,-3 0 84 15,0 4 144-15,0 3-23 0,1-1-137 16,-2 1-60-16,-3 0-168 0,4 2-160 0,-4-2-72 15,4-3-108-15,0 2-52 16,-4-6-264-16,4 1-401 0,0-1-171 0,0-6-268 16,4 0-884-16,0-6-1780 15,0-1-1245-15</inkml:trace>
  <inkml:trace contextRef="#ctx0" brushRef="#br1" timeOffset="-206065.736">4215 14274 272 0,'0'0'80'0,"0"0"12633"0,0 0-10797 16,0 0-1336-16,0 0 152 0,0 0 648 0,0 0-216 16,-44 77-440-16,36-56-356 0,0 2 60 15,4-4 108-15,0 0-24 16,4 0-380-16,-3-3-132 16,3-3-196-16,0-4-120 0,0-2-108 15,0-1-128-15,0-6-268 0,3 4-364 0,5-4-404 16,-4-4-252-16,8-6-144 0,0 1-1213 15,0-7-3295-15,-5 7 4040 0</inkml:trace>
  <inkml:trace contextRef="#ctx0" brushRef="#br1" timeOffset="-205726.626">4430 14339 3116 0,'0'0'3284'0,"0"0"4329"0,0 0-6021 0,0 0-1228 16,44 75-240-16,-36-53 456 15,4-3 116-15,-4-3-436 0,4-3-260 0,0-10 0 16,3 0 108-16,2-3-108 15,-1-13-4-15,3-2-72 0,2-7-72 0,-6-4-160 16,1-5-156-16,0 1-140 0,-4-1 156 16,0 3 168-16,-4 5 156 15,-5 1 124-15,-3 9 152 0,0 1 200 0,0 6 48 16,-7 2-32-16,-5 4 4 0,0 0 76 0,-8 7-288 16,0 5-8-16,1 7-144 15,-5 3 104-15,3 7 172 0,1 3 96 16,5 5 128-16,-6 5-116 0,10 6-112 0,3-3-32 15,-1-5-68-15,6-1 16 0,3-7-48 16,0-10-148-16,8-3-184 16,8-6-108-16,0-8-16 0,7 2 124 0,9-7-60 0,5 0 96 15,-1-7-124-15,7-5-588 16,1-4 348-16,4 0-1768 16,4 1-2521-16,-17 2-4439 0,17-3 9004 0</inkml:trace>
  <inkml:trace contextRef="#ctx0" brushRef="#br1" timeOffset="-204967.518">3713 16326 8980 0,'0'0'2273'0,"0"0"-849"16,0 0-300-16,0 0 216 0,0 0-40 0,0 0-220 0,0 0-312 16,0 0-188-16,0 0-100 0,0 0-112 15,0 0-88-15,4 0-84 0,4 0-196 16,7 0 0-16,9 0 160 0,4 0 20 15,8 0-68-15,0 0-52 0,4 0-48 16,-4 0 36-16,4 0 40 0,4-7 8 0,-1-2-84 16,10-3-12-1,-2-7 0-15,1-1-96 0,-4 1-76 0,-1 0-84 16,-2 0-184-16,-6 3-232 16,1 0-180-16,-5 7-548 0,-7 2-984 0,-7 4-2549 0,-6 3-2639 15</inkml:trace>
  <inkml:trace contextRef="#ctx0" brushRef="#br1" timeOffset="-204731.303">3968 16484 5716 0,'0'0'3028'0,"0"0"-251"0,0 0-1177 0,0 0-800 16,0 0-112-16,0 0 56 0,0 0-180 0,0 0-232 15,0 0 292-15,0 0 220 0,107 16-276 16,-62-12-196-16,-2-2-128 0,5 2-72 0,-4-4-24 16,4 0-76-16,-9 0-68 0,5-4-4 15,-8-2-184-15,0-3 0 0,-4-3-444 16,0-8-252-16,-4 1-344 0,-4-3-1060 0,-9 2-3253 16</inkml:trace>
  <inkml:trace contextRef="#ctx0" brushRef="#br1" timeOffset="-204411.982">4202 15923 4012 0,'0'0'820'16,"0"0"5389"-16,0 0-5197 0,0 0-344 15,0 0 644-15,0 0 116 0,112 6-408 16,-72-4-308-16,8 5-244 0,-1-1-168 0,2 4-80 15,-1 3 40-15,-5 3-76 16,1 3-120-16,0 0 204 0,-4 6-252 16,-5 3-8-16,-3 7-8 0,-8 4-8 0,-7 9-56 15,-9 2 16-15,-5 8 0 0,-3-1-36 16,-3-3 84-16,-9-1 48 0,-1-2-36 0,-2-3 64 16,-1-4-28-16,-5-3-48 15,2-2-12-15,-1-4-84 16,-1 0-116-16,2-10-168 0,3-3-104 15,-3-3-136-15,2-6-348 0,6-4-464 0,3-2-1232 16,-9-7-3741-16</inkml:trace>
  <inkml:trace contextRef="#ctx0" brushRef="#br1" timeOffset="-202914.904">7219 13202 3008 0,'0'0'196'0,"0"0"7276"0,0 0-5287 16,0 0-861-16,0 0-236 0,0 0-44 15,0 0-308-15,0 0-252 0,0 0-208 16,0 0-68-16,36-80-84 0,-16 58-24 0,0 3-88 16,4-4-4-16,-9 5 64 15,10 1 28-15,-5 2 12 0,-1 2 12 0,-2 1-40 16,2-2-8-16,-3 5 8 0,5 2 40 15,-6 1-100-15,1 0-24 0,0 4-72 16,4 2-16-16,-8 0 88 0,4 0-12 16,-4 8 72-16,-1 3-48 0,-2 7 236 15,-1 1-64-15,-1 9-36 0,-7 4-52 16,0 3 4-16,-4 3-88 0,-7 3 72 16,-2-2-84-16,2-1-92 0,-6-6 92 15,6-4-88-15,3-6-44 0,-5-9-28 0,10-3-172 16,-1-3-260-16,4-7-100 0,0 0-92 0,0-5-432 15,4-4-944-15,3-10-1997 0,10 0-1623 16,-10 3 3576-16,18-12 757 0</inkml:trace>
  <inkml:trace contextRef="#ctx0" brushRef="#br1" timeOffset="-202717.972">7797 13134 404 0,'0'0'9200'0,"0"0"-7571"15,0 0-1153-15,0 0 216 0,0 0 748 16,-20 70 16-16,8-51-396 0,0 4-464 0,0-1-232 15,-4 0-80-15,0 4 0 0,0-1-36 16,0 0-88-16,-3-2-60 16,-2 2-88-16,5-3-12 0,-3 0-124 0,2-3-72 0,2-3-116 15,2-3-368-15,6-3-172 16,3-7-280-16,-4-3-760 16,8 0-2297-16,0-7-3179 0,0-15 6404 15</inkml:trace>
  <inkml:trace contextRef="#ctx0" brushRef="#br1" timeOffset="-202443.452">8075 12309 5184 0,'0'0'6489'0,"0"0"-6105"15,0 0-372-15,0 0 1164 0,0 0 660 0,21 77-500 16,-10-40-588-16,-2 5-276 0,3 2 72 16,-9 7 332-16,1 0-324 0,0 3-272 0,-4 0-172 15,0-1-108-15,-8-2-84 16,1-3-88-16,-1-3-136 16,-1-10-160-16,2-7-24 0,3-5-136 15,0-9-316-15,0-7-728 0,4-7-1084 0,0 0-1521 16,0-9-2179-16,0-14 6312 0</inkml:trace>
  <inkml:trace contextRef="#ctx0" brushRef="#br1" timeOffset="-202289.535">8131 12734 3284 0,'0'0'5676'16,"0"0"-3880"-16,0 0-883 0,0 0 471 0,0 0 456 16,0 0-16-16,81 13-420 0,-62-7-320 15,1-6-252-15,4 0-332 0,-1 0-280 16,5-2-220-16,-4-8-72 0,4 1-416 0,-3-4-356 15,-6-3-316-15,-3 0-804 16,-4 7-2568-16,0-7-2749 0</inkml:trace>
  <inkml:trace contextRef="#ctx0" brushRef="#br1" timeOffset="-202094.414">8431 12468 392 0,'0'0'10617'0,"0"0"-9453"16,0 0-1160-16,0 0 468 0,0 0 992 0,-4 71 264 15,4-41-436-15,0 5-424 0,4 0-336 16,-1 4-28-16,-3-2 148 0,4 1-128 16,-4-2-232-16,0 2-168 0,0-7-124 15,-4 1-48-15,4-3-76 0,-3-7-180 0,3-3-568 16,0-7-260-16,0-1-936 0,3-8-2876 16,5-3-4533-16,5-3 9465 0</inkml:trace>
  <inkml:trace contextRef="#ctx0" brushRef="#br1" timeOffset="-201941.92">8729 12887 392 0,'0'0'11725'0,"0"0"-10393"15,0 0-988-15,0 0 176 0,0 0 816 0,0 0-168 16,0 0-544-16,0 0-464 0,0 0-156 16,0 0-8-16,40 60-92 0,-40-56-64 15,0-4-388-15,0 2-396 0,-8-2-392 0,0 0-1276 16,4 0-3977-16,-11-2 1274 0</inkml:trace>
  <inkml:trace contextRef="#ctx0" brushRef="#br1" timeOffset="-201788.401">8729 12589 7384 0,'0'0'8601'0,"0"0"-7597"0,0 0-844 0,0 0 100 16,0 0 28-16,0 0-288 0,84-36-88 0,-68 30-384 15,-1 3-996-15,-2 0-1752 0,2 3-5477 16</inkml:trace>
  <inkml:trace contextRef="#ctx0" brushRef="#br1" timeOffset="-199959.6">7100 15998 2044 0,'0'0'428'0,"0"0"-428"15,0 0 3092-15,0 0-144 0,0 0-940 16,0 0-723-16,0 0-245 0,0 0-124 0,0 0-28 15,0 0-92-15,0 0-220 0,4-9-184 16,-4 9-68-16,0 0 28 0,4 0 44 0,-4 3 24 16,4-3-60-16,-4 4-16 0,3-4 0 15,-3 2-72-15,4 5-28 16,4-1-36-16,1 4-96 0,-5 2 36 0,3 4-16 16,-3 0 16-16,4 6-76 0,-3 3 4 15,2 11-28-15,-3 2-48 0,4 6 0 0,-4 7 0 16,5 6-4-16,-9 3-68 0,3 4-40 15,-3 0 40-15,0-4-76 0,0-3 148 16,0-7 12-16,0-5-12 16,0-13-64-16,0-6-84 0,0-7-84 0,4-7 36 15,0-2 12-15,0-7-148 16,4-3-348-16,-3 0-296 0,2-3 188 16,5-13-456-16,0-3-1376 0,0-3-2549 0,-4 3-1223 15,-8-13 6156-15</inkml:trace>
  <inkml:trace contextRef="#ctx0" brushRef="#br1" timeOffset="-199793.964">7263 16526 3160 0,'0'0'432'0,"0"0"5060"0,0 0-4032 0,0 0-363 15,0 0 323-15,0 0 80 0,0 0-452 16,79-16-280 0,-55 12-168-16,4 2-116 0,0-2-112 0,0-3-164 15,0 5-200-15,-4-5-8 0,-1 4-104 16,-2-4-8-16,-1 5-188 0,-5-5-332 15,-2 1-396-15,-1-1-776 0,-9 4-2253 16,1 0-2543-16</inkml:trace>
  <inkml:trace contextRef="#ctx0" brushRef="#br1" timeOffset="-199559.562">7570 16215 3420 0,'0'0'744'0,"0"0"1288"0,0 0 568 0,0 0-780 0,0 0-403 15,0 0-213-15,0 0-112 0,0 0-132 0,0 0-280 16,0 0 12 0,0 0-8-16,15 66-64 0,-6-35-164 15,-5 5-136-15,0 2-112 0,0 3-156 0,-1 4-52 16,-3-1-64-16,0 3-44 0,0 1-16 16,0 0-88-16,0-1-32 15,0 1-16-15,4-6 36 0,-4-8-260 0,4-8-224 16,5-7-188-16,-5-7-692 0,0-6-648 15,3-1-1881-15,1-5-1663 0,1-14 5208 0</inkml:trace>
  <inkml:trace contextRef="#ctx0" brushRef="#br1" timeOffset="-199277.29">7856 16754 8160 0,'0'0'5989'0,"0"0"-5533"0,0 0-304 16,0 0 276-16,0 0 576 0,0 0-200 0,0 0-408 15,0 0-284 1,0 0-108-16,0 0-4 0,84 32 124 16,-76-19-48-16,4-1-76 0,-7 4 72 0,-2 0-8 15,-3 0-60-15,0 4-4 0,0-8-52 16,-3 3-232-16,-6-4-200 0,1-5-188 15,0-3-212-15,1-3-392 0,-2 0-624 0,1-7-1025 16,1-6-2371-16,-1 0 2664 16,3-12 2564-16</inkml:trace>
  <inkml:trace contextRef="#ctx0" brushRef="#br1" timeOffset="-199132.153">7868 16576 588 0,'0'0'10192'0,"0"0"-8339"0,0 0-1281 16,0 0 296-16,0 0 660 0,0 0-288 15,0 0-556-15,76-22-396 0,-52 19-288 0,-4-3-16 16,0-1-428-16,4 4-692 0,0-3-680 16,-1 0-1428-16,-2 2-2749 15</inkml:trace>
  <inkml:trace contextRef="#ctx0" brushRef="#br1" timeOffset="-198960.305">8124 16843 10796 0,'0'0'1545'0,"0"0"-753"0,0 0 760 0,0 0-44 0,0 0-396 16,0 0-380-16,91 25-288 15,-63-34-120-15,4-4-152 16,0-3-172-16,0 1-76 0,-4-7-440 0,-5 2-340 16,1 1-424-16,-7 0-984 0,-6 3-1837 15,-7 3-1919-15,0 5 2157 0</inkml:trace>
  <inkml:trace contextRef="#ctx0" brushRef="#br1" timeOffset="-198796.176">8307 16618 2812 0,'0'0'628'0,"0"0"5560"15,0 0-5000-15,0 0-647 16,0 0 99-16,0 0 552 0,-16 73 244 0,16-47-216 16,0 5-364-16,0 1-232 0,3-1-140 15,-3 4-4-15,0-2-60 16,4-2-384-16,-4-3-36 0,0-2-172 0,0-4-336 15,5-3-544-15,-1-6-644 0,4-10-2212 16,-4-3-2949-16,7-13 4221 0</inkml:trace>
  <inkml:trace contextRef="#ctx0" brushRef="#br1" timeOffset="-198626.421">8578 16605 3968 0,'0'0'7629'16,"0"0"-6221"-16,0 0-1128 0,4 88 64 15,0-52 952-15,-4 2 228 16,4 3-604-16,0 0-500 0,-1 1-340 0,1 2-80 16,0-3-136-16,-4 1-584 0,0-1-860 15,0-2-1188-15,0-14-3157 0,0 6-675 16</inkml:trace>
  <inkml:trace contextRef="#ctx0" brushRef="#br1" timeOffset="-197871.09">9530 16224 8916 0,'0'0'1680'15,"0"0"-831"-15,0 0 11 0,0 0 596 0,0 0-24 16,0 0-300-16,0 0-408 16,12 67-288-16,-8-42-28 0,0 4 0 0,-4 2 112 15,4 4 8-15,-4 0-224 0,0 3-96 16,0 1-96-16,0-1-104 0,-4-1-8 0,0-1 0 15,-4-2-72-15,4-2-64 16,-4-3-72-16,4-10-36 0,0-4-88 0,4-5-40 16,0-10-72-16,0 0-160 0,0-3-204 15,0-9-828-15,0-8-1364 16,4-6-2177-16,0 7-1427 0,0-18 6500 0</inkml:trace>
  <inkml:trace contextRef="#ctx0" brushRef="#br1" timeOffset="-197347.021">9542 16262 184 0,'0'0'10092'0,"0"0"-8379"0,0 0-1057 16,0 0-108-16,0 0 620 0,0 0 72 15,0 0-248-15,0 0-256 0,0 0-128 16,0 0-188-16,0 0-16 16,88 36-8-16,-69-24-128 0,1 1-36 15,1 2-36-15,-2 1-48 0,5 0-12 0,-4 7-28 16,0-1-60-16,4 3-40 0,-4 0-8 15,4 8 0-15,3-2-72 0,1 1 60 16,4-4-24-16,0-6 36 0,0 1-12 0,0-8 8 16,0-2-44-16,0 0-4 15,-5-4 48-15,1 0-44 0,-4 2-12 0,-3-5 56 16,-6 1-60-16,1-5 56 0,-4 5 0 16,-4-4-64-16,-3-3-112 0,-2 2-96 0,1-2-76 15,-4 0 60-15,0 0 72 0,0 0-132 16,-4 0-128-16,-4 0 36 15,0 4-12-15,-4-1-56 0,0 1-24 0,0 2 88 16,1-3 88-16,-2 0-16 0,2 1-28 16,3-1 104-16,-1-3 156 0,1 2 148 15,5-2 164-15,-1 0 180 0,0 0 60 0,4 0 52 16,-4-2-76-16,4 2 32 16,-5-7-24-16,5 7-44 15,0-3 28-15,-4 3-48 0,0-3-72 0,1 3-44 16,-5 0 52-16,-5-3 0 0,2 3-184 15,-9 0 20-15,0 3-44 0,-8 3-48 16,-4 1 80-16,1 5 40 0,-14 1 24 0,2 6-24 16,-5 0-52-16,4 3-60 15,-8 4-12-15,9-5-132 0,-6 9-104 16,6-5-184-16,7 0-324 0,1-3-188 0,7-2-228 16,11-1-420-16,2-4-2481 0,6-5-3059 15,-3 3 5544-15</inkml:trace>
  <inkml:trace contextRef="#ctx0" brushRef="#br1" timeOffset="-195121.564">11036 16170 2492 0,'0'0'3076'16,"0"0"1768"-16,0 0-3299 0,0 0-801 15,0 0-184-15,0 0 484 0,0 0-212 0,0 0 36 16,0 0-76-16,72 92-208 0,-60-50-200 16,-1 5-72-16,2 7-152 0,-6 3-64 15,-3 4-32-15,-4 2-52 0,0 0-12 0,0 0-92 16,-4-2 84-16,-3-4 4 15,3-3-44-15,-5-9-28 0,5-10-20 0,4-10 44 16,-4-6-44-16,4-9-104 0,0-4-360 16,0-6-480-16,8 0-468 0,-3-6 48 15,3-7-917-15,-1-6-1507 0,1-3-1456 0,-4 3 4624 16</inkml:trace>
  <inkml:trace contextRef="#ctx0" brushRef="#br1" timeOffset="-194949.82">11136 16745 3308 0,'0'0'612'0,"0"0"5208"0,0 0-3987 15,0 0-553-15,0 0-96 0,0 0-60 0,0 0 100 16,0 0 72-16,0 0-360 16,111-7-344-16,-79 7-152 0,8-3-144 0,-4 3-140 0,0-4-44 15,-1-1-72 1,1-2-40-16,-4-6-12 0,0 5-108 16,0-9-260-16,0 4-260 0,-4 1-220 15,-1 2-120-15,-6-2-348 0,-2 2-1660 0,-6 4-3177 16,-2-4-614-16</inkml:trace>
  <inkml:trace contextRef="#ctx0" brushRef="#br1" timeOffset="-194728.883">11662 16287 1592 0,'0'0'288'0,"0"0"7904"0,0 0-6763 0,0 0-709 0,0 0 152 0,0 0 564 16,15 80-116-16,-11-45-376 0,5 3-336 15,-1 1-72-15,-1 5-168 16,-3 0-36-16,0 7-96 0,0-1-156 0,-4 1-80 16,0-3-84-16,0 0-76 0,0-4-272 15,0-5-88-15,0-6-88 0,0 0-116 0,5-11-208 16,-1-6-508-16,3-10-820 16,-3-6-1737-16,4 0-1431 0,4-15 4776 0</inkml:trace>
  <inkml:trace contextRef="#ctx0" brushRef="#br1" timeOffset="-194540.489">12100 16789 4288 0,'0'0'2172'0,"0"0"3113"0,0 0-4641 15,0 0-504-15,0 0 64 0,0 0 828 0,47 76 260 16,-42-57-460 0,-1 1-440-16,0 2-244 0,0-3-84 15,-4 3 24-15,0-3-88 0,0 0-52 0,0-3-60 16,0-3-204-16,0-7-212 15,-4 1-76-15,0-5-168 0,0-2-424 0,-5-2-1345 16,2-8-2515-16,3 3-80 0,-8-12 4869 0</inkml:trace>
  <inkml:trace contextRef="#ctx0" brushRef="#br1" timeOffset="-194398.427">12096 16548 6808 0,'0'0'6889'0,"0"0"-5937"0,0 0-724 0,0 0 640 15,0 0 412-15,0 0-584 0,88-48-512 16,-65 39-184-16,1-1-260 0,4 1-784 0,-4-4-868 16,0 3-2629-16,-12 4-4611 0,4 3 8840 15</inkml:trace>
  <inkml:trace contextRef="#ctx0" brushRef="#br1" timeOffset="-167763.328">22917 2219 716 0,'0'0'10873'0,"0"0"-9425"0,0 0-1244 0,0 0-128 15,0 0 432-15,0 0 36 0,0 0-100 16,0 0-192-16,0 0 64 0,68 7 112 15,-48-1 0-15,4-3-52 0,0 0-140 16,3 4 4-16,1-4-92 0,0 3 24 0,8-3-48 16,4 0-64-16,0 0-60 0,8 1-8 15,3-1 8-15,1 0-52 0,8-3-44 16,4 0-28-16,3 3 124 0,1-3 96 16,4 3 4-16,0-3-100 0,3 3-88 15,1 1 80-15,-4-4-4 0,4 6-88 16,3-6 60-16,-3 3 32 0,3 0 4 15,1-3 4-15,1 0-4 0,-2 0-92 16,5 0-16-16,3 4-24 0,-4-4 60 0,1 2 16 16,-4 5-116-16,3-4 40 15,-3 4 48-15,1-1 88 0,-2 4-8 16,1-1 4-16,-1 1-80 0,1-1 80 16,-1 0 0-16,1-2 0 0,4 3-88 0,0-1-84 15,3-6-52-15,-3 4-72 0,4-4-128 16,-4 0 164-16,-1 2-80 0,0 2 268 15,1 0-88-15,-4-1 76 0,0 1-40 16,-5-1 124-16,1 0 4 0,-1-3 8 16,-6 4 172-16,2-4-176 0,5 3-4 0,0-6-128 15,3 3 116-15,1-3-116 0,4 0-204 16,-1 0-420-16,1 0 140 0,-4-3 288 16,-5 0 212-16,1 3-4 0,0-3 28 0,-9 3 88 15,1 0 220-15,-12 0-4 0,0 0-216 16,-12 0 4-1,-4 0 8-15,-12 0 76 0,0 0-88 0,-5 0-104 0,-7 3 16 16,0 0-28-16,-4-3-773 16,-4 0-1151-16,0 3-600 15,-5-3-368-15</inkml:trace>
  <inkml:trace contextRef="#ctx0" brushRef="#br1" timeOffset="-137441.619">14104 15316 7884 0,'0'0'2528'0,"0"0"-675"16,0 0-705-16,0 0-244 0,0 0-60 0,0 0 268 15,0 0 8-15,0 0-140 0,-20 21-244 16,20 12-256-16,0 15 60 16,4 15 68-16,0 17-156 0,0 11-124 0,4 20-48 15,4 13-99 1,4 13-85-16,-1 12-92 0,2 13-8 0,3 13-188 15,-1 2 23-15,5 8-51 0,-3-5-12 16,-2 2 76-16,5-11-4 0,-4-6-156 16,4-9 132-16,0-10 24 0,-4-13-168 0,4-12 144 15,-5-14-24-15,-2-9-88 0,2-15-48 16,-2-10 0-16,-1-12-64 16,-5-10 12-16,1-10-148 0,1-12-204 0,-6-14-44 15,1-8-648-15,-4-7-432 0,-4-13-629 0,0-16 273 16,0 4-244-16,-8-38-120 0</inkml:trace>
  <inkml:trace contextRef="#ctx0" brushRef="#br1" timeOffset="-136879.902">14538 15074 9400 0,'0'0'7161'0,"0"0"-7161"16,0 0 0-16,0 0-264 0,0 0 264 16,92-9 288-16,-60 12-88 0,0 8-200 15,3 0-120-15,6 6 20 0,2 1 100 16,5 1 8-16,11 0 0 0,1-3 68 15,12-4 72-15,8-1 76 0,7-5-168 0,5 0-48 16,7-6 56-16,9 0-64 0,3 0 76 16,9 0 48-16,4 0-120 0,12 0 8 15,-1-3 88-15,12 0-52 0,1 0-40 16,7 0 16-16,5-1-16 16,3 2-16-16,8-5 0 0,9 1 4 15,3 0 4-15,4-1 0 0,8 0-60 0,5 2 48 16,3-2-164-16,8 0 4 0,8 0 108 0,0 2 16 15,9-2 36-15,-2 1 4 16,5-1 8-16,4 2 36 0,5-2 124 16,3 0-20-16,4 1-8 0,4 0-128 0,0-1 104 15,3 1 4-15,2 0-28 0,3-1-84 16,4-2-48-16,-1 3 40 0,2-4-140 0,2 4 72 16,-2-4 64-16,3-2-188 15,-5 1 200-15,2-1 12 16,-2-4-12-16,-7 0 0 0,1 1-12 0,-6-1-48 15,-3 0 60-15,-7 0 84 0,-10 4-84 16,-11-1-276-16,-3 0 112 0,-21 4 16 16,-11-1-228-16,-17 7-264 0,-20-3-484 0,-19 2-632 15,-21 4 116-15,-16 0 75 16,-35 0-391-16,-4 10-996 0</inkml:trace>
  <inkml:trace contextRef="#ctx0" brushRef="#br1" timeOffset="-135966.649">14905 15791 5124 0,'0'0'3160'15,"0"0"-1012"-15,0 0-331 0,36 81-529 0,-24-44-108 16,0 8-260-16,-5 3-276 0,6 6-232 16,-5 6-52-16,-1 1-348 0,1-5-12 15,1-5-48-15,-2-6-52 0,-3-13 52 0,4-13-16 16,5-6-100-16,-2-13 0 0,6 0 164 15,-2-13 136 1,1-11-124-16,4-3-4 16,0-9 32-16,4-8-40 0,-5-3-12 15,6-7-100-15,-1-1 112 0,4 2-16 0,-4 9-68 0,-1 2-4 16,1 17-52-16,0 8 28 0,0 11 112 16,-1 6 180-16,-2 17 168 0,3 8-24 0,0 4-12 15,-1 5-12-15,-3 4-80 0,1 0 16 16,-6 1-64-16,1-4 88 0,-8-7 244 15,4-6 52-15,0-9 4 0,-4-7-132 0,4-6-244 16,-4 0 144-16,4-12 112 0,-1-10-136 16,2-4-159-16,-1-9-133 15,0-9-12-15,0-7-181 0,-5-6-171 16,1 0-112-16,-3-7-316 0,-1 7-460 16,0 0-604-16,-4 7-504 0,4 4-596 15,-1 18-117-15,1-5-963 0</inkml:trace>
  <inkml:trace contextRef="#ctx0" brushRef="#br1" timeOffset="-135127.208">15786 15481 4852 0,'0'0'5316'0,"0"0"-4139"0,0 0-717 0,0 0 604 15,0 0 324-15,0 0-176 0,0 0-456 16,55 89-120-16,-43-54-184 0,0 6-144 0,-4 6 100 16,0 4 12-16,0 1-76 0,-4 4-24 15,-4-2-264-15,0 1-56 0,0-5-68 16,0-5 60-16,0-10 16 0,0-7 16 15,-4-9 28-15,4-9-52 16,0-4-64-16,0-4-108 0,0-2 12 16,4 0-60-16,0-2-40 0,3 2 0 0,-2-3 100 15,3 3 72-15,0 0 88 0,-1 3 0 16,6 4 140-16,2-1 144 0,-2 7-52 16,2 3-84-16,2 3 112 0,-6-1-76 15,1-2-36-15,0 0-76 0,0-2-72 16,-4-2-56-16,0-5 8 0,0-1-88 0,0-4 12 15,1-2 52-15,-2 0-88 0,1 0-112 16,0-6-308-16,-4-3 168 0,4-3-84 0,-4-2-272 16,0-2-224-16,4-3-388 15,-1 0-164-15,-2 4 143 0,3-4 821 0,0 3 64 16,-1 3-236-16,6 3 208 0,-1 7 544 16,0-1 440-16,4 4 144 15,-5 7 60-15,6 3 16 16,-6-2 253-16,5-1-233 0,-4 3-348 0,4-6 64 15,4-1 76-15,0-3 140 0,8-3 284 16,0-7 616-16,-4-3-604 0,4-6-908 0,-9-4-52 16,6-2-44-16,-1 0-16 0,0 0 12 15,-1 3-24-15,-7 3 124 0,0 3-212 16,-8 3-64-16,0 7 200 0,-4 1 76 0,-4 3 176 16,0 2 372-16,-8 0-76 15,-4 0-312-15,-8 7-48 0,0-1 76 16,0 4 96-16,1 2 24 0,-2 7-52 0,1 3 64 15,5 4-24-15,-2 9-100 0,6 3-36 16,-5 3-64-16,8-3-44 0,-4 0-52 16,4-10-172-16,3-4-8 0,2-10-80 15,3-7-120-15,0-3-112 0,3-4-200 0,10-13 48 16,7-6-92-16,0-7-220 0,4-9-752 16,-4-3-916-16,3 0-1845 0,5 3 1617 0,-4 7 880 15,0 5 1424-15,4 4 548 16,0 10 1880-16,0 2 2948 0,-5 4-1967 0,-2 3-1001 15,-10 3-536-15,6 10 256 16,-10 0-76-16,6 2-428 0,-5 4-324 16,3 0-40-16,-7-2 168 0,5-1-224 0,-5-5-340 15,-1 0-316-15,-3-8-72 0,0 0-100 16,4-3 40-16,0 0 12 0,0 0-64 16,9-6 112-16,-2 0 8 0,1-4-80 0,4-3-4 15,0 6-20-15,0-1-4 16,-1 4-12-16,-2 1 96 15,2 3 76-15,-2 3-32 0,-1 9 44 0,-1 2 60 16,6 4-8-16,-1-1-52 0,-1 5-4 0,2-3 0 16,-2-3-324-16,-3-1-496 0,4 1-152 15,1 0 120-15,-6-9-3200 0,9 6-4053 16</inkml:trace>
  <inkml:trace contextRef="#ctx0" brushRef="#br1" timeOffset="-117709.281">19693 15674 7672 0,'0'0'1248'16,"0"0"-588"-16,0 0-156 0,-67-63 1529 15,52 48-701-15,-2 5-140 0,2 7-472 16,6-1-168-16,-6 4-136 0,3 7-16 15,-4 5-48-15,4 8-80 0,-4 8-60 0,0 7 120 16,4 7-24-16,0 1 64 0,-1 12 8 16,10 3 112-16,-5-2-184 0,4-2-124 0,4 0-28 15,0-6-68-15,0-4-84 16,4-6 8-16,4-6-12 0,0-7-80 0,8-9 68 16,-5-3 12-16,10-4 240 15,-1-5 52-15,-1-2-140 0,1-2-152 0,5 0-120 16,-5 0-196-16,-1-2-176 0,-2-2 360 15,2-2 8-15,-7 0 16 0,0-1-52 16,-4 1 0-16,0-4-76 0,0 4-56 16,-4-3-624-16,-4 2-192 0,0 1-276 0,0-3 56 15,-8 2-60-15,-1-5-36 0,-2 2 27 16,-5-1-535-16,4-3 180 0,-7 1 292 16,2-4 612-16,-3 3 848 0,5 0 80 15,2 4 908-15,5 4 380 0,4 3 504 0,4 3-72 16,0 0 73-16,8 3 19 0,1 3-600 15,2 4-348-15,1-1-176 0,4 2-8 16,0-6-228-16,-4 2-184 0,4-4-264 0,0-3-84 16,0 0-72-16,0 0-252 15,-4-7-172-15,4-1-124 0,-1-5-196 0,-2 1-556 16,-1 1-896-16,-1-1-293 0,-2 2-451 16,-5 4 384-16,-4 3 580 0,0 3 352 15</inkml:trace>
  <inkml:trace contextRef="#ctx0" brushRef="#br1" timeOffset="-117602.372">19781 16052 12 0,'0'0'1592'0,"0"0"3564"15,0 0-2624-15,0 0-803 0,0 0-353 16,-23 74-124-16,23-58-164 0,0 3-280 0,8 0-208 16,-4-1-8-16,7 2-144 15,-2 2-148-15,-1-6-56 0,3 2-244 16,2-1-112-16,-5-2-112 0,-1-2-336 0,6-3-232 0,-5-4-564 16,-1-3-1028-16,1-3-2561 0</inkml:trace>
  <inkml:trace contextRef="#ctx0" brushRef="#br1" timeOffset="-117448.682">20187 15929 1828 0,'0'0'10221'0,"0"0"-8685"0,0 0-928 0,0 0 240 0,0 0 96 0,0 0-440 15,0 0-504-15,77 0-304 16,-66-3-940-16,2 3-1020 0,-5 0-2585 15</inkml:trace>
  <inkml:trace contextRef="#ctx0" brushRef="#br1" timeOffset="-117300.744">20192 16170 7612 0,'0'0'3300'0,"0"0"-2023"0,0 0-397 0,0 0 508 15,0 0-268-15,0 0-424 0,79 22-352 16,-51-31-344-16,-3-4-300 15,3-3-592-15,-9 0-1288 0,5 1-4009 0</inkml:trace>
  <inkml:trace contextRef="#ctx0" brushRef="#br1" timeOffset="-116558.772">21057 15615 6384 0,'0'0'2440'16,"0"0"-1132"-16,0 0-431 0,0 0-17 16,0 0 216-16,0 0-80 0,0 0-352 15,0 0-288 1,0 0-156-16,0 0-36 0,0 0 52 0,-9-17 20 16,9 17 16-16,0 0 64 0,-4 0 124 0,4 0 32 0,0 0-100 0,0 0-48 15,0 0-56-15,0 0-32 0,0 0-40 16,0 0-132-16,0 4-4 15,0 2-60-15,0 7 0 0,4 9 104 16,1 7 32-16,3 11-40 0,-4 11 52 0,-1 4-24 16,-3 6 48-16,0-2-76 15,0 5-84-15,-3-4-12 0,-5 4-8 0,-1-7-124 16,-2-7 56-16,3-9 4 0,4-11-4 16,4-11-32-16,0-11-52 0,0-8-360 15,0 0-220-15,4-2-40 16,0-11-36-16,3-3-1204 0,1 0-1100 0,1-19-2829 15</inkml:trace>
  <inkml:trace contextRef="#ctx0" brushRef="#br1" timeOffset="-116380.888">20989 15973 7996 0,'0'0'2004'0,"0"0"-983"16,0 0 215-16,0 0 548 15,0 0-256-15,0 0-272 0,100 0-260 0,-68 4-292 16,-1 2-116-16,1-3-168 0,0 0-248 15,0-3-148-15,0 0-24 0,-4-3-12 16,0-6-136-16,0-5-268 0,-5-1-388 16,1-2-320-16,0-5-256 0,0 4-1160 0,-8 1-1785 15,0-8-699-15</inkml:trace>
  <inkml:trace contextRef="#ctx0" brushRef="#br1" timeOffset="-116212.945">21415 15700 7988 0,'0'0'2372'0,"0"0"-543"0,0 0-513 15,0 0-164-15,0 0-144 0,0 0-12 16,0 0-188-16,-4 73-128 0,13-41-100 16,-5 0-76-16,3 3 12 0,1-1-136 15,-4 4-112-15,0 1-48 0,1-1-196 16,-2 3-24-16,-3 1-160 0,0-4-440 0,0 0-368 16,0-3-192-16,0-1-700 15,0-9-1064-15,4 7-2953 0</inkml:trace>
  <inkml:trace contextRef="#ctx0" brushRef="#br1" timeOffset="-113422.022">21781 16104 2480 0,'0'0'3048'15,"0"0"-904"-15,0 0-716 0,0 0-264 16,0 0-43-16,0 0-81 0,0 82-260 0,0-63-268 16,0 0-144-16,-3 0-140 0,-1 3-52 15,4 4-48-15,-8-1-80 0,4-3-44 16,-1 3-4-16,1-2-48 16,-3-4 40-16,3 0-56 0,0-3 64 15,4-7 112-15,0 1-48 0,-4-4-64 0,4-6-88 16,0 3 0-16,0-3 88 0,0 0-88 15,0-6-40-15,4-4 28 0,0-2-16 16,4-7-12-16,-1 0-72 0,2-3-172 16,-1-2-36-16,-1 6 0 0,2-4 180 15,-5 6 112-15,4 0 40 0,-1 4 76 16,1 2 0-16,1-3 8 0,-1 4 68 0,-5-1-24 16,5 1 48-16,1 3 4 0,-1-4-92 15,-1 3 0-15,1 1 64 0,1 0-12 0,-5 0-56 16,3 3 4-16,1-1 64 15,-4 1-64-15,1 0 0 0,2 3 40 16,-3 0 24-16,4 0 140 0,-4 3 40 0,5 0-52 16,-2 4-104-16,1 2-8 15,0 0 20-15,0 1-36 0,-4 3-24 16,4 3-48-16,0-1 100 0,-5 1 84 16,6 7 104-16,-9-4-216 0,4 2-76 0,-4-1-4 15,0 2-136-15,0-2-240 16,0 2-204-16,0-4-116 0,0 1-172 0,0 1-429 15,0-8-807-15,-4 2-788 0,-1-2-1516 16</inkml:trace>
  <inkml:trace contextRef="#ctx0" brushRef="#br1" timeOffset="-112689.06">18909 15751 7596 0,'0'0'1788'0,"0"0"-636"16,0 0 109-16,0 0 59 0,0 0 28 15,0 0-300-15,0 0-204 0,0 0-432 0,0 0-216 16,-75 40-20-16,58-13-28 0,6 7-88 16,-6 5-56-16,10 8 128 0,3 4-32 0,0 6 0 15,-1 6-100-15,5 5 0 0,0 1-52 16,0 4-84-16,5-3-36 0,3 0 8 16,3-6-184-16,2-7-268 0,2-3-352 0,2-7-360 15,6-5-612-15,-7-14-185 16,20 7-2167-16</inkml:trace>
  <inkml:trace contextRef="#ctx0" brushRef="#br1" timeOffset="-112093.656">22722 15687 8492 0,'0'0'1900'15,"0"0"-571"-15,0 0-229 0,0 0 164 16,79 13-252-16,-55 6-144 0,1 0-216 0,-1 13-76 16,-5 3-108-16,1 3-8 15,-3 6-104-15,-2 0-168 0,-3 2-92 0,0 1-88 16,-8-3-4-16,0 4-4 0,-4 3-40 15,-4 0 28-15,-4 3-36 0,-4-3-112 16,-4-4-16-16,0-9 80 0,1-3-4 0,-2-6 0 16,6-8-48-16,-2-8-60 15,1 0-116-15,1-6-136 0,2-7-152 0,-2 0-260 16,3 0-604-16,-5-14-708 0,9 2-761 16,-3-14-2295-16</inkml:trace>
  <inkml:trace contextRef="#ctx0" brushRef="#br1" timeOffset="-111909.883">23228 16030 9732 0,'0'0'1869'0,"0"0"-933"16,0 0-144-16,88-15 528 15,-53 8-324-15,-3 1-556 0,4 0-380 0,-4-4-60 0,4-3-236 0,0 7-456 16,-8-5-496-16,-5 6-920 0,-3 2-2585 0</inkml:trace>
  <inkml:trace contextRef="#ctx0" brushRef="#br1" timeOffset="-111748.349">23308 16192 9232 0,'0'0'2513'0,"0"0"-1653"0,0 0-296 0,0 0 400 0,0 0 388 16,92-3-280-16,-57-6-400 0,5-1-352 16,0-6-180-16,4 0-140 15,-1 1-76-15,2-4-744 0,-2-4-892 0,-11 10-1404 16,12-9-4901-16</inkml:trace>
  <inkml:trace contextRef="#ctx0" brushRef="#br1" timeOffset="-111097.149">24252 15881 4256 0,'0'0'6048'0,"0"0"-4427"15,0 0-789-15,0 0 128 0,0 0 584 16,0 0-276-16,0 0-220 0,76 80-332 0,-65-43-296 15,-2 2-188-15,-1 5-132 0,-1 1-92 16,1-4-4-16,-4-3-4 0,5-3-60 16,-5-7-40-16,3-5-60 0,-3-10-148 0,5-5-160 15,2-8 20-15,1 0 236 16,4-12 200-16,0-7-136 0,4-10-76 0,0-5-152 16,0-4 140-16,0-4 84 0,0 4 88 15,-4 3 64-15,-5 7 64 16,2 6 12-16,-2 3 24 0,-2 9-88 15,-5 4 60-15,4 6 4 0,-1 3 172 0,-3 6 176 16,0 7 84-16,5 3-196 16,-5 3-40-16,-1 8-160 0,-3-5 36 0,0 0-52 15,4 0-8-15,0-6-88 0,0-6-64 16,0-3-32-16,5-8-4 0,2-2 100 16,6-2 0-16,2-17 104 0,5-4-104 0,4-12-320 15,0-3-200-15,0 0 108 16,0 3 104-16,0 4 120 0,-1 5 12 0,-3 6 176 15,0 8 52-15,-7 5 84 0,-2 7 88 16,1 0 100-16,-4 7-4 0,0 5-56 16,0 5-56-16,-4 2-24 0,3 6-48 15,2 4-48-15,-2-1 48 0,-3 4 48 16,1-1-184-16,-1 8 0 0,-5-1-160 16,-3 0-456-16,0 0-700 0,0-5-1104 0,0 4-3333 15</inkml:trace>
  <inkml:trace contextRef="#ctx0" brushRef="#br1" timeOffset="-109258.765">17813 17567 4852 0,'0'0'248'0,"0"0"-56"0,0 0-8 0,0 0 452 15,0 0 1536-15,0 0-1084 0,0 0-596 16,0 0-348-16,0 0-68 0,0 0 80 15,-4 32-16-15,4-32-140 0,0 3-100 16,0-3-68-16,0 0 168 0,0 0-64 0,9 0-140 16,-9 0-224-16,8 3-584 0,-8-3-752 15,3 0-1052-15</inkml:trace>
  <inkml:trace contextRef="#ctx0" brushRef="#br1" timeOffset="-108614.738">17689 17729 8112 0,'0'0'556'16,"0"0"1512"-16,0 0-1395 0,0 0-225 0,0 0 360 0,116 2 860 15,-56-2-332-15,8 0-468 16,-1 0-456-16,2 0-212 0,-10-2-176 0,-4-1-24 0,-6-4-12 16,-6 0-160-16,-2-1-52 15,-9-5-304-15,-1 1-364 0,-7-5-488 0,-8 4-1384 16,-8-2-3517-16</inkml:trace>
  <inkml:trace contextRef="#ctx0" brushRef="#br1" timeOffset="-108385.921">18092 17195 6900 0,'0'0'2760'0,"0"0"-1015"0,12 73-437 16,-4-29 132-16,8 17-216 0,-4 6-304 15,0 5-260-15,-4 8-160 0,4-4-104 0,-4-2-188 16,0-2-208-16,0-7-12 0,0-8-160 15,-1-10-136-15,2-12-176 0,-1-10 132 16,3-9 4-16,-2-9-44 0,3-7-100 16,-1-4-148-16,6-15-1036 0,-2-10-597 0,2 4-2019 15,2-28-2232-15</inkml:trace>
  <inkml:trace contextRef="#ctx0" brushRef="#br1" timeOffset="-107812.992">18507 17075 288 0,'0'0'7192'0,"0"0"-5208"16,0 0-487-16,0 0 135 0,0 0-216 16,28 98-316-16,-24-54-208 0,-1 14-176 0,5 2-20 15,-4 7-24-15,-4 3-120 0,5 0-72 16,-5 2-96-16,0 5-152 0,0-1-124 16,0 0-100-16,0-7-8 0,0-8-60 0,4-10-88 15,0-9-108-15,-1-17-28 16,9-10 16-16,1-9-140 0,2-6 124 15,5-8 36-15,4-15-60 0,-1-4-376 0,5-9 272 16,-7 1 20-16,3-3 252 16,-5 5 4-16,1 5 44 0,-3 9 84 0,-9 8 4 15,3 6 4-15,-2 5 88 0,-1 0 212 16,-1 13 256-16,5 6-36 0,-3 6-172 0,-2 5-172 16,5-2-116-16,-4-3 116 0,0-2-164 15,4-8-12-15,0-5-248 16,8-4 84-16,-4-6 160 0,3-3-168 0,2-7 12 15,-1-2-228-15,-1-7-252 0,-2 3 88 16,3 0 200-16,-9 0 188 16,1 3 76-16,-3 4 36 0,-2-1 52 0,1 1 52 15,-4 3 84-15,0-7 40 0,0 1 4 16,0-2-4-16,0-2 12 16,0 4-52-16,-4-7-136 0,0 3-112 0,0 3 0 0,-4 1 112 15,-4 2 64-15,0 7 36 16,-7 0-12-16,2 3 144 0,-6 6-172 15,2 7 40-15,-2 9 100 0,3 3 140 0,-5 10-8 16,10 4-20-16,-6-2 0 0,10 5-92 16,3-8-96-16,0 1 36 0,4-5-84 15,0-8 8-15,8-4-84 0,12-6-40 0,-1-1-120 16,5-5-28-16,8-3-8 0,4-3-40 16,0 0-124-16,0-6-12 0,0-8-128 15,0 0-164-15,-5-2-344 0,5-1-580 16,-4-1-588-16,-12 6-2133 0,12-12-2067 15</inkml:trace>
  <inkml:trace contextRef="#ctx0" brushRef="#br1" timeOffset="-106650.676">19654 17805 4364 0,'0'0'832'0,"0"0"3340"15,0 0-3216-15,0 0-259 0,0 0-169 16,0 0-12-16,0 0 200 0,0 0-180 0,0 0-268 16,28 82 112-16,-24-46-12 0,3 2 112 15,-2-4-52-15,3 1-24 16,-4-3-192-16,0-3-196 0,-4-8-16 0,4-2-52 0,-1-8 0 15,-3-5-20-15,4-3-156 16,1-3-60-16,3 0 272 0,0-9 16 16,4-2 164-16,0-8-12 0,3 5-144 0,2-9-8 15,3 4-92-15,-5 0-32 0,9 3 0 16,1 3 120 0,-2 7-128-16,1 3 44 0,4 3-40 0,-4 0 128 0,4 9 96 15,-9 7-8-15,1 0-84 16,-3 3 72-16,-6 1 0 0,1-1 0 0,1 2-64 15,-10-2 28-15,5 4-40 0,0-4-152 16,-3 0-328-16,2-4-524 0,1-2-412 16,0-3-1085-16,4-4-2227 0</inkml:trace>
  <inkml:trace contextRef="#ctx0" brushRef="#br1" timeOffset="-106143.757">21534 17827 4196 0,'0'0'652'0,"0"0"100"16,0 0 3748-16,0 0-3391 0,0 0 35 0,0 0-84 16,0 0-4-16,0 0-376 0,-75-41-264 15,63 47-12-15,4 7-40 16,0 3-64-16,-3 6-36 0,6 10-64 0,-3 3-64 16,4 6-48-16,0 3 72 0,1-2-48 0,-1 0-60 0,4-2-52 15,-5-1-12-15,5-5-88 16,0-2-12-16,0-9-84 15,0-4-104-15,12-10-224 0,4-3-132 0,4-6 152 16,8-6-480-16,4-10-1224 0,-4 4-2101 16,11-17-2427-16</inkml:trace>
  <inkml:trace contextRef="#ctx0" brushRef="#br1" timeOffset="-105693.701">21946 17879 5432 0,'0'0'848'0,"0"0"3108"0,0 0-3091 0,0 0-185 16,0 0 100-16,-28 72 280 0,19-50-248 16,-3 7-280-16,5-7-216 0,-1 3-64 0,-1-2-16 15,1-1-32-15,5-4-80 0,3 1-124 16,0-5 0-16,0-1-164 16,0-4-12-16,0-3-252 0,7-2-48 15,-3-1 96-15,5-3 36 0,-1 0 144 16,-1 0 20-16,1 0-88 0,1-7 52 15,-5 1-28-15,7 0 16 0,-7-4 48 16,0-3-60-16,0 4-96 0,1-1-76 0,-5 3 144 16,3 1 128-16,-3 4 48 0,0-4-76 15,0 2-25-15,0 1-39 0,0 3 192 16,0-4 36-16,0 4 4 0,0 0-116 0,0 0 40 16,0 0 68-16,0 0-4 15,0 0 12-15,0-3 92 0,0 3 128 0,4 0 117 16,-4 0-29-16,0-3-76 0,4 3-28 15,-4 0-12-15,0 0-24 0,4 0 12 16,-4 0 88-16,4 3 104 0,4 4-168 0,-4-4-64 16,4 4-52-16,-4-2-24 0,4 1-64 15,-5 1-60-15,6 0 60 16,-5-2-4-16,0 0-4 0,0 1-40 0,-4-3-32 16,4 6-252-16,-4-2-524 0,3-1-341 15,1 0-755-15,-4 1-932 16,5-1-116-16,-1 0 77 0</inkml:trace>
  <inkml:trace contextRef="#ctx0" brushRef="#br1" timeOffset="-104486.437">22196 17904 652 0,'0'0'2752'0,"0"0"-1776"16,0 0-388-16,0 0 2548 16,0 0-1776-16,0 0-392 0,0 0-207 15,0 0-53-15,0 0-296 0,64 66-132 0,-56-41-36 16,-4 4-116-16,-1-4-64 0,-3 5-56 15,4-5-8-15,-4 0-16 16,0-3 4-16,0-3-36 0,0-6-4 0,0-4-12 16,0-2-12-16,0-7-132 0,0 0-224 15,5-4-96-15,-1-5 128 0,0-10 27 16,4-3 13-16,3-6-324 0,2-5-328 0,-6-2 284 16,6 4 728-16,-1 5 92 0,-5 4 388 15,6 6 220-15,-5 7 76 16,-1 6-220-16,-3 3-131 0,4 0 259 15,1 9 72-15,-2 1-92 0,-3 2-180 0,4 7-156 16,-4-3 68-16,1 3-92 0,-2 1-204 0,1-1-24 16,4-1-72-16,-4-1 0 0,0 1-4 15,1-6-44-15,2 5-132 16,-3-4-140-16,4-1-700 0,-1 1-624 0,2-7-1213 0,3 1-3675 16</inkml:trace>
  <inkml:trace contextRef="#ctx0" brushRef="#br1" timeOffset="-103944.83">23048 17938 4976 0,'0'0'116'0,"0"0"4000"0,0 0-2912 0,0 0 109 0,0 0-133 15,0 0-60-15,0 0-120 0,0 0-448 0,80 16-236 16,-68 10-140-16,-3 2-52 16,-5 4-8-16,-1 3-112 0,-3-4 60 15,0 1-60-15,4-3-4 0,-4-7-152 16,0-6 0-16,4-3-100 0,-4-7-188 0,4-3-12 16,0-3 72-16,5-9 280 0,2-7-52 15,6-9-204-15,-2-4 216 0,1-7 88 16,-4 5 52-16,8-1 52 0,-8 4 0 0,8 6 88 15,-8 3 212-15,4 6 56 0,-1 7-32 16,-3 3-72 0,-3 3 72-16,-2 3 0 0,1 6-36 0,-4 4 0 15,1 6-68-15,-1 0-60 0,-4 0-100 0,0 0-12 16,0 1-16-16,0-8-80 0,0 3-4 16,4-4-84-16,-4-2-116 0,0-6-184 0,3-1-608 15,1-2-392 1,0-2-640-16,4-8-629 0,-3 1-1755 15,6-17-996-15</inkml:trace>
  <inkml:trace contextRef="#ctx0" brushRef="#br1" timeOffset="-103662.132">23547 17964 4256 0,'0'0'480'0,"0"0"1552"0,0 0 912 16,16 66-1215-16,-13-40-509 0,1-1-160 0,0 0 4 16,-4-5-208-16,5-8-212 0,-1-2-268 15,4-7-276-15,3-3 24 0,6-9 48 16,3-7-172-16,3-9-200 0,1-4 52 0,-4-6-28 15,0 3 40-15,0 0 48 0,-4 4 76 16,-8 2 4-16,0 5 8 16,-8 4 64-16,0 1-52 0,0 0 88 0,-8 7 48 0,-4 3 4 15,0 2-4-15,0 4 0 16,-4 4 28-16,-4 11-64 16,4 8-68-16,-4 9-44 0,5 2 0 0,-2 8 60 15,2-1 100-15,7 0-136 0,-5-2-24 16,10-11-160-16,-1-6-236 15,4-9-620-15,0-13-396 0,11-3-240 0,10-20 24 16,-6 2-593-16,22-30-2723 0</inkml:trace>
  <inkml:trace contextRef="#ctx0" brushRef="#br1" timeOffset="-103477.778">24009 17284 2936 0,'0'0'1392'0,"0"0"276"0,0 0 2376 16,0 0-2483-16,0 0-357 15,-4 108-120-15,0-53-184 0,0 4-132 0,4 8 128 0,0 3 48 16,0-1-212-16,4 2-324 16,0 0-308-16,4-8-100 0,0-7-232 0,0-8-324 15,4-13-64-15,0-7 72 0,4-8 136 16,-8-7 56-16,3-7-160 0,-3-3-276 16,1-3-480-16,-9-7-468 0,4 5-597 0,-4-14-2667 0</inkml:trace>
  <inkml:trace contextRef="#ctx0" brushRef="#br1" timeOffset="-103295.666">23830 17777 4112 0,'0'0'6212'15,"0"0"-4471"-15,0 0-513 0,0 0-100 0,0 0-280 16,0 0-108-16,0 0-148 0,28 72-56 16,-9-56-40-16,9-6 24 0,0-4-124 0,8-6-188 15,4-2-208-15,4-9-212 0,4-8-220 16,-5 0-264-1,6-3-100-15,-6-3-412 0,-7 6-1096 0,12-9-2889 0</inkml:trace>
  <inkml:trace contextRef="#ctx0" brushRef="#br1" timeOffset="-102725.201">25411 17887 3556 0,'0'0'4964'16,"0"0"-2067"-16,0 0-1297 0,0 0-860 0,0 0-68 15,0 0 212-15,-52 74-168 0,44-40-148 0,5 8-132 16,-1 2-148-16,4-2-4 16,0-4-100-16,0-7-184 0,0-5-24 15,4-7-136-15,3-7-200 0,6-5-124 0,-2-7-172 16,10-13-136-16,3-6-560 0,3-13-908 16,-3 7-2177-16,8-23-2407 0</inkml:trace>
  <inkml:trace contextRef="#ctx0" brushRef="#br1" timeOffset="-102466.392">25654 17891 1828 0,'0'0'2216'0,"0"0"-1564"0,0 0 5432 0,0 0-3747 0,4 86-837 16,-4-55-532-16,0 4-60 0,0-3 76 15,0-3-228-15,0-7-140 0,4-3-148 16,5-10-272-16,-1-5-196 0,7-4-136 0,1-4 0 16,9-5 24-16,-2-10-120 0,1-6-40 15,0-1 64-15,-4-6 24 0,0 3 8 16,-4 1 40-16,-5 3 52 0,-3 0 72 15,1 6 0-15,-9 0-76 0,0 0 80 16,-4 5 8-16,-9 5 212 0,2 2-104 0,-2 5 80 16,-2 2 44-1,2 7-84-15,-2 4-148 0,-1 8-136 16,0 7 64-16,8 2 72 0,-4-2-8 0,8-1 8 16,0-6-188-16,4-3-244 0,0-3-512 15,0-7-776-15,4-2-836 0,0-2-1689 0,8-8-1787 16</inkml:trace>
  <inkml:trace contextRef="#ctx0" brushRef="#br1" timeOffset="-102152.205">25950 17745 456 0,'0'0'3104'15,"0"0"-2544"-15,0 0-144 0,0 0 4832 16,0 0-2919-16,0 0-1113 0,0 0-504 0,0 0 148 16,0 0-140-16,23 85 0 0,-23-50 124 15,5 4-60-15,-1-5-168 16,3-2-136-16,1-7-184 0,0-6-296 0,0-6-52 15,4-3-104-15,4-7-116 0,4-3 64 16,0-6-28-16,4-7-208 16,4-9-88-16,-1-4 48 0,1-2 8 0,0 0-40 0,-4-2 12 15,0 5 52-15,-8 0 212 16,-4 6 164-16,0 3 68 0,-4 3 0 0,-8 10 8 16,3 3 392-16,-3 0 488 0,0 3-16 15,-3 10-500-15,-1 3-116 0,-4 6-176 16,4 0 28-16,0 0 48 0,0-2 28 15,0-5-176-15,4-3-172 0,0-5-360 0,4-3-644 16,8-4-440 0,0-11-1368-16,-4 6-2125 0,-13-132-1243 0</inkml:trace>
  <inkml:trace contextRef="#ctx0" brushRef="#br1" timeOffset="-101891.099">26472 17656 3312 0,'0'0'8073'0,"0"0"-5781"16,0 0-1516-16,0 0-384 0,-69 86 200 15,50-55 124-15,3-2-164 0,-4-1-116 0,12-2-40 16,0-7-96-16,4-3-196 0,4-6-104 16,4-1-136-16,7-2 60 15,10-1 76-15,-1 0 4 0,3 1 56 16,1-1-48-16,4 0-8 0,-4 4-4 0,0-1-76 16,-4 1 68-16,-4 5 4 0,0-2 4 15,-4 0 4-15,-8 6 108 0,0-2 84 0,-4-3 28 16,0 2-40-16,-8 4-72 15,-1-5-40-15,-2-3-72 0,-5-5-148 0,0 0-504 16,4-7-156-16,-4 0-308 0,4-14-460 16,5-7-720-16,-2 2-957 0,9-18-2667 15</inkml:trace>
  <inkml:trace contextRef="#ctx0" brushRef="#br1" timeOffset="-101668.58">26758 17240 3116 0,'0'0'6704'0,"0"0"-4511"0,0 0-1081 0,36 98-132 16,-32-56 96-16,4 5-20 0,-4 7 44 0,0 1-100 15,0-2-88-15,-4-2-212 0,4 0-308 16,4-6-252-16,-4-1-140 0,4-6-220 16,0-2-84-16,0-6-112 0,-1-2-408 0,2-2 60 15,-1-3 216-15,-1-7 76 16,1-4-52-16,-3-6-620 15,-5-2-516-15,0-4-952 0,0-4-2257 0,-5-8-1083 0</inkml:trace>
  <inkml:trace contextRef="#ctx0" brushRef="#br1" timeOffset="-101511.504">26719 17738 4120 0,'0'0'576'0,"0"0"3324"16,0 0-1559-16,0 0-901 0,0 0-584 0,0 0-156 15,0 0-80-15,0 0 200 16,0 0 76-16,0 0-148 0,79-54-340 15,-47 38-120-15,0 2-28 0,3-6-160 0,-3-2-100 16,5-1-276-16,-5-2-292 0,-1 3-472 16,-3-1-392-16,-4 8-1244 15,4-5-3473-15</inkml:trace>
  <inkml:trace contextRef="#ctx0" brushRef="#br1" timeOffset="-100942.556">27304 17802 1084 0,'0'0'1172'0,"0"0"848"0,0 0 2412 16,0 0-3488-16,0 0-92 0,0 0-11 15,0 0-21-15,0 0-180 0,0 0-64 0,72 82-260 16,-57-47 28-16,-6 0-28 0,2-3 16 16,-7 3 44-16,4-7-48 15,-8 2-64-15,5-8 0 0,-5 0-76 16,0-7-60-16,0 1-76 15,0-9-52-15,0-1-92 0,0-3-8 0,0-3 92 16,0 0-80-16,0-3-64 0,8-3 152 0,-5-10 88 16,5-3 100-16,5-3-124 0,-2-7 16 15,1 1-80-15,0-7 0 0,4 0 0 16,0-4-104-16,0 2 16 0,0 1-64 16,3 5-60-16,2 2-52 0,-1 7-152 15,-1 3-432-15,-2 6-324 16,-6 0-428-16,2 6-853 0,-2 5-2555 0</inkml:trace>
  <inkml:trace contextRef="#ctx0" brushRef="#br1" timeOffset="-100161.027">27866 17698 1632 0,'0'0'1680'0,"0"0"3148"0,0 0-3052 16,0 0-651-16,0 0-369 0,0 0 296 16,0 0-124-16,0 0-328 0,0 0-220 15,0 0-104-15,-32 88 12 0,28-62 104 0,4 5 8 16,0-6-44-16,0 1-20 0,0-1-88 16,4-6-96-16,0-6-68 0,0-3-84 15,4-4-44-15,0-3-44 0,0-3-84 16,7-6-68-16,-2-7-156 0,6-7 52 15,1-1 16-15,-3-2-100 0,-2-2-124 0,2 6 56 16,-2-3 192-16,-3 6 176 0,-4 3 80 16,0 4 44-16,-4 3 4 0,0 6 48 15,-4 0 284-15,0 0 376 0,0 3-152 16,0 6-192-16,0 4-112 0,0 6-12 0,0 0-76 16,0 0-16-1,0 3 28-15,0-2-52 0,0 2-60 0,4-7 36 16,1 1-100-16,-2-3-136 0,5-7-124 15,0-2-356-15,0-4-316 0,8 0-348 16,-4-13-1124-16,0 0-3161 0</inkml:trace>
  <inkml:trace contextRef="#ctx0" brushRef="#br1" timeOffset="-99952.84">28412 17602 7432 0,'0'0'4333'0,"0"0"-2593"0,0 0-1336 15,-60 79 156-15,40-43 636 0,4 1 12 16,-4 4-416-16,8 1-184 0,0-7-76 16,4-1-176-16,5-9-248 0,3-2-108 15,0-10-244-15,3-3-212 0,5-7 36 16,9-3-12-16,-2-7 72 0,9-8-352 0,0-14-4 16,3-9-620-16,1-6-620 0,0-4-1925 15,-8 13-1691-15</inkml:trace>
  <inkml:trace contextRef="#ctx0" brushRef="#br1" timeOffset="-99593.092">28714 16958 2812 0,'0'0'4772'0,"0"0"-71"16,0 0-3193-16,0 72-496 0,0-34 96 0,0 6 84 16,0 8-336-16,0 5-92 0,9 3-64 15,-5 4-28-15,3 3-256 0,-3 0-184 0,4-4-232 16,4-3-48-16,0-3-244 0,1-6-64 15,2-10-244-15,1-6-88 16,0-7 308-16,-5-5 156 0,2-6-60 0,-1-6-372 16,-9-4-424-16,2 0-48 0,-5-5 116 15,0-2-212-15,-8 0-641 0,-4-2-123 16,-8-5 820-16,-4-3-224 0,-3-3 624 16,-1 1 768-16,-8-4 1160 0,3 0-1148 15,-3 0 52-15,8-3 288 0,5 3 828 0,3 0 272 16,12 7 45-16,4 3-137 0,4 0-532 15,0 1-316-15,12-1 20 0,8 1 212 16,3-5-4-16,9-2-48 0,9-5-304 0,-2-2-240 16,10-3-148-16,-2-4 0 15,5-2-124-15,-1 3-288 0,1-5-328 0,0 9-304 16,-4-5-644-16,0 8-893 16,-9 1-667-16,-7 8-1784 0</inkml:trace>
  <inkml:trace contextRef="#ctx0" brushRef="#br1" timeOffset="-98027.476">29902 16712 9572 0,'0'0'1457'15,"0"0"-1197"-15,0 0 496 0,0 93 752 16,4-42-340-16,0 10-196 0,3 11-232 0,-2 7-240 16,3 7-64-16,-4 0-76 0,0 0-52 15,-4-4-48-15,0 1-24 16,0-10-212-16,0-10-24 0,3-6-396 15,1-12-60-15,0-10 32 0,9-13-172 0,-2-6-396 16,9-6-600-16,5-10-1040 0,3-4-2281 0,-5-5-911 16</inkml:trace>
  <inkml:trace contextRef="#ctx0" brushRef="#br1" timeOffset="-97677.543">30360 17389 4500 0,'0'0'2316'0,"0"0"2861"0,0 0-3793 0,0 0-992 0,0 0 308 15,0 0 524-15,-52 70-308 16,37-42-316-16,2 4-156 0,-2 0-96 0,2-3-76 16,2-4-76-16,3-3-196 0,4-6-96 15,-1-3-80 1,1-4-108-16,4-6-48 0,0-3-52 0,0 0-28 16,4 0-88-16,5-6-108 0,-1 0 332 15,3-7 216-15,2 0 48 0,-6 1 8 16,1-4-4-16,0 6-40 0,0-2 40 0,-4 5-44 15,0 1 0-15,0 0 48 0,0 6-44 16,-4-3-4-16,4 3 52 16,-4 0 40-16,5 0 212 0,-5 6 136 0,7 3 76 0,-3 4-136 15,4 3-116-15,-4 0 0 0,0 3-36 16,0-2-4-16,4-3-172 0,-4-1 0 16,4 0-172-16,-1-3 36 15,2-4-16-15,3 1-196 0,-5-7-456 16,6 0-116-16,-1-7-528 0,4-5-872 15,-4-5-2293-15,-1 4-619 0,2-8 4081 0</inkml:trace>
  <inkml:trace contextRef="#ctx0" brushRef="#br1" timeOffset="-97132.126">30595 17342 3676 0,'0'0'12'16,"0"0"2892"-16,0 0-492 15,0 0-924-15,0 0-443 0,0 0 135 0,0 0-160 16,0 0-96-16,44 66-216 0,-32-40-68 16,0-1 4-16,0 3-72 0,-5 2-140 0,2-2-132 15,-5-3-192-15,0 0-92 0,-4-2 44 16,0-1 28-16,0-6-84 16,0-4 4-16,0-1 52 0,-4-6 16 0,4-2 20 15,0-3 52-15,0 0-24 16,0 0-36-16,0-3-88 0,0-6-60 15,8-10-160-15,3-10 36 0,2-6 48 0,6-6 12 16,1-6-76-16,4-1-356 0,4 4-292 16,-4 5-172-16,4 8-420 15,0 6-768-15,-4 1-1913 0,0 12-2399 16</inkml:trace>
  <inkml:trace contextRef="#ctx0" brushRef="#br1" timeOffset="-96727.9">31253 17361 872 0,'0'0'6112'0,"0"0"-3076"0,0 0-1167 0,0 0-361 0,0 0-176 16,-105 34-652-16,74-8-264 0,-1 2 40 16,4 10 132-16,1 4-4 0,3 2-88 0,0-3-128 15,7 1-108-15,6-7-88 0,3-7-172 16,8-9-156-16,0-3-164 0,0-9-40 15,8-4 128-15,3-3 232 0,9-3 36 16,5-13 88-16,2-3-124 0,1-6-136 0,4-1-16 16,-4 0-44-16,0 4 84 0,-5 7-24 15,2 5-40-15,-5 7 48 0,-9 3 128 16,6 6 160-16,-9 10 240 0,3 12-128 16,-7 4-84-16,1 6-92 15,-5 7-8-15,0 3-40 0,0-1-40 16,0 4 0-16,-9 0-8 0,1 2 0 15,1 5 4-15,-1-4 4 0,-5 0 0 16,6-3-4-16,3-9 64 0,-5-9-68 0,5-3-4 16,4-11-4-16,-4-10-104 0,4-6 16 15,0-3 92-15,0-12-296 0,0-14-232 0,4-5 108 16,9-13-332-16,-5-11-1224 0,8-13-1121 16,-4-1-1495-16,3-7-652 0</inkml:trace>
  <inkml:trace contextRef="#ctx0" brushRef="#br1" timeOffset="-96225.652">31440 17561 2540 0,'0'0'444'0,"0"0"4716"0,0 0-2275 0,0 0-1305 16,0 0-800-16,0 0-4 0,0 0 120 15,64 73-292-15,-49-60-376 16,1-11-228-16,5 3-12 0,-2-5-152 0,1-5 156 0,0-7-168 16,0-4-216-16,0-3-88 0,-5-3-204 15,2 0-168 1,-6 0 32-16,-2 3 0 0,-1 2 151 0,-8 1 101 15,0 4 204-15,0-1 364 0,-8 1 236 16,-4-1 292-16,0 6-27 16,-4-3 143-16,0 10 76 0,0 0-120 0,0 10 240 0,0 12 72 15,0 4-268-15,0 9-108 0,1 3 20 0,-2 3-32 16,6-3-16-16,7 0-184 16,-1-2-324-16,5-8-104 0,0-3-84 15,5-6-108-15,3-6-228 0,7-7-204 0,5-6 252 16,0-6 60-16,4-7-696 0,0-6-200 15,-4-6-264-15,4-3-633 16,-5-1-583-16,6-3 356 0,-5 0 1184 0,-1-3 1044 16,1 4 200-16,-3-1 16 0,2 1 416 15,-3 6 1204-15,0 8 120 16,-8 7 188-16,4 7-276 0,-8 3-552 0,4 6-15 16,-4 7 263-16,-1 6-604 0,2 6-396 15,-5 7-180-15,0 3 76 0,-5 0 88 0,-2 3 416 16,-1-3 124-16,-4-3-320 0,4-7-264 15,0-2-296-15,4-11-44 0,4-2 32 16,0-7 12-16,0-3 36 0,0-6-36 16,8-7-80-16,8-9 72 0,0-3-44 0,4-8-96 15,4-1-152-15,-1-8-12 0,5 4 12 16,0-4-192-16,0 2-488 0,0 5-900 16,-8 6-869-16,8 1-2427 15</inkml:trace>
  <inkml:trace contextRef="#ctx0" brushRef="#br1" timeOffset="-95688.853">32723 17637 1280 0,'0'0'9492'0,"0"0"-7247"16,0 0-1325-16,-33 92-376 0,26-57 164 15,3-4 208-15,0 1-300 0,0-10-352 0,4-3-176 16,0-6-88-16,0-7-60 0,0-2-4 16,12-4 64-16,0-4 28 0,7-8 308 15,9-7-336-15,4-10-16 16,0-3-420-16,0-2-48 0,-4-1 40 15,0 7 80-15,-8-2 24 0,-1 9 0 0,-6-2 36 0,-1 4 116 16,-9 3-4-16,-3 4 192 16,0 2 264-16,-3 7 228 0,-5 3 100 15,-9 0-140-15,6 6-236 0,-6 7-128 0,-2 6-12 16,3 0 60-16,0 0-36 0,0 3-100 16,4-5-60-16,0-5-240 0,4 1-472 15,4-11-540-15,4 2-1372 0,0-4-1925 16,4-6-343-16</inkml:trace>
  <inkml:trace contextRef="#ctx0" brushRef="#br1" timeOffset="-95307.808">32922 17580 1308 0,'0'0'1252'0,"0"0"-964"0,0 0-184 16,0 0 2608-16,80-61-476 0,-72 61-928 15,-1 0-16-15,1 12 153 16,1 2-321-16,-5 2-472 0,-4 6-32 0,0 0-176 16,0 0-52-16,0 0 160 0,0-3 92 15,0-3-420-15,0-6-224 0,0-6-200 16,4-1-56-16,3-3 84 0,6 0 172 0,2-10-16 15,9-6 16-15,0-5-300 16,3-6-76-16,1 5 36 0,0 0-52 0,-3 9 36 16,-5 4 152-16,-1 6 116 0,-2 3 88 15,-6 3 140-15,2 3 100 0,-6 7 28 0,-3 2-4 16,0 2 88-16,0 1-124 0,0-1-76 16,1-5-152-1,2 1-92-15,1-6-112 0,4-7 104 0,4 0 24 0,8-4-212 16,-5-9 72-16,9-6-112 0,4-6-360 15,-4-1-548-15,0 1-477 0,-4 0-7 0,1 6 488 16,-6 2 896-16,-3 5 292 0,-4 5 36 16,-8 4-36-16,0 3-308 15,-4 0-76-15,0 3 428 0,0 4 176 0,-4-1-176 16,0-2-104 0,0-2 28-16,4 2 76 0,0-2 12 0,0-2 548 15,0 0-120-15,0 0 16 0,8 0 36 0,-4 0 28 16,4 0-16-16,-4 0-504 0,4-2-92 15,-4-2-2268-15,-1-2-3740 0</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51:03.213"/>
    </inkml:context>
    <inkml:brush xml:id="br0">
      <inkml:brushProperty name="width" value="0.05292" units="cm"/>
      <inkml:brushProperty name="height" value="0.05292" units="cm"/>
      <inkml:brushProperty name="color" value="#FF0000"/>
    </inkml:brush>
  </inkml:definitions>
  <inkml:trace contextRef="#ctx0" brushRef="#br0">2139 969 12165 0,'0'0'4160'16,"0"0"-4108"-16,0 0 48 16,119 33-100-16,-63-28 336 0,8-3 236 0,3-2-336 0,2-7-136 15,2-1-52-15,1-9 40 0,0-5-88 16,-4 0-36 0,-5-3-100-16,-3 3-28 0,-13-1-196 15,-2 4-212-15,-9 3-208 0,-8 4-240 0,-8 5-760 16,-9 0-1421-16,-11 5-2531 0</inkml:trace>
  <inkml:trace contextRef="#ctx0" brushRef="#br0" timeOffset="214.668">2482 1066 12197 0,'0'0'1276'0,"0"0"-1084"16,-37 73 12-16,34-41 668 0,-1 10 564 0,4 2-372 0,4 4-384 15,8 2 236 1,4 11-228-16,-4 9-308 0,4 9-28 15,-9 10-252-15,2 13-52 0,-1 5-48 0,-8 1-44 16,0-3 40-16,0-4-4 16,0-11-116-16,-4-18-24 0,0-8-48 0,-1-19-84 15,1-17-64-15,0-9-296 0,4-6-384 16,-3-13-816-16,-1 0-688 0,0-4-1605 16,-9-18-2059-16</inkml:trace>
  <inkml:trace contextRef="#ctx0" brushRef="#br0" timeOffset="391.474">2267 1994 13357 0,'0'0'2204'0,"0"0"-2004"0,0 0 64 16,0 0-60-16,83-3 784 0,-39 3 16 15,4-3-376-15,8-4-176 16,3-3-96-16,1-3-96 0,4 1-176 0,-4-4-84 16,-8 3-332-16,-5 1 28 0,-11 5-264 15,-8 4-232-15,-8 3-280 16,-12 3-412-16,-8 13-396 0,-8 3-44 0,-8 11-69 15,-4-5-903-15,-20 19-2100 0</inkml:trace>
  <inkml:trace contextRef="#ctx0" brushRef="#br0" timeOffset="542.596">2569 2263 768 0,'0'0'5340'15,"-79"51"-3104"-15,43-26-928 0,4-1 9 0,0 4 135 16,4-3 272-16,12 0-212 0,12-6-144 0,4-3-548 16,4-3-412-16,16 0-112 15,8-1 36-15,8-5-24 0,11-1 0 16,9 0-52-16,8-6 24 0,4 0 28 15,0 0-248-15,0-9-60 0,3-4-280 16,1-3-272-16,0 0-136 0,3-3-1080 0,-3 0-2464 0,-16 4-1277 16,20-4-1075-16</inkml:trace>
  <inkml:trace contextRef="#ctx0" brushRef="#br0" timeOffset="992.339">3510 2044 13401 0,'0'0'2216'0,"0"0"-1500"0,-92-12-16 15,60 18 652-15,-7 13-24 0,-6 13 100 0,10 12-467 0,-1 7-101 16,8 6-220-16,4 0-228 16,12-3-220-16,8-6-120 0,4-16-72 15,8-7-216-15,7-9-16 0,6-10-92 0,7-6 92 16,4 0 40-16,7-16 36 0,2-6-112 16,6-9 36-16,1-8-180 15,-1-2-281-15,-2-3 13 0,-2 6 44 0,2 3 220 16,-6 10 96-16,-3 11 40 0,-4 11-40 15,0 6-128-15,-8 14 448 16,-4 8 136-16,-1 7-28 0,-2 9 16 0,-2 3 24 0,-2 7-24 16,-6 6-52-16,-3 4-64 0,-4 8 44 15,0 8 68-15,0 5 76 0,0 4 380 16,-7 0 84-16,-6-4-280 0,-2-2-88 16,-10-11 84-16,1-8-11 0,-4-4 71 0,-4-6-300 15,1-4-128-15,-5-8 76 16,0-11-24-16,-3-6 36 0,-6-6 0 0,2-10-96 15,-9-2-8-15,0-4 4 16,-3-13-56-16,-1 0-12 0,4-6-144 16,8 0-40-16,8-4 80 0,12 9 176 0,8-5 96 15,16-2-96-15,0 0-72 0,24-8-76 16,8-3 148-16,16-9-4 0,12-7 0 16,11 1-68-16,5-7-161 0,0 6-59 15,-1-3-352-15,-6 10-640 0,-14 0-1348 16,-11 16-1876-16,-4-4-1681 0</inkml:trace>
  <inkml:trace contextRef="#ctx0" brushRef="#br0" timeOffset="1309.745">1951 3251 13373 0,'0'0'4936'16,"0"0"-4000"-16,0 0-776 0,0 0 12 16,0 0 84-16,0 0-180 0,0 0 228 15,84-28 136-15,-28 15 60 0,4-1 60 0,8 6-355 16,8-3-109-16,3 3 4 0,9-3-52 0,7 5-48 16,5-2-136-16,8 1-8 15,3-3 35-15,8 4 57 0,1 2 52 16,4-2 8-16,-5 0-8 0,1-1-112 15,0-2 104-15,-10-1-40 0,2 4 0 16,-8-3-84-16,-4-4 20 0,-8 3-96 16,-9 1-228-16,-11-4-348 0,-4 4-344 0,-9-5-1044 15,-15 9-920-15,-4-11-2581 0</inkml:trace>
  <inkml:trace contextRef="#ctx0" brushRef="#br0" timeOffset="2010.12">5031 2016 6048 0,'0'0'12361'0,"0"0"-10797"0,0 0-1564 15,0 0-884-15,0 0-412 0,0 0 416 16,0 0 408-16,0 0-688 15,0 0-80-15,0 0-1276 0,0 0-3917 0</inkml:trace>
  <inkml:trace contextRef="#ctx0" brushRef="#br0" timeOffset="7549.954">4928 2054 8292 0,'0'0'3857'0,"0"0"-3525"15,0 0-280-15,0 0 280 0,0 0 408 16,-88-10 352-16,81 10-348 0,7 0-68 0,0-3 252 16,0 0-208-16,11-3-336 0,6 0-148 15,7-4 120-15,7-4-36 0,5 0 48 16,4 0 12-16,-1 3-72 0,-7 4-152 15,-4 7-156-15,-8 0-24 16,-4 7-72-16,-7 4 8 0,-6 3 88 0,1-2 0 16,-4 4 12-16,0 0 100 0,0 0 24 15,-4-1-28-15,-3 2 76 0,-2-5-28 0,1 1-44 16,1-1-40-16,-1-5 24 0,-1-4 40 16,1 0-40-16,1 0-36 0,-6-3-48 15,2 0 60 1,-5 0-72-16,0 0-4 0,-1 0-48 0,6 0-32 0,-1 0-60 15,3 0-52-15,9-3 24 16,0 3-8-16,0-3-212 0,0 3-244 0,9 0-124 16,3 0-292-16,-1 0-808 0,-2 0-2200 15,3 6-3229-15</inkml:trace>
  <inkml:trace contextRef="#ctx0" brushRef="#br0" timeOffset="7871.041">5063 2977 14201 0,'0'0'1892'0,"0"0"-1424"0,0 0-84 16,0 0 548-16,0 0-128 0,0 0-448 0,32-79-308 15,-16 54-48-15,9 0 160 0,-1-4 48 16,-1 6-36-16,-3 2-132 0,4 2-40 0,-8 9 0 15,-4 3-120-15,-4 7 20 0,-4 0 92 16,-4 5 8-16,0 3 0 16,0 3 88-16,0 1 44 0,-8 4 88 0,-1 0-48 15,2-2-24-15,-5 3-136 0,4-7-12 16,0-1-8-16,0-6-140 0,4 0-256 16,4-3-172-16,0 0-16 0,0-6-24 15,0 0-152-15,0 0-436 0,0-4-792 16,0 1-2061-16,0-1-3519 0</inkml:trace>
  <inkml:trace contextRef="#ctx0" brushRef="#br0" timeOffset="8800.972">8880 1461 6748 0,'0'0'1960'16,"0"0"-628"-16,0 0-596 0,0 0 449 0,0 0 1123 16,0 0-844-16,20 72-532 0,-16-28 124 15,-4 14 116-15,0 12-264 0,0 13 56 16,0 9-280-16,-7 2-271 0,3 2-73 0,-5-1-160 16,1 0-92-16,-3-9-80 0,3 0-4 15,-1-10-4-15,2 0-8 16,3-9-4-16,0-7-64 0,0-13-32 15,4-9-108-15,0-8-101 16,0-11-87-16,4-7-132 0,-4-9-220 0,8-3-100 16,-5-3-388-16,5-16-856 0,1 7-1692 15,-5-33-1853-15</inkml:trace>
  <inkml:trace contextRef="#ctx0" brushRef="#br0" timeOffset="9307.949">8837 1752 11685 0,'0'0'2288'0,"0"0"-1224"0,0 0 372 16,43-85-20-16,-19 59-256 0,8 1-364 15,4 3-256 1,4 2-116-16,8 4-44 0,0 4-124 16,-1 5-40-16,1 5-68 0,-4 2-63 0,-4 2 11 15,-8 11-96-15,-9 4-84 0,-10 5-25 16,-9 6 61-16,-4 10 48 0,-17 7 0 15,-6 5 8-15,-13 7-8 0,-4 4-48 0,-12-1 36 16,1 1 12-16,-5-4-4 0,4-3 4 16,8-7 8-16,5-8 56 15,7-6-52-15,4-3-12 0,11-8-60 16,6 0-4-16,2-6 4 0,9 0-24 16,5-4-12-16,10 1 8 0,10 0 88 0,6-1 72 15,9 2 24-15,8-2-12 0,3 1-12 16,5-3-8-16,0 2 32 0,-7 1-96 0,-6-1 0 15,-7 4-84-15,-5 0-52 0,-10 3 40 16,-1 0-28-16,-8 4 76 0,-5-2 48 16,-3 5-48-16,-4-1 48 0,0 4 72 0,-11 0-20 15,-1-4 44-15,-8 3 24 0,-8-2 64 16,-4 0 85-16,-8-1-65 0,0 0-60 16,-7-3-68-16,-2 1-4 15,2-5-24-15,-5-5 28 0,4 0-76 16,-3-6-96-16,10 0-52 0,1-7-469 0,9 0 129 15,10 0 76-15,6 0-4 0,7-4-60 16,4-3-172-16,4-3-300 0,4-2-476 16,8-7-584-16,8-3-408 0,-5 3-1545 0,17-13-1335 15</inkml:trace>
  <inkml:trace contextRef="#ctx0" brushRef="#br0" timeOffset="9741.192">10418 1698 5092 0,'0'0'2952'0,"0"0"-944"0,0 0-139 15,0 0-105-15,0 0-484 0,0 0-272 0,0 0-144 16,-95-54-128 0,75 58-92-16,0 5-188 0,-8 10-76 15,0 10 48-15,-4 5 380 0,0 8 24 0,-7 12-200 16,-2 6-99-16,2 10-73 0,-1 6-48 15,-4 4-96-15,4 2-196 0,5 1-112 16,7-4-8-16,3 1-8 0,10-4 4 16,6-9-116-16,9-7-16 0,5-10 64 15,11-4 24-15,8-9-60 0,8-8 36 0,-1-7-36 16,9-6-76-16,1-13-92 0,6-3-164 16,-3-13-241-16,3-9-195 0,2-6-360 15,2-8-752-15,-7 1-864 0,-8 10-2345 16,7-10-2199-16</inkml:trace>
  <inkml:trace contextRef="#ctx0" brushRef="#br0" timeOffset="10052.429">10682 1971 14633 0,'0'0'2200'16,"0"0"-1516"-16,0 0-300 0,0 0 728 16,0 0-96-16,107 0-236 0,-59 6-156 15,8-2-163-15,4-1-13 0,3-3-84 0,1 0-168 16,0 0-196-16,-8-3-92 15,-5-4-100-15,-7-2-160 0,-8 0-269 0,-4-1-143 16,-12 3-176-16,-8-2-364 0,-9 3-816 0,-3-4-744 16,0 4-2441-16,-20-4-2611 15</inkml:trace>
  <inkml:trace contextRef="#ctx0" brushRef="#br0" timeOffset="10266.33">11008 1911 2812 0,'0'0'9265'0,"0"0"-7989"15,0 0-804-15,-36 91 352 0,32-49 524 16,-4 6 276-16,1 4-340 0,3 7-288 0,-1 8-264 16,-3 2-220-1,1 5-232-15,3 2-100 0,-5 0-56 16,1-3-40-16,1-7-84 0,3-5-72 0,4-10-16 0,0-13-44 16,0-10 12-16,0-6-236 15,4-9-32-15,3-9-212 0,6-4-172 16,-2-7-12-16,10-15-480 0,-2-10-732 15,5-12-796-15,-4 12-2333 0,4-31-1655 0</inkml:trace>
  <inkml:trace contextRef="#ctx0" brushRef="#br0" timeOffset="10492.424">11176 2130 8412 0,'0'0'4513'0,"0"0"-4245"0,0 0-88 0,0 0-68 15,0 0 840-15,15 73 136 16,-10-41-232-16,-5 6-84 0,0 10 36 15,0 0-144-15,0 9-144 0,-5 3-140 16,-3 0-124-16,-3 7-48 0,-2-1-48 16,-6-6-100-16,2 1-60 0,6-10-4 15,-5-7-56-15,8-6-124 0,0-8 12 0,4-9-108 16,4-9-28-16,0-5-272 0,0-7-272 16,8 0-104-16,0-12-600 0,-1-4-1140 0,2-1-2637 15,-5-18-915 1</inkml:trace>
  <inkml:trace contextRef="#ctx0" brushRef="#br0" timeOffset="10656.321">11088 2621 9068 0,'0'0'6113'0,"0"0"-5233"0,0 0-796 0,0 0-32 16,0 0 964-16,0 0 36 0,0 0-388 0,0 0-160 16,91-2-24-16,-63-1-4 15,4 0-184-15,0 0-292 0,0-7-72 0,4 1-112 0,-4-1-60 16,-1 0-368-1,-3-3-272-15,0 4-464 16,-4-1-1072-16,-8 4-2657 0,0 0-2875 0</inkml:trace>
  <inkml:trace contextRef="#ctx0" brushRef="#br0" timeOffset="11368.109">11470 2841 6080 0,'0'0'284'0,"0"0"2872"0,0 0-1968 16,0 0-571-16,0 0-165 16,0 0 444-16,0 0 228 15,0 0-252-15,0 0-88 0,0 0-144 0,16 16-36 16,-8-3 92-16,0 6 84 0,0 9 24 0,0 7-120 16,-4 9-96-16,-4 5-88 15,0 4-156-15,-4 7 68 0,-4 5-96 0,0 1-59 16,4 1-65-16,-4 3-84 0,4-1-108 15,4-1-76-15,0-8 68 0,-4-4-32 16,4-8-32-16,0-10 60 0,0-9-96 16,0-7 96-16,4-6-197 0,-4-3-107 0,4-10-48 0,0 0-100 15,0-3-12-15,0-6-48 16,4-10-228-16,4-3-272 0,1-7-468 16,-6-6-524-16,5-6-664 15,-8 6-2545-15,4-21-675 0</inkml:trace>
  <inkml:trace contextRef="#ctx0" brushRef="#br0" timeOffset="11750.944">11598 2835 2888 0,'0'0'5164'0,"0"0"-4140"0,0 0-480 16,0 0-184-16,0 0 364 0,0 0 205 15,0 0-185 1,23-70-208-16,-14 68-12 0,3-3 36 0,-1 5-56 16,2 0-100-16,-2 0-24 0,6 5-64 15,-2 1 48-15,2 2-12 0,-2 3-52 0,1-3-76 16,-4 6-48-16,1 2 12 0,-6-1-40 15,1 1-148-15,-8 0 0 0,0 3 0 16,-4 3 8-16,-7-3 52 0,-6 6-52 16,-3-6 68-16,-3 4 48 0,-1-4 24 15,-4-6-36-15,3 0-24 0,1-7 48 16,-4 0-100-16,5-6-36 0,-1 0-148 16,0 0-172-16,0-6-40 0,5 0-152 15,2-4-228-15,2 1-116 0,2-4-116 16,5-4-444-16,5-4-1025 0,3 4-1935 0,7-18-1312 15</inkml:trace>
  <inkml:trace contextRef="#ctx0" brushRef="#br0" timeOffset="12176.494">12474 1613 1056 0,'0'0'11925'15,"0"0"-10653"-15,0 0-1020 16,0 0-176-16,77 95 104 0,-62-57 372 0,-3 4 204 16,0 8 120-16,-4 1-128 0,8 4-144 15,-4 1-72-15,-1 4-68 0,2 4-96 0,-5 3-48 16,-1-1-100-16,-7 1-72 0,0 0-64 16,0-4-84-16,-7 0-60 0,-1-3-16 15,-8-2-80-15,0-4 8 0,-4 1-60 16,-4-3 48-16,-4 3-120 15,0-8-104-15,-4-1-120 0,0-2-24 0,-4-9-56 16,-3-1 36-16,-1-5-132 0,5-4-236 16,-2-3-312-16,1-9-160 0,4-3-565 0,8-3-1143 15,-4-7-2240-15</inkml:trace>
  <inkml:trace contextRef="#ctx0" brushRef="#br0" timeOffset="12774.818">13191 2403 8340 0,'0'0'1760'0,"0"0"1133"15,0 0-1977-15,80 0-332 0,-40 0 172 0,12-7 380 16,4 2-28-16,0-5-452 0,3-2-272 16,1-1-112-16,-1 3 8 0,-3-3-232 15,-4 4-48-15,-8-1-280 0,0 0-376 0,-8 4-360 16,-4 3-436-16,-4 0-712 0,-13 0-965 15,-6 3-2611-15</inkml:trace>
  <inkml:trace contextRef="#ctx0" brushRef="#br0" timeOffset="12941.394">13287 2711 5916 0,'0'0'7933'0,"0"0"-6389"16,0 0-864-16,0 0-288 0,0 0 964 15,76 6 60-15,-29-6-276 0,9 0-276 0,4-3-404 16,0-3-408-16,0 0-52 0,-1-4-428 16,-3 4-228-16,-3-4-188 0,-6 1-804 15,-8 2-1148-15,14-5-3233 0</inkml:trace>
  <inkml:trace contextRef="#ctx0" brushRef="#br0" timeOffset="13836.664">15833 1276 1880 0,'0'0'4196'0,"0"0"-2236"15,0 0-844-15,8-67-248 0,-8 54-160 0,-4-2-179 16,-4 5-105-16,4-3 12 0,0 4 80 15,1 4 148-15,-2-2-44 0,5 3-48 0,-4 1-4 16,4 3-152-16,0 0-140 0,0 0-88 16,-4 0-188-16,0 3-36 0,0 10 24 15,-12 12 12-15,1 13 248 0,-6 16 272 16,-7 13 388-16,0 16-240 0,-4 6-176 0,1 11-112 16,-5 9-84-16,-4 1-112 0,1 2-12 15,-2-4 24-15,9-10-112 16,1-11-84-16,6-11-48 0,10-13-36 15,3-9-52-15,8-13 124 0,4-9 8 16,4-10-56-16,4-6 8 0,4-2-120 0,0-9-120 16,4 2-16-16,0-7-100 0,0 0 52 15,0 0 356-15,3-4 0 0,-2-2 36 16,-2 6-36-16,5 0-196 0,-8 6 196 0,4 13 48 16,0 6 260-16,-4 14 12 0,0 5-72 15,-4 10-136-15,0 7-44 0,-4 2-64 16,0 3 0-16,-4 2 8 0,4-5-12 0,-4 0 0 15,0-3-48-15,0-2-64 0,0-4 0 16,0-3-196 0,-4-3-96-16,0-7-132 0,0 0 4 0,0-2-204 15,0-2-8-15,0-6-112 0,4-5-288 16,-4 0-144-16,0-10-501 0,4-4-427 16,0-5-1020-16</inkml:trace>
  <inkml:trace contextRef="#ctx0" brushRef="#br0" timeOffset="14327.862">16642 1717 7020 0,'0'0'8389'15,"0"0"-7417"-15,0 0-972 0,0 0-76 16,0 0 12-16,0 0 64 0,0 0 400 15,0 0-124-15,0 0-188 0,0 0 48 0,0 0 76 16,-32 67 108-16,20-30 28 0,-4 12 72 16,4 5 0-16,1 6 108 15,-6 4-112-15,6 5-124 0,-10 5-44 0,10 2-104 0,-9 1 28 16,4 0-40-16,4 6-72 0,0-3-60 16,4-1-12-16,8-3 8 0,0 1 4 15,0-7 0-15,12 0 4 16,-1-7-4-16,2 0 0 0,2-1-4 15,-2-3-120-15,2 5 28 0,-3-4-64 0,4 1-24 16,-4-4 0-16,4-7-84 0,0-3-136 16,4-5-64-16,4-3-120 0,4-11-168 15,0-2-328-15,4-8-616 0,0-4-1088 0,-4-9-2085 16,11-5-2286-16</inkml:trace>
  <inkml:trace contextRef="#ctx0" brushRef="#br0" timeOffset="15142.171">17427 1927 4892 0,'0'0'784'0,"0"0"-56"16,0 0 1792-16,0 0-696 0,0 0-515 0,0 0-157 0,0 0-108 15,0 0 16-15,0 0-216 16,0 0-168-16,-32-51-264 0,24 48-252 0,0 3-12 16,0 0 4-16,-4 0 56 0,0 0-20 15,0 0 108-15,1 10 208 0,-9 2-60 16,-1 7-64-16,-3 6-64 0,1 10 52 0,-1 0 8 15,0 4-44-15,3-2-80 0,6-1 40 0,3-8-120 16,8-6-172-16,0-5 0 0,4-9 0 16,0-1 41-1,8-7 7-15,4 0 0 0,3 0 28 16,2-7-76-16,3-5-60 0,3-7-97 0,-2 0 21 16,3-3-92-16,-5 0-16 0,1-4-60 15,-3 4 48-15,-2 0-100 0,-2-1 16 16,-2 5 56-16,-3-2 116 0,0 7-128 15,-4 4 296-15,0 4 8 0,-4 0 52 16,0 5-60-16,0 5 124 0,0 7 24 0,0 6 96 16,0 10 136-16,0 11-4 0,-4 0-32 15,0 5-136-15,4-3-52 0,0 1-60 0,0-11-8 16,4 1-80-16,8-7 4 16,0-3 48-16,8-6-60 15,8 0-172-15,4-7 52 0,0-2-160 16,7-1-208-16,2-6-220 0,-6 0-188 0,-3 0-900 15,0 0-728-15,-8 0-1477 0,-5-6-691 16</inkml:trace>
  <inkml:trace contextRef="#ctx0" brushRef="#br0" timeOffset="16008.131">18574 3114 5396 0,'0'0'4756'15,"0"0"-3735"-15,0 0-533 0,0 0-64 0,0 0 380 16,0 0 192-16,0 0-108 0,-7-63-232 0,-1 57-16 16,3-1 52-16,-3 4 88 15,4 3-184-15,-7 0-176 0,-6 3-148 0,2 10-100 16,-9 9-52-16,-4 7 92 0,0 9 116 0,4 10 348 15,1-1-128 1,2 4-232-16,5-7-72 0,8-3-100 16,4-5-72-16,4-11-64 0,0-6 48 0,4-6-56 15,13-4-4-15,2-6 4 0,5-3 40 16,4 0-40-16,4-6-100 16,0-10-80-16,0 0-88 0,-4 1-48 0,-4-5-100 0,-5 1 12 15,-3 0 88-15,-4 3 8 16,-3 4 100-16,-6-2-12 0,1 5 212 15,-4 0 8-15,0 6 60 0,0-1 212 0,0 4-112 16,0 0-28-16,0 0-68 0,0 11-64 16,0 3 144-16,4 9 128 15,0 8-28-15,4 2-36 0,4 2-88 0,0-1-108 16,-1-4-12-16,10-9-12 16,-1-2-328-16,8-5-200 0,-5-6 88 0,1-4 32 15,4-4-208-15,0-4-512 0,0-4-752 16,-4-9-840-16,-8 5-2085 15,8-13-2103-15</inkml:trace>
  <inkml:trace contextRef="#ctx0" brushRef="#br0" timeOffset="16284.418">18845 2914 11357 0,'0'0'2024'0,"0"0"-1072"15,0 0-460-15,0 0 680 0,0 0-32 16,0 0-224-16,0 0-384 0,96 30-296 15,-60-34-192-15,-5-6-44 0,10-6-420 16,-5 0-508-16,-1-6-548 0,-11 9-1000 0,4-12-2889 0</inkml:trace>
  <inkml:trace contextRef="#ctx0" brushRef="#br0" timeOffset="16444.055">19184 2724 7128 0,'0'0'1596'0,"0"0"-896"15,0 0 204-15,0 0 965 0,0 89 31 16,0-57-348-16,4 2-572 0,0 1-404 0,0 3-280 16,4 1-296-16,-4 2-324 0,0-3-716 15,0-3-432-15,0-7-1320 0,-4 10-2793 16</inkml:trace>
  <inkml:trace contextRef="#ctx0" brushRef="#br0" timeOffset="21969.91">18383 1426 1436 0,'0'0'704'0,"0"0"6084"0,0 0-5328 16,0 0 85-16,0 0-341 0,0-74 196 0,0 66-268 15,0-3-212-15,0 5-72 0,0 3-108 16,0-1-84-16,0 4-56 0,0 0-108 0,0 0-116 16,0 0-132-16,0 0-60 0,0 0-108 15,4 7-76-15,0 5 0 16,4 4 244-16,-4 10 12 0,0 9-24 15,-4 10-108-15,0 5-120 0,-4 8-8 0,0 5-76 16,-4 0-76-16,0-2 144 16,4-1-184-16,0-9 76 0,4-10 32 15,0-3-56-15,0-10 80 0,4-2-8 0,0-7-72 16,0-6 8-16,0-4-96 0,0-6-160 16,0-3 64-16,0 0 68 0,0 0 260 15,4-6 24-15,0-4 136 0,-1-5-60 16,10-2-28-16,-6-5-72 0,2 0-56 0,-1 3-20 15,4 0 28-15,-4 3-48 0,4 3 32 16,-1 1-8-16,2 6-16 0,-2-1 16 0,6 4-4 16,-6 3-8-1,1 0 8-15,0 0 28 0,0 6 48 16,0 4 0-16,-4 0 4 0,0 2 8 0,-5 1 172 16,2 0 100-16,-9-1-212 0,0 1-8 15,0 4-4-15,0-6 40 0,-4 6-28 16,-4-6-12-16,0 3 4 0,-4-4 56 0,0-1-20 15,-4 0 32-15,0-2-28 0,0-1-104 0,-4-3-48 16,5 0 40-16,-5-3-104 0,-1 0-84 16,6 0-160-16,-2 0-36 0,-2-6-100 15,3-3-136-15,4-1-316 16,-4 0-424-16,4 3-732 0,3 2-168 16,6 2-2173-16,-9-1-2007 0</inkml:trace>
  <inkml:trace contextRef="#ctx0" brushRef="#br0" timeOffset="22709.128">17328 3200 3512 0,'0'0'2684'0,"0"0"328"16,0 0-1552-16,0 0-687 0,0 0-193 0,0 0-68 15,0 0-104-15,0 0 244 0,0 0 312 16,0 0-220-16,0 95-228 0,0-60-140 15,3 0-160-15,-3 0-76 0,4-3-128 16,0-4-4-16,4-6-8 0,1-6 0 0,-2-2 208 16,9-9 40-16,-4-1-112 0,8-4 16 15,4-4 8 1,4-8 36-16,4-7-56 0,-1-3-16 16,-3-4-112-16,0-2-12 0,0 2-64 0,-8 1 52 15,-4 0-72-15,-4 5 84 0,-4-2 12 16,-8 0 188-16,0 0-52 0,-5 3-88 15,-6-3-60-15,-5 3-48 0,-4 2-112 0,0 4 12 16,1 4 148-16,2 6-100 16,-3 1 52-16,5 2-76 0,-2 0-176 0,2 5-36 15,3 4-100-15,3 4-332 0,2 4-544 16,3 2-688-16,4-3-2261 0,-4-1-2687 0</inkml:trace>
  <inkml:trace contextRef="#ctx0" brushRef="#br0" timeOffset="23258.354">19913 2137 8980 0,'0'0'1124'0,"0"0"-684"0,0 0 205 16,0 0 395-16,0 0-80 0,96-10-236 0,-81 29 176 16,6 4 108-1,3 8-40-15,-1 7-196 0,-3 6-156 0,1 4-256 16,-2 6-164-16,1 3-96 0,-8 0-16 15,4 1-80-15,-4 2-4 0,-4 3-148 16,-4-3 40-16,0 4-16 0,-4-4 36 16,-4 0-160-16,-8-1 16 0,-8-3 108 0,0-5-12 15,-12 0 36-15,-3 0-72 0,-5-7 72 16,-4 0-36-16,-4-2 36 0,0-7-64 16,5-3-48-16,2-7-88 0,5-6-228 0,12-10-264 15,5-5-728-15,10-4-1016 16,5-7-2777-16,4-21 785 0</inkml:trace>
  <inkml:trace contextRef="#ctx0" brushRef="#br0" timeOffset="23991.982">21048 1384 2944 0,'0'0'52'16,"0"0"2800"-16,0 0 344 16,0 0-1400-16,0 0-507 0,0 0-141 15,0 0-144-15,0 0-192 0,0 0-196 16,0 0-164-16,0 0-48 0,-19 16-68 15,15-3 12-15,-5-5-24 0,2 3 36 0,3-2 32 16,0 1-8-16,4-4-76 0,0 0-88 16,-4 1-24-16,4-1 36 0,0 7 4 0,0 3 68 15,0 6 24-15,0 6-32 16,0 8-80-16,0 8 4 0,0 10-24 0,0 6 8 16,0 10-19-16,4 6-41 0,0 3-68 0,0 4-16 15,8-1-60 1,-4 5-52-16,3 1-84 0,6 1 88 15,-6 6-97-15,6 1 33 0,-6 2-68 0,1 1 44 16,-3 2 16-16,-2-2 60 16,-3-1-124-16,-4-5 88 0,0-8-64 0,-7-3 0 15,-1-5 76-15,-1-11-88 0,-2-2 52 0,7-10-88 16,-5-10-48-16,5-6-140 0,0-3-216 16,0-10-292-16,4-6-680 0,0-6-900 15,0-3-2093-15,0-10-3227 0</inkml:trace>
  <inkml:trace contextRef="#ctx0" brushRef="#br0" timeOffset="24709.289">22766 1996 28 0,'0'0'9160'0,"0"0"-7868"0,0 0-351 15,0 0-5 1,-76-47 240-16,56 47-224 0,0 0-296 16,1 0-240-16,-6 7-64 0,5 6 92 0,-3 6 52 0,-5 9 4 15,4 7 32-15,-4 6-12 0,4 6-76 16,-4 5-16-16,9-5-120 0,2-3-160 16,6-5-64-16,7-4-84 0,4-7-4 15,4-5-92-15,7-4-52 0,6-7-124 16,-2-2 272-16,5-10 0 15,8 0 0-15,0-3-72 0,4-10 12 0,4-6-52 16,-4-6-84-16,3 0-64 0,-7-5 40 16,0 1 96-16,-4 4-4 15,-4-3 120-15,0 3-108 0,-5-5 32 0,-2 3 80 16,-5 2 8-16,-5 2 36 0,-3 7 108 16,0 6-144-16,0 4 204 0,0 2-84 0,0 4-12 0,0 0 24 15,0 0-84 1,4 10-44-16,-4 3 192 0,9 6 120 15,-1 3-136-15,-1 0-184 0,6 3 0 0,-5 0-48 16,7-1 0-16,-2-6-28 0,2 1 4 16,-2-6-76-16,-2 0-24 0,1-4-184 15,0 1-52-15,-4-7-76 0,0 0-436 0,1 1-840 16,-2-2-692-16,-3-2-837 16,4 0-2171-16</inkml:trace>
  <inkml:trace contextRef="#ctx0" brushRef="#br0" timeOffset="25011.742">23826 1889 9188 0,'0'0'3993'16,"0"0"-3509"-16,0 0-356 0,0 0 364 0,-100 41 304 15,72-15-40-15,-8 6 12 16,4 1-72-16,0 13-60 0,0-2-68 0,4 3-164 16,5 2-168-16,3-5-116 15,9-3 52-15,2-6-84 0,9-4-76 0,4-5 48 16,8-3-52-16,8-9-8 0,0 0 148 16,12-8-52-16,3 1-92 0,1-7-4 0,8 0-280 15,0-13-248-15,-4-1-224 0,0 0-312 16,-12-2-844-1,-4-4-1256-15,-12 7-1769 0,-12-12-2290 0</inkml:trace>
  <inkml:trace contextRef="#ctx0" brushRef="#br0" timeOffset="25175.592">23491 2169 12529 0,'0'0'2088'16,"0"0"-1220"-16,0 0 16 15,0 0-300-15,0 0-72 0,83 5 244 16,-38-5 92-16,7 0-308 0,8-5-208 15,-2-6-156-15,7 2-176 0,-6-1-160 16,1-2-160-16,-4-1-292 0,0 1-400 0,-8-5-368 16,-9 8-1484-16,5-4-3617 0</inkml:trace>
  <inkml:trace contextRef="#ctx0" brushRef="#br0" timeOffset="25425.581">24483 1756 6520 0,'0'0'7701'16,"0"0"-6237"-16,0 0-548 0,0 0 316 15,0 0-284-15,80 15-88 0,-40-12-236 0,3-3-220 16,13 0-160-16,-4 0-244 15,4-3-12-15,-5-6-208 0,1-1-196 16,-3-3-172-16,-6 1-232 0,-3-4-228 0,-5 0-524 16,-14 6-1108-16,-5-5-2637 0</inkml:trace>
  <inkml:trace contextRef="#ctx0" brushRef="#br0" timeOffset="25642.103">24678 1762 7612 0,'0'0'4989'0,"0"0"-3713"16,0 0-492-16,-28 73 324 0,20-38 396 0,1 3-44 16,-1 3-404-16,-1 6-260 0,1 1-116 15,5 6-256-15,-5-3-292 0,4 3-132 0,-5 0-60 16,2-3-64-16,-1-7 16 0,4-2-112 16,4-8-60-16,0-5-120 15,4-7-152-15,4-6 64 0,-1-7-4 16,6 1-160-16,-2-10-400 0,2 0-648 15,2-6-924-15,2-10-1901 0,-6 0-2631 0</inkml:trace>
  <inkml:trace contextRef="#ctx0" brushRef="#br0" timeOffset="25874.72">24814 1863 3968 0,'0'0'6696'15,"0"0"-5715"-15,0 0-557 0,0 0 200 16,0 0 880-16,-20 70 24 0,16-38-224 15,0 5-336-15,4 2-180 0,0 2-184 0,-4 4-104 16,4 2-180-16,-4-2-148 0,0 3-124 16,0-4-48-16,0-3-60 0,0-2-88 15,4-9-48-15,0 0-60 0,0-5-124 16,0-6 12-16,4-3-124 16,0-3-4-16,0-4 12 0,0 2-112 0,0-9-568 15,0 1-288-15,-4-3-816 0,0-3-1681 16,0-4-2219-16</inkml:trace>
  <inkml:trace contextRef="#ctx0" brushRef="#br0" timeOffset="26025.284">24631 2292 1668 0,'0'0'10497'0,"0"0"-8429"16,0 0-692-16,0 0-408 0,0 0-308 16,0 0 344-16,91-16 28 0,-51 10-344 0,3-1-296 15,2 1-212-15,2 0-180 0,5 0-112 16,-4-4-96-16,0 3-316 15,-4-2-336-15,-4 3-352 0,-5-4-840 0,-11 7-2304 16,4-3-3017-16</inkml:trace>
  <inkml:trace contextRef="#ctx0" brushRef="#br0" timeOffset="26242.598">25220 2286 1760 0,'0'0'10597'16,"0"0"-9269"-16,0 0-616 0,0 70 588 15,0-42 128-15,0 7-176 0,0 0-132 0,-4 6-216 0,4 1-220 16,-3 5-188-16,-1 1-203 16,-1 6-13-16,-7-3-136 0,1-7-144 0,-2 1-60 15,2-8-12-15,-2-5-160 0,5-4-217 16,1-5 33-16,3-6 136 0,0-9-48 16,4-4-320-16,-4-4-344 0,4 0-420 0,0-4-464 15,0-9-712-15,0-5-2317 16,4-8-1535-16,0 4 6088 0</inkml:trace>
  <inkml:trace contextRef="#ctx0" brushRef="#br0" timeOffset="26480.302">25213 2377 5244 0,'0'0'7577'0,"0"0"-6149"0,0 0-896 0,0 0 148 16,0 0 240-16,83-19-272 0,-67 19-264 15,-1 0-60-15,2 7-40 0,-2 5-136 0,-2 2-96 16,-2 2-40-1,-3-2 72-15,-3 6-44 0,-5-4-40 16,0 3-52-16,-5 0-32 0,-7 0-52 0,-8 0 24 16,-3 4-48-16,-5-4-128 0,0 0-96 15,-4-3-100-15,4-5 16 0,0 0-8 0,4-8 84 16,0 0-112-16,5-3-280 0,2-3-272 16,6-11-392-16,3 3-657 0,4-11-2047 15,4 3-200-15,4-26 3433 0</inkml:trace>
  <inkml:trace contextRef="#ctx0" brushRef="#br0" timeOffset="26747.734">25758 1352 8808 0,'0'0'4849'0,"0"0"-3885"0,0 0 208 16,0 0 416-16,63 80-252 0,-38-49-292 15,-5 8-224-15,4 5-80 0,-1 1-179 0,5 2-281 16,0-2-280-16,0-1 0 0,4-2-120 16,0-4-76-16,0-10-293 0,-1-3-167 15,5-9-188-15,-4-7-236 0,5-5-664 0,-14-4-1060 16,13-13-2773-16</inkml:trace>
  <inkml:trace contextRef="#ctx0" brushRef="#br0" timeOffset="26907.959">26360 1358 6824 0,'0'0'6385'0,"0"0"-5657"15,0 0-388-15,-96 44 356 0,57-14 272 0,-6 1-236 16,-2 8-236-16,-1 5-260 0,-4 1-152 0,-3 5-84 15,-1 4-248-15,-8 0-324 0,0 6-876 16,-4-2-1128-16,-4-4-2425 0,16-17-2642 16</inkml:trace>
  <inkml:trace contextRef="#ctx0" brushRef="#br0" timeOffset="28376.429">23164 3140 952 0,'0'0'1528'16,"0"0"3136"-1,0 0-1412-15,0 0-1435 0,0 0-449 0,0 0 112 16,0 0-180-16,0 0-268 0,0 0-484 0,0 0-240 16,0-38-172-16,0 47-132 0,0 13-4 15,0 10 576-15,0 13 492 0,0 5-504 16,-8 11-188-16,-3 0-228 0,-9 2 56 16,-1 1-92-16,-3-5-112 0,5-1 0 0,-1-5-196 15,4-9 0-15,4-2 52 16,4-11 72-16,4-8 8 0,4-7 4 15,0-3-36-15,4-7-52 0,0 0-168 16,7-6 44-16,2 0 28 0,2-3 84 0,2-9 88 16,3-1 0-16,-1 0-28 0,-2-3-72 15,2 4-24-15,-6-2 0 0,2 8 8 16,1 0 92-16,-4 4-40 0,4 2-24 0,-4 0-28 16,4 5 76-16,-4 4 56 0,4 5 56 15,-8-2 124-15,0 4 100 16,-4 0 20-16,3 0-44 0,-7 0-92 15,0 1 92-15,0-3-28 0,-4 0 12 16,1-2-48-16,-1-6-88 0,-4 1 36 0,0-4-20 16,-4-1 56-16,0 2 4 0,0-4-116 15,-4 0-8-15,-4 0-100 0,5-6-120 16,-2 0-160-16,6 0-124 0,-2-5-188 16,5-4-264-16,4-1-752 0,4-3-564 15,0 0-541-15,8-3-2203 0,5 6 108 16,15-6 4713-16</inkml:trace>
  <inkml:trace contextRef="#ctx0" brushRef="#br0" timeOffset="28594.895">24148 3610 3436 0,'0'0'4420'15,"0"0"-1960"-15,0 0-903 0,-88 54 43 0,57-29 248 16,-1 7-376-16,0 3-256 0,8 3-280 15,8 3-200-15,0 1-172 0,8-2-208 16,8 2-152-16,0-7-204 0,12-3-64 0,8-7 60 16,4-3 4-16,4-6 0 15,0-3-72-15,0-3-136 16,0-8-256-16,-1-2-112 0,-3-2-136 0,0-5-312 16,-7-6-864-16,-2 5-2444 0,-7-12-2617 15</inkml:trace>
  <inkml:trace contextRef="#ctx0" brushRef="#br0" timeOffset="28758.402">23969 3832 248 0,'0'0'11069'15,"0"0"-9017"-15,0 0-656 0,0 0 328 0,0 0-704 16,0 0-300-16,100-3 16 0,-49 0-36 0,1-4-272 16,8 1-260-16,0 0-168 0,4-5-184 15,-8 3-96 1,4-3-100-16,-5 2-480 0,-3 0-676 0,-17 2-2320 0,14-8-3169 15</inkml:trace>
  <inkml:trace contextRef="#ctx0" brushRef="#br0" timeOffset="28976.002">24889 3596 7776 0,'0'0'7165'0,"0"0"-5973"0,0 0-624 15,84 7 724-15,-40-7 88 0,0 0-352 16,3 0-420-16,5 0-328 0,4-3-120 16,-4-1-160-16,0-4-204 0,-4 2-272 0,-9-1-232 15,-3-3-224-15,-12 1-372 0,-3 2-860 16,-10 0-992-16,-11 2-1865 0,-4-5-1055 16,-3 6 4836-16</inkml:trace>
  <inkml:trace contextRef="#ctx0" brushRef="#br0" timeOffset="29156.28">25284 3521 3264 0,'0'0'4'0,"0"0"5140"0,0 0-3912 0,0 0-636 0,0 0 72 0,-80 42 313 16,72-28 399 0,-3 5 80-16,2 8-24 0,1 1-36 15,-3 7-228-15,3 2-92 0,-9 8-152 0,2 0-208 16,-1 2-344-16,0 2-167 0,0-5-209 16,4-1-56-16,4-4-28 0,0-7-85 15,4-1-63-15,0-8-24 0,4-2-168 16,0-7-116-16,8-2 76 0,3-5 12 0,6 0-128 15,3-7-380-15,3 0-900 0,1-11-2096 16,-3 2-1437-16,7-16 33 0</inkml:trace>
  <inkml:trace contextRef="#ctx0" brushRef="#br0" timeOffset="29367.293">25296 3717 11385 0,'0'0'1400'15,"0"0"-940"-15,0 0 684 0,0 0 532 16,0 0-252-16,-4 90-448 0,0-59-336 0,0 4-124 16,0 4-40-16,0-2-36 0,0 2-220 0,0-1-208 15,0 3-12-15,0-6-128 0,0-3-32 16,0 0-36-16,0-10-144 0,4 0-112 16,0-6 32-16,0-4-24 0,0-5-172 15,0-4-228-15,4 0-472 0,4-3-728 0,-4-3-1017 16,8-10-4019-16</inkml:trace>
  <inkml:trace contextRef="#ctx0" brushRef="#br0" timeOffset="29537.368">25200 4045 7824 0,'0'0'5741'0,"0"0"-4029"0,0 0-972 0,0 0-508 15,0 0 316-15,0 0 520 0,108-26-240 0,-72 20-472 16,3-4-272-16,6 1-84 0,-6 3-156 15,5-4-164-15,-4 3-176 16,-4 1-608-16,-4 0-652 0,-13 0-2889 16,5-1-5263-16</inkml:trace>
  <inkml:trace contextRef="#ctx0" brushRef="#br0" timeOffset="29758.818">25626 4032 8672 0,'0'0'5269'0,"0"0"-4105"0,0 0-648 0,-15 66 440 16,15-36 348-16,-9 4 200 0,5-2-280 16,1 3-396-16,-1 0-367 15,-4 3-109-15,4 0-84 0,-4 0-196 0,0 0-72 16,0-3-64-16,0-2-96 0,4-3-104 16,-4-4-333-16,8-5-171 15,0-4 24-15,0-4-16 0,4-7-140 0,8-6-524 0,0 0-916 16,-1 0-1797-16,6-15-1635 0</inkml:trace>
  <inkml:trace contextRef="#ctx0" brushRef="#br0" timeOffset="29982.67">25735 4105 5244 0,'0'0'5440'15,"0"0"-3783"-15,0 0-981 16,0 0 116-16,0 0 348 0,0 0-348 0,0 0-212 15,83 29-104-15,-71-21-116 0,4 3-136 16,-4-2-112-16,-4 4-112 0,-4 0-48 0,-1-5-64 16,-3 3 48-16,0-2 52 15,-7 1-124-15,-6-4-40 0,-6 4-96 0,-5-4 160 16,-4-3-128-16,-4 0 36 0,-4-3-120 16,-3 0-308-16,2 0-656 0,1-9-1232 15,13 2-2973-15,-13-15-327 0</inkml:trace>
  <inkml:trace contextRef="#ctx0" brushRef="#br0" timeOffset="30971.576">27404 1349 248 0,'0'0'10168'16,"0"0"-8163"-1,0 0-717-15,0 0-308 0,0 0-224 0,0 0-116 0,0 0-272 16,0 0-44-16,111-41-140 16,-59 22-168-16,4 0-12 0,-4 0 8 0,-1 3 48 15,-10 0 28-15,-10 6-28 0,-3 3-60 16,-12 1 0-16,-5 0 4 16,2 6 56-16,-9-2-8 0,4-2-52 0,-8 4 0 15,3 0-64-15,-3 0-60 0,0 0-100 16,4 4-88-16,1 4 224 0,3 12 88 0,0 5 136 15,-8 10 52-15,0 9 0 0,-4 10 72 16,-17 10-84-16,-7 3 72 0,-11 9-164 16,-8 3 28-1,-9 5 112-15,4-2 96 0,-1-10-84 16,10-1-40-16,7-12-148 0,8-7-48 16,12-11-12-16,4-4 12 0,8-7 4 15,1-9 60-15,3-2-64 0,3-6-100 0,9-3-72 0,1-7 112 16,2 0 8-16,5-3 44 0,4 0-116 0,-4 0-12 15,0-6 40-15,0 3-176 0,-4 3-52 0,-5 3 4 16,-2 6 80-16,-1 10 240 0,-4 6 40 16,-1 8 356-16,-3 1 0 0,0 8-160 15,4 2 12-15,0 1-100 0,5 2 24 16,-2 4 36 0,1 3-60-16,5 0-60 15,-2 3-80-15,1-1-4 0,-3-1 4 0,2-1-8 0,-7 0 12 16,4-3 0-16,-3 0 84 0,-2-7 52 15,-3 1-84-15,0-1-64 0,-8-6-200 16,-4 3 68-16,-3-5 8 0,-2-1 12 0,-3-4-220 16,-3 1 48-16,-1-4-48 0,0 1 120 15,-4-4-24-15,4-2-236 0,0-4-300 0,0-7-96 16,4 2-220-16,1-8-80 16,-2 0-356-16,5-4-553 0,-3-2-2439 0</inkml:trace>
  <inkml:trace contextRef="#ctx0" brushRef="#br0" timeOffset="44890.865">5824 5070 7948 0,'0'0'6229'16,"0"0"-3957"-16,0 0-956 0,0 0 116 16,0 0-12-16,45 86-143 0,-41-54-501 15,3 6-316-15,-3 3-208 0,8 6-32 16,-3 7-16-16,-2 10 16 0,5 9-76 15,-3 10-68-15,2 9-76 0,1 9-12 16,0 10 0-16,0 7-60 0,-5 6 60 16,6-4-72-16,-5-2 72 0,-1-6-124 15,6-8-56-15,-1-8 36 0,4-11-16 0,-1-2 40 0,2-13 0 16,-2-10 12-16,-2-13-64 16,-2-12-104-16,1-10-112 0,1-11-257 0,-10-11-87 15,5-3-208 1,5-14-288-16,-9-4-396 0,3-14-1312 0,-3 3-3077 15,0-28-1902-15</inkml:trace>
  <inkml:trace contextRef="#ctx0" brushRef="#br0" timeOffset="45157.518">6657 5484 12477 0,'0'0'3136'0,"0"0"-2132"0,0 0-480 0,13 72 320 15,-6-34 620-15,-3 7-364 0,4 8-416 16,0 2-308-16,0 5-83 16,4 3-13-16,-4 7-28 0,-5 0-80 0,6 0-92 15,-9 0-80-15,0-4-292 0,0-9 28 16,0-6-41-16,0-16-11 0,0-9-196 15,0-11-72-15,0-5-212 0,0-7-704 0,0-3-1524 16,-4-9-3245-16</inkml:trace>
  <inkml:trace contextRef="#ctx0" brushRef="#br0" timeOffset="45558.467">6665 5515 8688 0,'0'0'6621'15,"0"0"-5361"-15,0 0-848 0,0 0 468 0,84-48 748 16,-60 45-408-16,0-4-488 0,4 7-319 16,-5 0-121-16,5 0-88 0,-4 4-68 15,-3 8-136-15,-6 4-48 0,-2 6 48 0,-10 7 52 16,-3 12-4-16,-3 7-44 0,-14 9-4 16,-7 0-4-1,1 4-8-15,-5-4 12 0,4-7 12 0,3-5 108 16,10-7-12-16,3-6-24 0,3-7-24 15,5-3-60-15,5-3-88 0,11 0-44 16,8-6 48-16,4-1 24 0,7-5-36 0,5 0-28 16,1-1 64-16,-6-3 52 0,5 1-64 0,-8 2-24 15,-4 0 8-15,-4 0 76 0,-1 4-72 16,-11 3 11-16,0-1 13 0,-3 4 60 16,-5 4 85-16,-4-2 71 15,-4 8-44-15,-9 0 8 0,-2-1-72 0,-6 3 24 16,-3-3 40-16,-4-3 20 0,0-2-12 15,-4-1-120-15,1-3-12 0,-1-4-84 16,0-5-100-16,-4 0-152 0,-3-7-297 16,-2 0-415-16,2-7-620 0,7 0-2696 15,-15-12-2501-15</inkml:trace>
  <inkml:trace contextRef="#ctx0" brushRef="#br0" timeOffset="46082.825">7781 5359 2584 0,'0'0'5104'16,"0"0"773"-16,0 0-4329 0,0 0-620 0,0 0 276 15,0 0-28-15,-72 73-240 0,56-38-264 16,4 9-172-16,0 6-60 16,5 9 60-16,-1 5 57 15,8 5-181-15,0 4-108 0,0-1-24 0,0 5-28 16,4-4-84-16,3-6-24 0,1-4-100 15,0-12-8-15,1-10-48 0,6-8-48 16,-2-8-96-16,2-13-172 0,1-5 0 0,7-7-48 16,2 0-37-16,-1-13-75 15,4-10-344-15,0-2-516 0,0-9-1156 0,0-5-3213 0,-13 11-3259 16,5-23 7840-16</inkml:trace>
  <inkml:trace contextRef="#ctx0" brushRef="#br0" timeOffset="46273.888">8083 5607 9108 0,'0'0'5053'0,"0"0"-3917"0,0 0-320 15,0 0 980-15,80 35 184 0,-48-29-380 16,0-3-579-16,8-3-441 16,4 0-216-16,3-6-124 0,1-7-108 0,1-3-132 15,-2-2-132-15,-4-5-160 0,2 1-116 16,-13 5-124-16,-4 2-185 0,-4 5-171 0,-13 4-692 0,-7 4-2336 15,-4 2-2449-15,-15 2-2579 0</inkml:trace>
  <inkml:trace contextRef="#ctx0" brushRef="#br0" timeOffset="46481.526">8303 5603 744 0,'0'0'468'0,"0"0"7580"0,0 0-6496 0,-9 100-407 16,9-63 707-16,9 8 220 0,-5 5-360 15,4-1-344-15,-1 1-324 0,6 4-300 0,-5 0-184 16,-1 2-144-16,1-1-75 0,-3 2-101 16,-1-10-232-16,-4-6-8 0,4-3-272 0,-4-11-193 15,0-9-47-15,4-8 0 16,-1-10-172-16,-3 0-272 0,8-13-440 16,-4-9-1336-16,5-6-2437 0,-9 3-3535 0,0-26 8576 0</inkml:trace>
  <inkml:trace contextRef="#ctx0" brushRef="#br0" timeOffset="46707.024">8462 5670 6824 0,'0'0'5821'0,"0"0"-4637"0,0 0-892 16,12 83 292-16,-8-45 876 0,0 6 172 16,1 5-372-16,2-2-464 0,1 3-268 15,0 1-40-15,-4 3-112 0,4-4-180 16,-4-1-136-16,-4-2-60 0,4 1-84 0,-4-11-124 0,0 2-268 15,0-7-144-15,-4-10-152 16,0-3 32-16,0-9 0 0,0-7-128 16,0-3-188-16,0-7-748 0,0-6-1188 0,0-9-965 15,0-6 1629-15,-3-8-136 0,2-2 1004 16,-3 7 532-16</inkml:trace>
  <inkml:trace contextRef="#ctx0" brushRef="#br0" timeOffset="46842.153">8446 6070 3452 0,'0'0'312'0,"0"0"6116"0,0 0-4303 0,0 0-889 0,0 0-56 0,0 0 256 15,0 0-300-15,0 0-304 0,99-13-80 16,-75 13 156-16,8-6-100 0,0 3-308 16,0-3-260-16,0-1-192 0,0-2-48 15,0-1-136-15,-1 1-276 0,-3-4-284 0,0 7-248 16,-7-4-448-16,-1 7-1728 0,-1 0-3717 0</inkml:trace>
  <inkml:trace contextRef="#ctx0" brushRef="#br0" timeOffset="47091.026">8984 6105 11297 0,'0'0'3952'0,"0"0"-3636"16,4 70 224-16,0-32 836 0,0 6 276 0,4 10-388 15,0 4-484-15,0 2-296 0,0 7-191 16,4 3-1-16,-4 3-48 15,0-1-232-15,-1 5-12 0,-3-6-148 16,5-6-8-16,-1-4-64 0,-1-8-169 0,1-7 49 16,1-15 84-16,-1-10 0 15,-1-7-184-15,2-11-340 0,-5-6-452 0,4-11-168 0,-5-11-548 16,1-6-776-16,0-7-1633 16,-4 6-1483-16,0-25 5452 0</inkml:trace>
  <inkml:trace contextRef="#ctx0" brushRef="#br0" timeOffset="47337.368">9056 6084 4984 0,'0'0'9041'0,"0"0"-7301"0,0 0-1232 16,0 0-60-16,0 0 0 0,0 0 272 16,0 0-152-16,91-27-368 0,-66 27-188 15,-1 0 48-15,-5 0-56 0,1 7-4 16,-4 2-72-16,-4 4 20 15,-4 4 52-15,-8 2-4 0,0 6-8 0,-8 0 12 0,-8 3-12 16,0 1 0-16,-4-4-76 0,-4-2-20 16,1-4-104-16,-1-4-48 15,0-2-160-15,3-6-388 0,2-4-148 16,-1-3-292-16,0-6-892 0,4-7-2049 16,5 1-2115-16,-10-21 6004 0</inkml:trace>
  <inkml:trace contextRef="#ctx0" brushRef="#br0" timeOffset="47723.848">9594 5128 9884 0,'0'0'2141'0,"0"0"-1117"16,0 0 540-16,75 66-104 0,-47-37-444 16,-3 5-224-16,3 1-136 0,-5 4-116 0,-3 5 0 15,4 1-36-15,-9 2-68 0,-2 1-116 16,-1 3-52-16,-9-1-52 0,-3 1-92 15,0 4-124-15,-7-5-12 0,-5 0 0 16,-4 5-48-16,-1-4-52 0,-2-1-8 0,-5-6 8 16,0 4-32-16,1-7-64 0,-1-2-96 15,-4-8-4-15,3-2-56 0,1-7-104 16,1-2-184-16,3-8-360 0,-4-3-1052 16,4-5-2084-16,8-4-2689 0,-8-10 3733 0</inkml:trace>
  <inkml:trace contextRef="#ctx0" brushRef="#br0" timeOffset="48759.971">10115 5029 2444 0,'0'0'64'0,"0"0"160"0,0 0 728 15,0 0 2980-15,0 0-2608 0,0 0-392 16,0 0-184-16,0 0 93 0,0 0 31 16,0 0-104-16,0 0-172 0,5 0-48 0,-5 0-104 0,0 0-156 15,0 0-112-15,0 0-72 16,0 0-4-16,0 0 0 0,0-3-24 15,0 3-12-15,0 0-16 0,0-3 28 0,0 3 36 16,0 0 40-16,0 0 100 0,0 0 12 16,0 0 324-16,0 0-56 0,0 0-160 15,0 0-52-15,0 0-60 0,0 0 96 0,0 0 12 16,0 0 0 0,0 3-132-16,0 6-236 0,4 7 0 0,0 10 132 15,3 8 76-15,5 11 24 0,1 9 160 16,-2 3 288-16,2 4-267 0,-2 8-109 15,-3 4-184-15,1 4-20 0,-5 2-40 0,3 4-52 16,-7-1-8-16,4 0-60 0,0-2-4 16,-4-1 16-16,4-2-24 0,0-8-132 15,-4-2 32-15,8-9 3 0,0-8 9 16,0-3-108-16,1-5-12 0,-2-11 0 16,5-1-60-16,-4-11-100 0,0-5-184 15,0-3-252-15,0-8-324 0,-1-3-516 16,2 0-588-16,-5-9-881 0,0-1-1751 0,3-12 536 15</inkml:trace>
  <inkml:trace contextRef="#ctx0" brushRef="#br0" timeOffset="49506.449">11036 5778 11173 0,'0'0'2612'0,"0"0"-880"15,0 0-476-15,0 0-128 0,0 0-152 16,0 0-116-16,0 0-188 0,0 0-148 16,0 0 48-16,0 0-111 0,91 22-73 0,-59-18-108 15,0-1-88-15,-4-3-44 0,4 0-40 16,-8 0-108-16,4 0 0 0,-4-3-120 0,-5-1-52 16,2-2-228-16,-5 0-229 0,-1 3-187 15,2-1-124-15,-9 1-436 16,-1 0-1460-16,-7 3-3533 0</inkml:trace>
  <inkml:trace contextRef="#ctx0" brushRef="#br0" timeOffset="49743.17">11099 6163 9048 0,'0'0'5625'0,"0"0"-3985"0,0 0-616 0,0 0 100 0,0 0-88 15,0 0-204-15,0 0-188 0,0 0-84 16,101-35-195-16,-78 24-157 16,1 3-88-16,0 4-36 0,-4-3 0 0,0 5-80 0,0-2-4 15,0 1-108-15,0 3 0 16,0 0-12-16,0-3-209 0,3 3-243 16,1 0-232-16,-3 0-80 0,7 0-184 0,0 3-732 15,-9 0-1140-15,13 3-3513 16</inkml:trace>
  <inkml:trace contextRef="#ctx0" brushRef="#br0" timeOffset="54857.329">12845 5703 6340 0,'0'0'64'15,"0"0"5401"-15,0 0-3561 0,0 0-272 16,0 0-12-16,0 0-84 0,0 0-184 16,0 0-352-16,0 0-332 0,-28-5-267 0,40 29 11 15,0 13-168-15,3 14-16 0,-2 12-56 16,-1 14 8-16,-9 2 40 0,1 3 128 0,-4 1-168 15,0-4-80 1,0 1-96-16,-7-4-4 0,3-2-56 0,-4-11 44 16,4-7 12-16,0-5 96 0,4-13-96 15,0-6-124-15,0-12-140 0,0-5-172 16,0-5-12-16,0-7-108 0,0-3-149 16,0 0-23-16,4-6-396 0,0-4-80 0,0-12-1224 15,-4-7-684-15,4 4-1793 0,-4-29-3158 0</inkml:trace>
  <inkml:trace contextRef="#ctx0" brushRef="#br0" timeOffset="55141.426">12841 5915 4668 0,'0'0'7257'16,"0"0"-6141"-16,0 0-684 0,0 0 244 15,0 0 612-15,0 0-156 0,0 0-360 0,0 0-228 16,0 0-60-16,92-38-28 0,-72 45-200 15,-5 5-48-15,6 1-108 0,-6 6-52 16,-2 3 40-16,-2 3-80 0,-7 4-8 16,0 2 0-16,-4 1-52 0,0-1 48 15,0 2 0-15,-4-8 4 0,-4 0 4 0,1-6-4 16,3 0-4-16,-5-6-8 16,1-3-72-16,4 0-28 0,-3-5-120 15,-2-1-76-15,1-1-184 0,-3 0-68 0,2-3-72 16,-3 0-168-16,5 0-332 0,-1-6-680 15,3-1-1077-15,-2-8-2411 0</inkml:trace>
  <inkml:trace contextRef="#ctx0" brushRef="#br0" timeOffset="55320.328">13251 5963 4136 0,'0'0'8281'0,"0"0"-7257"15,0 0-264-15,0 0 804 0,0 0 52 0,0 0-440 16,80-23-476-16,-68 23-296 0,4-4-132 0,0-1-272 16,4 2 0-1,4-3-148-15,-1-1-172 0,10 1-440 0,-6 0-464 16,5-1-980-16,-8 3-2429 0,4-4-2735 16</inkml:trace>
  <inkml:trace contextRef="#ctx0" brushRef="#br0" timeOffset="55540.512">13857 5715 5976 0,'0'0'6805'0,"0"0"-4509"0,0 0-1452 0,0 0-464 0,0 0 180 16,0 0 424-16,0 0-36 0,0 0-296 16,0 73-124-16,0-41-124 15,4 2-64-15,0 1-216 0,0 0-124 0,-4 4-124 0,0-2-120 31,0 2-184-31,0-5-232 0,0-2-116 0,0-3-188 16,0-4-456-16,-4-6-752 0,0-6-2245 0,-8-4-3627 16</inkml:trace>
  <inkml:trace contextRef="#ctx0" brushRef="#br0" timeOffset="55915.36">12435 5559 640 0,'0'0'5216'0,"0"0"-2408"0,0 0-804 15,0 0-1075-15,-64 70-441 0,52-42-92 16,-4 4 92-16,4 7 160 0,4 8 176 0,0 0-128 16,4 11-80-16,0 2 40 0,4 4-332 15,0-1-100-15,4-2-84 0,8-4-80 16,4-7 140-16,0-1-200 0,4-11-120 0,-1-7-128 15,5-6-140 1,0-6-368-16,4-3-224 0,4-3-492 0,4-7-76 16,-8-3-1213-16,15-3-3979 0</inkml:trace>
  <inkml:trace contextRef="#ctx0" brushRef="#br0" timeOffset="56199.558">14084 5572 5700 0,'0'0'4016'0,"0"0"-1735"0,0 0-1089 0,84 31 64 16,-56-14 384-16,0-2-304 16,0 1-408-16,0 3-372 0,-5 3-136 0,1-3-68 0,0 6-32 15,-4 2-76-15,0 1-84 0,-8 3-160 16,-4 1 0-16,-4 6-172 15,-4 4-24-15,-8-1-12 0,-8 4-84 16,0-1 20-16,-8-3 52 0,0-3-52 16,0 4-72-16,-3-8-28 0,-1-1 40 15,0-8-76-15,0-6-252 0,4-6-624 0,8-5-1216 16,-4-8-3605-16</inkml:trace>
  <inkml:trace contextRef="#ctx0" brushRef="#br0" timeOffset="56642.355">15104 5594 2980 0,'0'0'8449'16,"0"0"-6769"-16,0 0-484 16,0 0-72-16,0 0 208 0,0 0 44 0,0 0-208 0,0 0-212 15,4 79-284-15,-4-43-208 16,4 8-52-16,4 3 305 0,0 10-185 15,-1 10-244-15,2 3-68 0,-1 6-52 0,0 1-48 16,4 5-120-16,0-2-12 0,-1-1-84 16,2-3-60-16,-2-4-12 0,6-4-16 15,-2-5 4-15,2-2 12 0,-6-11-16 16,6 1-84-16,-6-10 100 0,6-2-36 0,-6-12-41 16,1 3-71-16,0-11-36 0,-4-7-124 15,4-5-84-15,-9-4-460 16,2-3-300-16,-1-7-488 0,0-8-428 15,0 2-997-15,-4-18-2155 0</inkml:trace>
  <inkml:trace contextRef="#ctx0" brushRef="#br0" timeOffset="57011.05">15120 5651 1800 0,'0'0'8556'16,"0"0"-7267"-16,0 0-801 0,0 0-16 15,0 0 560-15,0 0 252 0,24-70-328 0,-12 61-240 16,-1-2-144-16,10 3-48 16,-5-2-116-16,-1 3-64 0,6 2-72 15,-2 2-88-15,1-1 0 0,4 4-48 0,4 0-52 16,0 0-84-16,-5 7-44 0,5 2 32 15,-7-2-60-15,3 5-16 0,-9 1-20 16,2 3 92-16,-6-1-32 0,-7 5 48 0,1 5 4 16,-5 0 0-16,0 5 60 15,-9-2-56-15,-6 7 4 0,-5-4-12 0,-1 4 0 16,-2-3 4-16,-5 0 44 0,0 0-48 16,0-4-8-16,-4-3-64 0,4-2-248 0,-3-1-200 31,-1-3-296-31,4-3-272 0,0-4-96 0,4 1-440 0,-4-3-604 15,12-3-1821-15,-8 1-2563 0</inkml:trace>
  <inkml:trace contextRef="#ctx0" brushRef="#br0" timeOffset="61675.522">12463 7204 7220 0,'0'0'1400'0,"0"0"-492"15,0 0-160-15,0 0-204 0,0 0 961 0,0 0 647 16,0 0-1068-16,0 0-620 0,-9-10-160 16,9 10-104-16,0 0-88 15,13 13-24-15,2 4 388 0,1 1 144 16,4 11-252-16,-4-1-168 0,1 4-128 15,-6 3-64-15,1-4-4 0,-4 1-4 16,0-4-60-16,-4-3-28 0,4-4-60 0,-4-9 24 16,4-3-12-16,0-2 12 0,0-7-24 15,8 0-160-15,-4-3 20 16,4-7-36-16,3-5 12 0,-2-2 72 0,2-2-36 0,-3 1-24 16,5-2 32-16,-2 1 44 0,5 0 108 15,0 0 108-15,4 3-40 0,4-4 40 16,0 6-4-16,0 0 4 0,7 2-4 15,-3 2 12-15,4 4 160 0,0 0-76 16,-4 6-80-16,0 0-4 0,-5 0 188 16,-3 9 52-16,-7 0-76 0,-2 7 0 0,-7 4-52 15,-4-1-36 1,-4 6 36-16,-4 0-8 0,0 2-92 16,-8-2-12-16,1-3-36 0,-2-4 32 0,5-4 4 15,-4-9 0-15,8-2-8 0,0-3-36 16,0 0-48-16,0-3-84 0,0-9-84 0,8-6-408 15,0-8 200-15,12-2-396 0,-4-2-52 16,8 2-136-16,0 5 524 0,0 4 476 16,4 6 52-16,0 8 112 0,0 2-20 0,0 3 100 15,-5 0 80-15,1 3 136 0,0 2 68 16,-4 1 96-16,0 5 28 0,0-5-56 16,-1-4 88-16,2 3 60 0,-5-5-36 15,3 0-108-15,-2-5-124 0,-2-3 12 16,5-9-128-16,1-5-208 15,-2-3-100-15,1-4-52 0,0 1-8 16,-4-1-40-16,-5 1 28 0,6 0-116 0,-9 2-272 16,-1 4-360-16,-7 2-288 0,0 8-820 15,0 5-2833-15,-11 7-2883 0</inkml:trace>
  <inkml:trace contextRef="#ctx0" brushRef="#br0" timeOffset="62140.522">12805 8153 8444 0,'0'0'2380'16,"0"0"-903"-16,0 0-553 0,0 0 244 16,0 0 192-16,0 0-240 0,0 0-388 0,0 0-176 15,0 0 60-15,-28 96 12 0,24-65-52 16,-3 4-160-16,2-3-100 0,5 0-132 16,0-10-52-16,0-3-108 0,0-3-24 0,0-7-256 15,9-5-144-15,-2-4-100 16,5 0-64-16,8-6 8 0,0-8-308 15,0-5-788-15,0-3-1016 0,-8 3-2181 0,8-7-1059 16</inkml:trace>
  <inkml:trace contextRef="#ctx0" brushRef="#br0" timeOffset="62390.918">13013 8331 9684 0,'0'0'1961'0,"0"0"-1001"16,0 0-116-16,0 0 576 15,15 70 168-15,-11-58-320 0,0-1-540 0,0-9-236 16,8-2-24-16,0 0-136 0,4-6-76 15,4-7-96-15,8-9-88 0,-4-7-72 16,0 1-172-16,0-1-60 0,-5 1-60 0,-2 2-16 16,-6 5 36-16,-3 1 64 0,-8 7 12 15,0 4-40-15,0-1 164 0,-12 4-28 16,-3 3 28-16,-5 3-4 0,-4 0-12 16,-1 3-48-16,6 9-72 0,-5 4 68 15,4 0-56-15,8 3 96 0,-4 1-12 0,8-5-376 0,4 1-720 16,0-3-868-16,4-5-1085 15,0 9-1583-15</inkml:trace>
  <inkml:trace contextRef="#ctx0" brushRef="#br0" timeOffset="62936.875">13681 8172 3068 0,'0'0'7608'0,"0"0"-5883"15,0 0-997-15,0 0-80 0,0 0 896 16,0 0-208-16,49 99-132 0,-38-48-428 0,2 6-268 16,-2 7-44-16,1 5 0 0,-3 4-12 15,2-1-292-15,-7 5-112 0,0-4 24 0,0 0-60 16,1-9-12-16,-2-4-108 0,1-9-100 15,4-3-84-15,-4-10-52 0,4-7-8 16,0-6 56-16,-4-9-208 0,0-5-372 16,0-6-632-16,0-5-824 0,-4-5-84 0,0-2-1889 15,0-18-2859-15</inkml:trace>
  <inkml:trace contextRef="#ctx0" brushRef="#br0" timeOffset="63208.94">13745 8328 5532 0,'0'0'5913'0,"0"0"-5229"0,0 0-572 0,0 0 184 15,24-67 484-15,-16 55 212 0,4-1-324 16,0 3-188-16,1 1-116 0,-6 5 40 0,5 1-92 16,-4 3-184-16,0 0-68 0,-4 9 64 15,0 4 16-15,-4 4-40 0,0 2-16 16,-4 3 28-16,-4 3-100 15,-4 1 40-15,-4-1-52 0,0 0-52 0,4-3-268 16,-4 1-68-16,1-8-140 16,6-2-64-16,1-3 40 0,4-8-108 0,0 2 36 15,4-4-280-15,0 0 8 0,0-6-729 16,4-4 357-16,0 3-456 0,0-1-1220 16</inkml:trace>
  <inkml:trace contextRef="#ctx0" brushRef="#br0" timeOffset="63507.689">14020 8191 9684 0,'0'0'1096'0,"0"0"-811"0,0 0 359 0,0 0 508 0,0 0 160 16,0 0-312-16,0 0-324 0,0 0-180 15,0 0-88-15,0 0-68 0,60 73-92 16,-52-50-64-16,-8-2 40 15,4 9-64-15,-4-2-48 0,0 0-12 0,0-2-100 16,-4-1 12-16,4-6-4 0,-4-7 80 16,0-5-16-16,4-3 4 0,0-4 60 15,0 0 96-15,0-7-132 0,8-9-88 16,0-3-12-16,4-9-168 0,-1-1-80 0,2-3-108 16,2 4-16-16,-6 6 12 0,3-1-28 15,-5 4-320-15,6 4-252 0,-1-5-292 0,-5 4-416 16,6 0-521-16,-6 7-791 15,1-7-2860-15</inkml:trace>
  <inkml:trace contextRef="#ctx0" brushRef="#br0" timeOffset="63665.522">14303 8108 5852 0,'0'0'4860'15,"0"0"-3767"-15,0 0-413 0,0 0 608 0,5 83 484 16,-5-61-368-16,0-6-696 0,3 0-448 0,-3-4-260 15,0-5-124-15,0 3-284 16,0-8-512-16,0 5-592 0,0-3-1376 16,0-1-3853-16</inkml:trace>
  <inkml:trace contextRef="#ctx0" brushRef="#br0" timeOffset="64124.42">14363 7997 6748 0,'0'0'4909'0,"0"0"-3921"16,0 0-604-16,0 0 264 0,0 0 164 0,0 0-320 16,0 0-400-16,87 16-92 0,-70-10-440 0,-2 1-424 15,-2 3-104-15,-2 5-312 0,1 2-361 16,-3 1 165-16,-2 7 256 0,-3 0 728 16,-4 5 492-16,0-2 624 0,0 2 700 0,0-3 396 15,-4 2-239-15,-3-3-241 0,3-4-196 16,-1-7-168-16,1-2-212 15,4-6-188-15,0-4-208 0,0-3-56 0,0 0-212 16,13-6-88-16,-2-7 88 0,6-3-160 16,-2 0-272-16,1-6-132 0,0 5 148 15,0 2 240-15,0 3 60 0,-4 6 16 0,-4-1 100 16,0 3 12-16,-4 4 256 0,-1 0 120 16,1 0 140-16,1 4 4 0,-5-2-68 15,4 5-104-15,0-1-188 0,0 0-164 16,0-2-4-16,3-1-4 15,2 1-48-15,-1-4-88 0,3 0-88 16,6-4 24-16,-6-3 24 0,2 1 88 0,-2 0 44 16,-3-1 44-16,0 5 8 15,0-2 68-15,-4 4 148 0,4 0 36 0,0 4 104 16,0 5 68-16,4 1-84 0,-4 3-52 16,0-1-148-16,4 1-76 0,-4 0-72 0,4-1 0 15,-4-2-84-15,0 0-460 0,3-5-488 16,-2 5-424-16,3-3-936 15,-5-1-3133-15</inkml:trace>
  <inkml:trace contextRef="#ctx0" brushRef="#br0" timeOffset="64559.509">15382 7772 4424 0,'0'0'7549'0,"0"0"-5953"0,28 66-744 16,-19-30 396-16,-5 8 96 0,0-2-304 15,0 5-176-15,-4 0-348 16,4-2-36-16,-4-1-92 0,3-5-156 15,6-4-232-15,-5-3 0 0,4-7-72 0,3-2-208 16,-2-8-136-16,3-2-248 0,-1-7-160 16,2-3-128-16,-6-3-264 0,-3-6-648 0,0 0-1244 15,-8-8-3205-15</inkml:trace>
  <inkml:trace contextRef="#ctx0" brushRef="#br0" timeOffset="64725.212">15244 8122 13389 0,'0'0'2064'0,"0"0"-1464"16,0 0 32-16,0 0 212 0,0 0 416 0,0 0-216 16,87 14-444-16,-59-16-296 0,8-10-168 15,0-4-112-15,-1-4-24 0,1 2-196 16,1-5-536-16,-2-3-200 0,1 4-564 0,-12 7-1172 16,8-7-3257-16</inkml:trace>
  <inkml:trace contextRef="#ctx0" brushRef="#br0" timeOffset="64975.528">15730 8188 13537 0,'0'0'1648'0,"0"0"-1220"0,0 0 136 0,8 73 276 16,-1-58 376-16,6-8-476 0,2 0-424 0,9-7-316 16,4-3-12-16,0-10-256 0,8-6-212 15,0-7-212-15,-1 1 60 0,-3-4 68 0,-4 4-28 16,-8 3-60-16,0 0 188 0,-12 9 260 15,-4 0 204-15,-4 7 176 0,-7 0 0 16,-6 2 268-16,-6 4-80 0,-1 0 28 16,-1 0-104-16,-2 7 24 0,7-2-40 0,-5 9-36 15,6-3-160-15,-1 3-76 0,4-1-76 16,0 0-108-16,4-1-616 0,0 1-596 16,8-7-1688-16,-4 4-3809 15</inkml:trace>
  <inkml:trace contextRef="#ctx0" brushRef="#br0" timeOffset="65317.965">16407 8185 9188 0,'0'0'5473'16,"0"0"-4717"-16,12 102-404 0,-12-55 380 16,7 7 612-16,-2 9 36 0,-1-2-304 15,4 6-464-15,0-1-320 0,4 1-72 16,0-4-64-16,3 0-152 0,5-5-4 15,5-4-108-15,2-10-112 0,1-2 36 16,0-14-288-16,-1-5-164 0,-2-7 0 0,-5-3-152 16,0-11-276-16,-1-2-184 0,-2-2-200 15,-6-11-460-15,-3-7-273 0,-3-1-487 16,-1 2-244-16,-4-23-1256 0</inkml:trace>
  <inkml:trace contextRef="#ctx0" brushRef="#br0" timeOffset="65542.561">16726 8251 928 0,'0'0'4380'0,"0"0"-2156"0,24-69 288 16,-17 59-567-16,1 1-537 16,1 6-368-16,-1 3-168 0,-1 0-180 15,1 0-212-15,1 9-156 0,2 0-76 0,1 7-12 16,-4 7-12-16,0 3-48 0,0 2-52 16,-4 2 12-16,1 0-64 0,-5 2 28 15,0-4-52-15,-13 1-36 0,1 0 0 0,-4-2 36 16,-3-4-48-1,-5 0-212-15,-8-4-272 0,0-7-284 0,-4-2-176 16,0-7-276-16,-4-3-524 0,12-3-981 16,-11-17-2791-16</inkml:trace>
  <inkml:trace contextRef="#ctx0" brushRef="#br0" timeOffset="71890.844">6207 9887 1932 0,'0'0'716'16,"0"0"6220"-16,0 0-4847 0,0 0-489 0,0 0-204 16,0 0-72-16,0 0-36 0,0-63-260 15,0 59-216-15,0 4-136 0,0 0-88 16,0 0-112-16,0 4-136 0,0 1-84 0,0 9 36 16,-4 7 25-16,-4 11 31 0,4 12 40 15,0 10-132-15,0 7-40 0,1 6-80 16,3 5-52-16,0 5 36 0,0 5-108 15,3 4 48-15,1 0 0 16,8 7 24-16,0-8-80 0,4-3-4 0,0-9-12 16,7-6-72-16,1-10 36 0,1-13 36 15,-1-8-60-15,0-15 72 0,-1-8 0 0,1-6 4 16,0-7-4-16,0-3-52 0,4-14 48 16,-5-1-88-16,5-8-32 0,0-6-56 15,0-3 84-15,0-3-12 0,0-6-64 16,0 0-56-16,-3-8-64 0,-2 5 0 15,1-4 23-15,-4 1 5 16,-5-2 56-16,2 2 64 0,-9-1-28 16,-1-3 24-16,2 3 4 0,-5-3-16 0,-4 1 16 15,0-2 56-15,0 5-32 0,0 2 8 16,0 7 76-16,-4 5 36 0,4 9 12 16,0 4 108-16,0 14 4 0,0 2 24 0,0 4 8 15,0 3 16-15,0 0-36 16,0 3-28-16,0 4-48 0,0 2 148 15,0 7 12-15,0 6-64 0,-5 1 4 16,1 5-39-16,0 7-1 0,1-1-32 0,-1 11-40 16,0 6-36-16,-4 3 36 0,8 6-36 15,-5 7-12-15,5 0 0 0,0-4-52 0,5-3-8 16,3-3 8-16,3-6-44 16,2-3-49-16,2-6-27 0,2-8 128 0,-2-2 40 0,6-10-40 15,-6-6-236-15,-2-7-244 16,2-2-112-16,-2-7-380 15,-2 0-1236-15,1 0-2644 0,-4-10-3333 0</inkml:trace>
  <inkml:trace contextRef="#ctx0" brushRef="#br0" timeOffset="72473.415">7411 10007 3388 0,'0'0'156'0,"0"0"5892"0,0 0-4111 16,0 0-349-16,0 0-216 0,0 0-172 16,0 0-108-16,0 0-124 0,-56 83-188 0,39-48-104 15,6 6-28-15,3 4-144 0,-1 2-16 16,9 7-52-16,-4 0-168 0,4 6-36 15,0 1 49-15,4 2 7 16,5-2-92-16,-1-7-112 0,-1-7-84 0,6-6-108 16,-1-5 96-16,3-7-76 0,-2-11-140 15,2-3-40-15,1-8-85 0,9-7-23 0,-6-3-516 16,1-9-504-16,0-7-432 0,0-4 684 16,0-9-1372-16,-9 7-3349 0,14-16-1599 15</inkml:trace>
  <inkml:trace contextRef="#ctx0" brushRef="#br0" timeOffset="72649.805">7677 10153 3584 0,'0'0'7377'0,"0"0"-5797"0,0 0-164 16,0 0 476-16,100 10-28 0,-68-7-472 15,4-3-424-15,3 0-344 0,5 0-320 0,4-3-256 16,-8-7-48-16,4 1-132 0,-4-1-112 15,-5-2-196-15,-3-1-304 16,-4 0-304-16,-8 4-488 0,-4 3-1272 0,-12-1-2437 0</inkml:trace>
  <inkml:trace contextRef="#ctx0" brushRef="#br0" timeOffset="72875.722">7924 10268 5884 0,'0'0'8009'0,"0"0"-6605"16,-15 85-788-16,11-44 364 16,0 4 580-16,4 3-292 0,0-1-488 0,0 1-352 15,0-1-208-15,0-2-28 0,8-4-192 0,-5-3-72 16,1-2-256-16,0-11-100 0,0-7-36 16,0-1-84-16,1-11-104 15,-1-3-312-15,-1-3-316 0,1-7-672 0,4-12-108 16,-4-2-1789-16,0-1-2499 0,-4-17 4768 15</inkml:trace>
  <inkml:trace contextRef="#ctx0" brushRef="#br0" timeOffset="73066.534">8008 10353 6156 0,'0'0'2960'0,"0"0"-43"0,0 0-1945 16,0 0-512-16,0 76 304 0,0-43 824 15,0 5-336-15,0 3-408 0,4 0-264 0,0 6-124 16,-1-2-60-16,2-1-188 15,-1-3-136-15,0 4-72 0,0 0-108 16,-4-7-260-16,4-3-112 0,-4-7-28 0,0-9-24 16,4-6-112-16,-4-10-372 15,0-3-384-15,0 0-776 0,0-13-1889 0,0 5-2711 0,-4-15 5992 16</inkml:trace>
  <inkml:trace contextRef="#ctx0" brushRef="#br0" timeOffset="73256.852">8000 10626 4272 0,'0'0'7401'0,"0"0"-5837"0,0 0-1120 0,0 0 304 0,0 0 616 15,0 0-24-15,0 0-324 16,75-2-448-16,-50-4-248 0,-1-8-248 0,4 2-72 16,0-4-268-16,0-1-436 0,-1-1-388 15,1 2-612-15,-8 3-2580 0,4 1-4645 16</inkml:trace>
  <inkml:trace contextRef="#ctx0" brushRef="#br0" timeOffset="73461.591">8367 10696 1644 0,'0'0'11809'0,"0"0"-9861"15,-9 76-1308-15,9-41-20 0,0 9 524 0,5 8-132 0,3 4-252 16,-1 3 280-16,5-3-396 0,1 4-304 0,-6 1-192 15,1-8-39-15,-4 5-109 16,1-7-173-16,-5-7-251 16,4-2-184-16,-4-14-52 0,0-6-112 0,0-9 8 15,3-7-264-15,-3-6-448 0,0-9-832 16,0-10-2453-16,0 0-2983 16,0-20 7652-16</inkml:trace>
  <inkml:trace contextRef="#ctx0" brushRef="#br0" timeOffset="73693.595">8375 10769 1592 0,'0'0'9581'0,"0"0"-8477"15,0 0-616-15,0 0 772 0,0 0 116 0,0 0-368 16,0 0-384-16,84-38-88 0,-69 38-164 16,1 3-100-16,-4 4-152 0,0-1-68 0,-4 6-4 15,0 5 40 1,-8 1-4-16,0 6-20 0,0 1-64 0,-12 3-4 15,0 1-72-15,-7 2-8 16,-2-5-28-16,-3-5-12 0,4 0-160 0,-3-13-152 16,2 3-108-16,1-11-180 0,1 0-72 15,2-14-364-15,2-8-984 0,2-7-2377 0,6 7-3067 16</inkml:trace>
  <inkml:trace contextRef="#ctx0" brushRef="#br0" timeOffset="73972.481">8837 10112 9276 0,'0'0'4885'0,"0"0"-4053"16,0 0-24-16,0 0 396 0,84 0-88 16,-61 13-488-16,5 6-260 0,4 3 16 0,-4 6-128 15,0 2-24-15,-4 4-96 0,0 1-40 16,-9 6-24-1,-2 4-8-15,-9 2-64 0,0 3-36 0,-4 8-64 16,-4-4-8-16,-4 4-4 0,-8-1-96 16,-1-7-172-16,2 1-12 0,-6-9-28 0,2-1-72 15,-1-6-216-15,0-7-164 0,0-2-248 16,0-7-216-16,5-10-452 0,-2-6-2385 16,6-3-3123-16,-10-6 7024 0</inkml:trace>
  <inkml:trace contextRef="#ctx0" brushRef="#br0" timeOffset="74389.378">9805 10563 3636 0,'0'0'7677'0,"0"0"-5485"0,0 0-420 0,0 0-216 16,87 38-216-16,-55-26-352 0,9-1-340 0,2-6-292 16,-3-2-136-16,4-3-148 0,3 0-72 15,-2 0-12-15,2-3-148 0,-3-2-24 16,-4-6-400-16,-1 5-500 0,-11 3-876 0,-7 3-2736 15,-14 0-2765-15</inkml:trace>
  <inkml:trace contextRef="#ctx0" brushRef="#br0" timeOffset="74560.548">10107 10851 6384 0,'0'0'5301'15,"0"0"-3037"-15,0 0-1404 0,0 0-280 16,0 0 464-16,0 0 128 0,0 0-208 0,0 0-384 0,88 32-276 15,-52-32-168-15,5 0-136 0,2-7-48 16,4-4-420-16,-2-3-332 16,2 2-316-16,1 3-764 0,-16-1-3009 0,16 4-5415 0</inkml:trace>
  <inkml:trace contextRef="#ctx0" brushRef="#br0" timeOffset="75255.036">11621 9728 10120 0,'0'0'1877'16,"0"0"-697"-16,4-77-252 0,-4 43-28 0,5 5 240 16,-5 7-336-16,0 3-344 15,0 9-88-15,0 7 124 0,0 0 180 16,0 3-196-16,0 3-208 0,-9 7-272 0,-2 9 0 15,-1 17-144-15,-4 14 144 0,-4 16 84 16,0 13 100-16,0 10 0 0,0 10 84 16,-3 2-168-16,-2 1-100 0,5-4-124 0,-3-5 40 15,7-14 24-15,8-12 56 16,-1-17-60-16,9-15 52 0,0-13-108 16,0-2-4-16,9-11-168 0,-1-2 132 0,3-4 0 0,2 0 148 15,2-3-40-15,2 0 48 16,-2 0-44-16,5 0-24 0,1 5 8 0,-2 12 64 15,5 8 80 1,0 10 80-16,-5 11 156 16,2 6-44-16,-1 9-4 0,-5 3-24 15,-2-1-12-15,2-2-60 0,-2-1-88 0,-5 3-36 0,3-3-40 0,-3-2-8 16,1-2-76-16,2-5-132 16,2-3-24-16,-2-7-292 0,1-6-212 0,4-3 60 15,0-3-404-15,4-4-712 0,-5-5-872 16,6-8-2257-16,-9-2-2143 0,0-7 6344 15</inkml:trace>
  <inkml:trace contextRef="#ctx0" brushRef="#br0" timeOffset="75679.155">12785 10007 1292 0,'0'0'7984'0,"0"0"-5095"15,0 0-1177-15,0 0-460 0,0 0-208 0,0 0-240 16,0 0-208-16,0 0-4 0,-64 76 52 16,44-28 164-16,5 13 48 0,-6 5-124 15,2 10-87-15,3 10 35 0,0 0-124 16,0 7-180-16,4-2-112 16,-4-3-124-16,8 2-140 0,0-5-8 0,0 1-64 15,8-3 60-15,0-1-72 0,8-3 84 16,8 4-60-16,0-3-24 0,4-4-148 15,4-9-128-15,0-7-124 0,4-6-333 16,0-10-263-16,4-6-404 0,-1-7-628 16,5-8-1076-16,-4-4-2249 0,-8-6-2643 0,4-6 8028 0</inkml:trace>
  <inkml:trace contextRef="#ctx0" brushRef="#br0" timeOffset="76117.251">13279 9883 3672 0,'0'0'1252'15,"0"0"4949"-15,0 0-3793 16,0 0-660-16,0 0-452 0,0 0-176 0,0 0-208 16,0 0-136-16,0 0 8 0,4 99-164 15,-4-52-180-15,4 5-124 0,-4 1-280 16,5 1-36-16,-2-3-96 0,1-3-100 0,4 2-216 16,0-2-200-16,0-1-120 15,4 4-316-15,-4 0-772 0,4-16-1160 0,0 14-3381 16</inkml:trace>
  <inkml:trace contextRef="#ctx0" brushRef="#br0" timeOffset="76441.124">14694 11106 9380 0,'0'0'7425'16,"0"0"-6681"-16,0 0-668 0,0 0-76 0,0 0 520 15,11 95 464-15,-6-57-100 0,3 6-432 0,-4 4-220 16,3 6-12-16,2 0-116 15,-1 3-104-15,-5-3-132 0,1-3-260 0,-4-3-168 16,0-7-164-16,0-6-212 0,0-3-292 0,-4-11-728 16,1-2-1188-1,-5-2-2065-15,-1-11 205 0,-2-3 3269 0</inkml:trace>
  <inkml:trace contextRef="#ctx0" brushRef="#br0" timeOffset="76836.995">13486 11306 4912 0,'0'0'7809'0,"0"0"-6445"0,0 0-656 16,0 0 112-16,0 0 484 0,0 0-224 0,92-10-228 16,-68 20-212-16,4-1-140 0,-1 4-144 15,-3 0-136-15,4-1-4 16,-7 4-92-16,-6 0-16 0,1 0-96 0,-8 1 36 16,-4-2-44-16,-4 0 72 0,0 2 8 15,-4 2 0-15,-4-3-36 0,-8-1 4 16,-3-2 32-16,-2-4-24 0,1-2-12 0,-3-4 24 15,3-3 16-15,3 0-3 16,-2 0-77-16,-1-10-8 16,8-5-261-16,-8-4-115 0,5-6-344 0,2-7-24 15,1-3-92-15,5 0-372 0,2-4-1032 16,1 8-2128-16,4 6-3529 16,0-13 5577-16</inkml:trace>
  <inkml:trace contextRef="#ctx0" brushRef="#br0" timeOffset="77454.735">14598 9864 1228 0,'0'0'6564'0,"0"0"-4260"16,0 0-575-16,0 0-181 0,0 0-104 15,0 0-336-15,48 105-128 0,-48-54-336 16,0 10-136-16,0 2-76 0,-8 4 36 0,-4 3-124 16,0-4-120-16,0-6-84 0,4-9-140 0,-4-9-132 15,4-11-40-15,4-12 12 16,0-6 0-16,4-10 12 0,0 0 36 15,0-3 16-15,4-3-76 0,4-6 172 0,4-4 60 16,0-6 124-16,4 0-84 0,4-6-96 16,-4 6-4-16,-1 0-76 15,2 0 28-15,2 6 40 0,1 3-44 0,1 3 52 0,-6 7 84 16,5 0 112-16,1 0-108 16,-6 7-28-16,1 3 28 15,-8 3-80-15,0-1 128 0,-4 1-16 0,0 3 28 16,-4 0-36-16,0-1-28 0,-12 1 0 15,0-3-32-15,0-1-52 0,-4 1 0 16,-4-6-136-16,0-1-244 0,8-3-208 0,-3-3-288 16,2 0-468-16,6-3-836 15,-1-7-2201-15,-1 1-2579 0,9-10 5824 0</inkml:trace>
  <inkml:trace contextRef="#ctx0" brushRef="#br0" timeOffset="77717.264">15419 10268 5412 0,'0'0'8909'16,"0"0"-7861"-16,0 0-632 0,0 0-156 16,92 76 260-16,-69-44 448 0,5 5-64 15,-8 5-388-15,4 3-268 0,-4 2-64 0,0 5 84 16,0 0-108-16,-4 3-60 0,-4-2-28 15,-8 2 12-15,0-1-84 0,-4 0-72 16,-4 0-12-16,-5 0 8 0,-6 3 16 0,-2-7-136 16,-2 2-136-16,-5-9-108 0,0-1-140 15,0-7-104-15,1-3-84 0,-5-9-324 16,4-9-804 0,-4-3-1373-16,7-8-4099 0,-6-3 6520 0</inkml:trace>
  <inkml:trace contextRef="#ctx0" brushRef="#br0" timeOffset="78491.715">16340 10071 836 0,'0'0'232'16,"0"0"8228"-16,0 0-6551 0,0 0-537 16,0 0-200-16,0 0-84 0,35-70-80 0,-19 51-204 15,0 3-284 1,-4 0-248-16,0 3-160 0,0 7-24 0,-4 0-48 16,-1 6-32-16,-2 0 36 0,-1 3 164 15,4 13 28-15,-4 3 72 0,-1 10-88 16,-3 3-144-16,0 6 12 0,-7-1-88 0,-1 1-8 15,-1 1-52-15,-2-2 0 0,-1 5-4 16,0-1 4-16,4-3-40 0,-4 4 40 16,4-11 48-16,0-2 8 0,4-7-4 0,4-6-56 15,0-3-60-15,0 0-120 16,0-1 32-16,8 1 164 0,-1 6 40 16,2 3 8-16,3 6 112 0,4 7-28 0,-4 1 4 15,-1-1-80-15,6 6 52 0,-2-4-56 16,5 5-4-16,1 0 0 15,-2-1 0-15,1 0-4 0,0 0-68 16,0 0 60-16,-4-2 4 0,-4 2-4 16,0 0 4-16,-8 1-52 0,0-1 48 0,0 0-64 15,-4 0-156-15,0 0-4 0,-8-5 0 16,4-2 112-16,-1-6 60 0,-2-1-84 16,-1-9-228-16,0-2-300 0,0-9-268 0,-4-1-108 15,4-6-208-15,-4-3-1017 0,4-4-3403 16,-4-12 1128-16</inkml:trace>
  <inkml:trace contextRef="#ctx0" brushRef="#br0" timeOffset="81953.239">18391 10582 6400 0,'0'0'5345'0,"0"0"-5085"0,0 0 60 0,0 0 792 16,0 0 460-16,0 0-164 0,0 0-696 0,0 0-128 15,0 0-128-15,-12 73-160 16,20-45-24-16,0 7-36 15,0 0-104-15,0 1-28 0,0-5-104 0,-4-5-136 16,3-4-120-16,-2-9-4 0,-1-4-124 16,4-3-148-16,-4-6-64 0,0 0-444 15,3-3-764-15,-2-7-68 0,-5-2-3213 16,0-16-2055-16</inkml:trace>
  <inkml:trace contextRef="#ctx0" brushRef="#br0" timeOffset="82078.786">18430 10258 3512 0,'0'0'6960'0,"0"0"-5019"0,0 0-485 0,0 0-596 15,0 0-268-15,0 0-488 0,0 0-104 16,0 0-180-16,81 6-868 0,-50-2-1004 0,-6-4-2397 16,6 3-3246-16</inkml:trace>
  <inkml:trace contextRef="#ctx0" brushRef="#br0" timeOffset="82349.508">18889 10366 5184 0,'0'0'5468'0,"0"0"-4783"0,0 0-161 16,0 0 820-16,0 0 192 0,-44 77-340 15,33-58-380-15,2-5-192 0,5 3-152 16,0-4-128-16,1-1-220 0,3 1-116 0,3 3 44 16,5-4 44-16,5 1-32 0,-2 3-64 15,10 0 4-15,-6 0 64 0,5 0-16 16,-4-3-4-16,4 3-36 0,-4-5 88 0,-4 3-16 15,-1 2-76 1,-2-4-4-16,-1 4 44 0,-4 0 28 0,-4 3-76 16,0 1-12-16,0-2-36 0,-4 5-76 0,-9-2-196 15,2-4 12-15,-1-2-164 0,0 2-72 16,-4-8-56-16,0 0-216 0,0-2-396 16,4-1-1028-16,0-3-2541 0,1-3-2727 0</inkml:trace>
  <inkml:trace contextRef="#ctx0" brushRef="#br0" timeOffset="82890.655">20574 10455 3400 0,'0'0'428'0,"0"0"6388"16,0 0-5311-16,0 0 79 0,-84-61-68 0,69 55-316 0,-5 6-168 16,0 0-228-16,8 11-248 0,-3 8-200 15,2 6-60-15,1 6-4 0,0 10 76 16,4 1-28-16,0 0-24 0,5-9-144 16,-1 0-172-16,4-11-60 0,0-6-136 15,0-10-12-15,7-3-72 0,9-3 108 16,4-6 100-16,4-10 64 0,4-6-212 15,0-10-76-15,0 3-20 0,-5-2 68 16,-2 2 76-16,-5 10 24 0,-4 3-12 0,-1 10-76 16,2 3-20-16,-6 3 256 0,5 6 108 15,1 7 200-15,-2 6 88 0,-3 3-88 16,4 3-12-16,0-2-100 0,-4 2-88 16,8-3-8-16,-8 1-100 0,8-4-72 0,3-7-36 15,2 1-112-15,7-7-4 0,4 0-252 16,3-6-528-16,5 0-388 15,-12 0-1328-15,20-12-2829 0</inkml:trace>
  <inkml:trace contextRef="#ctx0" brushRef="#br0" timeOffset="83182.636">21542 10271 9156 0,'0'0'3033'0,"0"0"-2253"16,0 0-208-16,20 76 648 0,-16-29 440 0,0 17-488 16,-4 12 88-16,0 8-328 0,0 7-124 15,5 1-104-15,-1 3-131 0,0 1-197 0,0-1-232 16,-1-6-136-16,5 0-8 15,-4-10-120-15,1-5-292 0,-1-11-149 16,3-13-291-16,-3-14-4 0,4-11 256 0,1-16-312 16,-2-9-532-16,1-9-1100 0,-4-7-1405 15,5-29-1383-15</inkml:trace>
  <inkml:trace contextRef="#ctx0" brushRef="#br0" timeOffset="83398.749">21579 10525 9548 0,'0'0'4049'16,"0"0"-3821"-16,0 0-100 0,0 0 112 0,0 0 532 15,92-25 60-15,-64 25-216 0,-5 0-252 0,5 3-152 16,-8 3-200-16,0 7-12 16,-8-1 0-16,-1 4-100 0,-11 6 96 0,0 0 0 15,-7 8-48-15,-9 1 44 0,-8 1-196 16,-4-4-168-16,-4 1-148 0,0-4-20 0,4-2-40 15,4-8-436-15,4-4-864 0,5-5-2161 16,-2-6-2511-16</inkml:trace>
  <inkml:trace contextRef="#ctx0" brushRef="#br0" timeOffset="83653.828">22013 10668 4940 0,'0'0'10925'0,"0"0"-9721"0,0 0-1016 0,0 0 12 16,0 0 60-16,0 0 36 0,0 0 64 15,88-13-52-15,-45 4-88 0,1 2-208 16,0 0-12-16,-4 4-208 15,-1-2-212-15,2 1-520 0,-9 2-400 0,-4 2-664 16,0-5-3157-16</inkml:trace>
  <inkml:trace contextRef="#ctx0" brushRef="#br0" timeOffset="84051.631">22909 10281 2948 0,'0'0'10869'16,"0"0"-9605"-16,0 0-1200 0,-108 31 352 0,69-2 564 0,-1 2 216 15,1 8-540-15,-2-1-324 0,9 3-160 16,4-3 136-16,9-3 156 0,10-6-216 15,9-3-248-15,4-5-28 0,13-5-20 16,3 0 40-16,3-4-40 0,5-2 40 16,4-3-64-16,-4-4 60 0,4 0-4 15,-4 0-72-15,-4 0 80 0,0 3-44 0,-5 1-24 16,-2-1 16-16,-6 0 60 0,-7 1 140 16,1 2 164-16,-5 2-20 15,0 1-4-15,0-3-136 0,-5 0-44 16,-3 1-52-16,1-3-48 0,-1-4-40 15,-1 1-216-15,5-2-220 0,0-2-212 16,1-2-100-16,3-9-252 0,0-2-500 0,0-9-784 16,7 3-2377-16,6-16-1751 0</inkml:trace>
  <inkml:trace contextRef="#ctx0" brushRef="#br0" timeOffset="84375.023">23192 10458 9864 0,'0'0'5033'0,"0"0"-4137"0,0 0 108 0,0 0 780 16,0 79-16-16,-8-50-456 16,1-1-535-16,-6-4-313 0,9-6-296 15,0 1-168-15,4-6-72 0,0-5-88 0,8-1-68 16,5-3-64-16,-2-4-120 0,5 0-25 16,4-13-39-16,0 1-96 0,-4-7-16 15,4 0 60-15,-5-1 76 0,-2 1 180 0,-2 3 112 16,-3-3-48-16,5 3 32 0,-6 4 104 15,1-1 72-15,-4 7 332 0,1 3 40 0,-1 3 92 16,0 0-68-16,3 3-68 0,-3 6 176 16,0 7-104-16,5 0 4 0,-5 3-184 15,3 3-4-15,-3-3-8 0,-4 3-63 16,4-5-145-16,0-2-36 16,1-2-121-16,-5-8-195 0,4 2-380 15,3-7-124-15,1 0-16 0,0-9 12 0,0 0-1512 16,4-13-3577-16</inkml:trace>
  <inkml:trace contextRef="#ctx0" brushRef="#br0" timeOffset="84742.283">23694 9887 1592 0,'0'0'10509'16,"0"0"-8925"-16,0 0-860 15,0 0 764-15,0 0 260 0,37 95-216 0,-34-53-248 16,1-2-260-16,0 8-331 0,-4-1-221 16,0 5-168-16,0-5-148 0,-4 4-156 15,0-3 0-15,-8-1-144 0,0 0-16 16,-4-2-152-16,0-4-64 0,4-6 47 0,4-6-11 16,0-10 84-16,8-7 24 0,0-1-60 15,8-5 48-15,5 0 108 0,6-3 132 16,1 1 4-16,4-1 0 0,0 0-8 0,0 0-4 15,-4 0 0-15,4-1-36 0,-9 5 48 16,2 0 4-16,-2-4 0 0,-7 4-4 16,-3-1 136-16,-1 0 84 0,-4 0-16 15,0 1 4-15,-9 2-48 0,-3 1-76 0,1-4-84 16,-9-3-40-16,-1 1-204 0,2-4-184 16,-1 0-120-16,4-7-128 15,-4-2-296-15,-4-4-900 0,12 0-2136 0,-12-6-1909 16</inkml:trace>
  <inkml:trace contextRef="#ctx0" brushRef="#br0" timeOffset="85238.084">24348 10557 9852 0,'0'0'5649'0,"0"0"-4741"0,0 0-420 16,0 0 144-16,0 0 272 0,0 0 20 15,0 0-32-15,0 0-292 0,0 0-296 16,0 0-36-16,-92 69-4 0,72-33 129 15,4-5 127-15,8-6-436 16,4-6-84-16,4-3-268 0,0-5-144 0,4-6-1 16,4-2 97-16,8-3 48 0,0-3 136 15,4-9-88-15,4-8-124 0,4 1-132 0,-9 1-236 16,1-1 112-16,-3 6 168 0,-2 3 96 16,-7 7-84-16,1 3 144 0,-2 0 276 15,-3 7 112-15,0 5 572 0,0 4-176 16,5 0-28-16,-5 6-160 15,3 0-76-15,1 4-84 0,5 2 84 16,-2 0 64-16,1 5-128 0,0-5-68 0,-4 1-4 16,0-1-104-16,-4 4-4 0,-4-3-4 0,0 3 0 15,-8-4-68-15,0 1-64 0,-8-1-120 16,4-3-72-16,-4-2-92 16,4-4-244-16,1-7-148 0,2-5-432 0,1-3-836 15,4-4-596-15,4-17-2793 0</inkml:trace>
  <inkml:trace contextRef="#ctx0" brushRef="#br0" timeOffset="85490.843">24921 10618 3372 0,'0'0'1968'0,"0"0"3332"0,0 0-3911 15,32 69-109-15,-28-31 168 0,-4 3-156 0,0 11-164 16,-8 1-260-1,0 4-76-15,-4 4 4 0,4 1-232 0,-3 6-284 16,-2-2-180-16,1 0-100 0,1 2-28 16,-2-5-140-16,-2-2-40 0,2-1-24 15,-2-3-76-15,2-6 112 0,-2-4-12 0,3-9-12 16,4-6-88-16,0-7-112 0,4-9-64 16,4-7-260-16,-4-9-344 0,4-2-604 15,0-10-848-15,8-8-1337 0,-4 4-211 16</inkml:trace>
  <inkml:trace contextRef="#ctx0" brushRef="#br0" timeOffset="85720.442">25037 10585 4668 0,'0'0'6977'0,"0"0"-5633"0,0 0-592 15,0 0-80-15,0 0 212 0,92-57-28 16,-72 51-228-16,7 2-268 0,-3 1-184 15,-4 3-176-15,1 0-28 0,-10 0-120 0,-3 3-12 16,-8 4 112-16,0 5 48 0,-12 4 236 16,-8 7-12-16,-12 2-112 0,-4 3 12 0,-7 5 124 15,-5 1-48-15,-4 1-200 0,4-2-64 16,-4 2-72-16,5-8-112 0,6-2-360 16,6-2-572-16,15-7-1004 15,0-6-4013-15</inkml:trace>
  <inkml:trace contextRef="#ctx0" brushRef="#br0" timeOffset="85873.815">25735 10931 13833 0,'0'0'6924'0,"0"0"-6924"0,0 0-436 15,0 0-508-15,0 0-388 0,-88 0-456 16,64 3-2180-16,-25 0-5685 15</inkml:trace>
  <inkml:trace contextRef="#ctx0" brushRef="#br0" timeOffset="89583.695">4067 13516 8068 0,'0'0'7153'0,"0"0"-6005"0,0 0-920 0,0 0-220 15,4 67 544-15,0-27 652 0,0 11-196 0,5 14-348 16,-5 4-220-16,-1 10-72 0,1 4-52 15,0 2-148-15,-4 4-168 16,-4-6-8-16,0-3-160 0,1-15 32 0,3-7-228 16,0-14 36-16,0-11-52 0,0-12-60 15,3-10-212-15,5-9-312 0,-4-2-808 16,5-9-1108-16,-2-5-2173 16,-3-20-2411-16</inkml:trace>
  <inkml:trace contextRef="#ctx0" brushRef="#br0" timeOffset="89961.23">4116 13621 7052 0,'0'0'1700'15,"0"0"1245"-15,0 0-1489 0,0 0 8 0,0 0-4 16,95-38-236-16,-59 38-404 0,0 0-252 16,3 0-128-16,2 3-156 0,-6 2-88 15,-3 6-60-15,0 1-88 0,-12 7 12 0,-4 6 52 16,-9 4 8-16,-7 9-120 0,-7 7 0 15,-14 8-12-15,-2 5-48 16,-9 2-48-16,-8-3-40 0,4 0 24 0,1-6 124 16,3-6 104-16,4-7-44 15,4-6 52-15,8-7-28 0,7-6-84 0,2 0-60 16,7 0 52-16,0-4-104 0,0 2-8 16,12 1-28-16,0 1 0 0,3 0-36 0,2 1 48 15,-1 2 76-15,3 0 60 0,-6 0 4 16,-5-2 0-16,-4 1 68 0,-1 2 16 15,-3 2-4-15,-3 0-84 0,-5 2 0 16,-5-2-120-16,2-3-80 0,-6 0-44 0,2-2-116 16,-2-9-108-1,2 3-200-15,-5-5-144 0,4-3-284 16,0-6-640-16,0 0-452 0,8-3-3465 0</inkml:trace>
  <inkml:trace contextRef="#ctx0" brushRef="#br0" timeOffset="90728.301">4614 14440 4576 0,'0'0'6016'0,"0"0"-2823"16,0 0-1865-16,0 0-836 0,0 0 108 0,0 0 452 15,0 0-160-15,82 67-164 0,-73-42-176 0,3 3-232 16,-8 1-112-16,-4 0-100 0,0 2-64 15,0-6-44-15,0-2-12 16,0-2-72-16,-4-7-100 0,4-5-84 16,0-6-52-16,0-3-108 0,0 0-140 0,0-5 136 15,4-5 120-15,4-5 100 0,4-9 40 16,-1-1 112-16,6 0 56 0,-6-1-4 16,6 1-64-16,-6 2 60 0,2 4 12 15,-1 4 0-15,-1 5 128 0,2 4 68 0,-6 2 92 16,1 4 56-16,0 0-72 0,1 4-24 15,2 5-88-15,-3 5-12 0,0 0 48 16,-4 3-36-16,4 2-72 0,-4 0-28 16,0 0-48-16,0 0-12 0,-4 0-92 0,4 0-440 15,-4-3-368-15,4 2-308 16,-4-1-328-16,4-5-340 0,-4-1-1261 16,4-9-2699-16,0 2 1720 0</inkml:trace>
  <inkml:trace contextRef="#ctx0" brushRef="#br0" timeOffset="91091.995">5470 13766 6368 0,'0'0'1328'0,"0"0"3509"15,0 0-3805-15,0 0-140 0,0 0-8 16,0 0 408-16,0 0-136 0,0 0-316 16,0 0-224-16,0 0-172 0,0 0-92 15,-40 20-56-15,36-4-92 0,-4 9 4 16,4 6-72-16,1 10 8 0,-1 4-32 15,-1 6 20-15,1 0-48 0,-4 6-36 16,1 0-48-16,-6 4-8 16,1-8-44-16,1 1 40 0,2-5-84 0,1-8-48 15,5-4-432-15,-1-2-132 0,4-9 8 0,4-3-88 0,3-4-212 16,10-11-844-16,-2-2-1956 16,9-6-1805-16</inkml:trace>
  <inkml:trace contextRef="#ctx0" brushRef="#br0" timeOffset="91425.847">5701 13716 8160 0,'0'0'7357'16,"0"0"-6401"-16,0 0-732 0,0 0-216 0,0 0 140 15,92 48 512-15,-61-40 156 0,5 3-248 16,5-11-248-16,2 0-208 0,0-6-112 0,2-7-64 15,-2 0-132-15,-2-6-172 0,-5-1-288 16,-5 2-384-16,-3-5-404 0,-8 7-860 16,-8 1-1989-16,-4 2-1903 0</inkml:trace>
  <inkml:trace contextRef="#ctx0" brushRef="#br0" timeOffset="91629.894">6032 13728 9548 0,'0'0'2193'0,"0"0"-1257"0,-20 74-564 0,12-36 264 0,4 12 708 16,-4 4 128-16,0 4-376 0,4 5-464 0,-8 0-128 16,4 0-172-16,0 1-112 15,-4-7-84-15,5 1-36 0,-6-10-92 0,5-11-8 16,4-5-124-16,1-10-208 0,3-9-232 0,0-10-104 16,3-3-240-16,5 0-432 15,5-9-252 1,-2-10-696-16,1-4-501 0,4-8-1731 0,-8 9 1120 0,8-20 2397 15</inkml:trace>
  <inkml:trace contextRef="#ctx0" brushRef="#br0" timeOffset="91835.328">6152 13830 5412 0,'0'0'976'0,"0"0"3997"0,0 0-3369 16,0 0-956-16,0 0-164 0,11 92 300 15,-11-54 500-15,0 4-184 16,0 5-292-16,0 1-204 0,-4-1-136 0,-3 0-64 0,3-2-64 15,-5 0-92-15,1-4-164 16,4 1-84-16,-3-8-8 0,-6-2-140 16,5 0-180-16,5-7-40 0,-5-3-76 0,8-6 12 15,-4-2-48-15,-1-6-40 0,5-2-164 16,0-6-384-16,0 0-648 0,9-9-892 16,2-3-417-16,-3-4-1059 0</inkml:trace>
  <inkml:trace contextRef="#ctx0" brushRef="#br0" timeOffset="91976.985">6243 14249 5308 0,'0'0'2312'0,"0"0"2557"0,0 0-3781 15,0 0-556-15,0 0 152 0,0 0 524 16,0 0-568-16,88-16-388 0,-65 7-252 16,1-4-100-16,4-7-616 0,0 1-592 15,-4 0-1164-15,8-9-3401 0</inkml:trace>
  <inkml:trace contextRef="#ctx0" brushRef="#br0" timeOffset="92176.833">6670 14147 5156 0,'0'0'4472'0,"0"0"697"0,-24 89-4525 16,16-48-508-16,-5 14 340 16,6 2 444-16,-6 3 132 0,5 3-348 0,1-3-348 15,-1 1-172-15,-1-4-92 0,5-3-92 0,-3-2-184 16,3-8-88-16,0-3-232 15,0-9 60-15,4-4-176 0,0-8 8 0,0-9-128 16,0-4-168-16,0-7-420 0,0 0-512 16,0-9-945-16,4 0-2271 15,-4-14 1888-15</inkml:trace>
  <inkml:trace contextRef="#ctx0" brushRef="#br0" timeOffset="92417.975">6653 14290 1696 0,'0'0'5412'0,"0"0"-647"16,0 0-3609-16,0 0-572 16,0 0-188-16,0 0 96 0,0 0 64 0,0 0-40 15,84 63-212-15,-76-56-152 0,-4 3-152 16,0-1-60-16,-4 1-80 0,0-4-388 16,-4 7-104-16,-4 0 216 0,-8-1 36 0,-4 1 36 15,0 0 100-15,-4-4 132 0,-4 0-220 16,5-5 128-1,-1-4 204-15,0 0 0 0,8-13-448 16,4-6-632-16,0-6-2105 0,8-10-3379 0,-1 6 6460 16,5-22-444-16</inkml:trace>
  <inkml:trace contextRef="#ctx0" brushRef="#br0" timeOffset="92658.472">7183 13547 6292 0,'0'0'924'16,"0"0"4649"-16,0 0-4845 0,84 51-384 16,-56-28 84-16,0 5 332 0,-4 0 208 15,-5 7-264-15,2 0-316 0,-2 7-252 0,1-1-100 16,-3 3-32-16,-6 1-8 0,-3 0-64 16,-4-1-32-16,-4 0 12 0,-8 4-200 15,-4-1-96-15,-4-3 52 0,-3 5 140 16,-2-8 184-16,-7-4-296 0,0 3-340 15,-3-9-408-15,-1-2-492 0,0-1-373 16,8-12-531-16,-12 3-832 0</inkml:trace>
  <inkml:trace contextRef="#ctx0" brushRef="#br0" timeOffset="92975.681">8000 14090 1420 0,'0'0'12737'16,"0"0"-10709"-16,0 0-1076 0,79 29-592 0,-34-23 76 15,-6 1 32-15,10-7-184 0,-6 0-284 16,0 0-64-16,2 0-612 0,-6-7-244 16,6 4-220-16,-10 0-196 15,-7 0-1572-15,-8 3-1805 16</inkml:trace>
  <inkml:trace contextRef="#ctx0" brushRef="#br0" timeOffset="93124.609">8092 14408 14841 0,'0'0'2432'0,"0"0"-1540"16,0 0-708-16,0 0-72 0,0 0 136 16,0 0 84-16,0 0-64 0,111 35-268 15,-63-35-132-15,8-3-224 0,0-10-176 16,3 0-460-16,-3-3-560 0,-12 4-1476 0,16-8-3609 15</inkml:trace>
  <inkml:trace contextRef="#ctx0" brushRef="#br0" timeOffset="93820.229">10004 13008 6144 0,'0'0'1312'0,"0"0"984"15,0 0 61-15,0 0-733 16,0 0-448-16,0 0-304 16,0 0 80-16,0 0-216 0,0 0-44 0,0 0-24 15,0 0-152-15,-71 101-64 0,51-41-36 16,-1 14 12-16,2 8-64 0,-5 7-108 15,-4 6-108-15,-4 4-100 0,0-1-44 0,-3 4-4 16,3-11-100-16,0-4-8 0,4-14-232 16,4-10 204-16,3-13-20 15,14-8-52-15,-1-10 12 0,8-7 48 0,0-2-60 16,4-5 24-16,7 2-96 0,2-5 20 16,2 4-32-16,6 4 68 0,-2 2 152 0,1 7 64 15,1 3 8-15,-2 6 8 0,-3 3 104 16,-4 8-28-16,0 2-80 0,0-1 44 15,-4-1-40-15,0 1-8 0,-4-2-52 0,0 0-180 16,-4-6-116-16,0-1-8 16,0-6-168-1,-4 3-336-15,-4-6-360 0,0-4-488 16,4-8-536-16,-4-1-2165 0</inkml:trace>
  <inkml:trace contextRef="#ctx0" brushRef="#br0" timeOffset="94472.374">10769 13449 5580 0,'0'0'1264'0,"0"0"-552"0,0 0-164 15,0 0 1212-15,0 0 277 0,0 0-705 0,0 0-264 0,0 0 4 0,-31 0-256 16,18 16 88-16,-2 6-100 16,-6 10-124-16,1 9-88 0,1 10-104 0,-2 9-8 15,6 10 32-15,-1 5-112 0,4 6-156 16,0 5-148-16,4 5-96 0,0 1-8 15,0 7-56-15,4-4 4 0,-4 4 52 0,4-7-40 16,4 0 0-16,0-10-28 16,8-5-92-16,8-11-4 0,0-2-144 15,8-13-160-15,0-4-76 0,4-9-184 16,-4-6-192-16,3-7-568 0,1-3-448 0,0-3-672 16,-8-6-1761-16,4-1-2603 0</inkml:trace>
  <inkml:trace contextRef="#ctx0" brushRef="#br0" timeOffset="95272.19">11406 13484 5124 0,'0'0'1160'15,"0"0"-472"-15,0 0-168 16,0 0 0-16,0 0 528 0,-4-68 684 0,4 57-687 0,-7 1-341 15,3 4-180-15,0 0 128 16,0 2 336-16,-5 4-208 0,6 0-48 0,-9 0-32 16,-1 7-164-16,-2 5-80 0,-9 11-120 15,0 5-92-15,1 10-20 0,-2 3 48 0,1 1-16 16,9-1-72-16,-2-9-60 0,10-7-112 16,3-9-12-16,4-6-48 15,0-7-248-15,8-1-72 16,7-2-28-16,5 0 188 0,4-5-76 0,1-8-112 0,3-3-116 15,-1 0 40-15,-3-6 108 16,0 3 196-16,-4 2 156 0,-5 5 12 0,-2 3 4 16,-5 3 124-16,-4 2 136 0,-1 2 12 15,1 2 124-15,-4 2 20 0,4 4 28 16,-4 7-28-16,4 3-88 0,-4 3-84 16,0 3-28-16,0 4-72 0,0-4-52 0,-4-3-84 15,4 0-12-15,0 0-92 16,0-7-104-16,0 1-432 0,4-2-300 0,5 1-316 15,-5-3-648-15,3-2-1032 16,1 2-2321-16</inkml:trace>
  <inkml:trace contextRef="#ctx0" brushRef="#br0" timeOffset="95451.954">11677 13795 10348 0,'0'0'2033'0,"0"0"-693"15,0 0-832-15,0 0 412 0,0 0 452 0,0 0-464 0,-15 79-532 16,11-63-376-16,4 0-56 16,0-3-56-16,0 0-236 0,0 2-372 0,0-2-236 15,4-1-280-15,0 5-304 0,0-8-957 16,3 1-2011-16</inkml:trace>
  <inkml:trace contextRef="#ctx0" brushRef="#br0" timeOffset="95658.58">12152 14166 6900 0,'0'0'7557'15,"0"0"-6221"-15,0 0-1336 0,0 0 12 16,0 0-12-16,0 0 176 15,0 0-176-15,0 0-364 0,99 64-1012 0,-71-58-948 16,-8 1-2049-16,16 5-2191 0</inkml:trace>
  <inkml:trace contextRef="#ctx0" brushRef="#br0" timeOffset="95835.112">12682 14700 10288 0,'0'0'2033'16,"0"0"-1445"-1,0 0-488-15,0 0 208 0,0 0 316 0,56 66 452 0,-41-55-308 16,2 1-476-16,-2-5-292 0,1 2-404 16,4 0 92-16,0 1 172 0,-5-4 64 15,6 4-48-15,-5-4-256 0,0 0-264 16,0-3-324-16,-1 1-428 16,-2-1-1125-16,2-3-2147 0</inkml:trace>
  <inkml:trace contextRef="#ctx0" brushRef="#br0" timeOffset="95956.036">13191 15021 7096 0,'0'0'5865'0,"0"0"-4593"0,0 0-1272 0,0 0-484 15,0 0-332-15,0 0-580 16,0 0-1681-16,0 0-4731 0</inkml:trace>
  <inkml:trace contextRef="#ctx0" brushRef="#br0" timeOffset="96561.745">13758 15198 4864 0,'0'0'1040'0,"0"0"-348"16,0 0 996-16,0 0-768 0,-4-73-52 16,-1 57 85-16,-3 0 167 0,0 4-8 0,-3-1-56 15,2 7-236-15,-2-1-76 0,3 7 196 0,-5 0-208 16,2 0-296-16,-2 10 8 0,-6 9 100 16,-5 4-44-16,0 7-216 0,-4 10-4 15,5 4-12-15,-5 3 28 0,3 1 20 16,5-6-36-16,5-4-124 0,2-10-156 15,9-6-56-15,4-9-112 0,0-4-124 0,13-5-88 16,2-4 112-16,6 0 72 16,3-10-12-16,8-3-124 0,-1-9-36 15,1 0-60-15,-4-4-4 0,-1 5 60 0,-3-2 172 16,-3 7 144-16,-10 1 56 0,2 4 8 16,-6 5 4-16,-3 3 0 0,0 3 88 15,0 0 284-15,-4 6-16 0,4 8 128 16,5 5-216-16,-6-1-72 0,5 11-36 0,-4-3-60 15,4 5-100-15,4 1-12 0,-4 0-8 16,5-4 0-16,-2-3-92 16,5-3-364-1,-4-2-696-15,7-8-592 0,2-5-892 0,-5-4-1509 0,7-3-1703 16</inkml:trace>
  <inkml:trace contextRef="#ctx0" brushRef="#br0" timeOffset="101150.752">13264 13278 6536 0,'0'0'3008'16,"0"0"-1095"-16,0 0-401 0,0 0-356 0,0 0 32 15,0 0-128-15,0 0-164 0,0 0-128 0,28 82-224 16,-21-51-112-16,1 11-52 0,-4 0-12 16,4 2-64-16,-4 3-44 0,-4 3-4 15,0 2-100-15,0-1-56 0,0-4-28 16,0 1-72-16,-4-4 12 0,0-5-12 0,0-4-56 15,4-9-20-15,-4-5 28 0,4-5 36 16,0-3-96-16,0-7-100 16,0 1-112-16,0-7-144 0,0 0 24 15,0 0 32-15,0 0 100 0,0 0 64 16,4-3 96-16,0-4 48 0,4-2 100 16,0-4-8-16,4-4-56 0,-5 3 4 15,6-3-28-15,-5 4 76 0,-1 1-48 0,2 2-64 16,-1 3 24-16,0 5-12 0,-1 2 24 15,2 0 76-15,-1 0 12 0,-1 0 0 16,1 6 0-16,-3 0 64 0,-1 1 60 16,0-1 60-16,-1 0 28 0,-3 5 36 0,0-3 60 15,0 3-48-15,-7-3-116 0,-2 3-68 16,-2 1-76-16,-1-3-4 0,-4 1 4 0,-4 3-4 16,0-7-108-16,0 3-96 0,0-5-64 15,4-1-12-15,1-3-76 0,2 0-48 16,5 0-204-1,-3-7-132-15,6-2-436 0,1 0-332 0,4-4-384 0,0-1-549 16,4 2-1679-16</inkml:trace>
  <inkml:trace contextRef="#ctx0" brushRef="#br0" timeOffset="101421.921">13730 13941 6048 0,'0'0'2208'15,"0"0"-328"-15,0 0-307 0,0 0-77 0,0 0-264 0,0 0-384 16,0 0-244-16,84 12-76 16,-77 1 8-16,5 0 76 0,-4 6-56 0,-8 1-188 15,4 2-144-15,-4 0-64 0,0 0-100 16,-4-3-60-16,0 0-8 0,0-2 0 0,0-5-140 15,0-3-296-15,0-5-60 0,4-4-132 16,-4 0-224-16,4-6-488 0,-3-8-1452 16,3 5-1689-16,-5-14-1547 0</inkml:trace>
  <inkml:trace contextRef="#ctx0" brushRef="#br0" timeOffset="101589.269">13801 13677 8656 0,'0'0'2289'0,"0"0"-785"0,0 0-612 0,0 0 240 16,0 0-224-16,88-25-692 0,-64 19-216 15,4 0-832-15,0-1-832 16,-9 4-2257-16,5 0-3295 0</inkml:trace>
  <inkml:trace contextRef="#ctx0" brushRef="#br0" timeOffset="102372.593">14100 14059 8052 0,'0'0'1748'16,"0"0"-1116"-16,0 0-180 15,0 0 437-15,0 0 519 0,8 73-328 0,0-54-600 16,-5 0-276-16,-3 2-156 0,5 2 40 16,-5 3 128-16,-5-1 0 0,-2 0 284 15,-1 1 144-15,-4-3-296 0,0-9-124 0,0 3-100 16,5-8-116-16,2-2-8 16,-3-4-8-16,4-3-280 0,-4 0-472 15,5-6-360-15,-6-11-452 0,5 4-772 16,4-12-5925-16</inkml:trace>
  <inkml:trace contextRef="#ctx0" brushRef="#br0" timeOffset="102519.697">14175 13862 7824 0,'0'0'4389'0,"0"0"-2833"0,0 0-704 15,0 0 568-15,0 0-204 0,0 0-596 16,0 0-620-16,84-19-420 0,-63 6-704 0,-2-1-828 15,-3 6-2837-15,4-11-4231 0</inkml:trace>
  <inkml:trace contextRef="#ctx0" brushRef="#br0" timeOffset="103081.241">15311 13741 1252 0,'0'0'8924'0,"0"0"-6315"16,0 0-1017-16,24 73-484 0,-8-44 88 0,0 5 44 16,8 1-188-16,0 6-268 0,3 4-172 15,1 3-76-15,0 3-60 0,0 3-88 16,0 3-95-16,-4 6-125 0,-4 1-72 16,0 3-12-16,-9-1-32 0,2 7-4 15,-5 0-36-15,-8 3-4 0,0 4-8 16,-8-4-12-16,-8-3-160 0,-4-1-80 0,-4-4-113 15,-8-5-111-15,4-2 52 16,-7-4-52-16,3-7 60 0,-4-3 0 16,-4-5-76-16,0 0-88 0,4-8-408 0,1 2-260 15,-6-8-328-15,14-6-768 0,-13 7-2225 16</inkml:trace>
  <inkml:trace contextRef="#ctx0" brushRef="#br0" timeOffset="103737.341">11593 14872 7188 0,'0'0'2428'0,"0"0"-583"0,-3 91-501 16,6-46 20-16,6 6 48 0,7 2-216 0,0 1-316 16,-1-6-236-16,6-3-272 0,-1-11-128 15,7-8-72-15,1-10-48 0,4-7-68 16,4-9-56-16,0 0 0 0,4-9 0 16,3-7-68-16,5-6-128 0,-4-3-52 0,4-4-60 15,-5-3 184-15,-2-2-284 16,-5 1 12-16,-8 1-188 15,-4 1 36-15,-9-1 116 0,-3 4 108 0,-4 3 20 16,-8-5 104-16,0 5 76 0,-12 3 108 16,-4 0-184-16,-8-1 196 0,0 8-160 15,-8 2 24-15,1 4-88 0,-5 2-24 0,0 7-144 16,0 0-356-16,-4 13-352 0,4 3-389 16,0 4-423-16,12-2-788 0,-7 7-2931 15</inkml:trace>
  <inkml:trace contextRef="#ctx0" brushRef="#br0" timeOffset="106611.591">16467 13284 5532 0,'0'0'1212'0,"0"0"-732"16,0 0 12-16,88-35-88 0,-56 22 916 16,-1-2-452-16,-4-2-624 0,-2 4-244 15,-9 5-284-15,-1-6-116 0,-6 9 168 16,-1-1 232-16,-4 6 0 0,0 0 0 0,-4 0-196 16,3 6-140-16,1 9 336 15,5 10 1344-15,-5 7-531 0,-4 7-209 0,0 5 64 16,0 6-68-16,-9 4-88 0,-2 4-172 15,-5 2-160-15,0 1 48 0,-5-1 276 16,2-3-76-16,-1 1-212 0,4-8-116 16,0-6 140-16,4-9 8 0,4-6-44 15,4-6-4-15,0-2-24 0,0-2-12 0,4 1-52 16,0 5-100-16,4 6 0 0,4 7 64 16,0 3 84-16,4 8-152 0,0 8-8 0,0 0-8 15,0 6 4-15,-5 7-44 16,2-1 48-16,-1 2 4 0,0 5-4 15,-5-2 0-15,-3-5-4 0,0-3 4 0,5-2 4 16,-5-6-4-16,4-5-4 16,-4-5-84-16,4-8-36 0,0-5-64 15,0 1-36-15,-4-11-64 0,0 1-144 0,0-6 20 16,0-6-168-16,0 0-128 0,0-2-208 16,-8-5-520-16,4-4-873 15,0-3-2207-15</inkml:trace>
  <inkml:trace contextRef="#ctx0" brushRef="#br0" timeOffset="107399.003">18419 13423 6412 0,'0'0'2572'16,"0"0"-1716"-1,0 0 561-15,0 0 1207 0,0 0-920 0,0 0-420 16,20 74-516-16,-16-43-12 0,8 11 56 16,-5 4-128-16,6 9-132 0,-5 2-124 0,-1 6-148 15,6 8-76-15,-9 6-68 16,0 2-52-16,-4 3-84 0,0 1-60 0,-4-4 0 0,0-2-64 16,-4-5-116-16,3-9-128 15,1-2-20-15,1-10 8 0,-1-7-36 0,4-9-16 16,0-7-120-16,0-5-116 0,4-7-264 15,8-7-572-15,0-3-776 16,-1-6-1925-16,13-6-1687 0</inkml:trace>
  <inkml:trace contextRef="#ctx0" brushRef="#br0" timeOffset="107780.103">19216 13741 12177 0,'0'0'1840'15,"0"0"-616"-15,0 0-868 0,0 95 80 0,0-50 392 16,4 9 416-16,0 6-332 0,-1 7-236 16,-3-4-300-16,4 1-156 0,-4-7-72 15,5-3-108-15,-1-10-40 0,-4-5-184 16,4-8-220-16,0-9-268 0,0-6-176 15,3-6-80-15,-3-7-108 0,1-3-348 0,-1-3-532 16,-4-4-1157-16,0-12-2655 0</inkml:trace>
  <inkml:trace contextRef="#ctx0" brushRef="#br0" timeOffset="108141.189">19304 13640 7928 0,'0'0'3249'0,"0"0"-1353"0,0 0-992 16,0 0 160-16,84-13 360 0,-65 13-292 0,5 3-328 16,-9 7-252-16,6-1-220 0,-10 4-36 15,-2-1-112-15,-1 4-64 16,-8 6-32-16,-4 5-28 0,-13 4-60 0,-6 4-60 16,-5 3-28-16,-4 0 88 0,1 0-4 0,3-4-4 15,7-1 8-15,1-5 104 0,9-2-8 16,7-7-48-16,4 3-48 0,0-3-76 15,11 0 68-15,10 1-4 0,7-1-84 0,0 0-152 16,3-1 80-16,-3 1-116 16,0 3 40-16,-8-3-16 0,-4 0 112 0,-8 1 140 15,-8 2-68-15,0 1 76 0,-17-2 64 16,-2 5 144-16,-9-1 28 0,-4 0-104 0,0 1-32 16,-3-4-100-1,3-3 0-15,4-4-124 0,4-1-356 0,3-7-320 16,10-7-344-16,-1 0-616 15,7 0-1196-15,5-17-2525 0</inkml:trace>
  <inkml:trace contextRef="#ctx0" brushRef="#br0" timeOffset="108447.132">19635 14322 10981 0,'0'0'2180'0,"0"0"-1128"0,0 0-556 0,23 67 360 0,-19-35 536 16,0 2-212-16,-4 4-500 0,0 1-336 15,-4-5-136-15,4-5-124 0,0-6-72 16,0-11-12-16,8 1-84 0,8-10-112 0,0-3-28 16,3-3-120-1,9-10 12-15,-3-6-88 0,3-3 12 0,0-1 84 16,0-2 148-16,-9 2 176 0,1 2 16 16,-4 1 80-16,0 5 156 0,-5 2-116 15,2 4 72-15,-9 5 92 0,0 4 20 0,0 0-12 16,-1 4-72-16,2 5 84 0,-1 4-100 15,4 6-112-15,-8 3-96 0,0 0-12 16,0 4-8-16,0 0 0 16,0-1-136-16,-4-3-288 0,-4 0-392 15,3-3-344-15,2-3-692 0,-1-7-2881 16,4 1-2051-16</inkml:trace>
  <inkml:trace contextRef="#ctx0" brushRef="#br0" timeOffset="109056.191">20331 13436 7628 0,'0'0'2732'0,"0"0"-763"0,0 0-541 0,0 0 104 16,0 0-212-16,0 0-412 0,0 0-188 0,0 0-192 15,-11 89-24-15,3-38-72 0,-1 13 32 16,2 5-12-16,-1 5 156 0,-1 1-148 16,5 2-179-16,-3-4-133 0,3-4-140 0,0-5 40 15,4-3-44-15,0-11-4 16,0-5-60-16,4-7-64 0,7-13-117 0,10-6-139 15,-1-9-92-15,3-4-64 0,9-6-40 16,1 0 0-16,2-12-312 16,1-7-724-16,0-6-1136 0,-12 4-2397 15,8-10-2571-15</inkml:trace>
  <inkml:trace contextRef="#ctx0" brushRef="#br0" timeOffset="109241.795">20662 13627 10920 0,'0'0'3197'0,"0"0"-1441"16,0 0-864-16,0 0-72 0,0 0 120 0,79 31 324 15,-42-24-300-15,3-1-316 0,12-3-260 16,-1-3-159-16,5 0-149 16,0-9-80-16,-4-4-417 0,-5-3-323 0,-7 1-296 0,-4-1-292 15,-8 0-792-15,-12 3-1800 16,-5 1-1493-16</inkml:trace>
  <inkml:trace contextRef="#ctx0" brushRef="#br0" timeOffset="109442.534">20973 13646 1212 0,'0'0'9813'0,"0"0"-8129"0,-28 73-804 0,20-39-424 16,1 15 508-16,2 4 684 0,5 8-24 0,-4 2-492 15,4 1-420-15,0-1-188 0,-4-3-148 16,0-2-180-1,0-11-196-15,0-6 0 0,1-6-232 0,-1-5-144 0,-1-12-88 16,5-2-112-16,0-9 12 0,0-7-224 16,0 0-256-16,9-7-708 0,-2-9-1056 15,5 4-2193-15,8-20-2403 0</inkml:trace>
  <inkml:trace contextRef="#ctx0" brushRef="#br0" timeOffset="109651.112">21072 13840 1120 0,'0'0'9676'0,"0"0"-7899"0,0 0-873 0,0 0-396 16,0 0 620-16,0 0-48 0,0 0-28 16,4 72-308-16,-4-26-200 15,4 4-64-15,-4 4 24 0,0-4 56 0,0 4-180 16,-8-6-100-16,1-3-144 0,-1-4-52 16,-5 0-84-16,2-10-160 0,3-1-240 15,-5-8-64-15,6-3 24 0,3-3-140 16,0-7-136-16,0-3-200 0,4-3-412 0,0-3-664 15,0-6-692-15,8 0-265 16,0-13-1563-16</inkml:trace>
  <inkml:trace contextRef="#ctx0" brushRef="#br0" timeOffset="109810.029">21089 14094 732 0,'0'0'9696'0,"0"0"-7483"16,0 0-801-16,0 0-208 0,0 0 192 15,0 0-216-15,0 0-232 0,95 18-320 0,-63-18-272 0,8-9-320 16,-1-4-36 0,2 0-504-16,-6-2-504 0,1-1-244 15,-4 0-908-15,-12 4-2785 0,4-1-4071 16</inkml:trace>
  <inkml:trace contextRef="#ctx0" brushRef="#br0" timeOffset="110032.195">21523 14151 5564 0,'0'0'7497'0,"0"0"-5793"0,-17 82-1000 0,10-41-112 16,-5 3 548-16,3 8 344 0,-2-1-344 15,3-1-552-15,-4 1-212 0,4-3-144 16,4-4-60-16,0-6-40 0,4-3 64 16,0-8-196-16,0-9-92 0,4-3-236 0,0-4-160 15,0-5-52 1,0-6-204-16,4 0-192 0,-4-4-44 0,0-5-408 15,0-3-616-15,0-9-760 16,0 10-1573-16,4-19-911 0</inkml:trace>
  <inkml:trace contextRef="#ctx0" brushRef="#br0" timeOffset="110247.718">21542 14147 4972 0,'0'0'2512'0,"0"0"-436"15,0 0-359-15,0 0-309 0,0 0-156 16,84-15-28-16,-67 24-292 0,-2-3-304 0,1 7-56 15,-4-1-60 1,1 5-32-16,-6-1-48 0,-3 0-148 16,-4-1-100-16,0 1-76 0,0-3-108 0,-4 3-144 15,-8-3-152-15,0 2-112 0,-3-6-136 16,-6 5-148-16,-3-5-44 0,0 1-144 0,-4-3-4 16,5-5-104-16,-1-2-288 0,0-2-281 15,8-12-251-15,4 5-476 16,0-17-804-16</inkml:trace>
  <inkml:trace contextRef="#ctx0" brushRef="#br0" timeOffset="110699.815">22092 13436 208 0,'0'0'9884'16,"0"0"-7247"-1,0 0-717-15,0 0-736 0,48 76 156 0,-27-41-164 16,-2 7-68-16,-3 5 68 0,0 7-276 16,0 7-487-16,-8-1-241 0,0 0-124 0,-8-3-48 15,0 1-52-15,0-4-72 0,-12-7-93 16,-8 1-99-16,1-11 36 0,-9 2-12 0,3-10-100 15,-3-4-12-15,4-6-72 16,0-3 24-16,1-9-4 0,3-2 0 0,-1-5-16 16,2 0-108-16,3-5-268 0,4-12-388 15,0 1-400-15,4-6-360 0,4 6-1249 0,4-15-1659 16</inkml:trace>
  <inkml:trace contextRef="#ctx0" brushRef="#br0" timeOffset="111143.739">22631 13214 6520 0,'0'0'5797'0,"0"0"-3153"16,0 0-860-16,11 95-452 0,-11-51-88 0,0 8-36 15,0 8-196 1,0 7-175-16,-4 6-265 0,0 6-128 0,-3 7 64 15,-2-4-120-15,1 7-160 0,1-7-204 0,-5 1-24 16,3 0-84-16,-2-4-36 0,-2-3-60 16,-2-2-52-16,7-8-140 15,-1-3-4-15,5-5 88 0,1-11-28 0,3-2 24 0,3-7 0 16,6-7-13-16,3-6-35 16,-1-8 48-16,2-4-156 15,-2-7-432-15,2-3-376 0,-1-3-392 0,3-6-236 0,-2-7-84 16,2-2-153-16,-2-2-63 15,-6 2-556-15,5-14-1840 0</inkml:trace>
  <inkml:trace contextRef="#ctx0" brushRef="#br0" timeOffset="111385.832">23112 13972 10528 0,'0'0'4841'16,"0"0"-3397"-16,0 0-684 0,0 0-304 0,0 0 532 16,97-2 336-16,-62-4-388 0,-3 2-412 0,4-3-439 15,3 1-85-15,-3 0-389 16,1-3-171-16,-5-4-332 0,-9 3-332 0,1 4-436 15,-8 0-1168-15,-8 6-2837 0</inkml:trace>
  <inkml:trace contextRef="#ctx0" brushRef="#br0" timeOffset="111559.241">22989 14259 11417 0,'0'0'2340'16,"0"0"-684"-16,0 0-620 15,0 0 156-15,0 0 92 0,119 41-120 0,-67-38-456 0,4-3-412 16,4 0-204-16,4-6-92 0,-8-1-244 16,-1-2-600-16,1-1-504 0,-16 4-684 0,7-7-3256 15</inkml:trace>
  <inkml:trace contextRef="#ctx0" brushRef="#br0" timeOffset="115707.117">24491 13753 3768 0,'0'0'2396'0,"0"0"2685"16,0 0-3185-16,0 0-296 0,0 0-316 0,0 0 104 16,0 0 24-16,0 0-248 0,0 0-176 15,0 0-3-15,0 0-269 0,24 99-256 16,-4-54-96-16,3 9-4 0,1 6 124 0,-3 6-304 16,3 1-84-16,-9 3-96 0,2 3-4 15,-10 0-68 1,1 3-24-16,-8-3 36 0,0 1-120 0,0-5-24 15,-8-5-52-15,1-10-8 16,7-13-64-16,-4-9 0 0,4-10-32 0,0-13-52 16,0-4-65-16,4-5-351 0,3-7-380 0,-3-10-244 15,4-8-480-15,5-9-836 0,-10 4-1329 16,1-22-2855-16</inkml:trace>
  <inkml:trace contextRef="#ctx0" brushRef="#br0" timeOffset="115967.105">24539 13887 10012 0,'0'0'1981'0,"0"0"-777"0,0 0-376 16,0 0 96-16,0 0 196 0,0 0-316 16,96-16-296-16,-65 16-184 0,-3 10-100 0,0-1 84 15,-3 7 84-15,-6 0-108 16,1 6-184-16,-8 0-100 0,-5 1 60 0,-2 6 0 15,-5-4-44-15,0 3-12 0,-8 4-4 16,-8-3-76-16,0-1-108 0,-4 1-88 16,0 0-48-16,0-7 12 0,1-3 60 0,-2-7-24 15,10-2-112-15,-6-7-240 0,6-3-244 16,-2 0-320-16,2-3-404 0,-1-10-240 16,3 0-745-16,2-2-1751 0,3-1 1396 0,4-6 2696 15</inkml:trace>
  <inkml:trace contextRef="#ctx0" brushRef="#br0" timeOffset="116174.006">24938 14023 184 0,'0'0'10196'0,"0"0"-7883"15,0 0-809-15,0 0-28 0,0 0 240 0,95 0-540 0,-63-5-476 16,0-5-404-1,3 0-296-15,1 1-60 0,0-3-312 0,-4 1-328 0,-4-2-364 16,-4 4-512-16,0 0-1416 16,-9-1-3189-16,-2-3 545 0</inkml:trace>
  <inkml:trace contextRef="#ctx0" brushRef="#br0" timeOffset="116356.019">25491 13770 4272 0,'0'0'8301'16,"0"0"-6445"-16,0 0-1036 0,12 79 304 0,-8-47 404 15,0 3-256-15,1 0-476 0,-2 3-488 16,5-4-308-16,-4-2-132 0,0 0-176 16,-4 0-376-16,4-7-268 0,0-3-660 0,-4-2-972 15,0-8-1957-15,0-5-2367 0</inkml:trace>
  <inkml:trace contextRef="#ctx0" brushRef="#br0" timeOffset="116739.285">24339 13455 1368 0,'0'0'3116'0,"0"0"3112"15,0 0-4763-15,0 0-505 0,0 0-56 0,-79 64 436 0,63-39-296 16,0 7-172-16,4 6-252 15,0 3-24-15,8 7-68 0,1-4-36 0,3 7-88 16,0 0-52-16,0 6 28 0,3 1-100 16,5-1-96-16,0-1-64 0,4 2-108 15,0-2-12-15,0-4-72 0,4-5-88 0,-1-2-72 16,2-8-252-16,3-4-228 16,-1-5-36-16,5-2 132 0,4-14-612 0,4-6-1124 15,-8-6-2005-15,20-9-2575 0</inkml:trace>
  <inkml:trace contextRef="#ctx0" brushRef="#br0" timeOffset="116981.329">25982 13589 10953 0,'0'0'2436'0,"0"0"-776"0,0 0-48 16,99 63-36-16,-71-34-396 16,-4-1-444-16,-1 7-444 0,-3 0-156 0,-4 2-136 15,-4 2-136-15,-4 0-156 0,-8 2-200 16,0 1-60-16,-4-5 0 0,-12 4-116 0,-3 1-212 16,-6 0-500-16,-3-4-568 0,-3-1-536 15,7-11-593-15,-12 5-1235 0</inkml:trace>
  <inkml:trace contextRef="#ctx0" brushRef="#br0" timeOffset="122697.981">14259 15726 6108 0,'0'0'1080'0,"0"0"-300"0,0 0-220 16,0 0-56-16,0 0-156 0,0 0 1537 15,0 0-1021-15,-63-74-276 0,51 59-168 16,3-1 180-16,2 3 288 16,-1 3 84-16,4 1-156 0,0 6-216 15,-1 0 8-15,2-1 48 0,-1 4-100 16,4-2-140-16,-4 2-156 0,4 0-92 0,0 0-168 15,0 0-40-15,0 0-180 0,0 2-112 16,8 5 64-16,0 3 204 0,4 2 4 16,-4 7 60-16,4 3 60 0,-4 3 52 0,0 1-112 15,-5 5 72-15,1 1-48 0,-4 1 88 16,0-2-36-16,0-2 4 0,0-4-76 16,-4-6-8-16,4-7-64 15,-3-1-8-15,3-5-48 0,0-6-20 16,0 0-216-16,0-10-20 0,0 0-68 15,0-6 100-15,3-3 52 0,1-6-4 0,0 0 76 16,5-3 84-16,-2 2 128 0,1 0 4 16,5 8 8-16,-6-2 64 0,5 1 48 15,1 4-104-15,-6 2 32 0,1 3-40 0,5 1-84 16,-2-4 20-16,1 4 64 0,4-4 8 16,-4 4-8-16,4 2 0 0,-4 1-4 0,4 2 4 15,-4 4 88-15,-1 4-16 16,-2 9-8-16,-1-1 60 15,-1 7 112-15,-7 6 4 0,4 2-92 0,0 0-140 16,-4 5-8-16,5 3-8 0,-5 0-4 16,4 0-112-16,0-4 124 0,0-5-52 0,-1-7-220 15,1-7-496-15,5-1-740 0,-5-11-912 16,0 2-1605-16,3-2-1003 0</inkml:trace>
  <inkml:trace contextRef="#ctx0" brushRef="#br0" timeOffset="123906.517">26272 13078 4956 0,'0'0'1352'15,"0"0"3625"-15,0 0-4145 16,0 0 52-16,0 0 312 0,0 0 232 0,0 0-284 0,40-62-336 15,-32 62-228-15,0 11-100 0,-4 2-132 16,0 2 56-16,0 8 96 0,-4 5-192 16,0 5-40-16,0-3-96 0,0 3-28 15,0-5-80-15,-8 0-64 16,4-2-8-16,4-4-104 0,0-9 28 0,-4 0-4 16,4-11 28-16,0-2-12 0,0 0 72 0,0 0 0 0,0-2-4 15,4-8-44-15,0-3-88 0,0-6-72 16,3-3-48-16,2-6 12 15,3-4 20-15,-1 0 4 0,6 3 84 0,-2 4 128 16,1 3 0-16,-4 6 8 16,4 7 0-16,-4-1 76 0,1 7-4 0,-6 3 188 15,5 0 32-15,-3 0-84 0,-2 0-72 16,-3 9-124-16,4 1 84 0,-4 6 4 16,0 3 36-16,0 4-52 0,-4-2-36 15,0 5-48-15,4-1-4 0,-4 4-56 16,0-1-52-16,4 1-144 15,0-1 48-15,0-2-308 0,4-5-404 0,0 5-332 16,0-8-868-16,0-1-2145 0,-1-1-2779 0</inkml:trace>
  <inkml:trace contextRef="#ctx0" brushRef="#br0" timeOffset="127143.009">27555 13709 1096 0,'0'0'2100'0,"0"0"-1672"16,0 0-24-16,0 0 1032 0,0 0 2460 15,0 0-2500-15,0 0-251 0,0 0-197 0,0 0 108 16,0 0 96-16,0 0 8 0,23-19-236 16,-23 19-216-16,0 0-128 0,0 4-88 15,0-1-60-15,0 6-104 0,0 7 40 0,0 6-136 16,0 4-36-16,0 9-12 0,0 3-12 16,5 6-100-16,-1 4 96 15,4 6-104-15,0 3-52 0,0 9 84 0,-4 8 64 16,0 5-148-16,0 3-12 15,-4 4 96-15,4-1-96 0,-4 5 0 16,0-8 0-16,4 0 12 0,-4-2-12 0,7-10-36 16,-2-9 32-16,-1-7-96 0,4-12 88 15,-4-12 8-15,-1-4-68 16,1-7-108-16,0-10 20 0,1 0-60 0,-1-4-96 16,0-5-88-16,-4 0-72 0,0 0-28 0,3-5-100 15,-3-4 48-15,0-3-152 0,0-10-292 16,0-7-588-16,0-9-536 15,0-3-245-15,-3-14-195 0,-1 14-300 0,-5-29-1184 0</inkml:trace>
  <inkml:trace contextRef="#ctx0" brushRef="#br0" timeOffset="127442.677">27599 14027 4864 0,'0'0'64'15,"0"0"2476"-15,0 0-1220 0,-16-83-256 16,11 58-8-16,5 0-139 15,-3 5 271-15,3 1-156 0,0 0-436 0,0 4 36 0,3-4-92 16,10 6 92-16,2 1-60 0,2 1-124 16,3 3-128-16,3 1-72 0,1 3-112 15,0 4 24-15,-3 0-60 0,2 11-56 0,-3-3-40 16,-4 3 128 0,0 1-132-16,0 1-40 0,-8 1 28 15,0 0 12-15,-4 5-68 0,-4-3 60 0,0 0 16 16,0 0-68-16,-4 3 60 0,-4 4-112 0,-4-2 0 15,0 2 28 1,-8 2-100-16,0-3-52 0,0 0 100 0,0-3-76 16,-3-6 0-16,2 0-176 0,1-4-164 0,1-3-164 15,3-2-280-15,-4-4-480 0,0 0-564 0,7 0-1977 16,-10-7-1687-16</inkml:trace>
  <inkml:trace contextRef="#ctx0" brushRef="#br0" timeOffset="130909.591">28121 12446 6140 0,'0'0'1404'0,"0"0"2461"0,0 0-2917 0,0 0-284 15,0 0 256-15,0 0 68 0,0 0-72 16,0 0-184-16,39 73-320 15,-30-42-52-15,-5 2-200 0,-4 5-12 16,0-1-60-16,-4 2-88 0,0-4 48 0,-1-7-84 16,5-9 36-16,0-3 0 0,0-9-88 15,0-1 40-15,5-6-112 0,-1 0 12 16,0 0 36-16,0-4 112 0,3-5 128 0,1-3-4 16,1-5-116-16,-2-2-8 0,-3-3 0 15,4-3 0-15,1-4 0 0,-5 4 4 0,-1 0 8 16,1-5 88-16,0 5-88 0,0 3-4 15,0 0-8-15,5 3 132 16,-6 3-132-16,5 7-4 0,0-1-8 0,1 7-44 0,-2 0 56 16,1 3 76-1,0 3-28-15,0 6 76 0,0 4 0 0,-4 6 64 16,4 0-80-16,-4 6 92 0,-4 4-116 16,0 3-76-16,0 3-8 0,-4 3-36 15,-8-3-88-15,4-1-36 16,0-1-172-16,0-5-140 0,4-6-36 0,0-2-80 0,4-8 20 15,0-2-84-15,0-7-400 16,0 0-436-16,0-3-337 0,4 0-1347 0,4 0-1768 16</inkml:trace>
  <inkml:trace contextRef="#ctx0" brushRef="#br0" timeOffset="131582.19">28663 12395 1828 0,'0'0'3232'15,"0"0"-2008"-15,0 0-692 0,0 0-76 0,0 0 3769 16,0 0-2825-16,0 0-536 0,0 0-280 0,0 0-28 16,0 0 364-16,0 0-40 15,-4 63-84-15,8-31-116 0,0 3-88 0,0 4-88 16,0-1 0-16,-1 3-188 0,5-3-228 0,-3-4-88 15,3-2-12-15,-1-7 8 16,6 0-36-16,-2-6 32 0,1-5-144 0,4-5 52 16,-4-2-192-16,1-4-52 15,2-3-248-15,-3 0-208 0,0 0-508 0,4-6-1176 16,-8 2-2357-16,0-5-2859 0</inkml:trace>
  <inkml:trace contextRef="#ctx0" brushRef="#br0" timeOffset="131977.776">28878 12474 5944 0,'0'0'5441'0,"0"0"-3965"0,0 0-204 0,0 0 284 0,0 0-180 16,0 0-480-16,0 0-452 16,0 0-64-16,0 0 52 0,0 0-64 0,40 60 36 0,-33-34-160 15,-7 3-196-15,0-2-48 16,0 3-8-16,-3 2-136 0,-1-4-64 0,-4-6-64 15,8-3 88-15,-4-6 52 0,4-7-200 16,0-3-52-16,0-3 52 0,4 0 60 16,0-3 0-1,4-3-64-15,3-7-72 0,2-2 32 0,-2-5 76 0,6 1 32 16,-6-3 20-16,2 0 160 16,2 0 44-16,-3-1 44 0,-4 8 116 0,0 2 84 15,0 6 104-15,-4 4 20 0,4 1 0 16,-8 2 100-16,8 0-40 0,-4 5-48 15,4 5 44-15,0 0-20 0,0 3 32 16,0 1-12-16,0 3-172 0,-5 2 112 0,2 0-176 16,-1-3-108-16,4 3-36 0,-8-3-108 15,4 3-76-15,0-7-72 0,3 4-420 0,-2 1-236 16,-1-8-192-16,4 4-224 0,-4-7-732 16,3-4-849-16,-2 3-2039 15</inkml:trace>
  <inkml:trace contextRef="#ctx0" brushRef="#br0" timeOffset="132190.848">29436 12566 10216 0,'0'0'4273'15,"0"0"-3665"-15,0 0-396 0,0 0 1020 0,0 0 188 16,0 0-396-16,0 0-436 0,95 0-368 15,-67 0-72-15,0 0-136 16,-5-2-12-16,2-2-148 0,-1-3-144 0,0 4-128 16,-5 0-36-16,1 0-420 15,1 0-628-15,-10 1-1444 0,-3-3-2317 0,4-1-2287 16</inkml:trace>
  <inkml:trace contextRef="#ctx0" brushRef="#br0" timeOffset="132424.451">29982 12287 6524 0,'0'0'224'0,"0"0"4465"0,0 0-3993 16,0 0 56-16,0 0 524 0,0 0 164 0,0 0-384 15,32 92-260-15,-28-60-276 0,-1 3-76 0,-3 0-88 16,0 3-292-16,0 0-64 15,-3-4-212-15,3 2-244 0,-4-7-236 0,4-7-256 16,0-3-196-16,7-7-640 0,-3-6-1321 16,12-6-2863-16</inkml:trace>
  <inkml:trace contextRef="#ctx0" brushRef="#br0" timeOffset="132654.655">30491 12278 7764 0,'0'0'2812'0,"0"0"-67"0,0 0-1781 0,0 0-152 16,45 66 548-16,-30-44 92 0,-3 7-416 16,4-1-408-16,0 1-348 0,-4 3-108 0,-4-1 72 15,0 1-96-15,-5 0-124 0,2 3-24 16,-5-3-12-16,-5 0-136 0,-6 2-96 0,-9-2-160 15,-4 3-148-15,-7 0-324 0,-6 3-424 16,-3-3-1532-16,5-10-2961 0,-21 7-2199 0</inkml:trace>
  <inkml:trace contextRef="#ctx0" brushRef="#br0" timeOffset="133087.913">28105 13214 6808 0,'0'0'2376'0,"0"0"-515"0,0 0 215 15,0 0-196-15,0 0-360 0,0 0-264 16,0 0-292-16,0 0-44 0,0 0-160 16,0 0 20-16,92 32-268 0,-60-29-39 15,3-3 59-15,13 0-72 0,4-3-120 0,12-3-232 16,3-4-96 0,13-6-4-16,12 4-4 0,11-1 68 0,9-4-72 15,8 3 60-15,3-3 0 0,4 1-60 16,5 3-156-16,-9 1 84 0,1-1 12 0,-12 4-24 15,-9-1-4-15,-11 0-32 0,-9 7-48 16,-15-3-52-16,-8 3 16 0,-8 0-64 16,-16 3-8-16,-8-3-237 0,-13 3-155 15,-7 0-260-15,-3 0-580 0,-5 0-516 16,-13 3-208-16,5 3-952 16,-23 3-2961-16</inkml:trace>
  <inkml:trace contextRef="#ctx0" brushRef="#br0" timeOffset="133439.676">29391 13395 12973 0,'0'0'2144'0,"0"0"-1880"15,0 0 528-15,0 0 1212 0,84-9-308 0,-52 6-620 16,8-1-1052-16,-4 1 280 0,4 3-144 0,-4-4 56 15,-4 4-216-15,-4 0-132 16,-8 7 72-16,-5 0 56 0,2 2-4 16,-10 1-52-16,-3 6 56 0,-4-1-8 15,-4 7-44-15,-3 1 52 0,-14 5-40 16,5 2-4-16,-7 1 48 0,3-3 12 16,-1 1 96-16,6-7-20 0,3-3 56 0,7-3 52 15,5-3-196-15,0-4 4 0,0 1-4 0,13-1 85 16,2-2-25-16,6 0 24 15,11-5 16-15,3-2-28 0,13 0-36 16,4-6-36-16,4-4-156 0,3-3-65 16,5 0-255-16,0 4-448 0,-1 0-1176 15,-3 5-2256-15,-15 4-577 0,14 0-4107 0</inkml:trace>
  <inkml:trace contextRef="#ctx0" brushRef="#br0" timeOffset="137474.256">4410 16279 5124 0,'0'0'1212'0,"0"0"-576"0,0 0-140 15,0 0 1344-15,0 0 561 0,0 0-1017 16,0 0-776-16,0 0-136 16,0 0 212-16,0 0 44 0,-4 0-248 0,0 5-176 15,0 2-104-15,1 2 24 0,-6 3 48 16,1 2 28-16,4 2-40 0,-3 3-88 15,3 0-48-15,-5-1-24 0,5 8-12 0,-4-1 108 16,5 5-96-16,-1 3 0 0,4 3-52 16,-4 2 0-16,-1 6 16 15,5 5-56-15,0 1-8 0,0 4 48 16,0 0 0-16,0 0-44 0,5 0-4 0,-1-4 64 16,3 2-4-16,1-6-52 0,1-1-8 15,-1-7-76-15,-1-6 68 0,5-3 12 16,-3-4-4-16,2-3 0 0,1-6-12 15,-4 1-76-15,0-8 80 0,4 0-64 16,-4-2-4-16,0-4 16 0,4 0-28 0,0-3 28 0,0 0 60 16,-1-3-4-1,6-7 4-15,-2-6 0 0,5-3-88 0,1-9-124 16,-2-1 16-16,1-3 24 0,-3 1-52 16,2-4-48-16,-3-4-128 0,0 5-76 15,4-8 84-15,-5 1 40 0,6 0-140 0,-1-3-124 16,-5-4-132-16,6 0 172 15,-1 1 92-15,-1-2 36 0,-2 2-220 16,-6 3-65-16,1 3 113 0,4-1 400 16,-4 8-24-16,-4 2 244 0,4 0 0 0,-4 7 64 15,0 3 12-15,0 2 220 0,-4 3 184 16,-4 6-67-16,4-3 215 0,-4 6-100 0,4 1-120 16,-4 1-60-16,0 2-32 0,0-2-60 15,0 4 12-15,0 2 36 16,0-5-36-16,0 3-16 0,0 2-64 15,0 0-36-15,0 0-40 0,0 0 140 16,0 0 28-16,0 2-160 0,0 3-116 16,0-3 68-16,0 8-72 0,0-1 88 0,0 7-28 15,0 0 56-15,-4 3 48 0,4 7-12 16,-4-1-40-16,4 3-12 0,0 7-88 16,0 0 40-16,-4 0-4 0,4 4 76 0,0-2-12 15,0 1 112-15,0-2 12 16,0 2 40-16,0 0-92 0,0-3-48 15,4 2-48-15,-4-2-32 0,4 1-52 0,0-5 0 16,-4 1 84-16,4-3-88 0,-1-4 0 16,2-3 0-16,-1 0 0 0,0-2-88 0,-4-7-36 15,4-1-36-15,0-3-76 16,0-2-196-16,-1 2-168 0,1-5-80 16,1 2-252-16,-1-3-220 0,-4 0-672 0,0 0-913 15,4-3-1779-15</inkml:trace>
  <inkml:trace contextRef="#ctx0" brushRef="#br0" timeOffset="139644.29">5498 16361 5032 0,'0'0'1640'0,"0"0"-896"0,0 0-264 16,0 0 660-16,0 0 1765 0,0 0-1145 0,0 0-820 15,0 0-232-15,0 0 96 16,0 0-104-16,-16 2-348 0,12 2-132 0,0 2-108 16,-5 1 24-16,2 2 16 0,-1 7 20 15,0 0-84-15,-4 3 72 0,4 3 0 16,-3 7-12-16,2-1-48 0,1 7 8 15,0 0-8-15,5 3 12 0,-1 3-16 16,0 1-88-16,4-1 40 0,0 1 4 0,0-1-40 16,0 0-12-16,0-4 12 0,8-4 0 15,-5-2 0-15,5-5 48 16,5-1-60-16,-2-3-56 0,-3-3 48 16,4-6-80-16,-4-3-68 0,4-1-44 0,-5-3-180 15,2 0 8-15,3-6-72 0,0 5-164 16,4-5-68-16,-5 0-280 0,2 0-576 0,-2 0-912 15,2-5-633-15,2-1-3595 0</inkml:trace>
  <inkml:trace contextRef="#ctx0" brushRef="#br0" timeOffset="140226.349">5255 17252 8400 0,'0'0'2096'15,"0"0"-999"-15,0 0-457 0,0 0 128 16,0 0 504-16,0 0-236 0,0 0-408 0,0 0-308 15,4 67-20-15,0-41-28 16,-4-4-72-16,0 3-88 0,0-5-36 0,0 2-64 16,0-7-12-16,0-2-12 0,0-3-76 15,0-7-48-15,0-3 36 16,4 0 0-16,-4-3-76 0,7-4-72 0,-3-9 184 16,9 1 60-16,-5-11-84 0,-1 1 72 15,2 0-136-15,-1 2-8 0,-1 5 44 16,1 1 16-16,1 4 40 0,-1 7-68 0,-1 4 4 15,-3 2-48-15,9 0 172 0,-9 0 312 16,3 2 80-16,5 8-128 0,-3 3-112 16,-6 2-76-16,5 1 48 0,-4 0 0 0,4 3-112 15,-8 0 76-15,4 0-88 16,0 0-36-16,-4-3-188 0,4 0-396 16,0 0-384-16,4-7-544 0,-4-2-1137 0,4-4-2279 15</inkml:trace>
  <inkml:trace contextRef="#ctx0" brushRef="#br0" timeOffset="140571.553">5916 16602 11569 0,'0'0'2108'0,"0"0"-1296"0,0 0 148 0,0 0 784 0,0 0-348 15,0 0-756-15,0 0-200 16,0 0-72-16,96 6-48 15,-57-6-64-15,6 3-160 0,-2-3-36 0,5 0-48 16,-4-6-12-16,0-1-96 0,-4-2-160 16,-5 0-88-16,-3-1-476 0,-4 1-252 15,-4 2-504-15,-8-2-1008 0,-4 6-2349 0,-12-4-3467 16</inkml:trace>
  <inkml:trace contextRef="#ctx0" brushRef="#br0" timeOffset="140808.751">6096 16611 836 0,'0'0'9408'0,"0"0"-8055"0,0 0-1005 0,0 0 624 0,-8 87 844 16,8-62-140-16,8 3-544 0,-1 4-388 0,1 3-200 0,5 3-128 16,-6-1-108-16,1 5-52 0,-4 3-108 15,1-1-140-15,-5-6-8 0,0 4-44 16,4-8-80-1,-4-2-72-15,0-10-284 0,0-3 40 0,0-6-56 0,0-7-108 16,0-2-480-16,3-4-364 16,-3-4-288-16,0-5-300 0,4 3-1097 0,-4-17-1847 15</inkml:trace>
  <inkml:trace contextRef="#ctx0" brushRef="#br0" timeOffset="141279.922">6243 16605 9368 0,'0'0'1989'0,"0"0"-1617"16,0 0-256-16,0 0 564 0,0 0 1000 0,0 0-452 0,0 0-576 16,8 95-272-16,0-57 80 0,-1 4 124 15,2 5 72-15,-1-2-172 16,-1 2-140-16,-3 4-52 0,1-3-132 0,-5-1-92 16,0 0-68-16,0-5-112 0,0-4-24 0,0-3-84 15,0-10 72-15,0-2-148 16,0-7-112-16,0-3-72 0,0-7-128 15,0-4-116-15,0-2-448 0,0 0-460 16,0-2-1073-16,-5-17-3047 16</inkml:trace>
  <inkml:trace contextRef="#ctx0" brushRef="#br0" timeOffset="141438.535">6234 17034 4984 0,'0'0'2928'0,"0"0"-1348"0,0 0-236 0,0 0 545 16,0 0-221-16,0 0-456 0,0 0-296 15,97-7-216-15,-74 1-204 16,1 0-272-16,0-7-224 0,4 0 0 0,0-3-100 16,0-3-272-16,-1 0-848 15,-3 1-892-15,-7 5-2845 0,2-4-3811 0</inkml:trace>
  <inkml:trace contextRef="#ctx0" brushRef="#br0" timeOffset="141658.635">6665 17138 3008 0,'0'0'9469'16,"0"0"-7813"-16,12 89-1236 0,-4-51 840 15,0 9 588-15,1 2-364 0,-2 5-592 16,5-1-304-16,0 5-112 0,-4-1-100 0,0 0 13 16,-4-3-173-16,-1 0-216 0,2-3-76 15,-5-3-117-15,0-8-439 0,4-4-64 16,0-14-48-16,0-6 80 0,0-13 100 15,-4-3-180-15,0-6-472 0,0-10-904 16,-4 0-2545-16,-8-19-291 0</inkml:trace>
  <inkml:trace contextRef="#ctx0" brushRef="#br0" timeOffset="141862.409">6709 17202 5016 0,'0'0'4836'16,"0"0"-3559"-16,0 0-237 0,0 0 584 0,84-29-308 15,-65 29-436-15,-2 0-140 0,-2 7-44 16,2 2-160-16,-6 4-240 0,2 0-48 16,-5 6-200-16,-5 3 24 0,-3 1-68 0,0 4-4 15,-3 2-168-15,-5 3-104 16,-5-4-84-16,-2-2-228 16,-5 0-164-16,3-8-308 0,-2-4-412 0,-1-12-884 15,8 1-2525-15,-8-12-1631 0</inkml:trace>
  <inkml:trace contextRef="#ctx0" brushRef="#br0" timeOffset="142126.612">7227 16580 4712 0,'0'0'6809'0,"0"0"-5285"16,0 0-304-16,83 22 432 0,-55-9-100 0,4 2-512 15,-4 4-452-15,4 4-280 0,-4-2-148 16,0 9-76-16,-4 1 4 0,0 8-84 16,-5 2-4-16,2 6 48 0,-6 3 0 15,-10 5 4-15,-5 2-44 0,0 0-16 16,-13 7-220-16,-6-4-128 0,-5 3-96 16,0 1-16-16,-4-7-152 0,-8 0-172 15,4-5-12-15,1-8-128 0,3-10-320 16,3-8-1072-16,6-10-2873 0</inkml:trace>
  <inkml:trace contextRef="#ctx0" brushRef="#br0" timeOffset="142442.075">8068 17211 15233 0,'0'0'1620'0,"0"0"-924"16,0 0-408-16,99 4 168 0,-58-4 76 15,2-4-16-15,0 1-236 0,-2-3-168 0,2-1-112 16,-3 1-44-16,1-3-68 16,-10-1-232-16,1 4-432 0,-13 3-324 15,-6 3-604-15,-5 0-1044 0,-8 6-1841 0,-4 13-655 0</inkml:trace>
  <inkml:trace contextRef="#ctx0" brushRef="#br0" timeOffset="142576.104">8219 17462 8140 0,'0'0'2512'0,"0"0"-815"0,0 0-129 15,0 0-112-15,0 0-484 0,0 0-236 0,0 0-104 16,0 0-236-16,0 0 12 0,100 57-4 16,-61-57-96-16,6-2-308 0,2-9-24 15,1 3-384-15,-1-3-468 0,2-1-540 0,3-1-928 16,-13 5-2417-16,21-9-3547 0</inkml:trace>
  <inkml:trace contextRef="#ctx0" brushRef="#br0" timeOffset="143232.676">10020 16233 4924 0,'0'0'5212'0,"0"0"-3423"16,0 0-637-16,0 0 208 0,0 0 104 0,0 0-336 15,0 0-320-15,0 0-452 0,0 0 4 16,0 0-28-16,0 0 84 0,-60 83 52 16,48-51-16-16,1 9-124 0,2 0-32 15,-3 10 20-15,1 6-60 0,-2 3-28 0,2 4-92 16,-6 9-39-16,2 0-49 16,2 3 12-16,-2 1-60 0,2-1-12 0,2-3 4 15,3 0 8-15,0-7-4 0,4 2-44 0,4-5 48 16,0 0 84-16,4-2-80 15,4-4-4-15,4 0-12 0,8-3-60 16,-5 0 0-16,6-7-1 0,3 4 69 16,0-3-84-16,-1-3-20 0,5-4-24 15,-4 0-16-15,0-6-156 0,0-3-84 16,-4-4-88-16,0-3-16 0,0-6-304 0,-1 1-168 16,-2-8-540-16,2 1-312 0,-6-7-720 15,6 0-2217-15</inkml:trace>
  <inkml:trace contextRef="#ctx0" brushRef="#br0" timeOffset="144190.93">9303 16272 7672 0,'0'0'3056'16,"0"0"-1231"-1,0 0-625-15,0 0 180 0,0 0 156 0,0 0-408 0,0 0-792 16,-32 66-140-16,17-24-48 16,-2 11 40-16,-3 7 20 0,4 14-24 0,0 5 100 15,-3 10-4-15,2 3-84 0,2 7-84 16,2-4-52-16,-2-4-56 0,6-8 104 15,-2-13 4-15,7-9 60 0,0-17-68 0,4-12-104 16,0-7-96-16,0-9-64 0,8-3-84 16,-1-4-172-16,6 1 84 0,6-4 100 15,1 4 176-15,5-1 48 0,-1 3-32 16,3 5 40-16,-3 2 88 0,-4 6 8 0,4 4 16 16,-5 6 60-1,-2 3 36-15,-6 6-12 0,6 7-24 0,-9 3-84 16,3 3-88-16,-2 7-48 0,-1-1-8 0,3 8 52 15,-2-2-4-15,2 4-56 0,-3 0 4 16,5 0 12-16,-2-3-64 0,6-3-60 16,-6-10-304-16,10-6-400 15,-2-7-316-15,1-9-352 0,4-6-252 16,-5-11-664-16,2-8-761 0,3-10-3131 0</inkml:trace>
  <inkml:trace contextRef="#ctx0" brushRef="#br0" timeOffset="144962.242">10482 16310 3724 0,'0'0'6144'0,"0"0"-4043"16,0 0-845-16,0 0-100 0,0 0 344 15,0 0 76-15,0 0-540 0,0 0-408 0,0 0-344 16,0 0-136-16,0 0 120 0,12 32 40 16,-4-4 8-16,0 4-168 0,1 6 20 0,-2 3-164 15,-3 4-4-15,-4-4-120 0,4 3-76 16,-4 1-144-16,0-3-460 0,0-5-196 16,0-9-1016-16,0 8-3409 0</inkml:trace>
  <inkml:trace contextRef="#ctx0" brushRef="#br0" timeOffset="145360.498">10964 17062 7776 0,'0'0'2192'0,"0"0"-1432"0,0 0-515 0,0 0 1695 16,56 76-200-16,-40-60-380 0,4 3-632 0,0-3-56 15,0 0-100-15,4-4 80 0,0 1-60 16,0 4-224-16,4-5-160 0,-5 1-72 16,5-1-88-16,0 4-48 0,0-4-48 0,0 7-4 15,0 1-8 1,0-1 60-16,-4 6 4 0,-1 1 4 16,5 7-4-16,-4-3-4 0,0 5 88 0,1 4-84 15,-6-5 8-15,5 1 12 0,0 0-24 16,-5-3-8-16,2 0-40 0,3 0 40 0,-5-4-56 15,1 0 4-15,4 1-36 0,-3 0 96 16,2 3 52-16,-3 0-52 0,0-1-76 16,-4-3 76-16,4 1 8 0,-4-4-8 15,0-6-8-15,-1 0-4 0,-2-2-48 16,-2-4 60-16,-3-4-48 0,5-6-444 0,-6-3-408 16,1 0-104-1,0-10-676-15,1-3-932 0,2-6-3765 0</inkml:trace>
  <inkml:trace contextRef="#ctx0" brushRef="#br0" timeOffset="145594.957">12339 17967 12389 0,'0'0'3172'0,"0"0"-2128"0,0 0-684 16,0 0 364-16,0 70 804 0,-4-48-512 16,4 3-684-16,-4 1-292 0,4 0-40 15,-4 2-52-15,4-6-8 0,-4 6-184 16,0-2-304-16,0 0-312 0,-4-1-388 0,0 3-944 16,0-9-2076-16,-7 7-1621 0</inkml:trace>
  <inkml:trace contextRef="#ctx0" brushRef="#br0" timeOffset="146104.943">10514 17854 9548 0,'0'0'2437'0,"0"0"-1081"0,0 0-60 15,0 0 52-15,100-40-120 0,-72 40-288 16,-1 0-272-16,1 0-128 16,0 10-64-16,-4 0-72 0,0 3-112 0,-4 2-48 15,0 4 0-15,-9 1-36 0,2 5-76 16,-5 3 40-16,-4 4-64 0,-4 0 4 16,0 4-28-16,-8-3-23 0,-4 3 47 0,-4-5-8 15,-4-2 20-15,0-4 0 16,0-2 4-16,1-7-64 0,-2-4-12 15,1-5 24-15,5-5-64 16,-2-2-8-16,2-2-96 0,-5-8-208 0,-1-6 60 0,2-6-109 16,-5-7 149-16,4 1-124 15,4-2-88-15,4 3 88 0,4 4 120 0,4 1-136 16,4 3 88-16,0 0-76 0,0 0-108 16,4 0-276-16,0 0-612 0,5 0-1484 15,6-7-3909-15</inkml:trace>
  <inkml:trace contextRef="#ctx0" brushRef="#br0" timeOffset="146920.251">11956 16354 8308 0,'0'0'2048'0,"0"0"-555"0,0 0-505 15,0 0 652-15,0 0-128 0,0 0-76 16,41 92-332-16,-34-51-416 0,-3 3-284 0,0 5-120 16,0-2-64-16,-4 1-24 15,0-4-64-15,0 4-84 0,0 0-36 0,-4-4 28 16,-4 1-40-16,1-7-144 0,2-7-188 16,-3-5 112-16,8-14 168 0,-4-5 44 15,4-4 4-15,0-3-192 16,0 0-100-16,0-6 52 0,4-1 172 15,4-2 72-15,8-4 8 0,-4 0-8 0,8 1-72 16,-4 2-12-16,4 1 84 0,-4 5 4 16,0 1 168-16,0 3-24 0,-4 0-76 15,-5 3 64-15,2 4 36 0,-5-1-100 16,0 4 28-16,0 2 8 0,-4 1 16 0,0 3 8 16,-4 0 4-16,-9 3-12 0,2-4-28 15,-5 5-24-15,0-5-64 0,-1-2-8 0,-2-1 0 16,3-1-220-16,0-5-108 0,0 0-136 15,4-3-28-15,1-3-88 0,2 0-200 16,1-3-440-16,1-6-908 0,3 2-2289 16,4-8-3427-16</inkml:trace>
  <inkml:trace contextRef="#ctx0" brushRef="#br0" timeOffset="147104.665">12435 17024 11129 0,'0'0'3840'0,"0"0"-2972"0,0 0-236 0,0 0 548 16,4 80 240-16,-4-65-392 15,0 1-648-15,-4-3-380 0,4-3-80 0,0-1-252 16,-4-3-204-16,-1 1-188 0,1-4-340 16,-4-3-1072-16,1 0-2504 0,-6-7-3117 15</inkml:trace>
  <inkml:trace contextRef="#ctx0" brushRef="#br0" timeOffset="147231.506">12399 16780 9460 0,'0'0'3077'16,"0"0"-1941"-16,0 0-32 0,0 0 644 0,0 0-304 16,0 0-532-16,0 0-680 0,0 0-232 15,79 9-440-15,-66-9-700 0,-2 0-1300 0,1 0-4993 16</inkml:trace>
  <inkml:trace contextRef="#ctx0" brushRef="#br0" timeOffset="147447.747">12745 17043 11821 0,'0'0'2840'0,"0"0"-2020"0,0 0-632 15,0 0 356-15,28 83 368 0,-24-64-156 16,0 6-496-16,0 0-212 0,0 1 64 15,-4 2 24-15,0 2-124 0,-8-3-12 16,0-2 0-16,1 2-60 0,-6-9-100 16,5-2-176-16,-4-9-196 0,0-4-152 15,-3-3-208-15,6-7-484 0,-2-5-792 16,-1-17-2625-16</inkml:trace>
  <inkml:trace contextRef="#ctx0" brushRef="#br0" timeOffset="147597.185">12693 16735 6884 0,'0'0'7337'0,"0"0"-6429"0,0 0-544 0,0 0 116 0,96-35 12 16,-72 22-420-16,-4 5-72 0,3-6-868 0,-6 5-1244 16,7-4-3765-16</inkml:trace>
  <inkml:trace contextRef="#ctx0" brushRef="#br0" timeOffset="148145.616">13455 16731 9168 0,'0'0'2301'15,"0"0"-545"-15,0 0-576 0,95 55 44 0,-59-30-80 16,0 7-288-16,-1 4-288 0,2 4-320 15,-5 2-112-15,0 2-36 0,-4 7 180 16,0-1 16-16,-13 8-12 16,1-1-236-16,-4 6-48 0,-8 1 48 15,-4 0 4-15,0 3-4 0,-12-4-40 0,-4 0 4 16,-3-3 36-16,-6-6 0 0,1-3-40 16,0-9-4-16,-4-7-4 0,9-10-60 15,-1-10-184-15,3-8-148 0,6-7-152 0,-1-10-344 16,8-12-520-16,-1-13-976 0,2 3-2189 15,3-27-4191-15</inkml:trace>
  <inkml:trace contextRef="#ctx0" brushRef="#br0" timeOffset="148591.415">14164 16608 11909 0,'0'0'1956'0,"0"0"-1616"15,0 0-336-15,0 0 404 0,84-89 324 0,-56 68 160 16,-1-3-704-16,5 9-188 0,-4 2-124 0,-4 10-56 16,-4 3 32-16,-5 9 148 15,-6 13 0-15,-5 10 136 0,-4 10-32 0,-9 6-28 16,-6 8-24-16,-2 9-44 0,-6 1 116 15,-1 3 52-15,0 5-52 0,0-5 76 16,5-5-28-16,2-11 4 0,6-4 8 16,-2-15 40-16,13-5-224 0,0-4-64 0,4-6-132 15,8 0 72-15,4 0 116 0,4 1-44 16,0 2-52-16,4 3 96 0,-4 1 16 16,0 2-8-16,-4 4 16 0,0 0 40 15,-1 6-52-15,-2 0 68 0,-1 3-72 16,-1 5-44-16,-2-2 36 0,-5 6 4 15,-4-3-52-15,4 7-68 0,-4-2-276 16,0-2 100-16,-4 1 72 0,-4 1-24 16,3-5 88-16,-3-3 116 0,1-3 48 0,-5-6 0 15,3-7-216-15,-2-4-96 0,-6-6-348 16,6-5-788-16,-1-4-1557 0,-8-5-4475 16</inkml:trace>
  <inkml:trace contextRef="#ctx0" brushRef="#br0" timeOffset="149910.012">16793 16643 7080 0,'0'0'1456'0,"0"0"1529"0,0 0-1525 16,0 0-480-16,0 0 20 0,0 0 208 16,36 74-84-16,-20-30-280 0,4 6-240 15,-4 11-212-15,4 5-108 0,-4 7 60 16,-4 3-52-16,0 7-20 0,-5 3 8 16,-3 0-184-16,1-1 12 15,-5 0 16-15,0 2-124 0,0-7-64 0,0-1-48 16,0-7-144-16,0-8-36 0,0-7-112 0,8-13-136 15,0-12-112-15,-1-10-348 0,10-9-736 16,-2-7-540-16,2-6-1817 0,3-9-1731 16</inkml:trace>
  <inkml:trace contextRef="#ctx0" brushRef="#br0" timeOffset="151034.838">17515 16731 8732 0,'0'0'1876'15,"0"0"-599"1,0 0-561-16,0 0 36 0,0 0 328 0,0 0-184 0,0 0-328 16,0 0-200-16,19 71-132 0,-15-52 12 15,1 0 64-15,-1 0-24 0,-4-6-16 16,4-1-72-16,-4-5-28 0,0 0 12 16,3-5-60-16,-3 2-12 15,0-4-12-15,0 0 8 0,0 0 40 0,0 0 64 16,0 0 20-16,0 0 112 0,0 6-16 15,0 1-104-15,0 2-68 0,0 3-64 16,-3 4-92-16,-1 3-4 0,0 3 0 16,4 4 4-16,-5 0 0 0,5 6 0 0,0 6 48 15,5-1 84-15,-1 8 64 0,7 3-60 16,-3 3-40-16,5 2-24 16,-2-2 40-16,5-4-16 0,-4-2 0 0,0-10-32 15,4-6-16-15,-1-7-44 0,2-10-4 16,-1-5-12-16,4-4-64 0,0-6-44 15,-1-7-24-15,5-9 8 0,-3-6-24 0,-1-8-56 16,-1 0 8-16,-3-6-124 0,0 1 4 16,0-3-28-16,0-3-24 0,-4-1-152 15,4-3-84-15,-4 0-128 0,0-2-212 16,-4-1-236-16,-1-3-280 0,-2 0 132 0,-1-3 272 16,-4 3 175-16,0 0 221 0,0 10 180 15,0 5 492-15,0 7 92 0,0 10 244 0,0 9 416 16,0 7 201-16,0 3-65 0,0 3-196 15,0 0 84-15,0 6-36 16,0 4-196-16,0 3-28 16,4 6-40-16,0 7-8 0,0 2-104 0,-4 7 84 15,3 6 0-15,-3 3 0 0,4 8-16 16,-4 4-28-16,0 1-32 0,0 4 104 0,0 2-72 16,0-6-136-16,0 0-96 0,0-2-104 15,0-8-68-15,0-5-120 16,0-5-236-16,4-7-60 15,5-5-136-15,-5-3-76 0,3-10-248 0,1 1-548 0,1-6-684 16,-1-4-2009-16,-1-3-2795 0</inkml:trace>
  <inkml:trace contextRef="#ctx0" brushRef="#br0" timeOffset="151328.811">18299 17338 168 0,'0'0'12737'15,"0"0"-10681"-15,0 0-1424 0,13 67-32 0,-9-42 836 16,0 4-104-16,-4-1-484 0,3-3-556 16,-3-6-292-16,4-2-44 0,4-7-64 0,-4-4-100 15,5-3-100-15,-6-3 64 0,5-3 244 16,5-3 0-16,-6-10 48 0,5 0-40 16,0-6 52-16,-4-1-60 0,4 1-8 15,0 6-124-15,0 0 8 0,-1 6-36 0,-2 5 24 16,3 1 40-16,-1 4 96 0,2 0 72 15,-2 4 76-15,2 5-76 16,-5 4-8-16,3 0-52 0,6 2-12 16,-6 4-136-16,2-2-232 0,2 2-152 15,-3-5-200-15,0 0-620 0,-4-5-1160 16,4 4-2565-16</inkml:trace>
  <inkml:trace contextRef="#ctx0" brushRef="#br0" timeOffset="151677.457">18945 16773 11609 0,'0'0'2668'0,"0"0"-1180"0,0 0-820 0,0 0-192 16,0 0 120-16,-36 67 124 0,32-28-228 0,-4 5-136 16,4 9-48-16,0 1 24 15,4 7 20-15,-4-1-56 0,0 0-76 0,0 4-76 16,4-4 4-16,0 0 20 0,0-6-168 15,0-5-12-15,8-16-232 0,0-3-244 0,4-14-48 16,4-7-40-16,0-6 108 0,4-6-148 16,3-13-228-16,2-9-272 0,-5-3-1152 0,-5 2-1717 15,6-11-1671-15</inkml:trace>
  <inkml:trace contextRef="#ctx0" brushRef="#br0" timeOffset="151889.558">19132 16938 12537 0,'0'0'2152'0,"0"0"-832"16,0 0-92-16,0 0 292 0,92 7 40 15,-68-1-200-15,4 1-291 0,4-4-401 16,3-3-308-16,5 0-252 0,0-7-104 16,4-5-4-16,-5-1-180 0,2-6-136 15,-5 0-116-15,-1-4-128 0,-3 1-157 0,-8 3-195 16,-5 3-788-16,-6 4-1180 15,-9 6-2993-15,-8 6-3887 0</inkml:trace>
  <inkml:trace contextRef="#ctx0" brushRef="#br0" timeOffset="152065.803">19411 16926 11249 0,'0'0'2128'0,"0"0"-1276"0,0 0-536 0,-8 92 328 15,8-54 688-15,0 4-48 0,0-2-284 16,0 5-276-16,0-1-212 0,4 1-12 0,-4-5-60 15,4 2-244-15,-4-4-196 0,0-3-84 16,0-6-356-16,0-6-148 0,0-4-132 16,0-13-68-16,0-4-140 15,0-2-468-15,0-8-928 0,0-3-917 16,4-17-2543-16</inkml:trace>
  <inkml:trace contextRef="#ctx0" brushRef="#br0" timeOffset="152271.771">19467 16999 4304 0,'0'0'8221'0,"0"0"-6665"0,0 0-1280 16,4 73 16-16,-4-39 604 15,3 8 632-15,1 2-372 0,1 1-456 16,-1 2-268-16,0 0-88 0,0 2-64 0,-4-2-120 16,4 1-160-16,-4-4 0 0,0-2-320 15,0-4-380-15,-4-13-112 0,4-6-64 0,-4-6-84 16,4-10-412-16,0-3-864 0,0 0-2005 15,-4-16-1239-15</inkml:trace>
  <inkml:trace contextRef="#ctx0" brushRef="#br0" timeOffset="152420.744">19427 17291 9168 0,'0'0'2469'16,"0"0"-1037"-16,0 0-412 0,0 0 392 15,0 0-192-15,0 0-288 0,0 0-264 16,96-26-100-16,-68 26-88 0,0 0-40 0,0 3-160 15,0-3-240-15,-5 0-40 0,5 0-112 16,-8 0-256-16,-1-3-332 0,5-3-360 16,-3-1-660-16,-10 4-1496 0,10-3-5041 0</inkml:trace>
  <inkml:trace contextRef="#ctx0" brushRef="#br0" timeOffset="152677.601">19913 17386 14309 0,'0'0'2092'0,"0"0"-2092"0,0 0-204 0,0 93 204 0,4-49 876 0,0 10 428 16,0 3-456-16,0 7-396 0,0 2-132 0,0 7-124 15,-1 2-196 1,-3 2-112-16,0 0-316 0,-7-1 12 0,3-6-136 0,-4-9-152 0,4-8-40 15,0-15 120-15,0-10 224 0,0-15 120 16,4-13-324-16,0-6-1064 0,0-7-2169 16,0-22-2579-16</inkml:trace>
  <inkml:trace contextRef="#ctx0" brushRef="#br0" timeOffset="152905.402">19822 17449 11117 0,'0'0'2444'0,"0"0"-1644"0,0 0-344 16,0 0 552-16,83-54-152 0,-55 45-420 0,4 3-164 16,-1-1-96-16,5 7-40 15,-3 0-100-15,-1 7-36 0,-9 5-8 0,1 1 8 16,-12 9 0-16,0 0 88 0,-8 8 8 16,-4 1 4-1,-8 4-96-15,-4 0-4 0,-4-1-48 0,-4-1-100 16,1-8-112-16,-5-6-164 0,0-6-12 15,-1-7-132-15,1-6-260 0,5-6-564 16,-1-11-368-16,4 2-1233 0,0-20-2803 0</inkml:trace>
  <inkml:trace contextRef="#ctx0" brushRef="#br0" timeOffset="153162.7">20462 16780 12209 0,'0'0'2432'0,"0"0"-1448"15,0 0-520-15,0 0 140 0,77 92 292 0,-66-60-104 16,6 2-360-16,-6 1-288 0,2 3-68 16,-5 0-28-16,-1 4-48 0,1-2-40 15,-8 2-20-15,0 2-112 0,0 1-152 16,-8-1-216-16,1 4-156 0,-6-7 84 0,1 1 48 15,-3-4-104-15,-1-7-316 0,-5-1-540 16,2-5-404-16,-5-3-333 0,4-10-691 16,-8-5-1536-16</inkml:trace>
  <inkml:trace contextRef="#ctx0" brushRef="#br0" timeOffset="153662.482">21256 16498 7200 0,'0'0'4369'0,"0"0"-2629"0,0 0-812 16,0 0-132-16,0 0 336 0,31 75 4 0,-14-37-120 16,-2 10-264-16,2 5-200 0,2 15-88 15,-6 4-60-15,2 11 12 0,-2 3 44 16,-2 5-56-16,-3 5-51 0,-3 2-185 0,2-2-88 16,-3 0-80-16,0-2-132 15,-4-5-244-15,0-3-73 0,0-6-75 0,0-8 60 16,0-8-24-16,-4-10-100 15,0-7 60-15,4-12-76 0,-3-6-364 0,3-10-536 16,0-6-568-16,0-7-785 16,0-6-2395-16</inkml:trace>
  <inkml:trace contextRef="#ctx0" brushRef="#br0" timeOffset="154032.54">21953 17279 9080 0,'0'0'3953'0,"0"0"-2289"0,0 0-508 0,0 0 148 16,88 5-4-16,-56-2-180 0,4 3-436 15,3 1-392-15,-3-3-180 16,4-4-112-16,-4 0-64 15,0 0-232-15,-1 0-340 0,-3-4-88 0,-8 2-472 16,-8-3-892-16,-4 3-3421 0,-12 4-4283 16</inkml:trace>
  <inkml:trace contextRef="#ctx0" brushRef="#br0" timeOffset="154190.076">22028 17570 12765 0,'0'0'2424'0,"0"0"-1660"15,0 0-700-15,0 0 12 0,0 0 380 0,0 0 216 0,0 0 108 16,105 32-236-16,-70-32-360 0,9-3-184 16,0-7-48-16,0-2-348 0,-5-1-532 0,6-3-836 15,-17 4-2604-15,11-7-5121 0</inkml:trace>
  <inkml:trace contextRef="#ctx0" brushRef="#br0" timeOffset="154659.47">23463 16964 10937 0,'0'0'2244'0,"0"0"-644"16,0 0-732-16,0 0 112 0,24 85 52 16,-20-34-176-16,8 10-244 0,-4 8-120 15,4 11-208-15,-4 2-40 16,3 10-12-16,2 1 156 0,-5 2 100 0,8-3-196 16,-4 0-132-16,-1-6-160 0,-2-4-156 0,-1-5 24 15,-5-8-212-15,1-8 4 0,0-11-136 16,-4-8 124-16,4-10-176 0,-4-10-208 0,5-10-328 15,-1-12-788-15,3 0-896 16,-3-9-1809-16,0-23-2827 0</inkml:trace>
  <inkml:trace contextRef="#ctx0" brushRef="#br0" timeOffset="154911.993">23459 17180 10949 0,'0'0'2052'0,"0"0"-1084"0,0 0-500 16,0 0 268-16,0 0 572 0,107-63-348 16,-71 56-316-16,9 7-76 0,2 0 96 15,-3 0 68-15,0 0-268 0,-5 2-196 0,-6 5-144 16,-10 3-40-16,-3 3 0 0,-8-1-8 16,-3 7 8-16,-9 3-24 0,0 7-60 15,-13-1-84-15,-6 7-100 0,-1-3-8 0,-8 0-64 16,0-7-16-16,3-2 116 15,2-5-76-15,3-5-64 16,0-3-256-16,1-7-260 0,-2-3-464 0,1-3-712 0,8-3-744 16,-8-13-2213-16</inkml:trace>
  <inkml:trace contextRef="#ctx0" brushRef="#br0" timeOffset="155577.085">24120 16274 7960 0,'0'0'3297'16,"0"0"-837"-16,0 0-828 0,0 0-76 15,96-15-376-15,-72 24-48 0,0 7-264 16,-8 4-196-16,0 7-76 0,-8 3-71 0,-1 2-221 16,-2-1-160-16,-1-3-96 0,0-1-48 15,-4-6-4-15,0-5-68 16,4-3 12-16,-4-4-72 0,0-5-28 0,4-1-57 0,-4 0-63 15,0-3 0-15,0 0-60 16,3-3-160-16,1-7 168 0,5-2 332 16,-1-5 0-16,3-5 0 0,-3 0-8 0,5 0-104 15,-6 0 16-15,1 2 36 0,1 8 48 16,2-1-88-16,-3 7 100 16,-4 0 60-16,5 6 88 0,-2 0 132 0,1 0-44 15,0 2 32-15,0 8 60 0,0 6-84 0,0 0-88 16,-4 6-44-16,1 0-16 15,-2 3-48-15,-3-1-40 0,0-3-8 16,0-2-8-16,0-1-64 0,0-1-136 16,0-1-168-16,0-7-196 15,0 1-152-15,0-3-208 0,4-4-640 0,4-3-892 16,-4 0-1701-16,16-7-2003 0</inkml:trace>
  <inkml:trace contextRef="#ctx0" brushRef="#br0" timeOffset="155932.299">25057 16072 2720 0,'0'0'2516'0,"0"0"-1032"0,0 0-16 0,0 0 296 16,0 0 41-16,0 0-269 0,0 0-256 15,0 0-84-15,0 0-140 16,0 0-148-16,0 0-156 0,-5 9-296 16,-2 10-136-16,-1 4-60 0,0 2-16 0,4 7-12 15,-4-1 72-15,8 4-72 0,0 0-24 16,0 3-36-16,0-3-64 0,8 0-56 15,0-3-52-15,0-4-72 0,3-5-12 16,2-4-64-16,-2-6-252 0,2-5-312 0,2-4-148 16,-2-4-16-16,2 0-488 0,2-10-756 15,-2 4-2725-15,-3-15-3855 0</inkml:trace>
  <inkml:trace contextRef="#ctx0" brushRef="#br0" timeOffset="156283.33">25200 16151 8672 0,'0'0'2253'0,"0"0"-1109"0,0 0 704 15,0 0 60-15,0 0-492 0,0 0-316 0,0 0-164 0,0 0-212 16,68 82-100-16,-60-63-236 16,-4 1-252-16,-4-1-124 0,4-4-4 15,-4 2-8-15,0-5-8 0,0-5-104 0,0-1 4 16,0-6-76-16,4 0-252 0,0 0-288 15,3-6 356-15,6-7 368 0,-1 0 60 0,4-5-60 16,-5 1-120-16,6-2 44 16,-6 3 28-16,1 3 0 0,1 7 44 15,-6 0 4-15,1 6 172 0,-3 0 84 0,3 0 88 16,-1 9 60-16,-3 1-40 16,4 2-44-16,-3 8-88 15,2-5-52-15,-3 4-56 0,0 1-76 0,0-1-48 16,0-3 0-16,0-1-208 0,1-2-340 15,-5-4-160-15,3 1-300 0,5-3-312 16,-4-4-1144-16,4-3-2353 0,0-3-2855 0</inkml:trace>
  <inkml:trace contextRef="#ctx0" brushRef="#br0" timeOffset="156473.938">25694 16262 12509 0,'0'0'4064'0,"0"0"-3316"0,0 0-388 16,0 0 960-16,0 0 88 0,0 0-336 0,0 0-463 15,96 31-549-15,-76-33-60 0,4-8-108 0,0 1-113 16,-5-4-203-16,5-3-284 0,-3 0-320 16,-6 0-1092-16,2 3-3380 0,-6-2-5757 15</inkml:trace>
  <inkml:trace contextRef="#ctx0" brushRef="#br0" timeOffset="156654.415">26145 15980 13789 0,'0'0'2788'0,"0"0"-2252"0,0 0-228 16,0 0 512-16,3 63 360 0,1-41-408 15,0 0-600-15,0-3-172 0,1-2-160 0,3-2-144 16,-8 3-212-16,3-1-272 0,-3-1-236 15,0 3-528 1,0-6-976-16,0 6-2669 0</inkml:trace>
  <inkml:trace contextRef="#ctx0" brushRef="#br0" timeOffset="156874.558">26583 15846 11609 0,'0'0'3948'0,"0"0"-3444"0,0 0-496 0,0 0 432 0,35 73 856 16,-26-48 60-16,-1 4-696 15,-1 0-452-15,-3 2-120 0,4 1 20 16,-8 7 52-16,5-5-68 0,-5 1-92 0,-5 3-60 16,-3 0-260-16,-7-3-352 15,-5 0-248-15,-1 2-232 16,-2 0-464-16,-5-6-356 0,-4-3-160 0,8-6-713 15,-15 8-3123-15</inkml:trace>
  <inkml:trace contextRef="#ctx0" brushRef="#br0" timeOffset="157293.198">24472 16917 184 0,'0'0'7372'0,"0"0"-4432"15,0 0-983-15,0 0-493 0,0 0 4 16,0 0-248-16,0 0 124 15,0 0-136-15,0 0-292 0,95-5-232 16,-67 5-112-16,8 0-84 0,7 0-63 16,9-2-121-16,8-4-88 0,8-7-20 0,12 1-76 15,7-8-72-15,4 1-48 0,10 3-4 16,-2-3 4-16,8 3-4 0,5 0-116 16,0 4 60-16,-1-4-16 0,-3 0-128 0,-5-1-136 15,-11 5-145-15,-12 3-27 0,-9-1 64 0,-7 4 104 16,-16 3 124-1,-8-4 100-15,-12 4-200 0,-13 0-244 16,-6 0-332-16,-9-1-380 0,0 1-292 0,-5 0-1208 16,1 3-2089-16,-15 0-2811 0</inkml:trace>
  <inkml:trace contextRef="#ctx0" brushRef="#br0" timeOffset="157602.419">25682 17034 4668 0,'0'0'11949'0,"0"0"-10373"0,0 0-1440 0,0 0-96 0,92-10 648 0,-56 7 524 15,3-3-308-15,-2-1-564 16,-1 4-244-16,-4 0-24 16,-4 0-60-16,-13 3-12 0,1 3 0 0,-12 6 96 15,0 7 145-15,-4 4-57 0,-4 5-88 16,-12 1-12-16,0 5 28 15,-4-2-40-15,-4-1-60 0,5 1 0 0,-2-7-12 0,6 0-4 16,2-2-4-16,10-8 0 16,3 1 8-16,0-5 0 0,16 3 44 15,3-5 64-15,13 3-36 0,4-5-64 0,12-1-8 16,-1-3-48-16,9-3-108 0,0-8-220 16,4-1-389-16,0-1-367 0,4-2-72 15,-16 3-720-15,19-5-4745 0</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3T02:54:35.554"/>
    </inkml:context>
    <inkml:brush xml:id="br0">
      <inkml:brushProperty name="width" value="0.05292" units="cm"/>
      <inkml:brushProperty name="height" value="0.05292" units="cm"/>
      <inkml:brushProperty name="color" value="#FF0000"/>
    </inkml:brush>
  </inkml:definitions>
  <inkml:trace contextRef="#ctx0" brushRef="#br0">11909 6261 1720 0,'0'0'4004'0,"0"0"1861"0,0 0-5005 15,0 0-540-15,0 0 228 0,0 0 456 16,0 0-196-16,0 0-168 0,-76 6 16 16,76-3 180-16,0-3 56 0,0 0-252 15,0 0-208-15,0 0-76 0,0 0 36 0,0 0-64 16,7 3-120-16,-2 4 0 0,7-1-48 15,-1 0-40-15,2 0 40 0,2 1-4 16,-2-3-32-16,6 2-112 0,-2-4 84 16,7-2-48-16,-1 5 24 0,9-5 8 0,-4 0-72 15,7 0-4 1,2-5 4-16,-1 3-8 0,3-2 0 0,-3 4-44 16,0-2 40-16,0 2-36 15,0 0 40-15,0 0 76 0,-1 0-76 0,1 2-36 16,-4-2-64-16,0 4 96 0,-4-2-4 0,0-2-64 15,0 0 24-15,-4 5-24 0,0-5 60 16,-5 0-76-16,-2 0 76 0,-6 0-84 16,-3 0 0-16,1 0-52 0,-5 0-36 0,-1 0-108 15,-3 0-136-15,0-5-108 0,0 5-92 16,0 0-248-16,0 0-392 0,-3 0-868 16,-1-2-2465-16,0-2-2971 0,-5 2 6072 15</inkml:trace>
  <inkml:trace contextRef="#ctx0" brushRef="#br0" timeOffset="15234.146">15064 8985 1552 0,'0'0'8724'16,"0"0"-5643"-16,0 0-1505 0,0 0-748 16,0 0 80-16,0 0 236 0,0 0-304 15,88-16-228-15,-56 10-96 0,3-1-64 16,5 1-36-16,8-3 132 0,-4 2-112 0,4 1-155 15,0-1-257-15,-4 4-24 0,-1 0-60 16,-3 0-85-16,-8 3-87 0,0 0 0 16,0 0-156-16,-8 0-112 0,-1 0-100 0,-2 0-52 15,-5 3-468-15,-8 7-1112 0,-4-1-2645 16,-4 1-2987-16,-17 2 4916 0</inkml:trace>
  <inkml:trace contextRef="#ctx0" brushRef="#br0" timeOffset="15428.507">15335 9283 8200 0,'0'0'4457'0,"0"0"-3157"15,0 0-704-15,0 0-304 16,0 0 524-16,0 0 164 0,0 0-20 0,96 0-220 16,-61-7-284-16,6-1-172 0,-2-3-144 15,1-1-140-15,-4-1-112 0,-1 5-96 16,2 1-136-16,-1 0-408 0,-4 4-556 15,-1 3-1088-15,-11 0-3969 0,13 3-1370 0</inkml:trace>
  <inkml:trace contextRef="#ctx0" brushRef="#br0" timeOffset="16885.035">16733 8941 1852 0,'0'0'1172'0,"0"0"6456"0,0 0-5647 0,45-90-697 16,-30 65-208-16,5 3 8 0,-4 6-180 16,4 3-348-16,-4 13-220 0,-4 0-76 0,4 13 136 15,0 6 48-15,-5 6 20 16,-2 7-120-16,-1 7-88 0,-8 2-12 0,0 3-96 0,0 0 0 16,-8 0-140-16,-1-4 88 15,6-3-88-15,-5-5-12 0,4-7 4 0,0-3-84 16,0-9 20-16,0-3-80 0,4-8-124 15,0-2-176-15,0 0 16 0,4-6 24 16,4-2 20-16,0-11 28 0,-1-4 32 16,2-6 64-16,3-2 64 0,-5-4 72 15,2 0 24-15,3 0 52 16,-5 3 44-16,6 7-52 0,-1 2 44 16,-5 8 8-16,2 8-60 0,-1 1-48 0,-4 6 112 15,3 0 12-15,-3 10 300 0,0-1 172 16,1 4-200-16,-5 2 24 0,0 2 16 15,0-2-68-15,0 2-8 0,0-9-64 0,0 3-84 0,0-9-44 16,0-2-56-16,8 0-88 16,-1-2 88-16,10-12 76 0,2 2-76 0,5-8-40 15,4-2-120 1,0 3 36-16,0 4 12 0,0 2 56 0,-5 3 56 16,1 10 0-16,-3 0 4 0,-1 10 156 15,-5 6 160-15,-3 3 72 0,0 3-40 16,-4 0-56-16,0 3-64 0,0-2 0 15,-4-2 48-15,-4 2-36 0,4-4 8 0,-4-3-92 16,0 0 21-16,0-3-45 0,4-4-136 16,-4-2-84-16,4-1-84 0,-4-6-41 0,8 3-71 15,-5-3-96-15,6 0-160 0,-1 0-196 16,0 0-312-16,4-3-652 0,4 0-924 16,-4 0-2061-16,11-4-2071 0</inkml:trace>
  <inkml:trace contextRef="#ctx0" brushRef="#br0" timeOffset="17214.398">17869 9024 784 0,'0'0'8380'0,"0"0"-6439"0,0 0-633 15,0 0 84-15,0 0 340 0,0 0-52 16,-88-30-432-16,65 33-188 0,-5 10-364 16,4 3-316-16,-4 3-52 0,4 7 72 15,4-1 76-15,8 0-183 0,0-2-161 0,5-1-124 16,7-6-4-16,0-4-4 0,0-5-72 15,3-1-76-15,9-6 16 0,4 0 35 16,4 0 97-16,0-10-124 0,0-2-152 16,3-4-56-16,2-3-56 0,-1 0-28 15,-4 4 36-15,-5-2 64 0,2 8 72 16,-2 2-4-16,-3 7 204 0,-4 0 44 16,4 7 172-16,-4-1 148 0,0 7-16 0,0-1 52 0,0 5 36 15,0-2-52-15,-5 1 24 16,6-3-204-16,-1-3-160 0,0-1 0 15,4-6-208-15,0 0 24 0,-1-3 16 16,2 0-332-16,2-6-344 0,-2-1-500 16,2-5-1112-16,-2-1-2088 15,-2 4-1889-15,1-10 1682 0</inkml:trace>
  <inkml:trace contextRef="#ctx0" brushRef="#br0" timeOffset="17379.102">18152 8915 4348 0,'0'0'440'16,"0"0"4592"-16,0 0-3095 0,0 0-313 0,0 0 176 15,0 0 44-15,59 79-260 0,-42-56-268 16,-9-2-488-16,8 3-304 16,-4-6-388-16,-1-2-136 0,6-3-148 0,-2-4-72 15,1 1-192-15,0-7-372 0,4-3-308 0,0 0-616 16,4-13-832-16,0-2-2181 0,-4 2-2259 16,8-15 5192-16</inkml:trace>
  <inkml:trace contextRef="#ctx0" brushRef="#br0" timeOffset="17550.1">18591 8855 7160 0,'0'0'4153'0,"0"0"-1809"16,0 0-1380-16,-64 73-272 0,36-41 728 15,-4 5 156-15,0 2-248 16,-4 5-496-16,0-3-308 0,0 1-208 0,4-8-240 16,1 1-76-16,3-3-160 0,3-6-228 15,6-7-164-15,-1-3-180 0,4-3-104 16,4-4-328-16,0-3-584 0,5-6-860 0,2 0-1673 15,5 0-1975-15,0-19 5776 0</inkml:trace>
  <inkml:trace contextRef="#ctx0" brushRef="#br0" timeOffset="17755.537">18782 8966 11641 0,'0'0'4080'0,"0"0"-3512"0,-40 89-220 16,24-51 588-16,-5 7 520 16,2-1-452-16,7 0-564 0,-4-6-280 0,12-6-160 15,-4-10-180-15,8-2-236 0,0-8-452 0,0-5-168 16,0-4-368-16,0-3-948 0,4 0-2573 16,4-16-2179-16</inkml:trace>
  <inkml:trace contextRef="#ctx0" brushRef="#br0" timeOffset="17907.426">18769 8782 2704 0,'0'0'10757'16,"0"0"-9249"-16,0 0-1028 0,0 0 312 0,0 0 380 16,0 0-440-16,0 0-672 15,88-26-60-15,-72 23-432 0,0-3-324 0,-4 3-424 16,4 3-1132-16,-9 0-3753 0,6 0-167 0</inkml:trace>
  <inkml:trace contextRef="#ctx0" brushRef="#br0" timeOffset="18454.084">19021 8988 3968 0,'0'0'8213'0,"0"0"-6501"0,-5 63-800 0,1-31 612 15,-3 6 428-15,3-2-476 0,0-5-732 0,0-9-508 16,4-3-228-16,4-3 44 0,7-10 24 16,6-2-76-16,7-4-48 0,3-6-52 15,5-14-288 1,0 1-336-16,8-9-148 0,-4-4-64 0,0 3-136 16,-5 1 92-16,-3 6-28 0,-3 2 300 15,-10 7 264-15,-2 7 444 0,-10 3 12 16,-3 3 596-16,0 3 216 0,0 8 220 0,-3 3 120 15,-10 3-184-15,5 2-84 0,-3 4-108 16,2-5-116-16,1-2-236 0,4 0-228 16,1-7-76-16,3 1-20 0,0-7-112 0,3 1-64 15,9-4-48-15,1 0 64 0,2-4 48 16,1-2-120-16,5-4-160 16,-2 4 24-16,-3 0 108 0,0 3-84 0,-4 3-12 0,-4 0 244 15,0 9 24-15,-8 0 160 16,4 8 72-16,-4-2 60 0,0 2 12 0,3-3-60 0,1 3 0 15,1-8-36 1,3-2-207-16,0-4-25 0,4-3-85 16,0 0 77-16,8-10-40 0,-5-3-88 15,6-2-156-15,-6-4-84 0,5 3 84 0,-4 3 84 16,0 0 24-16,-4 4 124 0,0 3-112 0,-4-1-120 16,-4 7 56-16,0 0 80 0,-4 0 84 15,0 0 72-15,0 0 48 16,-4 7 64-16,0-4-88 0,4-3-24 15,0 3-280-15,0-3-200 0,0 0-140 0,0 0-284 16,4-3-548-16,0-3-1108 0,3-1-2461 0,-2 1-1967 16,7-4 6108-16,-36 29 632 0</inkml:trace>
  <inkml:trace contextRef="#ctx0" brushRef="#br0" timeOffset="19078.274">20077 8629 3684 0,'0'0'480'16,"0"0"3684"-16,0 0-1808 0,0 0-443 16,0 0-485-16,0 0-164 0,0 0-68 15,0 0-28-15,0 0-288 0,0 0-240 0,0 0-76 16,-12 58-124-16,12-27 96 16,0 11 12-16,-5 5-148 15,1 10-107-15,0 7-157 0,-3 2 92 0,-1 11-144 16,-1-4-80-16,2 0-4 0,7-7-200 15,0-5-56-15,0-11-169 0,7-5-135 16,6-10-320-16,-2-6-172 0,6-7-680 0,-9-7-1016 16,12 2-3337-16</inkml:trace>
  <inkml:trace contextRef="#ctx0" brushRef="#br0" timeOffset="19577.437">21555 8921 3828 0,'0'0'8397'16,"0"0"-7133"-16,0 0-500 16,39 86 108-16,-26-31 700 0,-5 11 40 15,-1 19 0-15,-3 11-636 0,0 5-224 0,-4 4-191 16,0 4-101-16,0-8-340 16,-4 0-120-16,-4-9-216 0,1-6-112 0,-2-7-97 15,-3-12-27-15,9-13 112 0,-1-9 24 0,4-18 0 16,0-7-112-16,0-13-136 0,0-7-680 15,4-10-568-15,-1-15-208 0,1-11-508 16,0 8-2741-16,-4-39-935 0</inkml:trace>
  <inkml:trace contextRef="#ctx0" brushRef="#br0" timeOffset="19787.608">21583 9038 8596 0,'0'0'5429'0,"0"0"-4545"0,0 0-200 0,0 0-44 0,0 0 408 15,91-31 68 1,-66 31-304-16,1 0-360 0,6 0-256 0,-4 6-76 16,-4 5-120-16,-3-3-4 0,-6 9-264 15,-11-2 32-15,-4 8-32 0,-4 6 156 16,-15-1-108-16,-5 7-40 0,-8-1-60 0,-4 2 0 16,-4-5-16-16,4 1-48 0,0-6-64 15,8-11-244-15,9-2-352 0,3-7-552 16,8-6-556-16,4-9-2017 0,4-4-1179 0,0-12 5296 15</inkml:trace>
  <inkml:trace contextRef="#ctx0" brushRef="#br0" timeOffset="19962.084">21897 9147 1044 0,'0'0'10597'0,"0"0"-7945"0,0 0-1364 16,0 0-104-16,0 0 552 0,80 10-276 15,-57-10-608-15,2 0-496 0,-1-4-176 0,4 1-104 0,0-6-76 16,0 2-152-16,0-2-236 0,-5-4-260 16,1 4-148-16,0-4-384 0,-4 3-1000 15,-8 1-2552-15,8 0-3345 0</inkml:trace>
  <inkml:trace contextRef="#ctx0" brushRef="#br0" timeOffset="20431.2">22655 8934 1772 0,'0'0'8136'0,"0"0"-5999"15,0 0-425-15,0 0-292 0,0 0 348 0,32 76-56 16,-29-41-400-16,-3 10-496 0,4 6-256 16,-4 2-180-16,0 10-151 0,-4 5-9 0,1-1-40 15,-6 3-108-15,1-4-24 16,-3-6-48-16,2 1-244 0,-3-7-205 0,1-4-63 16,-6-4-96-16,6-9 108 0,-2 1 8 0,5-6 52 15,1-4 60-15,3-5-128 16,4-1-172-16,0-7-176 0,0-5-248 0,0-3-540 15,0-7-756-15,0 0-1905 0,0-7-707 16,4-3 3956-16,0-15 336 16</inkml:trace>
  <inkml:trace contextRef="#ctx0" brushRef="#br0" timeOffset="20724.429">22678 9038 4636 0,'0'0'4612'0,"0"0"-1803"0,0 0-1833 16,9-63-620-16,-2 41 40 0,5 3 376 16,4 0 136-16,4 7-40 0,0 2-228 0,8 4-72 15,0 6 4-15,4 0 20 0,-4 9-236 16,0 4-124-16,-4 3-144 0,-9 3-4 16,-3 0-80-16,-7 6 0 0,-5 0 4 15,0 5 80-15,-17-2-16 0,-3 7-72 0,-3-3-12 16,-5-1-136-16,-4 1-96 0,4-7-224 15,0-2-48-15,4-8 32 0,8-8-60 16,4-4-144-16,8-3-228 0,4-12-524 16,0-7-368-16,12-7-513 0,8-6-531 15,-4 7-1660-15,12-17 2152 0</inkml:trace>
  <inkml:trace contextRef="#ctx0" brushRef="#br0" timeOffset="20996.315">23069 8941 2764 0,'0'0'680'0,"0"0"6580"0,0 0-5191 0,11 66-861 0,-11-37-332 15,0 3 180-15,-8-4 148 16,5 1-248-16,-1-7-392 0,4-6-416 0,0-7-148 0,7-2 0 16,6-7 12-16,2 0 88 0,6-7-100 15,-2-5-208 1,9-7-288-16,0-6-208 0,-4 2-144 0,0-2 68 16,0 2-36-16,-8 2 72 15,0-2-136-15,-8 4 104 0,0 0 276 16,-8 3 500-16,0 3 232 0,-4 4 328 0,-8 5 384 0,-4 4 4 15,0 7-192-15,-4 6-204 0,0 6-172 16,1 0 96-16,-2 3 56 0,5 1-160 16,0-4-320-16,5 0-52 0,2-7-188 15,5-3-408-15,4-2-368 0,4-7-52 16,9-3-236-16,6-10-564 0,5-6-1317 16,-7 2-3687-16,18-11 4696 0</inkml:trace>
  <inkml:trace contextRef="#ctx0" brushRef="#br0" timeOffset="21584.971">23511 8874 4828 0,'0'0'9533'0,"0"0"-7729"0,0 0-1064 16,-16 86 44-16,12-58 448 0,-3-3-236 15,2-2-276-15,1-4-380 16,4-6-332-16,4-7-8 0,8-4 60 0,4-2-60 16,4-5-48-16,0-4-256 0,7-8-112 15,1 1-208-15,0-6 96 0,0 3 88 16,0-3 68-16,-4 3 16 0,0 0-28 15,0 6-40-15,-4 4 40 0,-4 2 368 0,-4 7 16 16,-1 0 588-16,-7 13 340 0,1 3-228 16,-5 3-256-16,0 3-76 0,0 1 12 15,0-5-40-15,0 1-8 0,0-3-200 16,4-4-36-16,7-5 28 0,6 0 144 16,-2-7-80-16,2 0-188 0,2-9-132 0,1-2-40 15,4-4-180-15,-4-4-76 16,8-1-84-16,-4 2-88 0,0-5 160 0,-4 1-276 0,-1 0-784 15,-2 3-300-15,-6 0 304 0,1 2 488 16,-3 9 240-16,-2 4 524 0,1 4 244 16,-8 4 656-16,0 4 44 0,0 9 68 15,-4 2 44-15,0 0-168 0,1 0-128 16,3-3-64-16,3-3-96 0,5-4 204 0,12-3 496 16,-4-6-636-1,12 0-248-15,0-3-108 0,4-9-64 16,-1-1-100-16,5-6-296 0,-4 3 0 0,1-3 160 15,-6 0 164-15,-3 0-40 0,-4 0-52 16,-12 3 92-16,0-3 72 0,-8 0 0 16,-4 3 0-16,-8 3 12 0,-4 1 88 0,-7 9 148 15,2 3 48-15,-7 6-48 0,0 10 60 16,0 9 200-16,4 3 68 0,-4 8 268 0,1 2 96 16,3 0-223-16,0 0-233 0,4-7-296 15,8-1-188 1,5-9-220-16,3-4 16 0,4-8-16 0,7-4-49 15,9-5-167-15,4 0-64 0,4-5-84 16,4-9-312-16,8 0-560 0,0-5-856 16,7-4-236-16,-6-3 844 0,2 1-2833 15,-11 6-1423-15,12-13 5568 0</inkml:trace>
  <inkml:trace contextRef="#ctx0" brushRef="#br0" timeOffset="21803.022">24747 8836 2552 0,'0'0'8457'0,"0"0"-5373"0,0 0-1772 16,3 89-392-16,-6-54 424 15,-6-3-20-15,5 0-196 0,0-7-360 0,4-3-476 16,0-3-224-16,0-6-68 0,0-4-12 16,8 0-108-16,1-5 112 0,2-1 8 15,-3-3 60-15,8 0 36 0,-4 0-88 0,4-10-8 16,-4 1 60-16,8-4 64 0,-5 0-120 0,6-6-4 16,-2-2-128-16,5-5-100 15,0-3-92-15,4-6-168 0,4 0-160 16,0 4-136-16,4-1-400 0,-5 6-212 0,1 7 72 15,-8 3-732-15,-8 10-865 0,4-3-1699 16</inkml:trace>
  <inkml:trace contextRef="#ctx0" brushRef="#br0" timeOffset="22577.706">26423 8982 3788 0,'0'0'5036'0,"0"0"-443"15,0 0-2617-15,0 0-196 0,8 89-332 16,-4-32 88-16,-4 9-208 0,-4 14-355 0,-4 9-261 16,-8 5-168-16,4 6-72 0,-8 0 168 15,1 0-292-15,3-6-336 16,-4-8-12-16,8-12-228 0,4-9-88 0,4-7-80 16,4-10 128-16,0-10 100 15,0-7 48-15,8-8-84 0,0-10-124 0,4-4-144 16,-4-9-132-16,3-3-261 0,-2-9-243 15,3-11-368-15,-1-6-296 0,2-12-516 16,-2-10-916-16,2-5-1829 0,-5 4-587 0,-1-30 4956 16</inkml:trace>
  <inkml:trace contextRef="#ctx0" brushRef="#br0" timeOffset="22814.44">26431 9131 208 0,'0'0'432'16,"0"0"7376"-16,0 0-5764 0,0 0-279 0,0 0-81 0,0 0-220 15,73-69-244-15,-50 62-200 0,1 3-328 16,4 4-172-16,-4 0-140 16,0 4-148-16,-5 5-96 0,2 1-128 0,-6 6-8 0,-2 0-84 15,-6 3-40-15,-7 6 40 16,0 0 72-16,-11 1-72 0,-6 5 72 0,-7 1-88 16,-4-3-20-16,-4 3-104 15,1-7-44-15,3-3-80 0,4-6-160 16,0-5 100-16,8-6-140 0,4-2-432 15,1-3-320-15,2-6-316 0,1-10-853 0,8-3-2315 16,-4 3-384-16,4-22 5116 0</inkml:trace>
  <inkml:trace contextRef="#ctx0" brushRef="#br0" timeOffset="23132.306">27065 8594 300 0,'0'0'11117'0,"0"0"-8229"0,0 0-832 0,0 68-688 0,-8-43-380 16,-4 0-324-16,0 1-384 15,0-1-156-15,0-3-124 0,1 0-52 0,-2-5-72 16,5-5-36-16,8-5-48 16,0-5-220-16,0-2-44 15,12 0 264-15,0 0 84 0,4-9 116 0,4-3-164 16,4-8-40-16,-1-2-24 0,2-7 36 0,3 4 128 15,-1-4-152-15,1 1 84 16,4 6 4-16,-4 2 36 0,0 8 16 16,0 5 84-16,0 7 140 0,-5 3 208 0,2 13-236 0,-9 6 48 15,-1 3 28-15,-2 11 84 16,-5 5-84-16,-5 3-16 0,-3 2-172 16,0 1-52-16,-3 1-236 0,-5-1-868 0,-5 0-3012 15,6-11-4865-15</inkml:trace>
  <inkml:trace contextRef="#ctx0" brushRef="#br0" timeOffset="24735.693">17773 11030 3084 0,'0'0'4'0,"0"0"4640"0,0 0-3308 0,0 0-136 15,0 0-323-15,-75-31 11 0,59 31-196 0,0 5-68 16,0 11-64-16,0 7-116 15,0 8 100-15,4 7-28 0,4 7 40 0,0-1 120 16,4 3-140-16,4-5-36 0,0-10-240 16,0-7-152-16,4-8 68 15,4-12-104-15,0 2 28 0,12-7 148 0,-4-10-16 0,8-6-232 16,-1-9-48-16,5-10-212 16,-3-7-196-16,-1-2 36 0,-4-3-64 0,-1-4-116 15,-2-4-28 1,-2-1-12-16,-2-2-360 0,-2-8-220 15,1-1-188-15,-8-3-577 0,0 1-2075 0,0-4 1324 16,-4 3 688-16,0 6 2048 0,0 7 4 16,-4 13 504-16,4 12 756 0,0 10-740 0,0 12 4696 15,0 4-3264-15,0 6-667 0,0 0-73 16,0 0 208-16,0 0-160 0,0 6-520 16,0 4-120-16,0 5 244 0,4 8-76 15,0 2-164-15,4 10-124 0,0 3-188 16,0 10-8-16,-4 2-92 0,0 7-44 0,-4 7-128 15,0 3-44-15,0 0-120 0,-8-4-28 16,0-3-20-16,-4-3-40 0,4-5-112 16,4-14-72-16,4-7-64 0,0-9-48 15,0-6-212-15,8-10-552 0,4-2-1156 0,0-4-2177 16,0 0-1755-16,4-13 5232 0</inkml:trace>
  <inkml:trace contextRef="#ctx0" brushRef="#br0" timeOffset="24904.985">18132 11055 1580 0,'0'0'492'16,"0"0"8593"-16,0 0-7073 0,0 0-412 0,24 86-40 16,-20-58 8-16,-4 0-136 0,0 1-368 0,0-7-420 15,0 1-276-15,0-7-272 0,0-3-96 16,0-7-172-16,0-3-288 16,4 0-128-16,-4-3 16 0,0-3-32 0,4-3-356 0,0-7-580 15,-4-3-1160-15,0-7-1913 16,4 4-1747-16,-4-12 4612 0</inkml:trace>
  <inkml:trace contextRef="#ctx0" brushRef="#br0" timeOffset="25051.272">18092 10769 1604 0,'0'0'8224'16,"0"0"-6275"0,0 0-529-16,0 0-540 0,0 0 308 0,0 0-192 15,0 0-448-15,0 0-500 0,0 0-48 0,0 0-224 16,0 0-136-16,0 0-512 15,96-16-340-15,-80 16-920 0,4 6-2769 0,-8 1-1427 16,4 5 5501-16</inkml:trace>
  <inkml:trace contextRef="#ctx0" brushRef="#br0" timeOffset="25794.261">18499 10947 3272 0,'0'0'0'15,"0"0"0"-15,0 0 4260 0,0 0-2744 0,0 0-324 16,0 0-135-16,0 0 35 16,0 0-44-16,0 0-124 0,0 0 212 15,15 45-216-15,-2-17-160 0,-5 0-112 0,-1 7-80 16,1 1-100-16,1-2-124 0,-5-5-76 15,0-4-120-15,-1-6 12 0,1-2-88 16,0-5 4-16,0-5-16 0,1-1 0 16,-1-3-12-16,0-3 40 0,-1 0-16 0,-3 0-12 15,4 0-56-15,4-6 76 0,1-8 4 16,2 0-28-16,1-9-56 0,4-6-144 16,3-6-76-16,-2-3-136 15,3 0-256-15,-1-4-212 0,2 2-380 16,-1 1-548-16,-1 8-912 0,2 2-1565 0,-10 7-1847 15,13 0 4484-15</inkml:trace>
  <inkml:trace contextRef="#ctx0" brushRef="#br0" timeOffset="25974.188">19001 10985 4196 0,'0'0'9265'0,"0"0"-7265"0,-17 70-632 15,13-47-288-15,1 5-80 16,-5-6-264-16,4-3-404 15,-4 0-332-15,0-3-100 0,4-3-132 16,0-4-184-16,0-2-260 0,0-4-300 0,4 1-424 16,0-4-644-16,-4-4-804 0,4-3-3221 15,0-8 854-15</inkml:trace>
  <inkml:trace contextRef="#ctx0" brushRef="#br0" timeOffset="26102.078">18909 10818 10985 0,'0'0'1988'15,"0"0"-956"-15,0 0 292 0,0 0 112 16,0 0-728-16,0 0-636 0,0 0-72 16,88-14-332-16,-64 11-568 0,-1 1-624 0,1-3-1612 15,-3 5-4521-15,10-2 5229 0</inkml:trace>
  <inkml:trace contextRef="#ctx0" brushRef="#br0" timeOffset="26305.778">19415 10818 2704 0,'0'0'664'0,"0"0"7093"0,0 0-6409 16,0 0-516-16,0 0 84 0,0 0 44 16,0 0-420-1,0 0-464-15,0 0-76 0,0 0-128 0,-72 56 28 16,72-56 24-16,0 0-48 0,0 0-128 16,0 0-88-16,0 0-92 0,0 0-48 0,0 0-108 15,0 0-164-15,-4-3-352 0,4 3-301 16,-3-3 121-16,3 3 144 0,-4-3-264 0,0 3-928 15,-1 0-420-15,1 0 2636 0,0 0-80 0,32 9-596 16</inkml:trace>
  <inkml:trace contextRef="#ctx0" brushRef="#br0" timeOffset="26747.852">19268 10883 484 0,'0'0'1356'16,"0"0"3284"-16,0 0-1928 0,0 0-467 0,0 0-589 16,0 0-272-16,0 0-248 0,0 0-356 15,0 0-332-15,0 0-48 0,0 45 32 0,8-45-20 16,7-6-44-16,5-4-124 0,1-6-244 15,-2-4-112-15,1 2-136 0,0-1-156 16,0 0-92-16,-8 0 96 0,4 3 88 0,-9 0 112 16,-2 6 164-16,-5 1 36 0,0 3 100 15,-5 3-100-15,-6-1 136 0,-1 1-128 16,-4 3-4-16,-3 0 148 0,2 7 48 16,-3 5-76-16,1 7 100 15,-2 8 84-15,1 6 0 0,1 6 28 0,2 5-4 16,2 0 84-16,2 4 4 0,2-4 20 15,3-2-72-15,4-7-160 0,4-10-16 16,0-6-68-16,4-6-28 0,4-3-96 0,3-8-64 16,6 2-120-1,7-4-120-15,-1-9-148 0,5-7-124 0,4-7-236 16,0-2-336-16,0-7-932 0,4 1-1724 0,0-4-1317 16,0 4-1318-16,-8 4 6439 15</inkml:trace>
  <inkml:trace contextRef="#ctx0" brushRef="#br0" timeOffset="27073.929">19758 10778 4516 0,'0'0'8'0,"0"0"5916"16,0 0-3827-16,0 0-845 0,0 0-316 16,0 0-16-16,0 0 136 0,-76 93 52 15,56-68-196-15,-3 4-236 0,6-7-284 0,2 0-232 16,6-9-160-16,1 0-8 0,4-7-56 16,4-3-8-16,0-3 64 15,8 3-52-15,1 1-4 0,6-1-32 0,2-3-76 16,2 0-12-16,5 0 72 0,-4 0-8 15,3 0 32-15,-2 0 4 16,-1 0 76-16,-1 0-56 0,-2 0 4 0,-2 0 48 16,-2 4 12-16,-2-2 56 0,2 4 80 15,-2-2-124-15,-3 3 36 0,0-1 16 16,1-1 68-16,-6 5-32 0,1 0-96 0,0 5 4 16,-4 2 80-16,0-2-4 0,0 4 64 15,0-3 0-15,-4 0-52 0,0 0-48 16,1-3-48-16,-6-4 4 0,5 5 4 0,-4-9-8 15,1 2-52-15,3-5-412 0,-5 3-312 16,-3-5-152-16,1 0-464 0,-2 0-792 16,2-5-1677-16,3 3-2827 15</inkml:trace>
  <inkml:trace contextRef="#ctx0" brushRef="#br0" timeOffset="27573.754">21447 10585 10596 0,'0'0'2005'0,"0"0"-641"15,0 0-352-15,16 77 144 0,-12-39 60 0,-4 9-164 16,4 5-216-16,0 7 8 0,-4 8-184 16,0 7-172-16,0 5-28 0,0 3 17 15,0 1-201-15,0-1-188 0,-4-10-88 16,0-4-156-16,4-11-220 0,0-12-73 0,0-11-63 15,0-9 136-15,4-8-148 0,8-9-420 16,4-8-476-16,4-2-780 0,3-10-780 16,-6-2-3145-16,11-20-307 0</inkml:trace>
  <inkml:trace contextRef="#ctx0" brushRef="#br0" timeOffset="27862.172">22320 10757 9048 0,'0'0'7245'0,"0"0"-5777"16,0 0-984-16,0 0-264 0,0 0 336 16,-73 86 780-16,47-48-168 0,-2 6-415 15,0 7-353-15,3-1-132 0,1-2 8 16,9 0-68-16,-5-1-124 0,8-2-84 0,-4-4-44 16,8-6-4-16,0-10-4 0,8-6 4 0,0-6-36 15,4-7-168 1,4-6-16-16,7 0 172 0,2 0 84 15,3-9-160-15,-1-7-116 0,1 0-113 0,1-3 49 16,-6-3 48-16,-3-1 20 0,0-2-32 16,-4 3-244-16,-4-1-348 0,-4-2-352 15,0-3-612-15,-4 3-860 0,-11-4-1505 0,-2 1-1091 16,2 5 1748-16</inkml:trace>
  <inkml:trace contextRef="#ctx0" brushRef="#br0" timeOffset="28005.111">22088 11037 1864 0,'0'0'8948'0,"0"0"-5699"16,0 0-901-16,0 0-744 0,32 69-164 15,-8-63-240-15,0 1-104 0,4-7-247 16,4-4-269-16,4-5-240 0,-4-10-340 0,3 0-24 16,-3-6-520-16,0 0-196 15,0-4-61-15,-8 4-39 0,0 2-520 0,-5 4-992 16,-6 3-848-16,-5 6-957 0,-8 4-327 16,0 6 1356-16</inkml:trace>
  <inkml:trace contextRef="#ctx0" brushRef="#br0" timeOffset="28116.14">22491 10912 1664 0,'0'0'2376'0,"0"0"3280"0,-32 70-2963 0,24-45-477 0,4 5-516 15,0 1-380-15,4 4-244 0,0 3-156 16,4-1 8-16,4 3 280 0,0-3-95 16,0-2-469-16,0-3-468 0,0-7-176 15,-1-6-316-15,6-3-336 0,-1-3-124 0,0-7-85 0,0-3-299 16,-1-3-672-16,2-7-1360 16,2-14-3213-16</inkml:trace>
  <inkml:trace contextRef="#ctx0" brushRef="#br0" timeOffset="28329.231">22962 10804 4864 0,'0'0'8465'0,"0"0"-6829"16,0 96-628-16,0-52 232 0,-5 11 340 0,1 4-56 16,0-2-452-16,0 4-539 0,0 2-373 0,4 4-148 15,-7-1-12-15,3 1 0 0,-9 0-305 16,2-6-463-16,-2-5-108 15,5 2-144-15,-3-5-260 0,-2-4-932 0,2-2-2501 32,-1-12-4199-32,-4 9 8040 0</inkml:trace>
  <inkml:trace contextRef="#ctx0" brushRef="#br0" timeOffset="29451.4">7813 12395 2948 0,'0'0'8333'0,"0"0"-6273"0,0 0-852 0,0 0-148 15,0 0-180-15,23 73 80 0,-6-32-84 16,-2 10-296-16,1 10 84 16,5 5-28-16,-2 7-196 0,1 3-16 0,-4 4-44 0,0 6-76 15,-8-1-27-15,1 0-129 16,-6-2-136-16,1-4-12 0,0-2-108 0,0-11-257 15,0-11-111-15,8-8-156 0,4-15-236 16,8-10-472-16,4-9-1000 16,4-13-2724-16,-4 0-3849 0,11-30 8625 15</inkml:trace>
  <inkml:trace contextRef="#ctx0" brushRef="#br0" timeOffset="29729.258">8857 12757 13281 0,'0'0'2820'0,"0"0"-1656"16,-84 51-828-16,48-23-88 0,1 11 272 15,-6 5 328-15,5 3-308 0,5 3-112 0,3 9 0 16,3-2 192-16,14 0-108 0,-1 0-183 16,8-6-149-16,4-7 28 0,0-6-16 15,4-9 172-15,4-10-172 0,7-6-192 16,6-10-12-16,7-3-72 0,0 0 24 15,4-7-36-15,-1-6-52 0,-3-2-116 0,0-4-148 16,-4 2-137-16,-4-2-71 0,0 5-296 16,-8-3-680-16,0 7-1044 0,-8-2-1692 15,-4 5-1249-15,0 1 621 0,-9 3 4308 0,-6 3 652 16</inkml:trace>
  <inkml:trace contextRef="#ctx0" brushRef="#br0" timeOffset="30028.175">8737 13293 2348 0,'0'0'9869'0,"0"0"-7185"16,0 0-1120-16,0 0-668 0,0 0 228 0,0 0-52 0,0 0 52 15,88-3-368-15,-65-9-368 16,5-1-207-16,0-6-141 0,-7 3-40 0,-2-3-233 16,1-1-131-16,-8 5-148 0,0 3-48 15,-4-1-164-15,0 6-244 0,-3 2-692 16,-5 0-1056-16,0 3-1501 0,0 2-415 0,-9 0 220 16,1 0 3472-16,0 0 940 15,0 0 380-15,0 0 1472 0,4 0-1020 0,-4 7 1188 0,8-2 2828 16,-3 4-2695-1,3 4-557-15,0 4-344 0,0 2-40 16,0 2-152-16,3 5-244 0,1 3-164 0,0-1-24 16,4 5 180-16,-4 0-172 0,1 0-200 15,-2-2-180-15,-3 1-192 16,4-3-64-16,0-4-376 0,-4-3-416 0,4-6-200 16,-4-4-64-16,4-5-256 0,5-7-672 15,2-3-1148-15,1-13-1561 16,-4 0-1831-16,8-22 5780 0</inkml:trace>
  <inkml:trace contextRef="#ctx0" brushRef="#br0" timeOffset="30261.823">9394 12522 4592 0,'0'0'8677'15,"0"0"-7117"-15,0 0-1156 0,0 0-288 0,49 99 524 16,-38-58 672-16,6 6-124 0,-6 8-460 15,1-3-288-15,0 10-156 0,0-1-112 0,-4 2-172 16,0 6 0-16,-4 7-124 16,0 4 64-16,-4-1-64 15,0-2-156-15,0-5-408 0,-4-5-188 16,-4-6 32-16,8-8-248 0,-4-8-380 0,4-10-552 0,0-10-833 16,0-6-2619-16,0-13 3416 15,4-6-75-15</inkml:trace>
  <inkml:trace contextRef="#ctx0" brushRef="#br0" timeOffset="30483.789">9984 13309 15397 0,'0'0'4832'0,"0"0"-3660"15,0 0-808-15,84-3-171 0,-45 3-133 16,-3-6-60-16,1 3-108 0,-5-4-257 0,-9 1-171 16,1 3-12-16,-4 0-136 0,-4 0-472 15,-4 3-1796-15,-8 0-2829 0,-4 3-3463 16,-8 9 9060-16</inkml:trace>
  <inkml:trace contextRef="#ctx0" brushRef="#br0" timeOffset="30618.238">9952 13572 7688 0,'0'0'7297'16,"0"0"-6377"-16,0 0-872 0,0 0 80 16,0 0 324-16,80 58 668 0,-44-55 32 0,0-3-588 0,3 0-468 15,2-6-96-15,-2-7-452 16,-3 1-376-16,0-4-348 0,-8 6-1528 16,11-6-4705-16</inkml:trace>
  <inkml:trace contextRef="#ctx0" brushRef="#br0" timeOffset="31004.395">11068 13268 14201 0,'0'0'2296'15,"16"73"-1264"-15,-4-28-732 0,4 15-176 16,-1 16 244-16,2 7 680 0,-2 9-180 15,-2 6-440-15,-2-3-232 0,-3 4-160 16,1-4-32-16,-5 0-8 0,-1-9-116 16,1-4-244-16,4-15-124 0,1-10-140 0,2-16-60 15,-3-12 108-15,0-12-12 0,0-15-132 16,-4-2-508-16,0-9-1048 0,0-10-1593 16,-4-10-631-16,0 7 32 0,-4-26 4121 0</inkml:trace>
  <inkml:trace contextRef="#ctx0" brushRef="#br0" timeOffset="31252.806">11144 13303 744 0,'0'0'11721'15,"0"0"-9977"-15,0 0-1020 0,0 0-232 16,67-80 208-16,-43 68 116 0,1 3-208 0,-2-2-196 16,1 6-32-16,0 5-20 0,4 0-4 0,-4 0-48 15,-5 9-148-15,-2 7-160 0,-6 6-36 16,-3 7-16-1,-8 2-8-15,0 8 0 0,-12-2-40 0,-8 8 92 16,-3-4-68-16,-5 4-20 0,-4-6 20 0,4-8-96 16,-4-6-244-16,4-6-92 15,4-10 0-15,4-5-88 0,1-4-236 0,2-11-464 16,2-3-844-16,2-9-369 0,6-3-1579 16,-1 7-712-16,4-22 4096 0</inkml:trace>
  <inkml:trace contextRef="#ctx0" brushRef="#br0" timeOffset="31576.166">11430 12760 6976 0,'0'0'5845'0,"0"0"-4901"0,0 0-68 0,0 0 96 0,0 0 644 16,84 44-108-16,-76-21-256 15,0 2-424-15,-3 7-376 0,-2 3-268 0,-3 4-180 0,0-6-4 16,4-1-60-16,-4-6-28 0,0-7-80 15,4-3-236-15,-4-7-180 0,4-2 68 16,0-7 28-16,4 0 180 0,4-10 204 16,0-2 104-16,4-4 48 15,0-6-36-15,0-7 0 0,-1 1-12 16,6-2 0-16,-6 2 44 0,5 3-4 0,1 3-40 16,-2 9-12-16,1 4 12 15,0 5 256-15,-4 4-96 0,4 10-48 0,-4 3 72 16,0 9-60-16,-4 3-56 0,0 6-64 15,-4 5-8-15,-1-2-36 0,-3 1-72 16,0 4-280-16,-4-8-668 0,0 5-1196 16,0-5-2961-16,0-10-5343 0</inkml:trace>
  <inkml:trace contextRef="#ctx0" brushRef="#br0" timeOffset="33265.759">12403 13249 8640 0,'0'0'1796'0,"0"0"-659"0,0 0-73 0,0 0 336 16,0 0-36-16,0 0-256 16,83-9-172-16,-63 24-120 0,0 8-40 0,-4 5-64 15,0 7-248-15,0 3-196 0,-4 4-72 0,-4-1-64 16,-4-3-116-16,0-4-16 0,0-2-52 15,-1-7-32-15,-3-8 12 0,5-4-4 16,-5-4-8-16,4-9-12 0,-4 3-224 0,4-3-292 16,0-3 96-16,4-4 272 0,-1-5 120 15,6-4-24-15,-5 0 36 0,-1-3 40 0,6-2-4 16,-6 1-24-16,1 1 52 0,-4 0 48 16,5 6 12-1,-5 3-8-15,-4 7 56 0,3 3 64 16,-3 0 212-16,0 0-92 0,0 10-120 15,0 2 72-15,0 4 12 0,0 3-8 0,0 1-56 16,4-8-68-16,-4-3-76 0,4-2-52 16,0-1 40-16,0-6 8 0,1 0 4 15,6-2 0-15,1-9 0 0,4-1-24 0,8-7-108 16,-4-3-16-16,4-3 72 0,0-1 4 0,4-2-52 16,-4 2 0-16,-1 0 64 15,5 8 48-15,-4 1 12 0,-3 8 64 0,-2 6 196 16,1 3-28-16,0 3-36 0,-4 4 48 15,4 5-24-15,-4 4-24 16,0 7-48-16,-1-4 0 0,-2 6-28 16,-5-3-36-16,-1 4 16 0,1-1-100 0,-3-3 0 15,-1 3-88-15,-4-6-92 0,4 1-308 16,-4-4-372-16,0-2-212 0,0 3-304 16,3-4-1168-16,-3-1-2321 0,0-5-3099 15,0-4 7180-15</inkml:trace>
  <inkml:trace contextRef="#ctx0" brushRef="#br0" timeOffset="34080.774">15515 13430 732 0,'0'0'10176'15,"0"0"-8055"-15,0 0-865 0,0 0 84 0,0 0 152 16,0 0-168-16,0 0-340 0,83 22-200 16,-67 1-212-16,-4 5-156 15,0 1-136-15,-4 3-100 0,-4-5-120 0,0-2-60 0,-1-1-64 16,-3-9-8-16,5-5-12 0,-5-4-52 15,4-3-32-15,-4-3-112 0,4-3-232 16,4-3-88-16,-1-7 332 0,6-3 144 16,2-4 120-16,-2-1 0 0,2-4 4 0,2-1-60 15,-6 1-4-15,1 6 52 0,0 6-48 16,-8 7-28-16,4 2 88 0,-4 4 124 16,0 7 220-16,4 6-40 0,-4 6-32 0,0 4-128 15,0-2-92 1,0 2-52-16,0-1 0 0,1-6-12 15,-2-4-76-15,1-5 40 0,4-1 36 0,4-6 12 16,0 0 84-16,4-6 52 0,0-7-28 0,8-3-96 16,-1-4-4-16,1-1-8 0,1-2 0 15,-5 4-48-15,3 0 36 0,1 7-48 16,-4 2-12-16,0 4 72 16,0 6 64-16,-4 6 44 0,4 10-44 0,-4 3-52 15,-4 6 60-15,4 0-60 0,-8 5 60 16,-1-2-72-16,1 0 8 0,-8 1-8 15,5-4-8-15,-5-2-160 0,0-5-444 0,0 1-540 16,0-2-456-16,0-4-1296 0,0-7-2549 16,4 0-2339-16,-4-4 6725 15</inkml:trace>
  <inkml:trace contextRef="#ctx0" brushRef="#br0" timeOffset="34463.528">16610 13706 5500 0,'0'0'7829'0,"0"0"-6837"0,0 0-992 15,0 0 0-15,0 0 24 0,8 83 772 0,-12-58 96 0,-4 1-372 16,0-1-432-16,4-6-88 15,0 0-148-15,-4 0-368 16,4-6-276-16,-4-1-168 0,0 1-200 16,1-3-556-16,-2-3-857 0,-2-5-2027 15,7-2 596-15,-5-2 3833 0</inkml:trace>
  <inkml:trace contextRef="#ctx0" brushRef="#br0" timeOffset="34764.931">16937 13509 1064 0,'0'0'2036'0,"0"0"4704"15,-4 74-5127-15,4-36-549 0,0 12-56 0,4 4 460 16,0 4-104-16,3-1-184 0,-3 0-412 15,5-1-300-15,-5 2-344 0,0-4-32 0,-4 3-92 16,0-2-52-16,0-5-8 0,-8-3-248 16,4-9-148-16,-1-3 24 15,5-10 96-15,0-6 24 16,0-2-12-16,0-7-180 0,5-4-212 0,-1-6-356 16,4 0-404-16,-4-3-1017 0,3-10-1531 15,6-9-796-15,-5 6 4808 0,-1-22-1124 0</inkml:trace>
  <inkml:trace contextRef="#ctx0" brushRef="#br0" timeOffset="34994.698">17124 13506 8016 0,'0'0'5161'16,"0"0"-3981"-16,0 0-520 0,0 0 120 0,0 0 260 15,88-22-304-15,-68 22-204 0,-1 0-164 16,2 6-72-16,-6 4-124 0,2 2-172 15,-10 4-92-15,-3 3-56 16,-4 6 136-16,0 1-124 0,-8 3-100 0,-8 2-72 16,-3 1 24-16,-9-3-76 0,0-1-200 0,-8-3-168 15,0-2-116-15,1-4-12 0,-6-6-276 16,-2-4-688-16,-2-2-2317 16,10-4-2059-16,-25-3 5216 0</inkml:trace>
  <inkml:trace contextRef="#ctx0" brushRef="#br0" timeOffset="35405.941">15363 13100 1552 0,'0'0'220'16,"0"0"252"-16,0 0 5016 15,0 0-3288-15,0 0-575 0,-80 39-625 0,68-18-132 0,-4 10 124 16,5 11 80-16,-1 9-112 16,7 6-88-16,1 10-8 0,4 6-124 15,0 6-172-15,4 1-180 0,5-1-104 0,6-3-76 16,-2-6-136-16,2-7-72 0,5-5-184 16,0-14-196-16,8-3-316 0,4-6-240 15,8-9-116-15,7-11-704 0,9-4-920 0,0-11-2445 16,-12 0-1995-16,19-26 6828 0</inkml:trace>
  <inkml:trace contextRef="#ctx0" brushRef="#br0" timeOffset="35675.228">17877 13405 9140 0,'0'0'3365'16,"0"0"-3365"-16,0 0-1336 0,72 85 1336 0,-60-50 1716 15,-5 6 244-15,-7 1-436 0,0-1-640 0,0 4-376 16,-7-4-284-16,-1 1-136 0,-12 2-88 16,0-3-248-16,0 0-248 0,-4-3-152 15,-4 0-320-15,0-3-460 0,1-6-880 16,3-7-1809-16,0-3-471 0,7-6 2580 15,6-13 888-15</inkml:trace>
  <inkml:trace contextRef="#ctx0" brushRef="#br0" timeOffset="35852.044">18239 13636 7384 0,'0'0'6153'16,"0"0"-5481"-1,92 0-404-15,-48 0 564 0,4 0 752 0,4 0-492 16,-5 0-600-16,1-3-316 0,1-3-176 16,-6 0-64-16,0-1-452 0,-2 1-492 0,-9 0-620 15,-9 2-1576-15,-7 1-4429 0</inkml:trace>
  <inkml:trace contextRef="#ctx0" brushRef="#br0" timeOffset="36003.492">18387 13932 7644 0,'0'0'8501'0,"0"0"-7137"0,0 0-1216 0,0 0-72 16,116 45 12-16,-65-45 528 15,5-5-244-15,4-3-276 0,3-9-96 16,1-2-12-16,5-6-48 0,-11-4-952 0,2-2-612 16,-19 9-1536-16,6-16-4889 0</inkml:trace>
  <inkml:trace contextRef="#ctx0" brushRef="#br0" timeOffset="36212.506">19391 13271 3920 0,'0'0'13409'16,"0"0"-11105"-16,8 80-1668 0,-8-40-636 15,0 9 4-15,0 8 60 0,0 4 264 0,0 4 160 16,-4 2 205-16,4 1-185 0,-4-3-348 15,1-1-160-15,-2-4-136 16,1-5-336-16,4-5-257 0,0-2-39 16,0-7-296-16,4-3-888 0,1-3-2968 0,2-9-3757 15,-3 8 5533-15</inkml:trace>
  <inkml:trace contextRef="#ctx0" brushRef="#br0" timeOffset="37855.748">5171 7296 3240 0,'0'0'9881'0,"0"0"-7889"15,0 0-1188-15,75 3-300 16,-43-3-128-16,-4-3-52 0,-4-1-124 16,4 1-200-16,-7 0-124 0,2-3-276 0,-3 0-456 15,-4-1-592-15,-4 1-1256 0,-4 3-2489 16,-8 3-1323-16</inkml:trace>
  <inkml:trace contextRef="#ctx0" brushRef="#br0" timeOffset="38016.544">5147 7499 3728 0,'0'0'756'0,"0"0"4704"0,0 0-3767 0,0 0-105 15,0 0 84-15,76 19-72 16,-40-19-516-16,4 0-516 0,-1-7-568 0,9-1-360 16,4-3-320-16,0-1 380 0,4-1-468 15,-4 0-1412-15,-17 4-2769 0,13-7-3195 0</inkml:trace>
  <inkml:trace contextRef="#ctx0" brushRef="#br0" timeOffset="38719.568">3721 7185 1564 0,'0'0'7440'15,"0"0"-5267"-15,0 0-417 0,0 0-28 0,0 0 36 16,0 0 52-16,0 0-416 16,88 82-408-16,-69-50-200 0,-2 3-51 0,2 9-89 15,-3 7-108-15,4 2 48 0,-8 6-204 16,4 4-160-16,-4 1-96 0,0 4-84 16,-4 0-48-16,0 6-84 0,0-5 36 15,-4 3 0-15,-1 5-48 0,1-7-12 0,1 0-108 16,-1-9-4-16,4-5-8 0,-1-8 48 15,-3-11-40-15,5-4-68 0,-5-7-64 16,0-11-156-16,0-2-137 0,-1-10-391 16,-3-3-420-16,0-3-612 0,0-16-1080 15,0-4-2061-15,0 4-2227 0,-11-25 7428 16</inkml:trace>
  <inkml:trace contextRef="#ctx0" brushRef="#br0" timeOffset="39017.56">3848 7356 4812 0,'0'0'688'0,"0"0"4921"0,0 0-3637 0,0 0-776 0,0 0-224 16,0 0-140-16,0 0-204 0,72-70-280 16,-52 61-72-16,4 6-104 15,-1 0-12-15,-2 3 88 0,3 3 12 16,-9 9-136-16,2 1 24 0,-6 5 112 15,-2 6 36-15,-5 1-64 0,-4 3-108 16,0 4-100-16,0-4-20 0,-9 4-4 0,-3-7 0 16,1 5-68-16,-6-8-32 0,-2 0-220 0,-1 0-172 15,0-5-64-15,-5-3-140 16,2 0-216-16,-1-9-536 0,0 2-460 0,0-7-301 16,1 0-391-16,3-3-1408 0,-1-4 800 15,-3-11 3196-15</inkml:trace>
  <inkml:trace contextRef="#ctx0" brushRef="#br0" timeOffset="39449.055">4103 6991 2756 0,'0'0'1032'16,"0"0"5188"-16,0 0-4135 0,0 0-525 0,0 0-180 16,0 0-156-16,80-9-228 0,-68 9-204 15,0 0-200-15,-4 0-148 0,0 6-100 0,-1 0-88 16,-3 10-168-16,1 0-32 0,-5 10-52 16,0 6 0-16,0-1 44 0,0 7-48 15,-9-3-84-15,6-4-52 16,-5-5 4-16,8-7 20 0,-4-6 16 0,4-10-76 15,0 0-160-15,0-3-164 16,4-3-8-16,4-3 20 0,-1-7-16 0,2-3 0 0,-1-5 160 16,3-3 88-16,-2-4 52 15,3 3 136-15,-5 2 64 0,2 5 76 0,-1 1 100 16,-1 8 136-16,1 0 132 0,5 2-32 16,-6 4-28-16,1 1-12 0,5 2-60 15,-2 0 32-15,6 5 16 0,2 2-128 0,1 6-72 16,-1 2 0-16,2 3 24 15,-1 1-36-15,-1 4-40 16,-2 3-108-16,-6-1-160 0,-2 0-604 0,-1 4-520 16,-4-7-884-16,-4 14-3309 0</inkml:trace>
  <inkml:trace contextRef="#ctx0" brushRef="#br0" timeOffset="46094.328">2299 17093 4912 0,'0'0'5952'0,"0"0"-3135"15,0 0-1885-15,0 0-924 0,0 0 84 0,0 0 336 16,0 0-24-16,0 0-180 0,8-2-212 15,7 2 212-15,5 0-24 0,4 0 240 16,4 0 284-16,0 0-216 0,4 0-188 16,-4 2-96-16,4 3-16 0,0-3 16 0,0 2-52 0,-1 2-64 15,1-4 4 1,4 3-108-16,0-5-4 0,3 2-4 0,-2 2-56 16,3-4-16-16,3 3 28 0,1-3-12 15,4 0-4-15,0 0-8 0,3 0-40 16,5 0 112-16,0 0-12 0,0 0-72 0,4 0 20 15,0 3 52-15,-5-1 0 0,0 5 0 16,5-3 8-16,0-1 0 16,0 0 4-16,0 0-4 0,3-3 4 0,-3 0-136 15,4 0 60-15,3 0 64 0,-2 0-36 16,3 0-28-16,-5 0 72 0,5 0-104 16,-1 0 48-16,1 3 56 0,4 1 8 0,-4 2 0 15,-4 0 92-15,-1 0-96 0,-3 4-4 16,0-1 4-16,-4-2 12 15,4 2 100-15,-4-3-112 0,2-2 68 0,2-1-68 16,0 0-96-16,4-3 20 0,-1 0 16 0,2 0-4 16,3 0 56-16,-5-3 4 15,5 3 4-15,-1 0 4 0,1 0 144 16,1 0-24-16,-6 0-12 0,5 3-16 16,-1 0 68-16,1 4-80 0,-1-4 40 15,2 0-40-15,2-3-20 0,1 0-4 16,4 0-60-16,-5 0-68 0,6-6 56 0,-2 3 0 15,0-1-76-15,5-2 80 0,-4 3-40 16,0 3 48-16,-1 0-76 0,5 0 76 16,-9 3 8-16,6 0 104 0,-6 0-52 0,5 4 40 15,-4-7-4-15,-1 3 40 16,1-3-72-16,4 0-64 0,-5 0-72 0,5-3 72 16,-4-4 0-16,-1 4-8 0,1 0-64 15,4-4-4-15,-4 5 28 16,-4 2 40-16,3 0-4 0,0 0-48 0,2 0 48 15,-2 2 12-15,1 5 52 0,0-1-4 16,3 1 40-16,-2-4-16 16,6 0-20-16,-3-3-52 0,3 0-44 0,-3 0 44 0,7 0 8 15,-3-6 4-15,0 3-12 16,-1-4-4-16,5 4-36 0,-4-4 40 0,3 5 72 16,-2-2-60-16,-2 1 88 0,1 0 12 15,0 3-64-15,-5-3 0 16,5 0-4-16,-1-1-44 0,1 1-48 15,0-3 48-15,-4 3-8 0,3 0 8 0,1-1-4 16,0 1 4-16,3 0 0 0,-3 0 60 0,4-3 4 16,-1 3-52-16,1-4 60 0,0 4-68 15,-5-3 68-15,5 2-60 0,-4-3 16 16,-1 7-24-16,-3-5-4 0,4 2 12 16,-4 3-8-16,-5-4 8 0,4 2 48 0,-2-3-60 15,-6 5-12-15,1-2 12 0,-1 2 44 16,-3 0-40-16,1 0 0 0,-5 0 56 15,-2 0 28-15,-2 0-28 16,0 0-48-16,-4 0 0 0,4 0-12 16,-8 0 0-16,0-4-12 0,-5 4-36 15,-3-2 36-15,-3 2 4 0,-6 0 0 0,1 0 8 16,-9 0 0-16,2 0-4 0,-9-4 4 16,-5 4-8-16,-3 0 0 0,-4 0 8 15,1 0 0-15,-5 0 4 0,0 0 68 0,0 0 28 16,0 0-16-16,0 0 0 15,0 0 4-15,0 0-28 0,0 0-60 0,0 0-72 16,-9 0-320-16,1 0-48 0,-7 0-160 16,3 0-104-16,-4 0 0 0,-4 0-92 15,3 0-356-15,2 0-1480 0,-5-2-3845 0</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04:27.286"/>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FF0000"/>
    </inkml:brush>
  </inkml:definitions>
  <inkml:trace contextRef="#ctx0" brushRef="#br0">21555 2241 3300 0,'0'0'6600'16,"0"0"-2767"-16,0 0-3277 0,0 0-48 0,0 0 20 16,0 0 40-16,0 0 124 0,0 0-32 15,0 0-4-15,-13-13-88 16,13 11-172-16,0 2-128 0,0 0-132 0,0 0-24 16,5 0-40-16,-1 0-28 0,0 0-36 0,7 0 68 15,2 6 8-15,6-6-76 16,1 6-8-16,5-3-40 0,6 1 40 0,1-1 0 15,0 0 0-15,4-3-8 0,3 0-76 16,2 3 84-16,2-3-48 0,-3 0-4 0,4 0 44 16,0 0-52-1,0 0-16-15,-1 0 28 0,1 0-12 0,0-3 60 16,-4 3-8-16,4-3 8 0,0 0-12 16,-1-1-32-16,1 1 36 0,0 0 8 15,0 0-12-15,-4-1 0 0,3 2-72 0,-2 2 72 16,-6 0-76-16,1 0 28 0,0 0 48 0,-1 2-76 15,2 2 28-15,-5-1 48 0,4 3 4 16,-1-2-44-16,1-1 52 0,-4 0 0 16,4 0 0-16,4 0-12 15,-4-3 8-15,0 0-68 0,-1 0-16 16,1 0-96-16,0-3-28 0,0 0 88 16,-4 3-12-16,0-3 40 0,0 3-28 0,-4 0 36 15,-5 0 84-15,1 3-84 0,-4-3 80 16,0 6 0-16,0-3 0 0,0 0 8 15,3 1 8-15,5 2 104 0,0-6-64 0,8 0 4 16,1 0-52-16,-2 0 0 0,9 0-12 16,-5 0-36-16,2-3 44 0,2 3-76 15,-7 0 64-15,5 0-68 0,-6 3 76 16,1 3-68-16,-4 1 16 16,0-1 8-16,-4 0 52 0,0 0 36 15,3 1 52-15,-3-1-88 0,4-2 52 0,0-4-52 16,0 3 8-16,4 0 0 0,-1-3 4 15,1 3 0-15,-4 0-12 0,5 1 0 16,-6 3-76-16,5-2 68 0,-4-2-52 16,-4 3 48-16,4 1-64 0,-4-1 72 0,0 0 4 15,4-2 4-15,-1 3 56 16,1-4-48-16,4-3 36 0,3 0-48 0,-3 0 112 16,5 0-112-16,-6-3 0 15,1-1 0-15,4 1 0 0,0-1 100 0,-4 1-100 0,3 3-8 16,1 0 0-16,1-3-56 15,-6 3 52-15,5 0-84 0,3 0 92 0,-2 0 8 16,2 0-8-16,2 0-4 0,-2 0-68 16,0 0 72-16,2 0 4 15,-2-2 88-15,2-2-84 0,-2 4 120 0,1-2-48 16,-4-3 36-16,-1 5-28 0,1 0 68 16,1 0-4-16,-6 0-36 15,5 5-40-15,-1-3 4 16,-2 2 60-16,-1-2 12 0,-1 4-52 15,1-2-8-15,0 3-16 0,0-4 76 0,-8 0-24 16,3-1 24-16,-6 2 60 0,-1-1-48 0,-4-3-64 0,-1 4-44 16,-6-4-52-16,-6 0 0 0,1 3-12 0,-8-3-40 15,0 0-8-15,0 0-100 16,0 0-268-16,-8-3-140 16,-3-4-424-16,-9-2-520 0,-1-1-1436 0,-26-6-3945 15</inkml:trace>
  <inkml:trace contextRef="#ctx0" brushRef="#br0" timeOffset="1966.842">8869 942 5020 0,'0'0'496'0,"0"0"88"16,0 0 1444-16,0 0-924 15,0 0-420-15,0 0 92 0,0 0 213 0,0 0-37 0,0 0-24 16,0 0 380-16,0 0-300 0,-84-63-256 15,76 60-216 1,-4-3-124-16,-4 3 8 0,1-1-160 0,-2 1-136 0,-3 3-124 16,-3 0-88-16,-5 0 28 15,0 0 60-15,-4 7 36 0,0-1-36 16,-4 0-4-16,0 7-76 0,-4 0 72 0,1 2-32 16,-6 7-60-16,2 1 4 0,-5 6-28 0,4-2 12 15,-4 9 60-15,4 2-8 0,5 4 8 16,7 2-8-16,0-4-16 15,4 6-24-15,4-5-24 0,4 3 40 0,1-2-4 0,2 2 0 16,6-3 88-16,3 0 0 16,3 1 0-16,1-4-4 0,4 3-36 0,0-3 36 15,0 0-56-15,9 1 48 0,-1 1 8 16,-1-1-108-16,1-4 36 16,5 3 16-16,-2-7 48 0,1 1-48 15,8-3-40-15,-4-1 88 0,7-2-76 0,2 2 36 16,3 1 44-16,3-3-44 15,5 0 48-15,5-1-4 0,-2 0 8 0,9-3 0 16,0-3 0-16,8 0 0 0,0-3 4 0,4-3 68 16,7-4 16-16,8-3 12 0,5-2-24 15,8-1-76-15,-1 0-60 16,-3 3-88-16,4 0 56 0,-8 7 80 16,-1 4-68-16,-7-2 80 0,4 4 4 15,-5-3 124-15,9 6 160 0,0-3-148 0,3 0-16 16,9-3-112-16,-4 3 80 0,7-6-92 15,1-1-12-15,-1-2 4 0,1-1-92 16,4-4 48-16,-4-3-8 0,3 2-16 0,-4-4 12 16,5 0 16-1,0 0 48-15,0 0 8 0,-1-4 40 0,0-3 16 0,-3-2 48 0,4-1-12 16,0-2-100 0,-1-1 0-16,0-3-8 0,-3 0-4 0,4-6-76 15,-4 3 0-15,-1-3 76 0,5-1 0 0,-5 1 12 16,-3 0 0-16,0 3 92 0,-5 0-32 15,-3 0 104-15,-5 3 108 16,-6 0-220-16,-2-2-48 0,-7 1 68 0,-4-2-20 16,-1-2 36-16,-3-2 48 0,-4-3-88 15,4 1 0-15,0-4-48 16,-4 1 0-16,-1-3-72 0,5 1 20 16,0-1 52-16,-4-1-12 0,-5 1 4 0,1 2 4 15,-4-3 4-15,-4 4 44 16,-4-1 40-16,-4 1 52 0,-4-1 40 0,-5 0-28 0,-3 4-64 15,-3-7 0-15,-6 4-84 16,1-4-48-16,-4-3-4 0,4 0-20 0,0 0-100 0,-4 0-16 16,4 1-12-16,-4 1 140 15,-5 8 60-15,-3-4 100 16,0 7 0-16,0 0 84 0,-11 0-36 0,-5-4 76 16,-4 5-40-16,-8-5 420 0,-8 0-260 15,-12 4-296-15,-8-3-48 0,-11 0-72 16,-12 3-124-16,-1 2-124 0,-8 0 72 0,5 6-84 15,-1 1 60-15,8 0 268 0,4 1 4 16,-3 1-12-16,-5-1-100 16,-8-1-60-16,-4 0 20 0,-7 1-120 0,-4-1 272 15,-9-3 236-15,-4 4-188 0,-4-1 28 16,-7-3 0-16,0 3 96 16,-8 4 40-16,2 0-108 0,-2-2-104 0,4 5-60 15,-9 4 12-15,5 2-104 0,-5-5-8 0,1 5-12 16,-1 0-152-16,1 0 188 15,7 0 24-15,1 0 36 0,4 0 76 16,3 0 120-16,1 0-32 0,3 0-88 0,4 5-40 16,1 1 40-16,3 2-8 0,0 3-36 0,9 4-80 15,4 1 36-15,3-3 28 0,9 3-4 16,3 3-196-16,4-6 108 16,12 2-64-16,0-5-60 0,5-1 88 15,11 1 76-15,1-4 112 0,10-3 24 16,5 1-24-16,4-1-60 0,8-3 12 0,9 0 48 15,-2 0 12-15,6 0 52 0,7 0-64 16,0-3-104-16,4 3-120 0,0 0-92 16,0 0-344-16,0-4-228 0,0 4-444 0,0 0-717 15,0 0-855 1,0 0-1004-16</inkml:trace>
  <inkml:trace contextRef="#ctx0" brushRef="#br0" timeOffset="17330.366">1968 3512 7160 0,'0'0'5949'15,"0"0"-4693"-15,0 0-384 16,0 0-80-16,0 0 248 0,0 0-20 0,0 0-148 16,0 0-120-16,0 0-104 0,0 0-64 0,99-14-60 15,-59 14-196-15,0 0-35 16,4 4-125-16,-5-4-12 0,2 3-156 0,-2-3-44 15,-7 0-28-15,0 0-48 0,-8 0-257 16,0 0-291-16,-4 0-384 0,-4 0-208 0,-4-3-600 16,0 3-1072-16,-12-4-3089 0</inkml:trace>
  <inkml:trace contextRef="#ctx0" brushRef="#br0" timeOffset="17498.907">2215 3679 5532 0,'0'0'2976'0,"0"0"-852"16,0 84-311-16,0-46-1265 16,0 6 1648-16,0 0-976 0,0 4-596 0,-4 3-360 0,4-4-264 15,0-3-84-15,0-2-168 16,0-14-268-16,0-2-440 0,0-13-468 16,0 0-820-16,0-7-2233 0,-4 0-2315 15</inkml:trace>
  <inkml:trace contextRef="#ctx0" brushRef="#br0" timeOffset="17684.627">1796 4216 1812 0,'0'0'8604'16,"0"0"-6459"-16,0 0-1337 0,0 0 16 16,0 0 112-16,0 0-332 0,0 0 488 0,0 0-84 15,92 22-304-15,-52-12-224 0,-4-1-284 16,4 1-184-16,-1-4-12 0,-2-2-148 15,2-2-96-15,-3-2-312 0,4-6-300 0,-5-7-368 16,-7 1-1440-16,4-10-5201 0</inkml:trace>
  <inkml:trace contextRef="#ctx0" brushRef="#br0" timeOffset="17864.809">2569 4016 2904 0,'0'0'6936'16,"0"0"-4607"-16,0 0-669 0,0 0 212 0,0 0-184 0,96 26-660 16,-69-23-460-16,5-3-396 15,1-10-124-15,3-6-48 0,0-7-172 16,-1-5-308-16,1-3-436 0,-4-8-620 0,-8 8-2308 16,-4-10-4097-16</inkml:trace>
  <inkml:trace contextRef="#ctx0" brushRef="#br0" timeOffset="18185.293">2816 3596 1136 0,'0'0'10157'15,"0"0"-8825"-15,0 0-500 0,0 0 876 16,0 0-384-16,0 0-552 16,-55 74-400-16,51-49-148 0,-1 7-40 0,5 6 16 15,0 7-40-15,0 5-48 0,9 7-64 16,-5 4-44-16,4 6 68 0,-1-3 0 0,-3 2-72 15,1 1-48-15,3-7-4 0,-1-1-32 16,-3-4 8-16,0-4 76 16,0-7 8-16,-4-8 44 0,0-8-40 0,0-6 136 0,0-6 60 15,0-6-24-15,0-4 48 0,-8 0 64 16,1-3-52 0,-1-3-124-16,-1 0-120 0,-6 0-48 0,-2-6 32 15,-2-7-104-15,-9-9-224 0,0 0-284 0,0-11 124 16,-4 0-4-16,0-3-112 0,8 5-128 15,0-1-460-15,5 4-528 0,6 2-284 16,6 6-901-16,-1-5-3263 0</inkml:trace>
  <inkml:trace contextRef="#ctx0" brushRef="#br0" timeOffset="19018.371">4438 3654 1580 0,'0'0'952'16,"0"0"1040"-16,0 0 3644 0,0 0-3679 0,0 0-345 0,0 0 108 15,0 0 120-15,0 0-304 16,0 0-248-16,0 0-264 0,8-22-211 15,-12 19-169-15,-8-3-124 0,0 2-120 0,-4 1-208 16,0 3-148-16,-7-3-44 0,2 3-96 16,-7 3-60-16,4 4-4 15,-4 5-44-15,0 4 12 0,1 6-28 16,-1 3 16-16,0 7-4 0,4 6 52 0,4 1 8 16,1 5 40-16,6 3-1 15,2 8-39-15,3-1 16 0,4 3 24 0,4-7-4 0,0-2 4 16,4-7-28-16,7-6 132 0,1-3 4 15,4-7 52-15,-4-3-52 16,8-3 72-16,-3-6 72 0,-2-3-20 16,5-3-4-16,-4-5-12 0,0-2 113 15,3 0-25-15,2-2 20 0,-5-8-56 16,3-4-40-16,2 0-120 0,-6-5-48 0,-2-4-400 16,-2-3-285-16,-3 1-239 0,-3 0-772 15,-1 3-956-15,-4-4-2004 0,0 10-1837 16</inkml:trace>
  <inkml:trace contextRef="#ctx0" brushRef="#br0" timeOffset="19299.913">4199 4026 1228 0,'0'0'5168'0,"0"0"-692"15,0 0-2923-15,0 0-417 0,0 0 32 0,0 0 128 0,0 0-92 16,0 0-228-16,0 0-260 16,0 0-296-16,87 41-212 0,-62-38-112 0,-1-3-84 15,4 0-12-15,0-6-208 0,-5-4-268 16,-3 1-156-16,0 2-48 0,-8-2-28 15,-1 6 12-15,-6 0-112 0,-5 3 0 16,0 0 60-16,0 3 124 0,0 3 624 16,-5 7 12-16,2-1 204 0,-1 8 296 0,-4-2 44 15,0 8-76-15,3-5-40 16,-2 8-88-16,-1-4-152 0,4 8-60 16,-4-5-60-16,4 1-68 0,0-6-12 15,0-1-4-15,4-7-128 0,0-2-92 0,0-4-28 0,4-2-124 16,0 0-232-16,4-1-340 0,0-6-740 15,0 0-1057-15,-1 0-2307 16,14-6 944-16</inkml:trace>
  <inkml:trace contextRef="#ctx0" brushRef="#br0" timeOffset="20641.316">5347 4042 9784 0,'0'0'2177'0,"0"0"-909"0,0 0 128 0,0 0 64 15,0 0-248-15,0 0-356 0,0 0-128 0,0 0-152 16,0 0-36-16,4 63-88 0,-4-34 24 16,0-4-160-16,4 4-120 0,-4-4-124 15,0 0-72-15,0-3-8 16,0-3-64-16,0 0-100 0,0-6-24 0,0-7-96 16,0 1-96-16,0-7-324 0,0 0-332 15,0-3-752-15,0-4-2412 0,-4-18-3421 16</inkml:trace>
  <inkml:trace contextRef="#ctx0" brushRef="#br0" timeOffset="20799.722">5351 3768 3240 0,'0'0'10553'0,"0"0"-9113"0,0 0-812 15,0 0 800-15,0 0-116 0,0 0-720 0,0 0-592 0,0 0-88 16,83-5 4-16,-52 1-176 0,6 1-492 0,-1 3-740 15,-8 0-1260-15,11 0-2469 0</inkml:trace>
  <inkml:trace contextRef="#ctx0" brushRef="#br0" timeOffset="21055.765">5821 3905 6308 0,'0'0'1236'0,"0"0"1484"0,0 0-2011 0,-44 70-153 16,24-49 660-16,0 6 504 15,4-2-296-15,0-3-396 0,0-3-344 0,8-3-176 0,4 0-140 16,0-3-108-16,4-5-136 15,0 6-76-15,0-4 0 0,8-1 40 16,0 0-16-16,4 3 40 0,4 2 120 0,0-5-60 16,-4 1 160-16,4 3-88 15,0-4-36-15,0 0-60 16,0 1-64-16,-4-1 0 0,-1-2 0 0,-2 2 16 16,-1-2-4-16,-5 0 4 0,-3-2-28 15,0 2 0-15,-3 0-72 0,-5 1-96 0,-5 2-404 16,-2 0-76-16,-2 2-36 0,-2-2-88 15,-5 0-472-15,0-2-792 16,7-1-1864-16,-18 0-3249 0</inkml:trace>
  <inkml:trace contextRef="#ctx0" brushRef="#br0" timeOffset="21558.503">6578 4219 10332 0,'0'0'2509'0,"0"0"-893"0,0 0-168 0,0 0-232 16,0 0-224-16,0 0-180 16,0 0-112-16,0 0 268 0,115 16-204 0,-67-13-251 15,4-3-233-15,-5 0-148 0,2-3 12 16,-6-6-144-16,-3-4 0 0,0-6-96 15,0 0-36-15,-5-10-160 0,-3-3-401 0,0-3-467 16,-4 1-1004-16,-11 5-2772 0,-2-5-3141 16</inkml:trace>
  <inkml:trace contextRef="#ctx0" brushRef="#br0" timeOffset="21849.95">6996 3721 784 0,'0'0'10313'0,"0"0"-8097"0,0 0-680 0,0 0-152 15,0 0-188-15,-56 86-228 0,48-48-156 16,0 9-176-16,8 3-108 0,0 11-76 16,0 6-136-16,4 3-172 0,0 6-84 0,4 0-60 15,-4 0-4-15,4 1 4 16,-4-11 0-16,0-5 4 16,0-10 84-16,0-4 44 0,0-8-12 0,-4-6-20 0,0-7-88 15,0-3 37-15,0-7-49 16,0-7 0-16,0-2 4 0,0-4-4 0,-4 0-13 15,-4-3-291-15,0 0-184 0,-4 0 28 16,-4-3-44-16,0-10-32 0,-3-6-176 0,-2-9 32 16,1-7-560-16,9-4-356 0,3-2-1196 15,8 0-2441-15,0 9-479 16</inkml:trace>
  <inkml:trace contextRef="#ctx0" brushRef="#br0" timeOffset="22030.187">7366 4117 2672 0,'0'0'8184'0,"0"0"-5591"0,0 0-305 16,0 0-176-16,0 0-316 15,17 77-428-15,-17-48-331 0,0 2-433 16,0 1-276-16,0-1-180 0,0-2-148 16,0-7-180-16,0 4-124 0,0-4-36 0,4-6-120 15,-4 0-281-15,3-4-495 0,-3-5-1040 16,4-4-2252-16,-4-3-2405 0</inkml:trace>
  <inkml:trace contextRef="#ctx0" brushRef="#br0" timeOffset="22199.724">7347 3912 6472 0,'0'0'7761'0,"0"0"-5797"0,0 0-628 16,0 0 36-16,0 0-512 0,0 0-420 0,0 0-428 15,0 0-12 1,0 0-108-16,92-48-212 0,-73 44-476 0,1-2-528 0,-1 6-1128 16,-6 0-2829-16,-5 16-4543 0</inkml:trace>
  <inkml:trace contextRef="#ctx0" brushRef="#br0" timeOffset="22514.477">7570 4184 272 0,'0'0'7436'0,"0"0"-3555"15,0 0-1517-15,-13 86 72 0,6-61-400 16,3 4-512-16,0-7-500 0,0 0-464 0,4-6-476 16,0-6-84-16,0-3-192 0,0-5-112 15,0-2 12-15,8 0-28 16,-1 0 236-16,10-12-40 0,-2-4-32 0,2-6-140 16,2-3 16-16,-3-1 36 0,5 1 84 15,-10 5 24-15,6 5-36 0,-2 2 68 0,-3 3 104 16,0 4 0-16,0 3 64 15,-8 0 108-15,4 3 60 0,-4 0 88 0,4 0 20 16,-4 6 116-16,0 4-56 16,-1-1-20-16,2 7-64 0,-1 3-136 0,-4 0 40 0,0 0-39 15,4 4-57-15,-4-2-112 16,0-2-12-16,0 1-140 16,0-5-65-16,0-2-135 0,0-3-172 0,4-7-304 0,4-3-832 15,-5 0-2140-15,10-10-2929 16</inkml:trace>
  <inkml:trace contextRef="#ctx0" brushRef="#br0" timeOffset="22685.523">8152 4191 6536 0,'0'0'4112'0,"0"0"-2299"0,0 0-233 16,-17 82 552-16,10-50-128 0,-5-1-256 0,-1 1-604 15,6-4-400-15,-1-5-415 0,3-4-329 16,1 0-208-16,0-6-121 15,1 1-167-15,-1-2-348 0,0-3-600 16,0-3-1532-16,4-6-3329 0</inkml:trace>
  <inkml:trace contextRef="#ctx0" brushRef="#br0" timeOffset="22832.53">8116 4007 4940 0,'0'0'7513'16,"0"0"-5717"-16,0 0-244 0,0 0 212 15,0 0-752-15,0 0-580 0,0 0-236 16,0 0-172-16,79-48-24 0,-51 23-528 0,4-4-572 16,7-3-476-16,2-9-1064 0,-13 12-2741 15</inkml:trace>
  <inkml:trace contextRef="#ctx0" brushRef="#br0" timeOffset="23062.31">8721 3509 912 0,'0'0'6584'0,"0"0"-1103"0,0 0-4525 0,0 0-148 0,0 0 476 15,-4 87 132-15,-7-51-72 16,2 5-372-16,-3 9-192 16,5 9-96-16,-6 4-15 0,-2 13-209 0,2 4-108 15,-2-2-196-15,3 2-8 0,-1-7-28 16,10-10-24-16,-1-9 60 0,4-12 112 16,4-10-124-16,7-7-92 0,6-6-52 0,-2-2-8 15,5-5-88-15,1-3-36 0,-2-5-124 16,1-2-80-16,0-2-52 0,-4-6-72 15,0-7-125-15,-4 0-35 0,-4-2-428 16,-5-7-884-16,2 3-1148 0,-5-8-1877 16,-5 13-1519-16</inkml:trace>
  <inkml:trace contextRef="#ctx0" brushRef="#br0" timeOffset="23228.393">8482 4073 2640 0,'0'0'1236'0,"0"0"5292"0,0 0-4127 16,0 0-633-16,0 0-52 15,0 0-36-15,0 0-424 0,0 0-32 16,84 36-284-16,-60-31-479 0,4 2-229 0,-4-4-156 16,4-3-76-16,-1 0-148 0,1 0-141 0,0-3-247 15,0-4-524-15,4-2-500 16,-1 2-1532-16,-10 1-2965 0,7 3-3358 16</inkml:trace>
  <inkml:trace contextRef="#ctx0" brushRef="#br0" timeOffset="23536.669">9072 4248 2300 0,'0'0'208'0,"0"0"7728"16,0 0-5571-16,0 0-633 0,60 73-136 0,-45-60-132 0,6-7-316 16,-2-4-276-16,-3-2-188 15,9 0-144-15,-2-8-152 0,1-5-216 0,0-10-76 16,0 2-96-16,-1-5-52 0,-6 4-156 16,-1 3 24-16,-8 3 4 15,-4 4-16-15,-4-2 48 0,-4 5 40 0,-9-1 0 0,-2 3 20 16,-6 2 80-16,-3 2 8 0,1 3-12 15,-1 0-112-15,-4 15 84 16,4 4 40-16,0 7 40 0,1 6-36 0,2 2-4 16,6 8 76-16,-1-4 108 0,4 0-28 15,3-3 40-15,5-3-48 16,4-10 32-16,0-3-92 0,13-7-28 0,2 1-12 16,6-7-48-16,7-6 0 0,7 0-12 15,1-6-108-15,4-7-308 0,0-1-256 0,0-6-320 16,3 1-1140-16,-7 6-2692 15,16-6-4445-15</inkml:trace>
  <inkml:trace contextRef="#ctx0" brushRef="#br0" timeOffset="24432.972">9965 4396 3084 0,'0'0'156'0,"0"0"-156"16,0 0 4452-16,0 0-3064 0,0 0-32 0,0 0 137 16,0 0-261-16,0 0-88 0,0 0-184 0,0 0-208 15,0 0-160 1,7 30-180-16,-10-18-128 0,-6 1-120 0,5-4-28 16,-4 4-76-16,1-2 64 0,-1-3-24 15,-1 5-16-15,-2-4-84 0,3 1-76 16,-5 2 4-16,2-1-64 0,-2 1-64 0,2-3-12 15,3 5-48-15,-5-5-240 0,9-3-256 16,1 4-324-16,-1-7-700 0,4 0-1113 0,0 0-2623 16</inkml:trace>
  <inkml:trace contextRef="#ctx0" brushRef="#br0" timeOffset="38249.48">12435 3521 9724 0,'0'0'1677'0,"0"0"-829"0,0 0 136 0,-9-70 336 16,5 48-236-16,0 3 172 0,4 0-424 15,-4 3-164-15,1 4 96 0,-1-2-80 0,0 5-84 16,0 3-28-16,-1-1 36 0,1 1-179 16,1-1-141-16,-1-2-92 0,0 2-64 15,0 1-48-15,-4 0-80 16,3-1 4-16,-2 1 0 0,3 3-8 16,0 0 0-16,0 3 0 0,0 0 4 15,0 6 92-15,0 0 28 0,-4 7 236 0,4 4-352 0,-4 1 0 16,1 11-8-16,-6-1-8 15,5 14 4-15,-4 2-68 0,-4 7 64 16,5 3-88-16,-6 3 36 0,2 0-36 16,-2 3 12-16,1 1-148 0,4-4 148 15,-3-3 72-15,3-7 4 16,0-5 8-16,4-7 64 0,0-10-4 0,4-9 36 0,0-4 4 16,4-5-96-16,-4-3-4 0,4-4-4 15,0 0-60-15,0 0-116 0,0-7 84 16,4-3 0-16,4-5-184 0,0-5 172 15,0-2 48-15,0 0 52 0,-1 3 4 16,6 0 4-16,-5 3 0 0,3 3-8 0,-2 7 8 16,-1 0 4-16,-1 2 12 0,-3 2-16 15,0 2 0-15,1 0-16 0,-1 2-56 16,0 5 24-16,3 5-85 0,-7 4 133 16,4 7 0-16,-4 8 60 0,0 7-11 15,-4 3 11-15,-3 7-56 0,-1 2 0 16,-1 5-4-16,-2-4-72 0,-2 0 72 15,5-3 4-15,4-7 0 0,1-4 92 0,-1-5 28 16,4-7-52-16,0-2-60 0,4-7-12 16,3 0-4-16,1 0 0 15,5-7-68-15,2 1-4 0,1-1-56 16,5 1-77-16,2-4-43 0,1-3-140 0,4 0-472 16,0-3-620-16,4 0-176 0,-8 0-1232 15,12 0-3325-15</inkml:trace>
  <inkml:trace contextRef="#ctx0" brushRef="#br0" timeOffset="38915.89">13144 3709 6672 0,'0'0'3204'16,"0"0"-423"-16,0 0-1113 0,0 0-332 0,0 0 208 0,0 0-184 15,0 0-144-15,0 0-164 16,0 0-300-16,0 0-275 0,0 0-273 16,0 0-104-16,-84 37-100 0,60-15-60 0,1 6-24 15,-1 8 72-15,3-1-108 16,6-4 72-16,2-1-28 0,6-9 16 16,7-5 52-16,0 1-65 0,3-8-35 15,5 3 92-15,5 1 16 0,6-3 28 0,-3 2-28 16,5-2-56-16,2-1 52 0,-3 1 4 15,-4 0 0-15,0-1-12 0,-4 0 4 16,0 1 4-16,-4 6 4 0,0-3 76 16,-5 2 32-16,-3 4-47 0,0-3 99 15,0 3-152-15,-3-3 76 0,-5 0 48 0,0 0-24 0,-4 0-20 16,0-4-80-16,4-2-8 16,-4-4-4-16,4 1-144 0,-4-4-32 15,4-3-125-15,0 0-35 0,4 0-196 16,0-3-108-16,4-4-188 0,0-2-488 15,8-7-620-15,0 0-2160 0,16-12-2001 0</inkml:trace>
  <inkml:trace contextRef="#ctx0" brushRef="#br0" timeOffset="39316.228">13458 3963 536 0,'0'0'8956'0,"0"0"-6299"15,0 0-705-15,-7 79-100 0,-6-44-124 16,2 2-248-16,-1 2-196 0,0-4-140 0,0-7-463 15,8-6-353-15,0-3-328 0,4-6-60 16,0-6-88-16,4-5 140 16,8-2-136-16,-1-2 0 0,10-8-88 0,-1-9-61 0,-1-3-35 15,5-3 24 1,-4-1 72-16,-4 0 60 0,-4 5 100 0,-4 5-48 16,0 2 44-16,1 5-56 0,-6 4 8 15,-3 0 116-15,4 5-4 0,-4 0-92 16,0 0 96-16,0 7 16 0,0 5 240 15,0 4-104-15,4 4-32 0,-4 5-4 16,0 4 28-16,0 6 32 0,0 2 4 0,0 8 108 16,-4 3-36-16,-3 0-12 15,-2 2-3-15,-3 4-33 0,0-3-64 16,-4 0-60-16,0-7-72 0,0-3-8 0,0-5-64 16,1-11 24-16,2-3 0 0,2-9 40 15,3-7-88-15,-5-3-124 0,6-3-85 0,-5-3-83 16,-1-10-260-16,-2-9 88 15,2-9 32-15,-2-13-60 0,3-11-808 0,4-6-620 0,0-2-1160 16,8-4-1061-16,0 4-1159 16,0 16 2777-16</inkml:trace>
  <inkml:trace contextRef="#ctx0" brushRef="#br0" timeOffset="39547.689">13814 3632 5884 0,'0'0'4780'15,"0"0"-3375"-15,0 0-241 16,0 0 384-16,0 0 100 0,0 0-204 0,0 0-188 0,0 0-396 16,23 82-312-16,-19-50-72 15,-4 4 24-15,4 1-63 16,-4 11-121-16,0 2-208 0,-8 4-108 0,0 4-4 16,0-1-164-16,1-3-28 0,-2-6-33 0,1-7-87 15,4-6-196-15,0-13-120 0,4-6-140 16,0-7-312-16,4-9-500 0,4 0-1072 15,0-13-2697-15,4 4-1499 0,4-23 5288 16</inkml:trace>
  <inkml:trace contextRef="#ctx0" brushRef="#br0" timeOffset="39822.104">13984 4213 1772 0,'0'0'8164'0,"0"0"-6539"0,0 0-481 0,-11 73 700 15,11-57-52-15,-4-4-436 0,4-5-628 16,0-4-344-16,8-3 32 0,-1-3 100 15,10-9-16-15,2-8-252 0,1-5-248 16,1-4-304-16,-6-3 8 16,5 4-20-16,-8-1 72 0,-4 11-76 0,0-1 108 0,-8 5 40 0,0 5 0 15,-8 2-136-15,-4 1-8 16,-4 0 316-16,0 3 220 16,-4 3 40-16,4 3 248 0,-4 9-436 0,0 4-64 15,4 6 80-15,-4 1 20 16,9-1 4-16,-1 4-112 0,3-7-196 0,2-3-176 0,3-1-244 15,0 1-212-15,4-6-440 0,0-4-676 16,4-6-832-16,7 0-469 16,2-16 149-16,-1 4-1767 0</inkml:trace>
  <inkml:trace contextRef="#ctx0" brushRef="#br0" timeOffset="40165.446">14227 4016 1736 0,'0'0'992'0,"0"0"4472"0,0 0-2912 16,0 0-983-16,40 68-65 0,-36-40-240 0,-4 0 24 15,0 3 44-15,0-1-172 0,0-5-376 16,0-3-344-16,0-6-280 0,0-7-160 16,0-3-172-16,0-6 52 0,5 0 120 15,-1 0 12-15,3-6-12 16,1-3-80-16,8-7 20 0,-4-3-136 0,4 3-160 16,-4-3 24-16,3 7 64 0,-2 1-28 0,-1 8 72 15,0 1-84 1,0 2 120-16,-1 2 188 0,-2 8 52 0,3 3 156 0,-1 3-120 15,2 0-40-15,-2-1 116 0,2 1 20 16,-2-3 64-16,1-7 56 0,0 0-68 0,-4-6 56 16,0 0 76-16,1-2-12 15,2-8-76-15,1-9-60 16,0-3-136-16,4-3-84 0,0-8-48 0,3 2-48 16,-2-4-88-16,-6 0-156 0,6 0-324 15,-6-1-72-15,2 5-164 0,-5 6-544 0,-4-1-652 16,3 7-544-16,-7 8-2089 0,0-3-2182 0</inkml:trace>
  <inkml:trace contextRef="#ctx0" brushRef="#br0" timeOffset="41828.431">15435 3982 9804 0,'0'0'1625'0,"0"0"-661"0,0 0 132 15,0 0 340-15,0 0 0 0,0 0-340 0,0 0-328 16,-16 95-176-16,16-55-128 16,-4 5-96-16,-1 3-48 0,5 6-136 0,-3-1-88 15,-1 5-8-15,-4 2-88 0,4 1-64 16,0-4-92-16,-1-7-28 0,2-8 0 15,3-10-24-15,0-7 72 0,0-10-36 16,0-4-124-16,0-5-280 0,3-6-144 0,6 0-300 16,-5-6-992-16,8-11-832 15,-9 2-2461-15,6-21 189 0</inkml:trace>
  <inkml:trace contextRef="#ctx0" brushRef="#br0" timeOffset="42084.923">15470 4013 8680 0,'0'0'1620'0,"0"0"-551"0,0 0 343 16,0 0-176-16,84-25-336 0,-60 25-96 0,0 0 40 15,0 0-272-15,-4 6-188 0,0 1 12 16,-4 2 24 0,-4 4-184-16,0 2-148 0,-12 1-4 0,0 7-72 0,0 2 88 15,-8 1-28-15,-5 2-12 0,-2 0-60 16,-1 1-160-16,-4-7-76 0,4-3-172 15,-4-3-184-15,4 0-80 0,0-7-80 16,4-2-240-16,-3 0-200 0,2-7-464 16,2 0-689-16,3-7-2095 0,-1 0-1103 15,2-11 5543-15</inkml:trace>
  <inkml:trace contextRef="#ctx0" brushRef="#br0" timeOffset="42248.719">15809 4124 7280 0,'0'0'2904'16,"0"0"-895"-16,0 0-301 0,0 0 148 0,0 0-80 0,0 0-552 0,76 22-436 15,-60-19-396-15,4 1-268 16,0-4-124-16,-1 0-156 16,2-4-408-16,-1 1-236 0,3-6-576 0,-7 0-1640 15,9-5-4521-15</inkml:trace>
  <inkml:trace contextRef="#ctx0" brushRef="#br0" timeOffset="42594.278">16383 3924 5836 0,'0'0'8237'0,"0"0"-6509"15,0 0-264-15,0 0-4 0,-84 64-392 0,60-42-260 0,-3 0-348 16,3 0-264-16,4-3-60 0,-1 0-124 15,6 1-12-15,3-8 0 16,7-2-100-16,2-2-32 0,3 3-16 0,0-2 4 16,0-3 68-16,8 8 64 0,4-5 4 0,3 3 8 15,-2-2-4 1,2 0 8-16,2 2 76 0,-6-2-68 0,-2-1 48 16,-1 1-52-16,-1-1 4 0,-7 2 124 0,4-3-40 15,-4 5 24 1,0-4 40-16,-7 5-88 0,-1-6 8 0,-5 2-80 15,2 0-8-15,-6-5-184 0,6 2-152 16,-6 0-104-16,6-7 32 0,-1 0 0 0,3 0-88 16,2-4-444-16,3-6-736 0,0-5-408 15,4-3-752-15,0-8-2125 0,8 8-959 0,12-15 5104 0</inkml:trace>
  <inkml:trace contextRef="#ctx0" brushRef="#br0" timeOffset="42916.293">16522 4019 1316 0,'0'0'8216'0,"0"0"-5395"0,0 0-933 0,0 0 64 16,-4 73-256-16,-4-48-68 0,5 4-260 15,-5 0-287-15,-1-3-341 0,5-1-304 16,4-6-400-16,-4 0-36 0,4-10-168 0,0 2 8 16,4-6 40-16,0-2-132 0,9-3-64 15,-2 0-121-15,6-8-147 0,2-9-40 0,1-5 28 16,4-4-312-16,-4 1-176 0,0-3-184 15,-4 2 236-15,-4 7 352 0,-4 0-80 16,0 6 380-16,-4 3 380 0,-4 4 312 16,0 6 208-16,0 0 288 0,0 0 12 0,0 6-308 15,0 7-188 1,0 0 36-16,-4 6 0 0,4 3 132 0,-5 0 260 16,5-2-88-16,0-1-236 0,0-3-332 15,0-4-96-15,0-2-184 0,0-4-132 16,0 0-176-16,0-6-308 0,0-3-188 0,9-6-452 15,3-10-1776-15,-1-6-3965 0</inkml:trace>
  <inkml:trace contextRef="#ctx0" brushRef="#br0" timeOffset="43240.621">16889 3667 1564 0,'0'0'5988'15,"0"0"-3240"-15,0 0-1407 0,0 0 247 16,0 0 124-16,0 0-312 0,0 0-44 0,0 92-344 15,0-57-164-15,0 3-76 16,0 3-140-16,0 0-244 0,-4 1-260 16,4-2-128-16,-4-1-84 0,4-7-40 0,0-7 28 0,0-5 48 15,4-4-52-15,4-2 40 0,0 0-72 0,4-2-28 16,0 2-96 0,4 0 0-16,-5 0 0 0,2 2 20 0,-2-4 16 15,2 4 24-15,-1 0 0 16,-9-2 124-16,5 0-4 0,-3-3 76 0,-5-3 124 0,4 3 24 15,-4-8-64-15,0 0 16 16,0-1-4-16,-9-2-96 0,5 0-60 16,-3 0-64-16,-1 0-244 0,-1-2-184 0,1-1-32 15,-3-4-236-15,-2-3-168 0,-2 1-980 0,-5-1-232 16,0-1-897 0,4-6-1503-16,0 4 501 0</inkml:trace>
  <inkml:trace contextRef="#ctx0" brushRef="#br0" timeOffset="44048.768">17371 4223 716 0,'0'0'5312'16,"0"0"-1348"-16,0 0-2711 0,0 0-85 15,0 0 172-15,0 0-12 0,0 0-92 16,0 0-128-16,0 0-240 0,-75-52-412 16,62 63-112-16,6 3-172 0,-10 13-60 15,6 1 48-15,-1 10 0 0,3-3-160 0,2-3-16 16,3-4-228-16,4-9 12 15,0-6 12-15,0-6 48 0,4-4 36 0,3-3 12 16,6 0-196-16,2-10 120 0,6-5 4 16,-1-8-264-16,-1-2-48 15,5-4-92-15,-4 0 156 0,0 7 80 0,-4 3 312 0,0 10-48 16,-4 2 40-16,0 7 60 16,-5 0 76-16,2 7 440 0,-1 5 152 15,-4 4-192-15,3 6-116 0,-3 4-164 0,1-1 52 16,-5 7-24-16,0 0 0 0,0 3-40 15,0 4 40-15,-5 1 8 0,-2 4 40 0,-5 1-28 16,-1-1-48-16,-2-3-24 0,-1 1 24 16,0-4 24-16,4-6 24 15,0-4 60-15,0-5-36 0,4-7-132 0,-4-4-88 16,4-3-48-16,1-4-4 16,-6-3-168-16,6-2-168 0,-1-2-112 15,-9-9-112-15,6-4-160 0,-2-11-260 0,2-5-396 16,3-1-208-16,4-7-788 0,4-1-665 15,0 10-1899-15,12-11 1164 0</inkml:trace>
  <inkml:trace contextRef="#ctx0" brushRef="#br0" timeOffset="44315.663">17773 4064 900 0,'0'0'9288'16,"0"0"-7907"-16,0 0-293 0,0 0 708 15,0 0-248-15,0 82-196 0,0-53-376 16,0 3-308-16,0 3-56 0,0 7 60 0,0 5-148 16,0 6-168-16,0 8-112 0,-3 3-160 0,-1 2-84 15,-9 1-40-15,5-4-48 16,1 0-8-16,-5-2 12 16,3-4-76-16,6-7 28 0,-1-5 20 0,0-6-32 15,0-11 32-15,4-12 4 16,0-3-76-16,0-11-184 0,0-2-12 0,0 0 0 15,4-12-36-15,4-10 8 0,-5-7-236 16,10-9-212-16,-5-6-604 0,-1-11-784 0,-3 14-1749 16,-4-25 993-16</inkml:trace>
  <inkml:trace contextRef="#ctx0" brushRef="#br0" timeOffset="44547.89">17714 4171 4628 0,'0'0'404'0,"0"0"4496"0,0 0-3287 16,0 0-125-16,0 0 264 0,0 0-204 15,84-29-352-15,-60 29-280 16,-1 7-200-16,1 0-164 0,0 3-200 0,-4-1-120 0,3 0-48 16,-2 3-36-1,-10-1-100-15,2 5-48 0,-9-1-156 16,-4 4 24-16,-4 8 8 0,-9 3-108 16,-10 5-108-16,-5 7-92 0,0-4-48 0,-4 0-124 15,1-3-124-15,3-9-168 0,7-12 28 0,6-3-92 16,2-11-308-16,9-6-460 15,4-13-2133-15,4-11-163 0,9 9 828 0,15-27 2976 16</inkml:trace>
  <inkml:trace contextRef="#ctx0" brushRef="#br0" timeOffset="44831.09">18275 4048 784 0,'0'0'5944'16,"0"0"-2984"-16,0 0-1091 0,0 0 395 0,0 0-268 15,0 0-408-15,0 0-240 0,0 0-108 16,0 0-436-16,0 0-180 0,5 66-79 15,-18-46-45-15,2 2-164 0,3 0-164 16,-1-6-168-16,2 0-4 0,3 0-8 16,0 0 4-16,4-1-4 0,0 1-92 0,0 0 16 15,0 0 16 1,4-4 64-16,4 5 4 0,-5-5-48 0,6 3 44 16,-1-1-68-16,-4-1 68 0,0 2-68 15,-1-2 60-15,-3 0-112 0,0 0 40 16,0-1-24-16,-7 1-124 0,-1-1-121 0,-5 1-159 15,2-3-144-15,-6-1-52 0,2 1-164 16,-1-3-416-16,-4-1-812 0,4 0-796 16,-3-4-2153-16,-14 3-2063 0</inkml:trace>
  <inkml:trace contextRef="#ctx0" brushRef="#br0" timeOffset="45386.6">18726 4210 8020 0,'0'0'3997'0,"0"0"-2489"0,0 0-88 0,0 0 252 16,0 0 28-16,0 0-336 0,0 0-336 16,0 0-432-16,71 69-220 0,-67-37-143 0,-4 3-117 15,0 3-116-15,0-6-12 0,0-3-156 16,0-4-125 0,-4-9-59-16,4-4-100 0,0-5-268 0,0-3-372 15,0-2-512-15,0-2-2440 0,0-6-3737 0</inkml:trace>
  <inkml:trace contextRef="#ctx0" brushRef="#br0" timeOffset="45553.748">18849 4073 8372 0,'0'0'4241'0,"0"0"-3421"0,0 0 156 15,0 0 536-15,0 0-1032 0,92-44-480 0,-68 34-356 16,0 4-408-16,-1-4-388 0,1 8-364 15,-7-3-1133-15,2 5-2747 0</inkml:trace>
  <inkml:trace contextRef="#ctx0" brushRef="#br0" timeOffset="45809.89">19104 4229 3800 0,'0'0'1276'16,"0"0"3380"-16,-19 76-3728 0,10-50-167 0,1 4 523 16,4-3 52-16,1-5 104 0,3-6-184 15,-4-4-336-15,4-2-212 0,4-7-340 0,-1 0-108 16,9-3-88-16,1 0 12 0,2-9-76 15,1-7-108-15,8-6-24 0,0-3-72 16,-4-1-104-16,4 1 4 0,-5 5 12 0,2 4 12 16,-1 10-12-16,-9 1-28 0,6 5 40 15,-6 0 172-15,1 0 100 16,-3 5 72-16,-2 4 0 0,1 2-72 16,0-3 12-16,-3 6-4 0,-1-3-96 15,-1 3 64-15,1-2-40 0,-4 4-36 0,4 3-72 16,-4-3-28-16,0 0-196 0,0 0-408 15,0 3-428-15,4-3-908 0,-4-4-2097 16,4 4-3067-16</inkml:trace>
  <inkml:trace contextRef="#ctx0" brushRef="#br0" timeOffset="46316.036">20582 3664 848 0,'0'0'2192'0,"0"0"3804"0,0 0-4212 0,0 0-11 0,0 0-117 15,0 0-104 1,0 0-136-16,0 0-292 0,0 0-164 16,0 0-212-16,-43-61-476 0,26 68-44 0,-6 2-20 15,-1 7-84-15,-4 6-40 0,-4 7 52 16,0 8-28-16,1 11 36 0,-1 7 28 15,0 5 72-15,4 3 181 0,4 7-61 16,3 0-172-16,10-3-180 0,3-7-12 16,4-6-24-16,4-10 24 0,12-5 60 0,4-8 64 15,4-5-52-15,4-4 36 16,0-6-36-16,4-7 36 0,4 1-12 0,-4-7 76 16,0-3-16-16,3-3-116 0,-4-7-40 15,1 1-144-15,-3-7-136 0,-1 0-80 16,-4-4-136-16,-5-1-161 0,-3 2-343 0,1-3-160 15,-10 2-848-15,-3 1-1088 0,0 3-2429 16,-7 1-2147-16,-17-1 7288 0</inkml:trace>
  <inkml:trace contextRef="#ctx0" brushRef="#br0" timeOffset="46582.371">20383 4175 2444 0,'0'0'704'0,"0"0"7549"0,0 0-6017 16,0 0-840-16,0 0 52 0,0 0-256 0,0 0 92 15,0 0 92-15,0 0-292 16,0 0-403-16,96-4-197 0,-68 1-244 0,0-3-240 15,-4 0-24-15,-1-4-300 0,1 1-188 16,-3 0-133-16,-6-2-83 0,-2 6-44 16,-2-2-196-16,-7 4-332 0,-4 3-248 0,0 0-16 15,0 0-64-15,0 7 116 0,-8 5 1164 16,1 4 348 0,-2 6 796-16,1 3 360 0,-3 1-252 0,2 6 20 0,1-4-204 15,0 4-44-15,1-3-196 16,3 1-104-16,-1 3-192 0,5-4 92 15,0-1 44-15,0-2-24 0,5-5-296 0,3-5-48 16,3-2-348-16,2-6-500 0,6-4-336 16,5-4-616-16,4-6-2817 15,-4-7-2855-15,16-16 6332 0</inkml:trace>
  <inkml:trace contextRef="#ctx0" brushRef="#br0" timeOffset="47282.191">21396 3435 5764 0,'0'0'7565'16,"0"0"-5905"-16,0 0-804 0,0 0 48 15,0 0-216-15,0 0-72 0,0 0 52 0,0 0-16 16,0 0-308-16,0 0-176 0,0 0-116 16,99-32-52-16,-67 11-124 15,0-2 16-15,-1 1-52 0,-3-1 48 0,0 7 28 0,-7 4-28 16,-2 2 28-16,-6 7-4 0,-6-3-36 16,-3 6-36-1,0 0-12-15,-4 0 48 0,0 0 112 0,0 9 12 0,-4 4 160 16,0 7 28-16,-8 8 32 15,0 6-208-15,-8 11 88 0,-3 3-100 16,-5 9 60-16,0 6-52 0,-4 4-8 0,0 3 0 16,0-3 208-16,4-7 52 15,8-6 152-15,5-10 16 16,2-12-208-16,13-9-144 0,0-11-76 0,0-2-16 0,0-7-140 16,9 0-76-16,-2-3 96 0,5-3 124 15,1-7-120-15,2-3-128 0,5-2-44 16,-4-2-28-16,0 2 36 0,-4-1 88 15,-5 10 72-15,2 2-12 0,-5 2 52 0,0 2-92 16,0 0-32-16,-4 6 220 0,3 0 52 16,-3 10 36-16,0-1 84 0,4 8-160 15,0-1 148-15,-4 7-112 0,5 3 52 0,-1 0 108 16,0 5 28-16,0 1-40 16,-1 4 76-16,-3 2-92 15,0 0-44-15,0 1 0 16,0-1-16-16,0 1 16 0,-3-4 72 0,-1-2-64 0,0-1 4 0,0-3-12 15,-1-7-40-15,-3 0-24 0,5-1-60 16,-1-6 32-16,-4-2-44 0,3-3-4 16,-3-3-48-16,1-5 48 0,-5 3 8 0,0-5 0 15,-4 0 4-15,4-2 56 16,-4-4 8-16,-4 0-72 0,1-7-56 16,-2-2-140-16,1-10-160 0,1 0 4 15,-1-10-372-15,3 1 100 0,6-7-276 0,3 0-344 16,8-4-1008-16,0 5-944 0,8 5-3249 15,8-6 1905-15</inkml:trace>
  <inkml:trace contextRef="#ctx0" brushRef="#br0" timeOffset="47488.385">21993 4121 6824 0,'0'0'5881'0,"0"0"-1957"16,0 0-2480-16,0 0 204 0,88 9-404 16,-57-9-564-16,-3 0-275 15,4-2-213-15,4-5-192 0,-4 0-128 0,-4-2-361 16,0-1-435-16,-4 4-236 0,-5-4-528 16,-6 8-2952-16,-13-2-3737 0</inkml:trace>
  <inkml:trace contextRef="#ctx0" brushRef="#br0" timeOffset="47665.479">22056 4257 4440 0,'0'0'272'0,"0"0"8109"15,0 0-6317-15,0 0-580 16,0 0 340-16,0 0-128 0,0 0-260 16,0 0-451-16,84 41-429 0,-56-41-216 15,4 0-232-15,4-3-108 0,-4-6-280 16,3 0-140-16,6-4-92 0,-5-3-193 0,3 3-267 0,-3 1-508 15,-8 2-1496-15,8-2-3681 0</inkml:trace>
  <inkml:trace contextRef="#ctx0" brushRef="#br0" timeOffset="48998.509">23602 3623 9112 0,'0'0'1744'15,"0"0"-467"-15,0 0-129 0,0 0 188 0,13-71-228 16,-9 56-204-16,-4-5-168 0,3 1-164 15,1 3-92-15,-4-2-84 0,0-1-80 16,0 3-20-16,0 3-24 0,0 0-80 0,-4 4 4 0,1 3-24 16,-1 0 0-16,0 1-76 0,0 5-8 15,4-2-4-15,-9 2-84 16,5 0 0-16,-3 0-84 16,-1 9-76-16,-8 3-96 0,4 8 48 0,-4 9 148 15,0 5 60-15,0 8 48 16,-3 5 0-16,-2 8 12 0,-3 4-12 0,0 5-48 15,1 3-4-15,-1-1-72 0,0-3-68 0,3-4 32 16,6-15 16-16,2-5 84 0,6-14-4 16,3-10-152-16,4-5 8 0,0-4-24 15,0-4-188-15,0-2 16 0,4 0 220 0,-1 0-84 16,6 0-52-16,-1 0 120 16,-4 0 144-16,0 0 8 15,3 0-8-15,-3 0-92 0,1 4 28 0,3 6 72 0,-4 2 284 16,-1 8-72-16,5 5-52 15,-4 4-112-15,1 2 4 0,-1 1-44 0,0 3 112 16,3 0-44-16,-3 0-64 0,0-3 36 16,-4 3 24-16,5-7-72 0,-5 3-48 15,0-1-16-15,4-5-48 16,-4 0-108-16,0-3 96 0,0-3-60 0,0-3-264 16,0 0-624-16,0-7-1212 0,4 2-1729 15,-1-6-1703-15</inkml:trace>
  <inkml:trace contextRef="#ctx0" brushRef="#br0" timeOffset="49876.405">24380 3635 1636 0,'0'0'1604'15,"0"0"3220"-15,0 0-2676 0,0 0-435 0,0 0-165 16,0 0-76 0,0 0-88-16,0 0-188 0,0 0-476 0,0 0-104 0,-9 67 192 15,9-29-72-15,4 6-188 16,-4 10-96-16,0 0-100 0,0 0-99 15,-8 3-93-15,4 0-148 0,-3 0 52 0,-6-6-64 16,5 0-144-16,1-6-52 0,3-11 51 16,0-4-3-16,0-12 28 0,4-8-76 0,0-5-48 15,0 0-228-15,0-5-336 0,0-5-296 16,8 0-944 0,0-11-256-16,3-3-1657 0,-2 3-2011 0,2-16 1589 0</inkml:trace>
  <inkml:trace contextRef="#ctx0" brushRef="#br0" timeOffset="50030.212">24451 4064 364 0,'0'0'7720'0,"0"0"-5516"16,0 0-635-16,0 0 223 15,0 0 216-15,0 0-480 0,92-4-324 0,-68 8-172 16,-1-1-200-16,1 0-220 0,0 0-272 16,4-3-280-16,0 0-60 0,4-6-196 15,-4-4-204-15,4-2-212 0,-4-4-208 16,0 0-352-16,-5-3-708 0,-6 3-2232 0,-6-6-2645 15</inkml:trace>
  <inkml:trace contextRef="#ctx0" brushRef="#br0" timeOffset="50265.613">24885 3723 260 0,'0'0'8568'0,"0"0"-5995"15,0 0-985-15,0 0-264 0,0 0-112 0,0 0-144 16,0 0-372-16,0 0-248 0,0 0 60 15,-31 87 192-15,23-52-24 0,4 9-248 16,-1 1-156-16,-3 9-80 0,-3-4-116 16,-2 4-72-16,2 0-4 0,3-6-112 0,0 0-8 15,0-6-164-15,0-9-168 16,8-1-248-16,0-3-12 0,0-4-196 16,0-5-392-16,4-5-796 0,0-8-1749 15,0-1-2239-15,4-6 2105 0</inkml:trace>
  <inkml:trace contextRef="#ctx0" brushRef="#br0" timeOffset="51017.669">25742 3489 1148 0,'0'0'6292'0,"0"0"-3920"15,0 0-927-15,0 0 43 0,0 0-48 16,4 76 12-16,-4-57-284 0,-4 4-384 16,4 2-316-16,0 0-60 0,-4 7 72 15,4 2 88-15,0 6-128 0,0 0-148 16,-3 11-120-16,3 4 24 0,-5 4-16 0,1 5-68 15,-4 2-104-15,0 4-8 0,1 0-12 16,-2 1-172-16,-3-5 24 0,5-6 28 16,-2-3-28-16,1-7 4 15,1-1-40-15,3-11-64 0,0-3 28 16,4-7 48-16,0-9-60 16,0-2-200-16,0-5-188 0,4-3-148 0,0-5-400 0,3-1-848 15,1-3-828-15,1-3-2681 0,2-16 589 0</inkml:trace>
  <inkml:trace contextRef="#ctx0" brushRef="#br0" timeOffset="51652.614">26631 3260 4912 0,'0'0'7837'15,"0"0"-6269"-15,0 0-760 0,0 0 416 0,0 0 528 0,-4 74-312 16,4-39-476-16,0 3-244 16,0 6-172-16,-5 3-87 15,5 1-37-15,-4 0-48 0,1-1-196 0,-1-2-180 0,0-1 0 16,-4-6-96-16,4 1-36 16,4-11-52-16,-5-3-8 0,5-6-148 15,0 0-377-15,0-8-243 0,0-3-548 0,0-1-1268 16,0-3-2404-16,0-8-2241 0</inkml:trace>
  <inkml:trace contextRef="#ctx0" brushRef="#br0" timeOffset="51832.163">26646 3632 3940 0,'0'0'6592'0,"0"0"-4355"16,0 0-737-16,0 0 152 0,0 0 260 15,0 0-140-15,0 0-416 0,100-13-359 0,-72 17-377 16,0-1-220-16,4 0-268 0,-1-3-124 15,6-3-8-15,-1-4-8 0,-1-2-260 16,1-7-300-16,-4 4-357 0,0-5-267 0,-4 1-528 16,-8 7-2396-16,-4-8-2517 0</inkml:trace>
  <inkml:trace contextRef="#ctx0" brushRef="#br0" timeOffset="52032.141">27073 3407 1112 0,'0'0'1488'0,"0"0"6941"0,0 0-6185 0,0 0-936 16,0 0 216-16,0 0 124 0,0 0-304 0,-4 75-300 16,4-48-264-16,0 4-136 0,4 0-95 15,0 1-125-15,-4 3-160 16,0 4-256-16,0-4-8 0,0 2-132 0,0-2-96 16,0 0-284-16,0-6-277 15,0-4-115-15,0 0-224 0,12-9-624 0,0-6-2036 16,3-6-1701-16,-2-4-771 0,15-16 4433 15</inkml:trace>
  <inkml:trace contextRef="#ctx0" brushRef="#br0" timeOffset="52565.644">28248 3314 444 0,'0'0'4048'0,"0"0"3269"0,0 0-5741 15,0 0-432-15,0 0 252 16,0 0-204-16,0 0-348 0,0 0-488 16,0 0-244-16,-92 74-36 0,53-49-8 0,-1 3-68 15,-4 1-72-15,-3-1 72 16,-6 1 0-16,5 0 60 0,1-1 0 16,7-2 88-16,0-1 36 0,4-3-12 0,8-6-160 15,4 0 64-15,9-3-16 0,3-3-60 0,3-1-4 16,6-3-144-16,3 1-48 15,0-1 196-15,3 0 124 0,6 0 0 16,3 5 96-16,-1-3 48 0,6-2 284 0,3 1-296 16,-1 0-36-16,1-2-60 0,0 2-64 15,0 0 0-15,0-1-84 0,0 1 100 0,4-1 20 16,-4-3-72-16,-1 3 40 0,5 1-16 16,-3-1 36-16,-1 0-20 15,-1 4 21-15,5-4-61 0,-3 0-56 16,2 1-4-16,-7 2-4 0,4-6-4 0,-4 4-4 15,0-3 0-15,-4-1-61 0,-4-1 73 16,-1 1 4-16,-2-3-4 0,-1 0 5 16,-4 0 55-16,0 0 60 0,0 0 28 15,0 0 44-15,0 0 28 0,0 0 324 16,0 0-228-16,0 0-184 16,0 4-72-16,0-4-48 0,0 0 48 0,0 0-12 15,0 0 0-15,0 0 12 0,0 0 12 0,0 0 4 16,0 0 8-16,0 0-48 15,-4 0-36-15,4 0-108 0,-5 0-76 0,1 0-264 16,-3 0-372-16,-5-4-385 0,0-1-687 16,4-2-2684-16,-12 0-3817 0,92 30 1885 0</inkml:trace>
  <inkml:trace contextRef="#ctx0" brushRef="#br0" timeOffset="53100.776">29249 3305 3312 0,'0'0'1436'0,"0"0"5177"16,0 0-5533-16,0 0-468 15,-4-79 1052-15,-9 63 188 0,2 2-388 0,-6 6-476 16,2-3-412-16,-2 5-112 0,-2 6 24 15,-1 0-244-15,-4 4-84 0,-4 9 12 0,-8 9 8 16,0 6-56-16,-7 7-124 16,-1 9-40-16,-4 4 24 0,4 3-32 0,4 3-36 15,5 3-12-15,3-2-4 16,8-2 88-16,7-2 12 0,10 0 108 16,7-6 148-16,0-4-28 15,11-7-92-15,5-2 93 0,9-7 319 0,-1-2-100 0,3-7-100 16,9-6-152-16,4-5-40 0,3-2-48 15,6-3-12-15,-2-6-36 0,-3-6-60 0,0-1 0 16,-4-10-408-16,-8 4-208 16,0-6-112-16,-13 0-257 0,1 0-331 15,-12 3-1076-15,-4 3-2376 0,-8-7-2933 16</inkml:trace>
  <inkml:trace contextRef="#ctx0" brushRef="#br0" timeOffset="53245.665">29009 3635 3664 0,'0'0'4844'15,"0"0"1209"-15,0 0-4189 0,0 0-88 16,0 0 324-16,0 0-355 0,0 0-465 16,92 13-384-16,-64-16-452 0,4-4-288 15,-4 1-156-15,4-7-232 0,-4 4-368 0,0-5-296 0,-9 6-172 16,5-3-465 0,-8 2-1047-16,-4 4-2428 0,-4 1-1841 0</inkml:trace>
  <inkml:trace contextRef="#ctx0" brushRef="#br0" timeOffset="53364.792">29284 3626 2560 0,'0'0'692'16,"0"0"5808"-16,0 0-4063 0,0 0-1121 0,-32 66 228 0,29-44 180 16,-1 1-336-16,4 5-440 0,0-2-64 15,0 6-200-15,0-1-308 0,0 4-364 0,0 0-12 16,-5 0-436-16,5 0-432 0,0-3-300 16,0-7-964-16,0 3-3689 15</inkml:trace>
  <inkml:trace contextRef="#ctx0" brushRef="#br0" timeOffset="54036.885">26730 4401 11673 0,'0'0'2632'0,"0"0"-1244"15,0 0-348-15,0 0 264 0,0 0-132 0,0 66-120 16,0-28-308-16,0-1-232 0,4 12-27 16,-4 2 63-16,4 3-52 0,0 3-196 15,-4 0-56-15,0 3-124 0,0-2-120 0,0-5-4 16,0-2-92 0,0-6-60-16,0-11 20 0,0-2-80 0,0-9-112 0,4-4-156 15,1-10-149-15,-2-2-167 16,5-5-168-16,4-2-580 0,4-12-1004 0,-4 2-2280 15,16-24-3045-15</inkml:trace>
  <inkml:trace contextRef="#ctx0" brushRef="#br0" timeOffset="54285.098">27112 4540 4668 0,'0'0'376'16,"0"0"4812"-16,0 0-2939 0,0 0-593 0,0 0-216 15,0 0-132-15,0 0-328 0,0 0-276 16,-3 98-76-16,3-57 32 0,0 1 24 16,0 3 48-16,0-1-196 0,0 0-207 0,-4 0-113 15,0-2-156-15,0-1-60 0,4-2-156 16,-4-5-76 0,4-4-157-16,-4-5-131 0,4-6-116 0,0-7-220 15,-5 1-544-15,5-7-1120 0,-3-4-1984 16,3-2-1213-16,-4 0 925 0,4-11 4101 15</inkml:trace>
  <inkml:trace contextRef="#ctx0" brushRef="#br0" timeOffset="54449.696">27057 4943 2740 0,'0'0'1760'0,"0"0"4048"0,0 0-3943 16,0 0-1021-16,0 0 416 0,0 0 516 16,0 0-148-16,0 0-408 0,96-15-188 0,-64 11-276 15,3 1-292-15,-3-4-232 16,0 2-148-16,0-6-84 0,4-1-48 0,-1-4-184 15,1-3-304-15,-4 0-380 0,1 0-204 16,-10 0-664-16,-7 3-2852 0,0-6-3013 0</inkml:trace>
  <inkml:trace contextRef="#ctx0" brushRef="#br0" timeOffset="54648.726">27467 4597 3588 0,'0'0'844'16,"0"0"5669"-16,0 0-4409 0,0 0-744 0,0 0-36 15,0 0 4-15,0 0-24 0,-3 70-148 16,6-39-180-16,1 7-232 0,0 1-208 0,0 2 57 16,0 4-45-16,-4-1-248 15,0 0-180-15,0-2-120 16,0-4-12-16,0-6-144 0,0-7-108 0,0-2-212 16,5-8-165-16,-1-3-187 0,-4-5-160 15,7-3-240-15,1-4-752 0,0-7-1048 0,4-19-4349 16</inkml:trace>
  <inkml:trace contextRef="#ctx0" brushRef="#br0" timeOffset="54896.731">27762 4524 652 0,'0'0'2296'15,"0"0"4608"-15,0 0-3831 0,0 0-1029 0,0 0-244 16,0 0-400-16,0 0-228 0,0 0-168 0,5 86-260 15,-5-51-248-15,0 4-71 0,3 5 99 16,-3 0 68-16,0 7-328 0,0-4-212 0,-3 4-52 16,-2 0-12-16,-3 0-40 0,0-4-32 15,1-6-108-15,3-2-136 0,-1-8-156 0,1-2-113 16,4-7-71-16,0-3-24 0,0-6-324 16,0-4-640-16,0-3-1124 15,0-1-2437-15,4-5-2675 16,8-7 6904-16</inkml:trace>
  <inkml:trace contextRef="#ctx0" brushRef="#br0" timeOffset="55171.462">28216 4775 6200 0,'0'0'1756'16,"0"0"2849"-16,0 0-3365 0,0 0 440 16,0 0 176-16,84 19-360 0,-56-16-392 15,4 3-288-15,0-6-268 0,0 4-304 16,-1-4-244-16,1 0-12 0,-4 0-268 0,0-4-452 15,-8-2-540-15,-4 3-640 0,-4 0-3416 16</inkml:trace>
  <inkml:trace contextRef="#ctx0" brushRef="#br0" timeOffset="55355.919">28145 5098 2460 0,'0'0'10481'15,"0"0"-8021"-15,0 0-1276 0,0 0 492 0,0 0-152 16,99-6-120-16,-54-7-615 0,-2-2-473 0,9-7-316 16,-5 3-156-16,2-3-549 0,-6 2-539 15,-3 0-228-15,-9 8-2508 0,2-6-4613 16</inkml:trace>
  <inkml:trace contextRef="#ctx0" brushRef="#br0" timeOffset="56032.71">29460 4842 484 0,'0'0'624'0,"0"0"6852"0,0 0-5252 16,0 0-671-16,0 0-249 16,0 0 64-16,0 0 168 0,0 0-72 15,0 0-368-15,19 28 276 0,-15 5-456 0,-4 4-139 0,4 11-245 16,-4 9-144-16,0 1-72 0,0 0-64 15,0 4-48-15,-4 1-44 16,-4-2-116-16,4 2-44 0,-3 0-60 0,-6 0-52 16,2-1-68-16,-1-9 36 0,3-1 36 0,2-12-64 15,3-8-56-15,4-3-52 0,0-11-8 16,0-5-52 0,0-3-97-16,0-7-15 0,4 0-180 0,-4-3-100 15,4-3-4-15,-1-3-372 0,1-10-408 16,5-6-856-16,-1 3-2389 0,-4-19-1855 15</inkml:trace>
  <inkml:trace contextRef="#ctx0" brushRef="#br0" timeOffset="56329.12">29499 4854 5216 0,'0'0'4272'15,"0"0"-1219"-15,0 0-1117 0,0 0-576 16,60-70 156-16,-36 54-352 15,3 1-524-15,1 2-248 0,0 1-36 0,0 5-28 16,4 3-12 0,-4 4-108-16,0 0-24 0,0 11-24 0,-4 1-76 0,-4 7 0 15,-4 3 40-15,-8 0 116 0,-4 4-104 0,-4 2-39 16,0 1-37-16,-8 2-56 0,-4-1 0 16,0-5-4-16,-4 0-72 0,0-2-101 15,-3-5-191-15,-2-2-160 16,-7 0-60-16,4-2 60 0,-8-9-128 15,1 2-172-15,-1-5-268 0,0-2-188 0,-4 0-284 16,8-6-28-16,0-2-477 0,4-9-1155 16,5-2-1960-16,2 3 2973 0</inkml:trace>
  <inkml:trace contextRef="#ctx0" brushRef="#br0" timeOffset="56915.423">30149 4286 11377 0,'0'0'2672'0,"0"0"-940"0,0 0-96 16,0 0-324-16,4 80-232 15,-4-55-432-15,0 3-380 16,0 1-132-16,-4 0-68 0,0-4-68 0,0-3-72 15,0 1-88-15,-1-9 12 0,5 0 16 0,0-5-64 16,0-2-172-16,0-4-48 0,0-3 36 16,0 3-40-16,0-3 4 15,0 0 44-15,0 0 100 0,0-3 184 0,5-3 88 0,3-7 12 16,4-3 68 0,4-7-72-16,-4-2-4 0,8 0-4 0,-5-4 12 15,6-2-4-15,-1 6-8 0,-1-1 136 16,-3 7-72-16,0 3 32 0,-4 7 116 15,0 2 120-15,-4 7 28 0,-4-3-80 16,0 3-56-16,4 3-4 0,-4 4 196 0,0 4-76 16,4 6-96-16,-8 2-12 0,3 4-48 15,-3-1 0-15,0 6-112 0,-3-2 12 0,-5 2-84 16,0 1-108-16,0-4-172 0,0-2-136 16,0-2 12-16,0-5-96 15,4 0-164-15,-4 0-308 16,8-7-396-16,0-2-976 0,0-1-1573 15,0-2-2387-15,8-4 3776 0</inkml:trace>
  <inkml:trace contextRef="#ctx0" brushRef="#br0" timeOffset="57915.596">30870 3223 12 0,'0'0'10460'0,"0"0"-8123"15,0 0-1037-15,0 0 252 0,0 0-160 0,0 0-388 0,0 0-348 16,0 0-212-16,0 0-100 16,0 0-76-16,84 0-152 15,-64-4-116-15,-1-5-48 0,5-1 0 0,4-2 36 16,0 1-112-16,0-1-48 0,0 3-84 16,-4 2-16-16,-4 2 4 0,0 1-4 0,-5 4-112 15,-2 0 12-15,-2 0 40 0,-7 6-32 16,5 4 56-16,-9 3 68 15,0 6 40-15,-13 6 200 0,-2 7 24 0,-9 5 40 16,0 11-12-16,-4 4-52 0,-4 4-40 0,0 4 28 16,4 5-24-1,0-2 36-15,5-7 136 0,3-1 352 0,3-8-16 0,10-8-112 16,3-11-88-16,4-6-64 16,0-3-8-16,4-6-60 0,7-6-140 15,6-2-124-15,-1-5 0 0,7 0 36 0,5-12-120 16,0-4-40-16,4-3-124 0,0-6 124 15,-4 3-12-15,0 2 52 0,-8 1 208 16,-5 3 112-16,-2 7-40 0,-5-1 40 0,-4 3 40 16,-4 5 60-16,3 2-64 0,-3 0-24 15,0 0-12-15,0 0-100 0,0 0-12 0,0 9 0 16,0 1 88 0,4 2-16-16,-4 8 52 0,0-1 72 0,4 3 40 15,-4 3 136-15,0 4-16 0,0 6-12 16,0 0 132-16,0 5 84 0,0 6 268 15,-4 1-243-15,0 4-197 0,-3 0-96 16,3 3-88-16,-5-1-80 0,5 2 8 0,0-5-48 16,4 4-76-16,0-6-8 0,0 0-8 15,0-7-76-15,0 0 36 0,4-3-24 0,-4-2 24 16,0-3 36 0,0 3-40-16,0-4 52 0,-4 0 12 0,1-4 0 15,-5-2-4-15,4-1 4 0,-5 1-4 0,2-1 52 16,-1-3-48-16,4-3 36 0,-9-3-44 15,10 0 4-15,-5-4 0 0,0 1 4 16,-1-6-12-16,6 0 0 16,-5-5-84-16,4 1-52 0,-4-3-92 0,0 0-52 15,-4 0 16-15,0 0 128 0,-4-3 15 0,-4-6-63 16,-3-1-168-16,-5-3-72 16,-4-3-64-16,-4 1-88 0,-4-7-284 15,0-4-548-15,-8 4-1060 0,1 0-264 16,-2 2-2365-16,10 7 233 0,-21-1 3164 15</inkml:trace>
  <inkml:trace contextRef="#ctx0" brushRef="#br1" timeOffset="70612.307">22850 4956 4924 0,'0'0'168'0,"0"0"2836"0,0 0-1368 16,0 0-464-16,0 0-167 15,0 0 95-15,0 0 112 0,0 0-116 0,0 0-60 0,-8-67-92 0,8 64-148 16,0 3-80-16,0-2-92 0,0 2-96 16,0 0-112-16,0 0-160 15,0 0-112-15,0 0-136 0,0 2-8 0,0 1-84 16,4 4-24-16,3 2 108 0,5 7 120 15,4 10 76-15,5-1-148 0,2 6 32 16,1 1-76-16,0 3 0 0,8 0 48 0,0 3-48 16,0 0 0-16,3 1-4 0,1-2-4 15,5 4-4-15,-2 4-128 0,1 0 124 16,0-1-108-16,4 1-4 0,4-5 28 16,3-1 16-16,5-1 80 15,0-9 0-15,8-1 8 0,3-6 80 16,5-3-80-16,-4-2-4 0,3-4-4 0,-3-7-76 15,-8 0 4-15,-4-4-36 0,-9-2 20 16,-3 0 16-16,-12 0-52 0,-4-2-8 16,-4-4-64-16,-8 0-72 0,-8-1-64 0,0-3-136 15,-8-3-200-15,0 1-200 0,-5-7-348 16,-10 0-536-16,-5-7-724 0,4 10-753 16,-16-16-2103-16</inkml:trace>
  <inkml:trace contextRef="#ctx0" brushRef="#br1" timeOffset="70977.831">22874 5038 3204 0,'0'0'64'0,"0"0"316"0,0 0 2720 0,0 0-1272 15,0 0-556-15,0 0-240 0,-84 73-67 16,63-53-145-16,-2 2-168 15,-1 3-56-15,0 0-88 0,-4-2-140 0,4-1-204 16,5-3-164-16,2 0-76 0,6-7-36 0,3-5-80 16,3-1 52-16,5-6-60 15,0 0-16-15,0 0-572 0,13-6-96 0,-2-7-144 16,6 0-857-16,2-15-2387 0</inkml:trace>
  <inkml:trace contextRef="#ctx0" brushRef="#br1" timeOffset="71198.91">22850 4972 6812 0,'0'0'924'0,"0"0"464"16,0 0-44-16,0 0-187 0,0 0 483 0,0 0 84 15,0 0-436-15,0 0-528 0,0 0-400 0,0 0-248 16,0 0 124 0,52-6 24-16,-29 12 100 0,5 3 44 0,-4 1-60 0,4 0-184 15,0-1-12-15,4-3-76 16,0 1-72-16,-1-4-12 0,5 0-96 15,-4-3-100-15,4 0-16 0,-4 0-216 0,-1-6-204 16,-3 3-176-16,-4-1-308 0,-3 1-792 16,-6 3-1072-16,-2-6-2973 0</inkml:trace>
  <inkml:trace contextRef="#ctx0" brushRef="#br1" timeOffset="71919.83">24902 5800 3524 0,'0'0'7020'0,"0"0"-5655"16,0 0-825-16,0 0 48 0,0 0 696 0,0 0 28 16,0 0-280-16,0 0-88 0,0 0-92 15,0 0-284-15,8 89-200 0,-8-61-124 16,0 2-132-16,0-5-112 16,0 0-36-16,0-2-76 0,0-4 4 15,0-4-52-15,0-2-52 0,0-3-92 0,0-3-152 0,0-5-264 16,0 1-272-16,0-3-584 15,0 0-952-15,0 0-2401 0,0-9-2487 0</inkml:trace>
  <inkml:trace contextRef="#ctx0" brushRef="#br1" timeOffset="72065.251">25069 5613 6688 0,'0'0'5985'0,"0"0"-4797"15,0 0-696-15,0 0 80 0,0 0-144 16,80-15-428-16,-65 11-88 0,2 1-392 0,2 0-700 16,-6 3-1032-16,-2-3-4313 0</inkml:trace>
  <inkml:trace contextRef="#ctx0" brushRef="#br1" timeOffset="72522.444">25280 5797 3740 0,'0'0'6636'15,"0"0"-5335"-15,0 0-377 0,0 0 644 16,-4 67 324-16,-4-51-160 0,4-4-560 0,0 1-604 16,4-3-544-16,-4-3-24 0,4-1-88 15,0 0-32-15,0-4-64 0,0-2-40 16,4 4-144-16,4-4-64 16,4 0 112-16,4-6 20 0,4 0-184 15,0-5-76-15,-1 3-20 0,-2-3 228 16,-6 9 152-16,-3-2-28 0,5 1 52 0,-6 3 176 15,-3 0 0-15,5 7 540 0,-5 0 24 16,-4-1-84-16,4 2 8 0,-4-1-92 16,0 3-48-16,3-4-148 0,-3 1-40 0,0-4-160 15,0 0-76-15,0-3-48 0,4 0 100 16,0 0 24-16,4-3 136 0,4-4 88 16,0-5-224-16,4-4-24 0,0-1 20 15,0 3-48-15,4-6 40 16,-8 7-112-16,4 1 16 0,-4 5-4 15,0 1 36-15,-5 2 0 0,2 4 76 0,-5 0 0 16,0 0 152-16,3 0 80 0,-3 7 104 16,0 3-4-16,-4-1-60 0,4 0-64 15,-4 7 12-15,0 0-36 0,0 0-12 0,0 1-48 16,-4-3-124-16,0 0-88 16,0-1-32-16,4 2-140 0,0-2-268 15,0-4-396-15,0 1-520 0,4-4-964 16,4-6-2473-16,-3 0-1067 0,10-6 3172 0</inkml:trace>
  <inkml:trace contextRef="#ctx0" brushRef="#br1" timeOffset="72798.195">25901 5842 7080 0,'0'0'4097'0,"0"0"-2725"0,0 0-428 0,0 0 364 15,-31 82 244-15,23-47-84 0,4 3-260 0,-1 10-376 16,1 5-196-16,1 12-64 16,-1 1 172-16,-4 3-271 0,4 2-253 0,-5-5-136 0,6-5-84 15,-1-7-84-15,0-4-76 16,0-8-56-16,4-4-101 0,-4-3-71 0,4-3-28 16,0-7-36-16,0-6 64 15,0-3-16-15,4-6-76 0,-4-8-332 0,4-2-212 16,0 0-316-16,3-9 236 15,-2-4 420-15,3-9-588 0,-4 0-1517 0,4-20-2591 16</inkml:trace>
  <inkml:trace contextRef="#ctx0" brushRef="#br1" timeOffset="73051.177">25890 5950 4608 0,'0'0'7905'16,"0"0"-6541"-16,0 0-756 0,0 0 12 15,0 0 308-15,0 0-36 0,0 0-284 0,0 0-224 0,79-52-236 16,-59 52 52-16,1 0-76 16,-2 5-112-16,-7 3-12 0,0 5 112 15,-4 3-64-15,-4 3-36 0,-4 3-8 0,0 4 4 16,-12 6-8-16,-4-1-136 16,-8 4-60-16,-4-4-16 15,0 2-36-15,0-5-84 0,0-6-104 0,8-6 36 0,5-6-128 16,7-7-36-16,3-6-256 15,5-13-1124-15,13-13-669 0,-6 4-2491 0,21-28 53 16</inkml:trace>
  <inkml:trace contextRef="#ctx0" brushRef="#br1" timeOffset="73331.811">26336 5543 10328 0,'0'0'1853'0,"0"0"-649"0,0 0 368 0,0 0 0 15,0 0-316-15,0 0-404 0,0 0-360 16,0 0-280-16,0 0-64 0,0 0 8 16,0 0 164-16,16 55-40 0,-12-27-24 0,0 7-12 15,-4 2-84 1,0 1-40-16,0 7 40 0,0 0-40 0,-4 2 16 16,-4 2-28-16,3-5-104 0,2 0-4 0,-5-6-4 15,0-2-80-15,4-5-64 16,-4-3-20-16,4-5 20 0,0-4-156 15,0-7-184-15,4 1-136 0,0-10-64 0,0 0-224 16,0-3-304-16,0 0-596 0,12-9-424 0,4-7 231 16,-4 3-867-16,8-15-3268 15</inkml:trace>
  <inkml:trace contextRef="#ctx0" brushRef="#br1" timeOffset="73507.589">26555 5988 10592 0,'0'0'1673'15,"0"0"-653"-15,0 0 456 0,0 0 60 16,0 0-328-16,12 82-340 16,-12-66-192-16,0 3-356 0,0-2-160 15,0-3-160-15,4 0 0 0,-4-1-124 0,0-1-96 16,0-2-224-16,0-4-220 0,0 0-392 0,0-6-360 16,0 0-916-1,0 0-1781-15,0-9-2475 0</inkml:trace>
  <inkml:trace contextRef="#ctx0" brushRef="#br1" timeOffset="73723.468">26642 5722 7900 0,'0'0'4309'0,"0"0"-2677"0,0 0-668 0,0 0-32 16,0 0 596-16,0 0-316 0,0 0-560 15,0 0-404-15,81-5-248 0,-66 5-12 16,5 0-124-16,-8 0-160 0,8 0-380 0,-4 0-340 0,-4 0-424 16,0 5-1220-1,-5-3-2501-15,-7 2-2787 0</inkml:trace>
  <inkml:trace contextRef="#ctx0" brushRef="#br1" timeOffset="74220.986">26893 6022 6232 0,'0'0'2828'0,"0"0"1141"0,0 0-2825 0,0 0-384 15,-15 67 444-15,15-51-212 0,8-4-88 16,-1-1-176-16,6-5-272 16,6 0-112-16,1-3-16 0,5-3-80 15,-2 0-140-15,5-3-108 0,0-6 0 16,0-7-208-16,0-1-172 0,-4-1-120 15,0-1 80-15,-1-3-136 0,-7 3-60 0,0 3 16 16,-7 0 192-16,-6 3 80 0,-3-3 136 16,0 4 184-16,-7-1-228 0,-6-4 120 0,-2 5 116 15,-6 3 328-15,6 5 240 0,-5 1-184 16,0 3 200-16,0 9-360 16,0 8 12-16,-4 2 36 0,0 6 48 15,4 4-24-15,-4 3 48 0,4 2-84 16,1 4 80-16,6-2-20 0,2-5 32 0,3-2-8 15,8-4-76-15,0-6-64 0,4 1-104 16,7-8-40-16,10-3-60 0,-2-5-244 16,13-4-132-16,4 0-136 0,4-13-284 0,7-6-396 15,1 0-1088-15,-8 0-2484 0,16-10-4721 0</inkml:trace>
  <inkml:trace contextRef="#ctx0" brushRef="#br1" timeOffset="74631.922">27555 6057 5064 0,'0'0'8977'0,"0"0"-7561"0,0 0-916 0,-84 29 904 0,52-10 252 16,-7 4-40-16,-2 5-399 0,10 1-249 15,-1-1-264-15,12-2-136 0,4-8-268 0,8-5-300 16,8-3-204-16,0-6-64 16,8-2-32-16,8-2 108 0,8-6 80 15,4-7-8-15,12-12-280 0,7-7-228 0,2-6-77 16,-6-3-111-16,1 2 72 0,4-2 140 15,-9-3-32-15,6 0-328 0,-6-8-268 16,-3-2 300-16,-4 1 264 0,-4-4 616 0,-12-4 52 16,0 1 88-16,-8 2 128 15,-4 5 224-15,-4 5 124 0,0 10-84 0,0 12 168 0,0 8 120 16,0 11 244-16,-4 4-44 0,4 3-236 16,0 0-292-16,-5 6-332 15,5 7-104-15,-3 9 80 16,-5 10 172-16,0 9-23 0,4 4 191 0,-8 9-72 15,4-3-196-15,-4 6-116 0,0-3-40 16,-4 6-72-16,-4 0-72 0,-4 1 48 0,5-1 36 16,-5 0-172-16,0-6-72 15,3-3-61-15,6-7-135 0,7-5 52 16,4-8-80-16,4-3-108 0,8-9-296 0,7-2-508 0,6-11-744 16,-1 1-1644-16,12-7-2289 15</inkml:trace>
  <inkml:trace contextRef="#ctx0" brushRef="#br1" timeOffset="75406.912">28846 5642 1708 0,'0'0'8016'15,"0"0"-6263"-15,0 0-1009 0,0 0 24 16,0 0 696-16,0 0 132 16,-12 94-368-16,0-39-188 0,-12 8-252 15,0 7-148-15,-8 0 80 0,0 0 0 0,4-10-248 16,0-6-275-16,9-10-193 0,6-9-4 15,2-8-133-15,7-13-3 0,4-1-56 16,0-2-52-16,4-5 72 0,7-6-96 16,-2 3 24-16,7-3 12 0,4-3 96 0,-1-8 28 15,5-1 60-15,0-1-40 0,4 1-56 16,-4 2-40-16,4 1 72 16,-4 2-24-16,0 5 16 0,0 2 20 15,-4 0 36-15,-4 2 64 0,0 8 244 16,-4-1-60-16,-5 4-84 0,-3-3 32 0,1 3 88 15,-5 0-36-15,0-4 100 0,0 3-4 16,-9-2 84-16,-2 0-12 0,-6-1-60 16,-2 0 1-16,-5-2-49 0,0-1-136 0,0-3-60 15,-4 0-48-15,4-3-60 0,0 0-24 16,4-3-257-16,1-3-159 16,2-4-108-16,10-2-160 0,-1-4 56 0,8-1-100 15,0-2-4-15,8 0-1008 0,7 1-824 16,9-1-1977-16,-4 3-1267 15,12-3 3257-15</inkml:trace>
  <inkml:trace contextRef="#ctx0" brushRef="#br1" timeOffset="75831.528">29148 6153 3648 0,'0'0'572'15,"0"0"1720"-15,0 0 1972 0,0 0-2375 0,37 79-45 16,-46-50 48-16,-2 2-336 0,-10 5-204 16,2 2-16-16,3-7-292 15,-4-6-387-15,12-2-365 0,0-7-232 0,8-7-60 16,0-2-132-16,8-4-52 0,8 1-32 0,8-4 20 15,-1-4-45-15,9-9-163 16,0-2 16-16,5-5-40 0,-5 1-96 0,-1 0 108 16,-3 0 84-16,-1 7 24 0,-2 2 0 0,-5 4 88 15,-5 6 72-15,2 0 112 16,-6 12 36-16,2 1 268 16,-2 6-32-16,-7 7-40 0,4-1-108 0,-3 6-88 15,-1 7 4-15,-4 7 56 0,0-1 28 16,0 8 120-16,-9 1-112 0,-7 5-8 15,0-4-4-15,-3-1-36 0,-5-1 176 0,-4-5-32 16,0-3-56-16,0-5-36 0,5-5 8 16,2-9 148-16,1-2 60 0,5-14-108 15,2-2-88-15,1-7 4 0,1-3-28 0,-2-8-12 16,2-8-8 0,3-6-16-16,3-8-48 0,5-9-8 0,0-6-4 15,13-4 36-15,6 2-36 0,1 0-96 16,8 5 88-16,4 4-68 0,4-1 28 15,0 5-36-15,8-2-12 0,-1 1-88 0,9 4-84 16,1 2 12-16,-2 0-196 0,5 3-256 16,-4 7-128-16,-1 3-300 0,5 0-868 0,-20 9-1192 15,16-2-3161-15</inkml:trace>
  <inkml:trace contextRef="#ctx0" brushRef="#br1" timeOffset="76905.629">31264 5810 1604 0,'0'0'11781'0,"0"0"-9417"0,0 0-1344 16,0 0-212-16,0 0 252 15,-91 0-52-15,51 10-248 0,-4 5-224 16,-4 7-232-16,5 7 0 0,-1 0-36 0,4 3-11 16,4-4-89-16,8 1-72 0,8-1-84 15,5-3-8-15,2 2-4 0,9-2-8 16,0 0 8-16,4 4 48 0,4-4-36 0,8 0 0 16,4 1-8-1,4-4 4-15,0 1 0 0,4-2-8 16,0-2-12-16,0-3 0 0,-1 0 0 0,5 0-96 15,-7 0 24-15,-1-4 72 0,-9-2 0 16,1 2 0-16,-3 1 12 16,-6 0 0-16,-3 0 168 0,-8 6-72 0,-4-3-44 15,-3 3-52-15,-9 0-8 0,3-6-200 0,-3-1-96 16,5-5-73 0,3-1-195-16,0-6-48 0,7 0 32 0,2-6-60 0,3-10-660 15,4-6-604-15,0-10-1088 16,8 6-2133-16,12-22-1875 0</inkml:trace>
  <inkml:trace contextRef="#ctx0" brushRef="#br1" timeOffset="77297.778">31264 6188 11265 0,'0'0'2356'16,"0"0"-1364"-16,-11 69 280 16,-2-34 280-16,-2 1-72 0,-6-1-144 0,6-4-396 15,-1-3-247-15,4-2-197 0,4-7-240 16,3-6-256-16,5-4-12 0,0-2-48 0,5-4-100 15,7 1-68-15,3-4-4 0,9-4 15 16,1-3-111-16,-1-5-28 0,4-7-20 0,-5 3 24 16,-3-3 8-16,0 0 48 0,-4 0 52 15,-4 6 84-15,0 1 88 0,-8 5 72 16,0 4 48-16,-1 3 12 0,-3 0 152 16,5 6-40-16,-5 7 120 0,4 6 76 0,0 3-124 15,0 10-148-15,0 3-84 0,0 2 60 16,-4 2 52-16,3 5 60 15,-3 1-16-15,0-1 28 0,0 3-64 0,-7 2 40 16,-9-5-15-16,4 0-9 0,-8-2-16 16,4-4-12-16,-8-3-72 15,8-4-44-15,-4-8-4 0,9-4-4 0,-2-6 0 16,5-7 0-16,5-6-68 16,-5 0-208-16,-1-3-37 0,1-7-95 15,-3-8-64-15,2-12 148 0,5-7-40 0,0-11-96 16,4-9-76-16,0-10-320 0,8-9-620 15,9-4-924-15,-6 17-1417 0,17-32-1859 16</inkml:trace>
  <inkml:trace contextRef="#ctx0" brushRef="#br1" timeOffset="77512.769">31854 5810 5764 0,'0'0'6449'0,"0"0"-4777"0,0 0-468 16,0 0 316-16,0 0 68 0,0 0-184 15,0 0-608-15,0 0-396 0,0 0-44 16,0 76 92-16,-4-38 341 0,0 4-277 0,0 2-224 16,0 7-96-16,0-3-8 0,-4-1-100 15,4-3-84-15,-4 1-8 0,0-6-100 0,-4-6-112 16,4 0-288-16,-3-5-228 16,-2-2-189-16,5-8-187 15,1 2-460-15,3-10-1268 0,0-1-2629 0,4-9-3015 0</inkml:trace>
  <inkml:trace contextRef="#ctx0" brushRef="#br1" timeOffset="78131.388">31874 6363 7656 0,'0'0'6621'15,"0"0"-5057"-15,0 0-820 0,0 0 116 0,-8 82 252 16,4-63-80-16,4-3-348 16,0-7-352-16,0-2-76 0,8 0 12 15,4-7-112-15,8 0-44 0,0-4-112 0,7-6-100 16,5-9-180-16,0-3-256 15,-4-4-88-15,4 4 184 0,-8-3 108 16,0 6 88-16,-9-1 48 0,-2 1 44 0,-9 0-20 16,0 5 172-16,-4-6 152 0,0 4 60 15,-4 3-52-15,-4 7 160 0,-1 3 12 0,2 3 32 16,-1 6-252-16,-8 7-112 16,0 6 0-16,0 3 168 0,-3 3 112 15,2 4 0-15,2-6-280 0,-2-5-124 16,10 1-184-16,-1-6-132 0,-1-7-112 0,9 1-196 15,0-7-268-15,9 0-28 0,6-9-164 16,9-4 96-16,8-6-164 0,4-3-404 0,-4-1-633 16,0 0 809-16,-4 4 1372 15,-4 1 132-15,-4 5 820 0,-5 0 268 0,-2 7-28 16,-5 3 181-16,-1 3 271 0,-3 0-152 16,0 7 76-16,-4 5-204 15,4 1-352-15,-4 6-88 0,0 0-168 16,0 2-120-16,0-1-212 0,0-1-144 0,0 0-28 0,0-6-120 15,5-3-8-15,-1-5 0 16,0 2-40-16,-1-4 48 0,9-3 64 0,0 0-4 16,8-10 12-16,0 1-72 0,8-7-68 15,-4 0-104-15,-1-2 0 0,1 2 64 16,1 3 20-16,-5 1-56 16,-5 1-4-16,-2 9 0 0,-5 2 0 15,-5 0 148-15,1 8 272 0,-4 6 204 16,0 2-192-16,0 3-128 0,0 0-20 0,-4-4 56 15,4 2 128-15,0-5 276 0,0-6-331 16,4 1-117-16,8-4 44 16,0-3-8-16,0 0-4 0,8-10-12 0,4-6-32 0,4-6-124 15,-1-3-12-15,6-4-48 16,-1 1-124-16,-5-7-300 16,5 0-281-16,1-3-183 0,-6 0-312 0,-3 0-492 0,-4-1-1116 15,-5 14-1761-15,-2-3-2447 0</inkml:trace>
  <inkml:trace contextRef="#ctx0" brushRef="#br1" timeOffset="80695.726">27280 7153 5016 0,'0'0'1264'0,"0"0"2548"0,0 0-1815 16,0 0-541-16,0 0-252 0,0 0 4 16,0 0-252-16,0 0-100 0,0 0-152 15,-4 73-124-15,1-35-112 0,-2 6-64 0,-3 1-28 0,0 2-104 16,-3-2-68-16,2-4-128 16,-3 1-76-16,0-7-4 15,0-1-48-15,5-2-80 0,-1-4-4 0,3-5 4 16,1-7-112-16,4-4-76 0,0-2-60 15,0-6 12-15,0-1-72 0,0-3-44 16,0 0-184-16,13-7-592 0,2-5-440 0,2 2-916 16,7-18-2837-16</inkml:trace>
  <inkml:trace contextRef="#ctx0" brushRef="#br1" timeOffset="80890.057">27511 7480 5196 0,'0'0'5889'0,"0"0"-3721"0,0 0-1188 0,0 0 28 16,0 0 764-16,0 0-224 0,0 0-284 0,0 0-396 16,0 0-284-1,84 16-232-15,-60-16-131 0,0 0-153 0,-1 0-68 16,1 0-97-16,0-4-135 16,1-2-228-16,-6 2-384 0,5 2-256 15,-4 0-344-15,4-2-1096 0,-8 4-2245 0,4-3-3343 0</inkml:trace>
  <inkml:trace contextRef="#ctx0" brushRef="#br1" timeOffset="82483.588">27806 7150 4124 0,'0'0'496'0,"0"0"480"0,0 0 2028 16,0 0-611-16,0 0-469 0,0 0-308 16,0 0-132-1,0 0-208-15,0 0-208 0,0 0-440 0,0 0-260 0,-52-16-88 16,33 23-60-16,-2 5 0 15,-7 1-24-15,4 6-48 0,-4 0-64 0,5 1-8 16,-1-2-76-16,4 1-64 0,0 0-8 0,4 4-36 16,0-9 108-16,4 3-4 0,4-4 0 15,5-1 4-15,3-2 0 0,0 3-84 16,0-1-12-16,3-2 44 0,5 3 52 0,0-1-4 16,1-3 8-1,2 2-4-15,1-3 4 0,0-1 84 16,4 3-52-16,0-2-24 0,3-1-20 0,2 3 8 15,-1-3-12-15,-1-2 0 0,1 2-36 16,-3-1 0-16,-2 1-4 0,6-4 44 16,-10 4-52-16,1-5 56 0,-4 2-56 15,0-1-4-15,-4 0-56 0,0 0 112 0,0 4 8 16,-4-1 0-16,0 0 60 0,0 1 12 16,0-1-68-16,0-3-4 15,0 0-8-15,0 0 4 0,0-3-8 0,0 4 12 16,-4-4 0-16,-4 3 0 0,0 0 160 15,0 0-160-15,-8 0-24 0,0 1-76 16,-3-2-20-16,2-2-88 0,-2 0-136 0,-1 0-48 16,3-6-200-16,2-3 8 0,3-1-336 15,4-2-552-15,4-7-616 0,4-1-857 16,0 5-1323-16</inkml:trace>
  <inkml:trace contextRef="#ctx0" brushRef="#br1" timeOffset="82771.291">28261 7059 3648 0,'0'0'352'0,"0"0"1720"0,0 0 3145 16,0 0-3473-16,0 0-436 0,0 0-324 0,0 0-228 15,-60 91-28-15,47-56 56 0,2 6-204 16,-1 4-84-16,0-1-80 0,0 4-72 15,-1 2-100-15,6 1-48 0,-5-4-12 16,3 2-72-16,6-5-40 0,3-10 28 0,0-1-28 16,3-8 36-16,10-10-20 0,-1 2-76 15,0-9 24-15,4-3-36 0,0-3-160 0,-1-2 64 16,6-2-160-16,-6-11-196 16,5 0-200-16,1-6-76 0,-10 1-348 15,-3-3-404-15,1 2-948 0,-9 5-2277 16,-5-9-1475-16</inkml:trace>
  <inkml:trace contextRef="#ctx0" brushRef="#br1" timeOffset="82931.327">28014 7391 2540 0,'0'0'1004'15,"0"0"4112"-15,0 0-3484 0,0 0-179 16,0 0-17-16,0 0-76 0,0 0-340 0,0 0-224 16,0 0-88-16,0 0-148 15,0 0 196-15,91-3 8 0,-55 3-312 16,0 0-256-16,-1 0-196 0,5 0-112 0,4-3-108 15,-4 0-232-15,8 3-484 0,3-4-532 16,-10 1-1092-16,19 3-3217 0</inkml:trace>
  <inkml:trace contextRef="#ctx0" brushRef="#br1" timeOffset="83247.452">29033 7638 8624 0,'0'0'5253'0,"0"0"-3273"0,0 0-1272 0,0 0-224 16,0 0 412-16,0 0 260 0,0 0-40 16,115 48-384-16,-59-48-280 0,0-3-212 15,4-9-140-15,4-5-100 0,-4-1-64 16,-1-1-504-16,-3-4-324 0,-5 1-188 16,-6 0-236-16,-6 0-872 0,-14 5-2060 15,-5-5-2681-15</inkml:trace>
  <inkml:trace contextRef="#ctx0" brushRef="#br1" timeOffset="83464.612">29527 7369 3512 0,'0'0'484'0,"0"0"6721"0,0 0-5257 16,0 0-524-16,-59 83 468 0,42-53-252 16,6 10-264-16,-6 1-236 15,2 3-324-15,2 6-283 0,-2-1-193 0,3 5-96 16,0-7-136-16,4-2-100 0,4-4-8 0,4-3-72 15,4-9-136-15,11-7-116 0,10-7-117 16,6-5 29-16,10-10-52 0,2 0-196 16,6-16-244-16,-2-6-640 0,-11 6-2504 15,12-19-2665-15</inkml:trace>
  <inkml:trace contextRef="#ctx0" brushRef="#br1" timeOffset="84067.079">29842 7617 4384 0,'0'0'1316'0,"0"0"3640"0,0 0-3003 0,0 0-841 15,0 0-124-15,0 0 68 16,0 0-136-16,0 0-236 0,0 0-288 15,0 0-136-15,0 0 0 0,-4 0 60 0,4 0 12 16,0 0-84-16,0 0-52 0,0 0-60 16,0 0-4-16,0 0-8 0,0 2 24 15,-4 5 20-15,0 3 68 0,-4 6 396 0,0-4-132 16,0 4-124-16,1-3-107 16,2 0-137-16,1-4-60 0,0 1-24 15,4-7-40-15,-4 0 0 0,4 0-8 16,0-3-12-16,0 0 0 0,0 0 0 15,0 2-36-15,0 3 44 0,0 1 4 0,0 3 52 16,0 7 8-16,0 0 16 0,0 6-64 16,0-3 60-16,0 1-72 0,0-1 12 15,0-4-8-15,0-2-4 0,0-1 4 16,0-5 56-16,0 0 0 0,0-7-52 0,0 3 4 16,0-3 48-16,0 0-12 15,0 0-44-15,0 0-4 0,0 0-4 0,0 0-80 16,0 0 24-16,4 0-24 0,-4 0 0 15,0 0-4-15,0 0 40 0,0 0 40 16,0 0-88-16,0 0 48 0,0 0-24 0,0 0 24 16,0 0 40-16,0 0-56 0,0 0-129 15,0 0 9 1,0 0 100-16,0-3 36 0,0 3 0 0,0 0 44 16,0 0-56-16,0 0 8 0,0 0 40 15,0 0-36-15,0 0-12 0,0 0-84 16,0-4-40-16,0-3-60 0,0 2-136 0,0-5-180 15,0 0-44-15,0-2-184 0,0-1-288 16,0 1-528-16,0-1-572 0,0-4-877 16,0 8-2095-16,0 121-128 0</inkml:trace>
  <inkml:trace contextRef="#ctx0" brushRef="#br1" timeOffset="84848.337">29866 7226 2784 0,'0'0'208'0,"0"0"132"0,0 0 1312 0,0 0 404 0,0 0-860 16,0 0-468-16,0 0-56 0,0 0 220 0,0 0 113 16,0 0-109-16,0 0-192 15,0 3 176-15,0 0 80 0,0 3-40 16,4 5-104-16,-4-2-180 0,0 4-68 0,0 2-96 16,0 7-68-16,0 4-20 0,0 3-4 15,-4 2-52-15,4 4-80 16,-4 10-52-16,-1-1-100 0,-2 7 36 0,-5-1-20 15,4 5-16-15,-4-4-96 16,-4-1 0-16,4-6 0 0,0 1-48 16,1-3 40-16,-2-7-40 0,2-4-24 0,2-6 60 15,1-5-64-15,4-5 76 0,4-2-12 16,0-7-60-16,0-3-52 16,0-3-72-16,0 0-60 0,0 0-24 0,4 0 20 15,4-5 32-15,1-6 224 0,2-1 0 16,6-7-132-16,-6-3-132 0,1-3 8 0,0-1 24 15,4-2-60-15,0-4-16 0,0 3 64 16,4 1-12-16,0-1 60 0,3 4 0 16,1 3 88-16,1-1 100 0,-5 4-48 0,-1 6 60 15,-3 1 76-15,0 2 124 0,-4 3 64 16,0 2 32 0,-4 5-32-16,-3 0-16 0,2 0-28 0,-3 2 28 15,0 8 24-15,0 4 24 0,0 4 36 16,-4 4-52-16,0 3-156 0,0 1-76 15,0-1-40-15,0 5-8 0,0-5-8 0,0 0-40 16,0-6-52-16,0-1-96 0,0-1-124 0,0-4-72 16,4-4-64-16,4-3-164 0,0-2-252 15,7-4-436-15,2 0-924 16,-2 0-2201-16,6-13-2875 0</inkml:trace>
  <inkml:trace contextRef="#ctx0" brushRef="#br1" timeOffset="85498.21">30467 7591 7868 0,'0'0'7013'15,"0"0"-5325"-15,0 0-1116 0,0 0-112 16,0 0 208-16,0 0 316 0,0 0 168 0,0 0-164 16,-15 73-479-16,11-44-253 15,0 3-16 1,-1-1-68-16,1 1-28 0,1-7-140 0,3-2-4 0,0-5-8 15,0-1-76-15,0-5 24 0,0-2-88 0,3-4-188 16,6-6-117-16,-1 0-67 0,7 0 188 0,6-6 128 16,-1-9-92-16,8-2-44 0,-1-6-64 0,1 2 48 31,0-2 48-31,-4 4 72 0,0-3 116 0,0 5 56 0,-5 3 64 16,-2 0 0-16,-9 5 64 0,-1 9 56 15,-7-3 92-15,0 3 68 16,0 3 116-16,0 4 32 0,0 2 84 0,-7 7-132 15,-1 0-28-15,-1 3-60 0,1-7-36 0,5 1-147 16,-1-7-109-16,4 1-41 0,0-4 41 16,4 0 73-16,3-3 11 15,6 0-76-15,6 0-8 0,5-9 0 0,4-4-120 16,0-3-41-16,8 0-55 16,-4 1-4-16,0 2 0 0,-4 3 52 15,0 3 32-15,-8 4 40 0,-5 3 28 0,2 0 68 16,-6 7 204-16,1 3 176 0,-4 1 68 15,-4 3-95-15,4 2-73 0,-4 0-100 16,-4 3-32-16,4-1-28 16,-4 1 36-16,0 0 76 0,0 2 20 15,0 0-32-15,0-5-88 0,0 3-132 0,-4-3-48 0,4-3-268 0,0-1-288 16,0-5-208-16,0-1-309 16,0-3-503-16,8 0-2152 0,8-6-3405 15</inkml:trace>
  <inkml:trace contextRef="#ctx0" brushRef="#br1" timeOffset="85650.208">31691 7988 4576 0,'0'0'9069'0,"0"0"-5265"16,0 0-2484-16,0 0 372 0,0 0-11 16,0 0-473-16,0 0-700 0,0 0-508 15,0 0-180-15,0 0-400 0,4 6-184 16,-4-6-461-16,0 0-1223 0,-4 0-3712 0</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06:23.51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definitions>
  <inkml:trace contextRef="#ctx0" brushRef="#br0">11426 1473 12165 0,'0'0'2128'0,"0"0"-2128"16,0 0-364-16,0 0 108 0,0 0 204 15,0 0-112-15,-31 71-884 0,27-66-1477 0,-4-2-2795 16</inkml:trace>
  <inkml:trace contextRef="#ctx0" brushRef="#br0" timeOffset="7040.298">2784 565 10104 0,'0'0'5325'15,"0"0"-4405"-15,0 0-412 16,0 0 240-16,0 0 636 0,0 0-308 0,0 0-232 15,0 0-260-15,-8 95-159 0,5-57-145 16,3 13-40-16,-4 9 4 0,4 10 12 16,-4 6-112-16,0 10-144 0,4 3-40 15,-4 0-32-15,-1 3-76 0,1-1 40 0,1 2-24 16,3 0 0-16,0-8-112 0,0-9-72 16,0-6-145-16,3-13-99 15,6-12-236-15,7-14-884 0,4-14-1264 16,-5-12-1985-16,17-16-1467 0</inkml:trace>
  <inkml:trace contextRef="#ctx0" brushRef="#br0" timeOffset="7362.677">3845 752 15409 0,'0'0'1980'0,"0"0"-1432"16,0 0-400-16,0 0 356 0,-92 19 296 15,60 4-164-15,-4 4-268 0,1 15-248 16,-2 9-112-16,1 6 68 0,4 10-16 0,1 9-48 16,3 6 48-16,3 1-16 0,2 7-44 15,3-8 0-15,4 0 92 0,8-13 140 0,4-4 132 16,4-15 181-16,4-9-181 0,8-5-276 16,12-9-80-1,4-4 148-15,7-7 24 0,10-3 28 0,2-10-76 16,9-3-72-16,4-9-60 0,-4-10-60 15,0-10-192-15,-5-9 68 0,-3 1-68 16,-12-12-148-16,-4 2-285 0,-4-5-287 0,-16 2-708 16,-8 6-1344-16,-4 12-2909 0,-13-3-3327 15</inkml:trace>
  <inkml:trace contextRef="#ctx0" brushRef="#br0" timeOffset="7640.748">3538 1396 12745 0,'0'0'4304'0,"0"0"-3272"16,0 0-676-16,0 0-84 15,0 0 132-15,0 0 592 0,0 0 16 16,87 36-308-16,-47-33-267 0,3-3-201 16,6-7-236-16,-6-5-316 0,5-10-257 0,-4-1-179 15,-4-4-104-15,-4-3-172 0,-4 5-456 0,-8 3-568 16,-5 3-168-16,-6 9 80 0,-5 4 163 16,-8 6 1253-16,0 3 724 15,-4 10 1564-15,-4 6-283 16,-5 6 295-16,6 3 180 0,-1 7-284 0,-1 6-392 15,5 1-236-15,4 3-276 0,-3 5-188 16,3-2-72-16,0 6-124 0,0 0-100 0,3-4 88 16,1-5-172-16,5-3-144 0,3-8-128 15,-5-5-184-15,2-10-112 0,3-6-212 16,-1-7-520-16,2-6-436 0,2-13-392 16,-2-3-1941-16,6-25-3527 0</inkml:trace>
  <inkml:trace contextRef="#ctx0" brushRef="#br0" timeOffset="7885.516">4593 695 4700 0,'0'0'10197'0,"0"0"-9365"0,0 0-632 0,0 0 104 0,0 0 272 16,0 0 432-1,0 0 176-15,45 74-484 0,-34-30-212 16,9 6-48-16,-4 11 156 0,0 5-184 0,0 7-216 15,-4 8-183-15,-4 1 59 0,0 0-72 16,-4-2-121-16,-4-5-123 16,3-5 12-16,-3-9-60 0,4-14-120 15,1-5-128-15,-1-11-180 0,0-12-352 0,0-6-704 0,0-7-568 16,-1-6-1589 0,5-8-703-16</inkml:trace>
  <inkml:trace contextRef="#ctx0" brushRef="#br0" timeOffset="8074.923">5151 1162 11657 0,'0'0'5048'15,"0"0"-4340"-15,0 0-260 0,104 26 760 16,-76-20 288-16,-1 0-244 0,1-4-559 16,4-2-429-16,-4 0-252 0,4 0-12 0,-4-2-264 15,0-4-248 1,-4-4-205-16,-4 3-99 0,-8 4-372 0,-5 0-812 15,-7 3-1180-15,-3 3-1961 0,-25 17-1815 0</inkml:trace>
  <inkml:trace contextRef="#ctx0" brushRef="#br0" timeOffset="8207.112">5211 1441 11229 0,'0'0'2852'0,"0"0"-1716"0,0 0-584 16,0 0 32-16,12 76 64 0,8-66 368 0,4-4-104 0,4-2-296 15,4-4-176 1,3-7-136-16,5-6-304 0,0-6-36 0,0-3-380 15,-1-3-468-15,2 0-844 0,-14 6-2200 0,17-4-6457 16</inkml:trace>
  <inkml:trace contextRef="#ctx0" brushRef="#br0" timeOffset="8678.026">6187 1209 13717 0,'0'0'1692'0,"0"0"-808"15,0 0-396-15,0 0 120 0,0 0 640 16,0 0-264-16,56 86 32 0,-37-29-272 0,-2 17-296 16,-6 11-131-16,6 17-137 0,-6 5 64 15,-3 1-148-15,5 1 24 0,-2-8 4 0,6-12-124 16,-10-9-148-16,5-14 28 16,1-12-72-16,-2-16 44 0,2-7-132 0,-6-11-181 15,-3-10-295-15,0-10-612 0,0-5-940 16,-4-3-812-16,0-28-4845 0</inkml:trace>
  <inkml:trace contextRef="#ctx0" brushRef="#br0" timeOffset="8928.846">6243 1251 13073 0,'0'0'1792'0,"0"0"-1680"0,0 0 356 16,79-51 312-16,-47 39-204 0,-4 1-128 0,4 5 84 15,-4 4-12-15,4 2-112 0,-8 0-164 16,4 5-176-16,-8 9-68 0,-4 0-172 16,-5 12 36-16,-6 0-148 0,-5 6-172 15,-9 2 208-15,-6 1 248 0,-9 0 0 16,-4-6 0-16,-4-4 0 0,-4-2-212 16,1-11-184-16,-1-8 8 0,-1-4-464 15,1-4 148-15,5-12-436 0,-1-9-172 16,8 3-1377-16,-8-25-2327 0</inkml:trace>
  <inkml:trace contextRef="#ctx0" brushRef="#br0" timeOffset="9273.18">6646 673 11161 0,'0'0'2432'0,"0"0"-1216"0,0 0 472 0,0 0-48 15,0 0-104-15,31 69-400 0,-27-34-404 16,4 1-367-16,-4 5-181 0,0 0-184 16,1-3-64-16,2-6-201 0,1-7 9 0,0-6-60 15,0-9-100-15,4-4-60 0,-1-6 24 16,2 0 24-16,2-9 84 0,2-7 24 16,-2-7 76-16,2-2 80 0,-2-3 116 0,-2-1 48 15,-2 4 76-15,-3 3 32 0,1 6-20 16,-2 0 96-16,-3 7 136 15,-4 4 184-15,4 3-52 0,0 2-172 0,-4 0-168 16,4 0-40-16,1 2-72 0,-1 9 184 16,3-3-12-16,1 9 32 0,0 5-56 15,0 7-16-15,-4 6-132 16,0-1-12-16,-4 4-376 0,4 1-492 16,-4-4-308-16,0-3-692 0,4-7-2488 0,-4 3-4933 15</inkml:trace>
  <inkml:trace contextRef="#ctx0" brushRef="#br0" timeOffset="10059.522">7546 1194 11417 0,'0'0'2228'0,"0"0"-1240"0,0 0 232 15,84 0 208-15,-60 6-200 0,-1 7-136 0,-7 6-188 0,4 6-184 16,-8 4-220-16,0 9-183 16,-3 0-41-16,-6 0-104 0,-3 3-40 15,0-3-88-15,0-6-44 0,0-6-108 0,0-11-76 16,0-5-8-16,0-7-28 0,0-3-277 16,0-3-123-16,12-13 108 15,4-6 364-15,4-10-60 0,4-6-112 16,0-7-180-16,-1 5-104 0,-3 1 196 0,4 4 148 15,-3 10 112-15,-6 9 100 16,2 6 48-16,-6 4 96 0,1 3 276 0,-7 3 108 16,-2 3 0-16,1 7 24 0,-4-1-64 15,0 7-36-15,0 3-76 0,0 3-120 0,-4-3-60 16,1-3-28-16,-2-3-108 16,5-4 0-16,0-6-12 0,0-3-144 0,0 0 32 15,5 0-32-15,6-9-144 0,4-4 288 16,6-6 0-16,7-3-112 15,0-3 16-15,7 0-16 0,-3 2-8 0,4 4 8 0,0 2 112 16,0 5 48-16,0 6 236 0,0 6 20 16,-8 0-24-16,0 4-60 15,0 4-64-15,-5 5 64 16,-3 4-100-16,0 1 28 0,-4-1 61 0,0 5-89 0,-4 0-36 16,-8 0 12-16,-1 6 0 0,1-2-96 15,-4 6-88-15,0-1-384 16,0-2-417-16,0 0-379 0,0-4-964 0,0-8-3464 15,0-3-5277-15</inkml:trace>
  <inkml:trace contextRef="#ctx0" brushRef="#br0" timeOffset="10712.086">9757 1346 12045 0,'0'0'1992'16,"0"0"-852"-16,0 0-276 0,0 0 192 16,0 0-104-16,60 73-24 0,-52-44-48 15,-4 2-328-15,-4 4-356 0,0-3-64 0,0-1-88 16,-4-1-44-16,0-11-132 15,0-4-88-15,4-5-124 0,-4-7-512 0,4-3-412 16,0 0-992-16,0-6-3249 0</inkml:trace>
  <inkml:trace contextRef="#ctx0" brushRef="#br0" timeOffset="11556.689">11346 1013 9700 0,'0'0'2641'15,"0"0"-1045"-15,0 0-220 0,0 0 356 16,0 0-84-16,0 0-252 0,0 0-272 15,0 0-443-15,0 0-173 0,0 0-228 0,-67 50-88 16,51-24-80-16,0 5 20 0,1 11-24 16,2 5-12-16,5 7 40 0,8 0-4 15,0 0 12-15,4 1-36 0,9-2-108 16,2-5-44-16,9-10-88 0,4-3-24 0,4-9-112 0,4-11 100 16,3-5-184-16,6-10-48 15,2-10 0-15,1-12 11 16,-4-6-219-16,0-11-552 0,-8 1-1156 15,-12 7-2576-15,-1-14-2961 0</inkml:trace>
  <inkml:trace contextRef="#ctx0" brushRef="#br0" timeOffset="11825.69">11645 1019 10332 0,'0'0'2341'0,"0"0"-1281"0,0 0 220 0,0 0 328 16,32 83-140-16,-24-46-164 0,5 8-400 16,-2 6-184-16,6 3-64 0,-6 3-155 15,-3 4-197-15,1-5-148 0,-2 5-144 0,-3 3-12 16,-4-4-56 0,0-3-76-16,0 0-124 0,0-3-145 0,4-3-123 0,0-4 76 15,0 2-152-15,4-10-148 0,0 3-136 16,0-6-68-16,0-11 256 15,0-9-28-15,-4-10-700 0,8-6-648 0,-8-10-189 16,8-18-3131-16</inkml:trace>
  <inkml:trace contextRef="#ctx0" brushRef="#br0" timeOffset="12256.696">11733 1171 1096 0,'0'0'10237'16,"0"0"-8625"-16,0 0-936 0,0 0 124 16,0 0 500-16,12-76-296 0,-3 67-168 15,2-1-156-15,6 0-152 0,-2 1-48 16,5 3-160-16,-4 3-112 0,8 3 24 0,0 0-96 16,-5 3 96-16,5 9 0 0,-3-2-148 15,-2 6-12-15,-3 0 16 0,-4 3 8 16,-3 1 12-16,-2 1 28 0,-7 4-16 15,0 4-20-15,-7 3-100 0,-10 3-44 16,-3-1-88-16,1 1-220 0,-9 0-4 0,3-6 52 16,1-4 36-16,5-6-196 15,-1-9-80-15,8 0-96 0,4-10-276 16,4 0-812-16,0 0-968 0,4-10-3013 0</inkml:trace>
  <inkml:trace contextRef="#ctx0" brushRef="#br0" timeOffset="12434.419">12359 1421 11461 0,'0'0'2732'16,"0"0"-1228"-16,0 0-664 0,0 87 44 0,-8-51 8 16,0 1-240-16,-4-2-344 0,-4-3-256 0,8-4-52 15,-4-2-260 1,4-8-576-16,4-1-492 0,0-8-1000 0,4-6-3269 15</inkml:trace>
  <inkml:trace contextRef="#ctx0" brushRef="#br0" timeOffset="13297.92">12590 1162 364 0,'0'0'8780'0,"0"0"-6483"16,0 0-809-16,0 0-12 0,0 0 88 0,0 0-240 15,0 0-296-15,0 0-92 16,88-35-64-16,-73 45-140 0,2 2-136 15,-6 4-87-15,1 7-121 0,0 2-108 0,-8 3-40 16,0 1-80-16,0-1-148 0,-4 1-12 16,0-10-100-16,0-3-12 0,0-7-32 15,0-3-12-15,0-6-112 0,0 0-193 16,4 0-75-16,-4 0-12 0,5-6-48 16,2-7 20-16,1-1 256 15,4-6 24-15,4-6-60 0,-4-2-164 0,0 2 124 16,4 1 212-16,-4 6 120 0,0 7-72 15,-1 5 136-15,-2 3 40 0,-5 4 108 0,4 0 372 16,-4 7 0-16,-1 5 20 0,1 5-96 16,-4 5-164-16,0 0-96 0,0-3-64 0,0 0-108 15,0-3-12-15,0-7-40 0,0-2-56 16,0-7-76-16,0 0-12 0,5 0 24 16,3-7 112-1,3-5 48-15,6-10 0 0,-2-3-88 0,5-4-132 0,1-1 48 16,-2 2-60-16,1 3 108 15,0 6 48-15,0 6 76 0,0 4 4 0,-1 9 304 16,-6 0 136-16,6 0-112 0,-6 12-4 16,2 1 40-16,-2 3-36 0,2 0-152 15,-6 3 88-15,2-1-48 0,-3 1-36 0,-4 4-28 16,0-4-44-16,-4 4-68 0,0-1-44 16,0 0-124-16,0-3-264 0,-8-3-308 15,4 0-268-15,-3-7-352 16,3-3-1180-16,-5-6-3117 0</inkml:trace>
  <inkml:trace contextRef="#ctx0" brushRef="#br0" timeOffset="13515.325">13657 946 11641 0,'0'0'2208'0,"0"0"-1116"0,0 0 88 16,0 0 172-16,69 73-140 0,-58-48-280 0,6 1-380 15,-6 2-224-15,1 4-96 16,-3 0-48-16,-6 0-184 0,1 2-72 0,-4 5-100 16,-4-4-220-16,-4 2-132 0,-4-2-64 15,-3 0-188-15,-6-3-216 0,1-3-260 0,-3-1-420 16,-1-6-572-16,4-5-953 0,-12 1-2903 16</inkml:trace>
  <inkml:trace contextRef="#ctx0" brushRef="#br0" timeOffset="13922.777">14299 1213 13313 0,'0'0'2568'16,"0"0"-1828"-16,0 0-204 0,0 0 112 0,92 19 152 15,-57-16-160-15,2-3-172 0,-1 0-300 16,-5 0-92-16,5-3-64 0,-8-3-12 0,4-1-124 16,-8 1-192-16,-1-5-424 0,-2 3-556 15,-5-2-908-15,-4 3-2681 16,-12 1-2727-16</inkml:trace>
  <inkml:trace contextRef="#ctx0" brushRef="#br0" timeOffset="14090.89">14355 1394 11429 0,'0'0'2584'0,"0"0"-1776"0,0 0 252 0,0 0 416 0,0 0-104 16,0 0-120-16,92 57-68 0,-57-54-419 15,6-3-269 1,6-3-132-16,5-10-340 0,4-4-24 15,-1-8-216-15,5-6-268 0,-4-4-233 0,8-6-283 16,-8-4-532-16,-17 10-1504 0,13-12-4613 16</inkml:trace>
  <inkml:trace contextRef="#ctx0" brushRef="#br0" timeOffset="14305.93">15180 654 756 0,'0'0'13433'16,"0"0"-10813"-16,0 0-1688 0,0 0-252 16,0 0 316-16,0 0 8 0,0 0-104 15,0 0-351-15,36 88-353 0,-29-42 20 0,2 1-44 16,-5 4-104-16,4 5-68 0,-5 2-12 0,1 3-100 31,0 5-20-31,-4 3-48 0,0 2-273 0,0-1-227 16,0 0-188-16,0-4-260 0,0-2-476 0,0-20-1296 15,0 13-3097-15</inkml:trace>
  <inkml:trace contextRef="#ctx0" brushRef="#br0" timeOffset="16781.451">1880 2771 5764 0,'0'0'1548'0,"0"0"-420"0,0 0 156 0,0 0-71 16,0 0-97-16,0 0-284 0,0 0-244 0,0 0 48 16,0 0 148-16,0 0-28 0,0 0 40 15,-68-22-88-15,68 22-76 16,0 0 100-16,0 0-80 0,0 0-284 15,0 0-172-15,4 0-124 0,0 0-72 0,4 0-36 16,4 7 24-16,4 0 8 16,8-1 4-16,8 2-60 0,0 3-16 0,7-3-32 15,2 3 56-15,2-2 40 0,5 1 12 16,4-4 16-16,4 0-16 16,3 1-48-16,5-1 48 0,0-3 44 0,3 0-44 0,6-3-4 15,-2 0-32-15,5 0 36 16,0-6 4-16,-1 0-4 0,5 2 76 15,4 1-76-15,4 0 108 0,7 0-20 0,1 3-4 16,3-4-24-16,4 4-60 16,2 0-12-16,-2 0 8 0,5 0-68 0,-1 0-52 15,5-2-24-15,4-3 136 0,-2-3-96 16,6-2 20-16,0-2 28 0,3-2-16 16,-3 2 76-16,3-1 4 0,-3 0 108 0,0 1 24 15,-9 2-136-15,4 4 124 16,1-1 180-16,4 5-120 0,0-2-72 15,-2 4-28-15,7-3 76 0,-3 3-52 0,7-3-108 16,-2 3 108-16,0-3-108 0,1 3-52 16,-5-3-44-16,1 3 96 0,-1 0 12 0,1 0 36 15,3 0 0-15,-7 0 76 0,3 0-76 16,-3 0 88-16,-1 0-136 0,1 0-64 16,-4 0-36-16,2 0 100 0,-2 0 8 0,4-4 0 15,0 1-8 1,3 3 0-16,-3-3 4 0,3 0-8 0,-3 0 0 15,0 0-92-15,-6-1 8 0,6 1 80 16,-4-3 4-16,0 3-44 0,3 0 0 16,-4 3 48-16,5-3 0 0,-1 3 72 15,1-4 40-15,-4 4-76 0,3-3-36 0,-4 3-24 16,5-3-28-16,-4 3 28 0,-1-3 24 0,1 3 0 16,-1 0 4-16,-3 0-4 15,0 0 64-15,-1 3-64 16,-7 3-4-16,3 4-8 0,-4-4-40 15,-2 4 4-15,2-1 44 0,0 1-52 16,-2 2 52-16,-2-2 0 0,0 3-48 0,1-4 52 16,-1 5 60-16,-7-6-52 0,4 5 64 0,-4-1-72 15,0 2 0-15,-2-2-4 0,-2 1-44 16,4-3-76-16,-4 2 124 0,3-2 0 16,1-4 40-16,3 3-32 0,1-5 76 0,-1 2-80 15,-3-3 92-15,5 3-44 16,-11-2-52-16,2 2-76 0,0-3 68 15,-8 0-40-15,3-3-16 0,-7 4 56 16,0-4 4-16,4 0 4 0,-5 0 0 0,1 0 60 16,3 0-52-16,1-4 40 15,4 4-48-15,-1-6-4 0,-3 3 4 0,0 0-48 0,-4-4 24 16,-1 4-68-16,-3 0 88 16,-4 0 4-16,-4 0 0 0,-5-1 0 0,1 4 4 15,-8-3 8-15,-1 0 36 16,-6 3 0-16,-2-3 24 0,2 0 4 15,-6 0 8-15,5 0-76 0,0-1 40 0,-1 1-48 0,-3-3-36 16,4 2 32-16,-4-3-44 16,-4 5-40-16,-1-1 76 0,2 3-40 15,-5-3 52-15,0 3 8 0,-4 0-8 0,0 0 4 16,-1-3 4-16,1 3 40 0,3-7-32 16,-3 0-16-16,4 2-4 0,-4-5 0 15,4 0-4-15,4-3 8 16,-4 4-8-16,-1-3-40 0,-3 2 36 15,0 0-48-15,-3 1 52 0,-1 3 8 16,-9-1 0-16,2 4 8 0,-2-3 112 0,-3 2 16 16,-4-2 36-16,4 0 8 0,-4-1-92 15,4-2 44-15,1-4-132 0,-2-2-44 16,1-1-4-16,0-6 48 0,0-1-48 16,-4 2 48-16,0-6 0 15,-8-1 44-15,0-4 28 0,0 1 0 16,0-4-12-16,-8-7-44 0,0 1-16 0,0-4 48 15,0 1-40-15,-4-6 0 0,4 2-8 0,0-6 12 16,0-4 32-16,4 1-44 0,0-6-4 16,0-10-68-16,4 1-28 0,0-12 16 15,0-2 36-15,0 1 36 0,-4-4 8 0,0 0-8 16,1-1-36-16,-6 6 40 16,1-2-68-16,4 0 16 0,0 0-12 0,4-3-28 15,0-3-80-15,0-4-124 0,0-1-88 16,8-2-64-16,0 1 64 0,1-1 84 15,2 13 76-15,-3 23 96 0,1 22 136 16,-2 24 208-16,-3 17 88 0,-4 0 12 16,0 0-12-16,0 0-64 0,-8 0-232 0,0 0-44 15,0 0-140-15,-4 0-100 0,4 0-72 16,-4 0-40-16,4 0-172 0,1 0-400 16,-2 0-952-16,5 0-1212 0,-3 0-3673 0</inkml:trace>
  <inkml:trace contextRef="#ctx0" brushRef="#br0" timeOffset="18201.46">2920 3832 2660 0,'0'0'560'0,"0"0"6100"0,0 0-5587 16,0 0-737-16,0 0 216 0,0 0 576 0,0 0 156 16,0 0-60-16,4-3-168 0,-4 3-356 15,0 0-304-15,0 9-136 0,0 7-36 16,0 9-52-16,0 10 64 0,0 4-52 16,4 4-24-16,0-1-148 0,0-1-12 0,4-8-60 15,0-8-76-15,0-6-12 0,-1-7-172 16,6-5-28-16,2-7-172 15,2 0-592-15,2-13-452 0,1 0-2433 16,-8-15-4371-16</inkml:trace>
  <inkml:trace contextRef="#ctx0" brushRef="#br0" timeOffset="18373.67">3270 3886 3372 0,'0'0'9241'0,"0"0"-7709"0,0 0-1016 0,0 0 1076 15,0 0 172-15,-11 82-592 0,7-54-524 0,0-1-304 16,4 1-156 0,0 0-188-16,4-2-196 0,8 3-196 0,4-1 36 0,3-2-552 15,5-1-320-15,4-6-1004 0,-7-3-2737 16,2 0-4287-16</inkml:trace>
  <inkml:trace contextRef="#ctx0" brushRef="#br0" timeOffset="19223.937">4350 4007 1200 0,'0'0'6260'0,"0"0"-2123"0,0 0-2257 16,0 0-168-16,0 0-116 16,0 0-184-16,0 0-560 0,0 0-396 0,-83 31-212 0,55-9-60 15,-4 4-28-15,0 2 16 16,1 7-12-16,3-2 48 0,0-2 12 0,4-2-16 16,7-4-56-16,6-6-28 0,3-3-56 15,8-4-64-15,0-2-104 16,0 0-28-16,11-2-76 0,6 6 124 15,2-2-16-15,9-2 92 0,4 3-52 0,4-3 48 16,-5-1-48-16,6-3-4 0,-9 1 16 16,-1 2-60-16,-3 1 100 0,0-1-40 15,-7 4 48-15,-2 0 4 0,2 2 56 16,-10 2 0-16,-3 2-52 0,0 0 92 0,0 2-28 16,-4-1 0-16,-4-1-12 0,0-3 12 15,-7 3-72-15,2-7-100 16,-3 1 4-16,5-3-28 0,-2-8 4 15,5 3-4-15,-4-5-72 0,1 0-84 0,-6-5-380 16,5-7-228-16,-7-7-488 0,6 3-1220 16,2-19-3705-16</inkml:trace>
  <inkml:trace contextRef="#ctx0" brushRef="#br0" timeOffset="19694.708">4685 4328 7476 0,'0'0'5569'0,"0"0"-4157"16,-4 73-680-16,-4-39 328 0,4 8 532 15,0-5 20-15,0 2-584 0,4-10-480 0,0-1-548 16,4-9-144-16,4-6-112 0,4-4 12 16,-1-3 36-16,6-3 84 0,3-3-60 15,3-9-180-15,1-10-92 16,1-3-112-16,-1-4 0 0,-5-5 124 0,-3 2 84 15,0-3 224-15,-7 10 72 16,2 3 60-16,-7 6 4 0,5 4 0 0,-6 3-84 0,1 6 84 16,0 0 0-16,0 9 608 0,4 4-160 15,4 6-100-15,4 6-80 0,-4 7 16 16,8 3 112-16,0 6-76 0,0 0-52 16,-4 7 48-16,4 2-84 15,-9 5-48-15,1 2 24 0,-3 0 12 16,-5 6 0-16,-4-2 8 0,0-1 16 0,-8 1 13 15,-1-8 83-15,-2-5-72 0,-6-7-64 16,6-2-108-16,-1-11-12 16,-4-6 40-16,4-6 68 0,3-6-12 0,2-7 136 15,-5-3-88-15,-1 0-228 0,-6-3-144 0,3-10-244 0,-7-9 28 16,-1-7-64-16,-1-5-72 16,1-11-65-16,0 1 49 15,9-4-48-15,2 0-160 0,9 1-176 0,0 2-264 16,4 1-440-16,8 3-356 0,1 5-1008 15,6-11-2501-15</inkml:trace>
  <inkml:trace contextRef="#ctx0" brushRef="#br0" timeOffset="19997.818">5375 3749 4060 0,'0'0'7045'16,"0"0"-5645"-16,0 0-648 0,0 0 240 16,11 74 320-16,-7-30 20 0,0 6-140 15,4 8-196-15,-3 5-212 0,2 8-72 16,-3 2-116-16,0-1-232 0,-4 5-180 0,0-5-100 15,0-2-84-15,0-3-172 16,0-10-20-16,-4-9-28 0,4-14-168 0,0-15-188 16,0-6-84-16,4-13-508 0,8-6-508 15,0-13-336-15,4-3-1148 0,0-26-4029 0</inkml:trace>
  <inkml:trace contextRef="#ctx0" brushRef="#br0" timeOffset="20283.707">5622 4419 7764 0,'0'0'6101'0,"0"0"-4773"0,0 73-864 0,0-44 280 16,0 6 748-16,0-7-160 16,0-2-108-16,0-7-456 0,0-10-416 0,0-2-240 15,0-7-112-15,8 0-84 0,3-7 0 16,6-5-36-16,-2-4-52 0,1-10-144 0,4-2-88 16,-8 0-60-16,0-2 12 0,0 5 72 15,-8 3 84-15,0 3 148 16,-4 6 144-16,0 1 4 0,-13 1 52 0,2 6 20 15,-9-2-12-15,4 1 136 0,-4 6-36 16,5 0-24-16,-6 6 0 0,10 6-136 16,-2 5-4-16,2 2-20 0,3 3-24 15,3 1 48 1,1-4-172-16,4-4-200 0,0-5-316 0,0-3-628 16,13-7-680-16,-2-7-140 0,6-12 868 0,2-6-21 0,-3 2-1263 15,16-21-1900-15</inkml:trace>
  <inkml:trace contextRef="#ctx0" brushRef="#br0" timeOffset="20606.166">5929 4219 5168 0,'0'0'4048'0,"0"0"-1943"0,0 0-157 0,0 0-588 16,55 90-388-16,-43-59-80 15,-4 7 28-15,-4-3-40 0,3-3-44 0,-3-4-220 16,1-5-236-16,3-8-252 0,0-2-128 16,-1-9-60-16,6-4 56 0,2-4-44 0,2-11-136 15,7-8 0 1,-5-6-160-16,1-5-148 0,1-1-24 0,-2 3 72 15,-3 0 132-15,4 3 128 0,-8 7-16 16,0 6 4-16,-1 7-104 0,2 6 48 16,-5 3 252-16,-1 9 100 0,-2 7 276 15,7 6-104-15,-5 0-72 0,-3 6-16 16,5-4 92-16,-1-2 80 0,-1-7 52 0,1-5-16 0,1-4 16 16,-1-2-44-16,-1-4 28 0,6-7 72 15,-2-6 24 1,1-6-124-16,4-6-216 0,0-6-136 0,0-2-12 15,0-2-184-15,-4 1-108 0,4-1-160 16,-4 0-228-16,0 0-252 0,-5 3-436 16,2 0-1120-16,-5 7-2369 0,-4-4-1963 0</inkml:trace>
  <inkml:trace contextRef="#ctx0" brushRef="#br0" timeOffset="21309.946">7462 4156 3068 0,'0'0'2684'15,"0"0"4277"-15,0 0-5309 0,0 0-564 16,0 0 204-16,0 0-284 0,0 0-500 0,-103 19-100 16,75 2-200-16,-4 6-60 0,0 4-88 15,4 4 16-15,8 0-4 0,0-10-68 0,13-6-4 16,2-5-136-16,5-8-96 16,0-3-64-16,12 2 88 0,8 0 96 15,4-3 12-15,8 2-108 0,3-4 108 16,2 0-36-16,-1 0 12 0,-4 0 120 15,-1 0-8-15,-6 3 8 0,-2 0 4 0,-7 7 136 16,-4 2 208-16,0 1 64 0,-8 3-64 16,4-1 16-16,-8 4-56 0,0-3-32 15,0 4 20-15,-4-1 4 0,-4-4-4 16,-1 1-24-16,2-3-60 0,-5-3-76 0,3-1-132 16,6-6 0-16,-1 1-132 0,4-4-64 0,-4 0-132 15,0-4-176 1,0-2-400-16,-3-10-356 0,7 1-560 0,-5-1-2044 15,5-14-3145-15</inkml:trace>
  <inkml:trace contextRef="#ctx0" brushRef="#br0" timeOffset="21755.417">7772 4248 5520 0,'0'0'3028'0,"0"0"-728"16,0 0-435-16,0 0-237 0,13 76-152 0,-13-54-72 0,0 3-240 16,0 0-216-1,0-2-192-15,-8-4-240 0,8-3-176 16,-5 0-168-16,5-7-112 0,0-2-60 0,0-4-172 15,0 0-36-15,0-3 16 0,0 0-28 16,5 0 72-16,7 0 76 0,-4 0-148 0,4-3-36 16,4-2 8-16,0-9 28 0,-4-2-76 15,8-3-24-15,-9-3 60 16,6-3 28-16,-2-4-16 0,6 1-24 0,-6-1 36 0,1 0 148 16,0 4 0-16,-4 6 76 15,4 6-36-15,-9 7 48 16,6 6 76-16,-5 0 172 0,-1 3 160 0,-3 13 196 0,5 3-48 15,-5 6-128-15,0 4-144 0,-4 5-100 16,0-2-28-16,4-6 52 0,-4-4-208 16,0-6-96-16,3-6-184 0,1-7-64 0,-4-3-344 15,9-3-236 1,-1-10-484-16,-4 0-848 0,7-19-3609 0</inkml:trace>
  <inkml:trace contextRef="#ctx0" brushRef="#br0" timeOffset="22081.694">8180 3765 5032 0,'0'0'1848'16,"0"0"-1068"-16,0 0 2160 0,0 0-1279 15,0 0-321-15,0 0 332 0,0 0-204 16,0 0-460-16,11 83-180 0,-11-45-104 16,4 6-72-16,-4 4-200 0,0 0-196 0,0-1-220 15,0-6-36-15,4 1-72 16,0-10-64-16,5-7-8 0,-2-3-4 0,5-6 0 15,4 0 28-15,4-6-4 0,0-1-24 16,8-3-36-16,-4 0 64 0,8 1-4 16,-4-3 52-16,0-2-40 0,4 4-44 0,-9-2 152 15,1 3-52-15,-8-4 48 16,0 2-44-16,-4 1 52 16,-8 1 52-16,0 0-52 0,-4-2-68 0,0 2 68 15,-4 3 0-15,-9 0 0 0,-2-2-48 16,-5 3-76-16,-4-2-36 0,1-2-212 15,-5-4-344-15,0 0-268 0,-4-3-516 0,0-3-536 16,8 0-2037-16,-20-10-2519 0</inkml:trace>
  <inkml:trace contextRef="#ctx0" brushRef="#br0" timeOffset="23160.248">8968 4128 5624 0,'0'0'2884'16,"0"0"-1160"-16,0 0-487 0,0 0-493 16,0 0 152-16,0 0-132 15,0 0-196-15,0 0-36 0,0 0-64 0,0 0-144 16,0 0-72-16,-68-11-8 0,65 11 44 0,3 0 60 15,0 0-112-15,-4 0-188 0,4 4-36 16,0-4 84-16,0 0-8 0,-4 3-24 16,4-3-64-16,0 0-72 0,0 0 72 15,0 0 0-15,0 0-4 0,0 0-44 16,0 0-16-16,0 0 4 0,0 0-16 0,0 0 76 16,0 0 88-16,0 0 8 0,0 0 44 15,0 0 20-15,0 0 24 0,0 0-8 16,0 0-4-16,0 0-12 0,0 0 12 15,0 0 0-15,0 0 28 16,0 0-28-16,0 0 48 0,-5 4 12 0,-3 2-232 16,1 6-180-16,-5 4 168 0,-1 4 12 15,6 5 100-15,-1 3 48 0,-1 7-64 16,2 0-80-16,3 2 4 0,4-1-8 0,-4-1-68 16,4-10-8-16,0-3-84 15,8-9-72-15,-1-7-64 0,6-1 112 0,2-5 12 16,2-5 168-16,2-7-72 0,1-4-32 15,1-3 8-15,-2-3-148 0,-3-4 88 16,0 3 48-16,-4 4 112 0,0 8 4 16,-3 1-4-16,-6 3-8 0,1 4-128 15,0 3-76-15,0 0 212 0,4 3 332 0,0 7 152 32,4 0-40-32,-1 9-124 0,2 3-64 0,-1 4-32 15,-1 5 32-15,2 4-36 0,-6 7-72 16,6-2 108-16,-5 8-12 0,-4 0 48 0,-4-1-24 15,0 8-60-15,0-5 48 0,-4 4-28 0,-4-2 5 16,-5-6 11-16,2-1-52 0,-2-10-44 16,2-7-28-16,3-6-72 0,-5-9-40 0,6-7-8 15,-5-6-192-15,0 0-256 0,4-2-125 16,-4-10-219-16,4-11-100 0,0-9-188 16,4-9-456-16,0 6-1620 0,4-34-3321 0</inkml:trace>
  <inkml:trace contextRef="#ctx0" brushRef="#br0" timeOffset="23381.182">9391 4226 8264 0,'0'0'2016'16,"0"0"-659"-16,0 0 395 16,28 91 160-16,-25-47-80 0,5 5-296 0,-4 1-372 15,0 7-344-15,1 1-368 16,2 2-148-16,1-3-112 0,-4 4-68 0,5-1-40 15,-5-3-84-15,-1 1-132 0,1-8-132 16,0-8 32-16,0-8-36 0,-4-9 0 0,0-8-60 16,0-4-200-16,0-8-196 0,0-5-360 15,0-3-544-15,-4-10-952 0,-4-6-637 16,1-6-1107-16,2 3 1116 0,-7-25 185 0</inkml:trace>
  <inkml:trace contextRef="#ctx0" brushRef="#br0" timeOffset="23557.156">9346 4445 952 0,'0'0'2400'15,"-8"-89"620"-15,8 57-552 0,8 0-528 0,1-3-319 16,2 10-141-16,6 3-216 16,2 6-360-16,-2 4-260 0,2 1-120 0,-3 6 32 0,5 1-108 15,-2 4-4-15,-3 0-16 0,0 4-120 16,0 1-172-16,0 6-4 0,-4 1-80 16,-4 1-52-16,-1 3-64 0,-3-1-216 15,1 1-236-15,-5 0-164 16,0 0-420-16,-9-4-396 0,-2 1-884 15,3-3-1853-15,-8-10-1675 0</inkml:trace>
  <inkml:trace contextRef="#ctx0" brushRef="#br0" timeOffset="23775.632">9976 3645 8624 0,'0'0'2473'0,"0"0"-1153"16,0 0 212-16,0 0 312 0,12 92-144 16,-12-64-404-16,0 3-436 0,-8 2-308 15,0-2-172-15,-4-2-224 0,4-1-156 0,-3-3-132 16,3-2-260-16,3-6-416 0,1-5-484 16,4-10-968-16,0-2-3201 15,9-12-3719-15</inkml:trace>
  <inkml:trace contextRef="#ctx0" brushRef="#br0" timeOffset="23932.041">10275 3740 5624 0,'0'0'7361'0,"0"0"-6053"0,0 0-624 16,0 0 348-16,4 92 256 0,-11-57-196 16,-6 3-292-16,1-3-432 0,-4 7-368 15,4-8-48-15,0 1-260 0,0 0-604 16,1-4-588-16,2-8-1208 0,-3 8-4161 0</inkml:trace>
  <inkml:trace contextRef="#ctx0" brushRef="#br0" timeOffset="24455.622">11566 4416 3636 0,'0'0'7240'0,"0"0"-4627"15,0 0-573-15,0 0-152 0,100 0-328 16,-57 0-532-16,2 0-368 0,6 0-172 16,5 0-184-16,3-3-124 0,1 0-68 0,-4-4-112 15,4 0-100-15,-4 2-8 16,-5-2-36-16,1-2-136 0,-8 2-308 15,4-2-240-15,-12 3-352 0,-8 2-780 0,-8 1-2436 16,-12 3-3241-16</inkml:trace>
  <inkml:trace contextRef="#ctx0" brushRef="#br0" timeOffset="24638.97">11821 4679 10044 0,'0'0'2665'0,"0"0"-861"0,0 0-352 15,0 0-88-15,0 0-324 0,0 0-376 0,0 0 72 16,0 0 288-16,111 13-364 0,-63-13-211 16,4 0-217-16,0-3-176 0,0-2-56 15,4-6-108-15,0-2-209 0,-5 1-183 16,5-1-316-16,-4 4-348 0,4-1-824 0,-17 7-2576 16,17-3-5357-16</inkml:trace>
  <inkml:trace contextRef="#ctx0" brushRef="#br0" timeOffset="25239.407">14104 3610 8704 0,'0'0'2521'15,"0"0"-805"-15,0 0-340 0,0 0-368 0,0 0-36 0,0 0-284 16,0 0-256-16,0 0-8 0,0 0-28 16,0 0-88-16,0 0-236 0,-28 88-20 15,13-23-48 1,-2 7 80-16,-3 2 140 0,4-1 144 15,-4-7-76-15,5-5-220 0,2-14-72 0,6-7-160 16,-5-7-72-16,8-14-64 0,-1-3-24 16,5-10-148-16,0-6-200 0,0 0-104 0,0 0-108 15,9-6 12-15,3-7 592 0,-1 4 96 16,5-4 180-16,-8 7-4 16,5-1 4-16,-2 7 0 0,1 0 0 0,0 16 784 15,0 6-180-15,-4 8-188 0,4 0-104 16,-4 12-112-16,-4-2 12 15,4 2-28-15,0-3-72 0,-4 1 136 0,0 2 0 0,0 0-172 16,0-5 24-16,-4 4-100 0,0-6-52 16,0 0-168-16,0-3-476 0,0-6-320 15,0-4-368-15,0-6-1496 0,4 0-2981 0</inkml:trace>
  <inkml:trace contextRef="#ctx0" brushRef="#br0" timeOffset="25854.567">14920 3788 11069 0,'0'0'3044'0,"0"0"-1428"16,0 0-276-16,0 0 48 0,0 0 36 0,0 0-384 0,0 0-408 16,0 0-83-16,21 76 91 0,-14-28-84 15,6 11-276 1,-9 8-64-16,0 0-176 0,-4 3-40 0,0-7 0 15,0 1-192-15,-4-10-52 0,0-7-164 16,0-5-64-16,4-3-160 0,0-12-133 16,0-4-455-16,0-4-1108 0,0-11-2544 0,-4 3-3577 15</inkml:trace>
  <inkml:trace contextRef="#ctx0" brushRef="#br0" timeOffset="26020.194">14888 4334 10616 0,'0'0'1777'0,"0"0"-745"0,0 0 644 16,0 0 332-16,0 0-672 0,105-6-264 0,-77 6-144 16,3 3-256-16,5-3-296 0,0-3-376 15,3-4-124 1,-2-5-104-16,3-5-200 0,-5-2-388 0,1-3-364 0,-4 0-604 16,-8 6-1276-16,0-6-3665 0</inkml:trace>
  <inkml:trace contextRef="#ctx0" brushRef="#br0" timeOffset="26227.014">15415 4013 9772 0,'0'0'2425'0,"0"0"-793"0,0 0 88 0,0 0 20 0,-20 71-132 16,16-41-456-16,4 5-480 0,0 4-256 15,0 2-260-15,4 0-68 0,0 3 44 16,0 3-124-16,3-1-8 0,-2 1-256 15,3-3-232-15,0-6-196 16,-1-2 12-16,2-7-16 0,3-7-276 16,-5-7-452-16,6-2-656 0,-5-4-1148 0,3-5-2409 0</inkml:trace>
  <inkml:trace contextRef="#ctx0" brushRef="#br0" timeOffset="27188.599">16495 3953 7248 0,'0'0'1288'0,"0"0"1849"16,0 0-925-16,0 0-192 0,0 0-420 16,0 0-56-16,0 0-232 0,0 0-340 15,0 0-203-15,0 0-369 0,0 0-292 16,-72 60-108-16,40-31 0 0,0 2 8 0,-4 5-8 15,4-3 0-15,-3 0-96 0,-5 2-4 16,3-3 52-16,2-1-36 16,-1 1-12-16,0-1 72 0,4-1 24 15,5-5 12-15,-1-3-8 0,3-3-4 0,6 0-48 16,-1-3 0-16,8 1-16 0,0-9 56 16,0 2-16-16,8-3 24 0,0-5 0 0,4 1 4 15,-4-3-4-15,4 0-60 16,0 0 0-16,0 0 56 0,0 0-81 15,0 0-15-15,4 3 16 0,8 1 84 16,3-1 184-16,6 1-111 0,7 2 35 0,4 0-96 16,7 1-12-16,2-1-4 0,6 0 4 15,-3 1-72-15,7-1 12 16,-2-3 11-16,-2 4-11 0,-3-5 52 0,0 2-92 16,-9-4-32-16,2 0 8 0,-10 0-56 15,1 0-88-15,-8 0-12 0,-8 0-64 16,-3 0-156-16,-6 0-396 0,1 0-636 15,-4 0-888-15,0 0-1921 0,-7 0-2751 0</inkml:trace>
  <inkml:trace contextRef="#ctx0" brushRef="#br0" timeOffset="27706.647">17167 3698 7268 0,'0'0'4633'16,"0"0"-3277"-16,0 0-160 0,0 0 40 0,0 0-132 15,0 0-100-15,0 0-40 0,0 0-128 0,0 0-248 16,0 0-452-16,-51 23-124 15,31 8-8-15,0 11 92 0,-3 12 52 0,2 10-40 16,-3 2 76-16,9 10-40 0,-2 0-56 16,10 1 32-16,-5 0-48 0,7-5-72 0,5-9 12 15,0-5 64-15,13-11 68 0,2-10 0 16,2-7 89-16,7-8 143 0,4-6-60 16,-1-7 0-16,6-5-100 15,-2-4-96-15,1-10-12 0,4-6-24 16,0-12-84-16,-4-4-304 0,-1-7-288 0,-3-1-221 15,-4-5-331-15,-8 4-732 0,-8 6-2044 16,0 13-1689-16,-12-3-2807 0</inkml:trace>
  <inkml:trace contextRef="#ctx0" brushRef="#br0" timeOffset="27875.431">17120 4248 5580 0,'0'0'7749'16,"0"0"-5409"-16,0 0-972 0,0 0-40 0,0 0-52 15,0 0 204 1,0 0-159-16,79 6-349 0,-46-6-356 0,3 0-304 15,-4-6-288-15,3 0-24 0,-3-7-108 16,0 0-316-16,-4 4-96 0,0-4-144 16,-4 1-28-16,-1 5-197 0,-2-2-463 0,-10 5-892 15,2 1-884-15,-9 3-1617 0,-1 0-347 16,-3 0 585-16</inkml:trace>
  <inkml:trace contextRef="#ctx0" brushRef="#br0" timeOffset="28006.054">17483 4210 4672 0,'0'0'3096'0,"0"0"-376"0,0 0-587 16,-32 69-373-16,23-39-464 0,9 1-240 0,-3 4-372 15,3 3-136-15,3 0 80 0,1 3 172 16,9-2-64-16,-5-2-188 0,4-4-232 16,0-8-316-16,3-6-240 0,2-7-420 0,3-9-60 15,3-6-68 1,5-12-152-16,-4-4-972 0,16-29-3085 0</inkml:trace>
  <inkml:trace contextRef="#ctx0" brushRef="#br0" timeOffset="28231.568">18028 3565 9488 0,'0'0'2629'0,"0"0"-865"16,0 0-72-16,-4 70-12 16,17-32-268-16,-5 6-420 0,7 7-172 0,-2 4-28 15,6 8-51-15,-3 7 11 0,-4 3 0 16,0 10-220-16,0 1-160 0,-8 4-216 15,-4 3-156-15,0-2-180 0,0 0-108 0,0-4-148 16,-4-2-108-16,0-10-256 0,-4-10-317 16,8-11-251-16,-4-12-612 0,4-14-1124 0,-3 0-2885 15</inkml:trace>
  <inkml:trace contextRef="#ctx0" brushRef="#br0" timeOffset="28896.018">19117 3664 7564 0,'0'0'4721'16,"0"0"-2341"-16,0 0-804 0,0 0-452 0,0 0 136 15,-4 99-300-15,-1-49-176 16,5 14-236-16,0 5-172 0,9 4-108 15,-6-3-24-15,5 0 25 0,-4-6 7 16,0-1-192-16,0-3 0 0,-4-3-84 0,0-6-48 0,0-3-100 16,0-8-168-16,0-4-265 0,4-7-103 15,0-7-156-15,8-9-400 16,0-4-980-16,0-6-1804 0,8-6-1785 0</inkml:trace>
  <inkml:trace contextRef="#ctx0" brushRef="#br0" timeOffset="29158.554">19798 3664 9352 0,'0'0'3929'16,"0"0"-2657"-16,0 0-652 0,0 0 244 15,0 0 476-15,0 0-336 0,0 0-292 0,-8 78-196 16,3-36-148-16,1 3 48 15,4 3 108-15,0-1-36 0,0 4-160 16,0 0-39-16,0 0-117 0,0 0-124 0,0-4-48 16,-4 1-120-16,4-7-233 0,-3-3 25 0,3-6-124 15,0-5-84-15,0-6-12 0,0-9-92 16,7-5-344-16,2-7-404 0,6-7-208 16,-7-3-788-16,9-18-3249 0</inkml:trace>
  <inkml:trace contextRef="#ctx0" brushRef="#br0" timeOffset="29318.92">19882 3956 13389 0,'0'0'2088'0,"0"0"-1268"0,0 0-644 16,0 0 892-16,0 0 368 0,0 0-40 0,0 0-448 16,83 60-520-16,-63-57-235 0,8-3-21 15,0-3-56-15,0-10-116 0,4-2-364 0,3-10-233 16,1-4-315-1,0-7-388-15,-4 2-804 0,-8 5-2516 0,0-10-3197 16</inkml:trace>
  <inkml:trace contextRef="#ctx0" brushRef="#br0" timeOffset="29513.502">20240 3594 8916 0,'0'0'2621'0,"0"0"-1609"0,0 0-268 15,0 0 512-15,0 0 104 0,-12 83-44 0,12-46-216 16,4 5-188-16,4 5-80 15,-1 4 60-15,2 4-248 0,-1-1-219 16,-1 2-169-16,-3 2-148 0,0-5-108 16,1-1-96-16,-5-5-352 0,4-6-185 0,-4-6-63 15,4-6-72-15,0-7-264 0,3-12-600 16,6-10-1312-16,-2 0-2181 0,10-30-2275 16</inkml:trace>
  <inkml:trace contextRef="#ctx0" brushRef="#br0" timeOffset="29767.08">20690 3492 10212 0,'0'0'1637'0,"0"0"-1061"0,0 0 140 16,0 0 796-16,0 0 76 0,0 0-180 0,12 96-392 15,-8-58-316-15,-1 9-88 0,2 3 0 16,3 9-88-16,-8 4-172 15,4 4-220-15,0-1-48 0,-4 4-72 0,0-4-12 16,0-2-4-16,-4-4-152 0,0-3-64 16,4-10-108-16,0-1-48 0,0-11-88 15,0-7-52-15,8-9-196 0,3-3-312 16,2-10-696-16,-2-6-920 0,-2 0-1893 16,3-8-1675-16</inkml:trace>
  <inkml:trace contextRef="#ctx0" brushRef="#br0" timeOffset="29964.183">21145 3963 14969 0,'0'0'2196'15,"0"0"-1412"-15,0 0 140 0,75-10 340 16,-47 3-704-16,0 1-156 0,0 0-212 15,0 0-180-15,0-1-12 0,4 0-268 0,-9-2-548 16,1 2-520-16,0-2-668 0,-12 6-2872 16,-9 3-5501-16</inkml:trace>
  <inkml:trace contextRef="#ctx0" brushRef="#br0" timeOffset="30147.415">21072 4242 1460 0,'0'0'13925'0,"0"0"-12105"16,0 0-1476-16,0 0 364 0,0 0 56 0,80 12 460 16,-52-12-128-16,8-3-535 0,-4-3-353 15,4-7-208-15,-5 0-341 0,-3 1-355 16,0-1-252-16,0 3-564 0,-12 1-2468 0,4 2-4757 16</inkml:trace>
  <inkml:trace contextRef="#ctx0" brushRef="#br0" timeOffset="30717.81">21813 3660 4044 0,'0'0'5836'0,"0"0"-3287"16,0 0-129-16,0 0-412 0,13 89-320 15,-5-42-572-15,-5 14-124 0,5 10-152 16,1 4-219-16,-1 1-209 0,-1 4-100 0,-3-1-80 16,5-3-148-16,-5-2-84 15,0-2-84-15,-1-1-112 16,-3-8-68-16,0-9-100 0,4-6 36 0,-4-16-37 15,4-7-23 1,-4-12-172-16,4-7-332 0,-4-6-696 0,4-6-944 0,-4-7-2317 0,5-19-1847 16</inkml:trace>
  <inkml:trace contextRef="#ctx0" brushRef="#br0" timeOffset="30939.555">21845 3851 9232 0,'0'0'1973'0,"0"0"-1109"0,0 0-48 15,32-76 168-15,-12 57-8 0,8 3-148 16,0 6-284-16,0 3-104 0,4 7-68 0,-4 0-24 16,0 11-52-16,-5 1-48 0,-3 7-24 15,-3 4 48-15,-9 5-64 16,-8 1 76-16,0 5 36 0,-8 1-76 0,-12 4-36 0,-5-4-132 16,1-4-76-16,-4 1-136 0,-4-10-220 15,5-3-84-15,3-6-68 0,0-6-160 16,0-7-412-16,0-7-508 0,9-9-660 15,-2 4-1901-15,9-20-1895 0</inkml:trace>
  <inkml:trace contextRef="#ctx0" brushRef="#br0" timeOffset="31291.127">22395 3391 8384 0,'0'0'3049'15,"0"0"-377"-15,0 0-40 0,0 0-476 0,4 91-576 16,-4-61-436-16,-4-5-279 0,0 1-453 16,0-7-312-16,4-5-100 0,0 0-148 15,0-8-140-15,0 1-88 0,8-7-25 0,0 0 145 16,1 0 48-16,6-10-84 0,5-3-12 16,1-5 72-16,2-5 112 0,-3-2-4 15,0 0 4-15,-4-2 68 0,0 5 52 16,-4 3 12-16,-1 1 100 0,-2 5-16 15,-1 3 4-15,-5 4 72 0,1 3-28 0,-4 3 4 16,4 0-16-16,0 3 16 16,1 6 80-16,-1 4 100 0,0 3 1 0,3 6-37 0,-7 0-24 15,4 4-28-15,-4 2-104 16,0-2-136-16,0-5 0 16,0 5-184-16,0-6-252 0,0 2-245 0,-4-3-279 15,4-1-420-15,-4-5-1396 0,4-3-3269 16</inkml:trace>
  <inkml:trace contextRef="#ctx0" brushRef="#br0" timeOffset="31860.656">23300 3245 3588 0,'0'0'5356'15,"0"0"-3856"-15,0 0-375 0,0 0 319 0,0 0-96 16,72-74-248-16,-57 61-292 0,1 1-136 15,0 3-48-15,0 2-44 0,-8 4-272 16,5-1-308-16,-6 4-4 0,1 0-120 0,0 10 124 16,-3 9 112-16,-2 11 72 0,-3 11-48 15,0 6-84-15,-8 10-44 16,0 4 188-16,-12 2-12 0,4 3 48 0,-8-1-12 0,0-2 40 16,5-6-104-16,-2-7-8 0,10-8 36 15,2-13-40-15,5-7-48 0,4-10-96 16,0-2-160-16,4-4-144 15,9-6-188-15,-2 0-108 0,6-9 108 16,2-1-124-16,1-2 96 0,1 2 96 0,-6 1 136 16,1 9 64-16,-8 0 64 0,4 3 160 15,0 9 300-15,-4 4 332 16,0 7 0-16,0 2 72 0,-4 3-148 0,4 5 32 16,0-2-36-16,-1 4-40 0,-2 3-88 15,3 0-36-15,-4 3-47 0,0 1 71 16,-4-1 88-16,0 7-20 0,0 3-128 15,-4-1-100-15,-4 1-92 0,-1 4 20 16,-2-8-180-16,-1 0 0 0,0-9-84 0,0-3-196 16,1-9-200-16,2-7-176 0,-3-4-509 15,5-9-1043-15,-6-2-4396 0</inkml:trace>
  <inkml:trace contextRef="#ctx0" brushRef="#br0" timeOffset="32019.002">23965 4451 19545 0,'0'0'1672'0,"0"0"-1672"0,0 0-828 16,0 0-300-16,-84-38-1120 0,65 32-724 16,-13 0-4093-16</inkml:trace>
  <inkml:trace contextRef="#ctx0" brushRef="#br0" timeOffset="35014.424">2589 6486 3616 0,'0'0'7288'0,"0"0"-5819"15,0 0-449-15,0 0 236 0,0 0 240 0,0 0-256 16,0 0 8-16,0 0 32 0,0 0-72 0,0 0-347 16,17 29-277-16,2-22-284 0,9-1-68 15,4 0 44-15,7 1-20 16,10-7-28-16,-1 0 4 0,-1-5-100 15,1-3 0-15,0-5-60 0,-4-3-60 0,-4 1-12 16,-1-2 0-16,-3 2-92 0,-8-2-52 16,-4 4-136-16,-4 4-176 0,-4 3-356 15,-8 3-209-15,0 3-487 0,-4 0-680 0,-4 0-904 16,0 0-1625-16,-8 9-647 0</inkml:trace>
  <inkml:trace contextRef="#ctx0" brushRef="#br0" timeOffset="35458.335">2816 6654 3696 0,'0'0'5476'0,"0"0"-4156"0,0 0-455 0,0 0-173 15,0 0 116-15,0 0 376 0,0 0-44 16,0 0 44-16,0 0-400 0,0 0-360 16,-8 10-204-16,8 6-8 0,4 9 60 15,-4 11 160-15,4 1-40 0,1 8-96 0,-1 5-124 0,0 5-64 16,-4-1-108-16,0 2 0 16,0 2-60-16,0-4-24 15,-4 0-40-15,0-6 0 0,-1-4 112 0,5-6-60 16,0-6-64-16,0-7-24 0,0-9-84 15,0-6-16-15,0-8-396 16,0-2-300-16,9-2-452 0,-5-8-976 0,3 0-765 0,-7-15-1851 16</inkml:trace>
  <inkml:trace contextRef="#ctx0" brushRef="#br0" timeOffset="35652.589">2848 7019 1472 0,'0'0'9813'0,"0"0"-7333"16,0 0-1188-16,0 0-748 0,0 0 184 15,0 0 668-15,0 0-296 0,0 0-280 16,0 0-352-16,0 0-116 0,0 0 16 0,72-12-128 16,-44 9-156-16,-5-4-80 0,5 1-8 15,4-3-4-15,-4-4-128 0,4 0-240 16,-4-2-432-16,4-2-236 0,-8 4-316 0,0 1-880 16,-12 5-2157-16,0 1-2315 0</inkml:trace>
  <inkml:trace contextRef="#ctx0" brushRef="#br0" timeOffset="35912.399">3433 6972 4364 0,'0'0'548'15,"0"0"4772"-15,0 0-4327 0,0 0-353 16,0 0 384-16,13 82 224 0,-9-62 168 15,0 2-224-15,0 4-172 0,-1-1-168 16,-3 3-296-16,0 4-188 0,0-1-208 16,0 2-160-16,0-8 0 0,0-6-76 0,0-6-108 15,5-7-72-15,-5-4-28 0,4-2-220 0,-4 0-88 16,8-8-68-16,-4-5 12 16,3-6-44-16,2-13-520 0,-5 10-1488 15,-4-26-3057-15</inkml:trace>
  <inkml:trace contextRef="#ctx0" brushRef="#br0" timeOffset="36084.679">3418 6648 14513 0,'0'0'2504'0,"0"0"-1288"0,0 0-540 0,0 0 380 0,0 0 52 15,0 0-460-15,0 0-335 0,0 0-313 0,0 0 0 16,0 0-84-16,64-13-133 15,-44 7-343-15,3 3-528 0,1 3-444 16,-7 0-1472-16,-2 9-4381 0</inkml:trace>
  <inkml:trace contextRef="#ctx0" brushRef="#br0" timeOffset="36358.531">3820 6931 6504 0,'0'0'7241'0,"0"0"-5557"15,0 0-852-15,0 0 16 0,0 0 452 16,0 0-180-16,0 0-288 0,44 79-444 16,-35-60-192-16,-2 4-124 0,1-4-24 0,4 2-36 15,-4 2-4-15,-4 3-4 0,0-8-4 16,4 1-12-16,-8-3 12 0,0-3 0 16,4-7 8-16,-4-2 136 0,0-2 0 15,0-2 16-15,0 0-4 16,0 0-56-16,0 0-100 0,0 0-104 15,0-6 44-15,0-3-36 0,4-4-48 0,0-6-112 16,4-3-88-16,3-4 52 0,2-6 24 16,6 4-136-16,2-4-344 0,3 4-288 0,4-4-604 15,-13 13-1152-15,17-12-2797 0</inkml:trace>
  <inkml:trace contextRef="#ctx0" brushRef="#br0" timeOffset="36706.761">4462 6741 12509 0,'0'0'2904'0,"0"0"-1544"16,0 0-416-16,0 0 412 0,0 0-460 15,0 0-260-15,-64 76-296 16,44-48-144-16,-4 0-76 0,5-2-76 16,2 3-44-16,6-7-84 0,-2 0 12 15,5-6 12-15,1-4-4 0,7-2-68 0,0-3-16 16,0 0 28-16,0-2-236 0,11 1 160 15,6 4 156-15,-2-3 40 0,5 0 8 0,5 1-8 16,-6-1 4-16,1-1 0 0,-4 0 4 0,-4 0 44 16,0 5 44-16,-4-3 52 15,0 3 96-15,-4-2 72 0,0 3 24 0,-4 1 12 16,0 3-83-16,-8 0-73 0,0 3-52 16,-4-2-36-16,0-3-48 0,-4 0-60 15,4-5-168-15,1-3-221 16,-6-6-195-16,6 0-184 0,2-13-308 0,-3-12-68 15,9-10-372-15,3 7-888 0,0-39-3865 16</inkml:trace>
  <inkml:trace contextRef="#ctx0" brushRef="#br0" timeOffset="36913.996">4904 6375 4364 0,'0'0'7801'0,"0"0"-6141"0,0 0-672 16,12 89 344-16,-12-48 304 0,-8 7-8 15,0 6-356-15,0 3-516 0,1 7-259 16,-6-1-145-16,9 5-156 0,0-3-172 0,4-4-24 16,0-8-124-16,0-7 16 0,8-13-24 15,5-7-148-15,-2-10 95 0,1-9 5 16,0-1 96-16,0-6-100 0,0 0-328 0,0-9-208 16,0-7-224-16,-9-3-736 15,2 2-1068-15,-5-5-3049 0</inkml:trace>
  <inkml:trace contextRef="#ctx0" brushRef="#br0" timeOffset="37055.617">4653 6931 13449 0,'0'0'2528'0,"0"0"-1636"0,0 0-432 16,0 0 184-16,0 0 512 0,108-39 204 0,-64 20-384 16,8-6-331-16,-1-4-185 0,5 1-364 0,-8 0-96 15,-1-4-232-15,2 6-276 16,-10 5-637-16,1-2-567 0,-12 10-2316 15,3 4-3905-15</inkml:trace>
  <inkml:trace contextRef="#ctx0" brushRef="#br0" timeOffset="37789.804">6610 6484 8340 0,'0'0'4513'0,"0"0"-2797"15,0 0-632-15,0 0-452 0,0 0 140 16,0 0 320-16,-80 72-280 0,56-43-196 0,-8 3-128 16,8-1-60-16,1 1-48 0,2-7-52 15,10 1-72-15,2-7-172 0,5 0-84 16,4-3-184-16,13-1-56 0,2 2 56 16,9-2 60-16,4 1-44 0,4-3 44 0,4-1-32 15,-4-1 20-15,-4-6 132 0,0 2-92 16,-4 0 52-16,-9-1 40 0,-2 0 8 0,-6 1 68 15,-3 2 84-15,0 3 52 16,-4 4 48-16,0 0-96 0,-4 3-88 16,-7 4-68-16,-6-5-4 0,2 6-132 0,-2-6-64 15,-3 1-36-15,5-4 60 0,-6 2-12 16,6-9-72-16,2 3-100 16,2-11-36-16,-2 0-160 0,2 0-564 15,3-13-260-15,4-4-740 0,0 3-1837 16,4-22-1975-16</inkml:trace>
  <inkml:trace contextRef="#ctx0" brushRef="#br0" timeOffset="38422.268">7028 6829 1880 0,'0'0'12009'16,"0"0"-9597"-16,0 0-1292 16,0 0-488-16,0 0 404 0,-20 86 128 0,20-48-140 0,-5 0-415 15,5-3-269-15,0-2-172 0,0-12-156 16,9-2-12-16,-1-9-240 15,3-4 8-15,2-4 15 0,2-2 93 0,2-6-68 16,2-2 128-16,1-9-176 0,1-2 56 16,-6 1-72-16,2-5 132 0,-6 4 52 0,2 3-36 15,-2 0-4-15,1 7 4 0,-3 2-16 16,-2 4-48-16,5 3 40 16,-5 3 132-16,6 13 60 0,2 3 284 15,-2 11-100-15,-1 5-64 0,4 2-176 0,-8 8 96 0,-1 2 20 16,1 3-8-1,-3 1 32-15,-5 3 40 0,0 3 12 16,-13 0-16-16,-2 4-108 0,-1-4 64 0,-9-6-3 16,6-3 3-16,-1-7-40 15,5-13-12-15,-2-5 24 0,6-14 4 0,-2-9 24 0,1-3-136 16,-4-13-424-16,1-15-41 0,2-11 53 16,-2-9 36-16,7-12-196 0,-1-7-348 15,9-5-408-15,-4-8-832 16,4-6-840-16,0 22-2297 0,4-41-2334 15</inkml:trace>
  <inkml:trace contextRef="#ctx0" brushRef="#br0" timeOffset="38613.865">7557 6286 9440 0,'0'0'4257'0,"0"0"-3165"0,0 0-60 0,0 0 172 16,0 0 296-16,69 86-140 0,-65-48-392 0,0 11-288 15,3 1 13 1,-3 7 59-16,0 3-148 0,1 0-232 15,-1 1-116-15,0-1-148 0,-4-6-108 16,3 0-192-16,-3-6-352 0,0-7-220 0,4-7-8 16,0-8-141-16,4-6-347 0,4-12-744 15,4-8-812-15,-4-3-432 0,16-22-3237 0</inkml:trace>
  <inkml:trace contextRef="#ctx0" brushRef="#br0" timeOffset="39172.384">7980 6896 12645 0,'0'0'2940'15,"0"0"-1596"-15,0 0-696 16,0 86-104-16,0-61 676 0,0-3 4 0,0-9-336 0,0-3-512 16,0-10-131-16,4 0-5 15,8-7-168-15,4-6 4 0,4-9-76 0,-1-10-52 16,5-3-468-16,1-2-113 0,-5 1 97 0,-5 1 84 16,2 7 160-16,-6 3-88 0,-3 6 36 15,-4 3 76-15,-4 3 216 16,0 7 52-16,-8 2 124 0,-3 4 344 15,-6 10-128-15,2 9 64 0,-2 6-160 16,-2 14-24-16,3-2-60 0,-5 8 108 16,6-3-24-16,3-5-64 0,4-5-180 0,8-10-364 15,0-5-292-15,0-7 32 0,8-10 48 16,12-5 304-16,0-14 272 0,8-6-96 16,4-10-312-16,0-4-136 0,-1 2 64 0,1-1 144 15,0 3 248-15,-8 6 88 0,-1 7 284 16,-6 10 116-16,-2 2 92 15,-2 7 40-15,-6 3-40 0,6 6 168 16,-9 10 96-16,4 3-148 0,-5 7-192 0,5 2-99 16,1 0-65-16,-5 2 88 0,0-5 264 15,-1-3-156-15,5-9-208 0,0-1-152 16,1-9 32-16,6-3-120 0,1 0 0 0,4-6-12 16,4-7-72-16,-4-5 0 15,8 1-28-15,-4-1-32 16,-5 4-24-16,6 8-76 0,-5 6-20 0,-5 6 132 15,-2 13 44-15,-2 6 16 0,-3 8 72 16,-4 2 40-16,5-1 24 0,-5 2 8 0,-1-7 60 16,9-8-124-16,1-9 4 0,2-7 60 15,5-5 120-15,3-13-96 0,10-9-96 16,3-10-112-16,0-7-20 0,3-2 0 16,-3-3-12-16,1 0-28 0,-2-3-204 0,-3-2-193 15,0 2-367-15,0 1-1048 0,-13 13-2236 16,9-3-1849-16</inkml:trace>
  <inkml:trace contextRef="#ctx0" brushRef="#br0" timeOffset="39658.665">10020 6722 2980 0,'0'0'480'15,"0"0"2516"1,0 0 1328-16,0 0-2219 0,0 0-553 15,0 0-212-15,0 0-88 0,0 0 444 16,76 28-188-16,-25-9-348 0,14 0-323 0,6-3-365 16,0-10-180-16,6-3-196 0,-6-6-96 15,1-10-84-15,4-9-100 0,-5-10-104 0,1-6-16 16,-4-3-305-16,-4-4-167 0,-8 1-632 16,-9 0-1312-16,-15 12-2988 15,-8-8-4849-15</inkml:trace>
  <inkml:trace contextRef="#ctx0" brushRef="#br0" timeOffset="39838.756">10577 6400 6400 0,'0'0'5365'16,"-15"77"-3677"-16,11-30-344 0,-4 14 344 0,4 13 0 16,-4 3-224-16,0 0-484 0,4-4-444 0,0-9-536 15,4-14-356-15,8-12-400 0,12-12-28 16,4-16-64-16,3-10 144 15,14-15 304-15,-1-18-372 0,3-8-912 16,5-10-516-16,-8-6-1649 0,-4 12-611 0</inkml:trace>
  <inkml:trace contextRef="#ctx0" brushRef="#br0" timeOffset="40290.984">11136 5950 4120 0,'0'0'5460'15,"0"0"-3279"-15,0 0-813 0,0 0-336 16,0 0 104-16,0 0 496 0,0 0-280 15,27 72-528-15,-22-10-248 0,-5 10-24 16,0 11 316-16,0 2-55 0,-13 4-169 0,2-3-304 16,-2 0-112-16,2-4-228 0,-1-13-132 15,0-8-304-15,8-13 0 0,0-16 168 0,4-10 83 16,0-10 5-16,8-8-172 0,4-4-16 16,7-9 136-1,5-8 112-15,4-8 116 0,4-10-44 0,0 0-88 16,-4-3 88-16,-4 4 40 0,-4 8-40 15,0 7 44-15,-12 9 4 0,0 10 124 16,-4 3 268-16,-4 13 412 0,4 3-183 0,0 7-209 16,-4 6-244-16,0-1-36 0,0-2-60 15,0 2 52-15,0-5 8 0,0-7-12 16,4-3-120-16,0-3 0 0,3-7-72 0,-2-4 68 16,7-2 4-16,-1 0 96 0,6-12-24 15,3-1 12-15,3-9-72 0,5-3-12 16,-4-1-64-16,4-2-8 15,-4 0-24-15,4 2-24 0,-8 4-48 16,-4 10 44-16,-5 5-20 0,-3 3 36 0,1 4 108 16,-5 6 248-16,0 8 80 0,3-2-64 15,-7 8-200-15,4-5-60 0,-4 1-4 16,4 0 0-16,1-3-100 0,-1-7-200 0,0 0-380 16,7-3-353-16,2-3-247 0,2 0-1132 15,-7-6-1980-15,12-7-1617 16</inkml:trace>
  <inkml:trace contextRef="#ctx0" brushRef="#br0" timeOffset="40672.37">11997 6684 10756 0,'0'0'4629'15,"0"0"-2961"-15,0 0-784 0,0 0 40 16,0 0 228-16,23 82 92 0,-23-60-199 0,0 0-317 16,0 0-160-16,0-6-72 0,0 0-196 15,0-3-300-15,4-6-24 16,4-2-132-16,0-2-24 0,8-3-28 0,0-3-56 15,8-2 44-15,4-12 16 0,0 2-48 16,4-5 20-16,-4-2-12 0,4 3 40 16,-5 0 32-16,-3 6 28 0,-4 4 59 0,-4 2 13 15,-4 7-64-15,-8 0 136 16,0 4 24-16,-4 5 465 0,0 7-177 0,0 3-104 16,-8 0-64-16,0 3 16 0,0-2-4 15,4-5 0-15,0-5-72 0,4-1-84 16,0-3-72-16,4-6-8 15,8 4 80-15,4-4 72 0,4-4-64 0,8-4-8 16,4-9-84-16,4 2-96 0,-1-2-64 0,1 5 28 16,0-1 44-16,-1 3-32 15,-3 4 68-15,1 6 16 0,-10 0-1 0,5 3 9 16,-8 7 112-16,-4 2 12 0,-4 4 88 16,0 1 69-16,1 1-69 0,-2 4-100 0,-3 1-293 15,4-2-327-15,0 6-664 0,-4-12-1452 16,8 11-3304-16</inkml:trace>
  <inkml:trace contextRef="#ctx0" brushRef="#br0" timeOffset="42139.292">2844 7878 6868 0,'0'0'2116'0,"-87"15"-784"16,50-5 113-16,-2-2 371 0,-1 3-260 0,5-5-84 15,11 2-204-15,3-3-464 16,14-3-364-16,-1-2-228 0,8 4-40 15,0-4-4-15,0 0-168 0,0 0 0 0,4 0-84 16,7 0 84-16,10 0 120 0,6 0 112 16,9 0 36-16,8 3-36 0,4 0-36 15,4 4-52-15,3-1-92 0,9-3-48 16,-1 3-4-16,10-6-88 0,2 0-92 0,9 0 44 16,8-6 136-16,-1 0-4 15,9-4-80-15,-1-2 32 0,5-1 48 16,-1 0-4-16,5 1-76 0,0 2 76 0,0 0 8 0,-1 5 84 15,1-2-32-15,-1 4 20 0,1-1-28 16,-1 4-44-16,1 0 0 0,-1 0-4 16,1 0-4-16,-1 4-40 0,5-1-100 15,-5-3 64-15,9 0 20 0,-4 0-8 16,3 0-12-16,5-3 72 0,3-4 12 0,1 0 0 16,-1-2 84-1,4 2-36-15,-3-2-48 0,-1 4-120 16,1-2 116-16,-1 3-4 0,-3 1 4 0,0 3 0 15,-1 0 4-15,-3 0 0 0,4 0 0 16,-9 0 68-16,5 3-68 0,-4 1 0 16,-2-4-60-16,2 0 52 0,4 0-8 0,-1-4 12 15,5-2-4-15,3-4 8 16,1 4-12-16,-5-3 4 0,5 2 8 16,-8 1 0-16,3 0-44 0,-3 3 44 15,-5-4-4-15,-3 1 4 0,3 2 12 16,-3 2 0-16,-1-3 32 0,1 5-44 0,-1-2 0 15,1-1 12-15,3-3 28 0,-3 3-40 16,4-4-64-16,-1 0 56 0,1 2-40 0,4-2-12 16,-5 0 56-16,5-2-52 0,0 3 56 15,3-4 48-15,-4 0-44 0,-3 5 60 16,0-6-64-16,-5 2-72 0,-4 4 64 0,-2-2 8 16,-6 3-4-16,-3 1-4 0,3 0-44 15,-3 0 48 1,-4 3-56-16,0 0 60 0,-5 0 4 0,0 3 44 0,-7 0-40 15,0 4-8-15,-5 0 0 16,-3-5 0-16,0 4 0 0,-9-2 52 16,6 3 44-16,-5-5 40 0,-5 2-52 0,5-1-12 15,-4-3-20-15,-1 0-44 0,1 0 0 16,-1 0 4-16,1 0-12 0,-4-3 4 0,-3-1 0 16,2 4-4-16,-7 0 4 0,0 0 56 15,-5 0 52-15,2 0-4 16,-6 0 16-16,-3 0-40 0,0 0-36 15,0 0-40-15,-4 0 0 0,-4 0-8 16,-5 0 4-16,-6 0 0 0,-1 0-4 0,-5 0-8 16,-7 0 8-16,0 0 88 0,0 0 44 15,0 0-96-15,-7 0-36 0,-5 0-464 16,-8 0-316-16,3 0-216 0,-2-2-164 0,-1-3-328 16,8 3-1140-16,4-10-3921 0</inkml:trace>
  <inkml:trace contextRef="#ctx0" brushRef="#br0" timeOffset="43527.539">14570 6782 8280 0,'0'0'3101'16,"0"0"-1165"-16,0 0-628 0,0 0-200 15,0 0-104-15,0 0-44 0,0 0-144 0,0 0-216 16,0 0-144-16,0 0-152 0,0 0-84 16,16-4-72-16,0 8 84 0,4-1-36 0,8 0 12 15,8-3 0-15,7 3-28 0,5-3 4 16,5 0-52-16,2 0-12 0,8-3-32 16,1 0-3-16,4-4-1 0,0 4-48 0,-4-3-28 15,-5 0-8-15,-6 2 8 0,-2 1-8 16,-3 0-40-16,-8 0 28 15,-5 3-72-15,-7-3-49 0,-4 3 33 16,-8 0-56-16,-4 0-52 0,-4 0-36 0,-4 0-60 16,-4 0-12-16,0 0-64 0,0 0-184 15,0 0-172-15,0 0-28 0,-4 0-56 16,-4 0-144-16,4 6-672 0,-8-3-1056 0,4 0-2197 16,-3 1-1467-16</inkml:trace>
  <inkml:trace contextRef="#ctx0" brushRef="#br0" timeOffset="44011.138">14638 6966 7840 0,'0'0'2628'0,"0"0"-751"0,0 0-573 0,0 0 276 16,0 0-8-16,0 0-280 0,0 0-344 15,0 0-348-15,0 0-232 0,0 0-184 16,0 0-60-16,8-13-124 0,15 13 60 0,9-3 148 16,9 3 180-16,6 0 100 0,5 0-172 15,4 0-123-15,0 3-33 16,-1 0 20-16,5 0 28 0,-4 1-88 15,8-1-120-15,-5-3 0 0,1 0 48 0,4-7 8 16,0-2-56-16,-8 0-60 16,-1-4 56-16,-7 0-80 0,-8 4-160 0,-4-5-192 15,-8 2-305-15,-9 2-111 0,-2 1-168 16,-10 0-296-16,-7 2-620 0,0 4-1008 16,-15-7-3281-16</inkml:trace>
  <inkml:trace contextRef="#ctx0" brushRef="#br0" timeOffset="44356.809">15307 6366 6412 0,'0'0'3012'0,"0"0"-1215"15,0 0-465-15,0 0 464 0,0 0-256 16,0 0-76-16,0 0-340 0,103 53-324 0,-75-33-248 15,8 0-100-15,1 1-184 0,-2 4-24 16,1-2-12-16,0 2-36 0,-4 3-76 16,-4 1-32-16,-4 0 56 15,-9 2-8-15,2 2-88 0,-13 0 36 16,-4 6-23-16,0-1-61 0,-12 3 0 0,-8 1 12 16,-8 3-12-16,0-1-56 0,-8 3-53 0,0-2 45 15,1 2-68-15,-6-5 0 16,5-1-28-16,8-10 16 0,0 2 32 15,5-12-44-15,7-2 20 0,4-6-96 16,0-1-256-16,4-5-136 0,4-3-128 0,4-1-184 16,-4-3-496-16,4 0-1172 15,0-9-3397-15</inkml:trace>
  <inkml:trace contextRef="#ctx0" brushRef="#br0" timeOffset="45289.515">17483 6315 9324 0,'0'0'4053'0,"0"0"-2645"0,0 0-464 16,0 0-112-16,0 0 372 0,0 0-92 15,0 0-204-15,0 0-200 16,0 0-196-16,0 0-96 0,0-23-152 15,0 23-128-15,0 6-124 0,8 5-8 16,3 8 217-16,6 9 91 0,-2 13 16 16,5 7-184-16,-3 6 16 0,-6 6-40 0,1 7-36 0,-3 3-84 15,2 0 0-15,1-1-60 0,-4-5 0 0,8 0 0 32,0-14 0-32,4-4 0 0,0-9 56 0,0-5 4 15,-1-7 8-15,2-6-4 0,-6-3 0 0,2-7 4 16,-6 1 4-16,2-7-8 15,-6 0 44-15,-3-3-36 0,4 0-8 0,1 0 56 16,-2-9 24-16,5-4 12 0,4-6-24 16,0-6-32-16,0-7-40 0,0-6-60 15,4-4 52-15,-5-5-40 0,2 2 48 0,-2-2 4 16,2-1 8-16,-1 0 48 16,-1 1-60-16,2-1-8 0,-2-3-4 0,5 4 12 15,5-4 0-15,-6 0-8 16,9 0 8-16,-4 1 0 0,4-1-8 0,-4 7-100 15,3 2-12-15,-3 10-12 0,-3 7 56 16,-6 6 68-16,-2 6 4 0,-6 4 0 0,1 6 0 16,-8 0 0-16,0 3 0 0,0 0 0 15,0 0-8-15,0 0-144 0,0 0-268 16,0 0-61-16,0 0-99 0,-4 0-136 0,-4 0-236 16,-4 3-520-16,-7 3-1184 0,2-3-2469 15,-19 10-3139-15</inkml:trace>
  <inkml:trace contextRef="#ctx0" brushRef="#br0" timeOffset="45488.814">17666 6543 4364 0,'0'0'6016'16,"0"0"-3803"-16,0 0-849 0,0 0-76 15,0 0 172-15,0 0 28 0,0 0-60 0,92-7-316 16,-60 2-308-16,4-2-219 0,-1 0-185 15,1 1-100-15,-4-2-144 0,3 1-156 16,-3-3-124-16,5 4-68 0,-5-4-28 16,0 1-252-16,-1 2-365 0,1 5-311 15,0-2-524-15,-13 1-1500 0,6 3-4153 0</inkml:trace>
  <inkml:trace contextRef="#ctx0" brushRef="#br0" timeOffset="47838.916">19446 6422 5184 0,'0'0'68'15,"0"0"412"-15,0 0 3548 16,0 0-2531-16,0 0-21 0,0 0-200 15,0 0 24-15,0 0-80 0,0 0-160 0,0 0-220 0,0-3-224 16,0 3-124-16,5 10-164 16,-5 13 100-16,4 5 172 0,0 9-28 0,0 12-256 15,-4 7-87-15,0 2-45 0,0 5-100 16,0-2-12-16,0 5-24 0,0 0-48 16,-8 2-56-16,-4-1-28 0,4-4-12 15,0-3 0-15,0-12-28 0,4-4-33 16,0-15-75-16,4-3-144 15,0-14-16-15,0-2-120 0,0-7-100 0,0-3-172 16,4 0-364-16,4-7-348 0,4-9-204 0,-4 1-1004 16,8-21-3189-16</inkml:trace>
  <inkml:trace contextRef="#ctx0" brushRef="#br0" timeOffset="48150.104">19502 6459 8644 0,'0'0'2004'0,"0"0"-1115"16,0 0-105-16,0 0 200 0,0 0-108 0,0 0-232 15,0 0-188-15,0 0-80 0,88-46 0 0,-64 50-84 16,1 5-16-16,-6 0-28 16,1 8-48-16,0 1-136 15,-4 1 24-15,-9 3-28 0,6 1 4 0,-13 2 20 0,0 1 228 0,-4-1-100 16,-5 4-140-1,-2-1 16-15,-6-3-76 0,2 0 0 16,-1-1 36-16,0-6-36 0,0-2-12 0,-3-3-160 16,-2-4-64-16,6 1-84 0,-5-7-164 15,3-3 48-15,2 0-80 0,-6 0-48 16,6-10-356-16,-1 1-312 0,0-4-392 0,4-2-297 16,0 5-747-16,4-2-1524 0</inkml:trace>
  <inkml:trace contextRef="#ctx0" brushRef="#br0" timeOffset="48657.922">20718 6397 10468 0,'0'0'2925'16,"0"0"-1493"-16,0 0-412 0,0 0 384 0,0 0-192 16,0 0-732-16,0 0-172 0,0 0-300 15,-84 20-8-15,52-5-4 16,1 5-144-16,-9 1 28 0,-1 2 120 15,2 3 0-15,-4-1 48 0,-2 0 8 0,2 3-56 16,-6 1-48-16,10-4 48 0,-6 5 4 16,10-3-4-16,-1-2-72 0,12-5-24 15,5-1 96-15,6-6 0 0,5-1-48 0,8-5-88 16,0 3-88-16,0-4 164 0,8 3 60 16,5 1 116-16,2 0 92 15,5-3 0-15,1-2 64 0,2 1 12 16,1 4 44-16,0-1-60 0,0 1-8 0,4 0-56 15,-5-2-44-15,5 3-12 0,-4-3-4 16,4 3-84-16,-3 1-60 0,-1-2 0 16,-5-4-48-16,-3 4-36 0,0-4 24 15,-9-3-4-15,2 0-56 0,-1 0 12 16,-8-3-100-16,0 0-136 0,0 4-168 0,0-4-348 16,0 0-392-16,0 0-976 15,-4 3-2661-15,-4-3-4659 0</inkml:trace>
  <inkml:trace contextRef="#ctx0" brushRef="#br0" timeOffset="50072.857">21905 6273 6232 0,'0'0'1532'15,"0"0"-712"-15,0 0-396 0,0 0 108 16,0 0-40-16,0 0 192 15,0 0 1169-15,0 0-61 0,-19-66-704 16,10 59-348-16,-6 4-212 0,-2 0-128 16,2 0-200-16,-9 3 32 0,-4 3 4 0,-4 10-36 15,-4 2-88-15,-3 8-28 0,-10 9-20 16,2 6 32-16,-5 6 68 0,0 7 8 16,1 6 84-16,2 4 112 0,6 2-256 0,-1 5-52 15,8 1-8 1,8-6-4-16,4 0 36 0,5-6 356 0,6-2 100 0,9-11-308 15,4-9-28-15,4-3-92 16,12-3 20-16,4-4-44 0,8-6 32 0,3-3-36 16,5-7 0-16,9-2 40 0,-2-7-63 15,5-7 35-15,-1-5-96 0,6-8-12 0,-5-1-84 16,-1-9-25-16,-2 5-111 16,-6-4-132-16,-7 1-4 0,-4 3-20 0,-8-1-40 0,-8 3-12 15,-5 2-100 1,-3-2-176-16,-4 4-560 0,-11-2-748 15,-10 1-696-15,10 7-1761 0,-29-6-2587 16</inkml:trace>
  <inkml:trace contextRef="#ctx0" brushRef="#br0" timeOffset="50235.143">21371 6832 10136 0,'0'0'4333'0,"0"0"-3537"0,0 0-332 0,0 0 0 0,0 0 452 15,84 32 0-15,-56-32-112 16,4 0-204-16,0-5-244 0,4-9-196 15,-1 1-160-15,1-2-104 0,-4 2-276 16,-4-6-416-16,-4 3-256 0,0 0-292 16,-8 4-536-16,-4-1-672 0,-8 7-1357 15,-4-5-359-15</inkml:trace>
  <inkml:trace contextRef="#ctx0" brushRef="#br0" timeOffset="50364.704">21706 6741 2996 0,'0'0'5132'15,"0"0"-2868"-15,0 0-447 0,0 0-477 0,-39 85-236 0,30-52-20 16,5 0-204-1,-4 6-132-15,5-1-192 0,3 3-120 16,-4 1-44-16,-5-2-156 0,5 2-128 0,0-4-108 16,0-6-256-16,4-1-288 0,0-5-484 0,0-7-588 15,4-3-1056-15,4-4-3809 0</inkml:trace>
  <inkml:trace contextRef="#ctx0" brushRef="#br0" timeOffset="51841.347">23280 6766 5624 0,'0'0'7449'16,"0"0"-5505"-16,0 0-840 0,0 0-488 16,0 0-104-16,0 0-92 0,0 0 236 0,0 0 84 15,0 0-236-15,0 0-188 0,4 0-44 16,-8 3-28-16,-8 6-36 0,-4 1-208 16,-8 6-8-16,-4 3-116 0,5 0 4 0,-1-2 44 15,3-3 64-15,10-3-48 16,7-9 48-16,-1 1-136 0,5-3-24 15,0 3-48-15,9 1-72 0,6-1 280 0,2 4 12 16,2 2 4-16,1 0 44 16,4-2-48-16,-8 3 0 0,4-4 0 0,-8 3-4 15,0 1 0-15,-4 2 4 0,-4-2 60 16,-1 6 88-16,-3-3 48 0,0 2-36 0,0 2-156 16,-7-5-4-16,3 4 4 0,-4-7 68 15,0 1-60-15,0 0-12 0,0-7-180 0,4-1 24 16,-8-2-152-16,4 0-48 15,0-2-136-15,1-4-152 16,-2-8-248-16,1 2-436 0,0-4-532 0,5 7-1225 16,3-11-2231-16</inkml:trace>
  <inkml:trace contextRef="#ctx0" brushRef="#br0" timeOffset="52080.588">23754 6924 9940 0,'0'0'4869'0,"0"0"-3885"0,0 0-636 16,0 0-16-16,0 0 140 0,0 0-36 0,0 0 48 16,-51 70-136-16,34-47-228 0,9-2-120 15,1 0-36-15,2-3-160 16,1-3-40-16,4-1-48 0,0-9-340 15,13 1-152-15,-2-6-128 0,6-2-360 16,2-14-496-16,1 3-2325 0,8-21-2691 0</inkml:trace>
  <inkml:trace contextRef="#ctx0" brushRef="#br0" timeOffset="52303.431">24204 6435 13149 0,'0'0'2120'0,"0"0"-1176"0,0 0-504 15,0 0 108-15,0 0 404 0,-32 80 48 0,21-39-96 16,-2 7-160-16,6 7-208 16,-1 1-156-16,3 1-199 0,1 0-109 0,0-6-72 15,4 0-12-15,0-10-109 0,4-6-231 16,5-7 72-16,-1-4 24 0,-1-12 136 16,1-3-100-16,1-5-184 0,-2-4-160 0,1 0-112 15,-4-13-284-15,5-4-936 16,-9 1-1964-16,0-12-2381 0</inkml:trace>
  <inkml:trace contextRef="#ctx0" brushRef="#br0" timeOffset="52430.688">24001 6673 12177 0,'0'0'2436'16,"0"0"-1116"-16,0 0-452 0,0 0-184 16,0 0-360-16,0 0 108 0,0 0 392 15,80 13-124-15,-41-10-408 16,6 0-292-16,-2-3-108 0,9 0-492 0,-8 0-696 15,-5 0-696-15,9 0-3553 0</inkml:trace>
  <inkml:trace contextRef="#ctx0" brushRef="#br0" timeOffset="52597.094">24687 7071 3572 0,'0'0'10825'0,"0"0"-9009"0,0 0-1552 0,0 0 24 15,0 0-104-15,0 0-184 0,0 0-72 16,0 0-1236-16,11 65-780 0,-7-60-2413 0,0-3-4247 16</inkml:trace>
  <inkml:trace contextRef="#ctx0" brushRef="#br0" timeOffset="52864.323">26077 7077 3332 0,'0'0'0'15</inkml:trace>
  <inkml:trace contextRef="#ctx0" brushRef="#br0" timeOffset="53172.191">25630 6629 12985 0,'0'0'1628'0,"0"0"-696"16,0 0-316-16,0 0 124 0,0 0 192 0,0 0 44 15,-19 82-252-15,19-34-200 16,0 10-132-16,4 5 24 0,-4 7 8 0,0 4-96 16,0-2-192-16,-9 4-52 0,1-6-84 15,-3-6-80-15,-2-4-44 0,6-13 76 16,-1-8-48-16,8-11-76 0,0-9-32 0,0-7-140 16,0-5-120-16,4-3-280 0,7-4-128 15,-2-7-328-15,6-9-552 0,2-9-524 16,-2 3-2893-16,2-23-1807 0</inkml:trace>
  <inkml:trace contextRef="#ctx0" brushRef="#br0" timeOffset="53443.522">25714 6522 12465 0,'0'0'1428'16,"0"0"-592"-16,0 0-468 0,0 0 84 0,0 0 668 15,80-26 36-15,-53 22-344 0,5 4-304 16,1 7-152-16,-1 3-52 0,0 3-60 15,-4 6-60-15,-1-1-180 16,-7 4-4-16,-4 1-8 0,-8 2-40 0,-4 5-40 16,-4-3-20-16,-8 4 36 0,-12 2 72 15,-4-1-4-15,-4 3-84 0,-4-4 84 16,0 1-68-16,-4-3 24 0,1-4 32 16,7-6 16-16,4-6-72 0,4-4-308 15,0-6-296-15,9-3-204 0,-2 0-112 0,1-9-76 16,0-7-308-16,4-3-768 15,4 2-861-15,-3-11-2323 0</inkml:trace>
  <inkml:trace contextRef="#ctx0" brushRef="#br0" timeOffset="55372.715">27153 6722 2540 0,'0'0'8064'16,"0"0"-6147"0,0 0-681-16,0 0-612 0,0 0 232 0,0 0 256 0,0 0-16 15,0 0-220-15,0 0-136 16,0 66-152-16,-9-35-72 0,5 4-112 15,-3 0 32-15,3-2-156 0,-4-8-120 16,8-6-112-16,-5-7-48 0,5-5-108 0,0-4-88 16,0-3-168-16,0 0-320 0,0 0-136 15,5-3-204-15,-1-10-316 0,0-6-756 16,0 2-692-16,3-16-3345 0</inkml:trace>
  <inkml:trace contextRef="#ctx0" brushRef="#br0" timeOffset="55521.585">27153 6369 9972 0,'0'0'1729'0,"0"0"-1141"0,0 0-496 0,0 0 72 16,0 0-164-16,88 57-88 0,-56-48-412 16,-1 1-941-16,-7-3-839 0,20-5-2960 15</inkml:trace>
  <inkml:trace contextRef="#ctx0" brushRef="#br0" timeOffset="55790.932">27599 6594 10484 0,'0'0'1789'15,"0"0"-1277"-15,0 0 36 0,-100 65 684 0,72-47 128 16,0-3-156-16,4 2-548 0,13-4-448 16,3-7-208-16,4 2-148 0,4-1 112 15,8 0 36-15,3 6 96 0,10-4 4 16,3 4 12-16,8-1-104 0,-1 1 56 0,1 3-64 15,0 0-84-15,0-4-16 0,-4 4-24 16,-9-2 0-16,1 1 64 16,-8-3-4-16,-3 1 60 0,-5 4-32 0,-4-5 36 15,0 1 136-15,-13 3 88 0,1-4-100 16,-8 4-124-16,1 0-52 16,-5-4-60-16,0 2-184 0,-4-2-364 0,4-2-140 0,-3-7-196 15,2 0-484-15,5-3-1248 16,-12 0-3069-16</inkml:trace>
  <inkml:trace contextRef="#ctx0" brushRef="#br0" timeOffset="56420.372">28511 6686 10092 0,'0'0'1457'0,"0"0"-445"15,0 0-500-15,-3 96 12 0,-14-49 188 16,6 4 144-16,-10 10-64 0,1 2-112 0,1 0-56 16,-1-2-164-16,-1-1-88 0,2 1-212 15,6-11-104-15,-2-2-56 0,7-10-84 16,4-6-116-16,0-7 40 0,4-10-24 0,0-1-176 16,0-7-352-16,8-7-4 0,0 0-28 0,4 0-356 15,0-14-1288-15,0 4-713 0,8-12-2351 16</inkml:trace>
  <inkml:trace contextRef="#ctx0" brushRef="#br0" timeOffset="56671.267">28579 6782 7776 0,'0'0'1700'16,"0"0"-900"-16,0 0-448 0,0 0 33 15,0 0 555-15,0 0 148 0,0 0-32 0,0 0-220 16,0 0-384-16,88-7-188 15,-77 17-64-15,6-1-36 16,-10 1-12-16,1-4-144 0,1 3-8 16,-5 1-8-16,-4-1-220 0,0 1-36 0,0 1 16 0,-9 0 44 15,-3 3-96-15,-4-6 8 16,-3 3-88-16,-5-3 76 0,0-2-40 0,-4-1-164 16,4-3-80-16,0-2 60 0,4 0-216 0,5 0-561 15,2 0-1119-15,5-9-1556 16</inkml:trace>
  <inkml:trace contextRef="#ctx0" brushRef="#br0" timeOffset="56881.257">28838 6763 10784 0,'0'0'2057'0,"0"0"-1473"16,0 0 460-16,0 0 796 0,0 0-496 15,0 0-280-15,0 0-204 16,0 0-384-16,87 0-232 0,-59-4-104 0,0-2-140 0,0-4-172 16,0 3-376-16,4-1-276 15,0 2-124-15,-4-5-396 0,-4 5-748 0,-5 4-1877 16,2-2-2483-16</inkml:trace>
  <inkml:trace contextRef="#ctx0" brushRef="#br0" timeOffset="57263.295">29698 6499 1436 0,'0'0'1328'0,"0"0"-1328"0,0 0-2528 0</inkml:trace>
  <inkml:trace contextRef="#ctx0" brushRef="#br0" timeOffset="58146.785">29698 6499 116 0,'0'0'1412'16,"0"0"-372"-16,4-15-124 0,-4 15 176 0,0 0 328 15,0 0 116-15,0 0-252 0,0 0-276 16,0 0-272-16,0 0-219 0,0 0-105 16,0 0-40-16,0 0 16 0,0 0 32 0,0 0 92 15,0 0 36-15,0 0-16 16,0 0-36-16,0 0-20 0,0 0-20 0,0 0-32 0,0 0-8 16,0 0-40-16,0 0-40 15,0 0-28-15,0 0-32 0,0 0-80 16,0 0-72-16,0 0-48 15,0 0-68-15,0 0 4 0,0 0 0 0,0 0 48 16,0 0-48-16,0 0 64 0,0 0-16 0,0 0 4 16,0 0 20-16,-4 0 28 0,0 0-112 15,1 2 0-15,-1-2-100 0,0 0-196 16,-4 0 64-16,3 3 44 16,1-3 76-16,4 3 16 15,-3-3-4-15,3 0 88 0,0 0 12 0,0 0 184 16,0 0-48-16,0 0-48 0,0 0 0 0,0 0 8 15,0 0 40-15,0 0-12 0,0 0-12 16,0 0-12-16,0 0-40 0,0 0-52 0,0 0-4 16,0 0-4-16,0 0-12 15,0 0-76-15,0 0 16 0,0 0 8 0,0 0 56 16,0 0 8-16,0 0 0 16,0 0 0-16,0 0 0 0,0 0 0 0,-4 4 12 0,0-1-12 15,-4 1 0-15,-1 2-84 16,-2 2 76-16,-1-1-56 0,0 3 56 15,0-3-40-15,4-1 44 0,4 0-4 0,0-3 0 16,0 0 0-16,0-3-4 16,4 0-100-16,0 4 0 0,0-4 12 0,0 0-8 15,0 0-32-15,0 3-32 0,0 0 172 0,0 3 24 16,0 0 64-16,0 1-84 16,0-4 0-16,0 0 4 0,0 0-4 0,0 0 4 15,0-3 44-15,0 0 20 16,0 0-20-16,4 0-40 0,0 0 112 15,4 0 148-15,4 0-124 0,0 0-140 16,0-3-8-16,0 0-64 0,-5 3 4 16,2-3 8-16,-1 0-32 0,0 3-28 0,-5 0 12 15,-3 0-12-15,4 0 40 0,-4 0 20 16,0 0 40-16,0 0 0 0,0 0 12 16,0 0 44-16,0 0 4 0,0 0 64 15,0 0-100-15,0 0-12 0,0 0-36 0,0 0-76 16,0 0-24-16,0 0-76 15,5 0-36-15,-1 3 224 0,0 3 24 0,4 4 84 16,-5-4-84-16,5 3-24 0,-3 4 24 16,3-3 52-16,-4 4-52 0,3-3 0 15,1-1 4-15,-3 6 0 0,2-3 0 0,-3 0-4 16,4-1-4-16,-4 1-60 0,1-1 60 16,-5-2-44-16,0-1 48 0,0 1 0 15,0-1 0-15,-9 1-20 0,1 0 20 16,-3-4 76-16,-2 3-76 15,-2 4-100-15,-2-6 0 0,-2 0 12 16,-1-2 28-16,3 1-16 0,-2-6 76 0,7 0 4 16,-4 0-4-16,8 0-112 0,0-9-288 0,0 0-368 15,4-5-52 1,4-1-144-16,4-4-388 0,4 0-837 0,4 3-2099 0,8-10-1547 16</inkml:trace>
  <inkml:trace contextRef="#ctx0" brushRef="#br0" timeOffset="58567.172">30025 6492 8884 0,'0'0'2109'0,"0"0"-1249"0,0 0-296 16,0 0 584-16,0 0 512 0,-16 89-224 0,8-60-332 16,-3 0-496-16,3-4-252 0,-1 0-172 15,5-5-96-15,4-7-88 0,0-4-112 0,4-4 112 16,9 0 96-16,-2-3-84 0,13-2-12 16,1-2-160-16,-2-8-136 15,5-6-100-15,4 0-60 0,-4 1 68 16,-4-8-84-16,4 4-140 0,-4-1 32 0,-5 5-76 15,1-1 112-15,-4 0-100 0,-8 4 96 16,0-1 380-16,0 4 168 0,-4 2 180 16,-4 4 152-16,0 3 240 0,0 0-28 0,0 10-140 15,-4-1-52-15,-4 7 36 0,-3-1-48 0,2 4-60 16,1 0-8-16,0-3 28 16,1-3-156-16,2-2-144 0,5-9-136 15,0 1-112-15,0-3 60 0,5 0-160 0,6 0 128 0,1-10-432 16,4-5-648-1,-4 2-1744-15,12-16-4165 0</inkml:trace>
  <inkml:trace contextRef="#ctx0" brushRef="#br0" timeOffset="58955.681">30543 6105 6216 0,'0'0'6337'0,"0"0"-5253"0,0 0-712 0,0 0 224 15,0 0 748-15,-35 80 36 0,30-52-72 16,-3 7-384-16,1 1-348 0,3 2-124 0,-4-1-52 16,-1-2-156-16,2 3-244 0,-1-3-4 15,-5 1-68-15,2-5 0 16,7-6-40-16,-4 1-96 0,8-7 28 0,0-4-16 0,0-2-148 16,4 0 16-16,4-6-28 0,8 2 60 15,0-3-12 1,0-3 200-16,3 4 56 0,1 2-60 0,1 1-36 15,-6-1 88-15,2 3-64 0,-2 2 120 16,1 2 0-16,0-4-108 0,-8 4 100 16,4-3 4-16,-4-1 8 0,-4 1 88 0,0-3 8 15,-1-1 116-15,-3-3-16 16,0-2-60-16,0-1-24 0,0-3-4 0,0 3 4 0,-3-3 20 16,-5 0-132-16,-4 0-4 15,0 0-96-15,-4 0-48 0,-4-6 76 0,5-7-136 16,-6 1-76-16,5-8-112 0,0-2-312 0,4-3-264 15,-3-3-452 1,11-2-596-16,-4 8-1249 0,8-9-2767 0</inkml:trace>
  <inkml:trace contextRef="#ctx0" brushRef="#br0" timeOffset="59472.621">31025 6594 12297 0,'0'0'2180'0,"0"0"-1736"16,0 0-384-16,-75 16 396 0,39-4 512 0,0 1 240 15,0 6-156-15,0 4-244 0,0 3-280 16,8 2-124-16,0 4-40 0,13-7-204 16,-2-3-40-16,10 0-32 0,3-6-88 0,4-3-64 15,0-4 16-15,8-2-72 0,4 0-40 16,4-5 4-16,0-2 44 0,11 0-144 15,-3-9-24-15,8-1-40 0,-4-3-60 16,0 1-48-16,-4-1 68 0,4 3 40 16,-13 1 24-16,6 3 172 0,-10 2-12 15,2 4 60-15,-5 0-12 0,-1 0 88 0,-3 7 160 16,1 3 148-16,-1 2 28 0,-4 7-140 0,0 0 100 16,0 3-100-16,0 6 76 0,0 2-52 15,-4-2-136 1,-1 4 112-16,1-1-132 0,0 2-56 0,4-1 0 15,-3 1-4-15,-1 3 36 16,0 2-40-16,0 1-8 0,-5 1-40 0,2 2 44 16,-5-1-44-16,-4 4 32 0,4-5-56 0,-4 2-12 15,0 2 8-15,0-5-96 0,0-4-12 16,0 0-36-16,4-9-40 0,5-8 64 16,-2-3 84-16,5-1 40 0,0-8 72 15,0-3-12-15,4-1-272 16,0-2-64-16,0 0 12 0,0-2-12 0,0-4-52 15,0-7-156-15,0-3-96 0,0-9-320 0,0-4-376 16,0-9-1029-16,4 9-1907 0,8-31-1432 16</inkml:trace>
  <inkml:trace contextRef="#ctx0" brushRef="#br0" timeOffset="59855.365">31395 6778 7112 0,'0'0'1620'16,"0"0"-920"-16,0 0-52 0,0 0 513 0,0 0 123 15,0 0-240-15,0 0-392 0,0 0-364 16,-7 74-60-16,3-62 76 15,0 8-28-15,0-5-24 0,0 3-36 0,0 1 8 16,0 4 168-16,0-4 108 0,0 7-4 16,-4-4-148-16,0 6-76 0,0 2-88 15,-4 1 4-15,1 1-52 0,-2 3-40 0,-2-4-32 16,-2 1-52-16,2 0-12 0,-5-1-12 16,3-5 4-16,2 3-216 0,3-10-108 15,3-1-40-15,2-5 48 16,3-2 40-16,4-9-16 0,0 1-36 15,0-3-104-15,0 0-76 0,4 0 76 16,0-5-104-16,8-9 88 0,0-2 112 0,8-6-176 16,-1-9-1016-16,-2 7-1189 0,11-22-2191 15</inkml:trace>
  <inkml:trace contextRef="#ctx0" brushRef="#br0" timeOffset="60069.314">31472 6747 5500 0,'0'0'2004'0,"0"0"-1068"16,24-74-224-16,-16 53-220 0,-1 4 284 0,1 4 449 15,1 8-49-15,-2 5-512 16,1 0-152-16,0 9 184 0,0 4 312 0,0 7-228 16,0-2-480-16,-4 8 0 0,1-1-228 15,-5 0 64-15,0 0-72 0,-5 1-64 0,-3-7-8 0,-4 3 4 16,-4-3-4-16,1-3-128 16,-6 3-76-16,1-7-28 0,1-1 16 15,2-5-64-15,6-6-140 0,-2 0-128 0,6-4-224 16,3-5-632-16,4-7-1029 15,0 3-1811-15,11-9-2111 0</inkml:trace>
  <inkml:trace contextRef="#ctx0" brushRef="#br0" timeOffset="60389.658">32009 6661 12765 0,'0'0'2852'0,"0"0"-1596"15,0 0-424-15,-32 75 476 0,17-48-132 16,-2-5-384-16,10 0-452 0,-5-10-336 16,8 1-4-16,4-3-48 0,0-4-24 15,8 0 0-15,7-1-160 0,2-3 24 0,7-2-12 16,3 0-208-16,6-9 12 16,-1-1 36-16,-1-6 0 0,-4 0-16 0,1-3 4 15,-3 3 68-15,-9 0 152 16,-4 0 168-16,-5-3 4 0,-3 4 116 0,-4-2 20 15,0-2 60-15,-8 7 164 0,1-1 72 16,-1 7 8-16,-5-1 88 0,2 7-320 16,-6 0-208-16,2 0-12 0,-5 7-24 0,4 3 24 15,4-3 12-15,-4 1-184 0,9-2-48 16,-2 5-544-16,1-3-372 0,1-1-1700 0,3 3-4561 16</inkml:trace>
  <inkml:trace contextRef="#ctx0" brushRef="#br0" timeOffset="60561.722">32293 6788 11701 0,'0'0'4856'0,"0"0"-3540"0,75 6-536 0,-43-6 372 15,4-3-320-15,3-3-152 0,2-7 101 16,2 0-357-16,-2-3-424 0,2-3-196 0,0 0-397 16,-2 0-271-16,-9-3-28 0,0 3-348 15,-13 0-880-15,1 0-1852 0,-8 3-1289 16,-7-9-2122-16</inkml:trace>
  <inkml:trace contextRef="#ctx0" brushRef="#br0" timeOffset="60789.688">32703 6426 4500 0,'0'0'4700'0,"0"0"-3328"0,0 0-367 0,0 0 391 16,-52 77 444-16,40-49 48 0,4 4-188 16,4 5-408-16,-4 2-364 0,8 2-260 0,-4 3-107 15,4 1-245-15,-4-1-88 0,4 2-56 16,-4 1-164-16,0 0 0 0,1 0-8 15,-2 5-12-15,-3-5-60 0,0-3-40 16,1 1 4-16,-2-7-108 16,1 0 44-16,1-6-37 0,-1-4-43 0,3-5-40 15,-3-4-40-15,1-3-32 0,3-10 8 16,4 0-72-16,0-6-60 0,0 0-116 16,0 0-112-16,4-6-140 0,11-10-212 0,5-9-1140 15,0 6-1673-15,24-32-1563 0</inkml:trace>
  <inkml:trace contextRef="#ctx0" brushRef="#br0" timeOffset="61063.43">33496 6470 11537 0,'0'0'2404'0,"0"0"-1608"0,0 0-240 0,0 0 172 16,0 0 624-16,0 0-264 0,0 0-472 0,0 0-184 15,0 0-188-15,-104 93 48 0,64-56 124 16,-8 15 268-1,5-1-164-15,-6 5-227 0,6 2-133 16,3-5-76-16,8 1 60 0,12-6 112 0,9-7 36 16,7-2 176-16,4-7-140 0,4-5-136 15,3 3-68-15,9-8-28 0,0-3-36 0,4-7 0 16,0 4-60-16,4-7-44 0,4-2-40 16,0-7-88-16,4 0-44 0,-4-2-88 15,4-12-128-15,-1-2-200 0,-3-3-133 0,-5-3-343 16,-2-7-904-1,-5 8-2536-15,-8-15-3037 0</inkml:trace>
  <inkml:trace contextRef="#ctx0" brushRef="#br0" timeOffset="61313.818">33285 6991 13657 0,'0'0'3816'0,"0"0"-2952"0,0 0 172 0,0 0 88 16,0 0 265-16,0 0-33 0,0 0-644 15,0 0-444-15,95 6-268 16,-67-12-396-16,-4-3-340 0,-4-1-88 0,0 1-61 15,-9 2-287-15,2 1-532 0,-9 3-636 16,-4 3-516-16,0 0-125 0,0 6 301 16,-9 4 2680-16,1 2 1076 0,1 4 760 0,-1 3 17 15,-5 3-17-15,6 5-236 0,-1-2-244 0,-5 2-316 16,2 9-156-16,-1-1-84 16,-4 0-300-16,4 0-172 15,-4-1-204-15,1 2-124 0,-6-5-4 0,6-2-484 0,-5 2-392 16,-1-6-388-16,6-2-1040 15,-5 2-3301-15</inkml:trace>
  <inkml:trace contextRef="#ctx0" brushRef="#br0" timeOffset="66856.95">16275 8963 10696 0,'0'0'3149'0,"0"0"-965"0,0 0-784 15,0 0 60-15,0 0-564 0,112-22 80 0,-64 19-596 16,7-1-344-16,5 4-36 15,4 0-48-15,0-3-64 0,-5 0-56 16,1 0-76-16,-8-1-540 0,-8 1 112 16,0-3-464-16,-12-3-684 0,-8-1-1088 15,-9-9-2777-15</inkml:trace>
  <inkml:trace contextRef="#ctx0" brushRef="#br0" timeOffset="67112.984">16654 8525 980 0,'0'0'6020'0,"0"0"-3804"15,0 0-47-15,-12 99-309 0,12-52-136 0,0 10-112 16,3 6-244-16,2 10-272 0,3 10-444 16,-4 6-188-16,0 3-172 15,0-3-208-15,4-3-84 0,-4-20-36 0,8-15 36 0,-5-16 0 16,2-14-200-16,7-7-80 0,0-11 24 0,3-3 108 15,5-10-344 1,4-9-72-16,4-13-128 0,0-8-300 16,4-12-656-16,-4-8-1096 0,-4-3-2377 0,-4 12-1131 15</inkml:trace>
  <inkml:trace contextRef="#ctx0" brushRef="#br0" timeOffset="67488.157">17223 7928 1408 0,'0'0'4412'0,"0"0"416"0,0 0-2747 0,0 0-529 16,25 101-112-16,-18-50-100 0,-3 16-36 15,5 10-52-15,-5 14-248 0,0 11-212 16,-4 15-223-16,-4 11-169 0,-9 4-204 0,2 2-40 16,-5-7-84-16,0-13 172 0,-1-15 228 15,10-23-148-15,-1-19-92 0,4-22-144 16,4-14-88-16,0-10-156 15,4-8-52-15,4-6 40 0,12-14 164 16,12-5 4-16,0-15-120 0,3-11-76 16,5-6-140-16,-12 0-148 0,0 3 72 0,-12 7-41 15,0 12 89-15,-4 10 108 0,-8 9 88 16,0 7-4-16,0 6 172 16,3 0 108-16,-3 3 452 0,9 9 233 0,-2 1-261 0,2 3-216 15,-1 0-16-15,-5 3-56 16,6 0-64-16,-5 0-72 0,-1 0-24 0,-3 1-28 15,5-8-56-15,-5 3-48 0,3-2-96 16,-3-3-60-16,0-1-64 16,0-2-300-16,0 2-389 0,1-5-787 0,-2-1-2068 15,5-3-748-15,0-7-1293 0</inkml:trace>
  <inkml:trace contextRef="#ctx0" brushRef="#br0" timeOffset="67788.721">17766 9163 1644 0,'0'0'5884'16,"0"0"-987"-16,0 0-2845 0,0 0-148 15,84 41-104-15,-65-32-384 0,1 2-144 0,4-6-287 16,-1-5-233-16,2 0-196 0,6-5-192 16,-3-12-196-16,4-5-168 0,0-6-156 15,0-4-208-15,-8-3-156 0,0 0-100 16,-8 0 27-16,0 7 57 0,-8 5 132 16,-8 4 284-16,0 7 72 0,-8 2 48 0,-8 3 132 0,-8 4 88 15,-4 0-180-15,-3 3-32 0,-1 3 20 16,0 10-28-16,-1 9-120 15,6 4 120-15,-1 8 144 16,4 8 212-16,4 6 80 0,4 6 29 0,0 2-129 16,4 2-92-16,0 2-76 0,8-3-56 15,0-9-112-15,4-8-100 0,0-13-200 0,8-8 8 16,0-10-24-16,12-6-169 0,0-3 153 16,8-6-164-16,4-10-216 15,0-9-316-15,0-5-1004 0,3-3-1740 0,-7 8-1013 0,8-17-1703 16</inkml:trace>
  <inkml:trace contextRef="#ctx0" brushRef="#br0" timeOffset="68074.089">18284 9255 9248 0,'0'0'4337'0,"0"0"-2757"0,0 0-244 0,4 85-44 15,-8-50-240-15,0-3 212 0,-1 0-156 16,1-3-279-16,4-4-225 0,-4-9-204 16,4-7-232-16,0-2-108 0,4-4-60 0,5-3-136 15,6-10-8-15,2-2 48 0,6-11-76 16,1-3-204-16,0-5-60 0,0-1-97 15,-1 4-67-15,2 2 152 0,-1 7 152 16,-4 7 152-16,-1 2-28 16,-2 10 172-16,-2 0 244 0,-2 4 208 15,-2 5 120-15,6 4-120 0,-6 2-160 0,1 5-135 0,-4 2-85 16,0 3 52-16,0 0-28 16,-4 0-36-16,0 5-12 0,0-5 12 15,-4 0-52-15,0 1-8 0,0-7-52 0,0 0-104 16,0-7-148-1,0-1-425-15,8-9-371 0,4-2-704 0,-5-2-2280 0,18-18-2461 16</inkml:trace>
  <inkml:trace contextRef="#ctx0" brushRef="#br0" timeOffset="68556.358">19570 8645 13013 0,'0'0'4952'16,"0"0"-3292"-16,0 0-1036 0,0 0 12 0,0 0 128 16,0 0 365-16,0 0-113 0,0 0-364 15,13 76-240-15,7-50-112 0,-1-4 60 0,9-3-132 16,0-3-104-1,0-3-116-15,0-4 52 0,8-6-56 16,-4 0-4-16,7-3-44 0,2 0-20 0,2-8-44 16,0 1-48-16,2-3-48 0,-2 0-12 15,2 1-72-15,-6 3 8 0,-3-1-44 16,-4 1-64-16,-8 3 112 0,-9 0 68 0,2 3 76 16,-10 0 72-16,-3 6-24 0,5 4 44 15,-9 2 40-15,4 7 84 0,-4 7-24 16,0 2 24-16,0 4-24 15,-4 6 4-15,-5 3-52 0,2 8 72 0,3 1-72 16,-4 7 48-16,-1 4-48 0,2 2 0 0,-5 3 48 16,-1-2-12-16,6 0-36 15,-5-7 60-15,3-10-72 0,6-6-4 16,-1-11-56-16,0-11 56 0,4-11-44 0,0-4 40 0,0-4-208 16,0 0-124-16,4-9-252 15,-4-5-393-15,4-5-403 0,-4-2-812 16,0 1-916-16,-8-12-2537 15</inkml:trace>
  <inkml:trace contextRef="#ctx0" brushRef="#br0" timeOffset="68739.951">19670 9338 8672 0,'0'0'7417'0,"0"0"-5981"0,0 0-1064 0,0 0 60 15,0 0 272-15,0 0 276 0,0 0 156 0,124 6-127 16,-73-12-405-1,5-4-300-15,0 0-208 0,-8-2-96 0,-1-1-60 16,-7 3-24-16,-8 1-280 16,-4 3-316-16,-8 2-245 0,-8 4-195 0,-9 0-528 0,-3 4-1412 15,-3 11-3125-15</inkml:trace>
  <inkml:trace contextRef="#ctx0" brushRef="#br0" timeOffset="68896.589">19798 9664 14733 0,'0'0'2588'16,"0"0"-1500"-16,0 0 68 0,0 0-216 16,0 0-148-16,0 0 425 0,0 0-349 0,91 19-408 0,-43-26-180 15,4-5-268-15,0-3-12 0,-1-5-376 16,-3 4-264-16,-4-3-412 0,0 4-569 16,-16 2-2635-16,8-3-5337 0</inkml:trace>
  <inkml:trace contextRef="#ctx0" brushRef="#br0" timeOffset="71957.289">1394 7503 2488 0,'0'0'1604'0,"0"0"912"16,0 0-284-16,0 0-756 0,0 0-367 0,0 0-81 16,0 0 80-16,0 0-180 0,0 0-96 15,-51-4-228-15,42 4-112 0,1 7-104 16,0-2-128-16,-4 6 4 0,0 3 20 0,-3 3 112 15,2 8 100-15,-7 1-152 16,5 6-100-16,-6 3-8 16,2 5-92-16,-1 9-68 0,0 1-28 0,4 11-36 15,4 2 76-15,4 7-88 0,4 2-16 16,4 12 16-16,12 1 0 0,4 1 0 16,8 0-4-16,0-4-56 0,3-9 48 15,-3-7-220-15,4-14-40 0,-3-11 176 16,2-9-52-16,-2-13-136 0,3-7-72 15,-1-5-624-15,4-7-224 0,1-10-396 16,-8-2-1272-16,4-20-3417 0</inkml:trace>
  <inkml:trace contextRef="#ctx0" brushRef="#br0" timeOffset="72224.528">1697 8083 5428 0,'0'0'272'0,"0"0"3908"0,0 0-3131 16,-12 77-161-16,12-40 276 0,0 4-20 16,0 4-108-16,0 6-104 0,0 6-204 15,4 3 20-15,4 7-80 0,-4 9-164 16,3 6-284-16,-2 8-84 0,-5 1-60 0,4 8-76 16,-4 2-12-16,0 5-148 15,0-1-52 1,-4-7-20-16,-1-7 132 0,1-11-60 0,1-16-208 15,3-14 268-15,0-14-88 0,0-11-60 0,0-12-60 16,7-10-368-16,-2-3-432 0,3-16-244 0,3-6 116 0,-7 0-1633 16,5-33-1967-16</inkml:trace>
  <inkml:trace contextRef="#ctx0" brushRef="#br0" timeOffset="72463.359">1669 8499 8536 0,'0'0'4449'0,"0"0"-3773"0,0 0-384 16,0 0 380-16,28-70 460 0,-21 58-112 16,6 2-200-16,-1 4-152 0,0 2-224 15,7 4-160-15,-2 0-124 0,6 7-16 0,-3 6-68 16,4 6 60-16,-3 7 32 0,-6 2-116 16,1 10-44-16,-8 6 40 0,-4 4-48 0,-4 6-48 15,-8 3-16-15,-4-6 16 0,0-1-72 16,-4-6-128-16,0-5-220 0,0-10-220 15,4-7-328-15,-4-9-264 0,8-10-260 0,1-3-1232 16,-5-13-3365 0</inkml:trace>
  <inkml:trace contextRef="#ctx0" brushRef="#br0" timeOffset="72724.666">2020 8438 3404 0,'0'0'7260'0,"0"0"-6395"0,0 0-545 15,0 0 436-15,75 13 76 0,-55-2 80 16,-8 1-104-16,4 7-76 0,-4 3-28 0,0 4-292 16,-4 5-224-16,-4 4-116 0,-4 3 4 15,0 0 24-15,0-6-100 0,-4-3 60 0,-1-7 88 16,2-9 76-16,-1-4 108 16,4-6 372-16,0-3 204 15,0 0-284-15,0-3-124 0,0-6-292 0,0-7-208 0,4-6-172 16,-1-7-24-16,6-7-8 15,-1-2-52-15,8-3-368 0,-4 4-248 16,8-1-252-16,-1 6-588 0,-2 4-944 0,2 2-2289 16,-2 7-1771-16,3-7 6456 0</inkml:trace>
  <inkml:trace contextRef="#ctx0" brushRef="#br0" timeOffset="73004.616">2434 8462 3436 0,'0'0'6716'15,"0"0"-2515"-15,0 69-3377 16,0-40-236-16,-4-1 732 0,4 4 152 0,0-7-208 0,0-6-188 15,0-7-288 1,0-1-287-16,0-8-209 0,8-3-124 0,-1 0-108 16,6 0-60-16,2-3-120 15,2-4-136-15,-2-5-60 0,6-7-1 0,-5-1-47 0,3-2-36 16,-6 0-16-16,-5 3 16 0,-1 3-16 16,-3 4 48-16,-4 2 156 0,0 0 68 15,-4 4 144-15,-11 0 108 16,-2-1 88-16,2 1 52 0,-9 3 20 15,7 0 100-15,-2 3-52 0,7 0-72 16,-4 0-220-16,7 6-24 0,-2 4-120 0,3-1-124 0,4 4-64 16,-1-4-120-16,5 7 24 15,0-3-184-15,0 3-552 0,9-4-1164 16,-1 1-2029-16,8-4-2451 0</inkml:trace>
  <inkml:trace contextRef="#ctx0" brushRef="#br0" timeOffset="73284.478">2793 8624 11009 0,'0'0'2904'16,"0"0"-1992"-16,0 0-444 0,0 0 604 0,0 0 764 15,28 75-420-15,-24-68-476 0,0-5-512 0,-1-2-172 16,1 0-84-16,8 0-172 0,0-2-80 16,4-11-40-16,4 0 12 0,0-10-40 15,-4 2-192-15,4-5-52 0,-8 1 0 16,0 6 12-16,-4 0-12 15,-4 6 148-15,-4 4 20 0,0-1 8 0,-4 1 212 16,-9 2 8-16,-6 1 40 0,-1 3-44 0,-4-4 236 16,0 7 20-16,0 0-136 0,0 0-120 15,0 7-148-15,9 2-48 16,-2 0-28-16,6 5 16 0,-1-5-64 0,3 3-148 0,6 1-452 16,-5-3-900-16,8 3-672 15,-4-7-1833-15,4 0-1571 0</inkml:trace>
  <inkml:trace contextRef="#ctx0" brushRef="#br0" timeOffset="73430.462">2939 8534 6472 0,'0'0'2820'0,"0"0"193"0,0 0-1277 15,97 4-320-15,-70-4 28 0,6 3-252 16,-10-3-304-16,5 0-312 16,-4-3-284-16,0-7-108 0,0-3-96 0,-1-3-88 0,2-7-64 15,-5-2-868-15,-1-6-560 0,-2 5-1024 16,-6-15-4157-16</inkml:trace>
  <inkml:trace contextRef="#ctx0" brushRef="#br0" timeOffset="73697.086">3199 8197 8536 0,'0'0'4689'0,"0"0"-3941"0,0 0-608 16,0 0 240-16,-32 79 568 0,28-49 444 0,4 2-236 15,0 5-368-15,0 5-196 0,8 5-164 16,-4 7-84-16,7 3-88 0,-6 4-112 15,3 2-132-15,-4 7 64 16,-4-1-16-16,4-1 24 0,-4-5 136 0,0 0-12 16,0-5 96-16,0-4 109 0,0-4-265 15,-4-1-140-15,-4-5 4 0,-1-6-8 16,2-3 4-16,-1-13-8 0,-4-3-8 16,4-7-104-16,-4-1-117 0,1-9-27 0,-6-2 0 15,-3 0-156-15,1-16-128 0,-9-2-20 16,0-11-152-16,-4-6-240 15,0-6-476-15,4-1-1004 0,8 7-2449 0,0-12-1751 0</inkml:trace>
  <inkml:trace contextRef="#ctx0" brushRef="#br0" timeOffset="74184.532">4056 8629 4500 0,'0'0'8533'16,"0"0"-6769"-16,0 0-780 16,0 0 320-16,0 0-80 0,0 0-276 0,0 0-248 15,-76 83-152-15,64-48-36 16,4 6-12-16,0-3-123 0,4-2-109 16,0-5-88-16,0-9 4 0,4-9-76 0,0-3-60 0,4-7-48 15,4-3-228-15,0 0 56 16,4-3 100-16,3-14-24 0,6-1-357 15,-1-11 65-15,-1-2-124 0,1-5-172 16,-3 1-100-16,-6 4-28 0,1 5 220 0,-7 4 220 16,-1 3 100-16,-4 2 60 15,-4 5 212-15,-5 3 12 0,-2 2 312 0,-2 7 24 16,5 0 220-16,-3 3 124 0,3 3-388 16,-5 7-168-16,6 4-136 0,-1 2 4 15,-1 0-8-15,2 0 4 0,3 0-208 16,0-3-604-16,0-4-416 0,4 1-1816 15,0-4-3733-15</inkml:trace>
  <inkml:trace contextRef="#ctx0" brushRef="#br0" timeOffset="74330.191">4339 8731 4500 0,'0'0'9465'0,"0"0"-7821"16,103-6-1068-16,-63-1 76 0,8-3 356 0,-9 1-428 0,2-7-224 15,-9-3-220-15,-1-2-136 0,1-2-268 16,-8-6-560-16,3-2-740 0,-6 2-808 15,-10 6-2197-15,-2-9-2651 16</inkml:trace>
  <inkml:trace contextRef="#ctx0" brushRef="#br0" timeOffset="74563.713">4561 8410 9252 0,'0'0'2029'15,"0"0"-1133"-15,-11 77-216 0,11-39 160 0,0 3 328 0,0 3 88 16,4 1-80-1,3 6-272-15,6 6-324 0,-1 0-148 16,3 10-88-16,-2-1-52 0,-6 5 28 0,5 4 44 16,-3-2-44-16,-6-2-128 0,1-5-92 15,-4-3-4-15,0-6-24 0,0-5 4 16,0-8-16-16,0-9-56 0,-7-7-4 0,3-6-56 16,-5-8-20-16,1-9-288 0,1-5-196 15,-1-5-188-15,-9-12-196 0,2-8 316 16,-5-13-576-16,-1-10-432 0,6 7-712 15,-17-35-3605-15</inkml:trace>
  <inkml:trace contextRef="#ctx0" brushRef="#br0" timeOffset="74815.664">5330 8306 10288 0,'0'0'1929'0,"0"0"-1045"16,0 0 384-16,100 91 260 0,-76-52-52 0,0 5 8 15,0 1-248-15,-5 5-416 0,-2-1-360 16,-6 3-144-16,-3 0-143 0,-3 2-41 16,-5 0-44-16,-5-3-88 15,-6 3-124-15,-5-7-265 0,-4 1-231 16,0-1-220-16,-5-2-156 0,-2-4-496 15,0-6-900-15,6-7-1820 0,-14 4-2437 0</inkml:trace>
  <inkml:trace contextRef="#ctx0" brushRef="#br0" timeOffset="75946.414">720 9515 5348 0,'0'0'0'0,"0"0"6921"16,0 0-4389-16,0 0-796 0,0 0-516 15,0 0-120-15,0 0-84 0,0 0-136 0,0 0-232 16,0 0-187-16,97 38-97 0,-58-25 24 16,9 3-24-16,8-4 96 0,7 4-16 15,10 0-8-15,2 4-160 0,5-4-120 16,3 3-156-16,5-1 0 0,7-2-4 15,6 0 0-15,10-3 4 0,12-4 8 16,13 1 80-16,11-7-28 0,13-3 36 16,3 0-84-16,4-3-12 0,1 0-160 0,3-4 48 15,0 4 100-15,0 0-132 16,5 0 72-16,-8 3 72 0,-5 0-156 0,-4 6-96 16,-8-3 56-16,-7 4 16 0,-9-4 36 15,-4 3 72-15,-11-6 72 0,-8 3-4 16,-9-3 4-16,-7 0 0 0,-8 0-68 0,-13 0-32 15,-7 0-56-15,-8-3-12 16,-9 3-52-16,-6 0 40 0,-10 0 48 16,-7 0 56-16,-4 0 64 0,-4 3 4 15,-4 0 8-15,-4 1 0 0,-5-1 4 0,-2 0 0 16,-1-3 0-16,-4 3-4 0,0-3-44 16,0 0-160-16,0 0-101 15,0 0-23-15,0 0-12 0,0 0-76 0,0 0-120 0,-4 0-124 16,-1 0-212-16,-6 0-600 15,-1-3-840-15,0-3-1757 16,-16-4-4923-16</inkml:trace>
  <inkml:trace contextRef="#ctx0" brushRef="#br0" timeOffset="80458.51">21734 9372 2460 0,'0'0'980'15,"0"0"88"-15,0 0 1796 0,0 0-1556 0,0 0-168 16,0 0-144-16,0 0 57 15,0 0-89-15,-4-79 40 16,4 62-64-16,-5 5-136 0,5-3-60 0,-3 2-168 16,-1 1 108-16,-4-2-4 0,0 5-88 15,-4 0-224-15,4-1-160 0,-3 3 12 0,2 4-12 16,-3 0 24-16,-4 3-100 0,4 0-128 16,1 0-8-16,-6 3-52 0,2 7 8 15,2 5-52-15,-2 5 4 0,2 12 44 16,2 2 52-16,3 11 12 0,-1-1 4 0,2 4-16 15,3 0-4 1,0-7-4-16,0-6-64 0,4-10-12 0,0-6 20 16,0-3-44-16,4-7-28 0,0-2 76 15,3-3 60-15,6-4 0 0,-1 0 12 16,4-4 72-16,3-12-84 0,5-6-184 0,-3-3-72 16,2-4-52-16,-3-6 12 0,-3 4 72 0,-2 1 116 15,-2 5 8-15,-6 6 100 16,1 3 72-16,-8 4 52 0,4 9 0 0,-4-1-116 15,0 4 56-15,0 0 84 16,0 0 120-16,0 7-96 16,0 2-96-16,0 10 72 0,4 3 36 0,-4 4-76 15,3 0 4-15,2 2-64 0,-1-6 40 0,4 0 120 16,0-6-88-16,-1-3 28 0,2-4-148 16,3 1 0-16,0-4 4 15,4-2 68-15,-5-2-72 0,6 3-8 0,3-5-88 0,-1 0-28 16,1-5-204-16,1-4-324 0,2-4-272 15,1 1-228-15,4-1-368 16,-4-3-1016-16,-5 7-2761 0,5-10-1999 0</inkml:trace>
  <inkml:trace contextRef="#ctx0" brushRef="#br0" timeOffset="82429.587">23607 8820 4700 0,'0'0'300'0,"0"0"64"16,0 0 2640-16,0 0-728 0,0 0-555 0,0 0-417 16,0 0 28-16,0 0-164 15,0 0-268-15,0 0-180 16,0 0-16-16,4 35 172 0,-4-10-228 0,4 7-160 0,-4 6-208 15,0 4 0-15,4 2-108 16,-4 3 36-16,0 8-64 0,0 1-20 16,-4 7-124-16,0 5-64 0,-5-5-8 0,-2 4-72 15,3-10 32-15,-1-3-44 16,1-10 20-16,5-11 52 0,-1-5-24 0,0-9-28 0,4-6-84 16,0-7-208-16,0-3-172 0,4 0-160 15,0-3-404-15,3-9-648 0,6-4-632 16,-2-4-2473-16,6-10-2179 0</inkml:trace>
  <inkml:trace contextRef="#ctx0" brushRef="#br0" timeOffset="82612.77">23706 9287 7200 0,'0'0'4797'0,"0"0"-3553"0,0 0-836 16,0 0 200-16,0 0 980 0,0 0 4 15,0 0-296-15,0 0-412 0,83 16-408 16,-55-10-84-16,0-3-160 15,0-3-96-15,0 0-136 0,4 0 8 16,0-9-8-16,0-4-84 0,0-3-256 0,-4-3-332 16,3-4-224-16,-3 1-452 0,-7 0-1008 15,-6 6-3121-15,-2-9-4151 0</inkml:trace>
  <inkml:trace contextRef="#ctx0" brushRef="#br0" timeOffset="82846.237">24124 8915 9400 0,'0'0'4109'16,"0"0"-3185"-16,0 0-468 0,0 0 136 0,0 0 392 15,0 0-76-15,0 0-188 0,0 0-80 0,0 73-24 16,9-37-64-16,-5 4-124 16,3 8-200-16,-7 3-56 0,0 10-100 0,0-2-64 0,0 8-8 15,-7 0-84 1,-2-3-48-16,1-5-40 0,1-5-24 15,3-9-48-15,0-8-208 0,4-7-188 0,0-5-188 16,0-9-276-16,8-3-124 0,3-10-616 16,-2 0-1165-16,6-9-2519 0</inkml:trace>
  <inkml:trace contextRef="#ctx0" brushRef="#br0" timeOffset="83463.092">25460 8918 4852 0,'0'0'8625'0,"0"0"-6853"0,0 0-1228 0,0 0-220 16,0 0 492-16,0 0 612 16,0 0-680-16,0 0-672 0,0 0-76 0,-109 42-104 15,70-20 104-15,-5 6 68 0,-4 7-60 16,-4-4 80-16,1 9 0 0,-1-6-88 16,-4 1 0-16,9 0 4 0,-2 0 4 0,6-7 88 15,6 1 28-15,9-10-16 0,5-3 4 16,7-3 36-16,4-4-52 15,8-6-24-15,1 0-72 0,3 4-8 16,0-4 8-16,3 6 204 0,5 4-200 16,4 4 132-16,8-2-16 0,4 3 40 0,-1 6-100 15,5-6 100-15,0 1-28 0,0 3 28 16,0-5 12-16,0 1 56 0,-4 1 89 0,0-3-145 16,0-2-100-16,0 1-60 15,-4-3-12-15,4-1-52 0,-9-2-44 0,6 1-16 0,-6-4-93 16,-2 3-75-1,-2-6-184-15,1 4-232 0,-3-4-280 16,-2 0-480-16,-3-3-1184 0,0 3-2565 0,-4-3-4255 16</inkml:trace>
  <inkml:trace contextRef="#ctx0" brushRef="#br0" timeOffset="84013.262">26451 9062 3068 0,'0'0'1904'16,"0"0"580"-16,0 0 808 0,0 0-1431 0,0 0-433 0,4-74-304 15,-8 65 324-15,1-1-292 16,-5 1-68-16,-1 2-132 0,1 4-236 0,1 0-144 15,-6 0-140 1,-2 3-95-16,-5 0-269 0,-5 6-72 0,-3 10-60 16,1 3-13-16,-4 13 73 0,-6 6 12 15,5 10 49-15,4 6 59 0,1 6-68 0,-1 3 32 16,4 1-84-16,8-4 4 0,4-7 40 16,4-4 64-16,8-8 0 0,0-9 16 15,12-4-76-15,4-3 24 0,4-6 60 0,7-2-20 16,1-4 44-1,4-4 24-15,4-6 76 0,0-3 128 0,0 0-152 16,0-10-140-16,0-2-92 0,-1-4-144 16,-7-3-172-16,0-4-96 0,-7 4-192 0,-6-3-24 15,-3 3-117-15,-7 0-179 0,-5 0-472 16,-9 3-1032-16,-7 4-1588 0,0 1-881 0,-16 3-663 16</inkml:trace>
  <inkml:trace contextRef="#ctx0" brushRef="#br0" timeOffset="84292.59">26225 9443 4924 0,'0'0'6685'0,"0"0"-4433"0,0 0-936 16,0 0-600-16,0 0-12 0,0 0 712 16,0 0-84-16,0 0-476 0,87 2-404 0,-59-2-344 15,0 0-108-15,-4 0-240 0,0 0-248 16,0 0-392-16,-5 0-368 0,-2 0-280 16,-2 0-644-16,-2 0-264 0,-2 0-81 0,1 0 13 15,-4 0 1084-15,-4 4 1420 16,0-2 676-16,0 2 1172 0,-4-2 340 15,0 5 29-15,4 0-329 0,-4 3-336 16,4 2-300-16,0 1-208 0,-4 3-144 16,8 2-152-16,-4 5-208 0,-4 2-188 0,4 0-156 15,4 5 48-15,-8-5-12 0,4 3-152 16,-1 1-80-16,6-4-244 0,-5 0-560 16,4-1-360-16,3-3-404 0,2-2-1100 0,-6-7-3045 15,10-1-3115-15</inkml:trace>
  <inkml:trace contextRef="#ctx0" brushRef="#br0" timeOffset="84949.305">28659 9049 12437 0,'0'0'2528'0,"0"0"-1496"16,0 0-716-16,0 0 260 0,0 0 220 16,-104 15-20-16,64 4-368 0,-4 4-188 0,4 2-96 15,-3 4 96-15,7 3-96 16,0 0-28-16,12-5 64 0,4-2-72 0,9-2-36 16,7-7-52-16,-1-3-88 0,5-3-20 0,5 2 48 15,2-2-24 1,5 5 80-16,4-2 8 0,4 0-64 0,4-1 24 15,4 1 28-15,0-3-4 0,0 3-104 16,-4 0 108-16,-5-1-60 0,5-3 68 16,-7 7 16-16,-2-3-16 0,-3 0 132 15,-4-4 4-15,0 4 48 0,-4-3 96 0,0-1-24 16,-4 0-12-16,0 1-24 0,0-1-12 16,-8 4 0-16,-3-3-52 15,-6-1-32-15,2 4-124 0,-6-3 0 0,5-4-208 16,1-4-60-16,2-2-244 0,5 0-88 15,1-2-344-15,3-7-452 0,0-8-628 0,4 5-1924 16,4-17-2009-16</inkml:trace>
  <inkml:trace contextRef="#ctx0" brushRef="#br0" timeOffset="85617.49">28862 9192 1632 0,'0'0'2216'0,"0"0"140"0,0 0-276 16,0 0-408-16,0 0-139 0,0 0-85 0,0 0 80 15,0 0-180-15,0 0-208 16,0 0-196-16,0 12-300 0,0 4-140 16,-4 9 108-16,4 6 148 0,-4 8-164 15,0 6-60-15,4-4 109 0,-4 1-77 16,4-4-240-16,0-7-160 0,0-3-168 16,4-5-12-16,4-7-144 0,3-7 24 0,6 2 20 15,3-11-140-15,3 0-208 16,5-7-41-16,0-6 77 0,0-3-112 0,0-7-220 15,-4 5-56-15,0-5-88 0,-4-2 220 16,-4 2 136-16,0 4 168 16,-4 0 376-16,-4 0 24 0,-4 4 176 0,0-4 88 0,-4-1 232 15,0 5-72-15,-4-4-128 16,0 3 100-16,-4 6-52 0,8 1 12 0,-5 6-48 16,5 3-100-16,0 0 72 0,0 3-84 15,0 2-128-15,0 9-88 0,0 2 128 16,0 6-60-16,0 3-20 0,-4-3-52 0,4 4-4 15,-3-1-68-15,3-6-88 16,0 4-44-16,0-8-92 0,0 1-264 16,0-3-140-16,7-7-152 0,6-2-240 15,-2-4-1092-15,2 0-772 0,10-7-2525 0</inkml:trace>
  <inkml:trace contextRef="#ctx0" brushRef="#br0" timeOffset="85863.136">29610 9207 10768 0,'0'0'2133'0,"0"0"-1101"0,0 0 144 0,0 0-96 16,0 0-28-16,0 0-172 0,-86 67-164 16,65-32-4-16,1 6-76 0,5 3-40 15,-2-2-144-15,6-4-136 0,3-6-108 16,8-4-136-16,0-9-72 15,0-3-84-15,12-6 32 0,-1-7-20 0,9-3-60 16,8-7-196-16,0-8 24 0,4-8-148 16,4-5-296-16,0-7-256 0,-1-3-284 0,-3-4-616 15,-4 11-1180-15,9-20-2457 0</inkml:trace>
  <inkml:trace contextRef="#ctx0" brushRef="#br0" timeOffset="86204.453">29857 8671 10516 0,'0'0'2005'0,"0"0"-897"0,0 0-28 0,0 0 304 16,0 0 152-16,0 0-204 0,0 0-604 16,0 0-388-16,-27 73-32 0,19-29 116 15,4 11 440-15,0 5-207 0,-4 0-317 16,1 1-208-16,-2 2-132 0,-7 0 0 16,4 0-60-16,0-2 12 0,1-7-160 0,2-13 16 15,5-9 48-15,4-7-16 16,4-8-69-16,5-9-51 0,2-2 0 15,6-6 108-15,-2 0-48 0,5-6 64 16,4-9 92-16,4-1 56 0,-4 0-40 0,0-3 36 16,-4 6-84-16,-1 1-4 15,2 5 4-15,-6 1-4 0,-2 6-20 0,-2 0 120 16,2 6 60-16,-2 7 172 0,-3 3-48 16,0 3-88-16,0 0-88 0,0 0 4 0,4-1-12 15,-4 1-40-15,4-2 28 0,0-4-84 16,0-4-76-16,0-2-404 15,0-1-516-15,4-6-1156 0,-5 0-2692 16,10 0-4485-16</inkml:trace>
  <inkml:trace contextRef="#ctx0" brushRef="#br0" timeOffset="86609.667">30763 9163 12509 0,'0'0'2264'16,"0"0"-1684"-16,0 0 208 0,0 0 416 0,110 31 316 0,-69-15-244 15,-1-6-376-15,8-1-340 16,3-2-243-16,1-7-121 15,8 0-140-15,-4-12-56 0,7-5-12 0,-3-8-172 16,4-7-361-16,-4-2-515 16,0-6-412-16,-9 7-532 0,-15 3-1020 0,4-4-2773 0</inkml:trace>
  <inkml:trace contextRef="#ctx0" brushRef="#br0" timeOffset="86829.56">31304 8664 6260 0,'0'0'6145'0,"0"0"-5249"0,0 0-568 16,0 0 284-16,0 0 1012 0,-36 77 116 16,36-33-160-16,0 14-528 15,0 5-344-15,0 6-28 0,0 7-167 16,0 4-137-16,0-7-208 0,0-3-168 0,0-16-228 0,4-10-272 0,5-15 87 16,6-13 85-1,5-9 96-15,8-7-244 0,4-11-368 16,4-14-76-16,3-10-612 0,2-9-728 0,-5-8-988 15,-1-4-1661-15,-7 15 1901 0,4-23-112 16</inkml:trace>
  <inkml:trace contextRef="#ctx0" brushRef="#br0" timeOffset="87504.175">31723 8585 6544 0,'0'0'3100'0,"0"0"-1255"16,-8-86-357-16,4 63-228 0,4 11-48 0,0 10-120 16,0 2-156-16,0 12-356 0,4 7 16 15,4 16 460-15,-1 6-496 0,6 14-156 16,-9 4 84-16,0 8 180 0,-4 3-99 0,0 0-181 15,-8 0-228-15,-1-1-64 16,-2-5-48-16,3-7-48 0,0-10-72 16,-1-6-12-16,9-11-4 0,0-5-92 0,0-9-52 15,0-7-80-15,4-2 19 0,5-7 13 16,-1 0-72-16,3 0 36 0,2-10 156 16,2 1 40-16,2-1-4 0,-6 1 52 15,2-2 12-15,-2 6-16 0,1-2-32 16,-3 5 40-16,2-3 68 15,1 3 76-15,0-2-28 0,0 4-36 0,4 0 32 16,0-2-40-16,4-2 4 0,-5 4 4 0,6 0-12 16,-6 0 0-16,2 4 0 0,3 4 272 15,-9 3 128-15,1 1-60 16,1 4-24-16,-2 0-95 0,2-3-77 0,-6-4-108 16,9-3-36-16,-4-2-48 0,4-4-84 0,8-4-245 15,8-11-231-15,0-11-124 16,7-9-420-16,6-3-492 0,-2-6-600 15,-3 0-260-15,4-1 59 0,-5-5 73 16,-3 1 448-16,-8-4 884 0,-8 2 1040 16,-4-3 976-16,-8 3 1156 0,-8 4 4 0,0 5 133 0,0 10-145 15,-3 11-424-15,-6 4-288 0,9 11-236 16,-4 6-96-16,0 0-224 0,4 0-248 16,-4 6-132-16,4 4-159 0,-3 9 83 15,-1 13 24-15,-5 2 8 0,1 14 160 16,4 0-312-16,1-1-280 0,3-2-84 15,0-1-76-15,0-3-320 0,0-6-16 16,7-2 120-16,1-2 84 0,1-3 64 16,-2-2 68-16,5-1 39 0,-3-3-3 15,-2 1 16-15,1-4 48 0,-4-4 60 0,-4-2 4 16,0-1 56-16,0 2-60 0,-8-5-248 16,-8 1-164-16,-3-4-308 0,-6-3-136 15,1-3-8-15,0 0 236 0,1-6-32 16,-1-10-364-16,4-4 180 0,8 1 844 0,0-2 384 15,8-5 184-15,4 8 204 0,8-2-152 16,12 1-112-16,8 0 96 16,7-3 96-16,2 0-160 0,3 0-296 0,-1-1-244 15,-3 2-100-15,-1-2-304 16,-3 4-788-16,-11 6-956 0,-1-6-4173 0</inkml:trace>
  <inkml:trace contextRef="#ctx0" brushRef="#br0" timeOffset="88463.542">19160 11646 10288 0,'0'0'2225'0,"0"0"-49"0,0 0-720 16,0 0-664-16,0 0 400 0,0 0 212 15,28 82-280-15,-24-34-248 0,3 9-339 0,-2 10-137 16,-1 5-4-16,0 8 332 16,0 2-268-16,0 0-172 0,0 5-96 0,-1-7-192 0,1-11-116 15,1-9-28-15,3-12-24 0,0-17 8 16,-1-8-44-16,6-14-184 0,-2-5-228 15,6-8-525-15,-2-17-247 16,9-9-1036-16,-8 2-2304 0,0-26-3545 16</inkml:trace>
  <inkml:trace contextRef="#ctx0" brushRef="#br0" timeOffset="88638.387">19435 12023 13921 0,'0'0'2888'0,"0"0"-1820"0,0 0-980 16,0 0 368-16,0 0 444 0,0 0 896 15,0 0-399-15,80 45-577 0,-44-32-444 16,-1-7-160-16,9-3-92 0,4-3-124 16,-1-9-76-16,2-4-104 0,-1-6-192 15,3-4-124-15,-7-2-232 0,4 0-329 0,-8-4-851 16,-13 4-2676-16,1-4-4089 0</inkml:trace>
  <inkml:trace contextRef="#ctx0" brushRef="#br0" timeOffset="88828.029">19985 11750 13477 0,'0'0'1988'16,"0"0"-732"-16,0 0-284 0,0 0 212 0,0 0 56 15,0 0 40-15,0 0-491 0,-24 96-317 16,24-55-60-16,0 4 12 0,4 1 32 16,-1 6-248-16,-3-1-196 0,0 2-12 0,0 4-268 15,-7 1-224-15,-1-1-260 0,-5-3-221 16,6-3-243-16,3-4-548 0,-4-5-1276 15,4-10-2741-15,-4 2-4023 16</inkml:trace>
  <inkml:trace contextRef="#ctx0" brushRef="#br0" timeOffset="90154.733">18542 11392 692 0,'0'0'6928'16,"0"0"-5268"-16,0 0-264 0,0 0-19 0,-7 82-277 16,7-44 32-16,0 10-32 0,0 3-128 15,4 3-28-15,3 6-200 0,1 4-124 16,1 5-80-16,-2 7-172 0,1 4-12 0,1 6-76 15,-5 3-72-15,0 6-60 16,-1 7-136-16,-3-1-12 0,4 3-112 16,-4-5-60-16,4 0-36 0,0-13 0 15,0-10-108-15,4-11 32 0,-4-10-20 16,4-10-80-16,4-8-60 0,-4-7-212 0,4-11-116 16,-1-7-484-16,6-10-680 0,-1-2-292 15,-4-2-213-15,12-21-2463 0</inkml:trace>
  <inkml:trace contextRef="#ctx0" brushRef="#br0" timeOffset="90654.707">20627 11389 9956 0,'0'0'2701'15,"0"0"-1033"-15,0 0-468 0,-4 69 204 16,-1-43 24-16,1 5-152 0,0 1-432 16,-4 4-232-16,5 1-56 0,3 8 113 0,-4 2-97 15,4 1-80-15,0 8-176 0,0 6-136 16,0 7-32-16,0 0 20 15,0 12-12-15,4 1-60 0,-4 1-88 16,3 2-8-16,1-2-168 0,4-4-36 0,-4-2-76 16,5-11-80-16,2-3 44 0,2-9 48 15,2-7 28-15,-3-7-52 0,4-12-84 16,-4-6-133-16,4-3-223 0,-4-10-308 16,4-2-620-16,-4-7-1240 0,-5 0-2433 0,2-9-2299 15</inkml:trace>
  <inkml:trace contextRef="#ctx0" brushRef="#br0" timeOffset="91214.052">21443 12081 10136 0,'0'0'2021'0,"0"0"-121"15,0 0-572-15,0 0 140 0,0 0-88 0,0 0-236 0,0 0 4 16,0 0-136-16,116 6-295 0,-73-6-173 16,1-9-168-16,0-1-160 15,0 0-108-15,-4-2-108 0,-5-1-124 0,-3 3 16 16,-8 1-144-16,1-4-232 0,-6 7-305 15,-3 2-443-15,-8 2-764 16,-4 2-2316-16,-4 0-2325 0</inkml:trace>
  <inkml:trace contextRef="#ctx0" brushRef="#br0" timeOffset="91379.999">21643 12274 3268 0,'0'0'7877'0,"0"0"-5797"0,0 0-812 16,0 0 244-16,0 0-72 0,0 0-32 15,0 0-292 1,103 13-396-16,-71-16-232 0,12-7-184 0,-4-2-280 16,3-4-24-16,-2 0-208 15,2-3-292-15,0-1-596 0,2 1-492 16,-13 7-1236-16,15-4-3661 0</inkml:trace>
  <inkml:trace contextRef="#ctx0" brushRef="#br0" timeOffset="91899.997">22930 11693 10544 0,'0'0'2669'16,"0"0"-1157"-16,0 0-204 0,0 71-80 16,0-34-200-16,0 11 44 0,0 9-276 0,0 3-272 0,4 7-160 15,-1 3 28-15,1 3 45 0,0 0 47 16,0 3-168-16,-4 3-72 0,0 4-124 15,0-4-120-15,0-6-132 16,0-3 44-16,0-13-44 0,0-9-112 16,0-10-44-16,0-9-29 0,4-7-23 15,0-9-208-15,1-7-196 0,-2-6-260 0,1-3-292 16,0-10-464-16,-4-6 48 0,0-6-1132 16,4 6-1793-16,-4-22-2314 0</inkml:trace>
  <inkml:trace contextRef="#ctx0" brushRef="#br0" timeOffset="92154.188">22850 11851 9640 0,'0'0'2449'16,"0"0"-1325"-16,0 0-180 0,0 0 4 0,71-68 32 15,-43 52-288-15,0 6-208 0,4 0-124 16,0 10-36-16,-1 0-80 0,-3 0-56 15,-3 10-40-15,-5 5-100 16,-5 2 0-16,-11 5-36 0,0 4-12 16,-4 5 0-16,-12 4-8 0,-4-4-76 15,-3 4 80-15,-2-3-72 0,-3-10-120 0,5-2-124 16,-1-7-240-16,-4-7-312 16,8-6-488-16,-4 0-772 0,5-6-1789 15,-2-11-1843-15</inkml:trace>
  <inkml:trace contextRef="#ctx0" brushRef="#br0" timeOffset="92800.449">23379 11248 980 0,'0'0'6552'0,"0"0"-3872"0,0 0-543 16,0 0-277-16,0 0-56 0,0 0-340 0,0 0-264 15,40 71-328 1,-31-46-52-16,-6 3-248 0,1 1-148 16,-4 3-180-16,0-7-48 0,0 1-139 0,0-7-57 15,0-7-61-15,0-2-23 0,0-4-64 16,0-3-108-16,0-3-96 0,0 0-52 0,0 0-60 16,0 0-120-16,4-6-8 15,4-3 308-15,1-7 76 0,2-3 72 0,1-7 36 16,0 5-60-16,4-5 60 0,-4 0 100 0,0 5 12 15,-1-2 96-15,-2 7 28 16,-1 0-24-16,-1 7 12 0,-3-1 36 16,0 7-12-16,1-1-80 0,-1 4-68 15,4 0 0-15,-5 7 236 0,5 6 72 0,1 3-52 16,-5 2-48-16,0 5-60 0,-1 2-100 16,-3 1-48-16,0 2-96 0,0 1-396 15,0-4-480-15,0 1-776 0,0-8-2656 16,0 2-3637-16</inkml:trace>
  <inkml:trace contextRef="#ctx0" brushRef="#br0" timeOffset="96886.11">17060 12265 6156 0,'0'0'2960'0,"0"0"-1664"16,0 0-727-16,0 0 99 0,0 0 472 0,0 0 108 16,0 0-260-16,56 67-372 0,-44-55-240 15,-4-3-160-15,-4 2-16 0,4-3-60 16,-8 3-4-16,0-5 40 0,0 2-4 0,0 3-8 0,-4-3-40 15,-8 6-124 1,-4 2-12-16,0-4-64 0,0-2 16 16,-4 0 44-16,5-7 16 0,-2 0 12 0,2-3 60 15,-1 0-36-15,-1-3-36 0,6-4-12 16,-1-5 12-16,-1-4 120 0,2-3-116 16,3-4-4-16,4-2 88 0,4-1-88 0,0 1-12 15,8 0 4-15,4 3 8 16,8-1 0-16,-1 8 8 0,1 2 92 0,5-1-92 15,-5 12 0-15,-1-1 116 0,5 3 100 16,-7 0-64-16,-2 5 24 0,-3 6-24 16,-4 1-24-16,0 5-56 15,-8 5-80-15,0 0 0 0,0 3 8 0,-12 0-4 16,0 1-4-16,0-5-64 0,0-2-144 16,-4-5-16-16,9-1 52 0,-6-7 24 0,5-3 148 15,5-3 8-15,-1 0-8 16,-5-3-136-16,1-7 24 0,4-2-160 0,1-7 60 15,-1-3 112-15,4 0 28 0,0-1-44 16,11 1-120-16,2 6 24 0,2 6 8 16,2 4 104-16,-2 3 100 0,1 3 0 0,-4 9 156 15,4 4 16-15,-8 6-84 16,-4 3 112-16,-4 3-100 0,0-2 64 16,0-2-28-16,-8 2 0 0,0-6 0 0,0-8-12 15,0 0-12-15,0-2-112 0,0-7-60 16,0 0 56-16,-4 0-8 0,0-3-248 15,0-10 260-15,1 0 4 0,-6-6-4 16,6-3-84-16,-2 2-4 16,2-5 80-16,3 6-144 15,-1 4 144-15,2-2-116 0,7 8 12 16,0 3-248-16,0 3-260 0,3-1-528 0,5 4-1256 0,1 0-3149 0,2 10-347 16</inkml:trace>
  <inkml:trace contextRef="#ctx0" brushRef="#br0" timeOffset="97494.975">17236 14754 11461 0,'0'0'2860'0,"0"0"-1284"0,0 0-760 15,0 0-92-15,92-32-80 0,-64 19 56 16,3 1-172-16,-4-4-232 0,1 0-112 16,-7 3-48-16,-5 4-52 0,0 2-40 15,-9 4-44-15,-7 3-24 0,0 3 24 0,0 10 356 16,-7 6 240-16,-9 10-424 0,0 6-112 16,-5 3-48-16,-2-3 60 0,7-3-12 15,-4-10 16-15,4-2 44 0,0-12-36 0,4-2 52 16,4-2 57-16,-4-4-157 0,0-7-36 15,5-9-181 1,-6-3 9-16,9-6 16 0,4 0 48 0,0-1 20 0,13 5-44 16,-2 2 8-16,10 9 124 15,2 3 0-15,-3 7 76 0,4 3-32 0,0 11-40 16,-4 5 4-16,-4 2 52 0,-1 2 112 0,-6-1-40 16,-5 0 0-16,0-6-32 0,-4-4 81 15,0-2-45-15,0-4-96 16,-8-6-40-16,-1 0-160 0,-6 0-229 15,-1-3-95-15,0-5 240 0,-4-6 0 16,4 1-52-16,-4-2-180 0,4-1-36 16,0-3 68-16,-4 3-100 0,9 0-372 0,-2 4-708 15,5 1-1072-15,4-1-2741 0</inkml:trace>
  <inkml:trace contextRef="#ctx0" brushRef="#br0" timeOffset="98440.451">21216 14325 1708 0,'0'0'9749'16,"0"0"-7081"-16,0 0-1416 0,0 0 244 0,0 0 176 16,0 0 56-16,0 0-568 0,4 77-551 15,0-36-333-15,-4 6-68 0,4 14 8 0,-4 2-44 16,3 7-16-16,2-3 24 0,-1-4-96 16,-4-5-84-16,4-8-164 0,-4-11-112 0,0-9-136 15,0-7 12-15,0-4 35 0,0-9-135 16,0-7-268-16,0-3-504 0,-4 0-1116 15,4-6-2940-15,-9-7-2229 0</inkml:trace>
  <inkml:trace contextRef="#ctx0" brushRef="#br0" timeOffset="98621.568">21360 14833 12269 0,'0'0'2632'16,"0"0"-1636"-16,0 0 964 0,0 0-260 15,75-12-200-15,-51 12-87 0,4 0-533 0,4 0-300 16,0 0-216-16,7-3-220 0,1-4-144 15,-3-2-48-15,2-7-96 16,-3 0-184-16,0-7-204 0,-8 1-96 0,3 1-36 16,-6-6-129-16,-1 2-499 0,-5 3-800 15,-3 0-1088-15,-8 5-2673 0,0-4-3030 16</inkml:trace>
  <inkml:trace contextRef="#ctx0" brushRef="#br0" timeOffset="98788.235">21877 14372 8324 0,'0'0'1852'0,"0"0"-411"0,0 0 147 0,0 0 12 16,0 0-148-16,0 0-368 0,0 0-564 16,-12 90-224-16,12-49 64 15,0 3 156-15,-3 7 232 0,3 0-136 0,0 0-284 16,0 0-132-16,0 0-196 0,0-1-48 0,-4-9-380 16,0-2-440-16,4-5-176 0,0-11-268 15,0-7-872-15,-5 3-2637 0</inkml:trace>
  <inkml:trace contextRef="#ctx0" brushRef="#br0" timeOffset="99434.014">20741 14509 5108 0,'0'0'2732'0,"0"0"-468"0,0 0-279 15,0 0-145-15,0 0-124 0,0 0-288 16,0 0-336-16,0 0-436 0,0 0-204 0,0 0-180 16,-86 74-164-16,61-55-104 0,-3 3-4 15,0 3-12-15,0 3-36 0,-3-1-36 16,-1-2 8-16,4-3 68 0,-4-1-4 16,8 3-36-16,-4-6 44 0,9 1 0 0,-2 0 4 15,6-3 0-15,-2 0-12 0,6-3-60 16,2-1 68-16,1-2 4 15,5-4-8-15,-1 1-64 0,4-7-28 16,0 3 16-16,0-3-40 0,0 3 0 16,4 0 124-16,7 0 252 0,2 7-80 0,2-3-12 15,5 4 36-15,1 0-48 0,-2-3-100 16,1 3-48-16,4 1-124 0,-4-2 28 16,4 3 32-16,-4-4-8 0,4 0-88 0,-5 1-24 15,2-1-308-15,-1-2-312 0,-5-4-92 16,6 0-596-16,-14 0-1096 0,14-3-3189 15</inkml:trace>
  <inkml:trace contextRef="#ctx0" brushRef="#br0" timeOffset="106029.082">19132 14484 456 0,'0'0'8796'0,"0"0"-3823"16,0 0-3849-16,0 0-396 0,0 0 136 0,0 0 204 16,-24 67-32-16,24-46-164 15,0 5-348-15,0 6-160 0,9 3 16 0,-2 7 128 16,5 5-115-16,0 7-117 0,0 3-140 15,0 3-16-15,4 6-120 0,-8 5-48 16,4-1-112-16,0-4 76 16,-5 1-36-16,-3-3-12 0,5-4-64 0,-5-3-25 15,0-3-83-15,0-6-120 0,-4-5-200 0,0-7-180 16,0-4-208-16,0-10-224 0,0-5-520 16,-4-9-868-16,4-2-1329 0,0-6-843 15</inkml:trace>
  <inkml:trace contextRef="#ctx0" brushRef="#br0" timeOffset="106404.158">19033 14490 7612 0,'0'0'4045'16,"0"0"-1909"-16,0 0-772 15,0 0-472-15,0 0 524 0,56-66-540 16,-32 56-308-16,3-2-188 0,1 5-144 16,3 3-80-16,1 4 68 0,5 4-104 15,-1 6-112-15,-4 3 0 0,-1 9 68 0,1 0-76 16,-4 6 12-16,0 0 24 0,-9 7-36 16,2-2-100-16,-5-1 96 15,-4-1 4-15,-5 1 76 0,-3-4-4 0,-4-2 52 16,0-1-52-16,0-2-24 0,-7-4 48 15,-5-3-44-15,-1 3-44 16,-2-7-8-16,-5 1-92 0,-1 4 92 0,-6-6 0 16,-1 6-72-16,1-5 64 0,-1-6-4 15,-4 4-96-15,0-7-296 0,0 0-124 0,0-3-260 16,0 0 12-16,4-3-32 0,-3-3-220 16,6-1-536-16,1 1-908 0,5 0-2497 15</inkml:trace>
  <inkml:trace contextRef="#ctx0" brushRef="#br0" timeOffset="149362.984">23826 3796 11325 0,'0'0'2152'0,"0"0"-732"16,0 0-8-16,0 0 68 0,0 0-96 15,0 0-160-15,0 0-188 0,0 0-223 0,12-37-13 16,-1 34-16-16,6-1-144 0,-2 1-132 15,5 3-100-15,1 0-84 0,-2 0 232 16,9 7-268-16,0 2-156 16,8 1-124-16,0-1 0 0,4 3 52 0,3 2-12 15,5-8-44-15,4 1-4 0,3-4 12 16,5-3 60-16,8 0-12 0,0 0-12 16,0-3 0-16,-1-4-48 15,-3-2-72-15,-8-2-24 0,-4 6-24 0,-8-4-12 16,-5 2-168-16,-11 0-84 0,-4 2-40 0,-3 1-8 15,-10-3-40-15,-3 4-68 16,-8 0-112-16,0 3-148 0,-8-4-245 16,-7 2-623-16,-9 2-860 0,-4 0-2124 15,3 0-2197-15,-18 0 962 0</inkml:trace>
  <inkml:trace contextRef="#ctx0" brushRef="#br0" timeOffset="149695.375">23802 4146 2996 0,'0'0'6796'0,"0"0"-2191"0,0 0-3093 16,0 0-432-16,0 0 232 0,0 0-92 15,0 0-12-15,0 0-196 0,0 0-359 0,75 29-153 0,-47-22-32 16,0-5 100-16,0 5-108 15,4-2-160-15,4 2-68 0,-1 0-28 16,2-1 24-16,-1 1 96 0,3-1 184 16,5 0-232-16,-4 1-132 0,4-4-48 15,4 3-36-15,-5-3-56 0,6 0 0 16,-2-3 48-16,1 0-52 0,-5 0-96 0,2 0 48 16,-6-3-60-16,-3-3-156 0,-8 3-36 15,0-4-64-15,-4-2-32 0,-4 3-112 16,-4-1-140-16,-5 1-128 0,2-3-604 15,-9 2-877-15,0 1-2179 0,-4 0-3337 16</inkml:trace>
  <inkml:trace contextRef="#ctx0" brushRef="#br0" timeOffset="151145.512">25810 3203 4288 0,'0'0'1900'0,"0"0"4453"0,0 0-4265 0,0 0-476 15,0 0 132-15,0 0-304 0,-84 83-180 16,76-60-468-16,-3 2-295 16,2 6-145-16,5-2-48 0,0 6 12 15,4-4 204-15,0 1-184 0,4-1-168 0,12-2-68 16,-4-4 44-16,8-2-36 0,4-4-24 15,0-3-76-15,0-3 52 16,8-4 12-16,-1-2-64 0,1-7 52 0,4 0 0 16,4-4-56-16,4-8 68 15,4-7-20-15,-1-3-52 0,2-3-12 0,-2-8-64 16,1-2-32-16,-4-3-60 0,0 0 12 16,-5 0 12-16,-3 1 24 0,-4 4 8 0,-4 1 64 15,-8 4 36-15,0 3-60 0,-4-1 72 16,-4 3 12-16,-4 4 72 0,-4 5-12 0,0-3 4 15,-4 8 8-15,0 2 36 16,0 4 12-16,-4 3-72 0,-5 0-60 16,-2 0 8-16,-5 6 136 0,-4 7-12 0,-4 4 40 15,-4 4-112-15,-4 8-48 0,-7 3-4 16,-10 2 88-16,2 4 0 0,-9 8-12 16,0-2 48-16,-4 3-36 15,1 1-12-15,-1-1-36 0,5 0 0 0,6 2 0 0,10-8 12 16,7-4 24-16,4-1-20 15,8-4-56-15,12-4 0 0,0-2 76 16,8-4 0-16,0 0-12 0,4-6-16 0,8 0-56 0,4-3-68 16,0-7 68-1,8 3 96-15,0-2-24 0,4 0-24 16,8-5 72-16,-5 4 24 0,9 5-60 0,4 1 36 16,0 4 360-16,4 0-120 0,3 6-176 15,1-3-52-15,0 3-48 16,0 1-24-16,3-1 60 0,-2 0-116 0,-10-3 0 0,1 2-4 15,-4-1-60 1,-8 2-48-16,-8-3 96 0,-5 3-44 16,-2 1 52-16,-14-1 8 0,-3 0 104 0,0 3 216 0,-11 0-144 15,-6-5-108-15,-7 6 0 0,-7-8 60 16,-5 6 0-16,-4-6-36 0,-8-3-24 16,-8 2-28-16,-3-4-44 0,-5-4-72 15,-8 1 24-15,1-8 0 0,-2-2 36 16,6 0-48-16,3-7 48 0,13-1-108 0,7 2 72 15,12-5-12-15,8 6 56 0,12 2-68 16,4-1-24-16,8-3-36 0,0 4-132 0,12-6-96 16,4 2-4-16,0-2 28 0,4-3-108 15,8-1-60 1,0-6-364-16,4 3-556 0,7-3-781 0,-11 3-1883 16,12 0-2853-16</inkml:trace>
  <inkml:trace contextRef="#ctx0" brushRef="#br0" timeOffset="151645.1">27045 4254 2180 0,'0'0'1708'0,"0"0"4776"0,0 0-3823 0,0 0-645 15,0 0 20-15,0 0-368 0,0 0-488 16,0 0-132-16,0 0-171 16,0 0-137-16,-4 23 20 0,4-8-68 15,0 10-284-15,0 4-108 0,0 9-80 0,0 7 248 16,0 3-144-16,0 6-140 0,-4 6-52 16,4 3-36-16,-4 7-36 0,0 3-52 15,-4 0-8-15,4-3 0 0,-4 0-72 16,0-10-60-16,5-2 48 0,-2-11 12 0,1-6 60 15,4-9-100-15,0-7 4 16,0-6-24-16,4-6 0 0,1-7-72 0,-2-6-108 16,5 0-76-16,-4-8 64 0,4-9 104 15,0-2-140-15,-4-10-100 0,0-2-304 16,0-8-437-16,-4-1-571 16,0-9-664-16,0 15-1440 0,-4-26-1285 0</inkml:trace>
  <inkml:trace contextRef="#ctx0" brushRef="#br0" timeOffset="151941.596">26953 4279 6048 0,'0'0'536'0,"0"0"5181"0,0 0-4529 0,0 0-436 16,0 0 536-16,0 0 180 0,0 0-524 16,88-56-304-16,-68 52-148 0,0-2 124 15,0 3-140-15,4 3-136 0,-5-3 52 0,5 3-64 16,-3 0-72-16,-2 0-76 15,1 6 17-15,-3 0-137 0,-6 4 0 0,1 6 16 16,-7-4 32-16,-5 8 24 16,0-2 28-16,0 1-88 0,-5 3-60 15,-7-2 60-15,1-5 48 0,-6 2 24 0,2-2-92 16,-2-5 8-16,-3 0-48 0,1-4-12 16,-1 0-8-16,-1 1-164 0,-2-4-92 15,3 0-100-15,0 0-37 0,0 3-135 0,8-6-256 16,0 3-384-16,8-3-660 0,0 0-1168 15,1 0-3429-15</inkml:trace>
  <inkml:trace contextRef="#ctx0" brushRef="#br1" timeOffset="172461.243">6972 9131 3896 0,'0'0'104'0,"0"0"248"16,0 0 2876-16,0 0-1504 0,0 0-664 15,0 0-415-15,0 0-13 0,0 0 32 16,0 0 180-16,0 0 164 0,-4 54-248 0,4-26-232 16,0 8-152-16,0 5 0 15,4 3 16-15,4 10 32 0,-4 3 0 0,4 10 8 16,3 9-60-16,2 7-100 0,-1 9-212 15,4 7 12-15,-4 2-72 0,-1 7-12 16,2-3-60-16,-6-5-40 0,6 3 64 16,-9-8-76-16,0-3 124 0,3-7 8 15,-3-5-8-15,0-7-100 0,0-6 92 16,1-7-116-16,-1-6 76 0,0-7 48 16,-1-1-88-16,5-12 4 0,-4-5-40 0,5-6-64 15,-2-9-96-15,1-3-4 0,0-5-36 16,-3-6-128-16,2-3-12 0,1-11 48 15,0-4-24-15,-4-11-120 0,1-12-352 16,-5-10-1008-16,0 11-2205 0,0-37-1211 0</inkml:trace>
  <inkml:trace contextRef="#ctx0" brushRef="#br1" timeOffset="172761.752">7327 9512 4604 0,'0'0'532'0,"0"0"2084"0,0 0-736 0,0 0-720 0,0 0-179 16,0 0 83-16,0 0 16 0,0 0 148 15,0 0-260-15,20 67-212 0,-16-36-112 16,4 8-112-16,-1 8 12 0,1 7-100 16,1 3-176-16,-2 12-80 15,1 5-176-15,0 5-12 0,1 7-8 0,-2 3-92 0,-3 3 40 16,0 4-76-16,0-5 132 15,-4-2-96-15,5-3 44 0,-5-3 52 16,0-13-116-16,0-5 52 0,-5-10 64 0,-3-8-4 16,0-7-4-16,1-12-112 15,-2-6-224-15,-3-3-244 0,-4-6-328 16,1-4-512-16,-6-6-936 0,6-3-1809 0,-26 0-2199 0</inkml:trace>
  <inkml:trace contextRef="#ctx0" brushRef="#br1" timeOffset="173061.767">6872 10753 6916 0,'0'0'5489'15,"0"0"-5245"-15,0 0-244 0,0 0 0 16,0 0 140-16,0 0 600 0,0 0 540 0,68 79-136 16,-56-43-288-16,4 2-24 0,0 6-176 15,3 5-260-15,2 0-188 0,-1 3-72 16,-1 1-88-16,2-5-40 0,-1-3 80 0,-1-10 72 15,1-7 120-15,1-12 40 0,2-4-64 16,1-8-108-16,4-4 120 16,8-13 132-16,-1-9-32 0,10-6-128 0,-2-7-20 15,5-11-123-15,0-1-17 0,0-3-80 16,-5-2-4-16,6 3-44 16,-6-3-60-16,-2 5-77 0,-6 5-67 0,-3 8-200 0,-8-1-292 15,-1 5-176-15,-2 8-408 0,-10 3-996 16,-2 7-2993-16,-5-4-4623 0</inkml:trace>
  <inkml:trace contextRef="#ctx0" brushRef="#br1" timeOffset="174327.32">3298 13071 8020 0,'0'0'712'0,"0"0"1977"15,0 0-1009-15,0 0-360 0,-31 70 28 0,27-58 144 16,4 1-712-16,4 0-408 0,7-1-224 16,9 1 0-16,12 6 12 0,4-2 60 15,4-2-156-15,4-5-4 0,4-4-52 0,-4 1 200 16,-1-7-120-16,5-7-40 0,-8-6 48 15,4-2-88-15,-4-7 80 0,-5-8-84 16,1-3-4-16,-4-9-8 16,0-3-52-16,0-3-112 0,-8 1 48 15,0-1-12-15,-4 7-60 0,-4 3-100 0,-9 10 224 16,2 4 72-16,-9 13 136 0,0 1 120 16,0 6 28-16,-4 4 20 0,-8 0-80 15,-9 0-68-15,-2 0-144 0,-5 7-4 0,-4 5 68 16,1 5 68-16,-5 5 40 0,-1 6 12 15,1 4 48-15,1 10 60 0,3 2-120 16,0 10 8-16,0 0-44 0,8 3-3 16,5-3-37-16,2-3-32 0,6-7 32 15,7-6-36-15,-1-6-64 0,5-3 0 16,0-7-8-16,9-3 60 0,-1-6 0 16,3-1-60-16,6-2-84 0,-2-4 12 0,5 0 72 15,4 1 132-15,4-1-8 16,0 1 44-16,4-1-120 0,4-3 12 0,-4 3 24 15,0-2-8-15,-1-1-4 0,1 0-60 16,-8 0 36-16,4 0 36 16,-8 1-72-16,0 3 72 0,-5-5-12 15,2 4 0-15,-6 5-8 0,2-3 56 0,-2 2 12 16,-3 3 220-16,-4 3-52 0,1 0-144 16,-1-1 12-16,-4 4-20 0,0 0-52 0,-9 4 36 15,-3-1 24-15,-3 0 84 16,-5 3 0-16,-8 0-32 0,-4 0-40 0,-4-1-60 0,0-2-12 15,-8 0-84-15,1-3-12 0,-2-6-84 16,2-1 72-16,3-1-60 16,0-3-72-16,4-4 96 0,8-2-64 15,0 3 40-15,9-5-12 0,2 0-36 0,2 0-36 16,6 0 12-16,5-5-36 0,-3 3-84 16,7-2-88-16,-8 1 16 0,4-2-4 15,0 1 16-15,-1 1-88 0,5-1-72 0,0 4-305 16,0 0-467-1,0 0-1148-15,9 0-2660 0,7 0-1541 0</inkml:trace>
  <inkml:trace contextRef="#ctx0" brushRef="#br1" timeOffset="174639.496">4418 13783 10076 0,'0'0'2369'0,"0"0"-1069"0,0 0 320 0,0 0-12 16,0 0-220-1,0 0-504-15,0 0-356 0,0 0-88 16,0 0 24-16,-12 91 0 0,12-49-124 0,4 6-84 0,0 6-63 16,0 5-81-16,0 5 0 15,0 3-104-15,0-1-16 0,-4 7 4 16,0 4-56-16,4-1-64 0,-4-4 4 0,4 2 11 15,-4-11-27-15,4-8 28 0,-4-8-52 16,4-15-108 0,-1-10 100-16,-3-8-100 0,0-9-36 0,5-5-88 0,-5 0-148 15,0-12-100-15,0-11-272 16,-8-8-296-16,-4-15-1072 0,0 9-2629 0,-15-33-3743 16</inkml:trace>
  <inkml:trace contextRef="#ctx0" brushRef="#br1" timeOffset="174920.08">4255 13899 7292 0,'0'0'4017'0,"0"0"-3309"0,0 0-172 15,0 0 564-15,0 0 28 0,0 0-372 16,67-66-52-16,-43 66-64 0,0 0-68 16,1 0-28-16,2 3-212 0,-3 7-156 0,0-1-16 15,0 4 48-15,-4 0-108 0,-4 5 32 0,-5 2 164 16,-2 5 132-16,-5-3-96 0,0 7-172 15,-1-3-40-15,-3-1-12 16,0 0-32-16,0-2-64 0,-3-5 48 16,-5 2-24-16,-5-1-36 0,2-4-244 15,-6-2-24-15,2-1 84 0,-5-1 0 0,0-5 28 16,0 0-68-16,0-6-8 0,1 0-148 16,-2 0-188-16,1-6-100 0,8 0-152 15,-4-7-284-15,8 1-692 0,1-5-968 0,7 4-1861 16,0-9-1871-16</inkml:trace>
  <inkml:trace contextRef="#ctx0" brushRef="#br1" timeOffset="175311.658">5031 13341 7716 0,'0'0'6573'0,"0"0"-5257"0,0 0-952 0,0 0-164 16,0 0 276-16,0 0 272 0,0 0 340 16,96-25-384-16,-56 18-188 0,8 1-4 0,0 0-84 15,-1-1-148-15,5 1-172 0,-3-3-8 16,2-1-100-16,-7 0-136 16,-4 1 16-16,-1-4-64 0,-7 3-268 0,-4 1-184 0,-4 3-236 15,-7 2-400-15,-10 4-1036 16,-3 0-2569-16,-4 10-2127 0</inkml:trace>
  <inkml:trace contextRef="#ctx0" brushRef="#br1" timeOffset="175477.408">5263 13547 11717 0,'0'0'1980'16,"0"0"-964"-16,0 0-172 0,0 0-136 0,0 0 300 15,0 0 192-15,75 6-300 0,-38-6-324 16,2-2-148-16,-3-5-76 0,4-5-108 0,0-1-244 15,0-3-48-15,-8 0-100 0,-1-6-276 16,1-3-496-16,-8-1-272 16,-4-5-372-16,-4 6-2468 0,-8-11-3869 15</inkml:trace>
  <inkml:trace contextRef="#ctx0" brushRef="#br1" timeOffset="175727.71">5394 12865 12953 0,'0'0'2032'16,"0"0"-1488"-16,0 0-396 0,0 0 204 15,0 0 716-15,0 88 440 0,4-50-352 16,5 11-568-16,-5 4-164 0,3 12-20 0,1 4 8 16,-8 4-71-16,4 10-133 0,-4-1-88 15,0 4-36-15,-4-4-80 0,-4-6-4 16,4-6-104-16,1-9-16 0,-1-14-173 15,4-12-83-15,0-13-196 0,0-8-148 0,0-8-200 16,7-6-696-16,1-11-688 0,4 2-1636 0,4-23-3313 16</inkml:trace>
  <inkml:trace contextRef="#ctx0" brushRef="#br1" timeOffset="176127.898">6526 13008 14853 0,'0'0'2956'0,"0"0"-2032"15,0 0-408-15,0 0-24 0,0 0 300 16,-52 92-144-16,40-53-296 0,5 5-208 16,2 6 4-16,1 4-39 0,4-2-97 15,4-5 48-15,1-6-52 0,6-6-4 0,1-13 120 16,4-6-52-16,-1-10 48 0,6-3-36 15,7-6-32-15,0-10-52 16,0-9-100-16,4-9-56 0,3-11-136 0,-3-3-97 16,0-2-123-16,0-1 24 0,-4 1 88 15,-8 2-40-15,-1 11 44 16,-6 5 40-16,-5 7 248 0,-8 6 108 16,0 6 304-16,-4 4 188 0,-9 3-88 15,2 0 84-15,-10 3 88 0,2 0-236 0,-5 6 24 0,0 7 37 16,-4 6-97-16,-4 6-88 0,0 10-20 0,0 3-40 15,0 4-60-15,4-5-96 16,9-2-80 0,-1-6-112-16,3-7-172 0,6-8-377 15,3-12-27-15,4-4 48 0,4-17-136 0,0-14-932 0,0 5-1372 16,0-39-2457-16</inkml:trace>
  <inkml:trace contextRef="#ctx0" brushRef="#br1" timeOffset="176374.83">6702 12446 456 0,'0'0'10545'0,"0"0"-8877"16,0 0-928-16,0 0 288 15,0 0 260-15,-28 76 80 16,19-41-476-16,5 3-448 0,0 10-196 0,0 2-76 0,0 10-76 0,1 8-56 16,3 1-40-16,-4 10-76 0,-5 7-36 15,1 3-20-15,1 7 44 0,-6-4-24 16,5 3 4-16,-3 0-28 0,3-3-64 15,-1-7-120-15,5-1-92 0,1-9-36 16,3-8-292 0,-4-6-304-16,4-11-44 0,0-9 492 0,0-6-108 0,4-6-1493 0,-1-10 321 15,-3-7-644-15,4-7-556 16</inkml:trace>
  <inkml:trace contextRef="#ctx0" brushRef="#br1" timeOffset="176618.381">7374 14068 14765 0,'0'0'5220'16,"0"0"-4464"-16,0 0-428 0,0 0-312 0,0 0 68 0,0 0-84 16,0 0-136-1,0 0-1084-15,0 0-600 0,0 0-4264 0</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13:23.147"/>
    </inkml:context>
    <inkml:brush xml:id="br0">
      <inkml:brushProperty name="width" value="0.05292" units="cm"/>
      <inkml:brushProperty name="height" value="0.05292" units="cm"/>
      <inkml:brushProperty name="color" value="#FF0000"/>
    </inkml:brush>
  </inkml:definitions>
  <inkml:trace contextRef="#ctx0" brushRef="#br0">5486 854 1212 0,'0'0'10785'0,"0"0"-8701"15,0 0-1036-15,0 0 376 0,0 0 52 16,0 0-244-16,0 0-424 0,0 0-392 0,0 0-172 16,0 0-144-16,-107 63 20 0,58-18-120 15,-3 12-72-15,-3 7-100 0,-1 5 88 0,0 5 20 16,0-8 20-16,4 0 44 15,5-5 124-15,7-13 56 16,4-7-68-16,13-10-44 0,6-8-68 0,6-8-120 16,11-4-16-16,0-5-180 0,7-4-124 0,14 2 232 15,11-4 208-15,15 0 516 16,9 0 240-16,4-6-220 0,-1 0-500 0,-3-1 12 16,-8 7-48-16,-8 0 365 0,-8 13-301 15,-9 0-4-15,-6 6 72 16,-6 3 88-16,-7 6 68 0,-4 4-20 0,-4 4-52 0,-11 1-68 15,-6 1-52-15,-3 0-88 0,1-6 0 0,-5-4-8 16,4-8-64-16,4-5-132 16,4-4-176-16,4-5-64 0,0-6-112 15,1 0-253-15,2-6-471 0,1-11-1216 16,4 4-3060-16,4-22-3417 0</inkml:trace>
  <inkml:trace contextRef="#ctx0" brushRef="#br0" timeOffset="283.745">5525 1584 9792 0,'0'0'2601'0,"0"0"-945"16,0 0 60-16,9 70 136 0,-9-35-64 15,0 3-504-15,-4 0-324 0,-1-1-399 16,5-4-405-16,0-11-156 0,0-9-340 0,5-7-37 0,7-6 97 16,3-3 112-16,9-13-52 15,4-6-328-15,0-11-124 0,0-4-64 0,-4-4-92 16,-1 0-160-16,-2 2 76 0,-1 8 432 15,-5 9 392-15,-2 8 24 16,-1 8 64-16,-5 6 140 0,-3 0 628 16,5 10-120-16,-5 9-64 0,0 2-44 0,-1 9-44 15,1 2-204-15,0 5 4 16,-4 1 24-16,0 0-16 0,5 1-132 0,-1-7-172 16,-4-4-304-16,4-6-140 0,0-9-244 0,-1-4-532 15,5-9-408-15,1 0-1408 0,2-25-3041 16</inkml:trace>
  <inkml:trace contextRef="#ctx0" brushRef="#br0" timeOffset="500.216">6262 1602 13537 0,'0'0'1708'16,"-11"87"-1428"-16,-1-30 232 0,0 13 876 15,-4 22 60-15,0 9-624 0,1 11-348 16,6 8-136-16,1 8-36 0,8 1-172 0,0-1-132 0,0-5-120 15,0-12 120 1,8-19 308-16,-3-18-40 0,-1-21-268 0,-4-15-92 16,0-15-40-16,3-11-52 0,-3-8-256 0,0-4-340 15,0-12-560-15,-7-11-620 0,-2-16-1176 16,1 8-2021-16,-12-43-783 0</inkml:trace>
  <inkml:trace contextRef="#ctx0" brushRef="#br0" timeOffset="715.699">6203 1769 10648 0,'0'0'2845'0,"0"0"-2449"16,0 0-192-16,0 0 744 15,0 0 364-15,0 0-440 0,84-42 156 0,-72 52 200 0,0 2-332 16,3 8-420-16,2 7-160 16,-6 9-148-16,2 8-44 0,-6 10-124 0,-7 4-60 15,0 2-160-15,0 3-132 0,-7-3-88 16,-10-5 96-16,-2-5 160 15,-1-12 172-15,-1-6-132 0,2-9-152 0,3-11-72 16,0-5-160-16,0-11-300 0,4-11-568 16,0-15-736-16,8 8-1713 0,0-35-2035 15</inkml:trace>
  <inkml:trace contextRef="#ctx0" brushRef="#br0" timeOffset="920.075">6590 1944 12953 0,'0'0'2032'15,"11"72"-1364"-15,-11-31 88 0,0 16 848 0,0 13-408 16,0 6-376-16,-8 10-148 0,1 6-136 16,-1 3-76-16,-1 4-167 0,2-4-229 0,-1-3-52 15,0-7 0-15,-1-12 36 16,6-12-36-16,3-13 60 0,-4-17-64 0,4-8-8 16,0-14 0-16,0-6-425 0,4-6-111 15,-1-13-156-15,1-12 68 0,5-20-112 0,-1-15-372 16,-4-17-1176-16,-4 14-2576 0,0-49-2105 15</inkml:trace>
  <inkml:trace contextRef="#ctx0" brushRef="#br0" timeOffset="1126.72">6784 1930 11417 0,'0'0'1500'0,"0"0"-1496"16,0 0 508-16,0 0 704 0,0 0-196 0,0 0-152 0,88 3 340 15,-75 13 52-15,-5 9-452 0,-1 3-368 16,1 8-184-16,1 2-112 15,-9 3-144-15,0 5-48 0,0-6-76 16,-5 2-8-16,-7-8-100 0,1-2-76 16,-2-6 88-16,2-7-100 0,-1-4-160 0,-1-9-48 15,6-6-52-15,-1-6-328 0,-1-13-464 16,5-6-448-16,4-10-448 0,-3 6-913 0,3-18-2135 16</inkml:trace>
  <inkml:trace contextRef="#ctx0" brushRef="#br0" timeOffset="1420.542">7031 1952 3828 0,'0'0'5752'16,"0"0"-4011"-16,0 0-493 0,0 0 100 0,96 55 84 16,-76-36-140-16,1 3-48 0,-2-3-380 15,-3-1-396-15,0-1-344 0,0-5-76 0,-4-2-48 16,0-7-148-16,4-3 148 0,0 0-8 16,-1-10-92-16,10-9-228 0,-5-3 80 15,3-10-296-15,1-5-200 0,-4-1-128 0,5-7-48 16,-10 4 188-1,-2 2-140-15,-6 4-112 0,-7 3 244 16,-7 4 216-16,-18 9 524 0,-6 6 476 0,-14 7 192 16,-2 6 248-16,-5 9-116 0,0 15 60 15,1 6 272-15,6 12 24 0,2 5-204 16,7 1-228-16,4-1 36 0,12-3-160 0,5-2-324 16,2-13-276-16,13-7-148 0,0-9-324 15,13-10-164-15,6-3-92 16,13-16-256-16,7-12-420 0,-6 2-1564 0,22-34-6445 0</inkml:trace>
  <inkml:trace contextRef="#ctx0" brushRef="#br0" timeOffset="1867.04">7825 1632 13965 0,'0'0'3184'0,"0"0"-2452"0,0 0-436 0,-16 66 664 15,4-37 596-15,-8 2-508 0,4-1-259 16,4-5-269-16,4-3-256 0,0-6-264 0,8-4-72 15,0-2-132-15,4 0-76 16,5-4-72-16,6-3-8 0,5 0-33 16,3 0 29-16,-2-3 72 0,7 4 136 0,-4 2 8 15,0 0 140-15,3 4-40 0,1 5-24 16,0 9 72-16,0-3 88 0,0 2-88 0,0 2-124 16,-4-6 116-16,-5-3 8 0,5-7 0 15,-3-3-60-15,-2-6-308 0,-3-2-292 16,5-15 60-16,-6-2 32 0,1-6 124 15,0-3-192-15,-4-7-296 0,-4-4 224 16,-4 2 404-16,0-2 304 0,-4 7 152 16,0 4-76-16,0 9 12 0,0 6 252 15,-8 8 328-15,0 5 16 0,-4 0-188 0,-7 2-408 16,2 8-88-16,-7 3-64 0,-4 2-36 16,5 8 100-16,3 2 220 0,-1 0 288 15,6 7 20-15,-2 0-108 0,10 3-64 0,3 0 44 16,4 0 68-16,0-4-56 0,8 1-72 15,3-10-108-15,9-3-232 16,8-5-36-16,4-9-148 0,8-5-20 16,8-5 56-16,-1-9-264 0,5-8-324 15,4-4-184-15,0-5-340 0,0-1-1004 16,-12 9-1896-16,12-15-4933 0</inkml:trace>
  <inkml:trace contextRef="#ctx0" brushRef="#br0" timeOffset="2532.225">10562 673 2764 0,'0'0'4304'0,"0"0"-1324"0,0 0-791 16,0 0-185-16,0 0-116 16,0 0-104-16,0 0-392 0,0 89-388 15,-8-35-404-15,0 13-124 16,0 12-3-16,0 10 71 0,0 9-228 15,0 4-60-15,0 9-40 0,0 0-96 0,-3 0-20 16,2-3 20-16,1-6 72 0,4-11-108 0,1-11-36 16,-1-13-12-16,4-17-36 0,0-8-144 15,4-17 24-15,-1-5-84 0,1-12-52 16,4-4-20-16,-4-4-28 0,5-4-240 0,2-8-29 16,1-7-35-16,0-6-224 0,0-7-704 15,-4-6-1316-15,0 3-1604 0,-4-16-2813 0</inkml:trace>
  <inkml:trace contextRef="#ctx0" brushRef="#br0" timeOffset="2719.11">10626 1495 10516 0,'0'0'2133'0,"0"0"-1497"16,0 0 356-16,0 0 952 0,0 0-104 15,0 0-520-15,112-28-500 16,-73 24-112-16,8 4-64 0,9 0-183 0,0 0-121 15,4-2-280-15,4 2-60 0,-1-7-60 0,-3-3-84 16,-4-2-233-16,0-4-243 16,-8-4-344-16,-4-5-360 0,-12 6-1004 15,3-19-2888-15</inkml:trace>
  <inkml:trace contextRef="#ctx0" brushRef="#br0" timeOffset="2917.713">11295 969 8128 0,'0'0'5885'16,"0"0"-4633"-16,0 0 56 0,0 82 220 15,0-41-212-15,0 4-68 0,4 6-276 0,-4 2-279 16,4 8-269-16,0-1-132 0,0 6-292 16,0-2-172-16,0 2-348 0,0-3-245 0,0-5-39 15,4-4-160-15,-4-10-572 0,3-5-1072 16,2-14-1664-16,-1-6-1461 0</inkml:trace>
  <inkml:trace contextRef="#ctx0" brushRef="#br0" timeOffset="3116.23">11937 1720 13921 0,'0'0'2364'16,"0"0"-1392"-16,0 0-240 0,0 87 156 0,-5-56-52 0,-7 4-200 15,1 0-160-15,-2 1-172 0,2-6-148 16,-6 3-156-16,2-2-120 0,-1-2-308 16,0-4-340-16,0 0-152 0,0-3-500 15,0-9-1692 1,-3-2-5353-16</inkml:trace>
  <inkml:trace contextRef="#ctx0" brushRef="#br0" timeOffset="3545.166">12682 749 9488 0,'0'0'2477'15,"0"0"-677"-15,0 0 108 0,0 0-168 16,0 0-180-16,63 99-420 16,-47-49-216-16,0 7-168 0,0 13-199 15,-4 10-133-15,-4 9 12 0,-4 6-216 0,-4 6-88 0,0 7-120 16,-4-4-12-16,0-4-72 0,4-18-244 16,0-15-156-1,0-16-60-15,4-20-161 0,4-15-27 0,8-9-132 16,0-7-548-16,4-17-900 0,-5 2-2012 0,13-29-3921 0</inkml:trace>
  <inkml:trace contextRef="#ctx0" brushRef="#br0" timeOffset="3817.219">13279 1133 14101 0,'0'0'2508'0,"0"0"-2132"15,0 0-140-15,-84 32 160 0,45-9 76 0,-5 5 20 16,0 4-208-16,0 3-200 0,0-1-72 0,8-2 76 15,4 3-76-15,8-3-12 16,1-4-84-16,7 1 20 0,8-4 52 16,4-3 8-16,4-5 4 0,4-2 8 15,4-2 188-15,8-1 136 0,3 2 316 0,9 2 72 16,0-2-208-16,8 3-136 0,5-1-107 16,2 3-85-16,5-3-64 0,3 0-120 15,5-1-24-15,-4-2-60 0,4 0-76 16,-1-1-93-16,-2 1-443 0,-5 0-316 15,-9-1-508-15,1 1-1060 16,-12-1-2396-16,0 2-3041 0</inkml:trace>
  <inkml:trace contextRef="#ctx0" brushRef="#br0" timeOffset="4466.257">15108 949 5336 0,'0'0'3132'0,"0"0"-868"0,0 0-503 15,0 0 75-15,0 0-96 0,0 0-80 0,0 0-156 16,0 0-352-16,0 0-520 16,0 0-364-16,-84 39-168 0,45-18-52 15,-5 8 72-15,-4-1 52 0,-4 8-76 0,-4-1-96 16,0-1-64-16,0 8 0 15,-3-4-8 1,3 6 0-16,0-2-36 0,8-2-4 0,5-4 104 16,7-1-36-16,8-10 44 0,12-3 12 0,4-3 60 0,4-3-72 15,8-2-60-15,0-3-12 0,4 3 72 0,12 1 60 16,4 1 100-16,8-3 56 0,4 2 77 16,4-2-37-16,3 0-28 0,2 0-20 15,-2-4-88-15,5-2-32 16,-4-1-88-16,0 0-8 0,3-3-40 0,1 1-48 0,4-1 36 15,0 0-48-15,-5 0-28 0,2 0-56 0,-6 0-185 16,-3 0-183-16,-4 4-108 16,-4-1-300-16,-8 0-656 0,-4 4-1504 15,-4 3-3461-15</inkml:trace>
  <inkml:trace contextRef="#ctx0" brushRef="#br0" timeOffset="5107.11">16638 788 5532 0,'0'0'8789'16,"0"0"-7213"-16,0 0-1060 0,0 0-4 0,0 0 232 15,-83-36 592-15,63 36-564 0,-8 0-272 16,-4 10-168-16,0 9-112 0,-8 7 20 0,0 11 16 15,-4 11-12 1,0 15-24-16,4 3-51 0,1 15-69 16,7 1 8-16,4 1 0 0,8-4 24 0,8-4-44 15,8-4 20-15,4-11 12 16,8-3 76-16,8-3-28 16,8-6 108-16,7-7 148 0,6-5-108 15,7-11-100-15,-1-3-36 0,5-9-72 0,4-7-24 0,-1-6-84 0,-2-3-108 16,-6-10 0-16,1-9-120 0,-4-3-208 0,-8-4-132 15,-8-6-168 1,-9 3-105-16,-6-3-267 0,-9 1-484 0,-5 2-672 16,-14 0-700-16,-5 3-977 0,-8 1-15 15,-4 2 1140-15,-3 1 380 0,2 6 2436 0,5 5 2164 16,9 2 2756-16,3 5-2236 16,12 5-383-16,-1 2-201 0,9 0-352 0,0-4-292 15,0 4-212-15,9 0-312 0,7 0-188 16,8 0 180-16,8 4-159 15,3-4-209-15,10 0-216 0,-2 0-184 16,5-6-156-16,-4 0-44 0,-1-8-112 0,-2 2-244 16,-2 2-412-16,-7-3-53 15,0 1-183-15,-8 5-668 0,-5 4-1060 0,-10 0-2189 0,-9 6-1971 16</inkml:trace>
  <inkml:trace contextRef="#ctx0" brushRef="#br0" timeOffset="5255.466">16821 1473 11057 0,'0'0'4416'0,"0"0"-2936"0,0 0-784 0,-12 76-88 15,12-48 44-15,0 2 244 16,0-2-100-16,4 0-188 0,4 4-124 16,5-3 17-16,-6-1-17 15,5 1-388-15,-3-3-96 0,-2-1-400 0,5-3-305 16,0 4-147-16,0-8-296 0,0 1-984 0,0-6-3040 16,7-4-5865-16</inkml:trace>
  <inkml:trace contextRef="#ctx0" brushRef="#br0" timeOffset="5385.396">17487 1977 14397 0,'0'0'2628'0,"0"0"-1908"0,0 0-632 0,0 0-88 0,0 0-300 16,0 0-544-16,-36 67-980 0,27-60-3605 0</inkml:trace>
  <inkml:trace contextRef="#ctx0" brushRef="#br0" timeOffset="6540.378">8781 3796 11357 0,'0'0'3824'0,"0"0"-3084"0,0 0 40 0,0 0 388 15,0 0-120 1,0 0-348-16,0 0-248 0,0 0-144 16,0 0-76-16,0 0 364 0,80-50 269 0,-20 34-465 15,3 0-220-15,5-3-180 0,-1 3-104 16,-3 1-8-16,0-1-68 0,-4 3-88 16,-8 1-121-16,-5-1-243 0,-3 6-184 0,-8 0-496 15,-4 2-756-15,-8 5-1036 0,-8 0-1517 16,-8 0-2411-16</inkml:trace>
  <inkml:trace contextRef="#ctx0" brushRef="#br0" timeOffset="6705.493">9303 3884 8836 0,'0'0'3113'0,"0"0"-1821"0,-32 75-556 16,20-38 140-16,0 9 56 0,-4 4 8 0,4 0 144 15,-4-1-112-15,9-2-480 0,-2-6-492 16,1-9-84-16,4-7-140 0,4-8-80 0,0-9-104 15,0-1-348-15,4-7-428 16,4 0-316-16,5-12-672 0,-2-2-2497 16,6-23-3302-16</inkml:trace>
  <inkml:trace contextRef="#ctx0" brushRef="#br0" timeOffset="7086.025">9626 3292 13313 0,'0'0'1572'16,"0"0"-1220"-16,0 0 140 0,0 0 288 0,0 0 4 0,0 0 160 16,4 77 212-16,-8-36-384 0,-1 13-248 15,5 5-120-15,0 14-88 0,-4 13-52 16,4 7-104-16,0 11-51 0,-4 8-97 0,4-1 12 16,-3-6-24-16,3-7-120 0,-4-15-161 15,4-14 149-15,0-21-16 0,0-19 28 0,7-14-88 16,1-11-156-16,9-8 20 15,-2-11 236-15,9-14-236 0,4-12-24 16,-4-4-12-16,0-6-100 0,0 4-112 0,0-1 120 16,0 10 260-16,-4 10 200 15,-5 9-48-15,2 6 60 0,-9 9 48 0,3 4 524 16,-7 0 96-16,5 7-40 0,-5 3-28 16,3 5-40-16,-3 8-120 0,0-1-112 15,1 7-36-15,-5 3-12 0,0-1 25 16,4 0-13-16,-4 1-84 0,0-6-100 15,0-4-108-15,0-9-184 16,0-4-140-16,4-3-129 0,-1-6-31 0,5 0-140 16,0 0-292-16,4 0-612 0,0-6-1584 0,4-10-3525 15</inkml:trace>
  <inkml:trace contextRef="#ctx0" brushRef="#br0" timeOffset="7383.501">10255 4361 13281 0,'0'0'2016'0,"0"0"-1348"15,0 0-4-15,0 0 368 0,0 0-228 0,0 0-124 16,0 0 164-16,88-37-208 16,-77 8-344-16,-3-2-292 0,1-4-92 0,-1-3-180 15,-5 3-44-15,1 7-24 0,0 2 168 16,-4 3 148-16,-4 11 24 0,-3-1 244 16,-10 4 96-16,-2 6-44 0,-1-1-4 15,-4 1-112-15,0 3 52 0,4 7-36 0,0 5-64 16,1 11-48-16,6 9 40 0,1 5 69 15,1 8 51-15,6 6 96 16,5 2-24-16,0 1-172 0,0-2-144 0,13-8-220 16,-2-10-164-16,6-11-237 15,-2-11 97-15,5-9 64 0,4-3 164 0,4-15-264 16,-1-8-336-16,-3-8-584 0,4-7-736 16,0-1-2096-16,-7 8-949 0,11-14-566 0</inkml:trace>
  <inkml:trace contextRef="#ctx0" brushRef="#br0" timeOffset="7640.626">10637 4166 6716 0,'0'0'2960'0,"0"0"-335"0,0 0-637 0,0 0-296 0,0 0-368 16,52 85-320 0,-48-57-128-16,-4 4 56 0,0-3 4 0,-4-3-304 15,4-10-315-15,0-4-317 0,0-5 0 16,0-5 0-16,0-2-8 0,0-2-4 0,4-8-217 0,9-6 105 16,2-10 4-1,5-2-88-15,5-4-204 0,-2 3-76 0,1 4 144 0,4 6 188 16,-4 4 104-16,4 5-80 0,-5 7 132 15,-3 3 96 1,1 0 368-16,-2 3 0 0,-3 7-108 0,-4-1-116 16,4 4-68-16,-4 6-76 0,-4-1-96 15,0 6-48-15,-4 1 40 0,0 2-148 16,-4 5-148-16,4-4-284 0,0 5-412 16,-4-5-752-16,4-8-2712 0,-1 5-4377 0</inkml:trace>
  <inkml:trace contextRef="#ctx0" brushRef="#br0" timeOffset="8156.034">13578 3286 7172 0,'0'0'5545'16,"0"0"-4309"-16,0 0 80 0,0 0-108 0,79 89 48 0,-66-41 112 15,-2 8-128-15,-11 11-292 16,0 6-167-16,0 13-129 0,-3 3-120 16,-5 6-168-16,0 4-172 0,3-3-48 15,1-9-144-15,1-10-36 0,3-16-288 0,0-21 44 16,0-14 28-16,0-13-88 0,3-7-120 16,6-6-233-16,3-3-207 0,4-13-592 0,-1-10-936 15,-3 5-2288-15,1-28-4333 0</inkml:trace>
  <inkml:trace contextRef="#ctx0" brushRef="#br0" timeOffset="8313.049">13853 3930 15381 0,'0'0'1880'0,"0"0"-1444"0,0 0 464 0,0 0 352 16,100 7-200-16,-73-4-212 0,5-1 21 16,-4-2-269-16,8 0-204 0,4 0-88 15,4-8-176-15,-1-9-124 0,9-2-68 0,-4 0-136 16,0-6-304-16,-5 0-496 0,2 3-469 15,-6-3-795-15,-11 8-2648 16,-4-6-3493-16</inkml:trace>
  <inkml:trace contextRef="#ctx0" brushRef="#br0" timeOffset="8516.996">14419 3521 14025 0,'0'0'2056'0,"0"0"-1204"0,0 0-304 0,0 0 232 0,0 0-92 0,0 0 36 15,0 0-88-15,0 0 0 0,35 70-76 16,-14-32-99-16,-5 6-73 0,-1 10-96 0,2 7-196 16,-10 8-96-16,1 4 0 15,-4 4-60-15,-4 0-156 0,0-5-208 0,0-2-125 0,-4-7-35 16,0-10-64-16,4-7-256 0,0-8-712 16,0-13-1556-16,0-6-4501 0</inkml:trace>
  <inkml:trace contextRef="#ctx0" brushRef="#br0" timeOffset="9190.666">15562 3505 9068 0,'0'0'2157'0,"0"0"-401"0,0 0-268 0,0 0 172 0,0 0-320 15,0 0-364-15,0 0-288 0,0 0-184 0,9-76-64 16,10 54-48-16,9-1 48 15,4 4-52-15,0-2-84 0,7 4-23 16,2 1-25-16,2 3-112 0,-2 4-48 0,2 2 40 16,-3 7-88-16,-5 0 36 0,2 7-84 15,-5 6 0-15,-5 2-4 0,1 12 4 16,-8 0 44-16,0 9-36 0,-8 5 4 0,-4 6-12 16,-8 0-44-16,0 5-40 15,0-8-100-15,-12 0-44 0,4-9 20 0,0-6 27 16,-4-7-75-16,4-2-244 0,1-5-232 15,-10-2-308-15,6-3-552 16,-2-4-1428-16,-11 0-4273 0</inkml:trace>
  <inkml:trace contextRef="#ctx0" brushRef="#br0" timeOffset="9402.252">15925 3845 11701 0,'0'0'1664'0,"0"0"-876"15,0 0 44-15,0 0 532 0,52 69-60 16,-41-49 20-16,2-1-124 0,-1-4-188 15,-1 1-135-15,2-4-17 0,-2-1-76 16,6-2-288-16,2-6-148 16,5-3-104-16,0 0-100 0,4-12 12 0,0-4 0 15,4-10-72-15,0-9-84 0,3-3-48 0,1-9-156 16,4-2-184-16,-5-1-152 0,6 2-236 16,-5 7-104-16,-4 10-177 0,-4 1-787 15,-8 11-2524-15,-1 5-4165 0</inkml:trace>
  <inkml:trace contextRef="#ctx0" brushRef="#br0" timeOffset="10037.936">18483 3403 10756 0,'0'0'2513'0,"0"0"-1405"0,0 0-440 16,-80-44 48-16,49 31 92 0,-2 1-24 0,1 5-40 15,-4 1-152-15,4-1-4 16,4 7-72-16,0 0-160 0,1 7-76 0,-4 6-132 16,-2 5-52-16,-7 12-40 0,5 11-52 15,-9 12 4-15,4 11 80 16,4 12-80-16,-4 6-8 0,9 11 0 0,6 5-4 15,10-5 4-15,6-8 84 0,5-12 124 0,4-12 32 16,17-17 188-16,-2-10 33 0,9-8-229 16,4-10-88-16,8-3-60 0,0-11 24 15,3-2 28-15,6-2-16 0,-2-15-36 16,1-5-84-16,0-3-52 0,0-7-176 0,-4-3-260 16,-8 0-337-16,0 1-159 0,-12 2-264 15,-5 3-556-15,-7 7-840 0,-4 3-2221 16,-12-3-2507-16</inkml:trace>
  <inkml:trace contextRef="#ctx0" brushRef="#br0" timeOffset="10193.445">18065 3959 12437 0,'0'0'1960'15,"0"0"-500"-15,0 0-580 0,0 0 216 16,0 0 64-16,0 0 52 0,0 0-212 16,0 0-319-16,0 0-173 0,107 37-108 15,-71-37-144-15,-1 0-244 0,2-8-12 0,3-5-220 16,-5-3-384-16,1-1-333 0,0 3-271 15,-5-5-608-15,-3 2-1368 0,-7 9-2585 0,-1-3-2507 16</inkml:trace>
  <inkml:trace contextRef="#ctx0" brushRef="#br0" timeOffset="10341.81">18546 3949 484 0,'0'0'11893'0,"0"0"-9529"16,0 0-1380-16,-24 80-92 0,13-49 240 0,3 7 64 15,0-2-128-15,-1 1-140 0,2 2-272 16,3-4-279-16,4-1-353 0,0-4-24 15,0-5-449-15,8-3-231 0,4-10-40 16,7-5-28-16,2-7-200 0,7-7-440 0,4-12-696 16,-5 1-2465-16,17-27-3427 0</inkml:trace>
  <inkml:trace contextRef="#ctx0" brushRef="#br0" timeOffset="10633.352">19809 3114 12793 0,'0'0'3192'16,"0"0"-2540"-16,0 0-524 0,0 0 368 15,0 0 136-15,0 0 136 0,0 0-228 0,0 0-284 16,-88 99-8-16,53-55 92 0,-5 10 40 16,-3 6-52-16,-9 10-24 0,-8 10-96 15,-8 9-84-15,-8 10-28 0,-8 8-24 0,-7 11 100 16,-5 5-3-16,-7 2-9 0,0-2-40 15,-2 1-120 1,10-11-56-16,3-7 20 0,9-7 36 0,15-14 72 0,13-12-72 16,6-12 0-16,18-17-8 0,10-16-76 15,10-12-52-15,7-6-229 16,4-10-267-16,4-3-332 0,7-13-388 0,10-6-156 16,3-10-576-16,-5 2-1832 0,18-20-2473 15</inkml:trace>
  <inkml:trace contextRef="#ctx0" brushRef="#br0" timeOffset="10943.738">19478 3996 8808 0,'0'0'6777'0,"0"0"-5545"0,5 64-624 0,-5-32 188 15,0 10 260-15,0 6-12 0,0 2-108 16,-5 4-339-16,1 2-161 0,1 5-120 16,3 3-168-16,-4 0-148 0,4-1-168 0,0-6-112 15,0-10-132-15,0-9-13 16,4-13 21-16,3-14 64 0,6-8-160 0,2-6-272 0,6-16-236 15,3-10-692-15,-5 3-1352 16,9-24-3765-16</inkml:trace>
  <inkml:trace contextRef="#ctx0" brushRef="#br0" timeOffset="11216.569">20005 4060 13209 0,'0'0'1792'16,"0"0"-1264"-16,0 0 148 0,-92 10-24 0,52 6-52 15,-3 7-144-15,-2 2-208 0,2 7-76 16,-6 3 4-16,10-1-68 16,-1 4 4-16,9 0 96 0,3-3 28 0,7 1-64 15,6-5-112-15,7-6 28 0,3-6 56 16,5 1-8-16,9-8 12 0,6 4 96 0,10-7 72 16,3 1 76-16,7 0-40 0,9-4-168 15,4-4-112-15,8 3-68 0,0-3-4 16,4-2 0-16,3 4 0 15,1-4 0-15,-4 3 96 0,0 0-36 0,-5 4-60 16,-7-5-48-16,-1 2-316 0,-2-1-428 16,-6 0-308-16,-3 1-552 0,-8-2-1220 15,0 5-3837-15</inkml:trace>
  <inkml:trace contextRef="#ctx0" brushRef="#br0" timeOffset="13205.865">21993 3457 7352 0,'0'0'6849'0,"0"0"-5989"16,0 0 340-16,0 0-352 0,0 0-28 0,0 0-8 15,0 0 36-15,0 0 144 0,0 0-496 16,0 0-408-16,4 25 240 0,8 16 85 16,0 13-49-16,-8 17-120 0,-4 4-124 15,0 12-60-15,-8-2-52 0,0-2-8 0,-4-4-68 16,0-8-52-16,4-8-172 0,0-9-48 16,0-10-61-16,4-12 97 0,4-13 60 15,0-10-148-15,0-5-32 0,0-4-20 16,12-7-32-16,0-8 304 0,7-2 172 0,2-5 8 15,3 3-8 1,4 0-36-16,0 3-28 0,0 7 4 0,-5-1-40 16,1 7 100-16,-4 3 64 0,-8 0 168 15,-4 7 112-15,0-1-88 0,-4 3-48 16,-4 1-12-16,0 6 12 0,-7-3 36 16,-6 2 48-16,-7 2-72 0,0 2-60 0,-4-5-64 0,-4 0 4 15,4-2-4-15,1-5-96 16,3 0-12-16,3-5-124 15,6-2-144-15,3-6-216 0,-1-6-472 16,9-8-176-16,0-2-492 0,13-7-984 0,-2 7-1777 16,25-13-1243-16</inkml:trace>
  <inkml:trace contextRef="#ctx0" brushRef="#br0" timeOffset="13583.402">22638 4124 13549 0,'0'0'2000'0,"0"0"-1268"0,-11 99-220 16,-2-65 604-16,-6 11 352 0,-1-11-136 15,8-4-480-15,-1-12-463 16,6-8-205-16,7-8-124 0,0-2-60 16,15-5-304-16,5-11 304 0,8-10 40 15,8-6-40-15,5-6-317 0,2-3-155 16,-3 6 44-16,0 3-24 0,0 10 184 0,-1 7 36 0,-3 9 72 16,0 6 76-16,-4 2-64 0,-5 17 148 15,1 7 108-15,-7 9 76 0,-6 6-92 16,-2 6-92-16,-6 8-76 0,-3 5 76 15,-4 6 0-15,-7 2 48 16,-1 4 24-16,-12 1 136 0,-1-6 136 16,-2 0 104-16,-5-9-56 0,0-8-4 0,4-9-71 15,0-13-73-15,5-8-76 0,6-11 52 0,2-9 44 16,3-3-32-16,3-19-220 0,1-10-8 16,4-15 8-16,4-11-12 15,12-5-96-15,9-4-88 0,3 0 4 0,7 4 32 16,1 6 4-16,3 0-36 15,6 6-40-15,2 2 51 0,-2 6-63 16,2 4-60-16,1 2-428 0,-8 5-836 16,-9 13-2724-16,9-4-3421 0</inkml:trace>
  <inkml:trace contextRef="#ctx0" brushRef="#br0" timeOffset="14560.06">13960 6347 7488 0,'0'0'156'0,"0"0"3733"15,0-80-2877-15,0 58 212 0,0-1 32 0,0 1-124 16,0 7-56-16,4 5-84 0,-4 4-132 16,0 3-284-16,0 3-208 0,5 0-124 15,-5 9-144-15,8 10-40 0,-1 13 232 0,5 15 24 16,0 20 28-16,0 19-104 0,-3 16-216 15,-5 9-24 1,-1 13-108-16,-3 5 0 0,0 3-64 0,4-15 112 16,0-16 20-16,0-21 40 0,0-27 8 0,0-15-8 15,4-15-12-15,-4-14-148 16,4-5-60-16,4-4 100 0,0-4 120 0,4-12 0 16,4-6-48-16,4-13-28 0,-5-9 4 0,5-13-184 15,-7-4-48-15,2 4 20 0,-6 3 40 16,-6 9 60-16,1 15 108 0,-4 3-8 15,5 15 72-15,-6 2-76 16,5 7 8-16,-4 3 80 0,4 0 184 16,0 3 308-16,0 10-76 0,4 3-148 15,0 6-48-15,0 4-48 0,-1 6-28 0,2 1 4 16,-5 3-52-16,-1 5-24 0,-2-3-20 16,-1-3-52-16,-4-3-8 0,0-3-104 15,0-7-8-15,0-6-40 0,0-4-60 16,0-2-244-16,0-7-320 0,0-3-384 0,0 0-916 15,4 0-1108-15,0-13-2581 16</inkml:trace>
  <inkml:trace contextRef="#ctx0" brushRef="#br0" timeOffset="14766.322">14729 7147 16253 0,'0'0'2764'0,"0"0"-1492"0,0 0-540 16,0 0 353-16,0 0-69 0,0 0-292 15,0 0-300-15,0 0-412 0,0 0-12 0,0 0-48 16,0 6-48-16,0-6-112 0,9 0-224 16,-1 0-160-16,-1-3-332 0,5 0-449 0,-3-1-1391 15,-2 4-3864-15,-59 4-4589 0</inkml:trace>
  <inkml:trace contextRef="#ctx0" brushRef="#br0" timeOffset="16068.226">16009 6810 3588 0,'0'0'7949'0,"0"0"-6937"0,0 0-320 15,0 0-68-15,0 0 248 0,0 0-164 0,-80-10 60 16,64 7-216-16,-4 0-132 15,4 0-268-15,-4 3 8 0,4 0 52 0,0 9 72 16,4 4 72-16,4 6-32 0,0 13-16 16,4 3-64-16,1 9-72 0,3 1-12 15,0-4-12-15,0-3-16 0,7-6-132 0,-3-9-84 16,8-9-188-16,0-3-20 16,4-11 84-16,0 0-164 0,8-13 100 0,-4-10-60 15,4-4-64-15,0-5-140 0,-4-3 0 0,-1 0 32 16,-2 3 140-16,-2 6 228 15,-2 5-156-15,-2 2 80 0,-3 8 36 0,0 5 112 16,-3 6 24 0,2 0 40-16,1 10 720 0,0 2-104 0,0 5-176 15,0 5-88-15,0 3-80 0,0 4-84 16,4 6 36-16,-4 2 108 0,0 8-36 0,0 3 40 16,-8 5-116-16,0 5-48 15,0 1 88-15,-5 6-52 0,-2-5 84 0,-5 1 40 0,-4-11 156 16,4-2 60-16,1-11-60 15,-2-7-51-15,5-9-97 0,1-11-108 16,2-3-40-16,1-5 52 0,-4-2-16 16,-3-2-228-16,-2-8-180 0,-2-3 36 15,-6-9 20-15,2-7-32 0,3-2 24 0,-5-7 20 16,6 3-56-16,-1-1-88 0,4 5 99 0,8 2-63 16,0 7 88-16,4 0-28 15,4 0 16-15,4-1 8 16,3 2-8-16,2 2-140 0,2-7 4 0,6 3-160 0,3-2-220 15,0 0-612 1,3-4-964-16,-7 7-2116 0,8-9-2185 0</inkml:trace>
  <inkml:trace contextRef="#ctx0" brushRef="#br0" timeOffset="16359.273">16610 6197 12345 0,'0'0'2128'0,"0"0"-916"16,4 70-372-16,0-32-16 0,4 10 276 15,-4 3 8-15,4 6-240 0,-1 6-320 16,-2 7-132-16,-1 6-152 0,-4 4-116 15,0 2-87-15,0 1-61 0,0-1-4 16,-9-5-301-16,6-15-119 0,-1-7-112 0,4-14-16 16,0-12-24-16,0-16 36 15,7-10-112-15,2-6-388 0,10-19-764 0,-6 2-824 0,15-30-3157 16</inkml:trace>
  <inkml:trace contextRef="#ctx0" brushRef="#br0" timeOffset="16599.664">17064 6626 12953 0,'0'0'1756'0,"0"0"-772"0,0 0-228 16,-80 47 140-16,48-21 156 15,0 6-180-15,-3 0-380 0,3 2-176 0,0 1-120 16,4 0 24-16,9-3-60 16,2-3 36-16,6-4-16 0,7-6 112 15,4-3 12-15,4-4-108 0,7 5-39 0,6-5 15 0,2 1-52 16,9-1 0-16,0 1-44 15,4 0-76-15,0-4-12 16,3-2-76-16,-3 0-20 0,0-4-160 0,0 0-241 16,-4-1-295-16,-4-2-52 0,0 0-236 15,-4 0-892-15,-8 4-2524 0,-8-2-4069 16</inkml:trace>
  <inkml:trace contextRef="#ctx0" brushRef="#br0" timeOffset="16985.961">15530 6273 6216 0,'0'0'2792'0,"0"0"-980"0,0 0-515 16,-64 80-117-16,40-45-176 0,1-1-20 15,-1 8 12-15,0 5-100 0,0 5-124 16,4 4-144-16,4 5-112 15,8 6-36-15,1 3-16 0,7 2-120 0,3 5-136 16,9-5-116-16,8-1-92 0,8-2-196 0,8-5-156 16,4-7-224-16,4-9-160 0,3-10-204 15,1-10-328-15,4-9-368 0,-4-13-472 16,-9-2-1845-16,21-10-1115 0</inkml:trace>
  <inkml:trace contextRef="#ctx0" brushRef="#br0" timeOffset="17280.09">17566 6369 12177 0,'0'0'1776'0,"88"-3"-1308"15,-53 3 76-15,10 6 160 0,-2 3 140 0,-2 10 264 16,-6 0-32-16,1 10-316 0,-4 3-136 15,-4 5-72-15,-4 9-236 0,-5 1-96 0,-2 4-64 16,-13 10-8 0,-4-1-52-16,-4 6-24 0,-13 3-60 0,-7-1 24 15,-3 1-36-15,-6-6-108 0,6-2-112 16,3-10-56-16,0-9-32 0,9-10-92 16,-2-11-128-16,10-11-196 0,-1-8-396 0,-1-2-1064 15,5-5-3129-15,-3-20-2375 0</inkml:trace>
  <inkml:trace contextRef="#ctx0" brushRef="#br0" timeOffset="17466.739">18284 6753 3240 0,'0'0'11689'0,"0"0"-9769"0,0 0-676 15,95-17 328-15,-63 15-264 0,4-1-175 0,-4 3-153 16,0 0-388-16,-1 0-316 15,5 0-160-15,0 0-116 0,0 0-244 0,-4-3-228 16,0 3-192-16,-4 0-381 16,-5 0-539-16,-6 3-2536 0,-6 7-4085 15</inkml:trace>
  <inkml:trace contextRef="#ctx0" brushRef="#br0" timeOffset="17618.944">18507 6994 3908 0,'0'0'12721'0,"0"0"-11241"16,0 0-1432-16,0 0 260 0,0 0 148 0,80 6 708 16,-48-6 116-16,-1-6-595 0,5 0-325 15,4-7-320-15,-5 1-40 0,1-8-596 0,1 5-425 16,-5-2-31-16,-13 2-956 16,13-4-3708-16</inkml:trace>
  <inkml:trace contextRef="#ctx0" brushRef="#br0" timeOffset="18303.105">19721 5950 5824 0,'0'0'5080'0,"0"0"-2859"0,0 0-785 0,0 0-476 16,0 0-4-16,0 0 140 0,0 0 124 15,0 0 56-15,0 0-468 16,21 89-284-16,-21-42-172 0,0 3-35 16,0 11 71-16,0 6 120 0,0 3-24 0,0 6-208 15,-8 3-152-15,-1 7-124 16,-2-2-60-16,-1-7-60 0,0 0-96 0,4-10-40 0,0-11-8 16,4-14 116-16,4-13 40 15,0-10-36-15,4-13-136 0,8-6-217 0,8-3-27 0,-1-13 304 16,2-6 52-16,3-6-16 15,-4-4-84-15,-1 0 12 16,2 0 156-16,-10 7 4 0,2 6 84 0,-2 6-88 16,-3 7 88-16,1 6 12 0,2 0 452 15,1 6 60-15,0 7 0 0,4 2-136 16,0 8 17-16,0 2-57 0,0 4-56 16,-4-1-72-16,4 1-4 0,-1-7-84 0,-2 1-120 15,2-8-8-15,2-2-148 0,2-4-76 16,1-2-300-16,1-7-233 0,2-2-159 15,5-15-720-15,-8 4-2960 0,12-16-4293 16</inkml:trace>
  <inkml:trace contextRef="#ctx0" brushRef="#br0" timeOffset="18733.024">20655 6639 11309 0,'0'0'5248'16,"0"0"-3932"-16,-81 57-120 0,42-22 444 0,-6 9-239 15,6 4-45-15,7-1-332 0,4-6-396 0,8-5-376 16,12-14-252-16,0-6-204 0,8-4-132 16,0-5 8-16,4-4-8 0,4-3-28 0,8 0 4 15,0-10 56-15,8-5-12 16,0-11-20-16,4-2-40 0,0-4-125 0,0 0-83 16,-5 3-36-16,1 4 56 0,0 6 136 15,-3 6 172-15,-2 10 84 0,-6 3 52 16,2 3 120-16,-7 13 268 0,4 7-32 15,-4 2-112-15,-4 6-64 16,3 7 12-16,-2 1-64 0,-1 8 40 0,-4 1 52 16,4 10 156-16,-4 2 40 0,0 6 8 15,-8 1-24-15,0 3 0 0,-4 0 24 16,-4-7 24-16,4-6 49 0,1-12-13 16,-6-8-24-16,9-11 8 0,1-10-32 0,-2-7-112 15,1-5-24-15,1-4 4 0,-6-4-184 16,-6-7-184-16,-2-6-32 0,2-8 60 15,-5-4 36-15,-4-6-64 0,0-6-20 16,0-8-100-16,0-1-96 0,0-4 60 16,0 0-85-16,9-3-159 0,2 3-148 15,6 4-284-15,11-2-696 0,0 8-656 0,4 12-2537 16,11-15-1663-16</inkml:trace>
  <inkml:trace contextRef="#ctx0" brushRef="#br0" timeOffset="19059.601">21527 5722 10484 0,'0'0'2989'0,"0"0"-1581"16,11 72-528-16,-11-31 164 16,4 13 196-16,-4 10 32 0,0 9-64 15,-4 6-172-15,0 7-175 0,-3 7-85 0,3-2-232 16,0 4-264-16,-5-2-208 0,5-2-72 0,-3-4-44 16,3-5-224-16,0-6-32 0,4-9-184 15,0-14-48-15,0-8 8 0,8-17 75 16,-1-9-39-16,6-15-244 0,2-10-564 15,10-19-660-15,-5 2-1812 0,19-38-1969 16</inkml:trace>
  <inkml:trace contextRef="#ctx0" brushRef="#br0" timeOffset="19349.763">21993 6334 13433 0,'0'0'2188'0,"0"0"-1520"16,0 0 80-16,-84 29 72 0,48-7 8 15,0 6-80-15,-3 4-320 16,-6 7-232-16,10-1-24 0,-1 3-72 0,4-4-88 16,0 2 84-16,4-1-24 0,8-6 4 15,5-5-28-15,7-4-48 0,-1-7-8 0,9-3-68 16,0-1-56-16,4-2-28 0,5 3 96 16,6-4 64-16,6 4 84 0,3 1 4 15,8-3 44-15,3 5 28 0,5-3 36 0,-1 3 84 16,10-3 180-1,-1 0-179-15,-1-1-213 0,5 4-68 16,-1-3-12-16,1 2-36 0,1 5 44 0,-10-8-105 16,1 1-183-16,-4-1-512 0,-4-2-408 15,-1 0-424-15,-7-4-2544 0,4 0-5145 16</inkml:trace>
  <inkml:trace contextRef="#ctx0" brushRef="#br0" timeOffset="19532.846">23224 7099 15909 0,'0'0'5016'15,"0"0"-3375"-15,0 0-493 0,0 0-304 0,0 0-540 16,0 0 8-16,0 0-84 0,0 0-228 16,0 0-180-16,0 0-460 0,-8 7-336 15,-4-7-260-15,4 0-1249 0,-16 0-6724 16</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09:46.203"/>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FF0000"/>
    </inkml:brush>
  </inkml:definitions>
  <inkml:trace contextRef="#ctx0" brushRef="#br0">20395 2800 3764 0,'0'0'0'0,"0"0"0"0,0 0 2072 16,0 0 500-16,0 0-992 0,0 0 9 0,0 0-285 15,13 76-256-15,-10-50-288 16,-3-1 32-16,4 4-264 0,0-3-172 16,0 2-20-16,-4 0 100 0,4 4-164 15,0 0-72-15,0 3 84 0,-4 5-184 16,4 2 12-16,0 6-40 0,0 2-20 0,0 2 20 16,0 5 4-16,0 3 8 0,-4 0-84 15,3 1 4-15,2-1-4 0,-5 0 88 16,4-3-76-16,0 4 0 0,-4-4-8 0,4 4 60 15,0-8-64-15,-4 4-16 0,4-2 8 0,-4-5 8 32,3 1 0-32,-3-1 0 0,0-1 0 0,0 5 0 0,0-4 56 15,-3 4 4-15,-1 2-12 0,-8 3 16 16,0-6-56-16,0 2 128 0,0-3-76 16,0 0-48-16,0-1 0 0,0-1 88 15,-4-3-40-15,4 5 40 0,-4-8-88 0,5 4 48 16,-6-3 52-16,6-4-100 0,-6 0 0 15,6-3 60-15,-6 1-12 0,6-1 4 16,-6 0-4-16,6 0 64 0,-6 0 192 16,6-1 500-16,-1 5-500 0,0 3-228 15,4-1-88-15,-3 4-8 16,2-1 8-16,5-3 116 0,0 4-116 0,-4 3 0 0,5-1 0 16,3 5 0-16,-4 2 48 15,4 0 0-15,-5 0 28 0,5 0-64 0,0 0 60 16,0 3-23-16,0-2 11 0,-4-1-56 15,4 0-4-15,0 4-4 0,0-1 0 16,-4 0 4-16,4 1 0 0,0-1-60 16,0 1 60-16,-4-2-4 0,4 2 4 15,0 2 4-15,-4 1-4 16,4 0 4-16,0-1 4 0,0 3 4 0,0 1 72 0,0-2-84 16,0 0 4-16,0 2-4 0,0 1-12 15,0-3-36-15,-3 6-49 0,3-5 89 16,0 1-52-16,0 3 52 0,-4-4 0 15,4 4-4-15,0 0 4 0,0-1 8 0,0 1 0 16,0 1 0-16,0 1 0 0,4-1 48 16,-4 1-48-16,3 2-44 15,-3 2 44-15,4 0 0 0,-4 3 0 16,4-3-4-16,-4 6 0 0,4-1 0 16,-4-2-44-16,4 3 44 0,-4 1 0 0,5-3 0 15,-5 2 0-15,4-2 4 0,-4-1 0 16,3 0-4-16,-3 3-56 0,4 1 60 0,-4 2 8 15,0 5 4-15,0-1-12 16,0 0-4-16,0 3 4 0,0-1-4 0,-4 2-8 16,1-1-36-16,-1-3-12 15,-1 3 0-15,1-4 8 0,0 5-32 16,0-1 80-16,0 0-36 0,1 3 40 16,-1-3 4-16,0 7-4 0,4-7 0 0,0 3 72 15,-5 1-12-15,1-1-44 0,4-1-16 16,-4-1 8-16,0 2 4 0,1-3-8 0,-1 0 8 15,4-3-12-15,-4 3 4 0,4-1-8 16,-4-1-4-16,4-1-104 16,-5 0 100-16,1-1-60 0,4-2-16 15,-4 3 88-15,1-3 8 0,-1 3 0 16,0-3 64-16,0 6-12 0,4-3-52 0,-9 3-4 16,9-1 4-16,-4 2-8 0,1-5-8 0,-1 2-88 15,0-1-28-15,0-3 40 16,-5-1 72-16,5 1 12 15,1-4 0-15,-5 5 4 0,4-2-4 16,-4-3 0-16,3 1-12 0,2-1-36 0,-5 0 40 0,4 5 0 16,-4-5-52-1,3 1 60-15,-2 0 0 0,3-1 64 16,0 1-64-16,-4-4-8 0,4 0 8 16,-4 0 12-16,8-2 0 0,-4-1 72 0,0-3-84 0,4 0 4 15,0-2 4-15,0-2-8 0,0-2 4 16,0-1-8-16,0-2-4 0,0 2-4 0,0-5 12 15,0 2 4-15,4-2 4 0,0-5 0 16,-4 4-8-16,4-2 4 16,-4 2 4-16,0-3 0 0,4 1 4 0,-4-1 0 15,0-3 0-15,0 0 40 16,4-6-52-16,-4-1-4 0,4-3-8 0,0-2 0 16,0-4 12-16,0-3 12 0,-4-7-4 0,4-3 4 15,-1 1 36-15,-3-4-36 16,5-3 0-16,-1-3-4 0,0 3 52 15,-4-7 0-15,8 5-48 0,-4 2 0 0,-1 0 40 0,6 3-44 16,-1 0-8 0,3 7-8-16,-2-1 4 0,3-3-108 15,-5 1 16-15,1-3 0 0,1-4 88 0,-1-4-44 16,-5-5 4-16,1-1 36 0,-4-5 0 16,4-1-36-16,-4-3-12 0,0 0-88 15,0 0-96-15,0-7 12 0,0-2-36 0,-4-4-224 16,-3-9-356-16,-1-6-996 0,-1 5-2828 15,-14-28-3601-15</inkml:trace>
  <inkml:trace contextRef="#ctx0" brushRef="#br0" timeOffset="1470.175">22140 3070 340 0,'0'0'820'0,"0"0"7260"16,0 0-6171-16,0 0-545 0,0 0-228 0,0 0 40 16,0 0 20-1,0 0-340-15,0 0-248 0,-11-47-124 0,11 47-140 16,0 3-72-16,0 3-24 0,8 7 280 16,3 6 96-16,6 9-148 0,-2 7-108 0,1 9-76 15,0 8-212-15,0 4-76 0,0 9 0 0,-4 1-4 16,0 0-12-16,-5 0-36 0,6-1 44 15,-5-2-56-15,-1-6-4 16,6-2 64-16,-1-8 36 0,-1-3-32 0,2-8-4 16,2-8 8-16,2-6 44 15,-2-13-40-15,5-2 48 0,1-7-48 0,-2-4 24 16,5-8 72-16,0-5-44 0,0-8 68 16,-1-3-72-1,1-7 24-15,-3-6-72 0,3-4 56 0,-1-2-60 16,-3-7 36-16,4 0-44 0,-4-3 0 0,0-7 8 15,0 4 0-15,3-3-4 16,-6-1 5-16,3 7-9 16,-1 3-9-16,-2 6 9 0,-6 10 0 0,-3 6 85 0,-3 7-21 15,-1 6-64-15,-4 3-72 0,0 3 24 0,0 1-49 16,0 5-147-16,-9 0-256 0,1 1-84 16,-7 4-136-16,-2 2-164 15,-2 2-552-15,-5 11-756 0,8-3-1052 0,-20 15-2601 0</inkml:trace>
  <inkml:trace contextRef="#ctx0" brushRef="#br0" timeOffset="1659.086">22268 3426 12 0,'0'0'11497'0,"0"0"-9145"0,0 0-1024 15,0 0-184-15,0 0 624 16,0 0-748-16,91-42-296 0,-66 33-332 15,3-3-232-15,3-2-100 0,1 5-60 0,4-4-128 16,-4 3-228-16,3 2-392 16,-3 4-508-16,-4-3-1724 15,4 4-3633-15</inkml:trace>
  <inkml:trace contextRef="#ctx0" brushRef="#br0" timeOffset="2149.148">24069 3191 5548 0,'0'0'1588'0,"0"0"3169"16,0 0-3145-16,0 0-508 0,0 0-20 16,0 0 220-16,-5 66-104 0,5-25-140 0,0 13-276 15,0 10-220-15,0 9-52 16,-7 9-76-16,-5 4-156 0,0 6-207 0,-4 4-73 0,0-7-85 16,0-7-75-16,4-9-56 15,8-20-4-15,0-13 24 0,4-12-84 16,0-15-84-16,0-4-16 0,4-6-344 0,0-3 60 15,8-6-100-15,-4-7-492 0,8-15-556 16,-4-4-684-16,3-15-2437 16,-6 8-2422-16</inkml:trace>
  <inkml:trace contextRef="#ctx0" brushRef="#br0" timeOffset="2396.015">24092 3298 1108 0,'0'0'1252'0,"0"0"6320"16,0 0-6087-16,0 0-485 0,0 0 176 0,45-63 432 0,-30 54-336 15,5 2-464-15,1 4-284 16,-2 3-104-16,5 0-76 16,0 0-72-16,-1 7-112 0,-2 5-40 0,-5 1-68 0,-1 3 20 0,-7 6 16 15,-3 6-76-15,-5 4-12 16,-5 4 0-16,-10 1 12 16,-2 1-12-16,-6 0 96 0,-1-3-96 0,-4 0-68 15,0-6-56-15,0-4-60 0,4-3-148 0,1-3-100 16,3-2-88-16,-1-8-100 0,6-3-40 15,2 0-144-15,6-2-420 0,3-1-700 16,4-3-2077-16,0 4-3399 16,0-1 6384-16</inkml:trace>
  <inkml:trace contextRef="#ctx0" brushRef="#br0" timeOffset="2568.155">24487 3810 3180 0,'0'0'8897'0,"0"0"-7429"15,0 0-388-15,8 76 720 0,-8-45-344 16,-4 5-408-16,-4-1-496 0,0 6-368 16,-4-3-184-16,4 0-12 0,4-1-160 15,0-4-268-15,4-7-300 0,0-4-164 16,0-10-472-16,8-5-1048 0,0-4-837 16,8-10-2935-16</inkml:trace>
  <inkml:trace contextRef="#ctx0" brushRef="#br0" timeOffset="3073.872">25065 4023 4424 0,'0'0'7145'0,"0"0"-4249"0,0 0-1836 16,0 0-420-16,-16 82 536 0,8-57 208 15,0 4-364-15,0 0-360 16,-4 2-416-16,4-2-100 0,-3 2 4 0,-2 1-148 0,1-3-64 16,5 2-60-16,-6-6-96 15,5-2-96-15,5-4-236 0,-6-9-184 0,9-4-176 0,-4-6-244 16,4 0-700 0,0-6-996-16,0-13-3085 0</inkml:trace>
  <inkml:trace contextRef="#ctx0" brushRef="#br0" timeOffset="3350.597">25451 3375 7524 0,'0'0'2952'0,"0"0"-359"15,0 0-725-15,0 0 4 0,0 89-160 16,0-51-240-16,0 9-300 0,5 7-323 0,-5 3-229 15,0 13-184-15,4 10-112 16,-4 8-116-16,0 10-88 0,-4 8 84 16,-5-1-168-16,5-7-36 0,-4-7-216 15,8-14 48-15,0-14-64 0,0-8-32 16,0-17-40-16,8-10-20 0,5-12-64 0,-2-5-137 16,5-11-95-16,0-7-40 0,4-16-196 15,4-12-808-15,-8-12-2104 0,-1 9-2405 16</inkml:trace>
  <inkml:trace contextRef="#ctx0" brushRef="#br0" timeOffset="3601.986">25511 3521 5488 0,'0'0'4696'16,"0"0"-1999"-16,0 0-1285 0,0 0-272 15,95-70 464-15,-63 57-352 0,5 1-340 0,-2 2-80 0,5 4-220 16,0 3-188-16,-4-1-168 15,-4 4-148-15,0 7-108 16,-9 6-148-16,-7 5-20 0,-4 5 32 0,-8 8 16 0,-4 8-40 16,-12 9-36-16,-12 2-36 15,-4 4-12-15,-7 2-84 0,-5 3-224 0,0-6-312 16,0 2-40-16,4-8-308 16,4-2-500-16,4-8-752 0,4-8-1741 15,13-10-2483-15,-1-3 6152 0</inkml:trace>
  <inkml:trace contextRef="#ctx0" brushRef="#br0" timeOffset="3859.022">25913 4175 7596 0,'0'0'5449'0,"0"0"-3773"15,0 0-416-15,0 0 388 16,88 3-216-16,-76 1-464 0,0-4-392 0,-4 0-164 16,0 2-156-16,0 2-144 0,0-1-100 15,-4 0-8-15,3 4-4 0,-7 2-4 0,0 0 0 16,0 10 4-16,-7 3 56 0,-5 7-56 15,-4-1-4-15,-4 4-44 0,0 1 48 16,5-5 8-16,-2-3 52 0,10-6-52 16,-2-3 40-16,5-7-44 0,4-2-4 15,0-4-108-15,9 0 108 16,6-3 108-16,13 0 88 0,0 0 9 16,8-8-33-16,7-6-64 0,-2-5-64 0,-2 3-44 0,1-3-180 15,0 4-261-15,-4-2-287 0,-4 4-444 16,0 1-540-16,-8 6-2492 0,-1-5-4901 0</inkml:trace>
  <inkml:trace contextRef="#ctx0" brushRef="#br0" timeOffset="4332.95">27503 3514 4744 0,'0'0'532'16,"0"0"4676"-1,0 0-3831-15,0 0-417 0,0 0 620 0,0 0-120 16,0 0-680-16,0 0-280 0,-84 70-152 16,52-31 100-16,-7 2 216 0,-1 9-136 15,5 7-196-15,-6 4-36 0,1 5-88 16,9 1 24-16,3 3-60 0,7-7-52 0,10-5 16 15,7-13 20-15,8-8-32 16,11-11 8-16,6-4 16 0,10-6 132 16,1-7-12-16,4-6-123 0,4-3 27 0,-4-3-164 0,4-10-8 15,-8 1 0-15,-1-7-233 16,1 0-291-16,-4-3-168 0,-4-1-140 16,0 2-580-16,-12-5-1156 0,0 10-3361 0,-12-7-3938 0</inkml:trace>
  <inkml:trace contextRef="#ctx0" brushRef="#br0" timeOffset="4489.304">27161 4060 3724 0,'0'0'4632'0,"0"0"137"0,0 0-3777 0,0 0 208 16,0 0 572-16,0 0-212 0,91 17-360 16,-51-17-392-16,8-10-272 0,3-3-256 0,1-3-244 15,4-3-36-15,-4 1-220 0,-4-1-304 16,0 5-624-16,-5-1-700 0,-7 4-2720 15,16-1-4509-15</inkml:trace>
  <inkml:trace contextRef="#ctx0" brushRef="#br0" timeOffset="5566.975">28551 3079 1644 0,'0'0'8284'16,"0"0"-6095"-16,0 0-897 0,0 0-352 15,0 0 312-15,0 0-24 0,0 0-332 16,0 0-144-16,0 0-256 0,0 0-80 15,-84 79-84-15,61-43-4 0,-1-1-32 0,4 3-16 16,4-3 0-16,4 0-60 0,4-1-100 16,4-2 8-16,4 0-120 0,8-3 36 15,3-4-32-15,6 0 0 0,7-2 36 16,-5-4-36-16,13-4-4 0,1-2-4 16,2-1 0-16,5-8 8 0,3-4-4 0,10 0-4 15,2-9-4-15,1-7-72 16,-1-7-88-16,5-6-108 0,-4 1 64 0,0-7 20 15,-8 4-24-15,-4-4-96 16,-5 4-52-16,-7 2 100 0,-8 4-152 16,-7 5 128-16,-10 1 280 0,-3 0 160 15,-4 6 60-15,-7 1-24 0,-6-1-24 0,-6 3-48 16,-1 3-4-16,-8 5-120 0,-4 2-96 16,-8 9 32-16,-4 7 64 0,-4 6 52 15,-4 10 80-15,-7 6 100 0,-1 7 88 16,-4-1 32-16,4 4-60 0,5-4-36 15,7 1 24-15,8-5-84 0,9-1-3 0,6-7-9 16,5-1-16-16,12-5 16 0,5-1-16 16,3-3-48-16,3 1-60 0,13-4 64 15,4 0-28-15,8 0 0 0,4-3 12 16,8 3-12-16,4-2 4 0,3-3-28 0,5 5-60 16,0 4 84-16,3-4-48 0,-2 4-4 15,-5-2-44-15,-5 2-48 0,2 2 0 0,-10-3-36 16,1 0 80-16,-8 0-4 0,0-2-52 15,-9-1 56 1,-2 0 0-16,-6-3-4 0,2 3 8 0,-13-6 12 16,0 2 132-16,0 1-24 0,-9 0 12 15,-6 3 4-15,-2-3-16 0,-6 3 96 16,-5-1 220-16,-4 1-148 0,-8 2-96 16,-8-2-96-16,-7-4-40 0,-5 4-56 0,-4-6-8 15,0-4 8-15,1-2 48 16,7-4 12-16,0-3-60 0,8 0 0 0,4-3-120 15,8-4 60-15,8 4-12 0,9 0-72 16,7 0-24-16,8 0-76 0,0 3-92 16,4 0-136-16,0 0-60 0,0-3-24 0,8 3-108 15,8-4-5-15,-1-2-331 16,9-3-700-16,1 2-1288 0,6 1-2293 16,-11-1-3839-16,16 0 7972 0</inkml:trace>
  <inkml:trace contextRef="#ctx0" brushRef="#br0" timeOffset="6133.811">29284 4273 2580 0,'0'0'520'0,"0"0"4636"0,0 0-2540 16,0 0-807-16,0 0-217 15,0 0 136-15,0 0-240 0,0 0-364 0,36 88-56 0,-32-58-136 16,0 2-336-16,-4 5-172 0,0 5 17 15,0 3-5-15,0 2-12 0,0 4-172 16,-4 0-132-16,4 6-72 0,-8 0-40 16,4 3 44-16,4 1-52 0,-4-4 4 15,4 0 4-15,0-6-4 16,0-4-4-16,0-5 0 0,0-4-4 0,4-10-60 16,0-6-8-16,-4-6 0 0,4-2-24 15,-4-12-60-15,0 2-160 0,4-4-132 0,-4 0-149 16,0-4-131-16,4-12 92 0,4-6-256 15,0-7-352-15,0-12-1028 0,-4 5-2404 16,0-22-3097-16</inkml:trace>
  <inkml:trace contextRef="#ctx0" brushRef="#br0" timeOffset="6450.301">29376 4353 3876 0,'0'0'5692'0,"0"0"-4207"15,0 0-921-15,0 0-128 0,0 0 524 0,0 0 188 16,0 0-276-16,52-69-268 16,-33 58-128-16,2 2 16 0,-6 5 20 0,5-2-28 15,1 6-124-15,-2-3-64 0,1 3-36 16,0 0-16-16,-4 3-60 0,0 0-12 16,0 4-96-16,-9-1-28 0,6 1-48 15,-5 0-56-15,-4 1-44 0,-4 5 28 16,0-4 0-16,0 8 72 0,-12-6 12 0,-1 6-8 15,-2-1-4 1,-1 0-48-16,-4-4 40 0,-4 1-52 0,0 0-64 0,-4-4-60 0,0 1-88 16,0-1-36-1,1-2-264-15,3-1-112 0,0-3-496 16,7-3-464-16,2 4-708 0,7-4-2697 16,-4 0-211-16</inkml:trace>
  <inkml:trace contextRef="#ctx0" brushRef="#br0" timeOffset="8050.926">21626 5703 6948 0,'0'0'4697'0,"0"0"-2461"16,0 0-592-16,0 0-376 0,0 0 60 0,0 0-172 16,0 0-336-16,0 0-280 0,0 0-296 15,0 0-244-15,0 0 72 0,0 0 148 16,84 21-52-16,-32-21-28 0,-1-2-140 16,5-9 0-16,0-4 0 0,-4-1 0 15,-4-3-60-15,0 3-16 0,-5 6-44 16,-7 1 12-16,0 3-40 0,-8 6 52 15,-4 0-40-15,-4 3 16 16,-5 3 72-16,-2 7-4 0,-1-1-4 0,-5 7 56 0,-3 4 72 16,1 5 28-16,-5 4-4 15,0 6-84-15,0 10-4 0,0 2-4 16,-5 11 4-16,-3 6-8 0,1 5 0 16,-5 5-96-16,3-1 12 0,-2-6 80 15,3-4-48-15,-4-8-68 0,8-13 112 0,0-12-4 16,4-9 12-16,0-9 36 0,0-8-36 15,0-4 0-15,-4-3 12 0,4 0-12 16,0 0-36-16,0 0-148 0,0 0-60 16,-4 0-64-16,4-3-168 0,-4-7-400 15,-4-2-960-15,0-1-2004 0,-4-4-1709 0</inkml:trace>
  <inkml:trace contextRef="#ctx0" brushRef="#br0" timeOffset="8266.779">21710 6232 3360 0,'0'0'10265'0,"0"0"-8681"15,0 0-500-15,0 0-524 16,0 0 496-16,0 0 288 0,92-38-352 0,-60 25-392 0,3-2-284 16,5-1-96-16,-8 0-76 15,4 4-144-15,-4-1-84 0,-4 2-124 16,-5 2-36-16,-6 6-120 0,-2 1-224 0,-6 2-392 15,-5 5-252-15,-4 11-668 0,0 3-1100 0,-9 0-3481 16,-14 23 677-16</inkml:trace>
  <inkml:trace contextRef="#ctx0" brushRef="#br0" timeOffset="8450.814">21662 6622 952 0,'0'0'8200'0,"0"0"-6147"0,0 0-65 0,0 0-564 0,0 0-128 15,0 0-356-15,0 0-256 0,0 0 576 0,63 26-324 0,-31-26-240 0,5 0-148 16,-1 0-160-16,-1-3-192 16,-3-3-88-16,0-1-64 0,0 1-44 15,0-3-76-15,0 2-56 0,-1-3-112 16,5 1-180-16,1 3-248 0,-5-1-652 0,-5 1-932 16,9-3-3741-16</inkml:trace>
  <inkml:trace contextRef="#ctx0" brushRef="#br0" timeOffset="9884.119">23894 6131 3820 0,'0'0'1592'16,"0"0"2276"-16,0 0-2704 0,0 0-155 0,0 0 43 16,0 0 540-16,0 0-264 15,-88-26-372-15,67 26-160 0,2 10-300 0,-1 6-196 16,0 9-92-16,0 10 52 0,0 9 84 16,0 7-72-16,8-3 72 0,1-1-100 15,7-6-156-15,-1-9-64 0,5-9-24 16,0-8-88-16,9-8-92 0,2-3-44 15,1-4 116-15,8-7-40 16,0-9 48-16,8-3-72 0,-8-10-76 0,4-3-156 16,0 1 32-16,-9 2-24 0,6 0 160 15,-10 4-92-15,6 6 68 0,-10 4-56 0,1 2 176 16,1 6 28-16,-5 7 0 16,-1 0-176-16,5 3 288 0,-4 10 164 0,0 3 60 15,5 6 92-15,-6 3 36 0,5 11 48 16,-4-2-204-16,5 7 40 0,-5 7 76 0,-1-1-88 15,-3 5 48-15,4-2-76 0,-4 1 0 0,0 1-48 16,0-2-12-16,-4-3-24 16,-3-2 36-16,2 0 24 0,-3-4 36 15,0-6-48-15,1-1-16 16,-2-4-56-16,-3-5-4 0,5-7 40 0,-6-4 20 16,2-5 28-16,-1-2 36 0,-8-1 12 15,-1-6-52-15,-3-4 28 0,1-9-156 0,-5-2-40 16,4-7-232-16,0-7-192 0,5-6 156 15,2 3-100-15,6-3 220 0,-2 3-48 16,9 7-36-16,4 3 108 0,0 0-36 16,0 3-12-16,4 3 88 0,5 3-4 15,-1 1-8-15,3 2 92 0,2 1 4 16,-2-1 56-16,1 0-56 0,4 1 0 16,0-1 0-16,4-3-12 0,0 1-48 0,-1 2 8 15,2-2-20-15,-6 2-16 0,5 4 4 0,-3-3-92 16,2 5-168-16,-2-2-440 0,-2 6-920 15,-2-3-2188-15,6-1-2813 16</inkml:trace>
  <inkml:trace contextRef="#ctx0" brushRef="#br0" timeOffset="10157.631">24742 5922 11781 0,'0'0'2488'15,"0"0"-724"1,0 0-100-16,0 0-552 0,0 0-180 16,-48 69-248-16,28-31-256 0,-4 3 8 0,5 11 209 0,-5 1-97 15,3 7-224-15,-2 1-92 0,3-1-28 16,4 1-8-16,4-8-136 0,0-1-56 16,9-11-4-16,-2-10-8 0,5-6-40 0,5-5 48 15,2-5-64-15,5-5-32 0,0-4-48 0,4-6-24 16,4 0-76-16,3-6-84 0,-3-6-228 15,1-5-149-15,-6-1-127 16,-2-8-416-16,-6 4-856 16,-7-4-944-16,0 5-1597 0,-3-5-543 0,-10 0 1556 15</inkml:trace>
  <inkml:trace contextRef="#ctx0" brushRef="#br0" timeOffset="10305.901">24500 6340 1760 0,'0'0'1044'16,"0"0"4452"-16,0 0-1219 0,0 0-2445 0,0 0-344 15,0 0 12-15,0 0-212 0,0 0-280 0,0 0-204 16,0 0-292-16,-17-12-84 0,37 15 373 15,4 0-197-15,7-1-264 0,1-2-244 16,1 0-96-16,3 0-4 0,-4-5-44 16,3-2-180-16,1-6-244 15,0 5-305-15,3-9-331 0,6 1-888 16,-14 3-3124-16,13-12-4693 0</inkml:trace>
  <inkml:trace contextRef="#ctx0" brushRef="#br0" timeOffset="10751.373">25547 5807 5976 0,'0'0'8465'0,"0"0"-5709"0,0 0-1768 0,0 0-272 16,0 0-52-1,0 0-76-15,0 0 180 0,-80 50-208 16,56-18-244-16,0 7-23 0,5 5 43 0,-5 6 40 16,3 12 268-16,-2 1-188 15,7 3-116-15,-4 1-64 0,8-4-72 0,0-6-128 0,8-5-68 16,4-5 88-16,0-10-48 15,4-1 24-15,8-8 0 0,0-2-24 16,8-4 0-16,0-6 0 0,3-7 12 0,9-2-16 16,-4-3-44-16,9-4-60 15,-5-7-36-15,-1-6-144 0,-3-3-112 0,-1-3-92 16,-3-6-40-16,-7-1-12 0,-2 1-48 16,-7-4-64-16,-3-3-205 0,-5 1-467 0,-5-1-912 0,-7-3-980 15,-3 4-1733-15,-5 2 117 16,3 4 752-16,-2 5 3968 0,3 11 68 15,4 6 0-15,8 3 680 0,-3 3 416 16,7 1 2148-16,0-2 3417 0,0 4-4145 16,0-2-804-16,3-2-384 15,9 5-132-15,0-1 4 0,8 0-44 0,0 1-307 16,8-7-301-16,-5 0-224 0,5-2-188 16,4-9-136-16,-4 3-40 0,0-9-296 0,-4 1-440 15,0-2-149-15,-4 1-11 0,-4 1-500 16,-4 7-1164-16,-9-1-2772 0,-3 7-2661 15</inkml:trace>
  <inkml:trace contextRef="#ctx0" brushRef="#br0" timeOffset="10881.048">25730 6375 104 0,'0'0'3312'0,"0"0"6149"0,0 0-7681 0,-23 84-1008 16,19-57 196-16,-1 2 252 0,5-1 64 16,0 1-228-16,0-1-444 0,0-2-344 15,0 0-244-15,0-5-24 0,0-2-380 0,5 0-328 16,-1-2-460-16,-4-4-516 0,3-4-2264 15,-3-3-3961 1</inkml:trace>
  <inkml:trace contextRef="#ctx0" brushRef="#br0" timeOffset="11541.586">27950 6235 2296 0,'0'0'9049'0,"0"0"-7053"0,0 0-1004 16,0 0-144-16,-80 32 260 0,52-13-236 16,-4 0-140-16,0 10-140 0,0 0-136 15,4 2-136-15,0-6-84 0,4 4-56 0,9-10 16 16,2-6-60-16,9-7-60 0,1 0-76 15,3-2-108-15,3-1-52 0,6 3 124 16,10 4 28-16,-2-1 8 16,7 1-8-16,-1 3-4 0,1-4 0 0,-4 4-36 15,0-1 48-15,-4 4 0 16,0 0 0-16,-4 0 12 0,0-3 144 0,-5 4-44 0,-2-3 72 16,-1-1 12-16,-4 0-40 15,0-3 16-15,0-2-40 0,-4 3-20 0,-1-5-16 16,-6 1-96-16,-1-1-48 0,-4-3-196 15,0 0-72-15,-4 0-100 0,4-3 24 16,-4 0-148-16,4 0-176 0,4-9-12 0,1-2-428 16,2 3-484-16,5-9-2188 15,4 5-2457-15</inkml:trace>
  <inkml:trace contextRef="#ctx0" brushRef="#br0" timeOffset="11886.056">28197 6452 272 0,'0'0'10953'0,"0"0"-8333"16,0 0-736-16,-5 79-168 0,1-47-308 0,0-1-280 15,0-3-360-15,1 2-340 0,3-9-208 0,0-5-220 16,0-2-44-16,3-6-40 16,5-4-36-16,5-2-100 0,6-2-172 0,1-6-20 15,4-9-56-15,1-8-180 0,-2-2-180 16,1-4-300-16,-4-2-148 0,-1 2-152 0,-2-2-8 15,-6 6 52-15,-2-5-189 0,-1 5 577 16,-4 3 996-16,-4 3 204 16,4 6 872-16,-4 7 329 0,0 3 167 0,0 3-8 15,3 0-420-15,-3 6-264 0,4 7-220 16,0 5 120-16,1 5 32 16,-1 2 20-16,0 4 48 0,-4 0-232 0,3-4-296 0,1-3-251 15,0-3-101 1,0 0-97-16,0-3-39 0,1 0-80 0,-1-2-284 15,-1-3-464-15,1-4-324 0,4-4-736 0,1 1-2184 16,-2-8-3761-16</inkml:trace>
  <inkml:trace contextRef="#ctx0" brushRef="#br0" timeOffset="12116.601">28869 6417 2752 0,'0'0'6272'16,"0"0"-1071"-16,0 0-4017 15,0 0-188-15,0 0 224 0,0 0-192 0,0 0-192 0,-79 72-264 16,63-39-84-16,0 1-24 16,4 1-24-16,0 3-88 0,8-6-147 15,1-4-117-15,3-6-88 0,0-5 8 0,0-4-4 16,7-7 0-16,5-3-4 16,4-3-112-16,5 0-8 0,2-9-37 15,5-8-159-15,0-8-112 0,4-7-192 0,-1-6-276 16,5-6-432-16,-4 0-868 0,-4 8-1892 0,4-21-1741 0</inkml:trace>
  <inkml:trace contextRef="#ctx0" brushRef="#br0" timeOffset="12451.089">29176 5851 7672 0,'0'0'2592'0,"0"0"-19"0,0 0-1413 0,0 0 304 15,-15 80 404-15,7-43-288 0,3 8-292 16,-2 3-276-16,-1 6-307 0,-4 3-109 0,4 0-52 15,-4 3-168-15,0-2-284 0,0 2-92 16,-4-3-160 0,4-4-44-16,0-1-112 0,0-14-132 0,8-6 24 15,0-12 107-15,4-9-35 0,0-8-184 0,4-3-84 16,8-6 336-16,8-7 128 0,0-9 8 16,4-3-36-16,4-1-100 0,-5-2-132 15,1 6 132-15,1 6 172 0,-5 10 112 0,-5 2 408 16,2 4 32-16,-6 6-68 0,1 5 4 15,0 1-44-15,0 7-4 16,-3 0 4-16,-2 0-16 0,1 0-48 16,0 0-64-16,-4-3-32 0,4-2-172 0,0-3 0 15,0 3-60-15,-1-9-112 0,6 2-180 16,-1-4-280-16,0-3-580 0,7 0-576 16,-6 0-2724-16,10-10-3121 0</inkml:trace>
  <inkml:trace contextRef="#ctx0" brushRef="#br0" timeOffset="12868.866">29938 6353 8220 0,'0'0'4529'16,"0"0"-2773"-16,0 0-232 0,103 66 64 0,-63-46-72 15,4 0-264-15,0-6-304 16,0-3-279-16,-1-9-233 0,5-2-168 16,-4-6-184-16,4-10-84 0,0-6-88 0,-1-10-312 15,2-3-341-15,-10-6-283 0,1-1-408 0,-12 11-1472 16,4-11-3401-16</inkml:trace>
  <inkml:trace contextRef="#ctx0" brushRef="#br0" timeOffset="13067.6">30396 5884 4180 0,'0'0'5944'0,"0"0"-4039"0,-36 63-409 15,28-25 112-15,0 12 12 0,4 13 20 16,-4 5-532-16,0 5-204 0,0 5-208 0,-4 5-296 15,1 1-256-15,-2-2-68 0,1-9-76 0,5-9-196 16,7-14-108-16,0-15-148 16,0-13-36-16,15-13 60 0,5-9 24 15,8-15 24-15,4-11-308 16,8-18-728-16,-8 9-1352 16,20-38-2825-16</inkml:trace>
  <inkml:trace contextRef="#ctx0" brushRef="#br0" timeOffset="13567.179">30826 5768 4224 0,'0'0'8969'0,"0"0"-7597"16,0 0-880-16,0 0 552 15,-36 77 356-15,29-38-52 0,-2 5-380 0,1 6-208 16,1 11-104-16,-2 5 13 0,1 4-85 16,1 0-260-16,-1 0-120 0,-1-10-204 0,1-6-232 15,5-10-92-15,-1-12 68 16,4-9 100-16,0-4 20 0,4-10-97 0,-1-6-131 0,5 1 96 15,1-4 12-15,-1 0 160 16,3-7 96-16,2 1 84 16,-2-1-24-16,6 5-60 0,-6-5-100 0,1 7 16 0,-4 0 84 15,4 0 220-15,0 9 84 16,-4 1-12-16,4 6-12 0,-1-4-39 0,-2 4-117 16,3 0-28-16,-5-3-92 0,2-4-4 15,-1-2-4-15,3-1 4 0,2-6 12 16,-1 0-12-16,8-3-52 0,-5-7-228 0,9-6-217 15,4-6 9-15,-4 0 12 0,8-3 12 16,-4 3 24 0,-5-1-52-16,2 10 36 0,-5 1 172 0,-5 5 148 15,-2 4 136-15,-5 3 36 0,-1 0 448 16,2 0 8-16,-9 3 304 0,4 4-52 16,-4 2-100-16,0 1-47 0,0 2 35 0,0 1-28 15,0-3-120-15,0 3-208 16,0-7-264-16,0 0-12 0,4-2-84 0,0-1 0 15,3-3-12-15,10 0-12 0,-2 0-60 0,5-10-124 16,8-10-84-16,0-5-60 16,8-2-37-16,0-9-99 0,-1-5-160 15,5 0-464-15,-3-8-732 0,-2-4-1212 0,-11 8-1665 16,8-24-279-16</inkml:trace>
  <inkml:trace contextRef="#ctx0" brushRef="#br0" timeOffset="13867.304">31730 5842 3696 0,'0'0'3280'0,"0"0"1417"0,0 0-2525 16,0 0-704-16,0 0-232 0,0 0 68 15,0 0-48-15,0 0-80 0,9 89-236 16,-5-48-163-16,0 3-37 16,0 4 60-16,7-1-256 0,2 1-232 0,2 0-180 15,5-1-48-15,-4-3-28 0,0 1-56 16,0-3-84-16,-4-8-24 0,0-1-36 0,-5-8-24 16,2-3-16-16,-5-6 16 15,0-3 24-15,-4-5-96 0,0-1-52 0,-12 0-48 0,-4-4 88 16,-4 0 32-16,-4-3-8 15,-7-3 20-15,-1-7 135 0,-9-5-159 16,2-2-84-16,-1-5-184 0,0 3-84 0,13 3 228 16,6 7 356-16,9 3 100 15,8 2-28-15,4 4 52 0,9 0 20 0,14-3 200 16,9-3 92-16,12-1 124 0,3-5-147 0,9-1-181 16,4-3-232-16,-8 1-96 15,-5-5-305-15,-2 5-635 0,-9-2-872 0,-12 9-2584 16,-9-3-2889-16</inkml:trace>
  <inkml:trace contextRef="#ctx0" brushRef="#br0" timeOffset="14762.135">24053 8744 456 0,'0'0'9384'15,"0"0"-6555"-15,0 0-1237 0,0 0-180 16,-36-70-80-16,28 51-180 0,-4 2-140 16,0 5-144-16,0 3-136 0,4 2-184 0,-4 4 1 15,0 3-41-15,0 6-192 16,-4 10-316-16,-3 17-36 0,-2 8 36 0,-3 9 40 16,9 7 80-16,2 1 88 0,2-8-40 15,7-8-132-15,0-14-36 16,4-9-144-16,0-9-48 0,0-7-112 0,8-3-132 15,3 0-1-15,9-3 241 0,5-10 76 16,-5-3 8-16,3-6-80 16,-3 0-128-16,-3-1-8 0,2 1 24 0,-3 6 44 15,0 7 80-15,0 3 20 0,0 6 12 16,4 6 48-16,0 7 100 16,-1 9 128-16,2 3 32 0,-2 7 36 15,-3 3 36-15,-8 7-48 0,1 2 84 0,-9 7 72 0,0 5 4 16,-5 5-16-16,-7 2 0 0,-4 1-23 0,-3-3 59 15,-2-5 8-15,2-8 28 16,-1-10-60-16,0-6-76 0,8-10-32 16,-4-6-52-16,4-7-12 0,4-2-12 0,-4-7 0 15,-4 0-32-15,0 0-28 0,1-7-96 16,-10-2 0-16,1-7-84 16,0-3-88-16,-4-2 4 0,5-3-12 0,-1-1-12 15,8 3-124-15,0 0-20 0,8 3-52 16,0-4-144-16,8 4-28 0,0 0-97 0,0-3-243 15,5 0-780-15,2 0-1028 0,1 2-2521 16,4-14-3655-16</inkml:trace>
  <inkml:trace contextRef="#ctx0" brushRef="#br0" timeOffset="15067.106">24603 8579 4244 0,'0'0'5364'16,"0"0"-2579"-1,-4 72-469-15,0-33-304 0,-5 9-460 0,5 2-320 16,4 11-168-16,0 2-44 0,0 7-231 16,0 10-85-16,0 8-268 15,-3 13-148-15,-1 5-120 0,0 1-152 0,-4 4-16 0,0-3-88 16,0-9-176-16,0-7 8 0,0-13 16 15,0-15 120-15,4-13 60 0,4-13-28 0,0-16 80 16,0-6-112-16,0-13-196 16,0-3-44-16,0-7-349 0,8-15-55 15,0-9-216-15,-4-10-336 0,-4-11-1140 16,4 8-2537-16,-8-30-2659 0</inkml:trace>
  <inkml:trace contextRef="#ctx0" brushRef="#br0" timeOffset="15333.225">24384 8824 416 0,'0'0'9852'0,"0"0"-7779"15,0 0-769-15,67-80-12 0,-39 54 180 16,8-2-524-16,4 2-364 0,0 5-192 16,3 2-144-16,-3 8-40 0,4 5-20 0,-4 6-56 15,-4 0 16-15,-1 10 12 0,-7 2-60 16,-7 10-52-16,-10 3-36 0,-2 7 60 15,-9 10 52-15,-5 2-64 0,-7 11 4 16,-12-5-64-16,0 1 48 0,-3 0 12 16,-5-3-60-16,1-7 0 0,-2 0-84 15,-3-6-148-15,8-4-260 0,-4-4-296 0,9-2-264 16,-1-6-488-16,0-4-1016 16,12 1-2345-16,0-3-2439 0,0 0 6428 15</inkml:trace>
  <inkml:trace contextRef="#ctx0" brushRef="#br0" timeOffset="15549.653">24969 9528 4196 0,'0'0'8909'0,"0"0"-7093"15,-3 82-836-15,-1-46 60 0,-1 5-156 0,1 0-220 16,4 0-108-16,-4-3-212 0,4 1-184 0,0-4-84 15,0-7-76-15,0-3-172 0,0-9-108 16,4-3-176-16,-4-7-184 0,4-6-192 16,-4 0-332-16,9-10-1008 15,-6 4-1705-15,1-19-2235 0</inkml:trace>
  <inkml:trace contextRef="#ctx0" brushRef="#br0" timeOffset="16235.401">25707 9043 628 0,'0'0'208'15,"0"0"8768"-15,0 0-6835 0,0 0-597 0,0 0-32 16,-81-49-116-16,66 43-200 0,2 3-244 15,2 3-216-15,-2 3-316 0,-2 10-92 16,-5 10-132-16,4 10-12 16,-4 13 72-16,0 8 108 0,4 2 280 0,0 5-155 15,8-7-149-15,0-7-164 16,5-15-176-16,-1-10-84 0,4-12-76 0,0-4-68 0,7-6-64 16,5 0-97-16,4-13 293 15,9-6-208-15,-2-9-136 0,1-7 112 16,0-3-64-16,0 0 112 0,-5 7 44 0,-2 1 128 15,-2 14-104-15,2 4 80 16,-6 9-28-16,2 3 160 0,-2 0 120 0,1 10 200 0,4 2-12 16,0 8-124-16,0 5 24 15,-4 2-112-15,4 6-44 0,-8 2-4 16,4 6 60-16,-4 3 52 0,-4 8 60 16,0 1 60-16,-4 7-60 0,0 3 12 0,-4 2-112 15,-8-2 124-15,0-2 21 0,0-8 3 16,-4-2 24-16,4-7-28 0,0-9-8 0,0-7-52 15,1-9-120-15,-2-5 28 0,1-5-16 16,1-9 20-16,-6 0-116 16,-3-6-156-16,-3-11-88 0,-1-2-8 0,0-9 20 15,0-7-8-15,1-6 80 16,-5-3-32-16,3-3-172 0,5-4-49 16,5 0-15-16,-2 0-84 0,10-1-136 0,-1 2-308 15,8-4-736-15,0-3-996 0,4 0-2053 16,3 12-2115-16,10-21 4728 0</inkml:trace>
  <inkml:trace contextRef="#ctx0" brushRef="#br0" timeOffset="16404.041">26010 8680 2872 0,'0'0'6800'0,"0"0"-2399"15,0 0-2889-15,0 0 528 0,0 0 16 16,79 23-456-16,-59-20-543 0,8 3-669 15,0-3-324-15,4-3-64 0,3 0-72 16,1-3-192-16,0-10-517 0,3 1-351 16,-7-4-508-16,-4 2-2776 0,0-7-3565 15</inkml:trace>
  <inkml:trace contextRef="#ctx0" brushRef="#br0" timeOffset="16584.357">26479 8404 248 0,'0'0'6264'0,"0"0"753"15,0 0-5181-15,0 0-344 0,0 0 60 0,0 0-360 16,0 0-336-16,-7 67-160 0,7-26-188 16,0 3-143-16,0 7-61 15,4-1-72-15,-4 5-232 0,0-1-36 0,0-3-100 16,0 3-469-16,0-7-503 16,0 1-312-16,0-7-692 0,0-12-2456 0,0-1-3517 15</inkml:trace>
  <inkml:trace contextRef="#ctx0" brushRef="#br0" timeOffset="16806.261">26993 9017 10844 0,'0'0'7857'0,"0"0"-6265"0,0 0-1540 0,0 0 80 15,0 0-84-15,0 0 488 0,84 7 172 16,-49-7-127-16,6 0-397 0,-2-7-172 0,5 3-12 16,-4-2-52-16,-8 0-252 0,0-1-513 15,-8 1-375-15,-4 0-688 16,-13 6-2980-16,-7-3-3453 0</inkml:trace>
  <inkml:trace contextRef="#ctx0" brushRef="#br0" timeOffset="16985.761">26929 9243 10484 0,'0'0'6233'0,"0"0"-5473"0,0 0-748 16,0 0 312-16,0 0 380 15,0 0 524-15,0 0-116 0,88 44-336 16,-44-44-359-16,0-13-213 0,4 1-204 16,-5-7-132-16,2 0-513 0,-6 2-267 15,-7 2-216-15,0-2-832 0,-12 8-3016 0,3-4-4117 16</inkml:trace>
  <inkml:trace contextRef="#ctx0" brushRef="#br0" timeOffset="17414.086">28049 8476 6688 0,'0'0'5597'0,"0"0"-4089"15,0 0-268-15,16 67-108 0,-12-25 316 0,4 9-116 0,-4 9-116 16,0 10-328-16,0 7-316 0,-4 5-107 16,0 3-41-16,0 4 228 0,0 4-300 15,-4-2-172-15,4 1-180 0,-4-5-156 16,0-9-76-16,4-11-56 0,0-10-112 15,0-15 132-15,0-11 28 0,4-8 8 16,0-8-85-16,0-8-315 16,0-1-260-16,-4-6-456 0,4-6-736 15,-4-1-2800-15,0-21-2485 0</inkml:trace>
  <inkml:trace contextRef="#ctx0" brushRef="#br0" timeOffset="17718.821">28057 8662 10016 0,'0'0'3005'0,"0"0"-1541"0,0 0-1048 0,52-71-36 16,-29 46 604-16,5 0 136 16,4-1-400-16,5 8-300 0,-2 1-136 0,1 11 44 0,0 3 68 15,0 3-16-15,-1 12-136 0,-7 4-100 16,-4 7-92-16,-3 2 8 0,-14 10-56 0,-3 3 8 15,-4-1 60-15,-8 12-64 16,-4-5-8-16,-7 3 48 0,-5 5-48 0,-8-5-8 16,0-2-4-1,-4-1-156-15,0-3-64 0,1-5 48 16,-6-5-72-16,9-8-176 0,4-1-108 0,0-7-112 16,0-2-192-16,5-4-396 0,3-2-816 0,5-1-2065 15,2 0-2431-15,1 1 3708 0</inkml:trace>
  <inkml:trace contextRef="#ctx0" brushRef="#br0" timeOffset="18053.132">28495 9525 9732 0,'0'0'5225'0,"0"0"-4433"0,0 0-272 16,96-13 600-16,-72 7-104 15,0 3-376-15,0-4-112 16,-5 4-124-16,1 0-160 16,1 0-232-16,-10-1-12 0,1 4-84 0,-3 0-40 0,-9 10 124 15,3 0 88-15,-3 9 44 0,-3 3-44 16,-6 6-28-16,1 1-12 0,-3 2-40 16,3-1 64-16,-1-5-8 0,5 0-56 0,0-3 148 15,4-6 4-15,0 0-52 0,8-3-8 16,9 0-16-16,2-4 84 0,5 1 40 0,4-1 437 15,8-3-221-15,4-3-208 0,0-3-56 16,-1 0-100-16,1 0-60 0,0-5-304 16,-4-2-312-16,-4 1-333 15,0-4-307-15,0 3-652 0,-12-2-2768 0,12-1-3925 16</inkml:trace>
  <inkml:trace contextRef="#ctx0" brushRef="#br0" timeOffset="28700.421">22184 11764 9048 0,'0'0'4637'0,"0"0"-3405"16,0 0-88-16,-4-83 204 0,4 53-96 15,-8-1 196-15,4 0-144 0,-8-5-247 16,4 5-249-16,-3-4-240 0,-2-4 48 16,-2 9-276-16,2-6-136 0,-2 1-120 15,-2 3-36-15,-2 4-44 0,2 3 56 0,2 6 0 16,-1 2-52-16,0 9 4 0,0 1 60 15,4 3-64-15,-12 1-8 0,0 3-8 0,-8 7-40 16,-4 5-96 0,-3 4 60-16,-6 10 12 0,2 2 24 0,-5 10-12 15,1 7 0-15,-2 2-28 0,2 8 76 16,6-2-72-16,-2 8 36 0,7-2-24 0,1 2-48 16,7 5 60-16,0-1 0 15,7-2-60-15,6 3 72 0,6-5 40 0,5-1 0 16,4 0-4-16,9-5 4 0,-1-1 8 15,11-7 48-15,1-3 12 0,8-6 96 16,0-6 12-16,8-6 72 0,4-7-128 0,0-6 56 16,4-7-24-16,0-3-36 15,-1-3-12-15,-3-6 0 0,1-7-84 0,-6 0 56 16,-3-2-68-16,-8-5-48 0,-1 5-12 16,-2-4 0-16,-1-4-108 15,-9 1-156-15,1-3-160 0,-3 3-12 0,-5-4-60 0,-4 1-12 16,-4 2-364-16,-13-5-885 15,-7 2-619-15,-4-2-676 16,-4 2-1025-16,-3 1-239 0,3 6-124 0,0 6 3496 16,4 7 1004-16,13 3 1616 0,-2 3 328 15,9 0 3000-15,5 0-2603 16,3 0-165-16,0 0-520 0,0 3-332 0,3 3-304 0,9 1 340 16,1 2-280-16,2 1-216 15,5 3-60-15,-4-4-183 0,8-3-65 0,-4-3 76 16,-1 1-200-16,5-4-200 0,-3 0-192 15,-1 0-40-15,-1 0-84 0,-2-4-28 0,-6 1-164 16,2-3-208-16,-5 6-156 16,-5-3-28-16,-3 3-25 0,0 0-39 15,0 0-76-15,0 6 132 0,0 10 664 16,-3 0 12-16,-5 9 100 0,-1 0 12 16,5 0 60-16,-3 5 132 0,3-2 76 0,0 4 24 15,-1 1-40-15,1 4-108 0,0 3-60 16,4 6-36-16,-4 1-52 0,1-3 12 0,3 0 4 15,0-2 9-15,0-3-25 0,0-8-20 16,3-1-28-16,1-9-60 16,4-2-36-16,1-7-64 0,-2-1-32 15,1-5-89-15,1-6-263 0,-1 0-100 16,3 0 8-16,6-11-184 0,-2-3-832 0,-2-3-2280 16,6-15-2549-16</inkml:trace>
  <inkml:trace contextRef="#ctx0" brushRef="#br0" timeOffset="29404.045">23053 12191 10660 0,'0'0'1825'16,"0"0"-305"-16,0 0 220 0,0 0-148 15,0 0-320-15,0 0-252 16,0 0-432-16,0 0-196 0,0 0-248 0,-72-88-136 15,76 59 128-15,8-2-40 0,4-4-36 16,4 3 112-16,4 0 12 16,-1 3 20-16,1 4 53 0,4 3 23 0,-4 3-4 15,4 0-56-15,4 0-64 0,0 0 4 16,0-1-76-16,4-2 12 0,3 4-24 16,-2-5 0-16,2 1-16 0,1 3-56 0,0 0-4 15,0 3 4-15,-4 3 48 0,-4 7 16 16,-1 3 8-16,-6 3-24 0,3 0-40 15,-9 9 4-15,5 4 36 0,-4 3 60 16,-4 0 12-16,4 6 16 0,-1 3-52 16,-2 4-24-16,-6 6-60 0,2 0-4 15,-6 5-44-15,1 9-24 0,-8 4 8 16,0 5-8-16,0 5 12 0,-4 4-24 16,-3-4-72-16,-1-2 60 0,-5-7-16 15,6-7 104-15,-1-5-4 0,-1-11 4 16,1-2 4-16,1-7-44 0,3-9 36 15,0-4-48-15,0-2-48 0,-5-4-196 0,-2 0-432 0,-1-3-213 16,-8 0-663-16,-4-6-1184 16,9-1-2220-16,-22-5-2021 0</inkml:trace>
  <inkml:trace contextRef="#ctx0" brushRef="#br0" timeOffset="29667.839">23415 12397 4196 0,'0'0'2968'0,"0"0"2265"16,0 0-4277-1,0 0-396-15,0 0 516 0,16 74 236 0,-12-45-176 16,4 5-248-16,0 1-308 0,4 0-28 0,-4 4 208 16,5-8-112-16,2 1-248 15,1-4-72-15,0-2 61 0,4-3 171 0,-1-4-16 0,5-5-244 16,1 0-140-16,-1-8 8 0,-1 1-24 16,5-7 52-1,0 0 8-15,0-10 96 0,7-7-132 0,-3-2-68 16,5-6-92-16,-1 0-8 15,-1-7-52-15,1 1-152 0,-4-1-180 16,0 3-184-16,-4-3-24 0,0 5-124 0,-8-3-293 16,-1 5-747-16,-6 6-2524 15,2-6-3329-15</inkml:trace>
  <inkml:trace contextRef="#ctx0" brushRef="#br0" timeOffset="30720.115">24642 12497 4516 0,'0'0'6541'15,"0"0"-5117"-15,0 0-108 0,0 0-276 0,-79 69 356 16,63-46-100-16,8 4-356 0,0 0-312 15,8 4-184-15,0-2-116 16,0 0 28-16,4-1 280 0,8-5-128 0,-1-2-180 16,6-4-47-16,7-5-73 15,-5-2 60-15,9-7-4 0,0 0 16 16,4-3-64-16,4-6-36 0,0-7-80 0,8-1-52 16,-5 0-4-16,6-5-44 0,-2-4-72 15,2 2 60-15,2-9-60 16,-3-1-16-16,3-1-20 0,-7-6-36 0,1 2-76 0,-6 3-92 15,-7-3 44-15,0 4-60 16,-12 4 87-16,-4 1 81 0,-4 6 100 0,-8 2 60 16,0 0 8-16,-4 6 124 0,-5 1-120 15,-2 2 172-15,-1 3-27 16,-4 1-21-16,0 3 32 0,0 3-8 16,4 0 8-16,-8 0 12 0,5 0-64 0,-6 3-116 15,-3 7-64-15,0 3 64 0,-4 2 52 16,1 4-44-16,-1 4-8 0,-4 4-52 0,-4 3 52 15,0 2 0-15,0 2 64 16,1 4-52-16,-1 1 48 0,4-1-56 0,0 0 80 16,8 3 0-16,0-3 12 0,9-3-36 0,-2 0 28 15,9-3-84 1,5-3-4-16,3-4 48 0,0-3-40 16,3-3-4-16,9-2 56 0,4-3-48 0,4 0 48 15,0-2 24-15,4 1 36 0,0-1-36 16,3 1 4-16,6 0-40 0,-1 3 0 0,4-3 84 15,3 6-36-15,5 0-12 0,0-1-16 0,-1 1-64 16,2-3-8-16,2 4 4 16,-6-5-8-16,-2 2-88 15,-3-2 24-15,-1 1-48 0,-7 3-36 16,-7 0 8-16,-2 0 76 0,-3 4 68 0,-8-2 4 16,-4 9 68-16,-4-5-56 0,0 3 48 15,-4 1-52-15,-4-1 56 0,-3-5-16 16,-6 0 36-16,1-2 24 0,-7-5-12 15,-5 3-12-15,-8-3-12 0,-4-4 24 0,-8 1-24 0,-4-3-36 16,0-4-36 0,-3-6-108-16,-5 0 60 0,8-3 36 15,4-10-132-15,5-2-84 0,7-4-88 16,8 3-56-16,8-4-52 0,4 7 24 0,12-1-72 16,1 0 35-16,3 1-223 0,3-2-120 15,5-1-580-15,8-3-1180 0,-8 6-3089 0,12-3-4947 0</inkml:trace>
  <inkml:trace contextRef="#ctx0" brushRef="#br0" timeOffset="31408.511">25758 13436 352 0,'0'0'10336'16,"0"0"-8191"-16,0 0-797 0,0 0-364 0,0 0 36 0,0 0 108 15,0 0-164-15,0 76-152 0,0-41-284 0,0 7-112 0,0 5 0 16,5 1 96-16,-2 3-72 0,-3 3-164 0,4 0-31 16,0 0-61-16,-4 0-76 15,0 3-100-15,0-3-8 16,0 0-56-16,0-4-4 0,0-2 52 0,0-3-68 16,-4-4 16-1,4-9-12-15,0-4-37 0,0-5-27 16,0-8-20-16,4-2-16 0,-4-6-20 0,0-4-116 0,4-3-92 15,-4-3-112-15,0-7-40 0,4-9-64 16,0-6-224-16,0-7-164 0,0-13-1020 0,-4-6-1848 16,0 13-1805-16,0-25 449 15</inkml:trace>
  <inkml:trace contextRef="#ctx0" brushRef="#br0" timeOffset="31721.504">25774 13551 1228 0,'0'0'6124'0,"0"0"-3684"0,0 0-919 0,0 0-213 0,20-76 20 16,-12 59-76-16,0 5-348 0,8-1-152 16,-4 1-140-16,3 5-80 15,2 1-24-15,-1 3-56 0,-1 0-108 16,2 3-84-16,-6 0-88 0,5 6 12 16,-4 0-40-16,0 1-20 0,4-1-28 15,-4 3-48-15,-4 1-48 0,0-1-8 0,0 1-44 0,-4 0 40 16,0-1 12-1,-4 0 72-15,0 4-12 0,0 0 0 0,-8 2-12 16,-3 2-36-16,-2-2 0 16,-2 5-12-16,-6-4-60 15,5-4-36-15,0 1-148 0,-4-4-148 16,5 1-88-16,-2-4-24 0,-2 0-52 0,3-2-236 0,0-1-264 16,-4 0-608-16,4-3-668 0,0 3-1601 15,0 0-1471-15,4 0 2964 0</inkml:trace>
  <inkml:trace contextRef="#ctx0" brushRef="#br0" timeOffset="41769.592">22256 15202 7016 0,'0'0'232'16,"0"0"4573"-16,0 0-3501 0,0 0-376 15,0 0-180-15,-35-83-120 0,26 71 140 0,1-5-144 16,-3 8-188-16,2 0-188 16,1 2 24-16,-3 4 60 0,-2 3 124 0,1 0-60 15,-4 0-164-15,1 10-84 16,-6 2-100-16,-3 11 64 0,1 2-100 0,-1 6 96 16,0 4-108-16,4 4-8 0,-4 3-76 15,4-5 76-15,0 1-140 0,8-3 100 0,1-10-12 16,2-2-28-16,5-11-24 0,4-6-108 15,0-2-76-15,0-1 40 0,4-3 44 16,5 0 48-16,2-10 164 16,1 1 0-16,4-7-36 0,0-6-236 15,4 0 36-15,0-7-36 0,-1 1-52 16,2 2-24-16,-5 5 196 0,0 4 76 0,0 4 76 16,-4 4 0-16,-5 2 12 0,1 7 0 15,1 0-8-15,-2 0 156 0,1 7 204 0,-4 5 8 16,5 1-88-16,-5 3 40 15,-1 3-116-15,1 4 128 0,0 2-164 16,-4 6-112-16,4 1 160 0,-4 3-32 16,0 3 8-16,0 4-48 0,0-2-28 15,0 2-60-15,-4 2 40 0,-4 2-4 16,5-6-32-16,-5 1 44 0,-1-2-8 0,1-5 8 0,1-2 88 16,-2 0 0-16,1-4-12 0,-3-2-100 15,-2 0 72-15,-2-7-68 0,3-1-40 16,-8-2 24-16,3-6-24 0,2-1 16 15,-5-5 8-15,4-4-72 0,0 0-24 0,1-7 12 32,-2-2-64-32,-2-4-140 0,2-6 8 0,1 0 148 0,1 0-160 15,-2-4 0-15,9 8 160 0,1-4 60 16,3 2-64-16,4 5-92 16,0-4 156-16,0 4-52 0,0-4 4 0,8 0-12 15,-1-3-8-15,6 0 64 0,2 0-68 0,2-1 24 16,-2 5-76-16,5-2-144 15,1 2-16-15,-2 5-8 0,1 2-180 0,0-3-84 16,0 8-448-16,0 0-732 0,-5 3-1408 0,6-2-3281 16</inkml:trace>
  <inkml:trace contextRef="#ctx0" brushRef="#br0" timeOffset="41993.404">22591 15512 8020 0,'0'0'1544'16,"0"0"2725"-16,0 0-2061 0,0 0-260 15,0 0-188-15,0 0-432 16,0 0-572-16,0 0-331 0,0 0-133 0,0 0-232 0,47 0-60 16,-43 0-184-16,0 0-44 15,0 0-28-15,1 0-217 0,-5 0-391 0,0 0-396 16,0 0-668-16,0 0-1860 0,0 0-2485 0</inkml:trace>
  <inkml:trace contextRef="#ctx0" brushRef="#br0" timeOffset="42565.11">23340 15014 3788 0,'0'0'4840'16,"0"0"-2279"-16,0 0-665 16,0 0-256-16,0 0-128 15,0 0-128-15,0 0-296 0,0 0-276 0,0 0-212 0,-17 93-64 16,17-49 168-16,4 7-71 16,-4 9-317-16,5 1-72 0,-5 5-160 0,0 4 0 15,-5 4-84-15,-3-2-40 0,1 7 32 16,-1-2-88-16,-1-1 48 0,-2-7-24 0,7-8-4 15,-4-7 28-15,4-10 36 0,4-11-144 16,0-8-16-16,0-10-105 16,4-11-103-16,0-4-128 0,4-4-176 0,3-11-28 15,-2-10-184-15,3-8-220 16,-1-11-536-16,2-4-980 0,-6 10-2237 16,1-32-3019-16</inkml:trace>
  <inkml:trace contextRef="#ctx0" brushRef="#br0" timeOffset="42833.643">23355 15189 3104 0,'0'0'924'0,"0"0"4344"0,0 0-3475 15,0 0-301-15,0 0-116 16,96-70-148-16,-72 60-312 0,4 1-236 16,-4-1-208-16,4 7-176 0,4 0-8 15,-4 3-4-15,0 0-112 0,0 9-12 0,-5 5-72 16,-3-2-40-16,-3 10 124 0,-10 0-36 15,-3 6 24-15,-4 8-96 0,-4-1-64 0,-8 0-120 16,0 5 56-16,-8-4 56 0,4 2 4 16,-8-6 0-16,4-7-104 15,-3 0-188-15,-1-6-148 0,0-5-116 16,-1-3-148-16,-2 0-220 16,0-5-512-16,2-2-1148 0,-10-4-2969 15</inkml:trace>
  <inkml:trace contextRef="#ctx0" brushRef="#br0" timeOffset="47882.399">24435 15563 7020 0,'0'0'7981'16,"0"0"-5885"-16,0 0-932 0,0 0-944 0,0 0 40 15,76 16-256-15,-56-9-4 0,4-2-36 0,-4 2-100 16,0-3-260-16,-1-1-384 15,2-3-584-15,-6 0-524 16,-2 0-1208-16,-2 0-3097 0</inkml:trace>
  <inkml:trace contextRef="#ctx0" brushRef="#br0" timeOffset="48134.163">24435 15754 6808 0,'0'0'4353'0,"0"0"-1729"0,0 0-856 0,0 0-948 15,0 0-260-15,0 0 24 0,0 0 244 0,0 0-284 0,40 2-164 16,-15 3-156-16,2-3-56 0,4 1-56 0,1 1-100 0,5-4 208 16,-1 3-136-16,3-3-56 15,-3 0-28-15,4 0-172 0,-4 0 84 16,0 0-44-16,-1 0-224 0,1 0-492 15,0-7-280-15,1 2-460 0,-10-2-1096 0,1-6-2841 16</inkml:trace>
  <inkml:trace contextRef="#ctx0" brushRef="#br0" timeOffset="48960.005">24156 15558 1044 0,'0'0'11225'16,"0"0"-8997"-16,0 0-780 0,0 0-368 15,0 0-76-15,0 0-372 0,0 0-632 0,0 0 0 16,0 0-100-16,0 0-220 0,0 0-76 16,0 0-388-16,0 0-948 0,56 60-2084 0,-52-48-2477 15</inkml:trace>
  <inkml:trace contextRef="#ctx0" brushRef="#br0" timeOffset="49141.971">24081 15872 3648 0,'0'0'1812'0,"0"0"3977"0,0 0-3357 0,0 0-836 16,0 0-312-16,0 0-164 0,0 0-172 15,0 0-380-15,0 0-288 0,75 0-280 16,-55-4-76-16,4 1-196 0,-4 0-464 0,0 0-528 15,0 0-492-15,-4 3-2392 0,4-4-4233 0</inkml:trace>
  <inkml:trace contextRef="#ctx0" brushRef="#br0" timeOffset="50171.101">26077 15284 3888 0,'0'0'140'15,"0"0"6252"-15,0 0-4411 0,0 0-921 0,0 0-108 16,0 0 96-16,0 0 360 0,0 0-440 0,0 0-424 16,0 0-152-1,0 0-120-15,-67-51-64 0,50 61-32 0,2 2-176 16,-6 12-104-16,-3 4 104 0,4 2 172 0,-3 6-4 16,6 5 80-16,2-3-68 0,3 1 28 15,4-7-60-15,4-4-148 0,4-9-12 16,0-6-136-16,4-5-32 0,4-1 68 0,4-3-132 15,7-4-40 1,5-4-48-16,4-8 28 0,4-8-300 16,0-2-64-16,-4-6-16 0,0 3-84 0,-9-1 216 0,2 4 224 15,-10 6 88-15,2 7-100 16,-6-1-64-16,-3 7 176 0,0 3 228 16,-4 0 0-16,5 0 316 0,-1 3-36 0,0 7 412 15,0-1-388-15,3 4 8 0,-3 2 32 16,0 9-20-16,1-3 160 15,-1 8 28-15,0 3 20 0,-4 5-28 0,3 2 12 0,-3-2-60 16,0 5-124-16,0-2-88 16,-3 0-96-16,-5-6 8 0,8-5-32 0,-5-7-40 15,1-5-80-15,4-9 0 0,-4-2-4 16,0-2 84-16,1-1-84 16,-5-3-156-16,-1 4-28 0,1-4 36 0,1 0 64 15,-6-4-88-15,-2-6 52 16,-5-1-224-16,0-6 284 0,-4-5-28 0,0 0 88 0,9-4-112 15,-6 1-84-15,10 0 188 0,2 2-284 16,5 4-104-16,4 0-24 0,0 0-76 16,0 3-188-16,8 3-420 0,1 1-832 15,-2 2-1293-15,5-9-3271 0</inkml:trace>
  <inkml:trace contextRef="#ctx0" brushRef="#br0" timeOffset="50500.559">26650 15072 820 0,'0'0'10613'0,"0"0"-8385"0,0 0-696 0,0 65-160 16,-4-36-116-16,0 7 48 0,4-1-236 15,-3 7-228-15,-1 5-352 0,4 4-196 0,-4 9 37 0,4 3-77 16,0 10-140-16,-4 6-112 0,4 4-64 16,-5 3-8-1,5-1-204-15,-4-2 7 0,4-7 73 16,0-10-32-16,0-11 92 0,0-14 52 0,0-12 72 16,0-6-60-16,0-15-100 0,4-2-280 15,-4-6-148-15,5 0-184 0,-1-9-264 0,0-10-340 16,0-6 140-16,-1-10-840 0,1 7-853 15,-4-30-3439-15</inkml:trace>
  <inkml:trace contextRef="#ctx0" brushRef="#br0" timeOffset="50762.422">26523 15224 9700 0,'0'0'2037'16,"0"0"-717"-16,0 0 332 0,0 0 24 15,0 0-396-15,92-77-436 0,-68 62-328 0,7 5-100 0,1 0 0 32,0 5-84-32,0 5-52 0,0 0-96 0,0 5-52 0,-8 8-132 0,0 3 0 15,-9 4-4-15,-6 2-8 0,-5 6 8 16,-4 4 4-16,-9 6 4 0,-10 0-4 16,-1-3-12-16,-4 0 4 15,-4-6-4-15,1-4-208 0,-1-3-208 0,3-6-232 16,5-4-40-16,5-1-348 0,2-6-148 15,5-2-832-15,5-3-1036 0,-1 4-3369 16</inkml:trace>
  <inkml:trace contextRef="#ctx0" brushRef="#br0" timeOffset="51210.812">27479 15487 4424 0,'0'0'288'0,"0"0"6765"0,0 0-4985 0,0 0-800 16,0 0 180-16,0 0-332 15,-88-54-288-15,69 54-16 0,-5 4-332 16,0 8-332-16,0 4-100 0,4 10 48 0,0 6 28 16,5-1 36-16,2-2 8 15,5-4-168-15,4-6 0 0,4-9-84 16,0-4-76-16,0-6 28 0,8 0-248 0,5-3 280 15,2-7-44-15,5-5-4 0,0-4-148 16,0-4 0-16,4 1 0 0,-5 6 52 16,2 4 56-16,-5 5-8 0,3 7 24 15,-2 0-4-15,-2 10 4 0,2 5 172 0,-2 7 60 16,-2 4 152-16,-2 6 124 16,1-1 20-16,-7 4-48 0,2 4 12 0,-3 5 64 15,-4 1 68-15,0-1 48 16,-8 3 52-16,0 1 164 0,-4-4-95 15,1-2-125-15,-6-3-72 0,6-6-172 0,-2-3-32 16,1-9-76-16,1-4-72 0,2-8-24 0,1-2-48 16,1-7-76-16,-6 0-224 15,-2-10-100-15,-5-6-48 0,0-6-84 0,0-10-101 16,4-5-75-16,0-5-196 16,0-6-508-16,0 1-956 0,9-2-2244 0,-2 12-1985 15</inkml:trace>
  <inkml:trace contextRef="#ctx0" brushRef="#br0" timeOffset="51398.915">27711 15196 12793 0,'0'0'4156'0,"0"0"-2396"15,0 0-168-15,95 6-504 16,-63-6-627-16,8-6-401 0,-5-7-60 15,-3-4-329-15,5 2-451 0,-5-4-380 0,-1-1-748 16,-11 5-3140-16,4-10-4373 0</inkml:trace>
  <inkml:trace contextRef="#ctx0" brushRef="#br0" timeOffset="51573.771">28156 14789 4104 0,'0'0'1536'0,"0"0"4677"0,0 0-3929 16,0 0-264-16,4 73-288 0,9-45-276 0,-6 4-404 0,1 4-236 16,5 4-256-16,-6 5-267 0,1 5-293 15,-4 1-40-15,0 7-273 0,-4-1-575 16,0 0-460-16,0-15-920 0,-4 14-3968 16</inkml:trace>
  <inkml:trace contextRef="#ctx0" brushRef="#br0" timeOffset="94347.137">20981 17298 2992 0,'0'0'716'0,"0"0"3276"15,0 0-2904-15,0 0 800 0,0 0-459 0,-56-71 3 16,61 59 12-16,10-8-224 16,13-5-92-16,11 0-116 0,10-8 108 15,7 5-288-15,7 0-208 0,1 2-188 0,-4 11-56 16,0 2-127-16,-4 6-129 0,-5 7-124 15,-3 4-36-15,-12 8-76 0,-1 7 4 16,-10 3 11-16,-6 5-99 0,-7 4 104 0,-8 4 88 16,-4 3-92-16,-4 6-24 0,-12 8-24 15,-12 0 44-15,-4 6-32 16,-7 0-28-16,-1-1-120 0,1-3-12 16,-6-4-100-16,2-2 48 0,-2-6-48 15,2-4 72-15,7-10 84 0,4-9 76 0,8-3 160 16,8-7 48-16,8-5 128 0,4-4 8 15,4 0-184-15,12-4-100 0,8-5 100 16,8-4 528-16,8 0-120 0,7-2-52 0,5-1-112 16,-4 3 0-16,-4 3-76 0,-4 1 16 15,0 3-184-15,-8 3-12 0,0-4 4 16,-8 0-40-16,-1 1-220 0,-2 0-88 16,-2-1-292-16,-2 1-212 15,-2-7-476-15,1 4-1456 0,-3-1-3189 16,2-6-2095-16</inkml:trace>
  <inkml:trace contextRef="#ctx0" brushRef="#br0" timeOffset="94702.551">21830 17361 6612 0,'0'0'3152'16,"0"0"-1807"-16,0 0-833 16,0 0 184-16,0 0 272 0,0 0 340 15,0 0-20-15,56 82-460 0,-52-50-280 16,-4 5-100-16,0-1-64 0,0 2-28 0,0-3-108 15,-4 0-164-15,0-10-36 16,4-5-48-16,0-9-172 0,0 0 8 0,0-11-20 0,0 0-64 16,4-4 16-16,7-5 232 15,1-7 40-15,0-3-40 0,4-2-76 0,0-6 64 16,4 2-84-16,-4-4 80 0,4 7-68 16,-1 0 72-16,-2 5 12 15,-6 9 4-15,2 4-4 0,-5 4 0 0,-1 0 60 16,1 6 240-16,1 7-104 0,-1-1-24 15,-5 8 0-15,1-1 4 0,0 3 8 16,0 4-76-16,-4-4 28 0,5 0-112 16,-5 0-24-16,0-2-160 0,4-7-24 0,0-1-208 15,3-3-228 1,1-2-176-16,8-1-268 0,0-3-640 0,8-3-1068 16,0 0-2945-16,0-6 109 0,12-13 5525 0</inkml:trace>
  <inkml:trace contextRef="#ctx0" brushRef="#br0" timeOffset="95100.623">22575 17449 236 0,'0'0'10244'16,"0"0"-8099"-16,0 0-1009 0,0 0-56 15,-88 13 224-15,64 6-300 0,1 4-172 16,-2 9 192-16,5 5-324 0,1 8-248 16,6-1-136-16,-2 4-48 0,6-7 36 0,9-6-72 15,0-7-96-15,0-8-136 0,9-11 0 16,6-9-100-16,6 0 88 15,3-16-60-15,-1-9 72 0,5-7-184 0,4-9-60 16,-4-7-120-16,0-6-4 0,-4 4 64 16,4-4 20-16,-9-1 52 0,5 2 96 15,-7-1-48-15,-2 3-48 0,-6-3 108 0,-5 3-84 16,-4 4 72-16,0 6 136 16,-4 3 72-16,-1 6 152 0,5 9 96 15,-4 7 60-15,0 3 48 0,4 11-48 0,0-2-72 16,-4 4 44-16,4 0-96 15,0 6-60-15,0 4-192 0,0 6 80 0,-4 10 88 0,4 8-124 16,0 11 36-16,-3 5 48 16,3 8-40-16,0 8-92 0,0 4 0 0,-4 7-48 15,-1-1-28-15,-3 0-32 0,4-7-36 16,0-8-136-16,4-13-148 0,0-11-184 16,4-14-196-16,8-11-388 0,4-7-684 15,5-5-784-15,-2-14-2173 0,1 1-2431 16,4-15 6224-16</inkml:trace>
  <inkml:trace contextRef="#ctx0" brushRef="#br0" timeOffset="95679.929">23232 17338 7704 0,'0'0'2952'16,"0"0"-703"-16,0 0-609 0,0 0-532 0,0 0-28 15,0 0 4-15,0 0-48 16,0 0-312-16,100 35-236 0,-64-28-268 15,7-4-60-15,-3 0-64 0,8-3 12 16,-5 0-108-16,2 0-72 0,-2-10-100 0,-2 1-120 16,-6-4-88-16,-3 1-272 0,-4-1-172 15,0-4-204-15,-9 5-440 0,-6-1-768 0,-1 5-2177 16,-9-6-2403-16</inkml:trace>
  <inkml:trace contextRef="#ctx0" brushRef="#br0" timeOffset="95935.459">23535 16995 6036 0,'0'0'1844'16,"0"0"864"-16,0 0-1471 0,0 0-265 0,0 0-52 0,-8 89 44 16,16-54-132-16,-1 4-88 0,6 5-308 0,-5 3 0 15,-1 4-16-15,-3 7 52 16,1 1-176-16,-5 3-156 0,0-3-140 15,0-11-84-15,0-7-16 0,0-12 92 16,4-17-164-16,0-5-100 0,7-7-64 0,2-16-36 16,2-9-164-16,2-7-320 0,2-12-356 15,1-8-632-15,1 0-1157 16,-6-7-1543-16,1 2-508 0</inkml:trace>
  <inkml:trace contextRef="#ctx0" brushRef="#br0" timeOffset="96597.837">23817 16818 52 0,'0'0'9584'16,"0"0"-7867"-16,0 0-257 0,0 0-160 16,17 75 104-16,-13-33-360 0,-1 6-324 0,1 12-36 15,0 1-104-15,1 8 36 0,-1 1 276 16,0 6-452-16,0 0-196 16,-4 1-232-16,0-7-12 0,0-10-60 0,3-15-48 15,1-13 100-15,0-17-140 0,5-8-84 16,2-7-148-16,5-10 0 0,4-13-100 15,0-5 28-15,-4-10-92 0,4-3 84 16,-4-1 88-16,0 2 240 0,-4 4 132 16,0 8 60-16,0 8-52 0,0 5 104 0,-4 8 76 0,-4 7 160 15,3 0 36 1,-3 3 36-16,0 7 60 0,1-1-76 0,-1 8-136 0,4 1-72 16,-1 6 0-16,-3 1-48 15,5 0 60-15,-1-3-64 0,-1 0-92 0,-3-6-52 16,5-3-52-16,-5-4-56 15,0-3-88-15,3-6-208 0,-3 0-208 0,4-9-300 16,1-7-312-16,2-9-824 0,1-5-1020 16,0 2-1273-16,4-2 117 0,0 0 1500 15,0 8 2608-15,0 6 116 0,-1 6 1328 16,-2 4-348-16,-2 6 1860 16,-3 0-372-16,-3 6 4 0,-1 4-159 0,0 6-233 15,0 3-508-15,-1 0-624 0,-3 6-416 16,0 1-112-16,0 2-40 0,0-2 248 0,4-1-288 0,0-3-180 15,0-6-160-15,1-6-156 16,-1-4-24-16,3-3 8 0,1-3 112 0,1-3 56 16,2-7-88-16,1 1-204 0,1-1 76 15,-2-2 72-15,1-1 72 0,4 4 28 16,-4 2 48-16,0 1 0 16,0 0 8-16,0 0 4 0,0-1 148 15,0 4-36-15,-4-4 36 0,4 5-36 16,-5-3 8-16,1 5 16 0,1 0-12 0,2 0-16 15,-3 0-120-15,5 7-124 0,-2 3-12 16,2-1 60-16,-5 7 76 16,-1 3 12-16,1 3 0 0,1 4 76 0,-5-7 32 0,3 3-116 15,-3-5 4-15,0-5-8 0,0-2-172 16,5-5-108-16,-2-1-76 0,-3-4-224 16,4 0-300-16,1-4-660 0,-2-4-1500 15,-3 1-3505-15</inkml:trace>
  <inkml:trace contextRef="#ctx0" brushRef="#br0" timeOffset="97177.681">25488 17447 196 0,'0'0'848'0,"0"0"8804"0,0 0-7251 15,0 0-993-15,0 0-308 0,0 0-132 16,0 0 40-16,0 0-80 0,0 0 40 0,0 0-268 16,0 0-116-16,107 2-60 0,-72-4-160 15,6-5-119-15,6 1-157 0,1-1-88 16,7-3 0-16,1 1-4 15,0 0 4-15,0-1-132 0,-4 4-17 0,-4-1-215 16,-9 4-36-16,-7 0-196 16,-8 3-68-16,-7 0-352 0,-6 0-820 0,-11 3-620 15,0 10-632-15,-8-7-2649 0,-20 10 525 16</inkml:trace>
  <inkml:trace contextRef="#ctx0" brushRef="#br0" timeOffset="97364.364">25539 17586 3708 0,'0'0'2488'16,"0"0"3389"-16,0 0-4625 0,0 0-616 15,0 0 188-15,0 0 344 0,95 44-52 0,-58-40-444 16,6-4-312 0,1-4-228-16,0-5-132 15,3-7-260-15,-2 0-312 0,-6 0-260 0,1 1-200 0,0-5-636 0,-16 5-1252 16,0-8-5313-16</inkml:trace>
  <inkml:trace contextRef="#ctx0" brushRef="#br0" timeOffset="97668.428">25666 17119 8372 0,'0'0'4957'0,"0"0"-4205"0,0 0-388 15,-68 67 80-15,44-38 124 0,1 8-52 16,-5 2-176-16,4 1-176 0,0 2-40 16,-4 0 76-16,5-1-64 0,3-3-12 0,-5 4-36 15,5-8-36-15,5-2-4 0,3-4-40 16,0-4-8-16,8-6-12 0,4-6-88 16,0 2 100-16,8-6 52 0,4 5 84 15,7-3 112-15,9 3 124 0,4-1 156 0,4-2 260 0,8-4-236 16,0 1-220-16,0-4-212 15,-1 0-120-15,2-3-72 0,-9 0-76 16,3-3-108-16,-3-7-160 16,0 1-496-16,-5-10-252 0,1 0-664 0,-4-10-1308 0,-8 10-3053 15,5-19 1265-15</inkml:trace>
  <inkml:trace contextRef="#ctx0" brushRef="#br0" timeOffset="97910.448">26037 17142 8076 0,'0'0'5529'16,"0"0"-4465"-16,0 0-204 0,0 0-80 0,0 0-268 0,96 66-164 16,-64-37-60-16,4 2-128 15,3 5-36-15,5-2 172 0,0 1 160 16,-1 0-320-16,-2 0-132 16,-5 1-4-16,-1-3-88 0,-11 0-24 0,0 2-36 15,-12-3-184-15,-4 3-264 0,-8-3 12 16,-4 1 96-16,-12 3 56 0,-4-1-396 0,-8 0-60 15,0-4 496-15,-7-1 124 0,-5-5 0 16,0-6-24-16,0-6-476 0,0-4-829 16,0-9-1291-16,8 0-2660 15,-8-7 5404-15</inkml:trace>
  <inkml:trace contextRef="#ctx0" brushRef="#br0" timeOffset="98788.118">27157 17247 4456 0,'0'0'5908'16,"0"0"-4107"-16,0 0-257 0,-48 72-388 0,44-40-64 15,4 3 88-15,4-4-460 16,12-1 108-16,12-9-388 0,8-8-156 15,11-7 12-15,5-6-140 0,4-8-56 0,4-12-88 16,3-5 96-16,-3-4-104 0,0-9-4 0,-4 0-120 16,-1-4-28-1,-7 2-60-15,-4 1 0 0,0-2 24 0,-8 5-48 0,-4-2 72 16,-4 7-76-16,-13 3-24 16,-2 2 136-16,-10 7 124 0,-3 3 96 0,0 4 52 15,-11-1-48-15,-6 3-88 0,1 3 60 16,-3 5 28-16,2 2 36 0,-2 2 84 0,-5 15-72 15,4 2-88-15,-4 7 4 0,-3 5-16 16,-1 4-40-16,-4 10 104 16,0-4 8-16,0 6 4 0,-5 4-16 15,2-3 40-15,-1 3 12 0,4-4 0 0,4-6 156 16,4 1 280-16,5-10-280 0,6-7-268 0,5 0-48 16,5-9-12-16,3 0-120 0,3-3-4 15,9 0 124-15,4-4 12 16,9 0 4-16,-1 1 144 0,3-3-64 15,5 2 36-15,-4-3 16 0,0 4-75 16,0-1-1-16,-4 1-60 0,0 0-4 0,-5-1 0 16,5 0 4-16,-4 3 0 0,0-1 4 15,-4 1 44-15,-4-2-48 0,0-1 0 0,-4 4 208 16,0-4-28 0,-8 4-20-16,0 0-76 0,-4-4-72 0,-8 4 60 15,0-2 12-15,-4-3-72 0,-8-2-4 16,0 1-8-16,1-3-192 0,-5-4-88 15,4 0-144-15,0-7-109 0,0-3-151 16,4-3-636-16,4-6-792 0,4 3-880 0,8 1-1617 16,4-1-1139-16,4 3 1833 0</inkml:trace>
  <inkml:trace contextRef="#ctx0" brushRef="#br0" timeOffset="99047.568">28089 17824 1032 0,'0'0'10757'16,"0"0"-8761"-16,-12 93-1276 0,8-56 204 16,0 11 344-16,4 4-124 0,0-2-588 15,0 0-236-15,0-2-208 0,8-3 72 16,-4 2-184-16,-4-3-8 0,4-2-164 0,-4-1-64 15,0-3-48-15,-4-6-220 16,0-6-180-16,0-5-380 0,0-8-776 0,0-3-664 0,4-7-361 16,-4-3-2175-16,0-6 2184 15,4-16 1901-15</inkml:trace>
  <inkml:trace contextRef="#ctx0" brushRef="#br0" timeOffset="99272.759">28137 17818 692 0,'0'0'6916'0,"0"0"-4568"0,0 0-1628 0,0 0-151 0,0 0 483 16,0 0 72-16,0 0-220 15,79 3-296-15,-62 3-16 0,-6 4-240 0,2 0-180 16,-6-1-32-16,1-3-48 0,-4 7-28 16,0-4-52-16,-4 5-12 15,-4 0-88-15,-4 3-156 0,-8 2-44 16,0-3-64-16,-8 0 0 0,4-1 36 0,-3-5-88 15,-1-1-4-15,0-2-252 16,0-7-352-16,-4 0-673 0,4-3-3023 16,8-7-676-16,-12-6 5096 0</inkml:trace>
  <inkml:trace contextRef="#ctx0" brushRef="#br0" timeOffset="99729.881">28933 17412 9412 0,'0'0'4601'0,"0"0"-3893"0,0 0-468 0,13 92 352 16,-13-54 416-1,0 0-336-15,0 0-352 0,-4-2-320 0,0-9-36 16,4-4-52-16,-5-4-108 0,5-11-92 16,0-1-284-16,0-7-96 0,0 0-304 15,0-7-512-15,0-12-1445 0,5-6-2795 16</inkml:trace>
  <inkml:trace contextRef="#ctx0" brushRef="#br0" timeOffset="99869.326">28894 17129 10708 0,'0'0'4013'0,"0"0"-3357"0,0 0-544 0,0 0 380 0,0 0-100 0,80 16-292 15,-49-16-100-15,1 0-932 16,4-3-748-16,4-4-264 0,-5 3-2417 15,-7 2-2159-15,13 4 5485 0</inkml:trace>
  <inkml:trace contextRef="#ctx0" brushRef="#br0" timeOffset="100132.956">29479 17306 5016 0,'0'0'8045'16,"0"0"-6661"-16,0 0-764 0,0 0 552 0,-63 86 248 0,47-61-356 15,0 1-304-15,4-4-292 16,0 0-176-16,8-3-60 0,0-6-108 15,4 4-120-15,0-5 4 0,8 1 88 0,4-1 76 16,7 1 48-16,2-4-88 0,-1 4-36 16,3-3-52-16,5-1-44 0,-4 1 0 0,-4-4-8 15,5 5-28-15,-10-3 32 0,1 2-8 16,-4-3 12-16,0-2 4 0,-9 2-4 16,2-4 4-16,-1 1-4 0,-4-1-4 0,0-3-80 15,-9 3-136 1,2 3-144-16,-9-4-100 0,0-2-148 0,0 0-164 15,-4 0-320-15,0-8-992 0,1 2-2040 16,-6-8-3013-16</inkml:trace>
  <inkml:trace contextRef="#ctx0" brushRef="#br0" timeOffset="101482.357">29659 17729 992 0,'0'0'1016'0,"0"0"-896"0,0 0 60 16,0 0-116-16,0 0 28 0,0 0 12 0,0 0 980 16,0 0 180-16,0 0-352 0,0 0-328 15,0 0 4-15,-84 44-20 0,72-40-100 16,4 2-24-16,0-3-32 0,0 0 276 16,4 0 24-16,0 0 37 15,4-3-69-15,-4 0 0 0,4 0-40 0,0 0 20 16,0 0-176-16,0 0-180 0,0 0-128 15,0 0-12-15,-3 4-24 0,-1-1-140 0,-5 0 0 0,1 4 64 32,1-5-56-32,-6 5 80 0,5 2 0 0,-3-2 0 15,-2-1 40-15,6 0 124 0,-5 1-4 16,-1-1-148-16,2-3 0 0,-2 0-100 16,2 1 0-16,-1-4-200 0,3 0-224 15,2 0-436-15,-1-10-296 0,0-5-660 0,8-5-2833 16,-4 5-2179-16,4-14 6724 0</inkml:trace>
  <inkml:trace contextRef="#ctx0" brushRef="#br0" timeOffset="102568.972">30531 17227 432 0,'0'0'2308'0,"0"0"4036"0,0 0-4896 16,0 0 133-16,0 0-277 16,0 0-96-16,0 0-148 0,-83 3-220 15,70 16-404-15,6 7-236 0,-1 3 60 16,-1 5-60-16,5 8 36 0,4-1 36 15,-3-3 0-15,3-6-88 0,0-4-36 16,3-11-136-16,1-5-12 0,1-6-48 0,3-2-52 16,0-4 52-16,-1 0 40 15,10-7-312-15,-6-6 60 0,10-6 48 16,-1-9 28-16,-5-1-28 0,5 1 12 0,-4 2 52 0,0 1 60 16,-4 9 76-16,-4 3-76 15,0 4 40-15,-4 6 48 0,-4-1 72 16,0 4 280-16,0 0 4 0,0 0-56 0,4 4-140 15,-4 5-36-15,4 1-24 0,-4 5-88 16,0 1 28-16,4 0-40 0,-4 0-12 16,0 0-136-16,4 0-112 0,-4-4-248 15,0 1-340-15,0 0-284 0,3-1-412 0,2-1-796 16,-5-2-2765-16,4 1-43 0</inkml:trace>
  <inkml:trace contextRef="#ctx0" brushRef="#br0" timeOffset="104279.869">31758 16519 8284 0,'0'0'2432'0,"0"0"-735"16,0 0-281-16,0 0-72 0,0 0-100 16,0 0-24-16,0 0-292 0,0 0-252 0,0 0-196 15,0 0-104-15,0 0-104 0,-15-3-64 0,6 3-124 16,-2 3-48 0,-1 4-36-16,-12 5-96 0,0 4 20 0,-4 10 16 15,-4 5 56-15,-4 10 0 0,4 7 4 16,-3 6 96-16,3 3-8 0,0 4-80 15,8-2-8-15,0 3 0 0,4-6-84 16,12-5 32-16,0-3-20 0,8-10-12 0,0-3-4 0,12-7-32 16,8-2-16-1,4-3 68-15,4-9 68 0,0 0 48 16,4-9 36-16,0 2 40 0,-9-7-76 0,1 0-36 0,-4 0 64 16,-4-3-16-1,-4-1-56-15,0-1-4 0,0-2-12 0,-4-2-76 16,0-3-32-16,-1 1-176 0,-3-1-92 0,-4-4-156 15,5 4-220-15,-5-5-352 0,0-2-700 16,-9 3-892-16,2-3-1597 0,-9 1-247 16</inkml:trace>
  <inkml:trace contextRef="#ctx0" brushRef="#br0" timeOffset="104446.838">31487 17027 1548 0,'0'0'680'0,"0"0"-252"0,0 0 5028 15,0 0-3232-15,0 0-367 0,0 0-389 16,0 0-12-16,0 0-72 0,0 0-340 15,76 22-264-15,-48-15-212 0,0-1-212 0,4-6-160 16,-4 0-152-16,0 0-44 0,-1-10-148 16,-3-2-296-16,0-1-260 0,-3-3-76 0,-2-2-240 15,-7 1-380-15,0 2-936 0,-4 2-1969 16,-4 3-903-16,-4 3 2208 16</inkml:trace>
  <inkml:trace contextRef="#ctx0" brushRef="#br0" timeOffset="104589.367">31794 16935 1580 0,'0'0'832'0,"0"0"-492"0,0 0-28 0,0 0 5032 15,0 0-3776-15,-75 80-587 0,71-58 35 0,0 3 60 16,4 0-56-16,0 5-188 16,0 1-188-16,4 1-232 0,0-1-116 0,0 5-136 15,-1-4-160-15,1-5-24 0,5 2-220 16,-5-6-432-16,4-5-396 0,-5-5-252 0,9-3-532 16,-3-7-1381-16,-2 0-3051 0,1-3 6104 15</inkml:trace>
  <inkml:trace contextRef="#ctx0" brushRef="#br0" timeOffset="105647.401">32411 16430 1668 0,'0'0'7668'0,"0"0"-5279"0,0 0-701 16,0 0-116-16,0 0-96 16,37 70-272-16,-25-28-324 0,-1 9-252 0,-2 8-212 15,-1 6-108-15,-4 1-16 0,-1 0-36 16,-3 2-132-16,0-5-124 0,0-6-40 16,-3-7-20-16,3-8-136 0,-4-10 24 15,4-10-60-15,0-10 12 0,0-2 36 16,0-7-60-16,0-3-28 0,0 0-8 0,0-3-104 15,7-7 176-15,6-5 208 0,-1-1 36 16,-1-6 48-16,2-1-76 16,-2 2-8-16,-3 7 0 0,1 2-84 15,-2 5 84-15,1 4 0 0,0 3 236 16,0 3 292-16,0 7-136 0,0 2-96 0,4 1-112 0,-4 6-12 16,-4-3-52-16,0 0-52 15,-4-3-68-15,4-4-112 0,-4 1-72 16,0-7-160-16,0 0-184 0,0-3-308 15,0 0-68-15,4-6-576 0,-1-7-732 0,10-6-893 16,-5-3-2227-16,-1-7 284 0,2 8 5017 16</inkml:trace>
  <inkml:trace contextRef="#ctx0" brushRef="#br0" timeOffset="106330.943">32750 16929 1344 0,'0'0'1328'0,"0"0"4292"0,0 0-2363 16,0 0-1413-16,0 0-588 0,13 66-32 15,-9-43-196-15,3-4-108 16,1-4-280-16,5-2-308 0,-2-3-160 0,2-6-36 15,2-2-136-15,5-2-72 0,-4-6-40 16,4-7-132-16,-5-2-16 0,6-2 88 0,-5-2 72 16,-4 1 12-16,-5 1 88 0,2 5 4 15,-5-1 48-15,-4 4 32 0,0-2 4 16,0 3 72-16,-4-3 24 16,-5 3-84-16,-2-3 120 0,3 5-60 15,-4 0-84-15,0 6 60 0,-1 0 20 0,6 0-156 0,-5 10-48 16,0 3-112-16,0 6 0 15,0-4-120-15,4 5-4 0,0-2-112 0,0-5-308 16,1-3-496 0,7-7-284-16,0 0-464 0,0-6-53 0,11-6 837 15,1-11 232-15,8-5-92 0,-4 0-304 0,0-5 208 0,0 5 964 16,0 3 156-16,-5 6 484 16,-2 7 480-16,-1 3 256 15,-1 2 324-15,2 4-60 0,-1 0-15 16,0 4 75-16,3 5-280 15,-2 4-320-15,2 2-216 0,-3 1-240 0,1 7-80 16,-1-4-12-16,-1 2-12 0,-3-1-40 0,0-4-160 0,1-3-144 16,-1-4-40-16,-4-3-88 0,4-6-36 0,-4 0-12 15,3 0-36-15,5 0-208 16,0-6 144-16,4-3 124 0,4-4 60 0,0-3-20 16,0 3-40-16,4 1-24 15,-9 3 12-15,6 4 48 0,-6 3 4 16,2 2 60-16,-9 0 12 0,4 0 200 15,-8 7 124-15,3 2 84 0,-3 3-172 0,0 1-64 16,0 0-72-16,0-1-56 16,0-5-44-16,0-1-100 0,0-2-84 0,0-4 0 15,4 0-4-15,5 0 176 0,-1-10-284 0,7 0 120 16,2-2 40-16,-2-4-36 0,5 0 48 16,1-1 12-16,-6 5 12 15,1 3 24-15,0-1-24 0,-9 8 88 0,2-2 12 16,-1 4 148-16,-4 0 204 15,0 4 8-15,-1-2-128 0,6 4 4 0,-5-2-72 0,0 3-92 16,4 1-64-16,-5-2-8 16,6 1-48-16,-1 0-52 0,0-4-112 15,-1-1-508-15,2 2-292 0,-1-4-300 0,-1 0-300 16,-3 0-492-16,5 0-973 0,-5 0-1891 16,-4 0 2188-16</inkml:trace>
  <inkml:trace contextRef="#ctx0" brushRef="#br0" timeOffset="106678.956">33595 16912 4596 0,'0'0'844'0,"0"0"5077"0,0 0-4497 0,0 0-760 16,0 0 628-16,0 0 484 0,0 0-468 15,0 0-336-15,0 0-320 16,0 0-112-16,0 0-40 0,12 17-132 0,-12-17-152 15,0 0-56-15,0 0 36 0,0 0-104 16,0 0-92-16,0 0-84 0,0 0 36 0,0 0 32 16,0 0-212-16,0 0-576 0,0 2-412 15,-4 5-152-15,0 0-2400 0,-12 6-6321 16,40-42 6189-16</inkml:trace>
  <inkml:trace contextRef="#ctx0" brushRef="#br0" timeOffset="107332.624">31934 17931 4060 0,'0'0'9269'0,"0"0"-7709"0,0 0-968 15,0 0 352-15,0 0 364 0,0 0-728 16,0 0-504-16,-96 39-76 0,80-23-212 16,-3 6 128-16,6 0-28 0,2 2-112 15,3-6 100-15,3-3-12 16,5-1 24-16,0-3-36 0,9-4-64 0,6 0 212 0,1-7 148 0,4 0 116 16,4 0-56-1,4 0-96-15,0-3 48 0,0-1-72 16,-4 4-40-16,-1 0-40 0,1 4 168 0,-7 2-4 15,-2 3 64-15,-2 1 56 16,-9 0 116-16,-1 2 192 0,-3 4-272 0,0-3-108 16,0 2-132-16,-3-2-80 15,-5 0-8-15,-5-4-148 0,2 1-220 0,-2-7-120 0,-2 1-272 16,2-4-156-16,2 0-376 0,3-10-1024 16,0-6-1601-16,3-3-2099 15</inkml:trace>
  <inkml:trace contextRef="#ctx0" brushRef="#br0" timeOffset="107548.666">32312 17891 3300 0,'0'0'8897'16,"0"70"-7533"-16,4-32-612 0,0 6 824 0,1 11-212 16,-2 1-508-16,1 4-400 0,8 1-272 15,-4 2-60-15,4 1 0 0,0 3-124 16,0 0-12-16,-4-4-136 0,0-3-112 15,-1-6-184-15,2-6 72 0,-5-7-148 0,0-12 120 16,0-4-316-16,0-12 40 16,-4-9-296-16,3-4-540 0,1-17-1137 15,-4-8-539-15,0-10 196 0,0 6-816 0,0-28 3481 16</inkml:trace>
  <inkml:trace contextRef="#ctx0" brushRef="#br0" timeOffset="107777.264">32344 17983 1108 0,'0'0'756'0,"0"0"6508"0,0 0-5960 0,0 0-531 16,0 0 347-16,0 0-24 0,80-60-368 0,-56 47-236 15,3 7-124-15,-3 0-80 16,0 2-72-16,4 4-128 0,-7 0-28 16,-6 4-60-16,-2 4-44 0,-6 5 44 0,-7 4 164 15,0 1 136-15,-4 8 28 16,-8 6-40-16,-7-1-176 0,-2-2-100 0,1 3-12 15,-3-5-76-15,3 3-248 0,-1-5-420 16,2 1-376-16,7-7-456 0,4-1-981 16,0-5-3671-16,8 4 4012 0</inkml:trace>
  <inkml:trace contextRef="#ctx0" brushRef="#br0" timeOffset="107925.827">32933 18345 9852 0,'0'0'7821'0,"0"0"-6905"0,0 0-572 16,0 0 224-16,0 0-80 0,0 0-488 16,0 0-72-16,0 0-996 15,0 0-416-15,0 0-696 0,0 0-5297 0</inkml:trace>
  <inkml:trace contextRef="#ctx0" brushRef="#br0" timeOffset="139929.83">15367 5511 6108 0,'0'0'156'0,"0"0"4444"15,0 0-3419-15,0 0-757 0,0 0-80 16,0 0 128-16,0 0 256 0,0 0-56 15,0 0-244-15,0 0-140 0,0 0 4 16,0 0 288-16,20 6 416 0,-8-2-584 0,-1 3-140 16,6-4 0-16,-2 0-76 0,2-3-24 15,-2 6-72-15,5-6 132 0,1 3-84 16,-6 1-148-16,9-4-28 0,-4 0 28 16,4 3 0-16,0-3 12 0,0 0 0 15,0 3 56-15,4-3-68 0,0 0-4 16,0 0 4-16,4 0 32 0,0 0-24 15,3 0 56-15,-3-3-64 0,4 0 36 16,-4-1-36-16,0 4 44 0,-1-3-44 0,1-1-12 16,0 2 4-16,0-1 4 0,0 0-44 15,0-1 48-15,3 1 0 16,-3-1-88-16,0 2 44 0,-4-2 40 0,0 4 4 16,0-2-12-16,0-2-36 0,0 4 44 0,-4-2-44 15,4-3 48 1,-5 5 60-16,5-2-60 0,-4 2 72 0,4-4-64 15,-4 4-8-15,0-3-48 0,0 3 48 16,0 0 0-16,4 0 48 0,-4 0 4 16,0 0-44-16,-1 0-8 0,1 0 48 15,0 0-48-15,0 0-4 0,1 0-4 0,-2 0 8 16,-3 0 4-16,4 0 56 0,-1 0-48 0,1 0-12 16,-3 0-4-16,3 0 0 0,-5 0 0 15,-2 3 4-15,2-3 64 16,-3 0-64-16,1 0-8 0,-2 0-56 15,-3 0 60-15,0 4-8 0,0-2 8 0,-5-2 4 16,2 5-4-16,-1-5-48 0,0 2 52 16,-5-2 8-16,1 4 4 0,1-2 88 0,3 2-40 15,-8-4-36-15,4 2-24 0,0-2-8 16,-4 4 4-16,0-4 4 16,3 0-8-16,1 0 8 0,-4 0 4 0,5 3 4 0,-1-3-8 15,0 4-8 1,-4-4 4-16,0 0 0 0,4 3 0 15,-4-3-68-15,0 0 8 0,0 3 60 0,0-3-80 16,4 0 20-16,-4 0-44 0,0 0-104 16,0 2-156-16,0-2-200 0,-4 0-116 15,0 4-344-15,-9-1-948 0,-2 1-2033 0,2-4-3359 16,-19 3 5644-16,109-22 668 0</inkml:trace>
  <inkml:trace contextRef="#ctx0" brushRef="#br1" timeOffset="152099.031">2752 5898 7172 0,'0'0'3276'16,"0"0"-2051"-16,0 0 439 0,0 0 48 0,0 0-376 15,0 0-576-15,0 0-200 0,0 0-80 16,0 0 100-16,0 0-52 0,0 0-24 15,-4 99-136-15,17-45-124 0,-1 6-136 0,-1 10-108 32,6 3 0-32,-2 4-8 0,-2-4-52 0,2-4 56 15,5-8-100-15,-3-4-44 0,-2-9 76 0,-3-10 72 0,4-10-12 16,-4-9-80-16,-4-7 88 16,4-1 4-16,-4-8-56 0,4-3 56 15,4-3 160-15,-4-10 20 0,7-6 4 16,2-10-36-16,-2-5-76 0,5-11 0 15,-4 1 16-15,1-2-80 0,-6-1 64 16,5 3 12-16,-4 6-20 0,0 0-4 0,0 5 24 16,-4 2-84-16,0 2-12 15,-5 4 8-15,2 3-8 0,-5 3-96 0,-4 3-76 16,4 4-208-16,-4 2-144 0,0 4-336 0,-8-1-460 16,-8 7-552-16,0 0-772 15,0 0-1309-15,-16 16-1299 16</inkml:trace>
  <inkml:trace contextRef="#ctx0" brushRef="#br1" timeOffset="152258.933">2793 6353 4560 0,'0'0'2760'0,"0"0"-972"0,0 0-492 0,0 0-23 0,0 0-53 16,0 0-88-16,0 0 20 0,0 0-424 0,88-22-172 15,-73 19-220-15,9 3-176 0,-5-4-160 16,2 4-124-16,3 0-60 0,0 0-116 15,4 0-356-15,-1 0-492 0,6 4-480 0,-14-4-1369 16,21 6-2931 0</inkml:trace>
  <inkml:trace contextRef="#ctx0" brushRef="#br1" timeOffset="154165.316">4578 6270 5868 0,'0'0'5353'0,"0"0"-4149"0,0 0-832 16,0 0 252-16,0 0 596 0,0 0-488 0,0 0-380 16,0 0-216-16,-88 16-136 0,75-4-188 15,-2 7-112-15,2 7 8 0,2 6 92 16,-1 3 112-16,4 3-88 16,0 3 36-16,4-2-12 0,4-8 140 15,0-2 8-15,4-7 4 0,4-3 60 16,0-6 156-16,4-3 100 0,4-1 88 0,0-3-112 15,0-3-32-15,0 0-208 0,0-3 48 16,-1 0-44-16,6 0-56 0,-6-9-340 0,2-1-12 0,-2 1-380 16,-2-7-332-16,-6 4-588 15,1-1-925-15,-8-3-2627 0</inkml:trace>
  <inkml:trace contextRef="#ctx0" brushRef="#br1" timeOffset="154335.798">4418 6477 7460 0,'0'0'1856'0,"0"0"-936"0,0 0 341 0,0 0 571 16,0 0-372-16,0 0-440 15,0 0-316-15,0 0-340 0,0 0-280 0,91-10-84 16,-74 7-160-16,3 0-140 0,-1 1-432 16,2-5-768-16,-1 3-988 0,3-9-3029 15</inkml:trace>
  <inkml:trace contextRef="#ctx0" brushRef="#br1" timeOffset="154716.781">4968 5756 8748 0,'0'0'2004'16,"0"0"-1079"-16,0 0-193 0,0 0 544 16,0 0 268-16,0 0-484 0,0 0-300 0,0 0-112 15,0 0 68-15,16 89-64 16,-8-50-172-16,-1 5-152 0,-3 9-80 0,1 11-28 0,-1 8-52 16,-4 8-104-16,0 7-64 15,0 1-16-15,0 4-56 0,0-3-124 16,0-3 64-16,0-3 84 0,0-11-52 15,0-2 100-15,0-10-12 0,4-9-48 16,0-7-16-16,0-11 16 0,3-5 56 16,-2-9-56-16,-1-3-28 15,0-9-20-15,0-5-224 0,0-2-148 0,-1 0-12 16,-3-13-80-16,4-9-184 0,0-8-248 16,1-12-736-1,-1 7-1136-15,-4-36-3117 0</inkml:trace>
  <inkml:trace contextRef="#ctx0" brushRef="#br1" timeOffset="155019.654">4932 5880 9940 0,'0'0'2653'16,"0"0"-1557"-16,0 0-700 0,0 0 248 0,0 0 592 15,0 0-172-15,0 0-280 0,80-45-216 16,-56 42-76-16,3 3 24 0,1 3-196 0,0 4-88 15,4 5-60-15,4 4-124 16,-5 0-48-16,1 7-48 0,-4 4 32 16,-4 3-104-16,1 1 8 0,-14 4 104 0,2 3 4 15,-9 3 4-15,-4 1 12 0,-4 2 112 16,-9-2-40-16,-6-1-20 16,-5 1-64-16,-4-8-12 0,-4 1-52 0,-4-7 64 0,1-2-60 15,3-7-184-15,0 1-172 0,8-5-188 16,0 1-100-16,3-3 24 15,14 0-56-15,-5 2-432 0,12-2-796 0,0-1-1089 16,0 4-2691-16</inkml:trace>
  <inkml:trace contextRef="#ctx0" brushRef="#br1" timeOffset="155212.852">5465 6769 11701 0,'0'0'1916'0,"0"0"-1140"0,0 0-44 0,5 76 704 0,-10-48 28 16,2 5-428-16,-5-3-508 0,0 3-284 16,0-2-200-16,4 1-44 0,0 0-108 15,0-4-40-15,4 2-132 0,-4-9-76 0,4 2-360 16,0-7-424-16,4-7-580 0,0-3-840 16,0 1-1849-1,4-7-2047-15</inkml:trace>
  <inkml:trace contextRef="#ctx0" brushRef="#br1" timeOffset="155432.138">6176 6928 3828 0,'0'0'12333'15,"0"0"-11209"-15,0 0-1124 0,0 0-172 0,0 0 172 16,0 0 384-16,-5 82 52 0,-3-63-436 0,0 4-64 16,1 5-84-16,-6-2-200 15,2 4-660-15,-2 6-428 0,1-14-980 0,-8 16-3181 0</inkml:trace>
  <inkml:trace contextRef="#ctx0" brushRef="#br1" timeOffset="157350.994">7522 6210 9804 0,'0'0'2497'0,"0"0"-1269"0,0 0-12 16,0 0 300-16,20 76-160 0,-16-51-316 0,3 7-328 15,2 6-260-15,-5 3-24 0,4 7 108 16,-1 10-72-16,-3 2-184 0,5 11-148 0,-9 4-96 16,0 1-36-16,0-2-120 0,0-2-36 15,0-4-212-15,0-15-56 16,0-13 20-16,0-10 60 0,0-11 64 0,0-10-76 16,0-6-260-16,0-3-408 0,4-9-628 15,0-10-36-15,-4 3-440 0,4-26-2609 16</inkml:trace>
  <inkml:trace contextRef="#ctx0" brushRef="#br1" timeOffset="157578.501">7534 6242 11597 0,'0'0'2340'16,"0"0"-1428"-16,0 0 20 0,0 0 632 15,0 0-376-15,0 0-256 0,83-45-368 0,-55 39-172 16,0 3-112-1,4 0-280-15,0 3-48 0,0 0-36 0,-4 0 68 16,0 9-140-16,-4 7-28 0,-9 3-172 0,-6 9 136 16,-5 4 12-16,-4 7-112 0,-4 5-268 15,-13 3-228-15,-3 4-80 16,-3-4-120-16,-5-1-308 0,4-5-472 0,0-10-633 0,5-7-1719 16,2-6-1416-16</inkml:trace>
  <inkml:trace contextRef="#ctx0" brushRef="#br1" timeOffset="157833.606">7968 6677 10184 0,'0'0'1929'0,"0"0"-549"15,0 0-48-15,0 0 108 0,96 3-232 0,-85 1-256 16,2-4-224-16,-5 2-324 0,-1-2-48 0,1 3-284 16,-3 0-72-16,-1 4-8 0,-4 3 8 15,0 3 44-15,0 6 56 0,-4 6-52 16,-5 3-48-16,-2 1-8 0,-6 2-32 15,6-1 40-15,3-3 0 0,-5-4 8 16,10-7-8-16,3-3 0 16,0-7-136-16,0 0-24 0,12 1 160 0,4-4 88 15,0 0 132-15,7-3-52 0,1 0-168 0,0-6-8 16,8-4-136-16,-4-6-152 0,4 1-240 16,0-4-288-16,-4 0-504 0,-4 5-904 0,8-8-3285 15</inkml:trace>
  <inkml:trace contextRef="#ctx0" brushRef="#br1" timeOffset="158587.857">9196 6303 6748 0,'0'0'2712'15,"0"0"-443"-15,0 0-925 0,0 0-540 0,0 0-284 16,0 0 124-16,0 0 172 0,-97-26-208 16,70 35-84-16,-1 8-216 0,-4 4-20 15,4 8 8-15,-3 3 24 16,3 5 52-16,7 5-4 0,1-1-120 15,5 7-76-15,7-4-164 0,8-2-8 16,0-4 4-16,8-4-4 0,7-9 8 0,5 2 64 16,8-8 24-16,0-4-92 0,0-2 112 15,4-4-104-15,-4-5-12 0,4-4-40 16,-4 0-20-16,-4-6-160 0,-1-7-384 0,1-3-148 16,-7-3-328-16,-2 6-1068 15,-7-12-3977-15</inkml:trace>
  <inkml:trace contextRef="#ctx0" brushRef="#br1" timeOffset="158768.539">9067 6559 8596 0,'0'0'2841'0,"0"0"-997"0,0 0-612 0,0 0-144 0,0 0 164 16,0 0-108-16,0 0-280 0,101 32-324 0,-69-29-260 15,3 3-280 1,1-6-120-16,3 0-140 0,6-3-388 0,-6-3-516 15,14-4-688-15,-2-2-1944 16,-11-1-1549-16,28-7-1031 0</inkml:trace>
  <inkml:trace contextRef="#ctx0" brushRef="#br1" timeOffset="159027.86">10315 6042 13489 0,'0'0'2340'0,"0"0"-1460"0,0 0-468 16,0 0 160-16,-96 19 328 0,72 0-28 16,-4 12-320-16,0 8-160 0,0 11 60 0,5 7 168 15,-1 3-207 1,4 8-97-16,4 1-172 16,4 1-20-16,4-3-68 0,4-10-52 0,4-6 52 15,4-14 112-15,8-7-44 0,4-8-4 0,4-10-120 0,0-5-12 0,8-4-96 16,-4-3-100-16,4-6 52 15,-4-7-112-15,3-6-60 0,-3-3-145 16,0-4-259-16,-4-6-332 0,-4 1-596 16,-8-1-1216-16,0 10-2345 0,-12-10-3947 0</inkml:trace>
  <inkml:trace contextRef="#ctx0" brushRef="#br1" timeOffset="159180.889">10143 6489 11549 0,'0'0'3252'0,"0"0"-1276"16,0 0-896-16,0 0-80 0,0 0-20 15,80 39 376-15,-52-39-323 0,4 0-465 0,0-11-240 0,4-1-268 16,-1-4-60-16,1-3-328 0,-4-3-228 16,1-4-245-16,-6 4-367 0,-3 3-588 0,-4 4-984 15,-8 2-2509-15,-8 7-2255 0</inkml:trace>
  <inkml:trace contextRef="#ctx0" brushRef="#br1" timeOffset="159320.81">10466 6550 10724 0,'0'0'2045'15,"0"0"-1153"-15,0 0-320 0,-16 79 136 0,16-54 472 0,-4 1-76 16,0-3-264-16,4-2-380 0,0-4-412 16,0-2-48-16,4-2-544 15,4-4-396-15,1-2-252 0,6-7-44 0,-2 0 44 16,2-7-1060-16,9-18-4001 0</inkml:trace>
  <inkml:trace contextRef="#ctx0" brushRef="#br1" timeOffset="159587.271">11311 5963 7868 0,'0'0'8273'16,"0"0"-7021"-16,0 0-792 0,0 0-4 16,0 0 628-16,-56 76 348 0,29-38-279 0,-1 7-473 15,0 5-160-15,-4 4 192 16,-4 6-348-16,0 7-160 0,-8 2-192 15,-4 8-12-15,-3 5-192 0,-9 4-48 16,0 0 44-16,-4-1-56 0,5-6 120 0,6-2 120 16,6-7-52-16,7-10-32 0,12-9-60 0,5-7-124 15,6-11 28-15,9-11-52 16,1-10-108-16,7-6-61 0,0-6-259 0,4-3-528 16,7-12-864-16,6-7-864 0,-6-1-1773 15,13-15-2143-15</inkml:trace>
  <inkml:trace contextRef="#ctx0" brushRef="#br1" timeOffset="159870.798">11215 6791 16321 0,'0'0'2112'15,"0"0"-1864"-15,0 0-240 0,-32 93-8 16,21-53 724-16,2 11 536 0,1 6-288 0,1 3-435 16,3 1-161-16,4 3-64 0,0-4-224 15,0-3-88-15,0-3-36 0,0-4-124 0,0-6-152 16,0-8-64-16,4-7 11 0,3-10-87 16,1-10-84-16,1-2-172 0,2-7-224 15,2-10-4-15,2-6-256 0,-3-12-1120 0,-3 6-2849 31,-2-23-4239-31</inkml:trace>
  <inkml:trace contextRef="#ctx0" brushRef="#br1" timeOffset="160093.525">11148 6680 11445 0,'0'0'2100'0,"0"0"-1500"0,0 0-44 15,80-26 264-15,-45 20 224 0,1 0-212 0,0 6-360 16,3 0-40-16,-7 6-60 15,0 5-128-15,-4 0-120 0,-4 3-64 0,-7 5 88 16,-10 0-12-16,-3 6 24 0,-4 0-64 16,-4 7-20-16,-16 2-68 0,-4 1-8 15,-8 3-88-15,0 1-32 16,-7-7-248-16,3-1-136 0,4-9-152 0,4-5-112 16,4-8-132-16,5-3-396 0,2-6-1248 0,10 0-2397 15,3-3-1047-15</inkml:trace>
  <inkml:trace contextRef="#ctx0" brushRef="#br1" timeOffset="160368.187">11754 6994 11569 0,'0'0'4268'0,"0"0"-3524"0,0 0-384 15,0 0 124-15,79 30 52 0,-72-25 536 0,-2 1-200 16,-1 4-484-16,-4-1-116 0,0 8 32 15,-9 4-148-15,-2 9-32 0,-5 1-28 16,-4 4 12-16,-4 1 40 0,0-6 72 0,5 2-27 16,6-7 219-16,5-2-156 0,1-7-244 0,7-3-12 15,0-4-72-15,11-3-40 16,6 1 112-16,7-4-8 0,3-3 8 0,9 0-144 16,4-10-60-16,-1 1-89 0,-3-4-111 15,0-2-228 1,1 2-148-16,-6 0-548 0,-11 4-880 0,0-5-3088 0</inkml:trace>
  <inkml:trace contextRef="#ctx0" brushRef="#br1" timeOffset="162846.188">4593 8687 3696 0,'0'0'4236'15,"0"0"-2472"-15,0 0-668 0,0 0-219 16,0 0 59-16,0 0-80 0,0 0-80 16,0 0-144-16,0 0-52 0,0 0 60 15,0 0 0-15,0 0-68 0,32-4-36 0,-28 4-128 16,0 0-16-16,1 0-132 0,-1 0-76 0,-4 0-96 16,0 0-80-16,0 0 0 0,3 4-8 15,-3-4-4 1,0 6-84-16,0-3 76 0,-3 7-160 15,-1-1 0-15,-1 1-60 0,-3-1 56 0,4-2 40 16,-3-1 40-16,3-3 56 0,-5 0 40 0,5-3 76 16,0 0 48-16,0 0 0 0,4 0-64 15,0 0-56-15,0 0-4 0,0-3 0 16,0 0-100-16,0-3-60 0,0-1 36 16,0-2 64-16,4 2 12 0,0-3-28 0,5 5 72 15,-1-2-8-15,-1 4-52 16,1 0 52-16,1 0-12 0,-5 3 24 15,3 0 112-15,1 0 36 0,-4 0 12 0,0 0-60 16,0 0-88-16,-4 0 148 16,4 3-160-16,-4 0 0 0,0-3 0 15,0 3-4-15,0 4 8 0,0-4 0 0,-4 3 0 16,-4 0-4-16,4 1-112 16,-4-1-48-16,4-3 76 0,1 1-16 0,-1-4 52 0,-1 0-40 15,5 0-36-15,-4-4-12 0,0 1 136 16,0-3-4-16,4-4 4 15,0 1-76-15,0-1-84 0,0 1-52 16,4-2 76-16,0 6 24 0,0-2 12 16,1 5 88-16,-1-3-52 0,-4 5 16 0,3 0 48 0,-3 0 0 15,0 0 144-15,0 0-144 16,0 0-200-16,0 5-24 0,0-3-320 16,0 2-160-16,0-1-216 0,0 0-724 15,0-1-1317-15,0-2-3747 0</inkml:trace>
  <inkml:trace contextRef="#ctx0" brushRef="#br1" timeOffset="164244.255">6000 8083 9488 0,'0'0'2745'16,"0"0"-1429"-16,0 0-160 0,0 0 292 0,0 0-348 15,-20 92-244-15,20-57-216 16,0 4-112-16,0 5-36 0,4 1-124 15,-1 5-148-15,2 7-64 0,3 4-32 0,-4 8-112 16,-4 1-8-16,4 6-8 0,0 4 0 0,-1-5-8 16,6-1-100-16,-5-7 28 15,4-8 0-15,-4-4-16 0,3-14-20 0,2-9-64 16,-1-7-24-16,-4-5 0 0,3-12 0 16,-3-1-100-16,1-3-76 0,-1-4-60 15,0-11-324-15,3-3 124 16,-3-12-100-16,-4-6-348 0,4-6-864 15,-4 7-1065-15,0-23-3043 0</inkml:trace>
  <inkml:trace contextRef="#ctx0" brushRef="#br1" timeOffset="164511.384">5896 8197 6808 0,'0'0'2632'16,"0"0"-1184"-16,0 0-327 0,0 0 259 15,0 0-24-15,0 0-436 0,88-66-312 0,-57 53-96 16,5 3 36-16,5 1 8 0,-2 3-60 16,1-1-164-16,0 7-60 0,0 0-164 0,-4 0 4 15,-5 0 12-15,-3 7-76 0,-3 6-48 16,-10 3 0 0,-6 5-60-16,-5 8 44 0,-4 9-104 0,-13 7-152 0,-6 1-96 15,-9 9-128-15,0-1-84 16,-8 4-156-16,0-8-232 0,0-2-568 0,4-7-944 15,9-12-2061 1,-9 6-2179-16</inkml:trace>
  <inkml:trace contextRef="#ctx0" brushRef="#br1" timeOffset="164811.892">6541 8826 9460 0,'0'0'4761'0,"0"0"-3589"0,0 0-188 0,0 0 360 16,0 0-272-16,80-6-408 0,-68 3-236 0,1 3-168 0,-6-4-76 16,-3 1-184-1,4 3 0-15,-8 0-124 0,0 10 124 0,0 2 60 0,-4 11 64 16,-4 2-88-16,-7 7-36 0,-2 6-84 16,1-3 76-1,1 0-4-15,3-4-4 0,3-2 4 0,5-6 8 0,4-1 4 0,0-6-4 16,4-4-4-1,9-5-52-15,2-1 60 0,9-6 244 16,8 0 48-16,0-3-12 0,8-10-48 0,0 1-124 16,0-8-108-16,-1 5-84 0,-3-5-244 15,1 5-440-15,-5-2-140 0,-4 4-124 16,-2 4-544-16,-5 0-1428 0,-1 6-3917 16</inkml:trace>
  <inkml:trace contextRef="#ctx0" brushRef="#br1" timeOffset="177711.379">3940 6417 3056 0,'0'0'3048'16,"0"0"-1268"-16,0 0-688 0,0 0-108 0,0 0 37 0,0 0-445 16,0 0-292-16,0 0 892 0,-16-45 124 15,12 39-528-15,-4 3-308 0,0-1 24 16,4 4 168-16,-8 0 52 15,4 0-36-15,1 0-120 0,-2 4-132 16,1 2 8-16,4 6 64 0,-3-2-256 16,-1 3-236-16,-1 2-244 0,-2-2 244 0,-1 3-88 15,-1 0-80-15,2 0-4 0,-2 3 84 16,6-3 16-16,-5-3 60 0,8 0-40 0,-1-4-44 16,5-3 48-16,0 1-4 15,0-1 40-15,5 0-148 0,7-3 28 0,-5 0-56 0,6 1 28 16,-1-4 64-1,4 0-40-15,-4-4 132 0,3-5-8 16,-2 0-52-16,2-1-60 0,-2-2 12 0,-6-1 100 16,1 7-48-16,-4-5 52 0,1 9 0 15,-2-2 8-15,-3 2 4 0,4-2 44 16,-4 4 16-16,0-3-4 0,0 3-60 16,0 0-44-16,4 0-92 0,0 0-88 0,-4 3-48 15,8 3 272-15,0 4 76 16,0 3 72-16,0 0 28 0,0 2 8 0,0 4 88 15,0-3-48-15,-4 3-88 0,0 0 0 16,0 4 0-16,-1-5 8 16,-3 4-8-16,0 8-24 0,0-2-40 15,0 4 40-15,-3 3-64 0,-5 2-40 0,-4 5 4 16,0-4-8-16,0 3 0 0,0-6 120 16,0 0 0-16,-3-6 32 0,2 0 76 15,-2-4-36-15,-2-6-12 0,2 0 36 16,2-7-36-16,-2-2-52 0,2-4 16 15,2 0-16-15,-6-2 4 0,6-4-28 0,-1 0-36 16,-4 0-72-16,4-4-8 16,-4-2-40-16,4-3 36 0,0-1-64 0,0 1 76 15,4-1 0-15,1 1 72 0,-2-4-72 16,5 3-8-16,0-3-40 0,0 5 40 0,4-3-4 16,-4 3-48-16,4-2 8 0,0-3-44 15,0 4-12-15,4 2 8 0,0-3-8 16,4 4 24-16,1-4 20 0,-2 4-8 15,1 0 0-15,4-4 60 0,0 4-48 16,0-3 56-16,0-1 0 0,4 4 4 16,-5-4 0-16,2 1-16 0,-2-2-32 15,2 3 36-15,-1-3 0 0,-1 3-48 0,-2-2-12 16,-1 3-52-16,-5 1-96 0,1 4-308 16,0-5-256-16,0 3-256 0,1 1-1020 0,-1 3-2520 15,-4-3-3085-15</inkml:trace>
  <inkml:trace contextRef="#ctx0" brushRef="#br1" timeOffset="178730.429">6693 6610 7928 0,'0'0'1556'16,"0"0"-820"-16,0 0 2273 0,0 0-997 15,0 0-600-15,0 0-396 0,0 0-236 16,0 0-336-16,0 0-160 0,0 0-100 16,12-10-24-16,0-2 96 0,4-1-24 15,0-6 76-15,0-1-164 0,0 1-132 0,0 1 48 16,-1-1-48-16,-2 3-12 0,-1 0-48 15,-1 3-12-15,2 4-12 0,-6 0-88 16,5 2 0-16,-3 4-48 0,-2 3 0 16,5 0 48-16,1 0-48 0,-6 0 136 0,5 6 72 15,-3 3 8-15,2 4 88 16,-3 0 88-16,1 3-108 0,-2 6-4 0,1 1-60 16,-4 2 40-16,0 4-40 15,4 2-12-15,-4 1 12 0,4 3-12 16,0 0 4-16,-5 3-4 0,6-3-12 0,-1 0 8 15,0-7-60-15,-1-1 20 0,2-6 44 16,3-2 60-16,-5-7 136 0,6 1-48 0,-5-6-148 16,3-2-48-16,-2 0 44 0,2-5 4 15,-3 0 60-15,5-5 76 0,-2 0-4 0,6-4-8 16,-6-7-124-16,1-1-36 16,0-2-272-16,-4 1-32 0,0-5-224 15,-1-2-212-15,2 3-228 0,-5-4-584 0,0 6-1392 16,0-11-3037-1</inkml:trace>
  <inkml:trace contextRef="#ctx0" brushRef="#br1" timeOffset="178994.456">7231 6426 380 0,'0'0'6416'0,"0"0"-3704"0,0 0-635 16,0 0-349-16,0 0-296 0,0 0-196 0,0 0-132 15,0 0-248-15,0 0-400 0,0 0-308 16,0 0-148-16,-28 38-124 0,17-13 120 0,-2 1 4 16,-2 6 136-16,-6 2-36 0,1-2 20 15,-3 7-8-15,-1-5-12 0,0 4-52 16,-4 1-48-16,-4-2-8 0,4 1-68 16,0-3 72-16,4-2-116 0,1-3-40 0,2-3-148 15,1-8-300-15,9-1-500 16,3-5-300-16,-5-2-860 15,9-6-2473-15,1 1-2551 0</inkml:trace>
  <inkml:trace contextRef="#ctx0" brushRef="#br1" timeOffset="180395.88">5151 8649 7900 0,'0'0'1216'0,"0"0"-488"16,0 0-380-16,0 0 993 0,0 0 451 15,0 0-636 1,0 0-372-16,0 0-208 0,0 0 32 0,-8 6 100 16,8-6-76-16,4-4-160 0,4-2-116 0,4-7-48 15,0 1-36-15,0-7-52 0,8 0-120 16,-4-3-64-16,0 3-36 0,0-4-76 16,3 8-8-16,-2-1-4 15,-2 3-32-15,2 1-52 0,-2 5 24 0,1 1 88 0,-8 2-64 16,5 4-24-16,-2 0 36 15,-3 0 60-15,1 0 52 0,2 6 84 16,-3 0-72-16,4 1 88 0,-4 5 36 16,4 2 72-16,0 4-144 0,4 5 44 15,-9-1-20-15,10 10-4 0,-9 0-8 0,4 0-76 0,0 2 0 16,-1 1 0-16,2 0-4 16,-2-6-72-16,1-4 68 0,1-3-84 0,-2-6 88 15,6 1-80-15,-6-8-52 16,2-4 88-16,-6-1-24 0,5-4 20 15,-4 0-44-15,0 0-68 0,0-6-400 16,0-6-168-16,-1-5-104 0,2-4-476 0,-1 1-1524 16,0-15-3737-16</inkml:trace>
  <inkml:trace contextRef="#ctx0" brushRef="#br1" timeOffset="180617.712">5721 8410 8808 0,'0'0'2649'0,"0"0"-1357"16,0 0-396-16,0 0 80 0,0 0 584 0,0 0-372 16,0 0-480-16,-84 35-364 0,64-16-196 15,1 7-140-15,-5 2-8 0,-1 1 0 0,-3 6-4 16,0 3-4-16,0-1-104 0,1 2 16 16,-4-1-68-16,3 3-8 0,-4 1-200 15,4-4-296-15,-4 0-248 16,0-3-216-16,4-7-444 0,8-2-1205 0,-12-1-3067 15</inkml:trace>
  <inkml:trace contextRef="#ctx0" brushRef="#br1" timeOffset="181644.703">4127 8756 3372 0,'0'0'4512'16,"0"0"-2632"-16,0 0-343 0,0 0-241 16,0 0 44-16,0 0-276 0,-28-73-212 15,24 61-184-15,-3-2 80 0,3 8-212 16,-5-2 32-16,5-3-64 0,-3 3-88 15,-1-3 16-15,-1 2-128 16,5 2 52-16,-7-2-112 0,3 3-64 0,-5-1 4 0,2 1-84 16,-2 6-4-16,6-3-12 15,-5 3-76-15,-1 3-8 0,2 3-156 16,-1 7-200-16,4 6 28 0,0 3 12 16,4 6 56-16,4 2 76 0,0 1-24 0,0-5 0 15,4-4-36-15,4-6 8 0,-4-7 16 0,4-3 60 16,0-2-148-16,3-4-28 15,2 0 52-15,2-7 0 0,2-2-104 16,-2-7 100-16,6-3 116 0,-5-3-8 16,-4 0 40-16,-1 6 132 0,-2 0-56 0,-1 4-36 15,-5 5-48-15,1 3 36 0,-4 2 8 16,4 2-44-16,-4 0 24 0,9 6 124 16,-5 3 292-16,3 3-32 0,1 5-96 0,0 2 140 15,0 3-40-15,0 7 60 16,0 2 88-16,0 1-4 0,-4 6-12 0,-4 7-24 0,4-1-40 15,-4 4 12-15,0 0-48 16,0-1-52-16,-8 4-108 0,4-4 12 16,-8-3 8-16,4-2-20 0,0-4 0 0,-4-3-28 15,1-6-12-15,-2-4-32 0,2-3 20 16,-2-2 0-16,1-7 40 16,1-1-28-16,2-5 16 0,-2-5-4 0,3 2-36 0,-5-4-72 15,6 0-4 1,-5 0-92-16,-1-6 12 0,-2-4 32 15,2-4-8-15,-2 0 60 0,-1-3 0 0,0-5-8 16,5 0-40-16,2-3-24 0,1-1 20 16,1 1 40-16,7 2-60 0,0 4 68 15,0 0-44-15,0 3 48 0,0 0 12 0,3 4 36 16,1-1 8-16,4 4-52 0,-4-4-8 16,4 4 4-16,0-1-48 0,0-3-48 15,0 4 12-15,0 0-4 0,4 2-20 16,-4-3-28-16,0 4-96 15,4 0-12-15,-4-1-52 0,-1 3-208 16,6-1-408-16,-5 2-364 0,-1 3-992 0,2-4-2685 16,3 4-2847-16</inkml:trace>
  <inkml:trace contextRef="#ctx0" brushRef="#br1" timeOffset="183163.895">8143 8738 6128 0,'0'0'5277'0,"0"0"-3665"0,0 0-732 15,0 0 108-15,0 0 320 0,0 0-196 16,0 0-132-16,0 0-412 16,0 0-140-16,0 0 28 0,0 0 116 0,76 3 40 15,-48-6-176-15,0-1-204 0,4 1-60 0,0 0-3 16,0-4-33-16,-4 4-28 0,4-3 12 15,-1 0-108-15,-3 3-12 0,-4-4-180 16,0 1-76-16,-4 3-269 0,-5-4-191 16,-2 3-212-16,-5 4-388 0,-5 0-708 15,-3 0-884-15,0 0-1989 0,-11 14-1907 0</inkml:trace>
  <inkml:trace contextRef="#ctx0" brushRef="#br1" timeOffset="183449.734">8116 8975 5136 0,'0'0'4776'15,"0"0"-2407"-15,0 0-457 0,0 0-260 0,0 0-296 0,0 0-304 16,0 0-252-16,0 0-260 0,0 0-160 16,0 0-112-16,0 0 36 0,23 4 76 15,-6-4-16-15,-2 3-84 0,9 0-24 0,-4 0-111 16,0-3-69-1,8 4 8-15,-4-2-24 0,0-2-60 0,0 0-12 16,4 0 0-16,-5 0-108 16,1 0 44-16,0 0-129 0,4-2-159 0,0-5-208 15,0 1-28-15,4-4-48 0,-4 1-272 16,-5-1-344-16,1 1-852 0,-7 2-1012 0,-6 1-2413 16</inkml:trace>
  <inkml:trace contextRef="#ctx0" brushRef="#br1" timeOffset="184511.425">9881 8826 7960 0,'0'0'1620'16,"0"0"-368"-16,0 0 341 0,0 0-113 15,0 0-152-15,-92-76-244 0,72 67-172 16,1-1-108-16,-2 4-112 0,5-1-16 16,4 7-76-16,1 0 36 0,2 3 92 15,-3 14-312-15,1 8-247 0,-6 9-169 0,6 12 8 16,-2 1-8-16,6 7 44 0,3-4-44 16,0-6-144-16,4-6-125 0,0-5-95 15,0-11 48-15,8-9-12 16,3-7-52-16,6-3 24 0,-2-3-60 15,5-3 60-15,1-9 208 0,-2-8 12 0,1 1-24 16,-3-4 40-16,-2 2 56 0,-3 2 60 16,0 7-96-16,0-2 96 0,0 5-44 15,-4 2 0-15,0 5-40 0,-1 2-12 16,2 0 100-16,3 2 188 0,-1 11 8 0,2 0 148 16,-2 3-96-16,2 5 72 0,-5 5-28 15,-1 7-32-15,1 1 32 0,-3 4 0 0,-5 3 0 16,0 6-156-1,0 5 36-15,-13 2-112 0,2-7-48 16,-6 0 48-16,2-1 96 0,2-11 52 0,-2-7-60 16,7-6-40-16,-4-5-11 0,4-9-13 15,0 3-72-15,3-8 88 0,5 0 20 0,-3-3-72 16,-1 0-48-16,0 0-144 0,0-10-52 16,-4-5-157-16,-4-5 37 0,4-9 84 0,4-2-12 15,-4-4-12 1,8 0-84-16,0-3-112 0,4 3-16 15,4 3-20-15,0-3-156 0,4 0-596 0,4 0-996 16,-9 7-1661-16,14-11-2207 0</inkml:trace>
  <inkml:trace contextRef="#ctx0" brushRef="#br1" timeOffset="184834.33">10171 8801 3588 0,'0'0'7208'0,"0"0"-4375"0,0 0-1049 16,0 0-488-16,0 0-276 0,0 0-204 15,0 0-288-15,0 0-280 16,0 0-92-16,0 0-8 0,0 0-148 16,0 0-12-16,68-38-124 0,-56 35-72 15,4 3 60-15,4 0 4 0,-4 6 32 0,4 10 24 0,0 3 88 16,-1 6 88-16,1 4 168 15,-3 3-108-15,-2 2-48 0,2-2-28 16,-2 0 4-16,-2-4-64 0,-2 2-12 0,-3-5 0 16,1-3 0-16,-2-6-4 15,1-6-144-15,-4-1-12 0,0-6-112 16,5-3 28-16,-2 0-252 0,1-12-492 16,-4-5-292-16,4-6-1248 0,0 4-2945 0,4-12-2231 0</inkml:trace>
  <inkml:trace contextRef="#ctx0" brushRef="#br1" timeOffset="185028.25">10586 8680 6352 0,'0'0'2896'0,"0"0"-1099"0,0 0 11 0,0 0-116 0,0 0-196 16,-76 80-92-16,53-49-380 0,2 2-332 16,-3 5-164-16,0-4-88 0,1 4-64 15,-5-3-132-15,4 3-232 16,4-2-12-16,0-5-132 0,0-2-64 0,9-4-316 15,-2-6-224-15,5-3-140 16,8-4-164-16,-4-5-524 0,4-4-548 0,0 0-865 16,0-3-2139-16</inkml:trace>
  <inkml:trace contextRef="#ctx0" brushRef="#br1" timeOffset="185310.783">10901 8601 8292 0,'0'0'3885'15,"0"0"-1781"1,0 0-240-16,0 0-276 0,-12 89-292 0,12-54-292 0,-5 3-236 16,5 6-280-16,0 6-60 15,0 8-87-15,0 6-101 0,0 6-108 16,0 2-132-16,0 4 0 0,0 1-156 0,-8-4-48 15,5-7-53-15,-1-8 13 0,4-7 24 16,0-16 4-16,0-10-4 16,0-6-12-16,4-13-148 0,3 0-500 0,-3-6-16 0,1 0-592 15,-1 0-620-15,0-3 292 16,0-3-881-16,-1-10-3363 0</inkml:trace>
  <inkml:trace contextRef="#ctx0" brushRef="#br1" timeOffset="185628.376">10865 8613 9140 0,'0'0'2105'0,"0"0"-1217"0,0 0-44 15,0 0 744-15,0 0-240 0,43-75-480 16,-22 62-360-16,3 3-12 0,4 1 60 15,-1 6-148-15,1-1-124 0,4 4-64 16,-1 0 52-16,1 0-16 0,-8 7 24 0,-3-1-20 16,-1 7 32-16,-9 3-60 15,-3-1-64-15,0 4-44 0,-8 3-28 0,0 7-36 16,-4 0-60-16,-11 6 0 0,-2 0-144 16,-7 0-40-16,1 2-168 0,-5-5-88 15,4-4-64-15,0-2-144 0,0-6-152 0,4-2-368 16,-4-5-852-16,9-3-2121 15,-6 2-2143-15</inkml:trace>
  <inkml:trace contextRef="#ctx0" brushRef="#br1" timeOffset="185982.927">11479 9106 7080 0,'0'0'2904'0,"0"0"-331"15,0 0-649-15,0 0-32 0,0 0-424 0,0 0-332 16,0 0-364-16,0 0-284 16,87 32-172-16,-75-26-72 0,0-3-168 0,0 7-68 15,0-4-8-15,-1 3 4 0,-6 4 36 16,3-1 56-16,-8 8-84 0,0 1-12 16,0 5-4-16,-4 0-176 0,-5 2 20 0,2 1 40 15,-5-1 20-15,4-4 52 16,3-6 44-16,2 1-8 0,-1-6-88 0,4-5-20 0,0 3-28 15,4-3-48-15,4-1 36 16,4-3 108-16,8 2 52 0,3-6 48 16,9 0 40-16,0 0 8 0,5-3 52 15,2-4-24-15,1 0-116 0,0-1 76 0,-4 4-76 16,-4-3 0-16,0 1 52 16,-4 4-60-16,-5-4-180 0,1-1-312 15,-4 0-316-15,-4 2-232 0,0-2-596 16,-8 0-2224-16,-1 1-4169 0</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15:10.98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definitions>
  <inkml:trace contextRef="#ctx0" brushRef="#br0">2585 11062 4892 0,'0'0'4084'0,"0"0"-2067"16,0 0-1105-16,0 0 8 0,0 0 444 0,0 0 52 16,0 0-248-16,0 0-152 0,-59-7-136 0,59 7-316 15,0 3-320-15,0 1-168 0,3 5 44 16,10 3 104-16,2 8 20 0,6 2 12 15,7 13 328-15,3 0-24 0,1 13-292 16,0 2-159-16,4 4-37 0,0 7-72 0,-1 5 64 16,-3 4 56-16,9 0 28 15,-6 0-148-15,-3-1 0 0,4-6 8 0,-8-5-8 16,4-4 0-16,-4-10 0 16,-4-5-8-16,-1-7-36 0,-3-4 44 15,4-9 0-15,-4-3 0 0,-4-3-72 0,-1-4 24 16,-2-3-36-16,-1-1-173 0,-5-5-179 15,2 0-176-15,-5 0-72 16,0-5-112-16,0-4-312 0,-1-7-680 0,-3 0-2116 16,0-28-2237-16</inkml:trace>
  <inkml:trace contextRef="#ctx0" brushRef="#br0" timeOffset="260.458">3295 11290 3800 0,'0'0'7989'0,"0"0"-6569"16,0 0-744-16,0 0-4 0,0 0 512 0,0 0-52 0,0 0-400 16,0 0-164-1,0 0-84-15,-84 10-180 0,68 9-144 16,0 6-48-16,-8 7 36 0,-8 12 12 0,-4 7-28 16,-7 12-68-16,-6 0 20 0,-7 11 28 15,1-4-28-15,-4 3 64 0,-1 0-148 0,4-7-36 16,4 1 32-16,8-9-132 0,5-8-24 15,11-6-60-15,8-8-88 16,8-11-20-16,3-9-140 0,5-3-324 16,4-4-428-16,8-6-644 0,5-3-892 0,-6 0-1693 15,14-6-2895-15</inkml:trace>
  <inkml:trace contextRef="#ctx0" brushRef="#br0" timeOffset="623.849">3617 12011 5928 0,'0'0'6597'0,"0"0"-6049"0,0 0-432 16,0 0-12-16,0 76 532 0,0-48 692 0,0 1-220 15,0 6-312-15,0 0-288 16,0 7-172-16,0-1 8 0,0 9-120 0,0 0-4 0,0 9-96 16,0 0-124-16,0 5-4 15,0 0-104-15,0-4 8 0,-4-3 12 0,4-9-20 16,0-7-80-16,0-6 52 15,-4-13-24-15,4-3-36 0,0-10-104 0,-4-2-172 0,4-7-188 16,0 0-500-16,-4-9-792 0,1-11-3113 16,-5 1-2747-16,-1-18 7420 15</inkml:trace>
  <inkml:trace contextRef="#ctx0" brushRef="#br0" timeOffset="881.367">3538 12134 6096 0,'0'0'4949'0,"0"0"-3385"16,0 0-1116-16,0 0 48 0,0 0 712 0,0 0 160 16,0 0-440-1,75-66-232-15,-59 60-128 0,5 2-124 0,-2 4-208 0,-3 0-140 16,4 0-44-16,-4 7 56 0,-4 2-44 16,0 7-4-16,-4 3 0 0,-4 6 40 0,-4 7 4 15,-4 4-104-15,-9-1-48 16,2 6 40-16,-5-4-76 0,0 1 32 0,-4 0-68 15,0-2-104-15,4-5-96 0,-3-5-196 16,2-1-92-16,6-9-248 16,-2-2-236-16,5-9-652 0,1 1-1108 15,3-6-3385-15</inkml:trace>
  <inkml:trace contextRef="#ctx0" brushRef="#br0" timeOffset="1118.226">4015 12474 5988 0,'0'0'7057'16,"0"0"-5013"-16,0 0-1352 15,0 0-188-15,0 79 420 0,0-53 360 0,0 3-372 16,0-1-472-16,0 4-316 16,0 0-52-16,0 0-72 0,5 0-12 0,-1 1 0 0,-4 0-148 15,4-5 4-15,0-2-40 16,0-4-16-16,-4-3-56 0,3-3-76 15,1-4-100-15,-4-1-76 0,4-6-152 0,1-5-732 16,-5 0-1156-16,4 0-3157 0,-4-5-1646 16</inkml:trace>
  <inkml:trace contextRef="#ctx0" brushRef="#br0" timeOffset="1592.374">4713 11626 1892 0,'0'0'11161'0,"0"0"-9321"0,0 0-1172 16,0 0 328-16,0 0 520 0,0 0-116 16,0 0-456-16,0 0-384 0,0 0-48 15,0 0 157-15,84 13 31 0,-52-6-360 16,0-4-136-16,-1 3-20 0,5-3-64 16,-8-3-108-16,4 0-12 0,0 0-8 15,0 0-4-15,-4 0-96 0,0-7-148 16,0 2-240-16,-4-2-252 0,-1-2-225 0,-3 2-139 15,0-2-732-15,-8 3-2180 0,-8-1-2129 16</inkml:trace>
  <inkml:trace contextRef="#ctx0" brushRef="#br0" timeOffset="1832.992">4696 11983 248 0,'0'0'14097'0,"0"0"-11953"0,0 0-1980 16,0 0-92-16,0 0 440 0,0 0 600 0,0 0 376 0,0 0-424 16,81 6-480-16,-50-6-207 15,5 0-25-15,0-4-148 0,-3 4-68 16,2-2-52-16,-3 2-84 0,4 0-96 0,0 0 24 16,-1 0-100-16,5 0-240 15,-3 0-293-15,2 0-199 0,1 0-356 0,-5 0-820 16,2-5-2932-16,-10-1-5561 0</inkml:trace>
  <inkml:trace contextRef="#ctx0" brushRef="#br0" timeOffset="2711.314">6526 11112 2260 0,'0'0'628'15,"0"0"-524"-15,-13-69 5256 0,9 50-4024 16,1-4-112-16,-1 0 13 0,4 4-73 0,-4 4 132 15,4 2-164-15,-4 0-324 0,4 4 100 16,0 0-204-16,-4 5-184 0,4 1-92 0,0 0-32 16,0 3-80-1,0 0-48-15,0 0 52 0,0 0 120 0,-4 0-148 16,-1 6-148-16,-2 7-144 0,-5 6-208 0,0 12 76 16,-4 11 36-16,-4 15-28 15,1 10 76-15,-5 5-48 0,-1 12 44 16,1 1 44-16,1 0-4 0,-5 1 12 0,4-9 8 15,4-10 56-15,0-11-52 16,8-8 36-16,0-13-48 0,5-12-4 16,2-8-96-16,5-5-8 0,-4-4-76 0,4-2-96 15,0-4-248-15,9 0 0 16,-2 0 148-16,9-7 292 0,0-6-96 0,3 1-112 16,2-1 232-16,-1 3 64 0,-5 1 0 15,-6 3-4-15,3 6 4 0,-5 0 260 0,1 6 220 16,5 3-108-16,-6 5-52 0,1 0-64 15,1 9-72-15,-5 3-24 0,3-1-40 16,-3 7 16-16,0 0-52 0,-4 5 88 16,4 8-64-16,-4 3-108 0,0 2 0 15,0 4-60-15,0 4-24 0,-4-5 0 16,4-1 32-16,0-8-80 0,9-6 20 0,-1-6-36 16,-1-7 28-16,5-6-200 0,-3-3-320 15,6-7-112-15,-2 1-412 0,2-6-484 16,1-4-852-16,0-4-1881 0,-5-3-1479 15,10-8 5768-15</inkml:trace>
  <inkml:trace contextRef="#ctx0" brushRef="#br0" timeOffset="11377.88">6968 11722 3592 0,'0'0'388'15,"0"0"6316"-15,0 0-5111 0,0 0-241 16,0 0 156-16,0 0-72 0,0 0-232 0,0 0-240 16,0 0-80-16,0 0-200 0,0 0-196 0,0 0-208 15,-56-67-84-15,61 42-84 16,6-4-28-16,5 0-28 0,4 1-56 0,0-1-96 15,-1 7-52-15,6 3 28 0,-1 3-64 16,-4 6 0-16,-1 5 52 0,-2 5-64 16,2 0 0-16,-3 12 196 0,5 4 172 0,-6 9-88 15,2 4 16-15,-2-1-92 0,1 8 52 16,-4 1-48 0,-1 2 36-16,2-4-44 0,-1-3 0 0,-5-4 0 0,6-5-8 15,-5-9-88-15,-5 0 8 16,6-9-16-16,-5 2-56 0,0-4 8 15,0-3-36-15,0 0-12 0,3-3 72 0,2-6-180 16,-1-4-496-16,3-10-700 0,-3-2-960 16,1 4-2069-16,-2-18-1959 0</inkml:trace>
  <inkml:trace contextRef="#ctx0" brushRef="#br0" timeOffset="11552.492">7434 11439 1016 0,'0'0'10389'0,"0"0"-8673"16,0 0-1028-16,0 0 160 0,0 0 400 15,-83 51-168-15,59-26-312 0,-4 7-212 16,-4 6-36-16,0 7-140 0,-4 3-184 16,1 6-192-16,-2-3-4 0,1-1-60 15,4-2-176-15,4-4-8 16,0-5-152-16,9-2-60 0,-1-5-76 0,5-7 48 0,2-2-228 16,1-4-560-16,0-7-660 0,4 1-737 15,0-4-2131-15</inkml:trace>
  <inkml:trace contextRef="#ctx0" brushRef="#br0" timeOffset="11890.837">7637 11157 6688 0,'0'0'1208'0,"0"0"1276"0,0 0-875 16,0 0-125-16,0 0-24 0,-3 73-48 15,-1-35-180-15,4 3-380 0,-4 7-248 16,4 6-76-16,0 3 8 0,0 6 28 16,0 3-188-16,4 8-228 15,0 2 8-15,-1 0-156 0,-3 7-76 0,0-4-56 0,0 1-40 16,0-4 88-16,0-9-64 15,0-7-48-15,-3-9-108 0,-1-10 48 0,0-12 108 16,4-10-24-16,-5-11-60 0,5-8-272 16,0 0-308-16,0-19-628 0,5-6 244 15,3-8-460-15,-5 0-1072 0,-3-30-2717 0</inkml:trace>
  <inkml:trace contextRef="#ctx0" brushRef="#br0" timeOffset="12199.479">7602 11322 156 0,'0'0'10080'16,"0"0"-8215"-16,0 0-637 0,11-64 332 0,2 43 28 15,-2 2-220 1,10-2-320-16,2 2-276 0,5 1-60 0,9-1-92 16,6 3-204-16,0 0-212 0,6 7-20 15,-6 2-67-15,1 4-113 0,-8 6 40 16,-8 7-44-16,-4 9 4 0,-5 6-4 15,-6 10 136-15,-9 3-52 0,-4 10 24 0,0 6-52 16,-13 0-52-16,-2 0 40 0,-5 0-40 0,-5-4 72 16,2-6-4-16,-1-2-60 15,-4-4-8-15,4-9-4 0,0-1-12 16,-4-6-184-16,5-6-192 0,-1 0-145 0,0-2-151 16,-1-2-24-16,-1-3-64 0,5-2-212 15,1-4-404-15,1-1-712 0,6-2-700 16,2 0-1621-16,11 0-1127 0</inkml:trace>
  <inkml:trace contextRef="#ctx0" brushRef="#br0" timeOffset="13208.105">8247 12125 5396 0,'0'0'732'16,"0"0"1360"-16,0 0-940 0,0 0-272 0,0 0 305 15,0 0 291-15,0 0-204 16,0 0-160-16,0 0-208 0,0 0-176 15,75-51-180-15,-58 51-76 0,-2 0-92 16,2 0 28-16,-2 0-112 16,-2 4-76-16,-2 2-108 0,-3 0-28 0,1 4 40 0,-5-1-16 15,-4 7 28-15,0 3 0 0,0 6-124 16,-9 1-12-16,-7 2-208 0,5-2-60 16,-9-1 44-16,3-2 88 0,-2-1 64 15,2-7 24-15,2 1 0 0,2-2 48 0,-2-2 12 16,3-2 48-16,4-5 0 0,0-1 52 15,4-2-28-15,4 3-84 0,0-5 0 0,0 0-108 16,0 2-16-16,4-2 124 16,8 4 112-16,4-1 244 0,-1 0-16 15,6-1-120-15,3-2-36 0,0 0-96 0,-5 0-4 16,5 0 24-16,-3 0-108 0,2-2-68 16,-3-1-88-16,0 3-128 0,0-3 4 15,-4 3-332-15,-1-4-240 0,6 4-224 16,-5 0-452-16,-4-2-1300 0,8-5-4065 15</inkml:trace>
  <inkml:trace contextRef="#ctx0" brushRef="#br0" timeOffset="13916.073">9383 10918 432 0,'0'0'1628'0,"0"0"-1184"0,0 0-276 0,0 0 4452 0,0 0-2700 16,0 0-444-16,0 0-511 15,0 0-29-15,0 0 172 0,0 0 8 0,0 0 16 16,4-25-64-16,-4 25-164 0,0 0-296 15,0 0-264-15,0 7-136 16,0 2-108-16,0 7 132 0,0 12 0 0,0 8 0 0,0 5 160 16,4 3 24-16,-1 7-196 15,-3 6-76-15,4 4-8 16,0 11-92-16,-4 10-44 0,0 11 0 0,0 6 4 0,0 2 104 16,0 1-100-16,0-1 4 0,4-5-12 15,1-4 0 1,-1-4-8-16,0-1-88 0,3-4 0 0,1-6 92 0,1-3 4 15,2 0-136-15,1-11-8 0,0-3 56 16,4-6-56-16,-4-9-200 16,4-8 124-16,0-8 40 0,-4-6-128 0,-1-11-836 15,2 1 128-15,-2-10-596 0,2-3-116 16,-1 0-712-16,-1-6-637 16,-2-1-2263-16</inkml:trace>
  <inkml:trace contextRef="#ctx0" brushRef="#br0" timeOffset="15748.728">10598 11451 3628 0,'0'0'340'15,"0"0"132"-15,0 0 2520 0,0 0-1372 16,0 0-16-16,0 0-163 0,-4-73 3 0,0 67-176 16,0 0-96-16,-5 0-180 0,6-1-136 15,-1 4-140-15,-4-3-188 0,0 3-72 16,0-1-188-16,-4 1 36 0,0 3-108 0,-4 0-120 15,-3 7-76-15,-2 9-96 0,1 5-112 16,1 9-12-16,2 8 100 16,6 3 20-16,-2 3 40 0,9-3 52 0,4-5-116 0,0-11-84 15,0-9 36 1,4-7-12-16,9-5 36 0,-2-4 148 0,10-4-12 16,2-15 12-16,1-2 8 0,-4-8-8 0,1-3-148 15,-6 0-76-15,-3 3 40 16,0 7 36-16,-4 3 64 0,0 7-40 0,0 6 0 15,-4 2-52-15,0 4-48 0,0 0 224 16,3 6 52-16,1 3 232 0,-3 11-24 16,3-1-88-16,-1 6 88 0,1 4-60 0,-3 6-4 15,-1 0-12 1,0 5-48-16,-4 2 84 0,0 2 0 0,0 4-96 16,0 0 48-16,0 3 0 0,-8-1-100 15,-1-1 40-15,2-6-4 0,-5-1 28 16,-1-7 8-16,2-4 40 0,3-1 0 0,-4-9-16 15,4-4-44-15,4-3-28 16,0-7 52-16,0-3 20 0,0-1 4 16,4-3 93-16,-4 0 27 0,-4 0-220 0,0-7-72 15,-8-8-188-15,0-4-56 0,-4-4 87 16,0-2-27-16,8-1 112 0,-3 1-24 0,2 0 20 16,9 3-32-16,-3 2 24 0,7 5 0 15,0-2 20-15,0 4 4 0,0-1-72 16,0 0 8-16,4 1-20 0,3 1-28 15,1-1-96-15,1 1-112 0,2 2-148 0,1 1-212 16,4-1-508-16,1 1-748 0,-2-4-772 16,5 3-2009-16,-8 1-2751 0</inkml:trace>
  <inkml:trace contextRef="#ctx0" brushRef="#br0" timeOffset="16299.001">11068 11278 3088 0,'0'0'520'0,"0"0"5728"0,0 0-4223 0,0 0-541 16,0 0-368-16,0 0-108 0,0 0-148 15,0 0-312-15,0 0-336 0,0 0-52 16,8-48 40-16,4 32-16 0,4-3-96 0,-4 2 0 16,3 5-16-16,2 3-8 0,-6 2-64 15,6 4-12-15,-2 3 12 16,-2 0 24-16,2 6 36 0,1 7 76 16,0 3-36-16,0 3 48 0,-4 0-48 0,4 7-4 15,-4-1-84-15,4 4-12 0,-8 2 64 16,4 2-4-16,-4 4 88 0,0 8-36 15,-4-1-16-15,0 0 28 0,-4-2 36 0,4-4 24 16,-4-6-72-16,0-7-16 0,3-6-96 16,1-6-36-16,1-4-112 0,-1-2-148 15,0-7-84-15,3 0 84 16,1 0-308-16,5-13-224 0,2-9-300 0,-2-4-852 16,-2 5-2061-16,6-21-1795 0</inkml:trace>
  <inkml:trace contextRef="#ctx0" brushRef="#br0" timeOffset="16498.741">11558 11178 248 0,'0'0'10156'0,"0"0"-8331"15,0 0-877-15,0 0-336 0,0 0 172 0,0 0 364 16,-92 45-20-16,69-22-208 0,-1 5-252 16,-4 4-76-16,0 3-88 15,0 6-152-15,0 0-56 0,-4 7-124 0,0-4-172 16,0 5-80-16,4-5-116 0,0-1-24 15,4-4-96-15,1-4-212 0,7-7-164 0,4-3-60 16,0-8-120-16,8-8-436 0,4-2-732 16,0-4-1001-16,0-3-2003 0,4-3 640 0,12-13 3728 15</inkml:trace>
  <inkml:trace contextRef="#ctx0" brushRef="#br0" timeOffset="16967.257">12001 10903 3240 0,'0'0'9033'0,"0"0"-7401"0,0 0-808 0,0 0-180 0,0 0 252 16,0 0 224-16,0 0-152 0,-53 92-220 15,50-61-108-15,-1 11-28 0,4 2-64 16,0 8-172-16,0 4-72 0,0 2-35 15,0 5-25-15,0 0-64 0,0 4-72 0,0 3-20 16,-4 0 44 0,4 0-72-16,-5-1-60 0,5-5-48 0,0-4-60 0,0-6-52 15,0-4-56-15,9-5-16 0,-5-6-61 16,7-11 37-16,-3-3-48 16,-3-6 0-16,2-6-136 0,-3-7-196 0,0-2-112 15,-4-4-76-15,4-4 28 0,-4-8-340 16,0-7-96-16,0-6-1236 0,0 2-729 15,0-25-3419-15</inkml:trace>
  <inkml:trace contextRef="#ctx0" brushRef="#br0" timeOffset="17248.614">11941 11043 5500 0,'0'0'3004'0,"0"0"-1244"0,0 0-391 0,23-79-1 15,-14 56 196-15,6 4-204 16,1 3-292-16,4 0-276 0,4 2-112 16,4 6-100-16,0 2-4 0,4 2-160 0,-1 4-48 0,1 4-136 15,-4 5-124 1,-4 3 16-16,-4 5-28 0,-4 5 12 16,-4 3 64-16,-7 10-12 0,-5 3-52 0,0 7-12 15,-9 2-88-15,-7 1-8 16,-4 6-56-16,-4 3-140 0,-4-3-56 0,-4 3-56 15,0-6-32-15,1-6-64 0,-1-8-48 0,8-5-88 16,4-10-136-16,0-6-216 0,5-4-660 16,6-1-1576-16,1-1-3413 0</inkml:trace>
  <inkml:trace contextRef="#ctx0" brushRef="#br0" timeOffset="17609.927">12355 11737 784 0,'0'0'12433'0,"0"0"-10945"0,0 0-768 15,84-31-132-15,-53 18 204 16,1 4 104-16,-4-1-392 0,-4 4-340 0,-4 3-44 16,-4 3 104-16,0 0-140 0,-4 0-84 0,-4 6-4 15,0 4 4-15,-5 9 184 0,-3 3 84 16,-7 6-36-16,-5 7-96 15,-4 0 0-15,-4 3-28 0,0 0-32 0,0-2-16 0,4-4-12 16,4-5 0 0,4-2 100-16,0-8-12 0,5-4 84 15,3-3-88-15,0-4-124 0,0-3 4 0,7 3 76 16,5 1 56-16,4-1 40 0,5-3-4 16,-2 0-56-16,5-3 20 0,0 0-20 0,-1 0-40 15,1-6-76-15,4 3-8 0,-7-4-96 16,-2 1-76-16,1 0-144 15,-3 0-220-15,-2 2-220 0,-7 1-252 0,4 0-248 0,-4 3-708 16,-4 0-2372-16,-4 0-4509 0</inkml:trace>
  <inkml:trace contextRef="#ctx0" brushRef="#br0" timeOffset="18358.012">13634 11369 208 0,'0'0'628'0,"0"0"9080"16,0 0-7383-16,0 0-505 0,0 0-488 15,0 0-204-15,0 0-184 16,0 0-144-16,0 0-184 0,0 0-276 0,0 0 236 16,75-5 312-16,-43-2-351 0,0 3-257 15,0-2-184-15,-4 0-44 0,-4 2-52 16,0-2-96-16,-1 0-52 0,-2 0-32 0,-5-1-161 15,3 1-415-15,-2 0-380 0,-6-1-736 16,-3 4-2384-16,-8 3-2849 16</inkml:trace>
  <inkml:trace contextRef="#ctx0" brushRef="#br0" timeOffset="18533.886">13745 11557 4288 0,'0'0'7741'15,"0"0"-6105"-15,0 0-684 0,0 0-20 0,0 0 500 16,0 0-256-16,0 0-176 0,88 3-448 0,-52-10-468 16,8 1-84-16,3 0-208 0,1-7-356 15,0 0-336 1,0-2-540-16,-12 5-2636 0,3 1-5741 0</inkml:trace>
  <inkml:trace contextRef="#ctx0" brushRef="#br0" timeOffset="19481.891">14550 11189 1812 0,'0'0'80'15,"0"0"2956"-15,0 0 1088 0,0 0-2404 16,0 0-599-16,0 0-73 0,0 0 88 0,0 0-140 0,0 0-164 16,0 0-252-16,0 0-368 15,-8 3-136-15,12-6-4 16,5-4 68-16,2-6-56 0,5-3 44 0,-4-3-20 16,8-3-108-16,-4 3 12 0,4 0-8 15,-4 3 4-15,0 4 0 0,-1-2-8 16,2 6 0-16,-2 2-76 0,-2-5 16 0,-2 8-16 15,1 0-12-15,4 3-12 0,-4 0 40 0,0 0 60 16,4 13 124-16,0-1-12 0,0 10 60 16,-4 4 76-1,4 3 28-15,-9 2 20 16,2 4 196-16,-1 3 24 0,-4-2-208 0,0-1-100 16,-1-1-96-16,1-2-68 0,1-7-44 0,-1-5-60 0,4-5-100 15,-1-1 0-15,2-9-24 0,-5-2 12 16,8 1-24-16,-9-4-100 15,10 0-332-15,-5-12-232 0,-1-2-568 0,-3 2-1348 0,4-14-3177 16</inkml:trace>
  <inkml:trace contextRef="#ctx0" brushRef="#br0" timeOffset="19685.698">15032 11007 2632 0,'0'0'9789'0,"0"0"-8473"16,0 0-708-16,0 0 36 0,0 0 324 15,-99 61 176-15,75-33-140 0,0 4-364 0,0 6-172 16,0 3-16-16,0 3-48 16,0 8-132-16,-4 2-80 0,5-3-32 15,-1 3-160-15,0-7-80 0,3 1-140 16,2-8-160-16,7-4-84 0,4-7-164 16,0-7-356-16,8-10-460 0,0-5-1068 15,0-7-1425-15,12-13 657 0,0 1-2016 0</inkml:trace>
  <inkml:trace contextRef="#ctx0" brushRef="#br0" timeOffset="19937.148">15403 10934 6868 0,'0'0'6341'0,"0"0"-5093"15,0 0-644-15,0 77-12 0,0-42 664 16,0 9 416-16,0 3-296 0,0 5-596 15,0 2-268-15,4 6-64 0,-1 1-103 0,6 5-141 16,-5-3-124-16,4 4-80 0,-8-1-168 16,0-2-64-16,0-7-73 0,0 0-119 0,0-6-100 15,-8-6-12 1,0-11-28-16,3-4-112 0,-2-11-176 0,3-11-288 16,0-4-268-16,4-8-196 0,-4-9-568 15,4-1-3601-15,0-25 933 0</inkml:trace>
  <inkml:trace contextRef="#ctx0" brushRef="#br0" timeOffset="20215.585">15391 10992 7188 0,'0'0'4469'0,"0"0"-3585"0,0 0-116 0,0 0-272 15,0 0 264-15,47-80 376 0,-22 71-144 16,3-1-272-16,3 0-100 0,5 10-88 0,0 0-212 15,-1 0-184-15,-2 4-136 0,-6 5 0 16,-3 4-100-16,-3 3 52 0,-10 3-28 16,-2 3 68-16,-9 7-124 0,0 6 80 15,-13 6-120-15,-11 0-64 0,1 4-48 0,-9 2-36 16,-4-3-92-16,0 1 104 0,-4-7-80 16,8-3-44-16,1-4-192 0,3-8-272 15,7-6-492-15,2-8-764 0,3-7-2585 16,8-2-431-16,0 0 4081 0</inkml:trace>
  <inkml:trace contextRef="#ctx0" brushRef="#br0" timeOffset="20515.032">15865 11544 836 0,'0'0'10189'15,"0"0"-9097"-15,0 0-284 0,0 0-56 0,0 0-104 16,84 16-244-16,-76-9 128 0,-1 4 44 0,-7 3-132 16,5 5 4-16,-5 3-160 0,-5 3-128 15,-2 4-20-15,-5-1-4 16,-1 4 160-16,2-3 40 0,-6-1 108 0,6 1-100 16,-1-11 36-16,8 2-36 15,4-10-12-15,0-1-124 0,0-3-88 0,8-2 4 16,4-1 60-16,4 0-16 0,3-3 52 0,6 0 24 15,3-6-48-15,-4-1-148 16,4-2-48-16,-5-4-128 0,-3 0-284 0,4 1-480 16,-8 3-136-16,0-2-592 15,-4 1-3092-15,-9 5-7237 0</inkml:trace>
  <inkml:trace contextRef="#ctx0" brushRef="#br0" timeOffset="21743.365">16426 10683 5580 0,'0'0'2524'15,"0"0"-1568"-15,0 0-476 0,0 0 168 0,0 0 449 16,0 0-133-16,0 0-264 0,0 0-200 15,0 0-68-15,0 0 48 0,0 0-12 0,45-47-24 16,-37 37 44-16,-1 4-48 0,2-3-60 16,-1-3-68-16,3-2-28 0,2-2-72 15,-2 0-100-15,6 0-36 16,-6-3-72-16,10 1-4 0,-6-1-124 16,1 3 72-16,4 0 48 0,-8 3 0 0,4 1-8 15,-4 1 12-15,-4 5 4 0,0 3 80 16,-4 0-84-16,-4 3 0 0,3 0 56 15,-3 0 68-15,0 6-12 0,0 7 76 16,0 10 84-16,0 2-100 0,0 7-88 0,-7 5-72 16,-1 8 28-16,0 2-40 15,0 7-52-15,-4 4-20 0,-4 2-76 16,4-3 48-16,0 0-60 0,0-6 48 16,4-3 52-16,0-14 60 0,5-1 132 0,3-11 4 15,0-6-124-15,0-4-8 16,0-2-4-16,3-4-148 0,5-3 48 0,0-3-24 15,4 0 116-15,0-3 4 0,0-3 0 0,4-4-48 16,-4 1-44-16,0-1 96 16,0 1-64-16,-5 2 56 0,2 4-80 0,-1 0-96 15,-4 3 48-15,7 0 40 0,-2 10 96 16,3 2 8-16,-1 4 104 16,6 3 100-16,-6 3-116 0,5 4 56 0,-4-1 84 15,1 3 36-15,-2 2-100 0,-3-2 100 16,4 0-112-16,-4 4 72 0,0 3-24 0,0 1 88 15,-4-2 48-15,4 4-136 16,-4 3-72-16,0 1-88 0,0 3 24 16,3 2-12-16,-2-3 52 0,3 4-52 15,-4-1 40-15,0-2-28 0,0-1 48 0,-1-3 16 16,-3-3 144-16,4-3 316 0,-4 1-315 16,5-5-161-16,-5-5-12 0,4 2-60 15,-4-6 36-15,4-2-80 0,-4-1 0 16,0-4-4-16,4 1-12 0,-4-6 12 15,0 3 4-15,0-7 0 0,0-3 4 16,0 4 68-16,0-7-64 0,0 3 84 16,0-3-24-16,0 0-24 0,0 0 60 0,0 0-20 15,-8 0-52-15,-1 0-36 16,-2 0-12-16,-1 0-64 0,-4 0 64 0,4 0 0 16,0 0-48-16,0-3-84 0,0-1-12 15,4 1 32-15,-4 3-44 0,4-6-76 16,0 3 3-16,-4-1 33 0,4 2 12 0,5-5-20 15,-6-3-80-15,1-2-104 0,1-1-236 16,-5-4-360-16,-1-1-1036 0,6 5-2088 16,-14-6-2793-16</inkml:trace>
  <inkml:trace contextRef="#ctx0" brushRef="#br0" timeOffset="31850.757">11593 12509 7008 0,'0'0'5369'0,"0"0"-4005"16,0 0-592-16,0 0 24 0,0 0 724 0,0 0 140 15,0 0-260-15,0 0-520 16,0 0-404-16,-7 19 60 0,11-3 45 0,4 6-45 15,4 9-272-15,-1 11-60 0,6 9-140 16,-6 10-52-16,2 2 60 0,-2 4-72 0,1 3-4 16,1-5-132-16,2 3 132 0,-2-8-68 15,-2-2 72-15,6-8-24 16,-6-5 24-16,1-8-8 0,4-7 4 0,-4-8 4 0,0-6 60 16,0-10-56-16,-1-3 44 0,2-3 64 15,-1-6 32 1,4-8 36-16,-1-8-36 0,2-3-80 0,-2-7 32 0,2-2-24 15,2-4-12-15,-3-7-52 16,5 3-4-16,-6-2-4 0,1-3 8 0,0 1 40 16,0-1-40-16,-4 0-4 0,-1-4-4 15,-2 3-4-15,-5-3-68 16,4 7-48-16,-4 3-28 0,-4 6-20 16,3 4 24-16,-3 5-36 0,0 7-76 0,0 7-56 15,0 1-64-15,0 8-48 0,-7 3-77 16,3 0-191-16,-8 3-516 0,0 4-664 0,-4 5-228 15,0 2-940-15,4-3-1857 0,-12 15-2883 16</inkml:trace>
  <inkml:trace contextRef="#ctx0" brushRef="#br0" timeOffset="32044.679">11741 13036 9016 0,'0'0'1896'0,"0"0"-479"0,0 0 279 15,0 0 44-15,0 0-560 0,0 0 124 16,0 0-344-16,0 0-408 0,84 0-184 16,-60 0-212-16,0-3 16 0,3 0-76 0,-7 0-96 15,1 3-44-15,-2-4-136 0,-3 4-56 16,5 0-228-16,-6 0-580 16,5 0-616-16,-8 0-1476 0,8 4-3481 0</inkml:trace>
  <inkml:trace contextRef="#ctx0" brushRef="#br0" timeOffset="32882.775">12944 12843 2980 0,'0'0'1548'0,"0"0"3140"0,0 0-3020 16,0 0 129-16,0 0-153 0,0 0 8 0,0 0-228 16,-88 6-372-16,69 10-288 0,-1 0-92 15,-4 9-304-15,8 8 132 16,-4 0-120-16,8 9-188 0,5 2-92 16,2-2-40-16,5-3-60 0,0-12-72 0,0-4-40 15,12-8 64-15,-4-5-24 0,0-8 24 16,8-2-40-16,0-5 16 0,0-8-12 15,4-6 80-15,0-7-168 0,4-2-144 0,-4 3 24 16,-4-4 96-16,0 10 96 0,-1 3 28 16,2 10-40-16,-6 3-60 0,6 3 64 15,-6 3 96-15,6 13-52 0,-2 0 64 0,-3 6 124 16,4 6 12-16,-4 1-28 0,4 2 112 16,-4 5-60-1,-5 2 12-15,2 3-76 0,-5 4 100 16,-4 2 172-16,0 4 44 0,-8-4-216 0,0 4-52 15,-4-7 4-15,0-5 81 0,0-4 63 16,0-7 340-16,0-5-344 0,0-8-204 0,-3-2-80 16,2-6 0-16,2-4-4 0,-6-3-116 0,2-3-52 15,-2-10-28 1,-2-3 28-16,-1-6 0 0,-4-7-28 0,0 0-8 16,4-3 80-16,4 7-33 0,4 0 69 15,5 6 16-15,2 0 24 0,5 3-36 16,0-3 0-16,8 3 76 0,0 0-92 0,4-4-56 15,4 6 8-15,0-2-108 0,0-4-720 16,8 5-500-16,-5-4-640 0,9 3-1072 16,-7 0-1705-16,10-6-2111 0</inkml:trace>
  <inkml:trace contextRef="#ctx0" brushRef="#br0" timeOffset="33132.658">13702 12795 104 0,'0'0'11405'16,"0"0"-9309"-16,0 0-828 0,0 0-88 16,0 0-164-16,0 0 100 0,0 0-216 0,-68 92-324 15,48-57-232-15,8 1 72 0,-4-3 72 16,4 6-148 0,0-4-72-16,8 0-72 0,-4-3-3 0,8-4-57 15,0-5-4-15,0-8-24 0,4-2-36 16,4-8-12-16,4 2-60 0,-4-3-68 0,8-4 68 15,-4 0 0-15,0-6-216 0,4-7-113 16,-1 0-219-16,-2-6-584 0,-1 3-1096 0,-5 0-2484 16,-2 4-2281-16</inkml:trace>
  <inkml:trace contextRef="#ctx0" brushRef="#br0" timeOffset="33276.706">13594 13055 4504 0,'0'0'844'0,"0"0"4821"0,0 0-3905 15,0 0 196-15,0 0 156 0,0 0-424 16,0 0-560-16,0 0-440 0,0 0-372 0,91-15-72 16,-63 5-244-16,-4-4-88 0,4 0-580 15,0-5-312-15,0-4-352 0,-4 10-1548 16,8-9-3829-16</inkml:trace>
  <inkml:trace contextRef="#ctx0" brushRef="#br0" timeOffset="33519.366">14179 12649 2736 0,'0'0'10533'15,"0"0"-8377"-15,0 0-1516 0,0 0-176 16,5 83 360-16,-1-49 708 0,0 4-160 16,4 7-628-16,-5 3-416 0,5 2 12 0,-3 7-35 15,-1 4-49-15,-4 6-148 16,0-1-108-16,0 7-4 0,0-3-104 0,0-3-160 15,0-7-97-15,0-6 49 0,0-10 24 16,0-8-48-16,0-15-88 16,0-4-220-16,0-11-348 0,0-3-416 0,0-6-984 0,0-10-1737 15,0 3-1259 1</inkml:trace>
  <inkml:trace contextRef="#ctx0" brushRef="#br0" timeOffset="34017.918">14128 12715 3208 0,'0'0'692'15,"0"0"4344"-15,0 0-3276 0,0 0-331 0,0 0 115 16,0 0 24-16,0 0-272 0,0 0-12 15,0 0-284-15,0 0-400 0,92-47-196 0,-69 41-60 16,1 0-40-16,4 6-24 0,-4 0 12 16,4 0-60-16,0 2-12 0,0 8-40 15,-5 3-56-15,1 3-27 0,-3 2-49 16,-10 1 24-16,2 4 40 0,-6-1 200 16,-3 1-44-16,0-2-112 0,-4 5-32 0,0 0-112 15,-8-1 36-15,-3-3-36 16,-2 0-12-16,-7 0-12 0,5-2-48 0,-6-4-24 15,-2-4 20-15,-1-3-116 16,0 1-208-16,-4-3-85 0,0-1-15 16,4-3-48-16,1 0 24 0,2-3-332 0,5 0-512 0,-3 0-1264 15,6 0-2233-15,2 0-2363 0,-1-3 4440 16</inkml:trace>
  <inkml:trace contextRef="#ctx0" brushRef="#br0" timeOffset="34873.192">14722 13268 2228 0,'0'0'1420'16,"0"0"3372"-16,0 0-2476 0,0 0-583 0,0 0-241 0,0 0 52 15,0 0-152 1,0 0-312-16,0 0-352 0,0 0-164 16,0 0-72-16,3 7-40 0,-3-7-96 0,0 3-76 15,0-3 0-15,4 0 24 0,-4 3 0 16,0 0 97-16,0 3-149 0,0 1-128 0,0-1-52 15,0 3-12-15,-4-2 48 0,4-4-24 16,0 3-20-16,0-2-52 0,0 3 0 16,-3-2-4-16,3 4-8 15,0 4 0-15,0 0-12 0,0 3 8 0,0 0-4 0,0 6 4 16,0-3 0 0,3 4 0-16,-3 2-8 0,0-3-88 0,4 0 4 15,-4 4-12-15,0-1-64 0,0-4-104 16,0 6-41-16,0-5-35 0,0 0 0 0,0-3-4 15,0-3-32-15,0-3-88 0,0-7-128 16,0 0-220-16,4-6-636 0,-4 0-1332 16,0 0-3045-16,5 0-1843 0,-5-12 7200 0</inkml:trace>
  <inkml:trace contextRef="#ctx0" brushRef="#br1" timeOffset="42293.319">10231 10969 4060 0,'0'0'3948'0,"0"0"-1656"16,0 0-1479-16,0 0-133 0,0 0-12 0,0 0 188 15,0 0-196-15,-56-73-64 0,52 67-104 0,0-1 88 31,4 5 52-31,-4-3 116 0,4 5-228 0,0 0-172 16,0 0-112-16,0 0 0 0,-3 0-52 0,-1 5-12 16,0 1-172-16,-9 7-136 0,2 2-160 15,-6 7 88-15,-2 7 144 0,-1 4 64 16,0 7-4-16,4 2 0 0,-4 5-8 16,1 3-112-16,2 9 12 0,-3 0-36 0,1 5 0 15,2 2-28-15,-2 1 28 0,2 0 24 16,6-1-12-16,2 1-16 0,-2-7-20 0,7 1 60 15,0-1-52 1,4-6 84-16,0 3 68 0,4-3 0 16,7 4 12-16,6-8 0 0,-2 5 96 0,5 1-48 15,1-2-48-15,-2 3-116 0,5-3-48 16,-4 4-72-16,0 0-156 0,0-2 128 16,0-2 144-16,-4 0 120 0,4-6 8 0,-5-2 244 15,-2-4 100-15,-2 0-140 0,-3 2 4 16,5 0-52-16,-6 3-64 0,5 5-36 0,1 2-60 15,-2 0-4-15,2 3-4 16,2 0-4-16,-3-3 8 16,4 4 36-16,-4-5 16 0,4 4 60 0,-4-5 260 0,4-2-260 15,3 1 0-15,-2-7-24 16,3-2-88-16,3-4-4 0,1-4-4 16,4 1 8-16,-4 1-8 0,4-5-68 0,4 2 64 15,0-2-60-15,-4 1 72 0,8-1-8 16,-4 1-8-16,7 0 16 0,-3-4 0 15,1 0 0-15,2 2-12 0,5-2-36 0,0-3 44 16,-1 1-72-16,6-4 64 0,2-3-36 16,-3 0 48-16,4 0 0 0,3-7 8 15,-3 5-4-15,0-1 32 0,4-3-36 0,-1-1-72 16,1 1 72 0,4-1 8-16,4 1 20 0,-1 0-28 15,1-4-4-15,0 1 0 0,4-1 4 0,0-2-140 16,3-1 132-16,1-3-128 0,0 4 36 15,3-4-12-15,-2 1 16 0,2-4 92 0,-4 2-4 16,5-2 8-16,0 0 48 16,0 0-48-16,-1 0 4 0,1 0-4 0,0-2 12 15,0-2 4-15,3-3-4 0,-3 1 0 0,3 0 56 16,-2-1-68 0,2 1-16-16,1 0 16 0,-1-1 8 0,1 1-8 15,-5 3 0-15,1-4 0 0,-4 4 12 16,4-3-4-16,-8-4-8 0,-1 4-4 15,5-7-52-15,-4 1 56 0,-4-1 12 16,3-3-12-16,-3 4-12 0,0-5 4 0,-1 2 0 16,-7-1 8-16,4-1 4 0,-4-1 4 15,-1 2 68-15,1 0-68 0,-4-3 92 16,0 0 24-16,-1-3-12 16,2 3-36-16,-1-4-72 0,-5 1-4 0,1-3 0 15,3-4-88-15,-2 1 76 0,-6-1-40 0,5 1 44 16,-4 0-64-16,-4 2 8 0,4-3 52 15,-9 4 12-15,2-1 0 0,-1 1 8 16,-1 0 92-16,-3-5-24 0,4 3 8 0,0-5 68 16,-1-3-16-16,2 3-36 0,2-6-40 15,-3 0-60 1,4 2-4-16,-5-5-8 0,-3 4-88 0,5-2 92 16,-9 1-40-16,-1 4 36 0,1-5 12 0,-8 7 0 15,0-3 12-15,0 0 100 0,-4 1-100 16,0-4 76-16,-4 3-76 15,4-3-8-15,-4-4-4 0,4 4-84 0,0-2 72 16,-1 1-100-16,2-2 52 16,-6 2-52-16,6 2-16 0,-6-1 28 0,-3-1 16 0,5 1 8 15,-6 0 76-15,1 3-8 0,0-7 0 16,-3 4 0-16,-2-3 4 0,1 4 4 16,0-3 12-16,0 0-4 15,-4-2 40-15,4 5-36 0,-4-4-8 16,4-1 8-16,-4-3 36 0,0 4-48 0,4 0 48 15,-4 3-44-15,0 0 12 0,0 3 68 16,-4 0-32-16,-4 3 8 0,0 1-8 0,1-4-52 16,-2 3-8-16,-3-3-4 0,5 0-100 15,-6 0-28-15,1-3 16 16,-4 0-148-16,8-3 92 0,-3 2 4 16,2 1 88-16,-2 4 24 0,-1-1 64 15,-1 3 44-15,2-1 56 0,-2 8-12 0,-2 0 52 16,3 0-12-16,-4 0 32 0,0 2-48 15,0-2 0-15,4-4-72 0,-4 4-40 16,4-4 0-16,0 1-64 0,0-4 52 16,1-4-88-16,-2-1-36 0,2-1 24 0,-2 3 24 15,5 0 88-15,-3 5 48 16,-2 3 128-16,2 2-40 0,-1 0 140 0,-4 2-92 16,4 4-32-16,-4-1 8 0,0 5-60 15,0-4 20-15,0 3-116 16,-4 0-4-16,0-4 0 0,1 1-72 0,-5 0-64 15,3 0-100-15,-3-3-136 0,-3 0 120 16,3 0 40-16,-4 0 164 0,0-1-56 0,-4 5 104 16,0-1 176-16,0-1-40 0,1 5 52 15,-9-2-40-15,3 5 28 16,-2 2-4-16,-1-3-72 0,1 7-12 0,-6-3-80 16,2 2-8-16,-1-2-88 0,-4 3 84 15,4-1-144-15,-3-2 144 0,-2 3-172 16,-3-4-36-16,1 3 128 0,-1 0 72 0,-4 2-148 15,-4-2 160-15,0 5 88 16,1-2-80-16,-5 4 128 0,0-3-48 16,1 3 24-16,-5-4-24 0,0 4-84 15,1 0 0-15,-5 0-4 0,4 0-4 0,0 0-60 16,-3 0 16-16,3 0-4 16,-4 0 4-16,5 0-28 0,-5 0-60 0,0 0 60 0,0 0 68 15,1 0 8-15,-5 0 0 16,8 0 52-16,-3 0 8 0,-1 0 76 0,4 0-60 15,4 0 8-15,1 0-84 0,-1 0-64 16,4 0-36-16,0 0 96 16,0 0-96-16,5 7 100 0,-5-1 16 0,0 1-16 15,0 5 0-15,0-2-72 16,-3 6 20-16,3-3 52 0,1 2 84 16,-1-2-80-16,0 3 44 0,0 0-48 0,1-4-40 15,-1 5-8-15,0-2 8 0,0 2 32 0,4 2-28 16,-4-5 36-16,1 6 12 0,3-4-4 15,-4 3 44-15,5 0-48 16,-1 0 0-16,-4 0 0 0,4-3 80 0,0 4 16 16,0-8-100-16,-3 3 0 15,3-1-8-15,4-3 4 0,-4 0 4 0,0-2-24 0,9 1 124 16,-5-4-88-16,5 4 88 16,-2-1-88-16,6-3-8 0,-2 4 8 15,6 0-12-15,3-1-28 0,-3 1 16 0,6-1 20 0,1 0-8 16,5-2 12-16,-1-1 52 15,4-2-40-15,0-1-24 16,4 1 76-16,4-2-68 0,0-2 40 0,0 4-8 0,4-4-40 16,4 0 0-1,0 0 8-15,4 0-8 0,1 0-40 0,3 0-108 16,0 0-164-16,0 0-544 0,0 0-1036 16,0 0-3177-16,7 2-3363 0</inkml:trace>
  <inkml:trace contextRef="#ctx0" brushRef="#br1" timeOffset="43457.822">10180 12900 4924 0,'0'0'1288'16,"0"0"-780"-1,0 0-272-15,0 0 100 0,0 0 508 0,0 0 1772 16,0 0-1099-16,0 0-597 0,0 0-220 16,0 0-116-16,4-22-80 0,-4 19 12 0,0 3 12 15,0 0-172 1,0 0-156-16,0 0-100 0,4 0-52 0,-4 0-44 0,0 0 8 15,0 0 40-15,0 0-48 0,0 0 4 16,0 0-4-16,3 0-4 0,1 0-88 16,4 0 88-16,1-4 20 0,-2 1-20 15,5 0-72-15,1-4-116 0,2 5-36 16,-2-5 56-16,2 4 28 0,-3 0-72 0,0-1 48 16,0 1 64-16,0 0 96 0,-8 3 4 15,0 0 52-15,0 0 36 0,-4 0 88 16,0 0 148-16,0 0 180 0,0 0 8 15,0 0-16-15,0 0 160 0,-4 0-152 16,-4 0-172-16,0 3-208 0,0 0-36 0,-8 1 32 16,4 2 40-16,-7 1 24 0,2-1-60 15,-3 3 56 1,-3 4 4-16,-1 0 0 0,-8 2 48 0,0 1-12 0,0 3 12 16,-8 3-16-16,-4 4-8 15,1 0-24-15,-6 2-3 0,-3 1-133 16,1-1 28-16,-1 5-64 0,-4-6 36 15,0 2-44-15,5-1-4 0,-1 1-48 0,0 0-40 16,5-1 76-16,2-5-72 0,6 3 76 0,3-8-41 16,4-3-23-16,8-1 64 15,4-5-44-15,8-2 4 0,4-1-60 0,0-3 12 16,8-3-40-16,-4 0-108 0,4 0-48 16,0 0 0-16,0 0-160 15,0 0 124-15,0 0-116 0,0 0-132 16,0 0 8-16,0-3-488 0,4-1-524 0,8-5-432 15,-4 0-1105-15,12-7-1535 0</inkml:trace>
  <inkml:trace contextRef="#ctx0" brushRef="#br1" timeOffset="43891.936">10622 13132 3312 0,'0'0'652'0,"0"0"40"16,0 0 3512-16,0 0-3468 0,0 0-76 0,0 0-4 15,0 0 285-15,0 0 19 0,0 0-16 16,-100 59-144-16,76-48-144 0,-4 1-64 16,0 1-112-16,-7 0-144 0,-5-1-36 0,0 7 72 15,-4-3 52-15,-8 3-80 16,1 3-84-16,-9 1 36 16,0 2-24-16,0 1-64 0,-7 2-12 0,2 0-156 0,-6-2-40 15,7 2 0-15,-3-1-124 16,3-6 124-16,8-2-12 0,4-3 4 15,8-3-116-15,9 0 64 0,3-7-64 0,12-3-84 16,-1 0 20-16,10 0-96 0,-1-3-108 16,0 0-132-16,4 0-284 0,4-9-452 15,-4-2-388-15,4 3-1105 0,4-14-1935 0</inkml:trace>
  <inkml:trace contextRef="#ctx0" brushRef="#br1" timeOffset="44291.739">9402 13097 10528 0,'0'0'1725'0,"0"0"-1165"16,0 0-560-16,0 0 536 0,0 0 596 0,0 0 80 15,0 0-432-15,-51 86-396 0,31-58-172 16,-1 7 0-16,-2 3-116 0,-1 3-96 0,0 0-76 15,-4 4 4-15,0 2-28 16,0 1 0-16,0-1 24 0,0 2 4 16,5-2 8-16,-1-9 52 0,0 0 0 0,5-5-32 15,2-5 44-15,6-9 52 0,2-3 8 16,5-7-60-16,0-3-8 0,4-2-52 16,0-1-64-16,0 0 112 0,8 3 12 15,4 0 336-15,0 4 48 0,12-1 100 16,-4-2-152-16,7-1 40 0,5 1-52 15,5-1-12-15,-1-3-100 16,-1 3-36-16,1-2-160 0,0-1-12 0,4 0-4 16,-8-3-68-16,0 3-4 0,0 0 64 15,0-3-48-15,-8 4 48 0,-1-4-124 16,-3 0-48-16,-8 0-532 0,4 0-772 16,-8 0-1004-16,3 0-2825 0</inkml:trace>
  <inkml:trace contextRef="#ctx0" brushRef="#br1" timeOffset="45924.247">1151 14332 156 0,'0'0'3300'15,"0"0"-2620"-15,0 0-332 0,0 0 4 16,0 0 872-16,0 0 948 16,0 0-564-1,0 0-475-15,0 0-89 0,0 0 4 0,8-16 8 0,-8 16-20 16,0 0-68-16,0 0-128 0,0 0-180 0,0 0-228 15,0 0-184-15,0 0-124 0,0 2-112 0,0-2 36 16,4 4-48-16,0 2 0 0,4 5 136 16,-1 3 36-16,6 10 28 0,-1 4-52 0,0 3-100 15,0 10 48-15,-1 7-96 0,-2 4 52 16,3 7-44-16,-1 5-4 16,2 2-4-16,-2 5-100 0,2 1 88 15,-2 2-72-15,1-5 20 0,0-5 64 16,-4-8 4-16,4-4 0 0,-4-11 4 15,0-9 76-15,0-10-84 0,-4-6-4 0,4-7-4 0,-8-2 4 16,4-4 4-16,0 1 4 16,-4-4 132-16,4 0 8 0,-4 0 40 15,4 0-96-15,0 0-28 0,3 0 0 0,-2-4 4 16,3-6-60-16,0 1 4 0,-1-3 52 16,6-7 36-16,-5-4-32 0,3-3-64 15,-2-5-12-15,-1-2 0 0,-1 0 8 16,1-3-72-16,1-2 4 0,-5 0-28 0,3 0 52 31,-3 2 0-31,0-1-12 0,0-1-16 0,5 0-44 0,-6 3 112 16,1-3 4-16,0 3 4 0,0 0 0 0,4 3 0 15,-3 3-4-15,-2 4 4 0,5-3 12 16,-4 3 48-16,0 1-12 16,5-1-48-16,-6 4-4 0,5-2 0 0,-4 4-4 15,0 0 8-15,4 6 4 16,-4 1 72-16,-4 2 20 0,4 4-48 15,-4-1 0-15,0 4 4 0,0-1-44 0,0 2-8 0,4-1-12 16,-4 3-76-16,0-3-20 16,0 3 8-16,0 0-44 0,0 0-16 0,0 0-12 15,0 0-236-15,0 0-96 0,0 0-128 16,0 6-212-16,-8 0-428 16,0 7-688-16,0-7-2389 0,-12 20-3395 0</inkml:trace>
  <inkml:trace contextRef="#ctx0" brushRef="#br1" timeOffset="46251.191">1386 14786 3116 0,'0'0'8857'15,"0"0"-7245"-15,0 0-828 0,0 0-48 0,0 0 572 16,0 0 48-16,0 0-304 0,0 0-292 15,0 0-284-15,0 0-120 0,-4 0-76 16,4 0-84-16,0 0-76 0,0 0-44 16,0 0-4-16,0 0-72 0,0 0-8 15,0 0-4-15,0 0-76 0,0 0-32 16,4 0-16-16,0 0 40 0,8 0 96 16,-4 0 36-16,4 0 12 0,4-3-48 15,3 3 4-15,-2 0 72 0,2-4-76 16,1 4-12-16,-3-2-64 0,-2-3-20 0,2 3 24 0,-6-2-64 15,1 4-96-15,-4-2-124 16,0 2-180-16,0 0-216 0,-4-4-200 0,1 4-240 16,-2 0-816-16,1 0-1144 15,-4 0-2613-15</inkml:trace>
  <inkml:trace contextRef="#ctx0" brushRef="#br1" timeOffset="47424.166">2546 14814 3816 0,'0'0'768'0,"0"0"-208"16,0 0 196-16,0 0 2248 0,0 0-1184 16,0 0-583-16,0 0-225 0,0 0 84 15,-4-70 76-15,-1 67-112 0,-3 1-248 16,5-5-80-16,-5 7-40 0,-1 0-128 0,1 0-84 15,-3 0-260-15,3 3-216 0,-8 6-4 16,4 1-8-16,-4 8-176 0,4 6 0 16,3 4-36-16,-2 7 48 0,7 6-36 0,4-3-4 15,0 1-32 1,0-8-4-16,0-6-12 0,4-9 168 16,4-6 92-16,-5-4 0 0,2-6-72 0,-1 0-104 15,4 0 4-15,3-3-52 0,2-10 100 16,2 1 112-16,-2-7-64 15,-1-1 12-15,-5-1-132 0,6 5-44 0,-5-1 240 0,-1 5 12 16,2 5-12-16,-1 1-160 0,-4 6 108 16,3 0-52-16,1 0 32 15,1 10 72-15,-2-1 76 0,5 7 28 0,0 0 96 0,-4 5-100 16,0 6 64 0,4 1 60-16,-8 7-36 0,0 3-40 15,0 4 12-15,-4-1-48 0,0 3-48 0,0 0 20 16,0-5 104-16,-4-5 84 0,0-1 36 15,0-8 0-15,-4-3 0 16,0-3 24-16,4-2-88 0,-4-9-36 0,0 2-12 16,0-3-36-16,0-4-12 0,1-1-4 0,-2 1-44 15,1-3 56-15,-3 0 16 0,-2 0-172 16,-2 0 96-16,-2-5-96 16,-2-2-108-16,3-2 8 0,-4-3 52 0,4 1-60 15,4-2 8-15,4 1-32 0,-4-1 48 16,8 1-4-16,-4-1 16 0,8-1 24 15,-4 2 40-15,4-1-56 0,0 5 16 16,0-2 0-16,0-1 40 0,4 3-44 0,0-2 44 0,0 0-88 16,4 5-16-16,-4-6-20 15,3 2-16-15,2-1-36 0,-1 4-88 16,3-3-172-16,-2 2-384 16,3 1-464-16,-1 0-816 0,2 3-572 0,-5-1-577 15,8-5-2391-15</inkml:trace>
  <inkml:trace contextRef="#ctx0" brushRef="#br1" timeOffset="47750.594">3100 14754 7008 0,'0'0'4677'0,"0"0"-3265"0,0 0-1056 16,0 0-40-16,0 0 536 0,0 0 320 0,-80 54-456 15,55-32-452-15,1 3-260 0,5 4-4 0,-5 0-8 16,4 2-92-16,0 2 100 16,4-2 100-16,4-2 24 0,5-4 24 15,-2-3 112-15,5-2 76 0,4-8 24 0,0 1-28 0,0-5-36 16,8 2-24 0,0 1-40-16,0-3-44 0,0-2-16 15,4-1 8-15,0-3-8 0,4 2 0 0,-4-4-12 0,3 0-40 16,-2 0-4-16,-1-4-116 15,0-3-172-15,4-4-156 0,-4-3-276 0,-4 2-292 16,3-7-268-16,-3 0-716 0,-3 6-1336 16,-5-6-3325-16</inkml:trace>
  <inkml:trace contextRef="#ctx0" brushRef="#br1" timeOffset="47927.482">2884 15040 5156 0,'0'0'520'0,"0"0"3436"0,0 0-2099 0,0 0-113 15,0 0-44-15,0 0-264 0,0 0-452 0,0 0-240 16,0 0-68-16,0 0-184 16,80 25-88-16,-60-25-196 0,4 0-156 15,-5 0-52-15,9-10-308 0,-4 1-232 0,0-4-124 16,1 1-376-16,2-7-648 0,-11 6-2544 16,4-4-4845-16</inkml:trace>
  <inkml:trace contextRef="#ctx0" brushRef="#br1" timeOffset="48223.199">3398 14595 4396 0,'0'0'6480'0,"0"0"-3991"15,0 0-1677-15,0 0-304 0,0 0 484 16,0 0 500-16,0 0-352 0,0 0-584 0,0 0-396 15,0 0 0-15,16 82 48 0,-12-43 48 16,0 9-72-16,0 6-48 16,0 2-76-16,-4 8-60 0,3 0-12 0,-3-1-124 0,0 1-44 15,0-4 68-15,0-3 0 16,0-3 16-16,0-10-124 0,-3-5-40 16,3-8-72-16,0-12-64 0,0-6 40 15,0-7-128-15,0-6-4 0,0 0-164 16,0-9-604-16,0-10-240 0,0-9-668 0,0 2-849 15,-8-28-3719-15</inkml:trace>
  <inkml:trace contextRef="#ctx0" brushRef="#br1" timeOffset="48482.365">3394 14633 5548 0,'0'0'5405'0,"0"0"-4105"0,0 0-904 0,0 0 408 0,0 0 476 16,0 0-148-16,0 0-300 15,80 13-224-15,-61-7-232 0,2 4-68 0,-1 2-36 16,-1 1 12-16,-2 4-40 0,-2-3-20 0,-2 7-76 16,-2 0-4-16,-7 2-56 0,0-1 24 15,-4 3-64-15,0 4 60 16,-4-4-44-16,-8 4-4 0,-4-4 24 0,-3 3-84 16,-5-3-232-16,-1-2-24 15,-3-4-124-15,5-3 36 0,-1-6-76 0,4 3-224 16,0-6-92-16,4-5-168 0,0-2-176 15,4 0-148-15,8 0-588 0,1 0-933 0,-1 0-2531 16</inkml:trace>
  <inkml:trace contextRef="#ctx0" brushRef="#br1" timeOffset="48726.739">3873 15211 7976 0,'0'0'6705'0,"0"0"-5373"16,0 0-1016-16,0 0 36 0,0 82 220 0,0-59 580 15,3-2-228-15,-3 3-412 16,0-2-268-16,0 0-108 0,4 0-136 16,-4-3-8-16,4 3-76 0,0-3-40 15,0 1-72-15,-4-4-148 0,5-2-96 0,-2-3-116 16,-3-5-136-16,4 1-200 0,-4-5-492 15,4-2-856-15,0 0-2385 0,-4 0-2899 0</inkml:trace>
  <inkml:trace contextRef="#ctx0" brushRef="#br1" timeOffset="49021.509">4561 15344 10844 0,'0'0'6241'0,"0"0"-5289"16,0 0-692-16,0 0-12 0,4 70 208 15,-4-47 464-15,0-5-176 0,0 1-440 0,-4 4-180 16,-3-4-64-16,-1 2-60 15,-5 0-44-15,6 0-32 0,-10 2-20 16,6 2-232-16,-10-3-248 0,-2 1-244 16,-1-2-140-16,0-2-120 0,-4 0-572 15,9-9-756-15,-1-3-2193 0,-1-7-3910 16</inkml:trace>
  <inkml:trace contextRef="#ctx0" brushRef="#br1" timeOffset="62761.038">5809 15243 820 0,'0'0'8444'0,"0"0"-6804"0,0 0-495 15,0 0-121-15,0 0 96 0,0 0 104 16,0 0-444-16,0 0-324 15,0 0-260-15,-9 0-44 0,9 0-28 0,0-6-36 0,0-1 24 16,4-5 12-16,5-1 24 16,-1-3-48-16,-1-1-28 0,6-1-68 0,-2-4-4 15,1 2-4-15,4-2-4 0,0 0-40 16,4-3-16-16,-3 3-8 16,2-1-16-16,-3 2 24 15,0 5-20-15,-4-1-28 0,-4 5-24 0,3 5 36 16,-7 1-40-16,1 3-8 0,-1 0 24 15,-4 3 0-15,4 0-40 0,0 0-48 0,3 6 212 16,1 0 60-16,5 7 172 0,-2 3 16 16,2 2-96-16,-2 8-28 0,1 3 112 15,4 3-136-15,-4 2 84 0,1 5-48 16,-2 1 52-16,2 2-40 0,-9 3 40 0,3-7-68 16,1 0 4-16,-4-3-116 0,0-3 68 0,4-7 60 15,-4-3-136 1,0-6-8-16,0 0-44 0,4-6-44 0,-5-4-4 15,-3 1-48-15,5-4-76 0,-1-3 64 16,0 2-12-16,0-2-240 0,0 0-460 0,3 0-588 16,-3-9-600-16,5 0-849 15,-5-14-2911-15</inkml:trace>
  <inkml:trace contextRef="#ctx0" brushRef="#br1" timeOffset="63025.805">6290 14979 5004 0,'0'0'1224'0,"0"0"-876"16,0 0 1980-16,0 0-764 0,0 0-47 15,0 0-161-15,0 0-252 0,-47 83-180 16,31-55-172-16,-4 4-208 0,0 4-160 0,-4 4-96 0,0 5-92 31,-4 2-184-31,-4 4-12 16,4 4-72-16,-4-8 20 0,5 3-56 0,3-6-4 15,0-2-16-15,4-6 16 0,1-5 12 0,6-5 16 0,1-7-40 16,1-4-40-16,2-2-12 0,5-3-152 0,4-4-136 16,-4-3-16-16,4-3-52 15,0 0-152-15,0 0-284 0,0 0-456 16,0-7-265-16,0-1-595 0,0-3-944 16</inkml:trace>
  <inkml:trace contextRef="#ctx0" brushRef="#br1" timeOffset="63633.736">6374 14821 1344 0,'0'0'7592'0,"0"0"-5716"0,0 0-655 16,0 0-145-16,0 0 436 16,0 0-116-16,0 0-256 0,0 0-492 0,0 0-240 0,0 0-76 15,0 0 24-15,4 0 48 0,4-3-20 16,5 3 44-16,-2 0 8 16,6 0-20-16,-2 0-220 0,1-4-112 15,0 4-24-15,-4 0-12 0,4 0-48 16,-5 0-8-16,2 0-52 0,-2-3-60 15,-2 3 8-15,3-3-56 0,-5 3-124 16,1-3-320-16,5-4-236 0,-6 0-112 16,5 2-340-16,-3-9-800 0,2 6-908 15,-7-2-2053-15</inkml:trace>
  <inkml:trace contextRef="#ctx0" brushRef="#br1" timeOffset="63924.871">6693 14516 4620 0,'0'0'1628'0,"0"0"216"0,0 0 268 16,0 0-191-16,0 0-301 15,0 0-276-15,0 0-304 0,0 0-224 0,0 0-108 16,0 0-212-16,0 2-176 0,0 5-120 16,0 7 20-16,0 0-36 0,4 10-12 0,-4 1 0 15,0 3-60 1,0 4-4-16,0-1-20 0,0 1-88 15,-4 3-4-15,0 1-4 0,4-2-68 0,-4-5 16 16,0-1-52-16,4-2 28 0,0-7-64 16,0-7-12-16,0 5-36 0,0-12-36 15,4 6-28-15,4-5-260 0,-4-3-288 0,1 0-268 16,2-1-576-16,1-2-592 16,-4 0-1885-16,0-2-2343 0</inkml:trace>
  <inkml:trace contextRef="#ctx0" brushRef="#br1" timeOffset="65209.985">7347 15163 2916 0,'0'0'184'0,"0"0"-40"0,0 0 3836 16,0 0-1904-16,0 0-476 0,0 0-467 16,0 0-21-16,0 0 248 0,0 0-272 0,0 0-460 15,0 0-288-15,0-59-104 0,-5 52 0 16,1 0 112 0,0 4-36-16,1-3-92 0,-1 4 52 0,-4-3 0 15,-5 3-148-15,6 2 48 0,-1 0 64 0,-5 0-152 16,2 7-84-16,-6 7-160 0,6 5 12 15,-4 10 52-15,2 7-4 0,1 1 40 16,5-2-28-16,2 3 76 0,1-6-124 0,4-10 12 16,0 0 12-16,0-12 104 15,4 0 0-15,1-7-128 0,2-3 0 0,5 0 24 16,1-7 24-16,-2-6 28 0,4-2 56 16,2-4-108-16,-2-4-24 15,2-2 12-15,-6 0 12 0,6 3 12 0,-6-1 92 16,2 5-4-16,-2 1 8 0,-3 8-48 15,1 0 48-15,-5 6-4 0,0 3-92 16,-4 0-60-16,3 0 84 0,-3 0 72 16,4 3 4-16,0 6 484 0,4 4-108 15,-3 2-68-15,-1 5-84 0,-1 5-40 0,1 0-8 16,4 4-92-16,-4 0 28 0,1 6-64 0,-1-5 16 16,-4 6-16-1,3-4 40-15,1 2-40 0,-4-1 24 16,0-1-20-16,0 1-52 0,0 3 0 0,0-1 0 15,0 3 12-15,-7 0 36 0,3-3-48 0,-5 7 0 16,1-8 0-16,1 1 4 0,-2 0 72 16,1-6 120-16,0 3-12 0,-3-7-12 0,2 0 156 15,-2-6-32-15,-1 0-164 16,-4-3 16-16,4-7-12 16,-4 4-28-16,0-7 40 0,4-2-4 0,-4-1 40 0,4-3-16 15,-4 0 4-15,4 0-88 16,-4-3 24-16,5-7-44 0,-2-5-64 0,-2-2-76 0,2-1 72 15,2-8-104-15,-2 4 96 16,1 0-36-16,5 3 0 0,3 0 36 16,0 0 20-16,-1 2-16 0,1-2-32 0,4 5-48 15,0-9 40 1,0 4 0-16,4-3-72 0,5 3 108 16,-1 0 12-16,3 3 8 0,2-1 124 0,-2 4 0 15,6 5 28-15,-2-3-40 0,2 3-32 16,-2 2 33-16,1-1 11 0,4 0-44 15,-4 2-4-15,-1 0-28 0,6 3-56 0,-5 2-12 16,0-4 0-16,-5 4 0 0,2 0 4 16,-2 0-40-16,-3 0 44 0,-3 0 4 15,-1 0 0-15,0 0 4 0,-4 0-4 0,0 0-12 16,0 0-48-16,0 0-28 16,0 0-33-16,0 0-207 0,0 0-244 0,0 0-172 15,0 0-76-15,0 0-16 16,-4 0-328-16,-5 0-1028 0,5-3-2537 0,-7 3-3415 15,39 3 5836-15</inkml:trace>
  <inkml:trace contextRef="#ctx0" brushRef="#br1" timeOffset="65864.743">7881 14909 640 0,'0'0'1172'0,"0"0"5120"0,0 0-4672 15,0 0-187-15,0 0-189 0,0 0-132 0,0 0-476 0,0 0-180 16,0 0 36-16,0 0 100 16,0 0-52-16,59 74-40 15,-43-49-148-15,4 7-56 0,-3 0-36 16,2 3-24-16,-3 2 36 0,0 2-88 0,0-1-72 16,-4-4-12-16,4 1-92 15,-4-2-8-15,-5-5-4 0,6 0-72 0,-2-5 68 0,-3-1-128 16,1-3 40-16,-1-7-128 15,-1-2-260-15,1-3-224 0,1-7-348 16,2 0-332-16,1-4-356 0,-3-9-413 0,2 4-1975 16</inkml:trace>
  <inkml:trace contextRef="#ctx0" brushRef="#br1" timeOffset="66119.732">8287 15021 2392 0,'0'0'2032'15,"0"0"3912"-15,0 0-4719 0,0 0-621 16,0 0 212-16,0 0 496 0,0 0-88 16,-84 51-368-16,65-33-344 15,2 1-152-15,2 7-72 0,-6 0-16 16,-3 4-76-16,5 3 4 0,-5 2-92 0,-4 3-32 0,4-3-68 16,-4-1 40-16,0 2-48 15,0-5-4-15,1-2-44 0,3 0-100 16,0-8 12-16,3 0-48 0,6-10-104 0,2 3-72 15,6-9-184-15,3-2-164 0,0-3-244 16,4 0-492-16,0-5-464 0,4-5-605 16,0 0-1671-16</inkml:trace>
  <inkml:trace contextRef="#ctx0" brushRef="#br1" timeOffset="66847.373">9009 14608 5136 0,'0'0'912'16,"0"0"3284"0,0 0-3163-16,0 0-509 0,0 0 28 0,0 0 584 0,0 0 236 15,0 0-76-15,0 89-284 16,0-54-292-16,0-1-116 0,0 5-12 15,0 2 24-15,0 3-92 0,0 1-108 0,0 6-160 16,-5 0-100-16,1-1-92 0,-4 7-56 16,0 1-8-16,5-1 0 0,-6 3-12 15,1 0-64-15,0-6 16 0,1 0-84 16,2-8 20-16,1-6 52 16,0-8-40-16,4-7-20 0,0-9-52 0,0-6-60 15,0-7-88-15,0 0-172 0,8-3-108 16,-3-3-304-16,2-7 44 0,5-2-184 15,1-10-1232-15,-6 5-405 0,1-18-2363 16</inkml:trace>
  <inkml:trace contextRef="#ctx0" brushRef="#br1" timeOffset="67145.398">9000 14697 5716 0,'0'0'348'16,"0"0"3228"-16,0 0-2852 0,0 0 357 0,0 0 227 16,60-67 56-16,-44 64-136 15,-1 0-260-15,6 3-220 0,3 0-88 0,-1 0-116 16,5 6-52-16,-4-3-148 0,4 7-96 16,-4-4-140-16,0 4-20 0,-4 3-40 15,-4-1-36-15,-1 1 36 0,-7-1 4 0,-3 8 44 16,-5 5 4-16,0 0-16 0,-13 10-84 15,-2 3-36-15,-9 0-88 16,-4 4-180-16,-4-2-64 0,0-1-124 0,0-4-140 16,1-7 12-16,3-2-76 0,3-7-60 0,1-6-300 15,5-1-884 1,3-5-2257-16,-4 5-3139 0</inkml:trace>
  <inkml:trace contextRef="#ctx0" brushRef="#br1" timeOffset="67576.3">9319 15373 7748 0,'0'0'2240'16,"0"0"-923"-16,0 0-929 16,87-36 252-16,-55 28 420 0,1-2-144 15,-6 3-336-15,-3 4-112 0,-4 1-204 0,-1 2-28 16,-6 0-48-16,-2 9-36 0,-2 4 116 15,-5 2 32-15,-4 7-4 0,0 1-84 16,-13 6-64-16,2 2-8 0,-5 1-80 16,-4-1 16-16,0 1-4 0,0-3 16 0,4-4 12 15,0-2 144-15,4-7 80 0,5-7 460 0,3 1-316 16,-1-7-224 0,5-3-72-16,0 3 36 0,0-3 24 0,0 0 24 15,0 0-76-15,5 0-68 0,2 0-28 16,9 3 196-16,0-3-24 0,5 0 61 15,2 0-137-15,1 0-72 0,-4 0-56 16,8 0-48-16,-5-3-4 0,1 0-52 0,4 3 52 16,-4 0-4-16,1 0-68 15,-6 0 24-15,-3 0-24 0,0 0-12 0,-4 3-28 16,0 0-105-16,-4 0-99 0,-5 1-60 16,6-2-64-16,-5 3-148 0,-4-3-196 15,0 4-360-15,0-2-656 0,0 3-1248 16,-4-1-3153-16</inkml:trace>
  <inkml:trace contextRef="#ctx0" brushRef="#br1" timeOffset="69569.71">10801 15068 52 0,'0'0'2216'0,"0"0"3364"16,0 0-4880-16,0 0-700 0,0 0 8 15,0 0 444-15,0 0 300 0,0 0-52 0,0 0-199 16,0-19-153-16,0 19-24 0,0 0 112 15,0 0-16-15,0 0 120 16,0 0 132-16,0 0 40 0,0 0-44 0,-4 0-60 16,4 0-56-16,0 0 0 0,-4 0-68 15,4 0-172-15,0-3-76 16,-4 3 24-16,4 0-16 0,0 0-8 0,0 0-64 16,-4 0-72-16,4 0-48 0,-4 0-44 15,0 0-8-15,0 0 64 0,0 0-52 16,1-3 28-16,3 3 44 0,0 0 16 15,0 0-16-15,0 0-32 0,0 0-40 16,0 0 36-16,0 0-36 0,0 0 48 16,0 0 4-16,0 0-52 0,0 0 60 0,0 0-24 15,0 0-36-15,0 0 52 0,0 0-16 16,0 0-36-16,0 0 0 0,0 0 0 16,0 0-4-16,0 0-8 0,0 0 0 0,0 0-48 15,0 0-12-15,0 0 8 0,0 0-32 16,0 0-40-16,0 0-20 0,0 0-16 15,0 0 60-15,0 0 0 0,0 0-8 16,0 0-4-16,0 0-12 16,0 0 28-16,0 0 44 0,0 0 40 0,0 0 0 15,0 0-36-15,0 0 36 0,0 0 0 16,0 0-64-16,0 0-60 16,0 0-260-16,0 0-172 0,0 0-120 0,0 0-80 15,-5 0-380-15,5 0-872 0,-4 3-2093 16,0 3-2143-16,17-15 4056 0</inkml:trace>
  <inkml:trace contextRef="#ctx0" brushRef="#br1" timeOffset="72358.951">10407 15037 508 0,'0'0'9772'15,"0"0"-7699"-15,0 0-401 0,0 0-208 0,0 0 216 16,0 0-96-16,0 0-356 0,0 0-312 15,0 0-272-15,-21-13-95 0,34 13-173 16,6 0-28-16,9 3-44 0,4 0-40 0,4 0-116 16,4 1-40-16,-4-4-48 15,3 0-56-15,6 0 0 16,-2 0 112-16,1-7-116 0,4 1 0 0,0 0-84 16,-4-1 72-16,-1 1-84 0,-2-1 0 15,-2 0-64-15,-7 5-32 0,-4-4-244 16,-8 2-168-16,-4 2-65 0,-5 2-207 0,-6 0-324 15,-5 0-540-15,-5 0-308 0,-3 2-664 16,-19 5-3713-16</inkml:trace>
  <inkml:trace contextRef="#ctx0" brushRef="#br1" timeOffset="72613.387">10482 15249 7960 0,'0'0'4009'0,"0"0"-2349"0,0 0-440 16,0 0-492-16,0 0 440 0,0 0 384 16,0 0-112-16,0 0-524 0,0 0-416 0,0 0-184 15,0 0-36-15,-8 60-147 16,28-57 63-16,5 4-16 0,2-3-168 0,1-1 0 16,3 0-12-16,6-3-108 15,-1 0 96-15,-1 0-72 16,1 0-28-16,4-3-57 0,-5-4-243 15,6 0-28-15,-9 2-96 0,0-5-492 0,-1 3-524 16,-3-2-1140-16,-8 2-2093 0,0-5-2387 0</inkml:trace>
  <inkml:trace contextRef="#ctx0" brushRef="#br1" timeOffset="72911.023">11546 14849 5988 0,'0'0'6269'0,"0"0"-5045"0,0 0-360 16,0 0-44-16,0 0 652 16,0 0-80-16,8 70-528 0,-8-38-508 15,0 3-184-15,0 3 84 0,0 6 4 0,-4 7-236 16,0 0-24-16,0 6-76 0,0 0-68 0,-4 3-40 15,4-2 0-15,0-1-76 0,0-7 52 16,-4-1-36-16,8-11-28 16,-3-4-160-16,3-8-16 0,0-8-36 0,0-5-40 15,0-2-44-15,0-9-248 0,3-2-564 16,1 0-472-16,-4-7-665 16,0-14-2215-16</inkml:trace>
  <inkml:trace contextRef="#ctx0" brushRef="#br1" timeOffset="73172.838">11546 14907 7444 0,'0'0'3160'16,"0"0"-1963"-16,0 0-657 16,0 0 100-16,0 0 556 0,75-58 80 15,-54 52-368-15,3 0-384 0,0 2-176 0,3 1-12 0,6 3 60 16,-6 0-40-16,-3 0-184 0,0 7-32 15,-4 5-140-15,-4 1-84 0,-4 6-28 16,-4 4 100-16,-8 5-12 16,0 1 24-16,-13 6 0 0,-2 2 0 15,-9 4-144-15,-8-3-56 0,0 4-404 0,0 0-132 16,-3-5-104-16,7-5-396 0,-4-4-416 16,12-9-957-16,-5-2-2539 0</inkml:trace>
  <inkml:trace contextRef="#ctx0" brushRef="#br1" timeOffset="73474.086">11976 15402 300 0,'0'0'7356'0,"0"0"-4724"0,0 0-755 15,0 0-217-15,84-4-320 0,-72 4-572 16,0 0-324-16,-4 4-184 0,0 2-84 15,-4 4 100-15,-4 2-4 0,0 4-100 0,0 6 76 16,-12 3-136-16,0 1 12 0,-4-1 24 16,4-3 24-16,-4 1 112 0,9-4-48 15,-2-6-128-15,5-1-48 0,4 1-60 16,0-3-148-16,8-1 76 0,8-2 72 0,0 0 108 16,8-2 4-16,0-2-4 0,8-3 52 0,-1 0-60 15,5 0 24-15,5-6-124 16,-2-3-84-16,1-1-52 0,4 0-352 0,-4-2-500 15,-5 2-444 1,-10 1-1092-16,-1-1-4413 0</inkml:trace>
  <inkml:trace contextRef="#ctx0" brushRef="#br1" timeOffset="77622.337">10044 12547 8628 0,'0'0'5429'0,"0"0"-4241"0,0 0-28 0,0 0 48 15,0 0-132-15,0 0-120 0,0 0-172 16,0 0-260-16,0 0-220 0,0 0-12 16,32 10 61-16,-16-3-73 15,3 1-64-15,2 6-92 0,3-5-28 0,4 7-84 16,0 0 96-16,4-4 12 0,3 5-44 16,5-2 124-16,-1-2-196 0,6 0 4 15,2-1 64-15,1-2-64 0,0-1 4 16,4 4 0-16,-8-7 36 0,-1 4-48 0,-3-1 0 15,-8-3-48-15,-8 5 0 16,-4-5-12-16,-8 0-12 0,-4-4-24 0,-5 3-4 16,-3-3 100-16,0 5 112 0,0 3-28 15,-7 2 72-15,-5 11-36 16,-8 5-116-16,-4 4-4 0,-3-1-48 0,-6 11 36 16,1-4-108-16,-4 3 0 0,4 3 0 0,1 2-40 15,-1-2 4-15,4 3 12 16,-4-6 8-16,4 1-44 0,5-5-112 0,-1-1-85 15,7-5-63-15,6-2-20 16,3-10-80-16,-1 0-220 0,5-6-544 0,4-4-968 0,0-2-2172 16,0-5-1789-16</inkml:trace>
  <inkml:trace contextRef="#ctx0" brushRef="#br1" timeOffset="79272.975">574 16456 9216 0,'0'0'5741'16,"0"0"-4381"-16,0 0-872 0,0 0 208 16,0 0 380-16,0 0-140 0,0 0-376 15,0 0-352-15,0 0-144 0,0 0-16 0,0 0 136 16,51-13 108-16,-19 7 12 0,3 2-136 16,2 1-80-16,3-3-76 15,-1 3-12-15,2 0-4 0,-2 0 4 0,-3-1-4 16,-4-2 4-16,3 3-8 0,-7-3-56 15,0 3 4-15,0-4 0 0,-4-3-160 16,-4 7-328-16,-4-3-232 0,-4 2-168 0,-5 2-76 16,-7 2-272-16,0 0-732 0,0 0-1192 15,-19 6-3185-15</inkml:trace>
  <inkml:trace contextRef="#ctx0" brushRef="#br1" timeOffset="79457.687">561 16561 6412 0,'0'0'4384'0,"0"0"-3171"0,0 0-933 0,0 0-24 15,0 0 728-15,0 0 260 16,0 0-212-16,88 19-176 0,-56-16-336 16,7 3-72-16,-2 1-64 0,-1-5-212 0,3 2-160 15,-3-4-12-15,-4 0-24 0,3 0-148 16,2-4-248-16,-5-5-576 0,0 0-552 0,-13 2-980 15,1-10-3677-15</inkml:trace>
  <inkml:trace contextRef="#ctx0" brushRef="#br1" timeOffset="79842.866">892 16033 1500 0,'0'0'7320'16,"0"0"-4055"-16,0 0-2421 16,0 0-728-16,0 0 292 0,0 0-52 15,-80 90-356-15,57-59-52 0,-1 7-152 0,0 7 132 16,-1-1 72-16,-3 4 4 16,5-1-4-16,-5 4 0 0,0 1 116 0,0-5 112 15,4-3-60-15,0-6-4 0,9-3 152 16,-2-6 36-16,6-10-136 0,3-6-52 15,4-5 64-15,4-1-216 0,0-7 0 0,0 0 40 16,8 4 96-16,3-1 156 16,10 2 176-16,3 2-72 0,8 0 116 0,-1-1 48 15,1 1-192-15,4-2-132 0,0 2-40 16,-1-1-108-16,1 1-60 16,-4-1-40-16,0 1-96 0,0-1-28 0,-1 0-24 15,2-6 36-15,-6 0-220 0,1 0-264 16,0-6-288-16,0-10-120 0,-4-3-536 0,-8 3-1713 15,0-18-4887-15</inkml:trace>
  <inkml:trace contextRef="#ctx0" brushRef="#br1" timeOffset="80106.667">1143 16106 6592 0,'0'0'336'16,"0"0"1792"-16,0 0-936 0,0 0-19 15,0 0 239-15,92 25-12 0,-68-11-276 16,0 2-284-16,4 3-300 0,4-1 36 0,-4 5-204 16,3-1-64-16,-4 3-208 0,-2 5 64 15,-5 1-156-15,-1 1-8 0,-10 3 0 16,-1-1-68-16,-5 1 68 16,-3 4 76-16,-3-1-72 0,-9 0-4 0,-1-3 0 15,-2-1 12-15,-1-4-12 0,-4-3-24 16,0-4-532-16,0-4-128 0,0-4-168 0,-4-5-40 15,4-7-448-15,5 1-1825 16,-9-11-4579-16</inkml:trace>
  <inkml:trace contextRef="#ctx0" brushRef="#br1" timeOffset="80661.979">1948 16538 6096 0,'0'0'144'0,"0"0"4741"0,0 0-3461 16,0 0-376-16,0 0-32 0,0 0 104 16,0 0 60-16,0 0-224 0,0 0-364 15,0 0-184-15,0-9-164 0,7 25 4 16,6 9-64-16,2 10-12 0,6 9-28 16,-1 7-32-16,-5 10-56 0,6-1-56 15,-10 6-60-15,5 5-52 0,-8-5 52 0,4 1 0 16,-7 0 12-16,2-8-28 15,-3-4-8-15,0-4 4 0,0-13 72 16,0-7-80-16,0-8 0 0,0-8 88 0,0-5-12 16,0-7 12-16,0-3 12 0,0 0 332 15,7-6-12 1,2-10-4-16,2-6-32 0,6-10 32 0,-1-6 0 0,3-7-156 0,1-2-64 16,0-1-52-1,0-3-52-15,1 4-8 0,-2-1 4 16,1 7-72-16,-4 0-52 0,-1 3 76 0,2-1 40 15,-5 7-4-15,0 1-60 0,-5 6 12 16,2-4-52-16,-6 10-8 0,-3 0-160 16,0 7-112-16,-4-1-292 0,0 7-236 0,-8-1-232 15,-3 7-460-15,-6 0-1136 0,2 2-1653 16,-17 17-2635-16</inkml:trace>
  <inkml:trace contextRef="#ctx0" brushRef="#br1" timeOffset="80844.684">2047 17056 12045 0,'0'0'1980'0,"0"0"-1880"0,0 0 596 16,0 0 612-16,0 0-68 16,0 0-276-16,80 23-384 0,-60-21-148 0,3 1-140 15,2-3-72-15,3 0-220 0,0 0 0 16,0 0-168-16,3 0-68 0,-3-3-376 0,4 1-276 0,-4-2-504 15,0 1-880-15,-4 3-2713 0,-1-4-4055 16</inkml:trace>
  <inkml:trace contextRef="#ctx0" brushRef="#br1" timeOffset="81577.84">3167 16846 6288 0,'0'0'232'0,"0"0"4269"15,0 0-2945-15,0 0-296 16,0 0-108-16,0 0-544 16,0 0-172-16,0 0-44 0,-80 66-28 0,72-30 32 15,1 5 40-15,3 7-16 0,-1-6-136 16,5-2-168-16,0-5-116 0,0-13-136 16,0-6-48-16,5-6-124 0,-1-7-16 0,3-3 40 15,1 0 60-15,8-10 148 0,0-5-112 16,0-4 12-16,4-4 172 0,-8-3 4 0,0 1 68 15,0 6-68-15,0 3-148 0,-4 7-120 16,4 6-32-16,-4 3 36 0,0 3 212 16,4 10 52-16,0 3 216 0,-1 10 20 15,2 2-224-15,-2 0-4 0,1 4 56 16,-3-1 12-16,-2 4-8 0,-3 4 80 16,0-4 52-16,-4 6 24 0,0 4-12 15,-4-3-24-15,-3-2-16 0,-6 2 100 0,1-8-72 16,5-2 48-16,-6-7-40 15,5-3-20-15,-3-3-28 16,3-8 12-16,3-9 60 0,-2 1 160 0,-1-3-96 0,-4 0-296 16,0-5-24-16,-4-6-64 15,-4-8-32-15,-4-6-128 0,0-4-84 16,1-5-36-16,2-4 60 0,5 2 12 0,4 8 148 16,1 3-28-16,7 3 80 15,4 2-168-15,0 1-20 0,8 4-164 0,-1-5-484 16,5 1-1156-16,4 6-1185 0,8-9-2027 15</inkml:trace>
  <inkml:trace contextRef="#ctx0" brushRef="#br1" timeOffset="81832.45">3761 16964 9652 0,'0'0'2721'0,"0"0"-1585"0,0 0 80 0,0 0-68 16,0 0-220-16,-32 79-392 0,16-43-448 15,0-3-84-15,0 9-4 0,0-4 112 16,4 4 40-16,0-4 32 0,4 0 16 0,4-3-64 16,0-4-52-16,4-5 40 0,0-4 36 15,0-6-48 1,8-7-40-16,0 1-20 0,4-7 56 0,4 0 52 16,4-3-72-16,4 0-28 0,-1-9-60 0,2-7-116 15,-1 0-140-15,0-6-276 16,-5-4-296-16,-2 1-748 0,-6 5-2364 15,2-7-4185-15</inkml:trace>
  <inkml:trace contextRef="#ctx0" brushRef="#br1" timeOffset="81987.03">3677 17215 11009 0,'0'0'2244'0,"0"0"-1532"15,0 0 832-15,0 0 72 0,0 0-216 16,0 0-380-16,0 0-300 0,104 19-304 0,-68-29-416 15,-1-9-172-15,5-3-268 0,0-7-244 16,0-6-288-16,-1 0-716 0,-14 7-2612 16,10-13-4273-16</inkml:trace>
  <inkml:trace contextRef="#ctx0" brushRef="#br1" timeOffset="82179.817">4227 16862 1396 0,'0'0'11649'0,"0"0"-10429"0,0 0-1144 15,0 86 532-15,3-45 584 0,1 0 220 0,1 10-408 16,-1 3-376-16,4 3-64 16,-1 3-16-16,-3 5-60 0,1-2-244 15,-1 0-244-15,0-2-12 0,0-4-424 16,-4-6-348-16,0-9-24 0,4-9 80 0,-4-3-76 16,0-11-836-16,0-10-1412 0,0-3-3253 15</inkml:trace>
  <inkml:trace contextRef="#ctx0" brushRef="#br1" timeOffset="82405.897">4271 16931 14557 0,'0'0'1828'0,"0"0"-1764"15,0 0 572-15,0 0 392 0,0 0-56 16,96-12-248-16,-68 10-416 0,-1-3-128 0,0 3-180 0,-6-2-96 15,-1 4-148-15,-5 0-24 16,-6 11 108-16,-5 3-148 0,-4 9-308 0,0 12 160 16,-16 3-200-16,-4 10-288 0,-4 3-104 15,-4 3-452-15,0-4-620 0,-4-1-693 16,12-16-215-16,-8 13-984 0</inkml:trace>
  <inkml:trace contextRef="#ctx0" brushRef="#br1" timeOffset="83481.23">3310 17034 900 0,'0'0'5808'15,"0"0"-3264"-15,0 0-892 0,0 0-263 0,0 0-9 16,0 0-212-16,0 0-312 0,0 0-340 0,0 0-104 15,0 0 24-15,5-41 100 0,-5 37-116 16,0-2-60-16,0 3 8 0,0 3 12 16,0-4 16-16,0 1 8 0,0 0-52 15,0-3-44-15,0 3-104 0,-5-4-92 0,-3 1 8 16,4 0-56-16,-3-1-64 0,-1 1-8 16,-1 0-172-16,5 2 32 15,-3 2-72-15,-1 2-72 0,-1 0-220 0,2 0-92 16,-5 0 4-16,-1 0-104 0,-2 0 44 15,2 0-24-15,2 2-312 16,-1 5-636-16,4-4-964 0,0 10-2197 0</inkml:trace>
  <inkml:trace contextRef="#ctx0" brushRef="#br1" timeOffset="84302.782">5705 17577 312 0,'0'0'5568'0,"0"0"1401"0,0 0-4749 15,0 0-784-15,0 0-376 16,0 0-220-16,0 0-188 0,0 0-196 15,0 0-140-15,0 0-72 0,0 0-36 0,0 3-48 16,0 3-64-16,0 3-44 16,0 4-52-16,-4 6-4 0,-4 3-168 0,4 4-184 15,-4-7 28-15,0-1 20 0,0-1-132 16,1-4-128-16,3-4-176 0,-1-2-248 16,-3-1-492-16,8 0-1184 0,-8-6-3185 0</inkml:trace>
  <inkml:trace contextRef="#ctx0" brushRef="#br1" timeOffset="85608.395">7115 17047 3512 0,'0'0'1224'16,"0"0"-872"-16,0 0 68 0,0 0-44 15,0 0 2924-15,0 0-1543 0,0 0-973 16,0 0-348-16,0 0 180 0,0 0 200 0,0 0-80 0,21-29-280 15,-14 22-256 1,-3-2-8-16,8 0-4 0,-3-4-88 0,2-3-24 16,2 3-64-16,-2 0-8 0,1-2 4 15,-3 4-8-15,2-1 52 0,-3-1-44 16,-1 5 68-16,2 1 36 0,-1-3 52 16,-4 4-28-16,3 2-20 0,-3 1-16 0,1-3-12 15,-1 3-76-15,4 0 64 0,-4 0-72 0,-1-1 0 16,1 4-4-16,5 0 0 0,-1 0 160 15,-1 7 124-15,6 5 28 16,-5 1-12-16,3 6-116 0,2 4-24 0,-2 2-12 0,1 7-72 16,-3 0-28-16,-2-1 40 15,5 7 0-15,-8-2 8 16,5 1-20-16,-6 1-12 0,1-3-64 16,0 0-12-16,0-3-48 0,-4-3-28 0,4-7-12 15,-4-6-84-15,4-7-52 16,-4 1 40-16,5-7-16 0,-5-3-112 0,3 0-208 15,1-3-540-15,0-10-124 0,4-4-268 16,-4 3-837-16,-1-19-2539 0</inkml:trace>
  <inkml:trace contextRef="#ctx0" brushRef="#br1" timeOffset="85828.379">7613 16837 4092 0,'0'0'6424'0,"0"0"-5355"15,0 0-545-15,0 0 336 16,-56 75 360-16,41-45 108 0,-5 1-424 0,0 7-316 16,-4 0-128-16,0 4-28 0,-4 2-48 15,-4 1-148-15,0 2-188 0,1-2-40 16,-1-5-8-16,4-1 0 16,4-10-196-16,4-4-16 0,4-6-232 0,4-6-140 15,5-10-276-15,2 0-352 0,1-3-460 16,4 0-1385-16,0-16-3335 0</inkml:trace>
  <inkml:trace contextRef="#ctx0" brushRef="#br1" timeOffset="86078.533">7781 16662 4852 0,'0'0'948'0,"0"0"1716"16,0 0 349-16,0 0-965 0,0 0-552 15,0 0-148-15,0 0-140 0,0 0-268 16,96-16-312-16,-72 16-128 0,3 3-204 16,-3-3-212-16,4 3-84 0,0 1-84 15,-4-4-64-15,0 3-220 0,-5-3-308 16,2 0-384-16,-6 0-752 0,-2-3-2460 15,-9-4-5349-15</inkml:trace>
  <inkml:trace contextRef="#ctx0" brushRef="#br1" timeOffset="86288.84">8075 16443 5500 0,'0'0'7753'0,"0"0"-6345"0,0 0-992 0,0 0 304 0,0 0 780 0,0 0-124 15,0 0-516 1,-3 73-508-16,10-54-144 0,-3 2-24 0,5 3-100 16,-5 1-84-16,3 4-136 0,-3-1-24 15,0 3-156-15,1 2-568 0,-1-1-140 0,-4-4-648 16,4-6-2264-16,-4-3-4217 0</inkml:trace>
  <inkml:trace contextRef="#ctx0" brushRef="#br1" timeOffset="87060.431">8646 16910 5396 0,'0'0'1068'0,"0"0"3124"0,0 0-2315 0,0 0-577 16,0 0-60-16,0 0-244 15,0 0-280-15,0 0-268 0,-84 38-128 16,67-10-84-16,2 4-84 0,3 9 8 0,-4 10 24 16,4 0 40-16,0 3 72 0,0 0-64 15,5-9-136-15,3-4-52 0,4-13-44 16,0-6-64-16,0-12 16 0,0-3-24 15,4-7-128-15,11-4-144 0,1-9 196 16,8-9 12-16,3-9 36 0,1-11-232 0,0-2-152 16,-3-1 84-16,-1 1 340 0,-5 8-76 15,-3 9 128-15,0 4 8 0,-7 7-4 16,2 7-68-16,-7 5 32 0,0 4 40 16,-4 7 576-16,4 6 240 0,1 6-320 15,2 7-212-15,-3 2-52 0,4 3-72 16,0 4-60-16,-4 6-28 0,4-2-60 0,-8 8 148 15,4 1 0-15,-4 6 0 16,0 0-64-16,-4 3 64 0,-4 0 0 16,0 0 12-16,-4-5 156 0,4-2 220 0,-4-5-184 15,0-8-168-15,1-2-75 0,2-9-37 16,1-5 4-16,4-7 44 0,1-8-12 0,-1-3-12 16,0-3 40-16,-5 0-148 15,-2-6-236-15,-2-4-52 0,-6-5 43 16,-2-10 133-16,6-5 16 0,-5-1-12 15,-1-7 36-15,10 3-100 0,-1 2 100 0,4 6-52 16,4 2-44 0,4 2 80-16,0 7-92 0,0 0 44 0,0 4-60 0,4-1-12 0,4 3-48 15,0 4 12 1,4 0-40-16,0-1 28 0,4 1-112 16,0 0-128-16,3-4-332 0,5 4-460 0,1-5-924 15,-10 3-2421-15,9-3-3231 0</inkml:trace>
  <inkml:trace contextRef="#ctx0" brushRef="#br1" timeOffset="87397.304">9235 17015 10616 0,'0'0'2809'16,"0"0"-1625"-16,0 0-176 0,0 0-40 0,0 0-332 0,0 0 32 16,0 0-100-16,0 0-172 15,0 0-52-15,88-4-112 0,-65-2-60 16,5-4-12-16,0 4-160 0,-4 0-60 16,0-1-88-16,-3 7 24 0,-2 0 0 15,-3 7 64-15,-4 3 60 0,0 8 196 16,0 1 24-16,-4 7 28 0,-4 2-16 0,0 0 36 15,-1 5 36-15,-3-2-60 0,0 1-196 0,0 0-48 16,0-7-120-16,5-3-40 16,-5-5-192-16,8-9-124 0,-4-1-64 0,3-7-324 15,2 0-148-15,3-13-640 0,-1-6-852 16,-2 4-2501-16,6-17-2471 0</inkml:trace>
  <inkml:trace contextRef="#ctx0" brushRef="#br1" timeOffset="87622.849">9765 16898 820 0,'0'0'10961'0,"0"0"-9045"16,0 0-1104-16,0 0-64 0,0 0 372 0,0 0-260 15,0 0-92-15,-84 56-236 0,61-30-16 16,-5 5-48-16,0 1-40 16,-4 6-148-16,4 4-96 0,-8-1-40 0,1 3-132 15,-2 0-8-15,-3 4-8 0,5-3-8 16,-5 2-108-16,-4-2-112 0,4-3-72 15,1-2-28-15,-2-5-72 0,5-3-224 0,8-6-300 16,0-4-144-16,13-9-716 16,-1-4-1372-16,8-3-3665 0</inkml:trace>
  <inkml:trace contextRef="#ctx0" brushRef="#br1" timeOffset="90121.996">10745 17021 2348 0,'0'0'1708'0,"0"0"-732"0,0 0-792 0,0 0 376 16,0 0-340-16,0 0 132 0,0 0 1520 16,0 0-860-16,0 0-356 0,0 0 224 0,36-51 317 15,-32 51-33-15,-4-3-84 16,0 3-180-16,0-3-72 0,0 3 4 0,4-3 0 15,-4 0-128-15,0-1-196 0,0 1-68 0,0 0-36 16,0 3 0 0,0 0-12-16,0-3-88 0,0 3-60 0,0 0-24 0,-4 0 12 15,-8 0-232-15,0 0-120 16,-4 0 60-16,-4 3-72 16,1 7-4-16,-5-1-44 0,-1 4 164 0,-3 6-56 15,0 0 0-15,1 0 0 0,-1 3-4 0,1 3 4 16,-1 1 12-16,0 2-16 0,0 1-32 15,3-1-4-15,5 1-8 0,1 3-28 16,2-4 88-16,6 0 12 0,7-2-40 0,0-3 16 16,4-4 24-16,0 0 48 0,8-1 48 15,0-1 60-15,8 3-8 16,3-9 72-16,2 5 84 0,3-3-48 16,4-3-52-16,0-4-44 0,-1-4-16 0,1 3 4 15,0-5-16-15,0 0-24 16,0-7-48-16,0-3-8 0,0 1-4 0,-9-3 0 15,5-5-60-15,-4 4-268 0,-4-2-260 16,0-4-148-16,-8-1-60 0,0 1-196 0,-4 1-1224 16,-4 2-2701-16,-4 0-3563 0</inkml:trace>
  <inkml:trace contextRef="#ctx0" brushRef="#br1" timeOffset="90306.985">10427 17279 768 0,'0'0'9168'16,"0"0"-7107"-16,0 0-1009 0,0 0 4 16,0 0 120-16,0 0-92 15,0 0-136-15,0 0-20 0,103-14-348 16,-71 11-212-16,0 0-368 0,3 0 0 0,1-1-112 16,0-1-268-16,1-5-424 0,2 3-688 15,-11 1-996-15,16-7-2809 0</inkml:trace>
  <inkml:trace contextRef="#ctx0" brushRef="#br1" timeOffset="90594.037">11395 16758 1368 0,'0'0'9240'0,"0"0"-7527"0,0 0-885 0,0 0 900 0,0 0 232 0,3 85-508 15,1-49-552-15,-4 2-372 16,0 3-224-16,0 6-8 16,0 4-40-16,0 3-76 0,0 6 40 0,0 4-72 15,0 2-88-15,0 4-56 0,0 0-4 16,0 0-148-16,4-7 4 0,-4-2-124 0,5-11 60 16,-1-8-24-1,0-7-48-15,3-10-176 0,-3-9-120 0,4-4-116 16,1-8-260-16,-2-4-488 0,1-6-124 15,0-11-272-15,1 2-2065 0,-2-23-1067 16</inkml:trace>
  <inkml:trace contextRef="#ctx0" brushRef="#br1" timeOffset="90875.747">11327 16837 8624 0,'0'0'1800'16,"0"0"-1219"-16,0 0 715 0,0 0 784 0,0 0-580 16,84-35-424-16,-61 29-404 0,5-1-128 0,4 4 184 15,0 3-136-15,0 0-240 0,0 0-180 16,-1 3-164-16,1 4-8 0,-8 5-36 16,0 4-36-16,-8 3 64 15,-4 6 0-15,-8 7-56 0,-4 3-68 0,0 3 44 0,-11 7-60 16,-6-4 4-16,-3 0-28 15,-3-3-188-15,-1 0-192 0,0-3-316 0,-4 1-280 16,4-4-644-16,4-11-1196 16,-4 5-3137-16</inkml:trace>
  <inkml:trace contextRef="#ctx0" brushRef="#br1" timeOffset="91389.19">11857 17656 8656 0,'0'0'3049'16,"0"0"-1833"-16,0 0-504 0,0 0 720 0,80-22-132 16,-57 15-328-16,5 1-416 15,0 6-232-15,0-3-40 0,0 3-28 16,-4 0-188-16,0 6-68 0,-8 0 0 0,-5 4 8 16,-2 4 100-16,-1 0-96 15,-8 2 76-15,0 4 24 0,0 2-64 0,-8 0 48 16,-5 0 4-16,2 0 12 0,-1-2-40 15,-4-2-60-15,4 1 88 0,0-6-40 0,4 4 36 16,4-12-8-16,0 2 44 0,0-4 176 0,4 1-40 16,0-1-160-16,4 0-20 15,4-1 116-15,0 2 76 0,8 3 48 16,3-5-83-16,2 2-13 0,7-4-76 0,0 0-36 16,3 0-68-16,1 0-52 0,4-4-52 15,-4-3-44-15,0 5 0 0,3-4-24 16,-3 3-64-16,0 0-61 15,-4 3-47-15,-4 0-60 0,-4 0 36 16,-4 0 12-16,0 0-16 16,-4 6-44-16,-4-4-4 0,-4 4-124 0,4-1-200 15,-8 1-636-15,0 0-1076 0,0 1-2337 16,0 2-2863-16</inkml:trace>
  <inkml:trace contextRef="#ctx0" brushRef="#br1" timeOffset="94232.743">11574 17268 1788 0,'0'0'2204'0,"0"0"-772"0,0 0-508 0,0 0-416 0,0 0-144 16,0 0 712-16,0 0-192 15,0 0-368-15,0 0-64 0,0 0 40 16,-12 4-3-16,12-1 143 0,-4-3 84 16,4 4-128-16,-4-4-104 0,4 0-12 0,-4 2-144 0,0 1-48 31,0-3 12-31,-3 3 32 0,2 1 32 0,1-2-8 0,0 3 20 0,0-3-116 16,-4 2-92-16,5-2-148 0,-2 2 64 15,-3-2-12-15,0 3-52 0,4-3-12 16,-3 5 0-16,-2-2-64 15,5-1 16-15,-4-1 44 0,1 4-48 16,3-4-20-16,-5 3-16 0,5-2 12 0,-3 2 68 16,3 0-56-16,-4-3 16 0,3 4-4 15,1-4 40-15,0 0 4 0,1 0 8 0,3-3 8 16,0 0 40-16,0 0-48 0,0 0-140 16,0 0-12-16,0 0-52 15,0 0 4-15,0 0 0 0,0 0-16 0,0 0 40 16,0 0 0-16,0 0 24 0,0-3-24 15,0 3-116-15,0-3 12 0,0 0-140 16,0-1-548-16,0-2-921 0,3-3-2799 0,-6 37-1336 16</inkml:trace>
  <inkml:trace contextRef="#ctx0" brushRef="#br1" timeOffset="128144.942">4745 17640 5440 0,'0'0'600'16,"0"0"2504"-16,0 0-1348 0,0 0-531 15,0 0-25-15,0 72-172 0,0-53-204 0,0 1-96 16,4-4-148-16,-4 0-268 0,0 0 0 16,3-1-240-16,1-2 116 0,-4 0-52 15,0-4-36-15,5 4 60 16,-5-3-84-16,4-1-72 0,-4 1-4 15,0 0 128-15,0 1-128 0,0 3-124 0,0 2 36 16,0-4-84-16,0 1 8 0,0-3-220 16,0-1-152-16,0 0-208 0,4-2-312 15,4-1-340-15,-5 0-732 0,5 1-1997 16,-3-7-2247-16</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17:54.828"/>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FFC000"/>
    </inkml:brush>
    <inkml:brush xml:id="br2">
      <inkml:brushProperty name="width" value="0.05292" units="cm"/>
      <inkml:brushProperty name="height" value="0.05292" units="cm"/>
      <inkml:brushProperty name="color" value="#C00000"/>
    </inkml:brush>
  </inkml:definitions>
  <inkml:trace contextRef="#ctx0" brushRef="#br0">1979 1095 9864 0,'0'0'904'0,"0"0"2233"16,0 0-1769-16,0 0-440 0,0 0 248 0,0 0 0 15,0 0-8-15,0 0-120 0,9-3-220 0,-9 3-231 16,0 0-173-16,0 0-108 0,4 3-112 16,4 0-204-16,3 4 48 0,10 5 72 15,10 8 40-15,5 8-156 0,4 3 56 16,8 14-60-16,0 6 0 0,-1 6-44 0,9 10 44 15,-4 3 0 1,-4 6 0-16,0 3-112 0,-5-6 52 16,-3 1-84-16,0-11 48 0,-4-3-12 0,-8-8-52 15,4-6 28-15,-8-4 24 16,-5-11-64-16,-2-2 52 0,-2-3-72 16,-2-7-53-16,-5-4 25 0,-1 2-8 0,1-9-116 15,-8-4-128-15,5-1-252 0,-5-3-280 16,4 0-568-16,-4-12-444 0,0-10-280 15,0 5-2609-15,-9-27-3150 16</inkml:trace>
  <inkml:trace contextRef="#ctx0" brushRef="#br0" timeOffset="380.335">2924 1032 9744 0,'0'0'1741'16,"0"0"-1021"-16,0 0 96 0,0 0 596 15,0 0-36-15,0 0-236 0,0 0-268 0,0 0-220 16,0 0-220-16,0 0-136 0,-40 85-64 16,20-50 0-16,-4 3-24 0,0 10-36 15,-3 0 0-15,-5 5-12 0,-1 8-52 16,-2 6-48-16,-5 5-56 15,-3 10 48-15,-2 5-44 0,-2 5 64 0,-5 0-64 0,0 0 52 16,4-3 0-16,0-4-60 16,1-8-60-16,10-8 60 0,2-8 60 15,7-10-60-15,8-7-60 0,0-9 0 0,8-3 12 16,0-7 36-16,4-2 0 16,0-7-76-16,5-7-8 0,-1 1-64 15,4-4-24-15,0-6-72 0,0 0-48 0,0 0-28 16,0 0-76-16,0 0-168 0,0 0-108 0,0 0-424 15,0 0-844-15,0 0-2009 16,0-9-2919-16</inkml:trace>
  <inkml:trace contextRef="#ctx0" brushRef="#br0" timeOffset="1165.779">3306 1988 6916 0,'0'0'1080'0,"0"0"3105"0,0 0-2549 15,0 0-320-15,0 0 92 0,0 0-212 16,0 0-268-16,0 0-204 0,0 0-136 0,0 0-100 16,4 94-12-16,-4-55-52 0,0 9-120 15,0 9-132-15,0-1-63 0,0 8-101 16,-4 0 0-16,4-1 0 0,0 1 40 16,-4-1-40-16,4-3-12 0,0 1 4 0,-4-7-72 15,4-8 72-15,0 0 0 0,-3-9-72 16,3-8-73-16,-4-4-51 15,4-6-12-15,0-5-84 0,0-11-72 16,0-3-160-16,0 0-124 0,0-6-240 16,0-7-708-16,0-10-376 0,0 4-2545 0,0-25-2911 15</inkml:trace>
  <inkml:trace contextRef="#ctx0" brushRef="#br0" timeOffset="1517.128">3207 1994 5592 0,'0'0'5389'0,"0"0"-3721"0,0 0-672 16,0 0 244-16,0 0 136 16,80-73-416-16,-61 60-168 0,1 3-212 0,1 4-52 15,7 3 0-15,-5 3-88 0,1 0-132 0,4 3-124 16,4 7-52-16,-8 2-60 0,0 4-60 15,-1 3 40-15,-3 3 20 0,-3 3 24 16,-6 0-8-16,-3 8-40 0,-4-2 0 0,-4 5 36 16,0-1-36-1,-4 3 4-15,-7 0 20 0,-6 0 24 0,-2-4-88 16,-1 1-8-16,-5 0-8 0,1-6-160 0,-3-4-176 16,3-2-44-16,0-1-28 0,-4-9-36 15,4-1-112-15,1-6-136 0,-1-2-128 16,0-4-104-16,3 0-328 15,2-4-624-15,3-2-408 16,4 0-785-16,4 0-2055 0</inkml:trace>
  <inkml:trace contextRef="#ctx0" brushRef="#br0" timeOffset="1785.563">3924 2657 12225 0,'0'0'1876'15,"0"0"-1432"-15,0 0 352 0,0 0 820 16,8 82-300 0,-4-56-492-16,-4 0-404 0,4 4-224 0,-4 3-12 0,4-1-76 0,0 5-108 15,-4 3-56 1,4-7-20-16,-4 6-8 0,0-7 36 0,0-1-40 15,0-6-84-15,0-4-72 0,0-9-200 16,0-3-308 0,3-5-440-16,2-4-680 0,-5-4-1172 0,8-15-2753 0</inkml:trace>
  <inkml:trace contextRef="#ctx0" brushRef="#br0" timeOffset="2348.138">4283 1527 9232 0,'0'0'4573'0,"0"0"-2653"15,0 0-928-15,0 0-120 0,0 0 216 0,0 0-376 16,0 0-284-16,0 0-120 16,0 0 132-16,87 10 96 0,-47-8-88 0,-1 3-131 0,2-3-185 15,-1 1-32-15,-1-3-16 0,-2 0-76 16,-1 0 52-16,-5-5-52 16,1-2-8-16,4-3-196 0,-4 3-257 0,-4-5-423 15,-4 2-540-15,-9 1-1072 0,-2 3-3320 0</inkml:trace>
  <inkml:trace contextRef="#ctx0" brushRef="#br0" timeOffset="2563.38">4342 1895 3068 0,'0'0'10409'0,"0"0"-8257"16,0 0-1776-16,0 0 228 15,0 0 492-15,0 0-48 0,80 7-236 0,-44-7-276 0,0 0-180 16,3-7-232-16,2 1-124 16,2-3-128-16,1-1-92 0,0 0-280 15,3 1-276-15,2 2-124 0,-2-2-440 16,-10 6-1380-16,14-3-3821 0</inkml:trace>
  <inkml:trace contextRef="#ctx0" brushRef="#br0" timeOffset="3367.556">6015 686 7432 0,'0'0'1156'15,"0"0"3309"-15,0 0-2777 0,0 0-428 16,0 0 116-16,0 0-140 0,0 0-240 0,0 0-300 16,0 0-244-16,0 0-232 0,-15-26-96 15,11 33-124-15,0 2-100 0,-1 13-192 16,-6 10 48-16,-1 19 84 0,-4 12 64 16,1 13-88-16,-10 11-12 0,5-2-60 0,1 0-52 15,-1-11 64-15,-1-8 244 16,6-12 56-16,-2-9 116 0,6-7 24 15,-6-6-72-15,6-1-124 0,-6-4-60 0,10-6-124 0,-1-5-284 16,4-3-64 0,0-7-48-16,-1-4-116 0,5-2-192 15,0 0 20-15,0 0 72 0,0-2 212 0,9-4 128 16,-1 0 380-16,0 2 76 0,4 1 204 16,0 3 88-16,-1 0 504 0,6 0-240 15,-2 10 88-15,2-1-116 0,-6 7-68 16,6 3-96-16,-2 3-92 0,-2 4-36 15,-2 2-88-15,-3 0-36 0,4 4-64 0,-4-1 40 16,-4 5 36-16,0-1 24 0,-4 6 0 16,0 3-136-16,5 5 60 0,-5 4-72 15,0 1 0-15,0-3-84 0,4 0-76 0,-1-4 0 16,-3-8-16-16,8-8 4 16,-4-6 12-16,4-6-28 0,0-5-48 15,-4-5-224-15,4-2-164 0,0-4-396 0,0-3-476 16,4 0-856-16,-1-3-2109 0,6-8-2307 15</inkml:trace>
  <inkml:trace contextRef="#ctx0" brushRef="#br0" timeOffset="4344.252">6502 1232 5988 0,'0'0'2520'0,"0"0"-1612"0,0 0 1929 16,0 0-1117-16,0 0-532 15,0 0-408-15,0 0-124 0,0 0-132 16,0 0 72-16,0 0 48 0,0 0-128 0,0 0-136 16,80-30-48-16,-61 18-88 15,5-1-132-15,0-2-104 16,-3-1 36-16,2 0-44 0,-7 3-184 0,3 4-12 16,-2 3-72-16,-1 2-16 0,0 4 0 15,4 13 64-15,-5 6 96 0,6 9 120 16,-6 8 4-16,2 5 48 0,-2 3 16 0,-2 7-60 15,2 3-4-15,-2 3 0 16,-2 0-64-16,1 0 52 0,-4 1 12 0,4-4 44 0,-4-7 4 16,4-5 76-16,-4-7-120 15,0-10-4-15,0-9-116 0,0-7-44 16,0-2-24-16,3-7 8 0,-2-4-56 0,3-12-180 16,4-5-408-16,-4-12-704 0,-1 5-2512 15,2-23-3597-15</inkml:trace>
  <inkml:trace contextRef="#ctx0" brushRef="#br0" timeOffset="4619.201">7219 1149 9428 0,'0'0'3841'16,"0"0"-2733"-1,0 0 668-15,0 0 68 0,0 0-512 0,0 0-564 16,-76 25-388-16,60-15-88 15,1 2-60-15,-2 5-60 0,-2 5-76 0,-1 6-84 16,-1 7-12-16,-6 4 0 0,3 8-12 16,-4 4-96-16,-4 6 64 0,1-3 40 15,-1 2 0-15,0-1-8 0,4-4-64 16,0-7 4-16,4-5-36 0,3-9-112 16,6 0-36-16,-1-8-28 0,8-6-32 0,0-3-52 0,1-7-136 15,3 0-124-15,4-3-300 0,0-3-224 16,0 0-180-16,0 4-512 0,0-4-1113 15,4 0-2071-15</inkml:trace>
  <inkml:trace contextRef="#ctx0" brushRef="#br0" timeOffset="5965.323">7641 813 3800 0,'0'0'3948'0,"0"0"-2160"15,0 0-456-15,0 0-23 0,0 0-93 0,0 0-148 16,0 0-160-16,0 0-180 0,0 0-36 15,0 0-108-15,0 0-112 0,0 3-64 0,0-3 0 16,0 3 32 0,0-3 52-16,0 0-100 0,0 2-124 0,0-2-84 15,0 0-76-15,0 0-44 0,0 0 8 0,0 0 0 16,0 0-24-16,0 0 16 0,0 0-52 0,0 0 72 16,0 0-36-16,0 0 12 0,0 0 28 15,0 0-4-15,0 0 12 0,0 0 16 16,0 0-4-16,0 0 0 0,0 0 28 15,0 0-63-15,0 0-61 16,0 0 48-16,0 0-12 0,0 0-48 16,0 0 0-16,0 0 0 0,0 0 64 15,0 4-64-15,0-1-64 0,0 4 64 0,0 6 108 16,-4 6 0-16,4 0-24 0,0 3 24 16,-3 3-44-16,3 7-16 0,0 5 0 15,0 12-48-15,0 11-4 0,3 10-8 0,-3 19-48 16,0 10-100-16,0 11-56 0,0 7 32 15,0 4-21-15,0-3 9 0,0-7-24 16,0-19 64-16,0-13 20 0,0-15-8 0,4-13 20 16,-4-13 40-1,8-13-28-15,-3-6-56 0,-1-6-152 0,-4-10-204 16,4-3-4-16,-1-3-112 0,1-10-228 16,0-6-264-16,0-13-1332 0,-4 7-2633 15,0-29-3247-15</inkml:trace>
  <inkml:trace contextRef="#ctx0" brushRef="#br0" timeOffset="6261.556">7557 883 7096 0,'0'0'4669'0,"0"0"-3289"0,0 0-236 16,101-39 132-16,-66 37-308 0,1-2-320 0,0 4-24 15,-1 6 28-15,1 4 24 0,-4 3-280 16,1 6-92-16,-6 0-84 16,1 6 52-16,-4 3-128 0,-8 4-20 0,-4 10-28 15,-4 5-36-15,-8 7-60 16,0 9-8-16,-8 2-124 0,-4-2-4 16,-4 1 136-16,-8-8 76 0,1-2-24 0,-5-6-52 15,-4-3-120-15,0-4-196 16,-5-6-200-16,5 0-144 0,-3-10-204 15,7-3-252-15,0-9-276 0,1-1-912 0,10-5-2493 16,1-4-3559-16</inkml:trace>
  <inkml:trace contextRef="#ctx0" brushRef="#br0" timeOffset="6592.867">8231 1802 11849 0,'0'0'2120'16,"0"0"-1332"-16,0 0 1136 0,0 0-76 16,0 0-656-16,0 0-348 0,80-14-336 15,-76 14-188-15,3 0-164 0,1 0-72 16,-3 8-24-16,3 3-52 0,-8 8 92 16,4 3-3-16,-4 13-97 0,-4 3-117 0,-9 4-115 15,2 2 48-15,-5-3 28 0,0-4 48 16,4-5 108-16,0-10 12 15,4-3-12-15,4-3-8 0,4-2-92 16,0-6-20-16,0 3-28 0,12-2 28 0,0 1 120 16,7 2 48-16,6-5 84 0,6 2 52 15,1-3 96-15,8-3 24 0,0-3-48 0,0 0-87 16,-1 0-169-16,2-6 0 16,-5-3-177-16,-1-1-163 15,1-2-292-15,-4-1-456 0,-4-4-448 0,-4 5-1440 0,4-7-4265 16</inkml:trace>
  <inkml:trace contextRef="#ctx0" brushRef="#br0" timeOffset="6981.608">9394 708 12317 0,'0'0'4052'0,"0"0"-2708"16,0 0 320-16,0 0-236 0,0 0-271 0,0 0-321 15,0 75-144-15,0-37-260 0,0 8-104 0,4 4-4 16,-4 10 4-16,4 7-28 0,0 6-96 15,-4 6-108-15,5 8-96 16,3 4-64-16,-5 8-44 0,5 2-72 16,0 8-48-16,1-1 56 0,-2-4-8 15,5 1-108-15,-3-10 12 0,-2-2-16 16,5-8-156-16,-3-9-312 0,-6-9-81 16,5-7-459-16,-4-9-244 15,0-9-40-15,0-8-500 0,-4-9-556 0,0-8-1261 0,0-5-1247 16</inkml:trace>
  <inkml:trace contextRef="#ctx0" brushRef="#br0" timeOffset="8634.426">10793 1454 4880 0,'0'0'2720'0,"0"0"-1864"16,0 0-348-16,0 0 2665 0,0 0-1273 0,0 0-988 15,16-70-344-15,-16 55-56 0,4-2-44 0,-4 2-56 16,0-2-52 0,0 8 12-16,-4 0-12 0,0 2 24 0,-4 1 84 0,0 0-76 15,0 2-108-15,0 1-64 0,-4 3-72 16,4 0-16-16,-4 0-132 15,0 10-96-15,0 6-112 0,1 9-12 16,-2 10 72-16,2 10 48 0,7 5 40 0,0 7 12 16,4-2-64-1,0-5-108 1,0-12 120-16,0-12 28 0,4-11-92 0,0-5-80 0,3-10-92 0,5 0 288 0,0-3-28 0,4-10-108 16,4-6-128-16,-3-6-36 15,-2-7-12-15,1 0 36 0,-4 0 44 0,-4 7 128 16,4 3 100-16,-4 9 40 15,-4 7-200-15,4 3 48 0,0 3 164 0,0 3 152 16,3 9 460-16,2 4-120 16,-1 9-168-16,-1 1-136 0,2 5 24 0,-2 5-52 0,-3-1-24 15,1 6 164-15,-2 7-116 16,-3 3 136-16,0 2-24 16,-4 8 12-16,-4-1-64 0,-7 3 28 0,-2 1-64 0,2-7-60 15,-2-6 108-15,-2-10 108 0,7-6 212 16,-5-6-236-16,2-4-184 0,-1-8-20 0,0-6-64 15,4-1 25-15,0-3-25 16,0-4 16-16,-4-3-88 0,0 0-48 16,0 0-197-16,-7-6 85 0,2-8-80 0,-7 3 104 15,9-6 52-15,-2 1 0 0,2-3 68 16,2 0-80 0,2-3 88-16,7-3-112 0,0 1 32 0,0-1-44 0,4-2 128 15,4 4-72-15,4-2-44 16,3 2 60-16,2 7 52 0,-2-3-68 15,1 7 72-15,0 2-56 0,0 1 52 0,1-2 8 16,-2 6 48-16,-3-4-36 0,4 2 76 16,0 1-16-16,0-4-24 0,0 3-48 15,-4 1-68-15,3 0 64 0,-2 4-8 16,-5-3-60-16,-4 5-16 0,0 0 80 16,0 0-52-16,4 0 0 0,-4 0-16 15,0 0-32-15,0 0-76 0,4 5-148 16,-4-3-72-16,4 4-248 0,-1 0-528 15,-3 5-764-15,0-5-1920 0,0 2-2397 0</inkml:trace>
  <inkml:trace contextRef="#ctx0" brushRef="#br0" timeOffset="9300.786">11187 1337 8908 0,'0'0'2929'0,"0"0"-1357"15,0 0-276-15,0 0-188 0,0 0-380 0,0 0-188 0,0 0-196 16,0 0-120-16,0 0 36 15,0 0-84-15,60-86-128 0,-40 67-48 16,-4 0-4-16,4 2-72 0,0 5 28 0,-4-1-40 16,4 7-60-16,-5-1 36 0,2 4-36 15,3 3 124 1,-1 3 24-16,-2 8 88 0,2-3-80 0,1 9 0 16,1 5 0-16,-2 3 64 0,1 4 16 15,-8 9-80-15,4 3 68 0,-4 6-28 16,-5 1-44-16,2 6 8 0,-1 0-8 15,0-4 8-15,-5-4 4 0,6-9-8 16,-5-11-8-16,0-10-88 0,0-4-84 0,3-7-92 16,-3-5-56-16,5 0-244 0,-1-14-392 15,3-8-532-15,2 3-2357 0,2-29-4183 0</inkml:trace>
  <inkml:trace contextRef="#ctx0" brushRef="#br0" timeOffset="9514.41">11789 1196 9336 0,'0'0'2813'16,"0"0"-1649"-16,0 0-264 0,0 0 592 0,-84 71 96 15,60-46-312-15,1 7-476 0,-1 2-432 16,0 4-196-16,0 4-76 16,0 6 28-16,-3-1-64 0,-1 1-48 0,0 3-12 15,3-4-172-15,1-6-84 0,0 1-112 16,5-10 24-16,-1-7-172 0,8-6-252 15,0-6-312-15,4-1-732 0,4-5-1336 16,4-4-2517-16</inkml:trace>
  <inkml:trace contextRef="#ctx0" brushRef="#br0" timeOffset="10028.635">12220 867 9564 0,'0'0'4329'0,"0"0"-2661"0,0 0-600 16,0 0-60-16,0 0 44 15,0 0-120-15,-17 79-248 0,17-51-184 0,0 5-60 16,0-2-28-16,4 10 41 0,5 0-77 16,2 8-148-16,-3 3-120 0,1 6-60 15,2 9-44-15,-3 6 84 0,-4 3-76 0,0 10 48 16,-4 0-56-16,0 3-4 0,0-7-4 16,0-6-104-16,0-6 8 15,0-3-8-15,0-10-60 0,5-9-52 0,-2-8 64 16,5-4 36-16,-4-11-101 15,0-9-119-15,0-10-76 0,1 1-168 16,-2-7-148-16,-3-4 8 0,4-5-784 0,0-4 184 16,0-9-44-16,-4 3-1344 0,0-23-3025 15</inkml:trace>
  <inkml:trace contextRef="#ctx0" brushRef="#br0" timeOffset="10395.735">12207 901 2916 0,'0'0'6044'0,"0"0"-3655"16,0 0-569-16,0 0-32 0,88-41-352 15,-60 32-452-15,4 2-180 0,0 1-64 16,3 3-124-16,-3 0-164 15,5-1-48-15,2 1-52 0,1 3-36 0,-4 0-120 16,-1 7-100-16,-2-1 4 0,-6 4-88 16,-3 5 72-16,-7 1 0 0,-2 6 221 0,-6 7-109 15,-5 3-64-15,-4 2-84 0,0 11 12 16,-9 0-12-16,-7 2 8 0,-4 4-56 16,-8-3-40-16,0-1 36 15,0-2 4-15,-4-7-48 0,-3-4 0 0,-1-4-36 0,0-5-220 16,-3-3-241-16,-6-3-103 15,6 0-204-15,-5-6-280 0,4-4-548 0,12 2-1468 16,-12-9-3525-16</inkml:trace>
  <inkml:trace contextRef="#ctx0" brushRef="#br0" timeOffset="11312.44">12881 1898 7172 0,'0'0'3020'0,"0"0"-1087"0,0 0-453 15,0 0-24-15,0 0-120 16,0 0-440-16,76-25-212 0,-61 25-168 0,-2 0-32 15,-2 0-168-15,1 0-144 0,-3 3-108 16,-2 1-16-16,1 5 12 16,-4 4-56-16,0 6 56 0,-4-1-60 0,0 8-124 15,0 3-24-15,-4-4 52 0,0 0-28 16,-4-2-24-16,4-1 100 0,-3-3 48 0,-2-3 84 16,-3-1-8-16,5 4-28 0,-6-3-40 15,2 1 0-15,-2-1-4 0,5-2 4 0,-3 0-4 16,3-4 60-16,3-4-60 15,1 3 4-15,1-6 4 16,3 1 36-16,0-4-48 0,0 0 8 0,-4 0-8 0,4 0-8 0,0 0 8 16,0 0 0-16,0 0 72 0,0 0-20 31,0 0-4-31,4 0-48 0,3 0 0 16,6 0 352-16,6 0-120 0,1 0-124 0,8 0 160 15,0 0 52-15,8-7 116 0,0 1-192 0,-1 0-204 16,6-1-40-16,-5 1-8 0,-1-1-88 0,1 5 48 15,-4-5 48-15,-4 4 8 16,0 0 40-16,-4-1-40 0,-9 4-8 16,2-2-84-16,-9 2 8 0,-1 0-56 15,-3-4-148-15,1 4-220 0,-5 0-284 0,4-3-484 16,-4-1-1196-16,0 2-2665 0,0-8-4355 16</inkml:trace>
  <inkml:trace contextRef="#ctx0" brushRef="#br0" timeOffset="11628.711">13837 1371 8836 0,'0'0'3969'0,"0"0"-2353"15,0 0-292-15,0 0 116 0,76-2-4 0,-48 4-428 16,0 1-224-16,-1-3-236 0,1 0-280 16,-4 0-108-16,4 0-160 0,-4 0 0 0,0 0-100 15,-4 0-32-15,0-3-124 16,-9 1-404-16,2-2-380 0,-9 4-504 15,0 0-1464-15,-8 4-3573 0</inkml:trace>
  <inkml:trace contextRef="#ctx0" brushRef="#br0" timeOffset="11800.209">13869 1663 10636 0,'0'0'2209'16,"0"0"-1369"-16,0 0 404 0,0 0 452 15,0 0 128-15,0 0-412 0,0 0-396 0,76 13-300 0,-52-13-327 16,-1-3-205-16,1 0-184 0,4-4-112 16,0 1-157-16,0-3-255 0,4-1-340 15,0 4-384-15,0-5-928 0,-8 9-3240 0,4-4-5161 0</inkml:trace>
  <inkml:trace contextRef="#ctx0" brushRef="#br0" timeOffset="12397.512">14853 1344 9880 0,'0'0'3189'15,"0"0"-1473"-15,0 0-608 0,0 0-480 16,0 0-64-16,0 0 16 0,0 0-96 0,0 0-152 15,60-81-96-15,-36 53-76 0,4 0-160 16,-4-2-4-16,-1 8-72 0,5 6 72 16,-4 4 4-16,0 2-80 0,0 7 76 15,-1 3-4-15,-2 0-4 0,-1 6 12 16,-1 7 104-16,2 6-56 0,-5 3-44 0,3 4 76 16,1 2-68-16,-4 7 100 0,0 4-64 15,-4 3 28-15,4-5-72 0,-8 3 60 16,4 0-60-16,-4-9-8 0,0-3-88 0,0-9 4 15,-4-3-24-15,4-6-168 0,-4-6-4 16,4-4-496-16,-4 0-604 0,3-7-1116 16,2-16-2905-16</inkml:trace>
  <inkml:trace contextRef="#ctx0" brushRef="#br0" timeOffset="12614.831">15351 1137 4832 0,'0'0'6313'0,"0"0"-5041"0,0 0-492 16,0 0 656-16,-59 79 152 0,38-47-280 0,1 6-380 15,1 3-396-15,-5 6-176 0,0 0-76 16,0 5-48-16,-1 2-72 0,6 0-148 16,-1-7-12-16,4 1-220 0,0-10-220 0,8-3-260 15,1-10-116-15,7-5-228 0,0-12-640 0,0-1-1060 16,3-7-2565-16</inkml:trace>
  <inkml:trace contextRef="#ctx0" brushRef="#br0" timeOffset="12906.085">15781 969 9400 0,'0'0'2833'16,"0"0"-1249"-16,0 0-268 0,0 0 168 16,0 82-116-16,5-47-248 0,-1 6-384 0,-1 6-232 15,5 11-92-15,0 2-56 0,1 6-104 16,-2 4-80-16,-3 10-92 0,0 3-76 16,-4-1 40-16,4 7-40 0,-4 0-4 0,0-7-108 15,0-6 12-15,0-5-4 16,0-18 4-16,4-9-12 0,1-14-4 0,-2-11-44 0,5-10-172 15,-8-6-140-15,4-3-68 16,0-10-288-16,0-9-88 0,4-9 140 16,-4-14-1172-16,0 11-2224 0,-4-36-1145 0</inkml:trace>
  <inkml:trace contextRef="#ctx0" brushRef="#br0" timeOffset="13145.442">15685 1092 6536 0,'0'0'5941'0,"0"0"-4665"0,0 0-516 0,0 0 588 16,0 0-32-16,88-60-472 0,-60 47-240 0,0 1-160 15,8 1 24-15,0 3-28 0,-1 1-196 16,6 7-204-16,-5 0-40 0,-1 0-60 16,-7 15-12-16,-4 5-16 0,-4 2 8 0,-8 13 76 15,-8 6 0-15,-4 7-60 0,-4 3-116 16,-12 6-152-16,-7 0-100 15,-5 4-60-15,0-5-200 0,-4-2-352 0,0 0-576 16,0-6-692-16,8-13-829 0,-4 3-2407 16</inkml:trace>
  <inkml:trace contextRef="#ctx0" brushRef="#br0" timeOffset="13439.253">16120 1762 9912 0,'0'0'2497'0,"0"0"-1245"15,0 0 216-15,0 0 140 0,0 0-440 16,87 0-92-16,-70 0-196 0,-6 0-376 16,2 3-248-16,-1 1-172 0,-5-2-84 15,-3 4 60-15,5 8-52 0,-9 2 68 0,0 5-28 16,0 8-40-16,-9 3 40 0,-2 3 12 16,-6 4-12-16,2-2-48 15,-2 1-4-15,6-6-56 0,3-4 60 0,4-2 0 0,-1-11-12 16,5-2-108-16,5-2-52 0,7-5 124 15,-1-4 48-15,10 1 244 16,3-3 0-16,0 0-4 0,-1-5-140 0,1-1-100 16,4-5 0-16,-4 3-148 0,0-3-144 15,-1 2-196 1,-2-1-220-16,-5 1-284 0,3 2-468 0,-11 1-1252 0,5-4-3941 16</inkml:trace>
  <inkml:trace contextRef="#ctx0" brushRef="#br0" timeOffset="14198.971">17850 898 4332 0,'0'0'5716'0,"0"0"-3627"0,0 0-737 16,0 0 384-16,0 0-52 15,0 0-296-15,0 0-476 0,0 0-384 0,0 0 96 16,0 0 56-16,63 73-180 16,-43-35-51-16,0 14-133 0,-5 4-96 15,6 4-52-15,-1 7-72 0,-5 3-24 16,6-3-60-16,3 3-4 0,-5-4-8 0,1-2-88 15,-3-7 80-15,2-3-64 0,1-9 20 16,-4-11 44-16,4-5-44 16,0-8 4-16,-4-7 44 0,0-5 4 0,-1-5 4 0,-2-4 44 15,2 0 12-15,-3-4 36 16,1-8 76-16,2-4-28 0,-2-6-24 0,2-3 24 16,1-11-136-16,4-5-8 0,0-7 0 15,0-5-48-15,3-5-60 16,1-2 0-16,1-6-72 0,-1-2-52 0,-5 2 76 0,1 2-16 15,1 4 52-15,-2 0-36 0,-3 9 32 16,-4 7 28-16,4 5 47 16,-8 11 37-16,0 2-76 0,0 11 76 15,-4 2-84-15,-4 7-108 0,4-1-140 16,-4 7-104-16,0 0-336 0,-13 0-876 16,6 3-2760-16,-13 10-2853 0</inkml:trace>
  <inkml:trace contextRef="#ctx0" brushRef="#br0" timeOffset="14401.012">18104 1508 7988 0,'0'0'6053'16,"0"0"-4209"-16,0 0-980 16,0 0 8-16,0 0 300 0,0 0 156 0,0 0-304 15,0 0-247-15,79-32-205 0,-42 17-172 0,7-5-184 16,-1 0-216-16,-2 1-132 15,2 1-52-15,-7-1-140 16,-1 3-284-16,6 4-197 0,-9-1-391 16,-4 6-968-16,0-2-3076 0</inkml:trace>
  <inkml:trace contextRef="#ctx0" brushRef="#br0" timeOffset="15162.444">19463 1283 8188 0,'0'0'2757'0,"0"0"-961"0,0 0-420 16,0 0 176-16,0 0-96 15,0 0-244-15,0 0-472 0,0 0-200 16,-88 91-48-16,73-39 8 0,2 8 84 16,5 3-24-16,1-5-123 0,3-8-209 0,4-12-152 0,0-13-76 15,0-8-100-15,4-10 88 0,0-5-60 0,11-4-36 16,1-9 36-16,5-11-40 0,-2-6-93 15,5-7-87 1,0-4-72-16,-5 1-4 0,2 4 88 0,-10 8 0 0,2 7 72 16,-5 6-24-16,-5 7-12 15,1 3-16-15,0 3-44 0,1 0 20 0,3 6 284 0,-1 10 232 16,1 3 64-16,5 3-136 0,-2 7-12 16,-3 3 36-16,5 2-52 15,-6 5 112-15,1 8 52 16,-4 1-28-16,-4 6 0 0,0 0 36 0,-4 3-24 15,-8 0 24-15,1 0-11 0,-6-3-17 0,1-3-20 16,-3-3-28-16,-2-7-8 16,2-9-16-16,-1-7-32 0,3-6 32 0,6-6-120 15,-6-7 0-15,2-3 60 0,-1 1 4 16,0-4-148-16,-4-7-144 0,1-9-168 0,-2-3-16 16,-3-9 64-16,5-4 8 15,-1-7 76-15,3 1-12 0,2-3 44 0,-2 6-32 16,10 1-28-16,-1 5 51 0,8 4-3 15,0 0-44 1,4 2-4-16,4 1-84 0,4 0-124 0,4-4-196 0,4 1-344 0,-1-5-1072 16,1 9-1088-16,8-14-2409 15</inkml:trace>
  <inkml:trace contextRef="#ctx0" brushRef="#br0" timeOffset="15434.423">20344 1209 11997 0,'0'0'4192'0,"0"0"-3040"0,0 0-28 15,0 0 44-15,0 0-348 0,-92 83-100 0,60-48-52 16,-1 9-267-16,7 4-97 16,1 3 8-16,5-1 4 0,9 1 36 0,-2-1-136 15,9-1-108-15,4-8-12 16,0-6-20-16,9-10-76 0,6-2 4 15,2-10 8-15,-2-4-4 0,5-4 36 0,3-5-44 16,5 0-112-16,0-12-80 0,4-9-108 0,0-5-256 16,-4-9-208-16,-8 3-305 15,1-3-655-15,-10 1-1348 0,-3 10-2741 16,-8 3-3031-16</inkml:trace>
  <inkml:trace contextRef="#ctx0" brushRef="#br0" timeOffset="15579.407">20144 1505 8688 0,'0'0'4761'0,"0"0"-3229"15,0 0-464-15,0 0 284 16,0 0-164-16,0 0-20 0,0 0-276 0,0 0-160 0,0 0-15 16,32 72-17-16,-4-65-264 0,4-7-240 15,3 0-196-15,1-7-152 0,5-8-232 16,-6-3-296-16,5-6-305 0,-1-4-551 16,-7 9-1568-16,9-13-5297 0</inkml:trace>
  <inkml:trace contextRef="#ctx0" brushRef="#br0" timeOffset="15829.144">20846 1108 14221 0,'0'0'2656'0,"0"0"-1936"15,0 76-140-15,0-34 628 0,3 15 404 0,5 6-311 16,1 10-537-16,-1 10-376 0,3 6-148 0,-3 3-196 15,1 6-44-15,-6-3-84 16,1-2-172-16,-4-11-92 0,4-9-244 16,-4-16-165-16,4-10 41 0,-4-12 20 0,4-9 84 15,-4-11-148-15,0-8-276 0,0-7-332 16,-4-7-396-16,-4-5-2097 16,-3-20-2135-16</inkml:trace>
  <inkml:trace contextRef="#ctx0" brushRef="#br0" timeOffset="16047.514">20857 1162 3724 0,'0'0'6084'15,"0"0"-4547"-15,0 0-433 0,80-29 868 16,-52 29-360-16,4 0-520 0,0 0-212 16,4 4-128-16,-5 8-172 0,-3 1-164 15,0 2-160-15,-3 2-48 0,-10 5-72 16,1 0 44-16,-8 7-68 15,-8 2-108-15,0 4 44 0,-16 6-48 0,-4 1-12 0,-8 3-148 16,-3 2-144-16,-10 0-40 0,1-2-156 16,-3-4-152-16,-1-3-176 0,8-9-328 15,0-4-816-15,12-6-2465 0,-4-2-4379 16</inkml:trace>
  <inkml:trace contextRef="#ctx0" brushRef="#br0" timeOffset="16261.673">21312 1924 15321 0,'0'0'2700'0,"0"0"-1736"0,0 78-316 16,3-45 232 0,-3 8 108-16,0 0-271 0,0 5-281 0,0-2-232 15,0-3-204-15,4 0-88 0,-4-3-252 0,0-2-265 16,0-5-151-16,0-9-48 15,4-3-164-15,1-9-384 0,3-7-1176 0,-4-3-2945 16,7-13-3803-16</inkml:trace>
  <inkml:trace contextRef="#ctx0" brushRef="#br0" timeOffset="17048.586">21946 965 11849 0,'0'0'3008'16,"0"0"-1940"-16,0 0-928 15,0 0 388-15,0 0 492 0,0 0-44 16,0 0-396-16,0 0-408 0,0 0-24 0,0 0 60 16,79-35 0-16,-51 19-124 15,0-3-76-15,-4 0-8 0,4 3-4 16,-5 4-56-16,-7 2-4 0,0 0-20 0,0 7 72 16,-8 3-88-16,1 3-44 0,-2 13 132 15,-7 10 12-15,0 9 0 0,0 12 0 0,-7 10-4 16,-6 7 8-16,-2 2 36 15,-2 4 20-15,-3-3 52 0,4 1-40 16,-4-10-12-16,5-3 52 0,2-10 132 0,5-14 160 16,1-6-76-16,7-9-224 15,0-6-104-15,0-6-84 0,0-4-100 16,0 0-20-16,11 0-116 0,2-11 16 0,6-1 108 16,-2-4-24-16,-2 0-28 0,-2 3-32 15,-2 4 32-15,-3 6 40 0,-4 3 208 0,4 6 48 16,-4 7 496-16,4 9-176 15,-4 6-76-15,0 4-108 0,1 7 36 16,-2-2-148-16,5 5-20 0,0 5 8 16,-1-2-52-16,2 3 4 0,-1 2 84 0,0-2 136 15,-5 3 36-15,-3 0-84 0,0-1-28 16,0 4-56-16,-7-4 8 0,-1 2-36 16,0-8 16-16,0 2-4 0,0-6-76 0,-4-5 37 15,4-6-45-15,-4-1-8 16,1-6-177-16,-2-2-143 0,-2-8-196 15,2 2 0-15,5-8 36 0,-3-4-4 16,-2-2 40-16,-6 0-116 0,-5 0-784 16,-8-2-1860-1,4-2-701-15,-32-9-1195 0</inkml:trace>
  <inkml:trace contextRef="#ctx0" brushRef="#br0" timeOffset="17974.085">4597 4109 8808 0,'0'0'6385'16,"0"0"-5545"-16,0 0-740 0,0 0 468 16,0 0 352-16,92 3 68 0,-60-1-312 0,3-2-172 15,-3 0-236-15,5 0 4 0,-5 0-168 0,0 0-104 16,-5 0-72-16,-3 0-64 16,0-2-168-16,-4-1-248 0,4 3-224 15,-8-4-648-15,0 4-1088 16,-4 0-2841-16</inkml:trace>
  <inkml:trace contextRef="#ctx0" brushRef="#br0" timeOffset="18162.248">4788 4528 2612 0,'0'0'8156'0,"0"0"-6023"0,0 0-1473 15,0 0-88-15,0 0 316 0,0 0 68 0,0 0 32 16,0 0-140-16,80 6-24 15,-52-6-184-15,4-3-308 0,0-4-332 16,0 4-240-16,3-4-204 0,1 2-160 0,9-2-696 16,-14 3-1492-16,25 2-4453 0</inkml:trace>
  <inkml:trace contextRef="#ctx0" brushRef="#br0" timeOffset="18782.577">6478 3682 836 0,'0'0'9212'0,"0"0"-7907"0,-44-79-1073 0,28 47 36 15,-3 1 360-15,2-4 420 0,2 6 244 0,-2 4-84 16,10 3-16-16,3 6-376 16,0-1-236-16,0 5-88 15,-1 3-60-15,5 3-40 0,0 0-28 0,0 6-156 16,0 0-208-16,0 0-12 0,0 0-108 15,0 8 108-15,0 9 12 0,-4 8 36 16,0 10 72-16,1 9-96 0,-5 10-12 0,-5 7-60 16,2 2-36-16,-1 1-28 0,-4-4 4 15,4-3 120-15,0-10 48 16,-4-5 12-16,8-7-60 0,0-9 0 0,4-4-96 16,0-7-28-16,0-8-108 0,4-1-184 15,0-6-76-15,0 0-40 0,4 0 52 0,4 0 392 16,4-3 88-16,-4 0 4 15,4 3 8-15,-4 0 76 0,0 0-84 16,0 6 8-16,-1 0 160 0,2 10 188 16,-1 0 8-16,0 7 40 0,-5 2-76 0,1 4-112 15,1 1-60-15,-1 9-112 0,0-1 72 16,-4 6-20-16,0 7 32 0,0 7-32 16,0 2-52-16,0 10 0 0,-4 0 28 0,0 2 240 15,-1-2 48-15,1 4-256 0,4-11-108 16,0-2-156-16,0-7 96 15,0-10-64-15,4-10-168 0,1-8-108 0,7-7-460 16,-5-9-24-16,1-7-624 0,5-3-552 16,-6 0-676-16,1-9-2165 0,9-10-2291 15</inkml:trace>
  <inkml:trace contextRef="#ctx0" brushRef="#br0" timeOffset="19679.312">7056 4235 7928 0,'0'0'5133'15,"0"0"-3885"-15,0 0 88 0,0 0-204 0,0 0-288 16,0 0-152-16,0 0-224 15,0 0-172-15,20-73-100 0,-5 41 12 16,-2 0-60-16,2 4-72 0,2 0-76 0,-6 2-4 16,6 6-72-16,-6 6-44 0,6 0-16 15,-6 9-48-15,1 1-100 16,0 4 28-16,4 0 68 0,0 9 188 0,3 7 36 16,2 7 152-16,-1 5 44 0,-1 7 64 15,2 7-160-15,-1 2-28 0,-5 1-108 0,2 2 0 16,-2 0-48-16,-2-2-60 15,-2-7 104-15,1-6-60 0,-3-7 60 16,-2-6-140-16,5-6 20 0,-5-3-96 0,2-8-100 0,3-2-360 16,-5 0-252-16,6-12-676 0,-5-1-1560 15,-1-18-4057-15</inkml:trace>
  <inkml:trace contextRef="#ctx0" brushRef="#br0" timeOffset="19886.966">7602 4010 11717 0,'0'0'1956'16,"0"0"-1436"-16,0 0 176 0,0 0 400 0,0 0 104 15,-92 88-292-15,68-58-280 0,4 4-148 0,-3 5-76 16,-2-2-72-16,5 4-124 16,-4 4-52-16,1-3-92 0,-1-1-64 15,0 0-24-15,3-5-148 0,6-6-48 0,-2-4-196 16,10-7-176-16,3-6-72 0,0-7-92 15,0-2-276-15,4-4-1060 0,0 0-2757 16,0-7-3943-16</inkml:trace>
  <inkml:trace contextRef="#ctx0" brushRef="#br0" timeOffset="20404.864">8199 3705 9624 0,'0'0'4045'0,"0"0"-3361"16,0 0-556-16,-15 70 316 0,11-35 600 0,4 6 280 15,0 10-208-15,0 6-376 0,4 3-176 16,-1 7-16-16,5 6-108 0,-4 3-172 0,0 3-148 16,-4-2-120-16,0 2-48 0,0-2 44 15,0-5 4-15,0-5-72 16,0-11-76-16,5-7-120 0,-5-14-24 0,4-10-100 15,-1-12-24-15,-3-7-296 16,0-6-436-16,0-6-780 0,0-4-1256 0,0-21-4661 16</inkml:trace>
  <inkml:trace contextRef="#ctx0" brushRef="#br0" timeOffset="20629.633">8107 3917 13565 0,'0'0'2364'0,"0"0"-1648"0,0 0-80 16,68-66 256-16,-40 44-116 0,0 6-196 15,4 6-164-15,-4 1 60 0,0 6-12 16,0 3-272-16,-4 3-192 0,0 10-84 0,-9 6 84 16,-3 6 0-16,-3 10-8 0,-9 7-52 15,-4 5 12-15,-9 4-220 0,-6 7-248 16,-1-2-304-16,-5 0-288 0,-3 2-680 15,13-17-1400-15,-13 13-3865 16</inkml:trace>
  <inkml:trace contextRef="#ctx0" brushRef="#br0" timeOffset="20913.89">8573 4457 10844 0,'0'0'2185'0,"0"0"-1129"16,0 0 268-16,0 0 20 0,0 0-272 15,0 0-308-15,88 7-308 0,-79-4-248 16,-1 0-96-16,-5 4-112 16,5 2-24-16,-8 3 24 0,0 4 48 0,0 6 64 15,-8 8-68-15,1 5-44 0,-6 2-76 16,2-2-8-16,-2 3 24 0,5-2 60 16,4-8 40-16,1-6-40 0,3-3-12 0,7-6 12 15,6 0 80-15,2-7 152 0,6 0 64 16,7-6 264-16,0 0-12 0,-1 0-280 0,4-9-180 15,-3-1 0-15,4 1-88 16,-4-4-172-16,-4 1-156 0,0-1-488 16,1 3-496-16,-10 0-916 15,5-5-4161-15</inkml:trace>
  <inkml:trace contextRef="#ctx0" brushRef="#br0" timeOffset="21582.719">9789 3571 6536 0,'0'0'2104'16,"0"0"-1108"-16,0 0-440 0,0 0 2269 0,0 0-857 16,0 0-556-16,0 0-392 0,0 0-288 0,0 0 180 15,0 0 252-15,47 83-272 0,-34-42-260 16,2 6-183-16,-2 7-97 0,-2 7-76 16,1 3-32-16,1 6-64 0,-2 3-60 15,-2 3-44-15,-1 7-76 0,-5-4-52 16,5 3-104-16,0-2 48 15,-3 3-48-15,-1-7-4 0,-1-7 28 16,1-2 24-16,0-10 0 0,-4-6-52 0,4-4-44 16,0-8 8-16,-4-7-85 0,4-7-155 15,-4-3-16-15,5-3-72 0,-5-6-320 16,0-7-548-16,0 1-1020 0,3-7-1864 16,-3 0-1825-16</inkml:trace>
  <inkml:trace contextRef="#ctx0" brushRef="#br0" timeOffset="24411.094">11582 3968 3980 0,'0'0'2244'16,"0"0"-1296"-16,0 0-612 0,0 0-88 15,0 0-40-15,0 0 232 0,0 0 832 0,0 0-680 16,0 0-384-1,0-22-132-15,0 22-12 0,0 0 104 0,0 0 117 16,0 0 63-16,0 0 64 0,0 0-40 0,0 0-16 16,0 0 40-16,0 0 52 0,0 0 48 15,0 0 12-15,0 0-4 0,0 0 0 16,0 0 12-16,0 0 4 0,0-4-24 0,0 4-12 16,0 0-36-16,0 0-40 15,0 0-88-15,0 0-60 0,0 0-64 0,0 0-48 16,0 0 12-16,0 0 0 15,0 0-28-15,0 0 4 0,0 0 0 16,0 0-28-16,0 0-20 0,0 0-4 0,0 0 0 0,0 0 28 16,0 0-4-16,0 0 28 15,0 0-52-15,0 0-24 16,0 0-52-16,0 0 0 0,0-2-8 0,0 2-8 0,0-6-52 16,0 0-120-16,0-1-28 15,0-5 48-15,8-2 0 16,0 3 28-16,0 0 32 0,0-2 40 0,3 4-4 0,-2 3-8 15,-1 3 24-15,3-1 40 0,2 1 8 16,-2 3 0-16,2 0 72 0,2 3 64 16,-3 4-124-16,4 2 72 0,1 7 16 15,-2 3-4-15,2 6-32 0,-6 3 44 0,5 8-60 16,-4 2-36-16,0 3-8 16,0 7-4-16,-4-4-4 0,0 1-8 15,-1-7 0-15,2-6-48 0,-5-4 12 16,4-9-4-16,-5-2-44 0,1-9-12 0,0-4-4 15,1-2-60-15,-1 2 0 0,0-4 0 16,0-4-440-16,3-4-364 0,6-12-132 16,-5-2-492-16,-1 3-1520 0,1-19-3729 15</inkml:trace>
  <inkml:trace contextRef="#ctx0" brushRef="#br0" timeOffset="24659.666">11992 3829 6596 0,'0'0'5253'0,"0"0"-4189"0,0 0-504 0,0 0 292 16,0 0 284-16,0 0-104 15,-72 83-184-15,57-53-180 16,-1 3-124-16,0 5-88 0,-8 3-100 0,4 3-24 0,-4 0-40 16,4 2-108-16,-8-2-52 15,4 1-132-15,0-8 0 0,0 2-96 0,1-4-64 16,3-10-48-16,3 0-120 0,2-6-152 15,7-6-112-15,-4 1-212 0,8-9-152 16,0 2-212-16,0-7-476 0,4 0-940 16,0-4-2513-16,0-15-531 0</inkml:trace>
  <inkml:trace contextRef="#ctx0" brushRef="#br0" timeOffset="25664.262">12147 3552 6136 0,'0'0'2260'16,"0"0"-1108"-16,0 0-144 0,0 0-51 0,0 0-33 15,0 0 8-15,0 0-296 0,0 0-180 16,0 0 0-16,0 0-4 0,0 0-24 0,0-3-12 16,0 3-116-16,0 0-36 15,0 0-40-15,0 0-24 0,0 0 60 0,9 0 36 0,-5 0 284 16,7 3-84-16,6 1-152 16,-2-1-112-16,5 1-36 15,5-2-48-15,-2 4-16 0,5-2-44 0,0-4-28 16,4 0 16-16,-1 0-4 0,-3 0-72 15,0-7-48-15,0 2-112 16,-4-6 0-16,-4 1-208 0,0 2-392 0,-4-3-404 16,-4 2-612-16,-8 4-2332 0,-4-2-4281 0</inkml:trace>
  <inkml:trace contextRef="#ctx0" brushRef="#br0" timeOffset="25897.873">12586 3314 11569 0,'0'0'2324'15,"0"0"-1248"-15,0 0-308 0,0 0 400 0,0 0 344 16,0 0-440-16,0 0-584 0,0 0-464 16,0 0 36-16,0 0-60 0,0 68 100 15,0-37-100-15,0 4-36 0,0-1-16 0,0 5-132 16,4-1 28-16,-4-1-64 15,0 2-308-15,0-4-288 0,0 0-300 0,4 0-880 16,-4-12-2853-16,4 5-3555 16</inkml:trace>
  <inkml:trace contextRef="#ctx0" brushRef="#br0" timeOffset="32485.539">13307 3505 6976 0,'0'0'6561'16,"0"0"-4813"-16,0 0-504 0,0 0 12 16,0 0 52-16,0 0-96 0,0 0-152 15,0 0-327-15,0 0-397 0,-12-3-128 16,12 15-148-16,4 11 184 0,4 8 8 0,0 11 64 15,0 12 44-15,4 5-224 0,-4 9-28 16,4 8 0-16,0 3-100 0,-1 10 4 0,-2 4 24 16,-1 2-36-16,3 3-84 0,-7-3-84 15,1-6 20-15,3-6-20 16,-4-11 60-16,0-11 36 0,-1-10 12 0,1-13-100 16,0-10-80-16,1-12-196 15,-1-9-292-15,0-4-97 0,-1-3-531 0,1-13-628 16,4-9-40-16,-8 3-2552 0,0-32-3349 0</inkml:trace>
  <inkml:trace contextRef="#ctx0" brushRef="#br0" timeOffset="32766.374">13287 3682 992 0,'0'0'10097'0,"0"0"-7981"16,0 0-732-16,40-72-300 0,-24 50-40 15,8-1-136-15,0 4-152 0,4 3-252 16,4 0-112-16,3 4-108 0,5 2-76 16,1 7-112-16,-2 3 4 0,1 3-88 0,-1 10 48 15,-2 5 76-15,-5 5-64 0,-9 8 112 16,-3 8-172-16,-8 2-8 0,-4 4 56 16,-8 5-60-16,0 1-120 15,-8 3 72-15,-8-2-40 0,0 2-120 0,-7-7-72 16,-1 0-112-16,-4-2-136 0,0-7-176 15,0-3-224-15,4-7-476 0,-4-2-632 16,8-10-909-16,-8 3-2823 0</inkml:trace>
  <inkml:trace contextRef="#ctx0" brushRef="#br0" timeOffset="32977.521">14033 4511 5108 0,'0'0'9229'0,"0"0"-7389"16,0 0-776-16,0 0-72 0,7 73 92 0,-7-44-204 15,0 0-284-15,4-1-316 16,-4 4-280-16,0 0 0 0,0 0-180 0,4-1-124 16,-4-5-76-16,4-1-244 15,0-6-496-15,4-7-788 0,-4-5-1072 0,4-7-2825 16</inkml:trace>
  <inkml:trace contextRef="#ctx0" brushRef="#br0" timeOffset="33536.837">14431 3771 7884 0,'0'0'5105'16,"0"0"-3413"-16,0 0-408 0,0 0-308 0,0 0 376 15,0 0-208-15,0 0-288 0,0 0-356 16,0 0-268-16,0 0-232 15,0 0 12-15,12-8-12 0,8 1 12 0,8 0-12 16,4 0 0-16,0 2-180 0,-5 2 56 16,5-1 64-1,0 4-12-15,-5 0 72 0,5 0-12 0,1 7-76 0,-6 2-104 16,-3 4 56-16,4 3 124 0,-8 5 12 16,0 9 48-16,0 4 12 0,-4 1 4 0,-8 7-56 15,4-1 64-15,-5 4-64 0,2-4 100 0,-5-3-104 16,0-6-4-16,3-4-84 15,-3-12-88-15,5-3-60 0,-1-3-96 0,-1-10-4 16,1 0-516-16,8-5-404 0,-4-7-664 16,1-1-2036-16,-2-21-4073 0</inkml:trace>
  <inkml:trace contextRef="#ctx0" brushRef="#br0" timeOffset="33746.382">15200 3619 7068 0,'0'0'4377'0,"0"0"-2685"0,0 0-624 0,0 0-56 16,0 0 448-16,-84 51-44 0,60-29-356 15,0 7-388-15,1-1-268 0,-5 5-148 16,0 1-48-16,0 1-12 0,-4 6-64 0,-4 1-132 16,4-1-12-16,-8 3-156 15,8-3-212-15,-4-3-120 0,1-2-176 16,7-4-260-16,0-4-424 0,7-6-940 0,2-9-2197 0,3 3-2875 15</inkml:trace>
  <inkml:trace contextRef="#ctx0" brushRef="#br0" timeOffset="34274.149">15889 3807 6884 0,'0'0'6313'0,"0"0"-4537"0,0 0-140 16,0 0-704-16,0 0 172 0,0 0 184 0,88-4-300 15,-56 2-308-15,-1-3-291 16,1 0-133-16,0-2-100 0,0 0-64 0,-4 1-92 15,-4 0-136-15,-1 0-68 0,-2 3-137 16,-5-1-387-16,-4 4-444 16,-5 0-760-16,-3 7-2632 0,-12 9-1725 0</inkml:trace>
  <inkml:trace contextRef="#ctx0" brushRef="#br0" timeOffset="34465">15936 4130 1160 0,'0'0'10157'0,"0"0"-8197"0,0 0-1004 16,0 0 368-16,0 0-80 0,0 0-16 16,80 4-488-16,-52-4-320 15,4 0-224-15,4-6-116 0,0-1-80 0,4 0-232 16,0-2-184-16,3-1-572 0,1 1-408 0,-8 0-568 16,16-8-2929-16</inkml:trace>
  <inkml:trace contextRef="#ctx0" brushRef="#br0" timeOffset="34911.742">16969 3492 4332 0,'0'0'8461'0,"0"0"-6657"15,0 0-568-15,7 73-20 0,-3-35 12 0,0 4-60 16,1 5-200-16,-1 7-284 16,4 3-272-16,-5 7-84 0,1-1 37 0,5 3-137 15,-9 5-8-15,4 2-124 16,-4 0-12-16,0-2-84 0,0-6-80 0,0-4-112 15,0-7-88-15,0-13-96 0,0-10-25 0,4-8-135 16,0-7-292-16,3-13-472 16,-3-3-844-16,5 0-1692 0,-9-17-2785 15</inkml:trace>
  <inkml:trace contextRef="#ctx0" brushRef="#br0" timeOffset="35170.759">16993 3517 3192 0,'0'0'7664'16,"0"0"-5187"-16,0 0-981 0,0 0-84 0,103-47 160 16,-75 41-488-16,4-1-348 0,0 7-296 15,-4 0-108-15,-4 3-52 0,0 7-172 16,-5 2-108-16,-2 4 0 0,-6 9-8 15,-7 4-40-15,-4 7-24 16,-4 5-148-16,-7 9-148 0,-13 5-192 0,-1 2-204 16,-6 3-384-16,3-2-564 0,-8-8-908 15,4-2-2217-15,8-13-3415 0</inkml:trace>
  <inkml:trace contextRef="#ctx0" brushRef="#br0" timeOffset="35478.004">17491 4171 6232 0,'0'0'2064'0,"0"0"2409"0,0 0-2581 15,0 0 112-15,91 0-120 16,-75 0-596-16,0 0-592 0,-4 0-452 0,-4 0-244 0,0 4 0 16,0-1-108-16,-4 1-64 15,-4 5 124-15,0 3 44 16,0 8-180-16,-4 2 0 0,-8 6-36 0,4 4 76 0,-4-3 144 15,4-2 100-15,4-4-96 0,1-4 0 0,3-6 52 16,0 0-44 0,0-4 112-16,7-2 72 0,5-1-48 0,4-3-40 15,4 0-24-15,8-3 28 16,0 0-16-16,7-9-48 0,2-1-48 16,-5 1-48-16,3-4-36 0,-7 4-196 0,4-2-416 15,-4 3-300-15,-5 2-292 16,-2-1-1256-16,3 0-4093 0</inkml:trace>
  <inkml:trace contextRef="#ctx0" brushRef="#br0" timeOffset="37412.29">19455 3317 6460 0,'0'0'2816'0,"0"0"149"0,0 0-1265 16,0 0-740-16,0 0 200 15,0 0-8-15,0 0-164 0,0 0-236 0,0 0-248 0,75-12-136 16,-54-1 0-16,3 0-52 0,-1-6-72 15,5 0-120 1,0-3-112-16,-4 3 24 0,4 1-36 0,-9-1-48 16,5 2-40-16,-3 4-8 0,-1 1 0 15,-1 2-52-15,-2-3 28 0,-2 4 8 16,-2-1 4-16,-2 4-64 0,-3 3-36 0,1 0 24 16,-9 0-12-16,4 3 36 15,-4 0 0-15,0 3-160 0,-4 6 296 16,-1 4 24-16,-3 6 108 0,-3 6-104 0,-6 5-4 15,2-2 0-15,-2 4-4 0,-2-1-80 16,3 1 20-16,-5 3 64 0,6 0 84 16,-2 0 40-16,2 6 48 0,-5-3 48 15,4 1 40-15,4-2-40 0,0-1 48 16,1-5-48-16,6-6-128 0,-3-6-92 0,8-3 0 16,0-3 0-16,0-7-72 0,0-3-36 0,0 0-16 15,0-3-144-15,4 0 120 16,0 4 36-16,-4-4 112 0,5 0 4 15,-1 0 0-15,-4 0 96 0,3 0-16 16,1 0-76-16,0 0-4 0,4 0 8 16,-4 3 36-16,0 4-48 0,4-2 184 15,0 5-16-15,0 0 40 0,-5 5-48 0,6-2-36 16,-5 6 8-16,4 0 88 0,-4 4 0 16,-1 2 192-16,1 3 89 15,5 2-153-15,-9 1-80 0,4 4-60 0,0 3-40 16,3 0 0-16,-3 3-24 0,1 1 4 0,-1-1-16 0,4-3-72 15,-4 0-48 1,3 0 72-16,2 1-24 0,-1-6 48 16,-1 2-32-16,5-2-68 0,-3-5 40 0,2 1 0 15,-3-4-36-15,5 0 36 0,-6-2-40 16,1 0 76-16,1-8-80 0,-5 1 56 16,-1-3-48-16,1-1 48 0,-4-5-56 15,0-1 4-15,0 0-8 0,-7-3-84 0,-6 1 0 16,-2 2 12-16,-6-6-144 0,-3 0-124 15,-4 0-156-15,-4-3-144 16,-3-7-89-16,-5-2-195 0,1-4-176 16,-2 0-624-16,13 6-2196 0,-12-5-3629 15</inkml:trace>
  <inkml:trace contextRef="#ctx0" brushRef="#br0" timeOffset="39201.701">19714 3692 1644 0,'0'0'952'0,"0"0"952"0,0 0 2828 0,0 0-3068 16,0 0-519-16,0 0-237 0,0 0 12 15,0 0 156-15,0 0 80 16,0 0-404-16,0 0-204 0,0 0-124 0,0 0-116 16,0 0-84-16,0 0-28 0,0 0-36 15,0 0-60-15,0 0-40 0,4 0 0 16,-1 3 100-16,1 4-60 0,5 0 144 16,-1-2 0-16,-4 2-168 0,3-1-68 0,2 1 48 15,-1-4-56-15,-1 0-60 16,-3-1 12-16,5 2 48 0,-1-1-4 15,-4 0-8-15,3-3 4 0,-3 0 0 0,0 0 4 16,1 0-56-16,-5 0 52 0,4 4-100 16,-4-4 20-16,0 0-48 15,0 0-72-15,0 0-112 0,0 0-72 0,0 0-192 16,0-4-224-16,0 4-220 0,4-3-320 0,-4 0-572 0,3-1-741 16,1-1-2491-16,-19 20 296 15</inkml:trace>
  <inkml:trace contextRef="#ctx0" brushRef="#br0" timeOffset="43297.824">2593 6724 2264 0,'0'0'2296'16,"0"0"1272"-16,0 0-1068 15,0 0-751-15,0 0-473 0,0 0-72 0,0 0 76 16,0 0-240-16,0 0-172 0,0 0-188 15,16-15-176-15,-16 15-52 0,0 0-8 16,0 0-68-16,0 0-84 0,4 0-36 0,-4 0-36 16,0 6 120-16,0 3-83 0,0 3-89 15,0 8-92-15,0-1-8 0,0 6-64 16,0 4 64-16,0 3-20 0,4 6-40 0,0 4 40 16,4 8 8-16,-3 4-56 0,2 7-4 15,-3-1-68-15,0 6 64 16,0-2 0-16,0 3-88 0,4-1 48 0,-4-3-12 15,0-2-112-15,0 3 76 16,0-7 83-16,4 0-23 0,-5 0-24 0,-3 0-40 16,5-6 4-16,-1 0 48 0,-4-1 0 15,4-4-28-15,-4-6 4 0,4-1 24 16,-4-1-12-16,4-7 0 0,0 2-40 16,-1-8 88-16,1 0-96 0,1-2-40 15,-1-2 28-15,-4-5 32 0,4 0 16 16,4-3-100-16,-8-4-20 0,3-2-16 0,-3-1-52 15,4-6-8-15,-4 3-40 0,0-3-120 0,5 0-228 16,-5 0-76 0,4-6-276-16,0-7-316 0,0-3-236 15,0 1-981-15,-1-22-2207 0</inkml:trace>
  <inkml:trace contextRef="#ctx0" brushRef="#br0" timeOffset="43893.986">3163 7092 5896 0,'0'0'248'0,"0"0"5221"15,0 0-3485-15,0 0-576 16,0 0-468-16,0 0 40 0,0 0-60 15,0 0-132-15,0 0-72 0,72 64-116 16,-44-35-136-16,0 3-100 0,0 5-20 0,-4 1-52 16,-1 4 36-16,5-1-147 0,-4 3-21 15,0 4-116-15,4 0-40 0,-5 0-8 16,5-4 0-16,-4 1-84 0,1-4 76 16,-1-3-72-16,-5-6-37 0,-3-1 37 0,0-6-76 15,0-1-312-15,0-6-52 0,-8-1-64 16,4-9-72-1,-1-1-128-15,-2-4-116 0,-1-3-288 0,0-3-472 0,-1-10-588 16,2 1-1629-16,-9-18-1907 0</inkml:trace>
  <inkml:trace contextRef="#ctx0" brushRef="#br0" timeOffset="44431.85">3924 6953 6048 0,'0'0'2260'0,"0"0"-1132"16,0 0-364-16,0 0 409 15,0 0 135-15,0 0-212 16,0 0-396-16,0 0-360 0,0 0-176 15,0 0-64-15,-4 0 40 0,4 0 64 0,0 0 8 0,-4 0-36 16,4 0 36-16,0 0 20 0,-4 3 4 16,4-3 0-16,0 3 100 0,-4-3 100 0,0 4 12 15,0-1-56 1,1 0-32-16,3 0 8 0,-5 0 36 0,5 0 52 16,-4 1-64-16,0-4-124 0,4 3-76 15,-4 0-56 1,0 0-64-16,1 3-60 0,-1 1-8 0,-5 2-4 15,1 7 0-15,-7 4-8 0,2 2 4 0,-6 6 4 0,3 4 72 16,-9 3 16-16,1 3 44 0,-3 3 4 16,-5 0 20-16,1 7-8 0,-6 0-76 15,-6 6 37-15,-2-1-45 0,-2 5-60 16,-1-1-4-16,-4 3 60 0,4-6-12 0,1 3-48 0,6-6-12 16,2-6-56-16,11-8 64 0,4-4 4 15,4-8-84-15,4-3 76 0,8-9-137 16,4-4-39-16,1-2 52 0,3-5-40 15,0-2-60-15,0 0 28 16,0 0-28-16,0 0 0 0,0 0 12 0,0 0-88 16,0 0-156-16,0 0-224 0,0 0-164 15,3-2-256-15,5-2-500 0,0-5-676 0,1 2-765 16,-2-12-2927-16</inkml:trace>
  <inkml:trace contextRef="#ctx0" brushRef="#br0" timeOffset="45649.349">4163 7706 4156 0,'0'0'1772'0,"0"0"1884"0,0 0-1591 0,0 0-581 16,0 0 92-16,0 0 164 16,0 0-400-16,0 0-300 15,0 0-404-15,0 0-192 0,36 41-4 0,-24-10 72 0,4 15-124 16,0 1-156-16,-4 10-28 0,-5 0-104 16,-2 3-27-16,-1 3-73 0,0 1-12 15,-4 0-85-15,0-1 33 0,-4-6-80 0,0-6 24 16,-1-9-64-16,1-8 100 0,4-9-76 15,0-8-168-15,0-8-220 0,0-2-288 0,0-7-308 16,0 0-900-16,0-7-2000 0,4-12-1101 16</inkml:trace>
  <inkml:trace contextRef="#ctx0" brushRef="#br0" timeOffset="45897.402">4311 7725 8776 0,'0'0'1888'16,"0"0"-563"-16,0 0-161 0,0 0-44 0,0 0-44 0,84-14-272 0,-69 14-164 15,1 4-68-15,0 3-140 0,-4-1-108 0,-4 2-104 16,0 9-84-16,-1 2 0 16,-7 3-36-16,0 10 0 0,-3 3-100 0,-9 3-64 15,-4 6-72-15,-4 1-232 0,0-1-228 0,0-2-184 16,1-1-88-16,-2-6-124 0,6-7-352 15,-2-5-576 1,6-7-969-16,2-9-2351 0</inkml:trace>
  <inkml:trace contextRef="#ctx0" brushRef="#br0" timeOffset="46093.692">4733 8086 4520 0,'0'0'940'16,"0"0"4569"-16,0 0-3673 0,0 0-208 16,0 0 136-16,12 83-152 0,-12-61-480 0,0 6-480 0,0 4-308 15,0 0-212-15,0-3-108 0,0 2-24 16,0 1-192-16,4-3-92 0,-4-1-168 16,3-5-228-16,1-7-172 15,1-4-304-15,-1-5-380 0,4-7-996 0,-4 0-1733 16,3-10-1247-16</inkml:trace>
  <inkml:trace contextRef="#ctx0" brushRef="#br0" timeOffset="46583.046">5207 6741 1108 0,'0'0'7412'0,"0"0"-4347"15,0 0-1273-15,0 0-384 0,0 0-100 16,0 0 28-16,0 0-296 0,0 0-252 0,0 0-248 16,0 0-64-16,11 22-36 0,-6-7 36 0,-1 4 84 15,0 7-75-15,0 3-169 16,4 3-88-16,-8 1-92 0,3 6-52 0,1 5-24 0,1 5 12 16,-5 1-72-1,4 10 48-15,-4 0-44 0,0 7-4 0,0 0-12 16,0 4-96-16,4-3 36 15,-4 3-112-15,0-2 40 0,0-2-12 0,0 0-16 16,4-7 88-16,-4 0 0 16,4-3 72-16,-1-3-148 0,-3-6-57 0,9-7-15 0,-5-5 0 15,0-5-36-15,4-6-96 16,-5-6-344-16,5-3-284 0,1-3-468 0,-5-7-680 16,3-6-728-16,-7 0-2257 0,4-6-1915 0</inkml:trace>
  <inkml:trace contextRef="#ctx0" brushRef="#br0" timeOffset="50296.897">6343 7204 5488 0,'0'0'1328'0,"0"0"-924"15,0 0 856-15,0 0 1505 0,0 0-969 0,0 0-512 0,0 0-288 16,0 0-60-16,-4 0 36 15,4 0-168 1,0 0-160-16,0 0-176 0,0 0-112 0,7 0-100 0,10 0 48 16,2 0 124-16,5 0 184 0,4 3-188 15,0 0-228-15,8 0-63 0,0 1 11 16,3-4 4-16,9 0-4 0,1 0-72 0,2 0 0 16,1-4-64-16,4-2-8 15,-5-1 0-15,1 1 0 16,-4 0-72-16,-4 3 12 0,-1 0-36 0,-2-1-48 15,-9 1-16-15,-1 3 3 0,-6 0-99 16,-6 0-96-16,-3 0-260 0,-8 0-228 0,0 0-368 16,-8 3-764-16,0 1-944 0,0 2-1553 15,-8 0-1451-15</inkml:trace>
  <inkml:trace contextRef="#ctx0" brushRef="#br0" timeOffset="50577.511">6430 7528 9020 0,'0'0'2865'16,"0"0"-809"-16,0 0-856 0,0 0 12 0,0 0 144 16,0 0-404-16,0 0-412 0,0 0-160 15,0 0 108-15,79 0 272 16,-42-4-240-16,-1 4-192 0,3-2-83 0,-3-2-25 15,4 4-64-15,-4-3-60 16,4 3-52-16,-8-4-44 0,3 4-96 0,-3-3-12 16,-4 3-12-16,4 0-40 0,-4-2-45 0,-4 2-123 15,-5 0-296-15,2-3-276 0,-10 3-280 16,2 0-680-16,-9 3-1048 16,0-1-2449-16,-4 8-2331 0</inkml:trace>
  <inkml:trace contextRef="#ctx0" brushRef="#br0" timeOffset="50890.819">6486 7810 6128 0,'0'0'5049'16,"0"0"-2845"-16,0 0-896 0,0 0-12 0,0 0 168 15,0 0-264-15,0 0-184 0,0 0-232 16,0 0-212-16,0 0-220 0,0 0-144 15,-8 9-60-15,24-4 217 0,8-3 227 16,-1 4-72-16,5-2-228 0,0 3-136 16,-4-5-60-16,4 2 0 0,4-1-48 15,-4-3-48-15,8 0 0 0,0 2-4 0,-1-2 0 16,2 0-44-16,-1-2 0 16,3-1-12-16,-3-3-24 0,0-1-12 0,-1 3 24 15,2-2-76-15,-5 4 4 0,-4-3-60 0,-5 5-28 16,-3-2-84-16,1 2-68 0,-10-4-105 15,1 4-143 1,-4 0-200-16,4 0-588 0,-8 4-1040 0,0-2-2452 0,-4 3-2313 16</inkml:trace>
  <inkml:trace contextRef="#ctx0" brushRef="#br0" timeOffset="52347.828">7800 6645 7312 0,'0'0'776'0,"0"0"3909"0,0 0-3097 16,0 0-276-16,0 0-80 0,0 0-64 0,0 0-72 0,0 0-192 15,0 0-220-15,0 0-196 0,-15 66-112 16,7-41-35 0,0 2-121-16,-4 7-100 0,4 1-36 0,0 6-20 15,0 8-16-15,-4 4-40 0,9 4 52 16,-6 7-52-16,5 9-8 0,0 3 4 0,0 3-8 0,0 7-40 15,1-4-92-15,-1 4-92 16,-1 0-52-16,1-3 71 16,0-4-67-16,0-6 128 0,4-3-84 0,-4-1 40 15,4-6-4-15,0-4-60 0,0-6-28 16,4-9-116-16,4-4 32 0,1-9-124 16,2-6-548-16,1-6-288 0,0-6-336 0,0-7-24 15,-4-3-404-15,0-3-585 0,8-3-1375 16</inkml:trace>
  <inkml:trace contextRef="#ctx0" brushRef="#br0" timeOffset="53644.222">8729 6922 4728 0,'0'0'2160'0,"0"0"-1004"0,0 0-272 16,0 0 1493-16,0 0-329 15,0 0-396-15,56 69-444 0,-36-43-308 0,4 2-120 16,4 4 60-16,-1 2-236 0,1 5-212 0,0 2-76 16,4 3-72-16,0 1-72 15,-4 3-100-15,0 2 16 0,0 1-88 16,0-2 0-16,-4 1-68 0,-5-3-16 0,-3-5-24 0,-4-2-16 16,4-4-12-16,-8-7-8 15,4-8-100-15,-4-1-40 0,0-8-120 16,0-5-164-16,1-7-308 0,2 0-284 15,1-7-464-15,0-12-640 0,0 4-2433 16,-1-20-2571-16</inkml:trace>
  <inkml:trace contextRef="#ctx0" brushRef="#br0" timeOffset="53902.009">9402 7010 7020 0,'0'0'1208'0,"0"0"1108"0,0 0-1207 16,0 0 31-16,0 0 136 0,0 0-128 0,-88 35-280 16,73-19-152-16,-5 3-168 0,0 7-128 0,0 2-136 15,-4 10-72-15,-8 3-88 16,0 7-52-16,-3 2-68 0,-5 8 48 16,-4 2-52-16,0 0-60 0,-4 1-76 15,1 2 28-15,-2-2-16 0,6-4 36 16,-1-6-124-16,8-7-24 0,4-6-60 0,8-9-64 15,5-7-16-15,6-6-116 0,5-6-288 0,8-8-316 16,0-2-832-16,0 0-1077 16,4-2-1695-16</inkml:trace>
  <inkml:trace contextRef="#ctx0" brushRef="#br0" timeOffset="54278.557">10040 6747 6472 0,'0'0'4116'0,"0"0"-2023"0,0 0-437 0,0 0-344 15,0 0 120 1,0 0-208-16,16 76-288 0,-12-47-336 0,0 3-108 0,-4 6-68 16,4 3-80-16,0 6-92 15,-4 4-20-15,0 10-60 0,0-1-75 0,0 10-25 16,0 0-72-16,-4 2-109 0,-4 5 97 16,4-5-196-16,-4 4 28 15,0-2 32-15,0-1 28 0,4-7-16 0,0-5-144 16,0-4 36-1,4-10-72-15,0-6 60 0,0-8-76 0,4-5-84 16,4-9-200-16,0-6-460 0,0-3-540 0,4-8-720 16,-8-2-2165-16,4-2-3751 0</inkml:trace>
  <inkml:trace contextRef="#ctx0" brushRef="#br0" timeOffset="55412.065">12100 7143 4680 0,'0'0'7365'0,"0"0"-5741"16,0 0-244-16,0 0-32 0,0 0-116 0,79-9-244 15,-55 9-384-15,4 7-236 16,0 8-60-16,-4 7-64 0,-3 7-12 15,-2 6 72-15,-7 6-108 0,-4 4-68 16,0-1-128-16,-8 1-48 0,0-8-36 0,0-2-40 31,0-6-8-31,0-6-64 0,0-4 72 0,0-10 16 0,0-3-52 16,0-6-60-16,0 0-148 0,0 0-96 0,0-3-116 31,8-6 232-31,4-7 340 0,0-7-188 0,8-12 84 0,-1-2 36 0,1-5-40 16,1-2 116-16,2 0 4 0,-3 5-4 15,0 5 100-15,0 4 64 0,-4 11 132 0,-4 7-24 16,-4 6 12-16,-4 2-176 0,0 4-20 16,0 4 84-16,0 5 220 0,0 7-72 15,-4 1-52-15,0 8-72 0,0 0-48 16,0 4-40-16,-4-4-108 0,0-6-44 0,0-3-52 16,4-4-40-16,0-9 0 0,0 1 124 0,0-4-36 15,0 0 40-15,4-7-128 16,8-2 132-16,8-7 0 15,0-6-112-15,3-3-120 0,1-1-44 0,0 7 32 16,1-1 76-16,-1 6 40 0,-1 3 32 0,-3 5 24 16,0 6 76-16,-4 0 320 15,-5 3-84-15,2 4 72 0,-1 5-40 16,-5 1 88-16,2-1-52 0,-5 5 28 0,0 1-28 0,-4 4-36 16,4 1-48-1,-4 2-64-15,0 4 64 0,-8 0-63 0,4-1-97 0,-5-2-60 16,5-8-217-16,1-1-15 15,-1-8-24-15,4-6-24 16,0-3-196-16,4 0-160 0,8-3-268 0,4-9-256 0,4-5-728 16,-5 2-2140-16,13-18-2561 0</inkml:trace>
  <inkml:trace contextRef="#ctx0" brushRef="#br0" timeOffset="55714.353">13347 7296 12345 0,'0'0'2176'15,"0"0"-1304"-15,-24 70 260 16,16-45 436-16,0-3-128 0,4-6-584 16,4-3-712-16,0-10-68 0,4 1-76 0,12-4 132 15,0-7-84-15,12-9-48 0,-4-3-96 16,8-10-392-16,-4-2-172 0,4-5 32 16,-4 2 36-16,-5 6 184 0,1-2 76 0,-8 8 120 15,-4 3 124-15,-8 4 88 16,-4 2 88-16,0 4 136 0,-8-4 84 0,-7 7 236 15,-6-5-212-15,1 6 40 0,-4 5-16 16,1 0 20-16,-1 9-180 0,0 7-48 16,-1 6 24-16,6 3-16 0,-1 1-156 0,3-1-12 15,6 0-168-15,3-2-64 0,4-1-368 16,4 1-288-16,0-4-300 0,0-1-764 16,4-5-2048-16,15-7-1945 0</inkml:trace>
  <inkml:trace contextRef="#ctx0" brushRef="#br0" timeOffset="56132.397">13897 7226 12973 0,'0'0'2432'0,"0"0"-1224"0,-83 82 260 16,50-43 104-16,-3 2-44 0,8-3-327 15,5-7-545-15,10-6-308 0,2-4-176 0,11-6-172 0,0-5-52 16,8-4-32-16,4 1-16 15,11-7-8-15,5-5 0 0,4-3-24 16,9-14-100-16,-6-4-156 0,5-5-133 16,-1-5-51-16,-3-5 0 0,5-3-52 15,-2-7-196-15,-3 0-128 0,3-3-104 16,-2-7-36-16,-5 2-108 0,-4-2 20 0,-5 1-100 16,-7-4 44-16,-4 7 843 15,-3 3 389-15,-9 7 529 0,0 8 343 0,0 11 124 0,0 8 212 16,-5 8 292-16,1 6-260 0,0 6-260 15,0 0-84 1,-3 0-196-16,-2 9-380 0,1 4-100 0,-3 6-76 0,3 6 28 16,-5 8 96-16,6 0 84 15,-1 9 88-15,-1 6-87 0,-2 3-101 16,-1 6-92-16,0 3-88 0,-8 7-72 0,4 0-60 16,0-4-184-16,0-2-193 15,4-10-159-15,4-4-124 0,4-12-148 0,4-7-276 16,0-9-352-16,12-6-540 0,-4-6-2153 0,12-7-2415 15</inkml:trace>
  <inkml:trace contextRef="#ctx0" brushRef="#br0" timeOffset="56405.574">14837 7169 10316 0,'0'0'7877'16,"0"0"-6781"-16,0 0-1088 0,-24 85-4 15,13-43 584-15,-2 9 732 0,5 9-179 0,1 7-509 16,-2 6-212-16,5 6 16 16,4 3-72-16,-4 7-260 0,-4 0-104 0,5 0-96 15,-10 4-48-15,5-11-76 0,1-6-8 16,3-9-76-16,0-19-44 0,4-10 80 0,4-16-96 15,4-10 0-15,-1-8-389 16,2-4-527-16,2-20-132 0,1-2-424 16,1-3-784-16,-2-26-3101 0</inkml:trace>
  <inkml:trace contextRef="#ctx0" brushRef="#br0" timeOffset="56630.271">15000 7235 12821 0,'0'0'2148'0,"0"0"-1692"0,0 0-220 16,0 0 280 0,0 0 372-16,0 0 44 0,88-6-424 0,-68 15-252 15,-4 5-96-15,4-2-32 0,-4 7-124 16,-4 1-8-16,-4-1 4 0,-4 6-12 0,-4 0-36 16,-4 3-88-16,-9 1-24 0,-10 3-40 15,-1-4-8-15,-4 1 60 16,-8-4-36-16,4-5-200 0,-7-5-464 0,-5-5-824 15,12-4-1124-15,-28-6-2805 0</inkml:trace>
  <inkml:trace contextRef="#ctx0" brushRef="#br0" timeOffset="57144.832">12115 6597 1228 0,'0'0'9132'16,"0"0"-6563"-16,0 0-1133 0,-79 80-184 0,51-48 40 16,4 6-164-16,0 6-188 0,5 7-168 15,-2 6-212-15,1 7-132 0,1 5-136 0,-1 10-12 16,4 7-72-16,4 6-64 0,-4 1-80 0,8 5-64 16,0-3-44-1,4 4-76-15,4-4 0 0,0-3-4 0,8-3-180 16,8-7-72-16,8-3-148 0,4-8-64 15,8-4-124-15,7-15-264 16,9-6-304-16,8-11-648 0,-12-13-1020 0,28-9-2641 0</inkml:trace>
  <inkml:trace contextRef="#ctx0" brushRef="#br0" timeOffset="57549.053">16256 6597 13597 0,'0'0'2224'0,"0"0"-1704"0,0 0-172 16,0 0 484-16,0 0 628 0,63 89 192 15,-59-60-620-15,0 3-315 16,4 9-85-16,-3 0-232 0,2 7-172 0,-3-1-60 0,0 4 0 16,4 0-56-1,-4 3 20-15,-4 0-132 0,0 0 0 0,0 0-8 16,-4 0-52-16,-12 0 12 0,4-4-48 15,-11 2-124-15,-2-1-204 0,-6-1-84 0,-5 1-60 16,-1-1 59-16,-6-1-99 0,-1-2-76 16,-4-6-232-16,5 0-276 15,-5-2-608-15,4-7-824 0,12-10-2473 0,-20 3-3227 16</inkml:trace>
  <inkml:trace contextRef="#ctx0" brushRef="#br0" timeOffset="65045.344">25488 2216 9804 0,'0'0'2537'0,"0"0"-1069"15,0 0-416-15,0 0 420 16,0 0 308-16,0 0-132 0,0 0-524 0,0 0-372 16,0 0-227-16,0 0-77 0,-5 82 84 15,10-28-144-15,-5 13-112 0,0 16-56 16,0 15-76-16,0 16-24 0,-9 13 0 0,-3 9-36 16,-4 4-84-16,0 0-8 0,-4-9-256 15,1-5 156 1,2-11-40-16,2-14-20 0,2-15 0 0,10-16 0 0,3-16 8 0,0-12-56 15,0-21-208 1,7-11-108-16,6-10-149 0,2-6-51 16,2-19-112-16,2-15-544 0,1-13-408 0,-3-13-1068 15,-6 11-2325-15,-3-43-3167 0</inkml:trace>
  <inkml:trace contextRef="#ctx0" brushRef="#br0" timeOffset="65291.545">25451 2410 9700 0,'0'0'1885'16,"0"0"-581"-16,0 0-16 0,80-77 400 0,-48 55-332 15,0 6-540-15,3 3-260 0,1 4-124 16,5 6-100-16,-2 3-136 0,1 6-184 16,-5 10 0-16,-7 3-12 0,-4 9 0 15,-7 4 4-15,-9 10-4 0,-8 5 0 0,-4 7-124 16,-13 7 64-16,-7 5-136 15,-8 1 72-15,1 0-36 0,-5-1 0 0,0-9 64 16,0-3 20-16,1-10-48 0,7-8-196 16,0-8-400-16,4-6-424 0,4-6-548 15,0-6-624-15,4-4-1981 0,-7-3-1675 16</inkml:trace>
  <inkml:trace contextRef="#ctx0" brushRef="#br0" timeOffset="65581.778">25937 3645 12405 0,'0'0'1708'15,"0"0"-1188"-15,0 0-40 0,0 0 588 16,4 76 132-16,-4-51-248 0,0 6-296 15,0 2-180-15,0 5-96 0,-4 0 12 0,4 6-88 16,-8 1-72-16,5-1-60 16,-5 1-172-16,-1-7-168 0,1 0-172 0,5-7-100 0,-1-6-220 15,0-8-152-15,4-7-292 16,4-10-508-16,7-7-968 0,-3-2-581 16,16-30-4059-16</inkml:trace>
  <inkml:trace contextRef="#ctx0" brushRef="#br0" timeOffset="66426.784">26957 1317 9036 0,'0'0'3277'0,"0"0"-1365"0,0 0-828 0,0 0-416 15,0 0 124-15,0 0-96 0,-92 64-240 0,57-32-108 16,-5 6-76-16,-4 13-40 15,-4 2-224-15,0 5-8 0,1 2-116 16,3-6 16-16,4-7-48 0,4-5 36 0,8-14-12 16,4-2-120-16,0-7-304 15,5-6-236-15,2-7-248 0,6-6-840 16,3 0-2777-16,-1-19-4175 0</inkml:trace>
  <inkml:trace contextRef="#ctx0" brushRef="#br0" timeOffset="66656.668">26420 1511 1472 0,'0'0'8576'16,"0"0"-6295"-16,0 0-1501 0,0 0-284 0,0 0 252 15,-68 83 136-15,48-49-116 0,3 5-112 16,-2 2-232-16,3 7-140 0,0-2-160 16,4 6-120-16,4-11-4 0,4-6 0 0,4-7 72 15,0-5-60-15,12-8-12 0,4-4-56 16,4-5 48-16,7-3-84 0,6-3-180 0,3-3-140 15,7-8-88-15,6-3-228 16,6-9-220-16,4-5-604 16,-14 8-1273-16,22-17-3467 0</inkml:trace>
  <inkml:trace contextRef="#ctx0" brushRef="#br0" timeOffset="67001.63">27475 965 8624 0,'0'0'3901'16,"0"0"-2029"-16,0 0-148 0,0 0-272 15,0 0-404-15,0 0-260 0,0 0-152 0,0 0 184 16,-8 86-104-16,8-42-251 16,0 7-117-16,0 10-32 0,0 5-316 0,0 7-4 0,-3 0-92 15,-6 6-184-15,5-6 76 0,0-3-237 16,0-9 113 0,4-11 232-16,0-8-60 0,4-15-76 0,4-4-148 0,-3-7-132 15,2-6-164-15,1-7-344 0,0-3-420 16,4-3-772-16,0-13-296 15,-4 0-2549-15,8-22-979 0</inkml:trace>
  <inkml:trace contextRef="#ctx0" brushRef="#br0" timeOffset="67220.652">27419 1139 8400 0,'0'0'1708'0,"0"0"-431"0,0 0-93 0,0 0 228 15,0 0-196-15,0 0-336 0,73-66-164 16,-50 66 40-16,-3 0-84 0,4 0-228 15,0 10-164-15,-4-1-132 16,-4 4-148-16,-1 2-24 0,-6 2-172 0,-5 4-24 16,0 2 20-16,-4 5-120 0,-13 1 72 0,-2 0-100 15,-5 2 4-15,-5-5-156 0,6-1-92 16,3-9-124-16,0-4-52 0,4-5-324 16,0-3-300-16,4-4-449 15,5 0-347-15,-1 0-532 0,-5-4-564 0</inkml:trace>
  <inkml:trace contextRef="#ctx0" brushRef="#br0" timeOffset="67448.425">27950 1402 8764 0,'0'0'2173'16,"0"0"-749"-16,0 0 376 0,0 0 140 15,0 0-440-15,0 0-500 0,0 0-384 0,0 0-272 16,0 0-344-16,0 0-156 0,11 5 156 16,5-3 112-16,0-2-100 0,0 4-12 15,0-4-12-15,4 0-248 0,-4 0-256 16,0 0-448-16,0 0-452 0,-4 0-908 16,4-4-2833-16</inkml:trace>
  <inkml:trace contextRef="#ctx0" brushRef="#br0" timeOffset="68146.81">28515 1244 364 0,'0'0'9520'0,"0"0"-7739"0,0 0-781 0,0 0 364 0,0 0 128 16,-87-12-500-16,66 18-244 15,6 0-104-15,-5 4-124 16,4 3-40-16,4 3 0 0,-4-4 20 0,8 4-96 0,4-3-48 0,-4 0-136 16,4-1-100-16,4 1-60 15,0-1-52-15,0 4-8 16,0 3-4-16,4-2 4 0,4 1-72 15,-4-1-88-15,4-2 28 0,4-2-40 0,-5-4-36 16,10 1-60-16,-2-4-136 0,6-6-48 16,-1 0-76-16,-1-3 20 0,9-6 136 15,-4-7-84-15,0 0 32 0,0-3 48 16,-4 0 240-16,0 3 60 0,-5 0 0 0,-2 0 76 16,-5 1 72-16,-1 1 92 0,-2-2 48 15,-1 4-40-15,-4 2 216 0,0 1-92 16,0 6-108-16,0-4 108 0,0 7-84 15,0-3-104-15,0 3-96 0,0 0-12 0,0 0 0 16,0 0 72-16,0 0 88 0,0 0-68 16,0 3-92-16,0 7 0 0,0-4 72 15,0 7 200-15,0 4-52 0,4 1-132 16,0 1-28-16,0 2-60 16,0 3 0-16,-1 1-60 0,1 0-4 0,1 4 64 0,-5-1-48 15,0 1 60-15,0 3-12 16,0 0 84-16,0 2-36 0,-9 4-44 15,2 1 4-15,-5 5 76 0,-4-4 28 16,0 2-28-16,0 0 28 16,0-3-16-16,-4-2 100 0,4-9-24 0,0 1 48 15,0-10 12-15,4 0-36 0,1-10-16 0,2-2-32 16,5-4 20-16,0-3 64 16,0 0-24-16,1-3-208 0,-5-7-72 0,-1-2-196 15,2-7-24-15,-1-6 36 0,4-7 0 0,0-6-72 16,4-4-52-1,0-9 36-15,0 4-232 0,12-4-16 0,-1 3-212 16,9 4-240-16,5 6-644 0,-10 10-904 0,17-14-2525 16</inkml:trace>
  <inkml:trace contextRef="#ctx0" brushRef="#br0" timeOffset="68435.119">28869 1244 9772 0,'0'0'1293'0,"0"0"-765"0,0 0 1544 15,0 0-112-15,0 0-768 16,0 0-432-16,88 10-132 0,-60-1-168 0,-4 4 56 16,0 0-28-16,1 3-240 0,-10-1-176 15,1 4-72-15,-8 0-160 0,-8 0-60 0,0 4 12 16,-4 3-24-16,-12-1-64 0,0 3 48 16,0 1-60-16,-4-4 0 15,8-6 96-15,1-6 80 0,2-4 132 0,5-2 100 16,4-7 100-16,0 0-28 0,0 0-72 15,0-7 244-15,9-2 0 0,2-7-320 0,5-9-24 16,0-4-108-16,4-3-40 0,0 1-112 16,4-1-260-16,-8 6-136 15,4 7-380-15,0 1-348 0,0 1-1036 16,-4 5-2369-16,0-4-1611 0</inkml:trace>
  <inkml:trace contextRef="#ctx0" brushRef="#br0" timeOffset="68729.929">29260 1337 9924 0,'0'0'1769'0,"0"0"-1245"16,0 0 856-16,0 0 780 0,-32 84-260 0,32-64-788 16,-4 0-572-16,4-8-256 0,4 1-124 0,4-1-136 15,5-5-20-15,2-4-8 16,1 0-116-16,0-3-332 0,4 0-64 16,0-9-40-16,0-1-28 0,0-3 52 0,-1-3-4 15,2-3 20-15,-5 3 264 0,-1-3 152 16,-7 0 100-16,1 0 200 0,-5 0 228 15,-4 0 12-15,0 3-104 0,0 1 236 16,-4 5-116-16,0 7 164 0,-1 0-180 16,1 3-180-16,0 3-124 0,1 6-132 0,-5 7 8 0,0 3 160 15,-4 3-28-15,0 4-144 16,-1 0-144-16,6-7-212 16,3-1-408-16,4-8 24 0,4-3 68 15,7-5-112-15,6-2-576 0,7-6-684 16,-5 0-2605-16,9-13-1943 0</inkml:trace>
  <inkml:trace contextRef="#ctx0" brushRef="#br0" timeOffset="69019.268">29651 1292 9864 0,'0'0'2473'0,"0"0"-1885"0,0 0 520 0,0 0 784 16,0 0-80-16,-16 77-272 16,12-62-352-16,4-3-312 0,-4 1-412 0,4-3-331 15,0-3-93-15,4-5-40 16,0 2-48-16,8-4-109 15,4 0-159-15,4-4-64 0,-1-5-92 0,9-3-140 0,-4-5-88 16,4 4 212-16,-4-2-44 0,-8 5 136 0,0 2 72 16,-4 1 252-16,-5 3 72 0,-2 4 204 15,-5 0 436-15,0 0 40 16,0 4-32-16,0 5-72 0,0 0-196 0,0 1-40 16,0 6-36-16,0-1 36 0,0 2 85 15,-5-2-157-15,5-2-268 16,0 0-72-16,0 0-124 0,0-4-157 0,0-2-95 15,9-4-172-15,-1 0-200 0,3-3-348 16,-2 0-1000-16,3-3-2752 0,4-10-4233 16</inkml:trace>
  <inkml:trace contextRef="#ctx0" brushRef="#br0" timeOffset="69257.202">30252 1292 9248 0,'0'0'4929'0,"0"0"-4033"0,0 0-52 0,13 77 968 16,-6-44 36-16,-3 6-492 0,4 3-456 16,-4 5-267-16,1 7-249 0,-2 3-152 15,-3 0-124-15,0 3-108 0,-3 1-60 0,-6-7 48 16,1-6-120-16,4-11-196 0,4-4-48 16,-4-11 12-16,4-7-25 0,0-5-11 0,0-10-112 15,0 0-112-15,4 0-148 16,-4-12-236-16,8-5-172 0,-4-8-136 0,0-3-212 15,4-7-488-15,-4 6-1117 16,0-25-2255-16</inkml:trace>
  <inkml:trace contextRef="#ctx0" brushRef="#br0" timeOffset="69409.932">30396 1276 11537 0,'0'0'2252'0,"0"0"-1276"0,0 0 320 15,0 0-32-15,95 0-472 0,-71 10-200 0,1 2-248 0,-2 4-88 16,1 3-8-16,-8 3-224 15,-4 0-24-15,-8 3-332 16,-4-1-24-16,-4 1-136 0,-16 3-128 0,-12 4-248 0,-8 3-828 16,8-10-2516-16,-39 13-3757 0</inkml:trace>
  <inkml:trace contextRef="#ctx0" brushRef="#br0" timeOffset="70049.6">26854 2882 7416 0,'0'0'2860'0,"0"0"-1095"16,0 0-677-16,0 0-120 0,0 0 56 0,0 0-180 15,0 0 120-15,0 0-96 0,0 0-76 16,0 0-40-16,43-63-92 0,-11 47 60 0,9-3 36 15,10-2-211-15,5 2-193 0,7-1-72 16,1 0 36-16,5 2-112 16,-2 2 0-16,1 3-80 0,-1 1-64 15,1 2 60-15,-5 3-36 0,-3 7-72 16,0 0 0-16,-4 0-4 0,-8 4-8 0,-8 9-24 0,-4-1-60 16,-9 10 84-16,-6 1 4 15,-6 5 68-15,-7 11 24 0,-8 2-84 16,-4 6 60-16,-11 7-20 0,-6 0-52 0,-3-3-108 15,-4-3-24-15,1-7-12 0,3-6-48 16,0-10-196-16,0-2-244 16,0-4-133-16,1-7-183 0,2-5-396 0,-3-1-832 15,5-6-944-15,6 0-1705 0,-6-9-803 16</inkml:trace>
  <inkml:trace contextRef="#ctx0" brushRef="#br0" timeOffset="70245.253">27531 3089 5228 0,'0'0'5028'16,"0"0"-2983"-16,0 0-1061 0,0 0-104 0,0 0 220 15,-16 76 168-15,21-47-232 32,2 3-72-32,1-1 20 0,8 1 40 0,-4-7 12 15,3-5-175-15,6 2 11 0,-1-9-156 0,4-5-116 0,3-1-32 16,10-7-220-16,-2 0-168 0,9-15-104 16,-4-8-76-16,8-6-228 0,-9-6-120 0,6-2-148 15,-6-5-32-15,6 2-28 0,-10 0-72 16,5 3-232-16,-4-1-737 0,-12 13-1499 15,0-7-4273-15</inkml:trace>
  <inkml:trace contextRef="#ctx0" brushRef="#br0" timeOffset="70824.346">28439 3835 11161 0,'0'0'2916'0,"0"0"-720"0,0 0-408 0,0 0-100 16,0 0-152-16,0 0-539 0,0 0-429 15,0 0-228-15,0 0-36 0,0 0 252 16,60 105 32-16,-28-51-212 0,4 6-148 0,0 3-48 15,4 4-108-15,-1 0-60 0,6-7-12 16,-2 0 0-16,1-8-84 0,-4-8-36 0,0-6-48 16,-1-9-36-1,2-7-148-15,-6-6-80 0,-3-6-76 0,4-8-168 16,-8-2-344-16,0-9-661 0,-4-13-1235 16,-9 3-3296-16,6-23-4725 0</inkml:trace>
  <inkml:trace contextRef="#ctx0" brushRef="#br0" timeOffset="71095.13">29432 3673 7200 0,'0'0'9241'16,"0"0"-8137"-16,0 0-868 0,0 0 332 16,-80 41 712-16,44-21-228 15,0 5-384-15,-12 10-364 0,1 3-95 0,-5 9-1 16,-8 8 44-16,-4 5-20 0,-3 3 32 15,-6 4 148-15,-6 3-96 0,-9 3-124 16,1 2-96-16,-5 2 88 0,4 0 152 0,0-5-132 16,9-2-84-16,3-6-108 0,16-7-12 15,5-6-48-15,11-10-72 0,8-8-96 0,12-12-148 16,12-9-80-16,9-8-212 16,3-4-397-16,11-7-799 0,6-9-1920 15,-6 4-1168-15,13-20-5069 0</inkml:trace>
  <inkml:trace contextRef="#ctx0" brushRef="#br1" timeOffset="85549.124">1191 5966 7340 0,'0'0'5409'0,"0"0"-4641"0,0 0-768 0,0 0 36 16,0 0-36-16,0 0 308 0,0 0 44 15,0 0 104-15,-9 15-140 16,6 1-52-16,-1 3 140 0,0 13 36 0,-4 4 40 0,4 4 32 15,-4 8-68-15,4-1-144 0,-4 7-176 16,4 1-124-16,0 2-8 16,0 0 0-16,0 4-104 0,0-1 100 0,0 6-40 15,0 1 40-15,4 6-80 16,0 6 92-16,0 7 12 0,0 6-8 0,0 6 184 16,8 4-176-16,4 0-4 0,0-4-4 15,-1-6-4-15,6-3 0 0,-1-7-100 0,-4-5-60 16,3-5 72-16,-2 1-208 0,-5 1 288 15,3 2 0-15,-2-3-44 16,-1 3 48-16,-5-3-4 0,5-3-104 0,1 1 100 16,-5-2-88-16,3-2-48 0,-3 2-104 15,0-2 80-15,0-3 20 16,1 5 24-16,-5-2 128 0,4 6-8 16,-4 1-292-16,0 1 48 0,0-1 36 0,-4-4 140 0,-1-4-164 15,5-6 140-15,-4-5 52 16,4-5 48-16,0-6-116 0,0-2 28 15,0-4 24-15,0-4-36 0,4-2 24 16,-4-3 68-16,5-1-4 0,-5-5 12 0,0-4 0 16,0 0 0-16,0-3 0 0,4-1 4 15,-1-1-4-15,-3 2-112 0,4-2 112 16,0 3 4-16,0-1 4 0,-4 3-4 16,4 0 0-16,0-3 60 0,1-4 12 0,-2 1 28 15,-3 0 72-15,0-7 12 0,0 0-36 16,0 1-12-16,4-3-16 15,-4-4-48-15,0 0 12 0,0 0 12 0,0 0-96 0,4 0-4 16,-4 0-124-16,0 0 48 16,4 0 36-16,-4 0 40 0,4 0 72 15,0 0-8-15,1 0 64 0,-2 2-80 0,5 1-36 16,0 4 52-16,4-4 36 16,4 4 76-16,4-2-76 0,-1-1 16 15,6 3-116-15,3-5 0 0,3 2-140 16,1-1 56-16,4-3 84 0,4 0 0 15,-4 0-4-15,11 0 4 0,-2-3-40 0,6-1 40 16,5 2 52-16,0-3 0 0,8 3-52 0,-1-2 0 16,5 2 4-1,4-4 68-15,3-1 20 0,5-3-80 0,0 1 104 0,0-4-116 16,7 1-40-16,-4-1 40 16,5 0-12-16,-4 0 8 0,4 4-44 0,4-1 48 15,-5 1 60-15,5 6-60 0,-5-4 0 16,9 4 0-16,-4 0 52 0,0 0-4 15,-1 0-48-15,5-1-12 0,-4 1-176 0,3 0 180 16,-3 0 0-16,3-4-68 0,1 5 28 16,-1-5 48-16,5 4 12 0,-5 0 0 15,6-1 88-15,-6 4-84 0,5 0-4 0,-5 0 152 16,1 0-164-16,-5 7-24 16,5-4 12-16,-1 4 4 0,1-5-56 15,0 5 20-15,0-1 36 16,-1-3 8-16,5 1-116 0,-1 2 116 15,-3-3 44-15,4 3 20 0,-4-2 36 0,-5 2-100 16,5-3 0-16,-5 0 0 0,-3 0 76 16,4 4-72-16,-2-4 108 0,-2 3 0 0,4-2-112 15,0-2 12-15,3 2 52 16,-3 2-56-16,3-6-4 0,2 3 0 0,-2-3-4 16,1 3-52-16,-4-3-60 0,-1 0 48 15,1 0 64-15,0 0-4 0,-1 0-72 16,1 0 76-16,0-3 108 0,3 0-100 15,1-3-8-15,-1 0 52 0,4 2 36 0,-3-2-4 16,0-1-20-16,-1 1-28 0,-3 3-32 16,4-3-4-16,0-1 76 0,-1 4 60 15,5-3-136-15,-5 3 0 0,5 0-12 0,4-4 4 16,-5 4-16 0,4-3 24-16,-2 2 12 0,-2-3-8 0,0 2-4 15,1-2-60-15,-1 0 56 0,2 1-8 16,-6-2 12-16,4 4 44 0,-3-3-44 0,3 4-4 15,-2 0 0-15,2 1 8 16,1 2-4-16,-5 0 48 0,1 0 4 16,-1 0-40-16,1 0-12 0,-1-4-104 0,2 1 96 15,-2 3 8-15,5-6-4 0,-1-1 0 0,0 2 0 16,2-6-68-16,2 5 68 0,-4-1-36 16,6-2 40-16,-10 3 60 15,4 3 28-15,-7-4-88 0,4 7-84 0,-5-3 84 0,-3 3 76 16,4 0-16-16,-1-3 192 15,1-1-92-15,0 4 0 0,3-6-152 16,-3 3 68-16,3-3-64 0,-3 3-12 0,0-4-52 16,3 1-60-16,-3 0 48 15,0-1 56-15,-1-2 8 0,-3 3 0 16,4-1 4-16,-4 1 0 0,-2 0 4 0,-2 1-4 16,0 3 108-16,-5 2 12 0,2 0 64 15,-1 0-4-15,-5 0-96 0,1-4-4 16,-5 4 4-16,5 0 36 0,0-2-16 15,-1-1 16-15,1 0-76 16,-4 3-48-16,3-4 0 0,-3 1-40 16,0-1 32-16,-1 4 4 0,2-3-4 0,-6 3 4 15,1 0 4-15,-5 0 48 0,1 0-48 16,0 0 4-16,-4-3-4 0,-1 1 4 16,1-2-8-1,4-3 8-15,-4 1-4 0,3 3 52 0,-3-2-44 0,4 0 40 16,0-1-48-16,-1 0-12 0,2 3 0 15,-6-4 0-15,5 4 0 0,-9-3 0 16,5 0 4-16,-4 2 0 0,0-5-68 0,0 2 76 0,0-2 0 16,-5-1 36-16,5-2-36 15,0 2-8-15,0-3-40 0,-5 4-64 16,5-3 100-16,-4-1-36 0,-4 0 0 16,0 1-24-16,-9-2 72 0,2 3 4 15,-9-3 72-15,-5 1-68 0,-3 1 100 16,-8 2 4-16,0 0 0 0,-8 1 60 0,0-1 24 15,0 1 36-15,-8-4-72 0,0-6-60 16,0-4-60-16,0-5-40 0,0-4-60 16,-8-2-40-16,4-1 100 0,-8 0-12 15,4-3 4-15,-4 0-52 0,-4-7-40 16,4 1 100-16,-4-4 0 0,5-6-48 16,-2-6 48-16,1-3-100 0,5-8-36 0,3-1 124 15,0-5-72-15,4-2-4 0,0 0-44 16,0-8-80-16,0 2 16 15,8 0-4-15,-4-1 28 0,3 3 60 0,1 1-84 0,1-1 72 16,-2 6 60-16,1 8-96 16,0-1 156-16,4 6-8 0,-8 4 12 15,4 0-8-15,1 3 4 0,-6-1-20 16,5 8 24-16,0-2 0 0,-4 9 4 0,0-2 156 16,0 7-160-16,0 3 4 15,0 3 52-15,0 0-52 0,0 7-4 0,-4 0 76 16,0 0 12-16,0 2-40 0,0 1 100 0,0-3 16 0,0 0-28 15,-4-5-136 1,4-1-64-16,0 2 60 0,0-3-48 16,0 4 52-16,4-1 12 0,-4 3 60 0,4 5-64 15,-4-2 44-15,0 2-52 0,0-2 84 16,0 4 64-16,-4-3-60 16,4 3-88-16,-4-3-4 0,0-3-84 0,4-8 16 0,0 1-140 15,0-9-20-15,0-3-104 16,0-6 24-16,8-2-284 0,-4-2 220 15,-4 6 224-15,0 2 152 0,0 4 116 16,-4 4 72-16,-4 6 72 0,-4 3-20 16,0 1 44-16,-3 3 0 0,-2 2 16 0,6 2-52 0,-6-2 12 15,2 4-28-15,-2 0-84 16,2 3-72-16,2 0-68 0,-2 3 64 16,2 3 64-16,2 1-64 0,3 3-8 0,-4 0-56 15,4 2 64-15,4 1 100 16,-4-1-164-16,3 2-8 15,-2 2 0-15,3-3-116 0,0 0 112 0,0 3-80 16,0 0 36-16,-1-4-28 0,-2 1-8 0,-1 3-76 16,0-4 48-16,0 4-24 0,-4-2 0 15,0 2 28-15,0 0 20 0,-3 0 80 16,-2 0-80-16,2 2 80 0,-2 2 0 16,-2 3-4-16,-1-4 4 0,-1 0-44 0,2 3 52 15,-5-3 48-15,0 1-36 16,-4 2 64-16,-4-6-76 0,-4 6-68 0,1-6 64 15,-10 2 4-15,2-2 64 16,-1 0-4-16,-8 0 28 0,4 5-88 0,-7-5-8 16,-1 0-8-16,-4 0-32 0,1 2-24 15,-5 2-16-15,0-1-12 0,0 0 28 16,-4 4 60-16,0-4-112 0,1 3 24 0,-5-2-36 16,0-2 60-16,1 1 72 15,-1 1-4-15,-4-4 8 0,1 3 48 16,-1-3-44-16,-4 3-4 0,4-3 12 0,-3 0 60 15,-1 3-72-15,5-3-12 16,-1 4-76-16,0-1 76 0,-4 0-48 0,5 3 52 16,-1-3-68-16,0 1 76 0,4-1 8 15,-3 0 56-15,0 0-4 0,-2-3-60 0,2 0 8 16,-1 0 4-16,1 0 140 0,-5 0-144 16,4-3 52-16,-4 0 4 15,0 0-64-15,5-4 8 0,-5 1-16 0,4 0-48 0,-4 2-68 16,1-2 52-16,-5 3 60 0,4-1-36 15,1 1-28-15,-5 1-60 16,0-2-72-16,-3-2-116 0,0 3 112 16,-1-1 24-16,-4 4-68 0,0-3 4 15,1 3 140-15,-5-3 56 16,5 3 56 0,-5 0 8-16,1 0 4 0,-1-3 88 0,4 3-88 0,-3 0 0 0,-2 0-12 0,2 0 0 15,-5 0 4-15,5 0 108 0,-4 0 4 0,3 0-104 16,1 3-8-16,-6 0-4 0,2 0-8 15,3 1-44-15,-3-1-12 0,0 3 52 16,2-2-48 0,-2-2-80-16,-1 1 128 0,1 4-152 0,-1-4 152 15,0 0 0-15,5 4 8 0,-1-4 8 0,1-3 0 0,3 3 108 16,0-3-104-16,1 3 180 16,-1 0-60-16,0-3-56 0,1 4-72 15,-1-1-96-15,-4 0-64 0,5-3 148 16,-1 3-164-16,0-3 48 15,1 3-112-15,3-3 16 0,-4 3-56 0,5-3 92 16,0 3 24-16,-1 1 112 0,0-4 0 0,0 3 52 16,-3 0 84-16,3-3-80 15,0 3 4-15,-4 0-8 0,6-3 76 16,-2 0-72-16,0 0 56 0,4 0-56 0,0 0-4 0,1 0 8 16,-1 0 76-1,4 0-84-15,5 0 0 0,-5 0-4 0,4 0 0 0,-4 0-8 16,1-3-152-16,3 0 152 15,-3 0-100-15,-1 0 96 0,0-1-96 0,1 4-4 16,-2-3 68-16,6 3-4 0,-5 0 40 16,1-3 8-16,3 0 4 15,1 0 56-15,2 0 32 0,-2 0 36 0,4-1 28 0,-6 1 0 16,2 0-44-16,3 0-100 0,-4 3 48 16,0-3 44-16,1 3-24 0,4 0-72 15,-2-3 56-15,2 3-56 16,3-4 116-16,1 1 108 0,3-3-28 0,-1 2-124 0,2-1-64 15,3-5 0-15,5 3 0 16,-5-2 0-16,4-2 0 16,0 3 36-16,4-2-48 0,-3 1-112 0,-1-1 60 15,-4 1 40-15,8-1-36 0,-4 3 48 16,1 1-76-16,-1-2 72 0,4 1 0 0,-4 0-8 16,0 1-40-16,5 3 40 0,-5-4-52 15,0 4 64-15,0-3-4 16,5 3 4-16,-5-4 64 0,4 4 48 15,-4-3-100-15,5 3-4 0,-1 0 68 0,0-4-64 16,-3 7 152-16,3-3-24 16,-1 0-52-16,1 3-84 0,-3 0 56 0,3-4 4 0,0 4 36 15,1 0-24-15,-1 0-68 16,0 0-4-16,4 0-8 0,0 0-104 16,1-2 96-16,-1 2 0 0,4 0-64 0,0 0 68 15,0 0-68-15,-4 0 72 16,5 0-8-16,2 0-28 0,-2 0 40 0,3 2 52 15,0 2 24-15,4-4 60 0,0 3-136 16,-3 0 0-16,7 0 0 16,0 1 12-16,0-1-12 0,4 0 92 0,0-3-36 15,0 3-52-15,4 0-4 0,0 0 64 16,5 0 8-16,-1-3 16 0,4 4 76 16,0-1 8-16,4-3-20 0,0 0-80 0,0 3-56 15,4-3-16-15,0 3-76 0,0-3 68 16,0 0-68-16,0 0 12 15,0 3 4-15,0-3 8 0,0 3 4 0,1-3 48 16,-6 4-8-16,5-1 4 0,-3 0 4 16,-6 3 40-16,6-2-40 0,-6 3-12 15,-2-2-48-15,-1 4 8 0,0-2 44 16,-5 5-68-16,-2-1-12 0,-1 1 28 0,-3 1-80 16,-6 0-24-16,5-1 160 0,5-2 4 15,-1 0 176-15,4-8 112 0,0 1-48 16,8 1-168-16,-4-4 40 0,0 0 52 15,4 0-76-15,0 0 8 16,-3-4-96-16,2 1 76 0,2 1-28 0,-1-2-44 16,-1 1 8-16,2 0-12 0,3 3-76 15,-4 0-84-15,4 0 48 0,-4 0 36 0,4 0-112 16,0 0 140-16,-4 0-4 16,8 0 52-16,-4 0 12 0,4 0 40 15,0 0-48-15,0 0 44 0,0 0-48 0,0 0-64 0,4 0 60 16,-3 0-4-16,2 0-48 0,1 0 56 0,4 3 4 15,-4-3-4 1,4 0-8-16,0 0-40 0,-4 0 36 16,4 0-48-16,0 0 8 0,-3 0 44 0,3 0-4 15,0 3 0-15,-4-3 12 0,0 0 8 16,4 0 68-16,0 0 24 0,-4 0 36 16,4 0-48-16,0 0-24 0,-5 0-56 15,5 0-8-15,0 0-8 0,0 0 0 16,0 0 8-16,0 0 12 0,0 0 48 15,-4 0 16-15,4 0-16 0,0 0-8 16,-4 0 8-16,4 0-48 0,-3 0 64 0,3 0 12 16,-4 0-16-16,0 0 16 15,0 0-76-15,4 0 40 16,-5 0-44-16,5 0-4 0,0-3-4 0,0 3-4 16,0 0-108-16,0 0-40 0,0 0-8 0,0 0 24 0,0-3 48 15,0 3 28-15,0 0 8 0,0 0 40 16,0 0 4-16,0 0-4 15,0 0-64-15,0 0-96 0,0 0-192 0,0 0-140 16,0 0 0-16,0 0 24 0,5 0 24 16,3 3-76-16,3 4-1640 15,-2-2-2253-15,-1-5-2783 0,-49-15 7200 0</inkml:trace>
  <inkml:trace contextRef="#ctx0" brushRef="#br2" timeOffset="105942.577">5008 11353 3696 0,'0'0'1628'0,"0"0"-520"0,0 0-552 15,0 0-216-15,0 0-56 16,0 0 108-16,0 0 88 0,0 0 1616 0,0 0-1003 16,0 0-477-16,0-12-284 0,0 12-64 0,0 0 40 15,0 0 48-15,0 0 52 16,0 0-16-16,0 0-88 0,0 0-12 15,0 0 48-15,0 0 88 0,0 0-52 0,0 0-8 0,0 0-8 16,0 3-60-16,0-3 8 16,0 0-72-16,0 3-48 15,4 3 8-15,-4 1 4 0,0 5-28 0,4 5-12 16,-4 5 0-16,0 4 0 0,0 5-36 16,0 4-16-16,-4 6-20 0,4 7 12 0,-9 3 20 15,5 6-44-15,1 7-4 0,-1 2 100 16,-4 4-100-16,4 2-24 0,0 2 4 15,-1-1 144-15,2-7-76 16,-1-5-44-16,4-4-4 0,0-7-68 0,0-6 8 16,0-2 0-16,0-7-4 15,0 0 4-15,4 0-8 0,-4-7 4 0,3-3 0 16,2-1 100-16,-5-9-108 0,4-2-8 16,-4 0-52-16,0-4 56 0,4-2-4 15,-4-4-4-15,0 0 8 0,0 0-8 0,0-3-48 16,0 0-52-16,0 0-8 0,0 0-88 15,0 0 36-15,0 0-12 0,0 0 12 0,0 0 0 16,0 0-280-16,0 0 168 16,0 0 60-16,0-3 4 0,0-7-288 15,0 1-464-15,0-7-348 0,0-6-452 16,-4-8-1049-16,4 12-455 0,0-20-948 0</inkml:trace>
  <inkml:trace contextRef="#ctx0" brushRef="#br2" timeOffset="106458.777">5398 11789 5804 0,'0'0'5177'16,"0"0"-4021"-16,0 0-672 0,0 0-60 15,0 0 620-15,0 0 180 0,0 0-140 0,0 0-372 16,0 0-280-16,0 0-168 0,0 0-32 16,36 27 16-16,-20-4 24 0,4 3 48 15,3 2-12-15,5 7-52 0,0 3-8 16,0 4-92-16,4 2-44 0,0 1-52 15,4 2-48-15,-4-2 0 0,-4-4-4 16,3 0-8-16,-3-9-84 0,-3-1-16 0,-1-5 52 16,-5-3-60-16,-3-4-40 0,0-7 76 15,-4-3-76-15,0-2-64 16,-3-7-216-16,-2 0-364 0,-3-3-12 0,4-8-72 0,-4-10-724 16,-4 5-1308-16,0-22-2529 15</inkml:trace>
  <inkml:trace contextRef="#ctx0" brushRef="#br2" timeOffset="106725.994">5952 11753 10196 0,'0'0'1445'16,"0"0"-845"-16,0 0-164 16,0 0 292-16,0 0 252 0,0 0-72 15,-83 67-16-15,63-44-152 0,-5 5-44 0,5 1-116 0,-3 5-256 16,-5 4-92-16,0 1-36 0,-4 6-96 15,0 2-28-15,1 0-72 0,-5 5-12 16,-1-5 4-16,5-3-88 0,0 2-100 0,4-6-76 16,1-3 12-16,7-4-60 15,0-8-28-15,5-2-36 16,2-8-28-16,5-8-12 16,8-1 8-16,0-6-252 0,0 0-356 0,0-3-232 15,13-7-76-15,-2-9-385 0,-3 4-2463 0,12-24-1340 0</inkml:trace>
  <inkml:trace contextRef="#ctx0" brushRef="#br2" timeOffset="107059.882">6386 11433 10736 0,'0'0'1853'15,"0"0"-933"-15,0 0-32 0,0 0 260 16,20 82 332-16,-20-50-388 0,0-1-352 16,4 2-224-16,-4 5-100 0,4 3-60 15,-4 6-88-15,0 5-72 0,0 2-112 16,0 9-72-16,0 0-8 0,0 5-4 16,0 1 0-16,-4 1-52 0,0 0 52 0,0-4 84 15,4 1-76-15,0-3-8 0,0-7 8 16,0-7 40-16,4-5 28 15,0-7-72-15,4-6 4 0,-3-7 0 0,2-6-8 16,-3-6-68-16,0-3 52 0,0-8-188 16,0 3-76-16,0-3-236 15,-4-2-184-15,5 0-148 0,2-7-552 0,-3-5-864 0,4 2-1785 16,-4-18-2635-16</inkml:trace>
  <inkml:trace contextRef="#ctx0" brushRef="#br2" timeOffset="107293.77">6825 12078 8036 0,'0'0'9437'16,"0"0"-8029"-16,0 0-1152 0,0 0 52 16,0 0 660-16,0 0 601 0,0 0-381 0,92 6-596 15,-69-6-288-15,5 0-112 0,0 0-120 16,4-3-72-16,-4-4-4 0,0-2-140 15,0 2-100-15,-4-2-176 0,-5 3-196 0,-6 0-136 16,2-1-269-16,-6 7-555 0,-5 0-780 16,-4 3-2096-1,-4 10-1805-15</inkml:trace>
  <inkml:trace contextRef="#ctx0" brushRef="#br2" timeOffset="107475.787">6868 12325 12137 0,'0'0'2684'15,"0"0"-1652"-15,0 0-816 0,0 0 224 0,0 0 444 16,0 0 612-16,0 0-124 16,0 0-456-16,0 0-199 0,76 35-209 15,-48-35-192-15,0-3-172 0,0-4-100 16,-4-2-44-16,0 0-112 0,4-1-92 0,-5-3-100 16,1 4-265-16,-4-1-431 0,5-2-540 15,-10 5-1516-15,1 1-4641 0</inkml:trace>
  <inkml:trace contextRef="#ctx0" brushRef="#br2" timeOffset="108161.119">8135 11404 9024 0,'0'0'2645'0,"0"0"-853"0,0 0-296 0,0 0-60 15,0 0-280-15,0 0-104 16,0 0-216-16,0 0-160 0,0 0-80 0,13 86-108 15,-9-45-148-15,0 11-48 0,-4 2-99 0,3 5-33 16,-3 5-88-16,0 6-48 0,0 0-24 16,0 2-72-1,-3 5 0-15,-1-7-76 0,-5 0-21 0,5-1-39 16,0-8 88-16,4-4 48 0,-4-6-28 16,4-4 16-16,0-9 36 15,0-3 40-15,0-10-52 16,0-2-52-16,0-4-8 0,0-10-64 15,0-5-72-15,0-1-124 0,0-3-108 0,4 0-164 16,0 0-372-16,5 0-328 0,-1-9-96 16,-1 2-2496-16,10-24-2173 0</inkml:trace>
  <inkml:trace contextRef="#ctx0" brushRef="#br2" timeOffset="108693.049">9374 11334 9048 0,'0'0'4045'0,"0"0"-2381"0,0 0-908 15,0 0 48-15,0 0 604 16,-51-69-372-16,38 62-348 0,-2 0-308 0,-5 7-112 15,1 0-220-15,-6 14-48 0,-6 2-64 0,-1 12-8 16,-4 4 72-16,-1 12 112 0,-2 8-40 16,-1 1 0-16,5 4-8 15,-2 4 104-15,10-1 64 0,-1-3 220 16,4-4 84-16,3-5-235 0,10-3-129 0,3-7-40 16,8-6-36-16,0-7-44 0,4-6-4 15,8 0 36-15,4-7 48 0,3 2 40 16,2-5 44-16,7-2 0 0,0-4-20 15,0-3 32-15,3 0-60 0,-3-3-60 16,-1-6-104-16,5-2-8 16,-4-1-56-16,-4-5-36 0,0 3-84 0,-3-3-268 15,-2 4-252-15,-3-6-213 0,-4 7-339 16,-8-4-824-16,0 3-1704 0,-4 4-1173 0,-4-1-1907 16</inkml:trace>
  <inkml:trace contextRef="#ctx0" brushRef="#br2" timeOffset="108987.069">9048 11797 6624 0,'0'0'4793'0,"0"0"-2721"16,0 0-624-16,0 0 0 0,0 0 80 16,0 0-380-16,0 0-240 0,0 0 116 15,0 0-268-15,79-2-331 0,-51 2-285 16,0-3-140-16,-4 0-84 0,4-1-60 0,-4 2-185 16,0-5-279-16,0 3-344 0,0-1-236 15,-4 2-296-15,-1-1-756 0,-6 1-580 16,-5-1 259-16,-5 4 485 0,-3 0 660 0,0 0 1040 15,0 0 376 1,-3 0 1052-16,-1 0 648 0,0 0-120 0,0 4 93 0,-1-1-229 16,1 4-376-16,0 4-212 15,4 6 116-15,0 2-52 0,-3 4 24 0,3-2-84 16,0 5-136-16,0-1-16 0,0-2-208 16,0-2-376-16,7 2-124 0,2-4-232 15,3-3-132-15,-1-1-408 16,6-4-260-16,2-9-428 0,-3 2-1212 0,8-10-3849 0</inkml:trace>
  <inkml:trace contextRef="#ctx0" brushRef="#br2" timeOffset="109308.911">10307 11262 15585 0,'0'0'2300'0,"0"0"-1904"16,0 0-260-16,0 0 272 0,0 0 412 0,0 0 560 0,-52 79-624 16,32-48-331-16,-3 5-73 0,-5 7-76 0,0 9-56 15,-8 2-52-15,-4 9-36 0,-4 7-84 0,-8 7 0 16,-8 7-48-16,-4 6-76 16,-7 8-68-16,-9 4 24 0,-3 0 60 0,-1-1-48 15,0 1-4-15,9-4 112 0,2-9 4 16,14-10 0-16,15-15 4 0,9-13-8 15,10-16-72-15,10-13-24 16,6-9-148-16,5-10-20 0,4-3-261 0,0 0-83 16,8-10-172-16,9-5-248 0,3-11-192 15,-1-9-1064-15,-2 4-2577 0,2-20-5775 16</inkml:trace>
  <inkml:trace contextRef="#ctx0" brushRef="#br2" timeOffset="109830.668">10139 12119 8612 0,'0'0'2649'0,"0"0"-661"0,0 0-1084 16,0 0-184-16,0 0 460 0,-4 76 272 16,4-41-252-16,0 3-400 0,0 6-336 15,0 4-72-15,0 8 44 0,4 2 76 0,0 2-96 0,0 8-127 16,-4-2-141-16,5 0-76 15,-5 2-72-15,0-5-120 16,4-9-52-16,-4-13 100 0,0-10 64 16,4-6-65-16,-4-11-51 15,3-1-92-15,-3-10-136 0,0-3-224 0,4 0-180 16,0-13-228-16,-4-6 136 16,4-9-496-16,-4-11-1304 0,0 8-2377 0,0-29-3119 0</inkml:trace>
  <inkml:trace contextRef="#ctx0" brushRef="#br2" timeOffset="110076.09">10111 12132 6960 0,'0'0'4817'0,"0"0"-3805"0,0 0-184 15,0 0 492-15,0 0-88 16,80-42-316-16,-59 36-236 0,-2 3-12 16,5 3-52-16,0 0-64 0,0 0-172 0,0 0-76 15,-4 6-132 1,0 7-88-16,-5-1-72 0,2 4 4 0,-9 3 104 15,-5 10-60-15,-3 3 0 0,0 3-60 0,-11 3-72 0,-9 0-60 16,-1 3-112 0,-2-6 24-16,-1 0 12 0,-4-7 0 0,4-5-76 15,4-4 16-15,0-4-200 16,4-2-260-16,4-7-240 0,5-1-600 0,-2-3-856 16,5-2-1921-16,4 0-2199 0</inkml:trace>
  <inkml:trace contextRef="#ctx0" brushRef="#br2" timeOffset="110649.144">10626 12602 5216 0,'0'0'444'0,"0"0"3736"0,0 0-2543 15,0 0-277-15,0 0-36 0,0 0-48 16,0 0-32-16,3 82-100 0,-3-60-292 0,0 4-336 16,0-1-112-16,0 1-84 0,0-1-88 15,0 3 24-15,-3-2-12 0,-1-1-48 16,0 0-76-16,0-3-120 0,-1-3-96 0,5-3-208 15,-4-2-124-15,4-8-220 0,0-4-204 16,0-2-384-16,0-2-892 16,4-4-976-16,5-11-2265 0</inkml:trace>
  <inkml:trace contextRef="#ctx0" brushRef="#br2" timeOffset="112826.274">10407 12728 3648 0,'0'0'1040'15,"0"0"-584"-15,0 0-388 16,0 0 8-16,0 0 1616 0,0 0 500 0,0 0-1168 0,0 0-560 16,0 0 105-16,0 0 251 15,0 0 344-15,24-9 8 0,-24 9-288 16,0 0-280-16,0 0-224 0,0 0-156 16,4 0-24-16,-4 0-40 0,0-4 4 15,3 4-28-15,1-3 40 0,0 0-52 0,0-3 24 0,0 3 12 16,1 0-60-16,2-4 12 15,1 4 24-15,0-3 12 0,-3 3-24 0,2-4-4 16,1 1 16-16,0 3 36 0,-4-3-36 16,1 2-12-16,-2 1-40 0,5 0 4 15,-8 0-40 1,4 3-40-16,0 0 0 0,-4-4-8 16,0 4-48-16,4 0-24 0,0 0 72 15,-4 0 68-15,4 0 104 0,4 4-24 0,-8 2 36 16,4 1-64-16,0 2 28 0,0 4 12 0,-4-1-40 15,4 4-8-15,-4-3-52 0,0 2-56 16,0 2 8-16,0-2 0 0,-4 2-12 16,4 2 0-16,-4 0-12 0,0-4-48 15,4 5 0-15,-4-5 52 0,0 1 4 0,0 0-40 16,0-3 44-16,-4-4 64 16,4 5-52-16,0-6 48 0,0-2-48 15,-3 1 0-15,7-1-12 0,-9 0-44 0,9 5-52 16,-8-5-40-16,4 0-12 0,0 1 0 0,1-1 28 0,-6 2 20 15,5 3 52 1,-4-2-36-16,1-2 76 0,3 2 8 0,-5-3-8 16,5-2 8-16,4 2 0 15,-4-3-40-15,4 1-8 0,0-1 40 16,-4-3-40-16,4 0-12 0,0 3-4 0,0-3 4 16,0 0 48-16,0 0 0 0,0 0 4 15,0 0 8-15,0 0 8 0,0 0 76 16,4 0-20-16,4 0 276 0,5 0-92 15,-2 0-68-15,6-3 4 0,-2-4-72 16,5 1-4-16,0-4-48 0,0 4-56 0,8 0 12 0,0-1-4 16,4 1 0-16,-1-1 48 0,1 5 0 15,0-5-56-15,-4 4-4 16,0 0 0-16,-4 3 4 0,-4-4 4 0,0 2 52 16,-5 2-60-16,-2-4-8 0,-9 4-40 15,3 0 40-15,-7 0 4 0,0 0 4 0,0 0 48 16,0 0 28-16,0 0 20 15,0 0 0-15,0 0-8 0,0 0-16 16,0 0-64-16,0 0-8 0,0 0-44 0,-4 0-128 0,-3 6-204 31,-1 1-188-31,-1-2-156 0,-2 6 16 0,-1-8-60 16,0 0-280-16,0 0-1004 0,0-3-2389 16,-4-3-2503-16,119-32 3548 0</inkml:trace>
  <inkml:trace contextRef="#ctx0" brushRef="#br2" timeOffset="113634.502">10502 12747 1332 0,'0'0'2804'0,"0"0"-1556"0,0 0 3176 16,0 0-2643-16,0 0-449 0,0 0-312 16,0 0-212-16,0 0-228 0,0 0-152 15,0 0-200-15,0 0-116 0,0 0 68 16,0-3 96-16,4 0 120 0,0 1-20 0,5-5-180 16,-2 3 64-16,1 1-24 0,0-3 0 15,4 2-4-15,-4 1 64 16,0-3 36-16,4 3-72 0,-4 0-52 15,0 0-24-15,3-1-64 0,-2 1-56 16,-5 0-16-16,3 0-40 0,6 0-8 0,-5 3-8 16,-1 0-40-16,1 0 48 0,1 0 0 15,-1 0 84-15,-1 3 28 0,1 3-4 0,-4 4 16 16,1-1-40-16,-1 4 28 0,-4-1-40 16,0 7 0-16,0-3-12 15,0 1-8-15,0-1-52 0,-4 3-12 0,-5-4-36 0,5 5-24 16,0-5 60-16,-3 1-36 0,-1 0-24 15,-5 3-4-15,6-2 4 0,-1-3 0 0,-5 5 20 16,2-2-44-16,3-2-52 16,-8-3 4-16,4 2-16 15,0-1 12-15,0-4 24 0,0 1 40 0,0-4 84 16,0 1-12-16,0-1-32 0,4-3 40 16,0 0-60-16,1 0 64 0,3-3 8 0,-1 0 4 0,5 3 64 15,0-3-28-15,0 0-48 16,0 0 0-16,0 0-8 0,0 0 8 15,0 0 4-15,0 0 96 0,0 0 8 0,0 0-96 16,0 0 0 0,9-3 0-16,-6-3 184 0,5 3-24 15,4-3 12-15,-4-1-112 0,4 4 4 0,0-4 8 16,0 4-36-16,0-3 8 0,4 3-56 16,-4 0 0-16,4 0-72 0,-1-1 60 0,2 4-72 15,-2 0-16-15,2-3-8 0,2 0-200 16,-6 3-144-16,2-3-260 15,1-1-204-15,-4 4-376 0,1-7-964 16,-6 5-2565-16,5-4-4019 16</inkml:trace>
  <inkml:trace contextRef="#ctx0" brushRef="#br2" timeOffset="114193.309">11538 11178 3100 0,'0'0'7636'0,"0"0"-5019"16,0 0-677-16,0 0-632 0,0 0-100 0,0 0-184 16,0 0-180-16,0 0-232 0,0 0-208 15,0 0-148-15,0 0-12 0,4 68 60 32,-4-31 73-32,0 11 35 0,0 3-132 0,0 4-76 0,0 4-20 0,0 5-16 15,0 6-12-15,0 3-20 0,0 0-16 16,0 2-120-16,0 2-120 0,0 3-4 0,0-4-8 0,0 0-72 15,4-3-64-15,-4-3-24 0,4-4-32 16,4-5-17-16,0-13 121 0,4-4 60 16,-4-13 16-16,4-5-28 0,0-8-108 15,-1-4-72-15,2-4-188 16,2-4-208-16,-2-6-584 0,2 0-740 16,-2-6-1800-16,6-18-2705 0</inkml:trace>
  <inkml:trace contextRef="#ctx0" brushRef="#br2" timeOffset="114432.565">12104 11816 10528 0,'0'0'6929'0,"0"0"-5301"0,0 0-988 16,0 0 8-16,0 0 20 0,0 0 52 15,80 0 261-15,-65 0-545 16,6 0-280-16,3 0-132 0,-1-2-24 0,1 2-192 16,-4-6-232-16,4-1-340 0,-4 1-209 15,0 0-319-15,-5 2-1016 0,-6 2-2132 16,-9 2-3593-16</inkml:trace>
  <inkml:trace contextRef="#ctx0" brushRef="#br2" timeOffset="114608.979">12199 12058 8188 0,'0'0'6785'0,"0"0"-5461"16,0 0-1112-16,0 0-204 0,0 0 228 0,0 0 636 15,0 0 940-15,0 0-636 16,80 20-544-16,-52-30-268 0,0 0-316 0,4-2-48 16,0-1-304-16,0-4-256 0,0 5-232 15,-4-1-324-15,4 5-776 0,-9 1-3088 0,5 0-6585 16</inkml:trace>
  <inkml:trace contextRef="#ctx0" brushRef="#br2" timeOffset="121034.26">14096 10455 8128 0,'0'0'4577'16,"0"0"-3189"-16,0 0-164 15,0 0 24-15,0 0 120 0,-35 82-76 16,35-53-336-16,0 4-296 0,0 0-164 16,3 9 53-16,1 6 71 0,0 6-308 15,0 2-164-15,0 12-136 0,-4-2-12 0,0 7-48 16,0-6-100-16,0 3-176 0,0-9-28 15,4-5-77-15,4-12-127 0,4-5-152 0,3-14-296 16,10-15-548-16,-1-10-1048 16,-4-3-2801-16,16-36 261 15</inkml:trace>
  <inkml:trace contextRef="#ctx0" brushRef="#br2" timeOffset="121322.38">14885 10496 2460 0,'0'0'9597'0,"0"0"-7653"0,0 0-216 0,0 0 96 16,0 0-96-16,0 0-492 0,0 0-748 15,0 0-488-15,-96 57-92 0,68-22 44 16,-4 9 44-16,0 11-72 0,1 5-80 0,-1 11-28 16,0 1-24-16,4 2 36 0,4-1 52 15,8-14 120-15,5-8 232 0,6-9 172 16,5-13-176-16,0-4-56 0,9-10 0 15,2-5 44-15,6-4 40 0,2-2-35 16,9-4-53-16,4-7-44 0,3-9-4 0,1-2-120 16,1-12-96-16,-5 5-172 15,-1-4-133-15,-11 1-243 0,0 3-296 16,-12 3-684-16,0 2-1448 0,-8 5-2285 16,-4-2-1943-16</inkml:trace>
  <inkml:trace contextRef="#ctx0" brushRef="#br2" timeOffset="121477.404">14658 10959 3332 0,'0'0'8701'0,"0"0"-6825"0,0 0-220 0,0 0-124 0,0 0-136 16,0 0-104-16,0 0-72 15,0 0-600-15,0 0-279 0,80 7-217 16,-61-7-124-16,5-2-44 0,0-5-56 0,4-3-117 16,-4 0-403-16,0 1-628 0,-4-1-560 15,-1 4-1128-15,-10 0-2001 0,-1 6-1387 16</inkml:trace>
  <inkml:trace contextRef="#ctx0" brushRef="#br2" timeOffset="121599.922">14885 10989 3768 0,'0'0'716'0,"0"0"2564"16,0 0-624-16,-36 76-1355 0,32-54-45 15,-4 6 40-15,4 1-32 0,-4-1-60 16,4 1-444-16,4 2-548 0,0-1-212 0,0-5-372 16,0-6-376-16,12-3-408 15,0-10 120-15,4-6-248 0,-4 0-1297 0,12-13-3527 0</inkml:trace>
  <inkml:trace contextRef="#ctx0" brushRef="#br2" timeOffset="121810.554">15487 10503 11161 0,'0'0'2216'15,"0"0"-1212"-15,0 0 368 0,0 0 196 16,0 0 12-16,0 0-440 0,-8 85-576 15,8-44-140-15,0 4 124 0,4 9 49 0,-4 7-441 16,4 1-156-16,-4 9-192 0,0 2-209 0,-8 0-427 16,3-4-88-16,-3-5-260 15,1-7-420-15,-5-9-564 0,7-13-1736 16,-14-4-3585-16</inkml:trace>
  <inkml:trace contextRef="#ctx0" brushRef="#br2" timeOffset="122226.232">13582 11944 80 0,'0'0'9308'0,"0"0"-4251"0,0 0-3469 32,0 0-620-32,0 0 0 0,0 0-104 0,0 0-140 0,0 0-200 15,0 0-276-15,0 0 276 0,0 0 436 0,88 9-315 16,-45-9-237-16,9 4-152 0,4-4-148 16,8 3-12-16,11-3-96 0,9 0-36 0,16-7 36 15,8-2 0-15,6-1 48 0,11-5-44 16,6 2 0-16,-4-3-4 0,-3 4 0 15,-4 2-4-15,-9 0-8 0,-11 7-108 16,-5 3-36-16,-7 0 12 0,-12 0 44 16,-9 0-44-16,-11 3 12 0,-8-3 8 15,-12 7 40-15,-12-4-84 0,-8-3 8 16,-9 3-57-16,-3-3-171 0,-4 0 20 0,0 3-92 16,-4-3-336-16,-7 7-728 15,-1-4-3000-15,-16 0-3753 16</inkml:trace>
  <inkml:trace contextRef="#ctx0" brushRef="#br2" timeOffset="122645.342">14128 12334 28 0,'0'0'11969'16,"0"0"-9977"-16,0 0-952 0,0 0-196 0,0 0 160 15,-4 68 172-15,-1-31-248 0,2 8-328 16,3 10-184-16,0 1-84 0,0 7-28 0,0 1 0 16,0 3-12-16,0 2-84 15,0 5-100-15,3-4-108 0,-3 6-196 0,0-3 76 16,0-3-280-16,5-4-164 0,-1-6-108 15,0-9-52-15,4-9-28 0,-1-17-304 0,2-9-648 16,3-16-552-16,-1-4-1801 0,6-33-2579 0</inkml:trace>
  <inkml:trace contextRef="#ctx0" brushRef="#br2" timeOffset="122893.763">14738 12462 756 0,'0'0'10285'16,"0"0"-8121"-16,0 0-500 0,-16 91-264 15,12-49-204-15,0 6-84 0,0 9-228 0,4 3-368 16,0 3-148-16,0 4 8 0,0 3 112 16,4 3-100-16,0 0-180 0,-4-3-208 15,0 3-8-15,-4-6-128 0,0-4-128 0,-5-9-104 16,5-3-144-16,-3-10-108 0,3-13-240 0,4-9-400 15,0-5-600-15,0-14-708 16,0-10-629-16,0-2-1759 0</inkml:trace>
  <inkml:trace contextRef="#ctx0" brushRef="#br2" timeOffset="123149.212">14733 12623 8084 0,'0'0'1788'0,"0"0"-343"0,0 0-21 0,88-54 68 16,-52 45-128 0,0 2-408-16,4 7-248 0,-4 0-100 0,3 7-176 0,-2 5-48 15,-5 5-104-15,-5 2-132 16,-3 3-72-16,-4 4-4 0,-5 2 52 16,-11 3-40-16,-4 7 4 0,0 0 32 0,-15 7-120 15,-5 0-100-15,-8 2-316 16,-4 1-200-16,-4-3-76 0,0-4-4 0,-3-3-200 15,3-10-188-15,4-3-500 0,4-9-1004 16,4-2-2237-16,4-11-1354 0,1-3 6179 0</inkml:trace>
  <inkml:trace contextRef="#ctx0" brushRef="#br2" timeOffset="123409.816">15208 13119 10356 0,'0'0'2173'0,"0"0"67"0,0 0-140 0,0 0-764 16,0 0-448 0,0 0-248-16,0 0-260 0,0 0-200 0,79 41-44 15,-79-25-40-15,0 3 4 0,-4 0-52 16,0 7-48-16,-4-1-12 0,1 0-48 0,-2 4 48 16,1-4 0-16,8-3-40 15,0-2-8-15,0-8-24 0,8 1-12 16,5-1 92-16,6-5 8 0,5-4 68 0,4-3 48 15,4-3-32-15,4-11-88 0,-1 0-136 0,-3-5-168 16,5-6-260-16,-5-1-384 0,-1-6-412 16,-11 10-1532-16,8-16-4133 0</inkml:trace>
  <inkml:trace contextRef="#ctx0" brushRef="#br2" timeOffset="123642.01">15801 12541 2844 0,'0'0'9129'0,"0"0"-7493"0,0 0-608 15,0 0 588-15,0 0-432 0,0 0 200 0,0 0-356 16,24 95-416-16,-20-50-148 0,0 2 72 16,-4 4 121-16,0 6-369 0,0 4-148 0,0 6-140 15,-4 2-84-15,0 7-100 0,0 1 4 16,-4 2-285-16,4-3-7 15,0-9-260-15,0-7-196 0,0-12-452 0,4-11-1228 0,0-14-3209 16</inkml:trace>
  <inkml:trace contextRef="#ctx0" brushRef="#br2" timeOffset="124177.941">16817 11950 1632 0,'0'0'10853'0,"0"0"-8273"16,0 0-968-16,0 0-172 0,0 0-124 0,88 10-128 15,-48-10-108-15,-1 0-375 16,9-3-365-16,1-7-204 0,-6 4-136 16,5-3-16-16,-4-1-128 0,-5 0-148 15,2 4-216-15,-9 0-221 0,-4 2-491 16,-5 1-1020-16,-11 3-3148 0,-4 3-5441 0</inkml:trace>
  <inkml:trace contextRef="#ctx0" brushRef="#br2" timeOffset="124358.991">17021 12157 7264 0,'0'0'6525'0,"0"0"-4505"15,0 0-1252-15,0 0-308 0,0 0 200 0,0 0 780 16,103 22-532-16,-60-22-564 16,10-3-284-16,-1-9-60 0,7-2-208 0,1-2-184 15,0 1-292-15,4-1-180 0,-17 6-984 0,17-5-4097 16</inkml:trace>
  <inkml:trace contextRef="#ctx0" brushRef="#br2" timeOffset="125926.374">18188 10388 888 0,'0'0'1380'0,"0"0"4440"16,0 0-4252-16,0 0 125 0,0 0-321 0,0 0-20 16,0 0-52-16,0 0-116 15,0 0-176-15,0 0-216 0,0 0-252 0,4 6-120 0,0 4-68 16,0 4 336-16,-4 0-44 15,4 12-264-15,0 3-188 0,-4 2-84 0,3 4 16 16,1 6 57 0,1 1 15-16,-1 9-28 0,-4 6-8 0,0 3-64 15,0 7-12-15,0 3-36 16,-9 0 0-16,2 0-48 0,3-4-8 0,0-6-88 16,-4-2 84-16,4-8-60 0,4-8 60 15,0-10-72-15,0-3-4 0,0-10-44 0,4-5 12 0,0 0-148 16,0-8-25-16,-4 1-35 15,4-4-96-15,-4-3-152 0,0 0-48 0,0 0-136 16,0-7 108-16,4-2-192 0,-4-10-200 16,3-7-748-16,1-5-720 15,-4 2-2221-15,0-19-2578 0</inkml:trace>
  <inkml:trace contextRef="#ctx0" brushRef="#br2" timeOffset="126232.502">18224 10394 2916 0,'0'0'5588'16,"0"0"-3684"-16,0 0-631 0,0 0-401 0,0 0 380 16,0 0-36-16,0 0-260 0,0 0-164 0,96-41-244 0,-68 41-140 15,-4 0-36-15,-1 4-28 0,-3 2 0 16,0 3-36-16,0 4-72 15,-8 1-28-15,0-2-36 0,-5 3-100 0,-3 2-12 16,1-2 4-16,-5 1-52 0,-5 3 48 0,-2-3 0 16,-5 3-60-1,-4 0 0-15,-4 0-172 0,-4-3 4 0,4-4-92 16,-4-2-32-16,1-1-68 0,-1-2-268 0,-1-3-52 16,1-4-240-16,1 0-64 0,3 0-48 15,0-4-816-15,4-5-865 16,4 2-2803-16,4-9 2200 0</inkml:trace>
  <inkml:trace contextRef="#ctx0" brushRef="#br2" timeOffset="126692.547">18838 9982 1368 0,'0'0'9152'0,"0"0"-7723"0,0 0-9 0,0 0 140 15,0 0-176-15,0 0-176 16,51 80-404-16,-43-55-200 0,0 6-208 16,-8 8-4-16,0-2-64 0,0 8-108 0,-8-1-220 15,4-2 0-15,-4-8-120 16,0-5-88-16,4-10 24 0,4-6-12 0,0-7-64 0,0-6-256 15,0 0-36-15,0 0 32 0,8-6 84 16,4-3 340 0,0-10 92-16,7-4-88 0,2-2-36 15,-1-4 124-15,-1-3-96 0,2 4 96 0,-1-1 4 16,-1 2 8-16,1 0 120 0,-3 5-56 16,-6 3 104-16,-3 6 20 0,0 7 92 15,-3 3 20-15,-1 3-72 0,-4 0-64 0,0 0 12 16,3 6 40-16,1 4 256 0,0 5-116 15,-4 4-20-15,4 4-184 16,-4 2-88-16,0 4-8 0,0-1-64 0,0 1-72 0,0 0-36 16,0 2-100-16,0-5-248 15,0-1-476-15,0 0-32 0,0-5-296 16,0-7-1392-16,0 6-3529 0</inkml:trace>
  <inkml:trace contextRef="#ctx0" brushRef="#br2" timeOffset="127441.4">19499 10668 2268 0,'0'0'9721'0,"0"0"-7561"0,0 0-508 0,20 73-176 16,-12-48-212-16,-5 1-24 16,-3 0-188-16,0-5-396 15,0 5-267-15,0-8-121 0,0 5-136 0,0-7-132 16,-3-4 0-16,3-5-108 0,-4-1 0 16,4-6-52-16,0 0-169 0,0 0-183 15,7-6-156-15,6-7 336 0,2-6 272 16,6-7-24-16,3-6-4 0,-1-1-144 0,1-3 96 0,0 1 64 15,0 6 24-15,-4 4 40 16,0 8 8-16,-5 6 44 0,2 4 116 0,-10 4-52 16,1 3 40-1,1 0 96-15,-5 10 244 0,-4 1-12 0,0 6-136 16,0 5-120-16,-4 0-88 0,-5 5 4 16,1-2 21-16,1 0-33 0,-1-7-28 0,4-1-84 15,-1-8-8-15,1-2-4 0,4-1-4 16,0-6-56-16,0 0-12 15,0 0-40-15,9 0-33 0,7-6 145 0,0-8 65 0,11-1-65 16,1-3-69-16,4-6-79 16,0-1 88-16,-1 6 12 0,2 3 0 15,-6 0 36-15,1 10-48 0,-4 0 60 0,-3 3 56 16,-6 3 52-16,2 0 52 0,-2 0-15 16,-2 3 15-16,2 3 68 0,-2 7-8 15,-2-1-4-15,1 4 4 0,-4 3 56 16,0 8 112-16,-8 4 36 15,0 4-136-15,-4 6-120 0,-5 0-108 0,-2 4-60 0,3-7-48 16,1-6-84-16,2-7-36 16,5-9-48-16,0 0-112 0,0-7-108 15,0-3-144-15,5 1-100 0,-2-4-341 16,5-3-1023-16,0 0-2324 0,-1-3-4069 16</inkml:trace>
  <inkml:trace contextRef="#ctx0" brushRef="#br2" timeOffset="128075.196">17929 11941 2212 0,'0'0'600'0,"0"0"3208"0,0 0-2104 16,0 0-344-16,0 0 73 0,0 0-21 0,0 0-72 16,0 0 112-16,0 0-168 0,0 0-228 15,0 0-104-15,20-13-152 0,-5 10-4 0,6 3 436 16,3 0-491-16,4 0-281 15,0-3-132-15,11 3 8 16,1-3 184-16,12-4-48 0,8 1-196 0,11 0-96 0,9-7-80 0,8 4-16 16,4-4-36-16,7-1-36 15,1 9-4-15,-1-4-8 0,0 5-4 16,2 4-164-16,2 0 80 0,-4 4 28 16,2 2 48-16,-6 0-48 0,1 3 52 15,-9 1-64-15,0-4 64 0,-7 1 0 0,-4-4-76 16,-8 0 72-16,-4-3-132 0,-8 0-60 15,-1 0-16-15,-7 0-8 0,-8-3-52 0,-1 0 16 16,-11 3-40-16,-4-3-20 16,-3-1-200-16,-6 4-97 15,-6-3-107-15,-5 3-264 0,-4-3-856 16,0 3-1020-16,-4 0-1909 0,-5 0-2839 0,-19 0 7420 16</inkml:trace>
  <inkml:trace contextRef="#ctx0" brushRef="#br2" timeOffset="128683.086">18698 12372 6704 0,'0'0'5029'0,"0"0"-3125"15,0 0-572-15,0 0-364 0,0 0-64 0,0 0 436 16,12 67-292-16,-12-22-252 0,4 10-196 0,0 3-40 16,-4 10 193-16,4 1-281 0,-4 1-168 15,0 1-132-15,0-2-172 0,0 1 0 16,-8 0-64-16,-1-3 52 0,2 3-72 15,-1-7 12-15,0 0-72 0,3-8-40 16,2-8-68-16,-1-9-89 0,4-9-99 0,0-13-20 16,0-7-140-16,4-9-160 15,-1-9-88-15,6-14-76 0,-5-9-988 0,4-12-912 16,-4 9-1977-16,-1-29-2571 0</inkml:trace>
  <inkml:trace contextRef="#ctx0" brushRef="#br2" timeOffset="128929.353">18670 12497 3400 0,'0'0'428'16,"0"0"1788"-16,0 0 616 0,0 0-1112 15,0 0-587-15,0 0 71 0,84-48-120 0,-64 48-124 16,-1 0-128-16,2 7-188 16,-1 2-148-16,-1 0-196 0,-2 4-52 0,-6 0-124 15,1-1-12-15,-8 8 36 0,0-5 0 0,-4 4-36 16,0 4-112-16,-4-1 0 0,-8 0-248 15,0 1 12-15,-4-5-96 16,1-2-192-16,-6 0-92 0,6-7-76 0,-5-2-264 0,3-4-288 16,2-3-604-16,-2 0-797 15,2-6-1927-15,7-4 524 16,-4-9 3869-16</inkml:trace>
  <inkml:trace contextRef="#ctx0" brushRef="#br2" timeOffset="129276.805">19255 12300 5076 0,'0'0'1692'16,"0"0"4773"-16,0 0-4325 0,0 0-560 0,0 0-560 0,25 86-180 16,-25-61-32-16,0 7-268 15,0-1-368-15,-4 1-172 0,4-6-4 0,-4 2-84 16,4-5-72-16,0-9-156 0,0-3-76 0,0-3 0 15,0-3-16 1,4-5-84-16,3-5 20 0,6-7 396 0,2-3-48 16,2-8-48-16,6-2-52 0,-3-4 12 15,4 4 64-15,0 3 60 0,-4 3 76 16,0 6 12-16,-1 3 128 0,-2 3 220 0,-6 5 76 16,2 2-164-16,-5 0-64 15,-1 2 40-15,6 5 108 0,-5 0-96 0,-1 6-112 16,1 0 0-16,-3 2-52 0,-1 1-72 0,-4 3-12 15,0 0-52 1,0 0-220-16,0 3-356 0,0-2-488 0,0-4-692 16,0-2-2929-16</inkml:trace>
  <inkml:trace contextRef="#ctx0" brushRef="#br2" timeOffset="129745.156">21080 11820 7460 0,'0'0'4273'16,"0"0"-2457"-16,0 0-308 0,0 0-36 15,0 0-4-15,0 0-296 0,0 0-36 16,97 13-304-16,-71-9-288 0,2-4-263 16,4 2-193-16,0-2-76 0,5 0-12 15,-5 0-72-15,-4 0-109 0,4-2-283 16,-9-2-312-16,1 1-352 0,-4 3-572 0,-8 0-2464 15,-5 0-3325-15</inkml:trace>
  <inkml:trace contextRef="#ctx0" brushRef="#br2" timeOffset="129927.263">21177 12128 860 0,'0'0'12421'0,"0"0"-9865"16,0 0-1476-16,0 0-396 0,0 0 180 0,0 0-40 15,99 25-160-15,-63-25-272 0,3-6-248 0,2-7-144 16,2-2-192 0,-3-4-380-16,0 0-276 0,0-4-364 15,-8 8-1112-15,7-5-3921 0</inkml:trace>
  <inkml:trace contextRef="#ctx0" brushRef="#br2" timeOffset="130475.677">21969 11550 8612 0,'0'0'4865'0,"0"0"-3937"0,0 0-272 0,0 0 352 16,12 73 204-16,-4-45 100 0,3 5-216 15,6 5-424-15,-6 0-236 0,2 3-140 0,-1 4-44 16,-5-1-128-16,-3 0-116 0,1 0-8 0,-5-2-40 15,0-6-60 1,0-5-92-16,0-9-76 0,0-9 12 0,0-3-76 0,4-8-216 16,0-2-228-16,0-2 136 15,7-8 396-15,2-9-4 0,6-10-88 16,1-2-212-16,4-11-204 0,1 1 100 0,-2 3 200 16,-3 0 200-16,0 5 248 0,-4 12 4 0,0 2 300 15,-4 5 228-15,-1 9 92 16,-2 2-108-16,-5 3-176 0,0 0-76 15,3 3-48-15,-3 6 148 0,1 6 220 0,-5 2-136 16,0 5-112-16,0 1-88 0,0-5-60 16,0-2-120-16,-5-3-64 15,5-4-60-15,0-6-28 0,0 1-44 16,5-4 20-16,3 0 76 0,3-9 36 0,6-4 12 16,2-3-8-16,5-6-4 15,4 3-8-15,-4-4-80 0,4 7 28 0,4 1 0 16,-4 2-4-16,0 3 60 0,-1 8-44 15,-3-3 40-15,0 5 8 0,-3 5 60 0,-2 4 100 16,-3 3 100-16,0 7 108 16,0 7-16-16,-4-1 124 0,4 7 108 15,-8-1-96-15,3 4-75 0,-6-3-73 16,-1 1-196-16,4-2-144 0,-4-6-108 0,3-3-148 16,2-5-96-16,-5-2-181 0,7-5-355 15,-3-1-288-15,5-6-552 0,-2 0-1468 0,1-3-4437 16</inkml:trace>
  <inkml:trace contextRef="#ctx0" brushRef="#br2" timeOffset="132459.847">23650 11925 11917 0,'0'0'2792'0,"0"0"-1168"16,0 0-328-16,0 0-356 0,0 0-68 0,0 0 12 15,0 0-264-15,92-10 72 0,-56 7-143 0,3 0-233 16,2 0-64-16,-2 0-8 0,-3 0-76 0,0-1-96 16,-4 1-72-16,0 0-12 15,-8 0-84-15,4-3-24 0,-8-1-136 16,-1 1-156-16,1 0-293 0,-8-1-219 16,-3 3-284-16,-2 2-916 0,-3-1-2636 0,-4 3-3305 15</inkml:trace>
  <inkml:trace contextRef="#ctx0" brushRef="#br2" timeOffset="132659.112">23746 12125 4576 0,'0'0'9453'0,"0"0"-7069"0,0 0-1188 0,0 0-292 15,0 0-192-15,0 0-112 0,0 0 60 0,99-6-112 16,-54-1-340-16,-2-2-208 0,-3 3-60 15,0-4-76-15,0 1-96 0,-8-1-132 0,-1 4-420 16,-10 0-232 0,-2 6-384-16,-6 0-796 0,-6 0-2153 15,-3 0-2347-15</inkml:trace>
  <inkml:trace contextRef="#ctx0" brushRef="#br2" timeOffset="132835.821">23734 12379 11617 0,'0'0'2608'0,"0"0"-1360"0,0 0-644 16,0 0-140-16,0 0 372 0,0 0 264 0,79 10-300 16,-38-13-224-16,6-7-108 15,2-6-224-15,2-5-184 16,-3-3-60-16,-1-1-304 0,1 0-224 16,-4-1-208-16,-4 1-384 0,0 0-524 0,-16 8-1176 15,8-8-3073-15</inkml:trace>
  <inkml:trace contextRef="#ctx0" brushRef="#br2" timeOffset="133136.136">24204 11430 7080 0,'0'0'2296'0,"0"0"425"15,0 0-1341-15,0 0-200 0,-20 73 132 0,16-39-36 16,-4 12-308-16,5 1-204 0,-1 7-372 0,0 6-160 31,-1 0-60-31,-3 7-88 0,-7 3-8 0,2 0-72 16,-6 6-4 0,-5 1-12-16,0 2-52 0,0-3-56 0,-4-6-152 0,5-1 52 0,-2-8-124 15,5-8-136-15,0-4-200 0,8-12-104 16,1-8-68-16,2-10-180 0,5-10-272 0,4-5-764 15,0-4-785-15,13-13-2083 0,-2 0 1021 16</inkml:trace>
  <inkml:trace contextRef="#ctx0" brushRef="#br2" timeOffset="133525.923">24822 12020 1632 0,'0'0'9897'16,"0"0"-7633"-16,0 0-872 0,0 0-60 15,0 0-200-15,-36 80-168 0,32-55-128 0,-4 7-200 16,4 0-220 0,0 2-84-16,0 5-104 0,0-1-20 0,4 1-84 15,0-9-64-15,0-2-60 0,8-4-72 0,4-9 56 16,0-2 16-16,8-10 40 0,3-3-40 15,5 0-12-15,8-16-52 0,1-6-8 16,2-9 0-16,1-8 0 0,4 1-40 16,-8-3-44-16,-4 6 32 0,-4-4-32 15,-5 8 32-15,-7-1 16 0,-4 1 52 16,-7 2 56-16,-5 4 64 0,0-2 32 0,-5 2-12 16,-11 3 28-16,0 3-4 15,-3 3-8-15,-2 4-100 0,-3 2-28 0,1 7-80 16,-5 3 24-16,0 3-100 0,0 7-132 15,0 2-140-15,-4 7-244 16,4 4-384-16,-3 2-724 0,3 0-1420 0,7-5-3649 16</inkml:trace>
  <inkml:trace contextRef="#ctx0" brushRef="#br2" timeOffset="134387.312">26240 11814 10104 0,'0'0'2165'0,"0"0"-265"0,0 0-664 0,0 0-164 15,84 12-288-15,-60 5-100 16,-8 2-104-16,-5 9-124 0,2 4-164 0,-9 6-44 15,-4 3-152-15,0 1-56 0,-8-4-40 16,4-4-60-16,-1-8-64 16,1-7-8-16,4-7-28 15,0-5-24-15,0-3-76 0,0-4-220 0,0 0-252 16,4-7-12 0,9-5 532-16,2-11 60 0,5-3-140 0,1-5-56 0,-2-4-120 15,1 2 180-15,1 2 48 0,-2 10 176 0,-3 4-48 16,0 11 60-16,-4-1 52 0,-8 7 136 0,4 0 492 15,-4 10 116-15,0-1-180 0,-1 7-116 16,-3-2-48-16,0 4-164 16,0-5 12-1,0-1-16-15,0-5-76 0,0-1-156 0,0-2-48 0,0-4 0 16,0 0 48-16,5 0-4 0,3-4 8 0,4-5 236 16,0-5-56-16,3-1-184 0,6-1-88 15,-6 0-36-15,5 0-12 0,-4 7-36 16,0-1-36-16,0 8 72 0,-4-2 136 0,0 4 12 15,4 4 272-15,-8 1 48 0,4 5 100 16,-4 3-40-16,0-1-48 16,0 1 0-16,-1 3 8 0,-2-1-8 15,-1-1-4-15,-4 2 24 0,4 3-60 0,-4-3-71 16,0 0-149-16,0-1-80 16,0-2-4-16,0 1-72 0,0-6-13 15,0 2 1-15,0-7-64 0,4 1-156 0,-4-2-144 16,4-2-288-16,0 0-120 15,-1 0-80-15,10-2-264 0,-2-9-796 0,6-1-956 0,2-1-1237 16,1-3 61-16,-4 1 289 0</inkml:trace>
  <inkml:trace contextRef="#ctx0" brushRef="#br2" timeOffset="134748.4">27049 12020 632 0,'0'0'1836'0,"0"0"-1012"0,0 0 1756 16,0 0 252-16,0 0-1152 16,0 0-351-16,0 0 383 0,0 0-252 15,0 0-328-15,40 38-128 0,-36-25-236 0,0-3-236 16,4-4-12-16,-4 4 20 0,-1-4-136 15,6 0-208-15,-5 0-76 0,8 1-56 0,-5-4-60 16,2 4-4-16,2-5 0 16,-3 5-76-16,5-4 16 0,-2 0-24 15,-3-3-16-15,5 0-20 0,-6 0 20 16,5 0 16-16,0-6 84 0,-4-7 4 16,9-3 92-16,-6-3-96 0,1-3-36 15,4 0-60-15,-4-1-4 0,0 1-36 0,-4 1 28 16,-4-2 8-16,0 4 28 0,-4 3 8 0,-8-3 56 15,0 6 8-15,-8 1 0 16,-4-1 0-16,0 3 0 0,0 7 4 16,-4 3 60-16,1 0 8 0,-1 3-64 15,3 10 0-15,2 0 92 0,-1 3-100 16,7 3-44-16,2-1-52 0,3 2-40 0,4-1-24 16,0 0 12-16,4-3-60 0,0-1-128 15,8 2-172-15,0-8-148 0,3 1-336 0,6-7-204 16,3-3 16-16,3 0 144 15,5-9-905-15,-4-1-3023 0,16-16 168 16</inkml:trace>
  <inkml:trace contextRef="#ctx0" brushRef="#br2" timeOffset="135159.446">27694 11830 6808 0,'0'0'5029'0,"0"0"-3201"0,0 0-752 0,0 0 424 15,-83 82 208-15,55-50-132 0,-4 0-196 0,8 0-163 16,0-3-285-16,13-4-304 15,-2-9-352-15,9-4-228 0,4-2-48 0,0-4-88 16,0-3 16-16,4 0 0 0,9-3-36 16,-2 0-48-16,9-3 72 15,0-9 8-15,4-7-20 0,0-10-96 0,4 0-184 16,0-2-24-16,0-8-49 16,4-2 37-16,-4-3 8 0,-1-5-84 0,5-7-84 15,-4-4-200-15,0-10-188 0,-4-3-96 0,-4 3 68 16,-5 3 324-16,-2 11 296 0,-5 11 368 15,-5 16 316-15,1 13 452 0,-4 7 280 16,0 6-68-16,0 3-180 0,0 0-64 16,0 0-112-16,0 6-236 15,0 7-268-15,0 6-120 0,-4 6 0 16,-3 10 68-16,-2 6 248 0,1 9 196 0,1 5-63 16,-5 6-193-16,0 2-76 0,0 3-72 15,-4 2-20-15,0-6-88 0,4-1-44 0,0-7 36 16,0-6-160-16,8-11-12 0,0-5-40 15,4-6-132-15,0-4-109 0,8-9-183 16,0 0-200-16,4-6-236 0,4-7-812 0,0 0-1128 16,-4 0-3397-16,11-11-1162 15</inkml:trace>
  <inkml:trace contextRef="#ctx0" brushRef="#br2" timeOffset="135473.162">28448 11795 1800 0,'0'0'5732'0,"0"0"-4784"16,0 0 476-16,0 0 1317 0,0 0-177 0,15 95-792 15,-11-44-396-15,-4 9-12 16,0 10-240-16,0 3-248 0,-4 6-199 0,4 1-165 0,0 3-176 15,0-1-192-15,0-3-140 16,0 1-4-16,0-7-116 0,0-7-100 0,0-11-52 16,0-5-108-16,0-12-96 0,4-6 35 15,5-7 73-15,-5-5-16 16,-1-11-8-16,1-6-140 0,-4-3-96 16,8-12-360-16,1-10-620 0,2-10-156 0,1-13-376 15,0-6-537-15,0-9-2315 0,-4 12 544 0</inkml:trace>
  <inkml:trace contextRef="#ctx0" brushRef="#br2" timeOffset="135691.855">28527 11906 6216 0,'0'0'5965'0,"0"0"-3693"0,0 0-1140 16,0 0-528-16,0 0 400 0,0 0-76 16,0 0-200-16,84-67-312 0,-60 61-168 15,8 3-152-15,-4-1 40 0,0 4-12 16,0 0-124-16,-5 4-60 0,-3 3 12 15,0-1-100-15,-12 2-48 0,0 6-284 16,-8 2-112-16,0-1 324 0,-16 4 216 0,-4 7 40 16,-8-1-272-16,-8 4-176 0,1-4 64 15,-10 1-144-15,6-4-304 16,-5-3-784-16,0-6-1228 0,8-4-3917 0,-20 1 3569 16</inkml:trace>
  <inkml:trace contextRef="#ctx0" brushRef="#br2" timeOffset="136691.594">26180 11366 3068 0,'0'0'4'0,"0"0"2356"15,0 0 1612-15,0 0-2307 0,0 0-225 16,-56 77-128-16,37-49-20 0,3 7-56 0,-5 3-128 16,-2 7-280-16,3 5-236 0,0 4-64 15,0 3-136-15,0 7-148 0,0 6-232 16,4 3-12-16,5 3-96 0,-2 3 8 0,9 0-56 15,1 1-88-15,3-4-52 16,11-7-84-16,13-4-28 0,4-12-60 0,8-8-140 0,8-10-264 16,8-13-524-16,7-9-492 15,5-10-1333-15,-16-3-5807 16,31-13 7969-16</inkml:trace>
  <inkml:trace contextRef="#ctx0" brushRef="#br2" timeOffset="137019.416">29993 11471 6796 0,'0'0'4501'0,"0"0"-1285"16,21 86-1424-16,-17-48-532 0,-1 6-64 0,-3 1-348 15,0 3-236-15,0-2-136 16,-3 2-268-16,-1 0-88 0,-9 0-56 0,5-1-20 16,-8 4-44-16,1-3-48 0,-6 3 40 0,-7-1-112 15,0 2-12-15,-3-5-124 0,-9 0-124 16,0 2-268-16,-12-5-248 0,5 0-232 0,-5-3-784 15,0-2-1084-15,-4-2-2369 0,16-11-847 16,-19 6 5181 0</inkml:trace>
  <inkml:trace contextRef="#ctx0" brushRef="#br2" timeOffset="139810.243">17470 14125 3996 0,'0'0'156'15,"0"0"5284"-15,0 0-3711 16,0 0-165-16,0 0-136 0,0 0-156 0,0 0-252 16,-75-54-308-16,51 54-280 0,-4 10-172 15,-4 6-76-15,-3 3-48 0,-1 9-136 0,-5 5-4 16,9-2-4-16,9 4-104 0,3-7 16 15,8-2-52-15,4-5 0 0,0 0-4 16,8-7-56-16,0 3 56 0,8-1-56 0,4-4-168 16,4 1 76-16,4 3 112 15,4 0 176-15,4-4-68 0,4 7-44 16,0-3 48-16,0-3 64 0,-4 2-36 16,0 2 36-16,-9-1 12 0,-3-1 64 0,0 5 0 15,-9-1 164-15,-2 3-28 16,-5 3-24-16,0 0-76 0,-8 5 36 0,0-5-12 0,-4 1 16 15,0-7-68-15,0 0-60 16,1-7-12-16,2-2-56 16,1-7-56-16,0-3-336 0,5 0-172 15,-6 0 44-15,1-10-220 0,1-3-396 0,-1-6-1180 16,-1-2-4565-16,5-2 2965 0,0-12 3873 16</inkml:trace>
  <inkml:trace contextRef="#ctx0" brushRef="#br2" timeOffset="139998.025">17770 14481 6020 0,'0'0'648'15,"0"0"3540"-15,0 0-2439 0,0 0 59 0,7 77-208 16,-7-52-224-16,0 3-384 0,-4 1-376 16,1-4-348-16,-1-3-268 0,4-2-112 0,-4-9-184 15,4 3-248-15,0-7-84 0,0-5-80 0,0-2-472 16,0 0-1160-16,0-6-3633 15</inkml:trace>
  <inkml:trace contextRef="#ctx0" brushRef="#br2" timeOffset="140142.424">17734 14281 2984 0,'0'0'1304'15,"0"0"3148"-15,0 0-2424 0,0 0-563 0,0 0-389 16,0 0-580-16,95-41-496 0,-74 37-180 0,2 4-124 15,1 0-436-15,4 0-544 0,-4 4-953 16,0 2-2543-16</inkml:trace>
  <inkml:trace contextRef="#ctx0" brushRef="#br2" timeOffset="140452.546">18052 14424 3032 0,'0'0'220'16,"0"0"2332"-16,0 0 388 0,0 85-1092 0,-4-59 53 0,1 3-269 15,-1-4-16-15,0 0-236 16,4-3-304-16,-4-6-456 0,4-3-424 0,0-4-196 15,0-6-248-15,0 1 4 0,8-4-28 16,3 0 136-16,2-9 72 0,6-4-132 0,-3-6-176 16,4 0-52-16,0-4-24 0,-4 2 112 15,0 4 116 1,0 1-16-16,0 7 60 0,-5 2 36 0,2 1 128 16,-2 2 12-16,2 4 176 0,-1 0 328 15,-5 4 12-15,6 2 92 0,-5 5-96 0,-1-3-56 16,1 9-112-16,1-2-72 0,-2 1-40 15,-3 0 52-15,4 3 144 16,-4-6 48-16,1 3-180 0,-5-3-212 16,4-1-84-16,-4-3-72 0,3 2-64 0,-3-6-132 15,0 2-480-15,0-5-344 0,4-2-160 16,-4 0-720-16,8 0-1864 0,-4 0-1973 16,4-9 1137-16</inkml:trace>
  <inkml:trace contextRef="#ctx0" brushRef="#br2" timeOffset="140627.243">18698 14433 6316 0,'0'0'156'16,"0"0"4633"-16,0 0-3429 15,0 0-312-15,0 0 508 0,0 0 52 0,0 0-588 16,0 0-416-16,0 0-244 0,4 79-128 16,-4-52 64-16,0-2-4 0,0-3-152 15,0-3-140-15,3-3-60 0,6-4-64 0,-5 1-160 16,0-4-392-16,4-2-536 15,4-4-424-15,0-3-1228 0,-1-3-3241 0,13-10-139 0</inkml:trace>
  <inkml:trace contextRef="#ctx0" brushRef="#br2" timeOffset="140942.296">19033 14595 3788 0,'0'0'7569'0,"0"0"-5761"0,0 0-804 0,0 0 384 15,0 0-84-15,0 0-100 0,0 0-116 16,87 41-368-16,-67-50-276 0,4-4-188 15,4-6-168-15,0-4-88 0,-4-2-96 16,4-4-76-16,-9 1-184 0,1 3-156 16,-3 6 116-16,-9 3 92 15,-1 7 104-15,-3-1 112 0,-4 7 88 0,0 0 284 16,-11 0-152-16,-2 3 80 0,-6 0-116 16,-5 0 56-16,3 6-152 0,-2 7-124 0,-1 2 52 15,0 11 36-15,4 5 36 0,0 8 160 16,4 1-12-16,1 6-16 0,2-5-32 0,5-3-92 15,8-6 0-15,0-10 52 16,8-3-52-16,8-6 92 0,4-5 20 0,8-3-12 16,3-5-108-16,1-7-196 15,0-5-220-15,5-5-224 0,-1-2-76 16,-5 0-400-16,-3 4-1156 0,8-11-3593 16</inkml:trace>
  <inkml:trace contextRef="#ctx0" brushRef="#br2" timeOffset="141496.228">21009 14281 6672 0,'0'0'1260'0,"0"0"1821"0,0 0-1017 15,0 0-400-15,28 66-228 0,-17-24-148 16,-2 9-336-16,-1 9-200 0,-5 10-152 0,5 9-160 16,1 4-36-16,-1 3 56 15,3 0 88-15,-7 1-195 0,5-4-189 16,-2-3-164-16,1-4-84 0,-4-9-112 0,5-6-109 16,-5-17-95-16,3-6 72 15,-3-13-64-15,4-11-48 0,-4-9-284 16,1-5-212-16,2-5-92 0,1-19-96 0,0-10-968 0,-5 4-1161 15,6-26-3015-15</inkml:trace>
  <inkml:trace contextRef="#ctx0" brushRef="#br2" timeOffset="141726.991">21085 14414 1760 0,'0'0'8272'0,"0"0"-7135"16,0 0-789-16,0 0 396 0,0 0 712 0,92-35-216 0,-66 35-408 15,11 0-316-15,-5 7-92 16,0 2 40-16,0 7-80 0,-4 0-164 16,-5 6-96-16,-7 0-48 0,-4 7 4 0,-12 3-80 15,0 2 0-15,-8 5-52 16,-12 2-132-16,-3 0-228 0,-5 1-196 16,0-5-160-16,0-1-236 0,4-8-276 0,-1-3-596 15,6-6-1313-15,7-3-3463 16,4-6 5180-16</inkml:trace>
  <inkml:trace contextRef="#ctx0" brushRef="#br2" timeOffset="141892.099">21630 14865 7248 0,'0'0'5533'0,"0"0"-4309"0,0 0-528 15,4 64 224-15,-8-39 224 0,-4 0-200 0,1 1-400 0,-1-4-544 16,-1 0-88-16,1-6-132 0,5-7-104 0,-1 1-384 15,4-7-560-15,0-3-996 0,0-3-2441 16,0-7-2687-16,0-12 7144 16</inkml:trace>
  <inkml:trace contextRef="#ctx0" brushRef="#br2" timeOffset="142343.331">21981 14484 1656 0,'0'0'10645'0,"0"0"-8453"0,0 0-780 16,0 0 4-16,36 82-192 0,-32-53-120 16,0 3-212-16,-1-4-416 15,6-2-148-15,-9-3-180 0,4-2-148 0,0-7 0 0,0-2-96 16,0-3-76-16,-4-5-24 16,3-2-48-16,-3-2-132 0,4 0-64 0,0 0 96 0,1-6 56 15,-1 0 288-15,7-7 72 16,1-3-72-16,1-5-12 15,2-2-88-15,1-3 16 0,5 1 76 0,-6 0 4 16,2 3-60-16,-2 5 4 0,-2 4 60 16,-2 11-4-16,-7-2 4 0,0 4 232 15,0 13 408-15,-1-1-104 0,-3 7-180 0,0 4-212 16,0-1-60-16,0 1 16 0,0-5-100 16,0-5-4-16,0 1-108 0,5-9-8 15,-1-5 8-15,4 0 104 0,0 0 8 0,8-2 0 16,-4-8 8-16,8-3-8 0,-5 3-4 15,6-2-80-15,-6 2 0 0,5 4-4 0,-3 3 28 16,-2 3 0-16,2 0 48 0,-6 6 0 16,1 4 0-1,0 3 12-15,-4 5 48 0,0 1 0 0,-5 1-44 16,-3 2-4-16,0-3-144 0,0 2-236 16,0-1-392-16,0-1-300 0,-7 0-1212 15,3-6-3509-15,-11 4-3871 0</inkml:trace>
  <inkml:trace contextRef="#ctx0" brushRef="#br2" timeOffset="142831.969">20531 14191 392 0,'0'0'1380'0,"0"0"-688"15,0 0 4476-15,0 0-3404 0,0 0-99 16,-41 77-201-16,30-38-188 0,3 7-60 0,-1 6-136 15,2 2-104-15,-1 3-268 16,4 4-176-16,-4-2-212 0,4 2-108 0,4 2-132 16,0-5-80-16,0-4-120 15,0-7-40-15,8-5-236 0,0-5-112 16,4-5-136-16,4-3-360 0,3-4-520 0,5-2-1052 16,4-11-2329-16,0-2-1087 0,21-10 4897 15</inkml:trace>
  <inkml:trace contextRef="#ctx0" brushRef="#br2" timeOffset="143117.549">22857 14335 7748 0,'0'0'6661'0,"0"0"-5385"15,96 25-636-15,-60-13 48 0,4 2 328 16,-8-2-176-16,0 8-152 0,-4-2-272 0,-4 8-184 16,-5-1-24-1,1 6-24-15,-8 4-88 0,-4 1-24 0,-8 5-72 16,0 3-8-16,-12 4-184 0,-3 2-80 16,-9 5-56-16,-4-3-248 0,0-2-124 15,0-9 56-15,7-3 24 0,-2-6-124 16,7-7-780-16,0-6-1476 0,0-6-3433 0,8-3 710 0</inkml:trace>
  <inkml:trace contextRef="#ctx0" brushRef="#br2" timeOffset="143540.166">23706 14436 1448 0,'0'0'10213'0,"0"0"-8433"0,0 0-628 15,107 7 284-15,-58-7-172 0,2 0-284 16,1-7-204-16,4 4-236 0,-4-3-260 15,3 3-48-15,-3 0-96 0,-4-4-136 0,0 1-48 16,-8 3-184-16,0 0-504 0,-12-1-520 16,-9 4-880-16,-10 0-3881 0</inkml:trace>
  <inkml:trace contextRef="#ctx0" brushRef="#br2" timeOffset="143725.974">23802 14827 6776 0,'0'0'6061'0,"0"0"-5209"0,0 0-608 0,0 0 540 16,0 0 336-16,116 35 172 0,-65-35-240 0,5-7-372 15,7-5-412-15,5-7-68 16,4 0-88-16,-4-7-112 16,-1 1-196-16,-3-4-728 0,-4-3-116 0,-12 11-676 15,7-11-3513-15</inkml:trace>
  <inkml:trace contextRef="#ctx0" brushRef="#br2" timeOffset="143992.964">25185 13944 6836 0,'0'0'8837'0,"0"0"-7181"0,0 0-1296 15,0 0-88-15,0 0 332 0,0 0 696 16,0 83-164-16,3-45-404 0,5 6-199 16,0 7 111-16,1 3 20 15,2 6-292-15,-3 5-224 0,-4 4-148 0,1 0-8 16,-5 5-140-16,0 2-92 0,-5-3-48 16,1-3-64-16,-4-3-216 0,4-7-137 15,4-3-3-15,0-6-156 0,0-7-164 0,0 0-404 16,0 0-792-16,0-4-1804 0,0-12-2309 15</inkml:trace>
  <inkml:trace contextRef="#ctx0" brushRef="#br2" timeOffset="147681.265">24360 11703 328 0,'0'0'1276'0,"0"0"-428"0,0 0-848 0,0 0-156 15,0 0 64-15,0 0-508 0,0 0-976 16</inkml:trace>
  <inkml:trace contextRef="#ctx0" brushRef="#br2" timeOffset="147769.532">24225 11804 64 0,'0'0'1344'0,"0"0"-1344"0,0 0-40 0,0 0-1236 0</inkml:trace>
  <inkml:trace contextRef="#ctx0" brushRef="#br2" timeOffset="148359.236">24069 11839 3112 0,'0'0'0'15,"0"0"0"-15,0 0 4216 16,0 0-2840-16,0 0-288 0,0 0-212 15,0 0-11-15,0 0 7 16,0 0 8-16,0 0-52 0,0 0-144 0,-16-2-104 0,16 2 60 16,0 0 28-1,0 0-48-15,0 0-84 0,-4 0-80 0,4 0-24 16,-4 0-148-16,0 0-52 0,-1 2-24 16,5-2 12-16,-3 0 16 0,3 0 8 15,0 0-112-15,0 0-20 0,0 0-28 0,0 0-84 16,0 4-4-16,0-4-116 0,0 0 20 0,8 0 16 15,0 0 84-15,3-4 116 16,6 2 8-16,-2-2-112 0,6 1 48 0,-1-4-56 16,-1 4 8-16,1-3 0 0,1 0-4 15,-2-5 44-15,5 6-52 16,-4-2-8-16,0 0-8 0,0 1 4 16,0 1-48-16,-1 2 60 0,-2-4-4 0,2 3-4 15,-6 1-4-15,2 0-48 0,-2 0 12 16,-6 3 36-16,1 0 4 15,-4 0-8-15,-4 0-32 0,4 0 36 0,-4 0 0 16,0 0 8-16,0 0-4 0,0 0 8 0,0 0 4 16,0 0 0-16,0 0-4 15,0 0-4-15,0 0-8 0,0-3 0 16,0 3-60-16,0 0-28 0,0 0-84 0,0 0-84 16,0 0-160-16,0 0-76 15,-4 0-140-15,0 0-288 0,-4 0-532 0,1 0-752 0,-6 6-1805 16,5-3-1639-16,52-9 1948 0</inkml:trace>
  <inkml:trace contextRef="#ctx0" brushRef="#br2" timeOffset="150452.032">1191 16259 5652 0,'0'0'8033'16,"0"0"-6449"-16,0 0-1056 0,0 0-152 0,0 0 488 16,0 0 376-16,0 0-304 0,0 0-360 15,0 0-344-15,23 0-224 0,-2 0 236 16,10-3 136-16,5-4 484 0,8 1-439 0,0 0-217 15,4-4-200-15,3 1-4 0,1-4-4 16,0 0 0-16,0-2-12 0,0 1-84 0,0 2 44 16,4-4 40-16,-5 4-132 15,1-5-101-15,-5 4-179 0,-2 1-148 16,-6-1-344-16,-11 7-128 0,-4 0-804 0,-12 2-924 16,-12 4-2917-16</inkml:trace>
  <inkml:trace contextRef="#ctx0" brushRef="#br2" timeOffset="150711.597">1027 16761 13881 0,'0'0'2360'0,"0"0"-1136"0,0 0-892 0,0 0-56 15,0 0 180-15,0 0-88 0,0 0-168 0,0 0-192 16,0 0 120-16,84-26 104 0,-28 10 64 15,4 3-16-15,7-2-48 0,-3 3 36 0,0-2-36 16,-1 1-72-16,-3 4-76 16,0-4-76-16,0 4-8 15,0-4-8-15,-4-2-136 0,0 2-88 0,-1-4-160 16,-3 2-232-16,-8-2 36 0,0 2-436 16,-9-1-192-16,-7 3-568 0,-4 0-824 0,-12 4-2381 15</inkml:trace>
  <inkml:trace contextRef="#ctx0" brushRef="#br2" timeOffset="151126.867">1625 15796 9820 0,'0'0'5021'0,"0"0"-3953"16,0 0-792-16,0 0-48 0,0 0 632 15,0 0 316-15,0 0-448 0,92-30-240 0,-60 27-156 16,7 3 96-16,13 0 244 16,4 0-212-16,3 3-131 0,6 4-121 0,-1-1-124 15,-5 1-76-15,-4 3-8 0,-2 2-4 16,-5 1-44-16,-9 3 40 16,1-1-40-16,-8 5 36 0,-8 1-172 0,0 5 55 15,-9 9 129-15,-6 3 109 0,-9 10 11 16,-5 10-44-16,-10 7-76 0,-5 9-60 15,-8-1-84-15,-4 6 83 0,-4 0-51 16,-3-2 40-16,-1-1-60 0,-1-4 8 0,-2-4 116 16,3-5 8-1,4-6 12-15,4-9-12 0,4-7-72 0,9-9-36 0,2-10-124 16,6-6-108-16,3-7-76 16,4-2-12-16,4-7-124 0,0 0-236 0,4-4-612 15,4-8-620-15,7-4 444 0,2-6-640 16,-2-7-1953-16,1 7-1323 0,-4-17 4096 15</inkml:trace>
  <inkml:trace contextRef="#ctx0" brushRef="#br2" timeOffset="152925.915">10482 7317 10949 0,'0'0'3904'0,"0"0"-2504"15,0 0-816-15,0 0-184 16,0 0 144-16,0 0 580 0,0 0-276 0,0 0-396 16,0 0-268-16,0 0 12 15,0 0 32-15,60 14-8 0,-36-11-36 0,0-3 12 0,4 0-100 16,4 0 60-16,0 0-88 15,7 0-68-15,-3-6-4 0,0 0-72 0,0-5-128 16,-4 6-308-16,0-5-304 0,-13 3-80 16,1 1-40-16,-8 3-304 0,-7 3-968 15,-5 0-980-15,0 6-2101 0</inkml:trace>
  <inkml:trace contextRef="#ctx0" brushRef="#br2" timeOffset="153110.068">10514 7588 8008 0,'0'0'2977'0,"0"0"-1053"0,0 0-448 16,0 0-872-16,0 0-412 0,0 0 484 0,0 0 728 16,0 0-264-1,80 22-512-15,-48-22-236 0,7 0-220 16,-3 0-132-16,1 0-40 0,-6-6-72 0,5 3-236 16,-8-4-576-16,0 1-108 0,-5 3-396 15,-3 0-632-15,-8-1-1093 0,-3 4-2667 0</inkml:trace>
  <inkml:trace contextRef="#ctx0" brushRef="#br2" timeOffset="153280.593">10519 7829 4912 0,'0'0'6953'0,"0"0"-5569"16,0 0-356-16,0 0-380 0,0 0-72 16,0 0 80-16,0 0 256 0,0 0-40 15,0 0-304-15,0 0-152 0,99 54-132 16,-63-57-100-16,7-6-184 0,-2-10-12 0,6-1-296 15,-3-5-84-15,0-4-228 0,-5-2-244 16,2 2-340-16,-9-3-916 16,-9 7-2573-16,1-10-4486 0</inkml:trace>
  <inkml:trace contextRef="#ctx0" brushRef="#br2" timeOffset="153559.806">10889 7013 7432 0,'0'0'4241'15,"0"0"-3009"-15,0 0-292 16,0 0-292-16,-20 83 48 0,16-45 436 0,0 3-24 0,-5 10-288 16,6 6-264-16,-1 3-164 0,-4 4-60 0,0 7-148 15,-4-2-172-15,-4 1-12 0,0 2-148 0,0-1-24 16,-4-5-112-16,5-6-20 15,2-10-4-15,5-8 36 0,5-10-136 16,3-10-240-16,0-5-12 0,7-9-20 0,5-4-540 16,0-4-256-1,4-7-460-15,4-9-1361 0,-4 2-2799 0,15-19 5224 0</inkml:trace>
  <inkml:trace contextRef="#ctx0" brushRef="#br2" timeOffset="153908.851">11303 7464 3724 0,'0'0'9157'0,"0"0"-7593"16,0 0-692-16,-36 83-380 0,24-48 64 16,-4 2 440-16,0 1-156 0,4 8-356 0,1-6-228 15,2 2-132-15,1-3-76 0,8-6 4 16,0-4 20-16,0-4 0 0,8-5-20 0,1-8-52 15,6-2 0-15,2-3-124 0,2-7 24 16,5 0-84-16,0-13-48 0,4-6 84 16,-4-3-88-16,3-4 40 15,-3-2 36-15,-3 0 36 0,-1-2 12 16,-5 5 36-16,-3-3 76 0,4 2 4 0,-8 0 96 16,-4 1 12-16,5-1 76 0,-9 1-28 15,0 3 0-15,-5-3 24 0,-3 6-24 0,-4-4 12 16,0 7 0-16,-4 4-24 15,0 2-76-15,-3 6-72 0,-5 2-96 0,-4 2-336 16,-4 9-392-16,-8 8-396 0,-4 8-412 16,12-6-1592-16,-32 19-5249 15</inkml:trace>
  <inkml:trace contextRef="#ctx0" brushRef="#br2" timeOffset="166433.563">3669 15129 9188 0,'0'0'4557'16,"0"0"-2989"-16,0 0-420 0,0 0 380 15,0 0-24-15,0 0-136 16,0 0-371-16,-4 85-501 0,20-53 64 0,11 3-404 16,5 3-72-16,5 9-36 0,6 5 12 15,6 4 88-15,-6 5-28 0,5 0-48 0,-4-1-32 16,-9-4-40-16,1 5-96 0,-4-4 0 15,-4-3-184-15,-4-3 16 0,-4 0-64 0,-4-7-244 16,-4-2-241-16,0-10-91 16,-4-7-356-16,-5-6-36 0,1-11-516 0,1-3-524 0,-5-5-781 15,0 0-1471 1,0-23-1040-16</inkml:trace>
  <inkml:trace contextRef="#ctx0" brushRef="#br2" timeOffset="166678.107">4275 15202 6444 0,'0'0'5197'0,"0"0"-4057"0,0 0-668 0,0 0 264 16,0 0 656-16,0 0-332 0,-100 91-400 0,69-55-240 16,-1 5-60-16,-9 7 84 15,2 6 172-15,-6 9-260 0,-6 7-172 16,-1 6-84-16,-8 4 24 0,4 2-64 0,1-6-12 15,-1 1-48-15,4-11-108 16,5-9-52-16,6-6-160 0,10-10-36 0,3-9 12 16,12-7-300-16,4-6-212 0,8-6-800 0,4-3-868 15,4-4-1413-15,8 1-1727 16</inkml:trace>
  <inkml:trace contextRef="#ctx0" brushRef="#br2" timeOffset="166984.021">4498 15893 1004 0,'0'0'132'0,"0"0"6280"16,0 0-4700-16,0 0-96 0,24 68 425 0,-16-43-273 15,-5 4-384-15,5 5-356 0,-3 4-184 16,-1 4-228-16,0 6-184 16,0-1-164-16,-4 8-96 0,0-5-36 15,0 1-100-15,0-4-36 0,0 0-172 0,0-2 36 16,-4-8-8-16,4-4-92 0,0-7-132 16,-4-7-128-16,4-10-60 0,-4-6-192 15,4-3-420-15,-5-3-764 0,1-3-2585 16,-3-23-2819-16</inkml:trace>
  <inkml:trace contextRef="#ctx0" brushRef="#br2" timeOffset="167225.952">4449 15872 5336 0,'0'0'3200'0,"0"0"-627"16,0 0-1533-16,0 0-16 0,0 0 472 15,0 0-300-15,84-67-488 0,-63 58-224 0,3 4-112 16,-1 3 16-16,-3 2-104 0,4 0-112 15,-8 7-72-15,0 2-16 16,-4 4 104-16,-5 6-16 0,-7 6 144 0,0 11-44 0,-7-3-100 16,-13 9-168-16,0 3-4 15,-4-4-112-15,0-2-8 0,1-8-92 16,-1-4-264-16,0 0-252 0,-1-8-44 0,6-3-88 16,3-4-312-16,0-2-704 15,8-7-1257-15,-4-3-2991 0</inkml:trace>
  <inkml:trace contextRef="#ctx0" brushRef="#br2" timeOffset="167625.835">5003 16272 7556 0,'0'0'5809'0,"0"0"-4669"0,0 0-596 15,0 0 476-15,0 0 552 0,0 0-324 16,9 70-560-16,-9-45-432 0,0 6-120 0,4 1-40 16,-4 0-96-16,4-1-80 15,0 2-68-15,-4-5-24 0,3 4-12 0,-3-7-120 16,4 1-240-16,-4-4-132 0,0-2-232 0,5-12-684 15,-5-2-1480-15,0-6-3481 0</inkml:trace>
  <inkml:trace contextRef="#ctx0" brushRef="#br2" timeOffset="168192.68">5518 15497 860 0,'0'0'11409'0,"0"0"-9005"15,0 0-1496-15,0 0-276 0,0 0 416 16,0 0 240-16,0 0-232 0,108-6-248 0,-69 2-308 15,5 1-220-15,-4-2-112 0,4-2 16 16,0-3-144-16,-4 0-40 16,-1 1-72-16,1-4-88 0,-4 4-20 0,0-1-224 0,-8 1-400 15,-5 3-400-15,-3 6-640 16,-12 0-2612-16,-8 6-2993 0</inkml:trace>
  <inkml:trace contextRef="#ctx0" brushRef="#br2" timeOffset="168375.24">5609 15783 3860 0,'0'0'116'0,"0"0"6973"16,0 0-5077-16,0 0-916 0,0 0 28 15,0 0 208-15,0 0-124 16,80 54-220-16,-40-45-204 0,-1-6-244 16,6-3-124-16,-2-6-164 0,2-7-140 15,-2-2-56-15,0-9-56 0,2-1-108 16,-6-3-212-16,-3-4-544 0,0 5-392 0,-8-6-616 15,-12 11-2312-15,-4-4-3493 0</inkml:trace>
  <inkml:trace contextRef="#ctx0" brushRef="#br2" timeOffset="168608.675">5924 15065 3464 0,'0'0'9761'0,"0"0"-8469"0,0 0-1048 0,0 0 120 16,-16 76 516-16,16-38 248 0,0 10-508 16,8 6-372-16,0 13-148 15,1 6-40-15,-2 6 68 0,1 7-128 16,-8 0 0-16,4 5-60 0,-4-2-64 0,0 1-36 16,0-8-52-16,0-8-248 0,4-9-248 15,0-10-400-15,8-17-1072 0,0-13-2869 0,0-13-2851 16</inkml:trace>
  <inkml:trace contextRef="#ctx0" brushRef="#br2" timeOffset="168970.82">6721 15541 7948 0,'0'0'7625'0,"0"0"-6257"0,0 0-796 16,-8 80 84-16,4-49 624 0,4-2-288 15,0 2-516-15,0-2-440 0,8-4-36 16,0-5-84-16,4-1 32 0,4-6-56 0,0-7 108 16,3-3 12-16,5-3 48 0,1-12-60 15,3-7-48 1,3-7-96-16,-3-6-152 0,4-6-32 0,-4 0 32 16,-4 0-56-16,-1 3 32 0,-2 0 136 15,-6 7 184-15,-6 6 72 0,-5 2 88 16,-4 8 160-1,-4-1 36-15,-9 0-64 0,-2 4 112 0,-5 2-100 0,0 1-36 0,-4 6 96 16,4 0 16-16,-8 9-139 0,0 10-133 16,0 8-108-16,1 1 0 0,-6 2-4 15,10 6-52-15,-1-4-88 0,4-7-101 16,4-3-83-16,4-2-316 0,4-11-224 16,4-6-236-16,4-3-392 0,0-12-740 0,4-1-3049 15,4-31-3399-15</inkml:trace>
  <inkml:trace contextRef="#ctx0" brushRef="#br2" timeOffset="169243.586">7052 14859 652 0,'0'0'10120'0,"0"0"-5887"0,0 0-3365 0,0 0-104 0,0 0 516 0,0 0-60 15,0 0-56-15,-52 76-504 16,40-45-296-16,4 5-84 0,0 5-72 0,0 3-51 15,-4 10-109-15,0 7 64 0,0 9-112 0,-4 6-60 16,0 6-124-16,-8 4-97 0,5 9-35 16,-5 3 60-16,0-2-84 15,0 3-12-15,4-5 56 0,0-5-120 0,7-3 72 16,2-3 112-16,-1-10 72 16,9-9-100-16,-6-14 76 0,9-9-124 0,0-13-720 15,0-9 216-15,0-5-560 0,4-14-536 0,4 0-569 0,0-14-2383 16,0 2-732-16</inkml:trace>
  <inkml:trace contextRef="#ctx0" brushRef="#br2" timeOffset="169820.222">8427 15948 4648 0,'0'0'7585'15,"0"0"-5481"-15,0 0-692 0,0 0-356 0,0 0-236 0,0 0 512 16,87 6-288-1,-43-6-152-15,8 2-248 0,8-2-207 0,-5 0-121 0,5-2-100 16,-4-1-216 0,3-6-100-16,1-2 40 0,0-1-48 0,-8-1-60 15,-5-2-101-15,-2 3-183 0,-9-5-324 16,-5 7-240-16,-11 4-920 0,-12 0-3384 16,-8 6-4301-16</inkml:trace>
  <inkml:trace contextRef="#ctx0" brushRef="#br2" timeOffset="170026.051">8554 16205 1252 0,'0'0'10565'0,"0"0"-9017"0,0 0-1168 16,0 0 812-16,0 0 420 0,92 6-124 16,-49-6-440-16,9 0-264 0,-1-9-196 15,9 3-100-15,0-7-172 0,-4 0-292 0,0-1-24 16,-4 0-180-16,-1 1-40 0,-3 0-380 0,-8-3-280 0,1 3-204 15,-6-2-940-15,-12 5-2568 16,-2-3-2933-16</inkml:trace>
  <inkml:trace contextRef="#ctx0" brushRef="#br2" timeOffset="170308.734">9112 15504 4940 0,'0'0'7869'0,"0"0"-6493"16,0 0-1368-16,0 0 348 16,0 0 288-16,0 0 324 0,103 19-28 0,-67-5-408 15,0 3-172-15,4 6-88 0,-1-2-124 0,1 5-24 16,-3 6 12 0,-5 3-64-16,-4 0-64 0,-5 9-16 15,-7 1-44-15,-4 5-48 0,-5 8 92 0,-7 2-4 16,-3 3-60-16,-9 7-4 0,-8-3-12 15,-3 2-132-15,-9-2 132 16,-1-3 4-16,1-7-68 0,-4-4-68 0,4-4-252 0,-3-8-228 0,-1-9-144 16,0-4-520-1,1-9-960-15,-2-6-2217 0,10-7-2051 16,-17-6 5857-16</inkml:trace>
  <inkml:trace contextRef="#ctx0" brushRef="#br2" timeOffset="171308.234">10925 15649 9048 0,'0'0'4293'0,"0"0"-2857"0,0 0-632 0,0 0-540 15,0 0 88-15,0 0 564 0,0 0 348 0,0 0-280 16,107 7-432-16,-59-7-124 15,-1 0-136-15,2-7-36 0,3-2 12 0,-5-1-36 16,5 1-52-16,-5-4-168 0,2 1-12 0,-2-1 0 16,1 0-12-1,-4 1-60-15,0-5-12 0,-1 5 84 0,-7-1-88 16,-4 4 40-16,-4-1-12 0,-8 4 12 16,-8 2-112-16,0 1 4 0,-8 3-100 15,-4 0 36-15,0 0 132 0,0 9 88 16,0 7 28-16,-4 10 152 0,-8 2-80 0,4 7-40 15,-7 4-52-15,2 3-4 0,1 5-4 16,0 6 0-16,-4 11 0 16,5 2 60-16,-2 5-56 0,6 5-4 0,-1-3-88 15,-1 6 80-15,1-6-32 0,5 0 32 16,-1-6 8-16,0-7 12 16,4-10 108-16,0-5 4 0,0-13-64 0,0-6-60 15,4-8-48-15,-4-5 36 0,4-6-52 0,-4-4-32 16,3 1 48-16,-3-4 0 0,0 0 44 0,0 0-84 15,0 0-20-15,0 0-40 16,-3-7-48-16,-5-3-132 16,-1-3-288-16,-6-2-184 0,-5-4-152 0,-4-3-628 15,0-1-988-15,-8 1-1985 0,8 3-2331 16,-15-10 5280-16</inkml:trace>
  <inkml:trace contextRef="#ctx0" brushRef="#br2" timeOffset="171502.624">11076 16274 4820 0,'0'0'8001'0,"0"0"-6245"16,0 0-1136-16,0 0-380 15,0 0 424-15,0 0 972 0,0 0-400 0,100-15-500 16,-61 2-320-16,-3 0-136 0,4-2-60 16,-4 2-220-16,-4 0-24 0,0 4-160 15,-4-1-24-15,-4 0-124 0,-5 8-216 16,-6 2-352-16,-2 0-436 0,-7 6-724 15,-4 10-1048-15,0-3-3041 0</inkml:trace>
  <inkml:trace contextRef="#ctx0" brushRef="#br2" timeOffset="171692.333">11140 16672 796 0,'0'0'7220'0,"0"0"-4696"15,0 0-443-15,0 0-565 0,0 0-388 0,0 0-288 16,0 0-184-16,0 0 276 15,0 0 216-15,0 0-108 0,103 3-268 0,-63-16-308 0,-4 0-184 16,4 1-100-16,3-4-180 0,-2 0-104 16,-2-3-116-16,5 3 0 15,0 0-144-15,-4 0-344 16,-1 4-432-16,-3-2-580 0,-8 6-2376 0,-4 2-3281 16</inkml:trace>
  <inkml:trace contextRef="#ctx0" brushRef="#br2" timeOffset="172559.146">12439 16298 5440 0,'0'0'4'0,"0"0"5444"0,0 0-3855 0,0 0-965 16,0 0 32-1,0 0 268-15,0 0 328 0,43-77-276 0,-23 48-308 16,4-2-276-16,1-1-76 0,-2 3-36 16,1 1-84-16,4 2 32 0,-8 1-24 15,3 2-132-15,-3 2-16 0,1 0-60 16,-2 7-4-16,-3 1-44 0,0 0-76 0,-4 3 0 15,4 4 40-15,-4-1-28 0,0 5-36 16,0 2 16-16,-4 0 132 0,4 7 8 16,-4 1-8-16,0 12 124 0,-4 8 24 0,0 4-48 15,-4 6 32 1,0 3-56-16,0 6 32 0,0 4-92 16,0 4-8-16,0-1-8 0,0-3 12 0,0-1-8 0,0-2 4 15,0-7 64-15,4-5-8 0,0-8 8 16,3-9-32-16,-3-8-40 0,5 0-136 0,-1-8 64 15,-1 0 72-15,6-3 0 16,-2 0 56-16,6-12-16 16,-2-7-40-16,-3-11-616 0,8-1-360 0,-3-7-216 15,-2-3-520-15,-2 12-1212 0,2-18-3361 16</inkml:trace>
  <inkml:trace contextRef="#ctx0" brushRef="#br2" timeOffset="172794.446">13168 15904 6704 0,'0'0'948'0,"0"0"3125"16,0 0-2573-16,0 0-156 0,0 0 116 0,0 0-308 16,0 0-256-16,0 0-392 0,0 0-296 15,-96 79-20-15,72-47 80 0,-4 2 4 16,0 1-140-16,0 0-128 0,-3 2 4 16,-1 3-8-16,0 1 0 0,-4 1-4 15,4-2 0-15,1 2-68 0,-1-5-40 0,4 2-20 16,0-4-52-16,4-1-100 15,3-2-36-15,2-3-188 0,3-7-136 0,4-3-228 16,8-3-308-16,0-3-188 16,0-4-584-16,4-3-1301 0,0-2-2819 15,0-4 3373-15</inkml:trace>
  <inkml:trace contextRef="#ctx0" brushRef="#br2" timeOffset="174426.039">14096 15904 3636 0,'0'0'4964'15,"0"0"-2443"-15,0 0-673 0,0 0-528 0,0 0-4 16,-24-71 52-16,13 65-292 0,-2 0-420 0,-2 6-288 15,-6 0-184-15,-3 0-120 0,-4 12-64 16,-4 4-4-16,-3 9-4 0,-5 7 8 16,4 10 52-16,-4 2 20 15,4 7-24-15,-3 4 16 0,7 1 20 16,4 5-80-16,8-4-4 0,8-3 0 16,8-4-12-16,4-5-60 0,8-7 0 0,8-6 68 15,4-7-56-15,4-3 52 0,0-6-96 16,0-3 68-16,-1-4 36 15,1-5 4-15,0-4-4 0,-3 0 0 0,-2-4 0 0,-3-2-60 16,0-1-200-16,0-2-328 16,-8 0-292-16,3-1-352 15,-7 1-676-15,5 2-1120 0,-9-6-3129 0</inkml:trace>
  <inkml:trace contextRef="#ctx0" brushRef="#br2" timeOffset="174616.456">13745 16312 220 0,'0'0'7316'16,"0"0"-5048"-16,0 0-759 0,0 0-377 16,0 0-124-16,0 0 108 0,0 0-256 15,0 0-396-15,0 0 252 0,0 0 540 0,88-19-464 16,-52 17-412-16,-1-2-168 16,6-2-212-16,-6 4-184 0,1-5 48 0,0 0-96 15,-4-2-116-15,-4 5-368 0,0-2-352 16,-4 3-760-16,-4 3-2349 0,3 0-2855 15</inkml:trace>
  <inkml:trace contextRef="#ctx0" brushRef="#br2" timeOffset="174974.646">15021 15652 4500 0,'0'0'8829'16,"0"0"-6877"-16,0 0-820 0,0 0 16 15,0 0 368-15,0 0-132 0,0 0-736 0,0 0-648 16,0 0-8-16,-101 32 8 0,66 3 72 16,-5 16 0-16,4 9 12 0,-3 10 76 15,2 7-16-15,1 5-56 0,-3 4 20 16,7 6-47-16,0-3 11 0,8-4 88 0,9-9 20 15,2-7-72-15,13-7-44 0,0-15-4 16,13-12-60-16,2-6-40 16,5-10 40-16,8-6 72 0,4-7 84 15,4-6 28-15,3-6-52 0,1-10 0 16,0-6-76-16,-4-3-56 0,-4-8-204 0,-4 2-124 16,-9 2-108-16,2 0-161 0,-14 4-179 15,2 3-288-15,-9-1-608 0,0 1-1176 0,0 6-2489 16,-16-6-2571-16</inkml:trace>
  <inkml:trace contextRef="#ctx0" brushRef="#br2" timeOffset="175275.337">14650 16300 9260 0,'0'0'4885'15,"0"0"-3209"1,0 0-884-16,0 0 32 0,0 0 88 0,0 0 12 16,0 0-372-16,0 0-88 0,0 0 0 0,0 0 12 15,103 6-196-15,-71-6-280 16,4 0-36-16,-4-8-232 0,0 1-364 0,-1-5-360 15,1 1-212-15,-8 5-648 0,-3 0-1128 16,-10 6-1449-16,-3 0 17 0,-8 3 1192 0,0 10 1737 16,0-1 1483-16,-8 4 2259 0,-3 3 869 15,-2 0-100-15,2 4-648 0,3-1-351 16,-5 3-245-16,9 0-376 0,1 7-244 16,3 1-284-16,0 0-336 15,0 3-224-15,0 2-36 0,3-3-76 0,6 4-96 16,-5-6-28-16,4 3-84 0,-1-4-196 15,1-4-196-15,5-2-484 0,-2-4-288 0,-3-3-368 16,4-7-1300-16,0-1-3865 0</inkml:trace>
  <inkml:trace contextRef="#ctx0" brushRef="#br2" timeOffset="175884.909">16587 16059 4396 0,'0'0'912'0,"0"0"4444"16,0 0-3531-16,0 0-497 0,0 0-76 0,0 0-104 16,0 0-360-16,0 0-440 0,0 0-260 15,-84 86-88-15,52-48 124 0,4 3 72 16,4-3 4-16,0-2-40 0,4-5 12 0,8-9-24 16,0-6-60-16,8-7-88 0,4 1-88 15,0-7-120-15,16 6 156 16,0-2 48-16,12 3 4 0,4-4 0 0,0 0 0 15,4-3 0-15,-5-3-48 0,-3 0-40 16,0 3 76-16,-12 1-124 16,0 2 36-16,-4 3 52 0,-5 4 48 0,-2 6 112 0,-5 1 36 15,0 2-12-15,0-3-36 16,-5-1 48-16,-2 2-24 16,-5-1-28-16,4 0-32 0,-8-3-60 0,4-1 56 0,0-2-52 15,0 1-8-15,5-9-124 16,-2-2-96-16,5 1-88 0,4-4-100 15,-4-4-140-15,4-4-492 0,0-12-940 0,8-2-2529 16,1 0-3915-16,10-13 8176 0</inkml:trace>
  <inkml:trace contextRef="#ctx0" brushRef="#br2" timeOffset="176232.928">16965 16342 5156 0,'0'0'104'0,"0"0"5240"0,0 0-3647 16,0 0 91-16,0 0 396 0,0 0-456 15,-8 66-264-15,3-37-388 0,1-4-320 0,1 4-220 16,3-4-279 0,0-6-257-16,7 0-124 0,2-6-81 15,3-4 57-15,4-2 16 0,3-7-88 0,2-3 52 16,7-10-176-16,-1-9-264 0,5-7-264 16,-4-3-384-16,0 0-284 0,-8 1-84 15,0 3 392-15,-9 2 328 0,2 4-96 0,-9 3 175 0,-4-1 709 16,0 5 116-16,0 3 709 15,-8 1 395-15,3 2 196 0,-2 6 28 0,7-1-108 16,-4 4-408-16,4 0-404 0,-4 10-220 16,4 7-128-16,-4 4 188 15,0 8 148-15,-1 3 316 0,5 5 36 16,0-2-236-16,0 4-268 0,9-7-244 0,-1-1-304 16,-1-5-64-16,6-1-388 0,2-6-156 15,2-6-276-15,-2-4-744 0,2-6-1312 0,7-6-3965 16</inkml:trace>
  <inkml:trace contextRef="#ctx0" brushRef="#br2" timeOffset="176441.836">17710 16319 5836 0,'0'0'8885'16,"0"0"-7385"-16,0 0-576 0,0 0 376 0,0 0-120 0,-76 79-56 15,56-44-380 1,4 4-343-16,4-1-169 0,5 0 68 0,-1-6 16 15,8-4-144-15,0-6-172 0,0-6-52 0,8-6-212 16,3-7-76-16,5-3 232 0,4-10-28 16,8-12-81-16,0-12-235 15,4-11-312-15,-1-5-512 0,1-5-724 0,0 1-1996 16,-8 13-1025-16,4-23-2595 0</inkml:trace>
  <inkml:trace contextRef="#ctx0" brushRef="#br2" timeOffset="176768.514">17989 15802 8020 0,'0'0'6537'16,"0"0"-4953"-16,0 0-904 0,0 0-8 0,0 0 316 0,0 0-52 16,0 0-348-16,3 72-160 0,-3-34-64 0,0 11 100 15,0 5 72-15,0-1-291 16,0 2-245-16,-3 5-44 0,-9 0-52 16,-1 1-185-16,2-4-119 15,-1-7-28-15,0-9-8 0,8-9 164 0,0-12 104 0,4-12-68 16,4-8-80-16,7-2-76 15,6-15 32-15,3-4-132 0,3-5-40 16,1-2-128-16,-3 3 312 0,-2 2 348 0,-3 9 48 16,0 9 204-16,-8 2 208 15,0 3 108-15,-4 6 124 0,0 7 48 0,-4 3-32 16,0 6-156-16,0 0-212 0,0 3-156 0,0 2-40 16,0-2-48-16,0-3 28 0,0-3-124 15,4-3-124-15,1-1-104 16,-2-2-52-16,5-4-244 0,-4-2-152 15,0-4-120-15,4 0-304 0,-4-3-1148 0,0 0-2292 16,4 0-3917-16</inkml:trace>
  <inkml:trace contextRef="#ctx0" brushRef="#br2" timeOffset="177261.59">18754 16491 612 0,'0'0'9912'0,"0"0"-7359"16,0 0-861-16,0 0-284 0,0 0-96 0,88 40 60 16,-45-40-392-16,9 0-344 0,8-5-344 0,0-9-244 15,0-7-48-15,-1-2-120 0,1-5-88 16,0-1-208-16,-5-2-256 15,-3 2-324-15,-4 1-480 0,-12 5-1472 0,0-5-4269 16</inkml:trace>
  <inkml:trace contextRef="#ctx0" brushRef="#br2" timeOffset="177452.464">19263 16068 3008 0,'0'0'248'0,"0"0"6124"15,-47 99-4451-15,27-45-357 0,0 16-128 0,4 2 88 16,4 5-224-16,0-5-308 0,8 5-376 16,-4-7-360-16,8-6-256 15,4-11-272-15,8-11-304 0,8-17-128 16,4-16-104-16,4-12 156 0,12-22-204 0,4-13-816 16,-12 3-1453-16,19-35-3999 0</inkml:trace>
  <inkml:trace contextRef="#ctx0" brushRef="#br2" timeOffset="178242.288">19674 15900 3300 0,'0'0'456'16,"0"0"6833"-16,0 0-5329 15,0 0-688-15,0 0-172 0,0 0-68 0,0 0-356 16,0 0-268-16,0 0 28 0,0 0 192 16,-8 77 256-16,4-33-332 0,0 7-160 15,4 3-124-15,-8 0-112 0,0 3-156 0,-4-1-40 16,0 2-80-16,1-7 8 15,2-10-8-15,1-10 8 0,4-12-80 0,4-8-44 16,0-9-20-16,4-2-136 0,13-6 292 16,2-10-72-16,5-6-24 15,0 0-60-15,-5 0 32 0,2 2 88 0,-10 8 124 0,-2 2-76 16,-5 10-36-16,-4 0 124 0,4 7 348 16,-4 8 268-16,0 5-28 15,0 5-84-15,0 4-188 0,0-1-84 0,0-2 0 16,0 2-48-16,0-6 12 0,4-2-76 15,3-5-60-15,2 1-60 16,3-6-96-16,-1-4 24 0,2 0 60 0,2-6-52 0,2 0-56 16,3-6-220-1,-1-7-52-15,5-2-184 0,-4-4 48 0,4-1 136 16,0 0-16-16,0 2 88 0,-9 6 72 16,2 5 76-16,-6 4 20 0,2 3 152 15,-5 0 424-15,-1 7 216 0,2 1-60 0,-5 9-112 16,4-4-16-16,-5 2-84 0,1 2-64 15,0-2-96-15,-4 1-16 0,4-3-148 16,1-4-44-16,-5-6-136 0,4 0 16 16,0-3 32-16,3 0 88 0,5-3-12 0,0-12-48 15,8-8-232-15,4-8-124 16,8-7-60-16,-4-6-240 0,7-11-72 16,6-2-216-16,-5-10-264 0,-5 0-488 0,1-2-288 15,-8 5-597-15,-4 4-139 0,-8 9 1544 16,-4 16 1236-16,-4 10 2160 0,-4 15 56 15,0 7-127-15,0 3-181 0,0 7-616 16,0 12-276-16,0 3-148 0,0 10-196 16,-4 2 32-16,4 4 48 15,0 6 0-15,0 2-156 0,4 1-56 0,0 3-104 16,-1 2-192-16,-3-5-244 0,4 1-72 16,1-4-100-16,-1 1-204 0,-4-7-4 0,0-3 76 15,0-3-40-15,-9-7 100 16,-2 0 84-16,-1-6-132 0,-4-3-424 0,0-4-260 0,-4-1 68 15,0-5 252-15,1-4 316 16,2-2 164-16,2-5 176 0,-2-9 116 0,2-5 96 16,6 1-12-16,1-5-76 15,5 1 28-15,3 7 216 0,0 2 32 16,7 0-116-16,6 4 28 0,6-1-64 0,1 1 36 16,8-4 96-16,8 0-8 0,0-3-236 15,3-3-136-15,2 3-136 0,-2 0-224 16,1 0-716-16,-8 7-1216 0,0-4-3865 0</inkml:trace>
  <inkml:trace contextRef="#ctx0" brushRef="#br2" timeOffset="179092.224">21725 16808 3948 0,'0'0'1144'0,"0"0"2868"16,0 0-2320-16,0 0-223 0,0 0 163 0,0 0-164 16,0 0-424-16,73-73-508 0,-49 44-176 15,3 2-84-15,1-6-68 0,0-2-108 16,4 4-24-16,-4-1 8 0,4 3 16 16,-4 8 36-16,-8 2 12 0,-1 5-12 0,-2 8 12 15,-6-1-48-15,-2 7 60 0,-1 0-52 16,-1 0 16-16,1 4 96 15,1 2-48-15,-2 4-48 0,1-3-116 0,5 5 40 0,-2-3-40 16,1 3 0-16,-3-5-4 0,6 3 0 16,-7-1 52-1,4-2 20-15,-4-4-64 0,-4 3 132 0,3-6 40 16,-2 2-24-16,-5 3 132 0,4-5 88 16,-4 0-116-16,0 0-116 0,0 0-52 15,0 0-48-15,4 0-48 0,-4 2-8 0,4 2-64 16,0 2 72-16,3 4 12 0,2 3-4 0,-5 2 40 15,4 8-40-15,-4 2 4 0,3 3-8 16,-3 2-4-16,5 1-8 0,-5 1-64 16,3-1 0-16,-3 1 64 15,5-3-152-15,-5-3 52 0,0-5-48 16,0-2 8-16,-1-3-108 0,1-3-136 0,0-7-180 16,0 1-104-16,1-7-176 0,-1 0-448 15,0-4-912-15,3-2-656 0,1-13-2481 16</inkml:trace>
  <inkml:trace contextRef="#ctx0" brushRef="#br2" timeOffset="179342.379">22591 16356 5852 0,'0'0'5233'0,"0"0"-3513"0,0 0-1004 0,0 0 72 15,0 0 208-15,-76 17-36 0,55 3-100 16,-5 5-364-16,-7 9-224 0,1 5-124 0,-4 8 12 15,-7 4 64-15,3 3 132 0,-4 1-48 16,-3 1-136-16,-2-2-84 0,6-3-88 0,-2-4-8 16,6-2-92-16,3-7-60 15,8-9-108-15,4-7-56 0,9-6-80 16,6-10-268-16,5-3-136 0,4-3-388 16,0 0-600-16,4-9-584 0,5-7-2185 15,2 0-943-15,10-15 4492 0</inkml:trace>
  <inkml:trace contextRef="#ctx0" brushRef="#br2" timeOffset="179558">22794 16183 6156 0,'0'0'4296'16,"0"0"-1303"-16,0 0-1021 0,0 0 172 0,0 0-172 15,76 13-704-15,-49-11-512 0,1-2-451 16,4 0-297-16,4 0-8 0,0-6-185 16,-4-3-167-16,0-1-232 0,0-2-296 0,-4-1-456 15,-9 3-1720 1,-3-2-3969-16</inkml:trace>
  <inkml:trace contextRef="#ctx0" brushRef="#br2" timeOffset="179722.053">23188 15931 5308 0,'0'0'6873'0,"0"0"-4729"16,0 0-1236-16,0 0-4 0,0 0 136 0,0 0-232 15,0 0-116-15,-24 71-188 16,24-40-124-16,0 1-184 0,0 3-196 0,0 3-48 0,0 1-224 16,0 2-192-16,0-3-588 0,0 4-312 15,0-11-832 1,-8 10-2729-16</inkml:trace>
  <inkml:trace contextRef="#ctx0" brushRef="#br2" timeOffset="180225.006">23774 16272 4972 0,'0'0'2472'0,"0"0"728"0,0 0-1439 15,0 0-369-15,0 0-28 0,15 98 8 16,-6-53-152-16,-1 8-328 0,-4 10-364 15,-1 4-196-15,1 7-88 0,-4 2 48 16,0 0-60-16,-7 0-84 0,3 0-88 16,-4-3-48-16,-1 1-12 0,2-8-52 0,-1-6-276 15,0-9-28-15,4-6 12 0,-4-14 36 16,8-5 112-16,-4-13-148 0,4-4-248 0,0-6-228 16,0-3-444-16,4-10-616 15,4-8-124-15,0-8 199 0,0-9-2207 16,-1 9-1664-16</inkml:trace>
  <inkml:trace contextRef="#ctx0" brushRef="#br2" timeOffset="180468.93">23817 16354 9336 0,'0'0'1977'0,"0"0"-833"0,0 0 400 15,0 0-44-15,101-54-380 0,-66 45-272 16,1-1-120-16,4 1-136 0,8 5-36 15,-9-2-276-15,1 6-160 0,-3 0-120 0,-10 3-112 16,-7 6-108-16,-8 8 60 0,-8 4 160 16,-4 5 84-16,-12 9 24 15,-12 7-108-15,-3-1 0 0,-10 3-196 0,-3 1-100 16,1-1-172-16,-2-6-100 0,2 0-200 16,3-5-272-16,4-5-520 0,4-3-784 0,0-6-2149 0,13-6-2231 15,-9 3 6124-15</inkml:trace>
  <inkml:trace contextRef="#ctx0" brushRef="#br2" timeOffset="180709.437">24335 16948 9836 0,'0'0'4677'0,"0"0"-3665"15,0 0-448-15,0 0 128 16,8 67 388-16,-8-42-128 0,0 3-364 0,0 2-332 16,0-2-248-16,0 0-8 0,5-2-44 15,-5-1-152-15,8-3-112 0,-4 0-156 16,-1-3-104-16,5-3-152 0,-4-7-544 0,5 2-576 16,-5-5-740-16,3-4-2117 15,-3-2-1979-15</inkml:trace>
  <inkml:trace contextRef="#ctx0" brushRef="#br2" timeOffset="181325.61">24962 16611 6520 0,'0'0'2144'16,"0"0"1993"-16,0 0-2317 0,0 0-788 0,0 0-288 16,0 0-268-16,0 0-216 0,51-66-88 0,-23 33-172 15,7 2-44 1,1 2-4-16,-4 1 36 0,0 9-40 0,1 3 52 16,-10 13 164-16,1 3 132 0,0 7 212 15,-5 15 24-15,2 6 104 0,-5 8-20 0,-4 1-104 16,-5 8-96-16,2-4-28 0,-1 0-96 15,-1 0-112-15,-3-2-44 0,4-1-124 16,-3-3-12-16,3-10-92 0,-1 0-68 0,1-9 16 16,-3 1-4-16,3-12-44 15,-1-2-296-15,5-3-172 0,-3-3-296 16,6-9-392-16,-2-11-1180 0,-2 4-2261 0,9-15-2503 16</inkml:trace>
  <inkml:trace contextRef="#ctx0" brushRef="#br2" timeOffset="181491.888">25634 16329 6492 0,'0'0'5825'0,"0"0"-4157"0,0 0-1148 0,0 0-204 15,-91 69 228-15,67-37 400 0,-4 3-20 16,0 4-268-16,-3 2-296 0,6 3-140 0,-3 4-32 16,0-1-188-16,9-2-64 0,-5-1-196 15,8-2-244-15,0-8-340 16,0 1-448-16,4-2-492 0,5-15-888 0,-6 8-3105 15</inkml:trace>
  <inkml:trace contextRef="#ctx0" brushRef="#br2" timeOffset="181724.498">25965 16523 168 0,'0'0'11041'0,"0"0"-8721"16,0 0-508-16,0 0-8 15,103-4-492-15,-75 4-448 0,0 0-472 16,0-3-332-16,4-1-60 0,0 2-196 0,-4-4-368 16,0 2-312-16,-8 2-204 0,0 2-436 15,-12 0-1312-15,-8 2-3353 0</inkml:trace>
  <inkml:trace contextRef="#ctx0" brushRef="#br2" timeOffset="181874.951">25957 16770 1552 0,'0'0'6048'0,"0"0"-703"0,0 0-4097 16,0 0-716-16,0 0-104 0,0 0 176 0,0 0 340 16,0 0-100-16,0 0-348 0,88 16-52 15,-52-19-108 1,0-7-324-16,3 4-12 0,-3-3-260 0,-3 2-380 0,2-2-544 15,-7 2-816-15,-4 3-2221 0,0 2-3287 0</inkml:trace>
  <inkml:trace contextRef="#ctx0" brushRef="#br2" timeOffset="182367.381">26878 16256 9232 0,'0'0'2205'0,"0"0"-233"0,0 75-72 0,0-26-280 0,0 8-304 0,0 4-392 16,0 8-336-16,0 1-160 0,0 3-48 0,0 3-88 15,0-3-12 1,0-1 0-16,4-1-244 0,0-11-36 16,3-5-256-16,2-11-196 0,3-3-156 15,-1-9-116-15,2-7-200 0,-2-5-264 0,1-12-236 16,0-4-904-16,-4-4-1825 0,0-7-2331 15</inkml:trace>
  <inkml:trace contextRef="#ctx0" brushRef="#br2" timeOffset="182620.424">26973 16287 548 0,'0'0'10092'0,"0"0"-8343"0,0 0-869 0,0 0 1112 16,80-50-260-16,-44 34-640 0,0 0-588 0,7 3-308 16,2 1-108-1,-6 2-88-15,-7 3-96 0,0 7-172 0,-8 0 8 0,-8 10-112 0,-8 6 120 16,-8 10 252 0,-8 8 56-16,-17 8-56 0,-2 12-176 15,-13-1-232-15,0 5-44 0,-3-2-212 16,2-5-204-16,6-3-616 0,-1 0-1164 0,12-16-2909 15,-4 6 213-15</inkml:trace>
  <inkml:trace contextRef="#ctx0" brushRef="#br2" timeOffset="182908.867">27396 16935 4892 0,'0'0'9253'16,"0"0"-8053"-16,0 0 56 0,0 0 764 15,87-23-560-15,-55 15-616 0,0-5-320 16,-1 1-272-16,2 1-224 0,-1 2-28 16,-5 2-148-16,-7 4-60 0,-7 3 52 0,-5 3-76 15,-5 7 232-15,-3 12 148 0,-11 4 80 16,-9 9 4-16,-4 3-148 0,-1 3-32 16,-3-3-44-16,5-2-8 0,7-5-68 15,8-6-28-15,4-6-36 0,4-3-40 0,12-3 76 16,8-4-4-16,4-3 92 0,8-6-64 15,4 0-148-15,3-6 64 16,-3-6-28-16,0 2-316 0,0-3-348 0,0 4-572 16,-13 3-1436-16,9-1-4309 0</inkml:trace>
  <inkml:trace contextRef="#ctx0" brushRef="#br2" timeOffset="189074.264">16782 17742 7400 0,'0'0'4693'0,"0"0"-3325"0,0 0-276 0,0 0-384 15,0 0-56-15,0 0 388 0,0 0-96 16,11 76-240-16,2-38-148 0,-2 0-188 15,1 6-136-15,0 4 36 0,-4-4-24 16,0 5-84-16,0-5-160 0,0 0-4 0,0-6-132 16,-4-6-32-1,4-10-104-15,-4-6-44 0,0-7-116 0,0-9-168 16,-4-3-440-16,0-10-764 0,0-1-640 16,0-26-3261-16</inkml:trace>
  <inkml:trace contextRef="#ctx0" brushRef="#br2" timeOffset="189257.428">16642 17498 13477 0,'0'0'1976'0,"0"0"-1360"0,0 0-352 0,0 0 956 0,0 0 80 16,0 0-368-16,0 0-468 15,80 0-464-15,-60 2-108 0,3 2-52 16,-3-2-268-16,4 2-408 0,1-2-240 0,-6 5-1224 15,-3 3-3025-15,0 9-4663 16</inkml:trace>
  <inkml:trace contextRef="#ctx0" brushRef="#br2" timeOffset="189480.646">17216 18104 14013 0,'0'0'2156'0,"0"0"-1416"15,0 0-204-15,0 0 688 0,0 0 236 0,0 0-620 16,0 0-840-16,0 0-196 0,0 0-8 0,84 50-28 16,-73-50-236-16,2 0-388 15,-2 0-528-15,5 0-1084 0,-8-3-2137 0,4-3-3539 16</inkml:trace>
  <inkml:trace contextRef="#ctx0" brushRef="#br2" timeOffset="189826.281">17562 18030 6036 0,'0'0'7737'0,"0"0"-6217"15,0 0-1004-15,0 0 164 0,28 64 428 0,-12-57-120 0,-4-4-580 16,8-3-188-16,3-13 12 15,5-6-24-15,0-10-96 0,0-6-112 16,4-6-188-16,-4-3-144 0,0 0-136 0,-8 2 52 0,0 7 8 16,-12 10 48-16,-4 6-12 15,-4 3 172-15,-4 5 200 16,-8 6 76-16,-7 2 120 0,-5 3 64 0,-4 0 176 0,3 3-40 16,1 9-28-16,1 4-132 15,3 7-236-15,3 5 0 0,-2 7-88 0,7 4 84 16,0 1 4-16,4 5 0 0,0-1 48 15,4 2 52-15,4-6-64 0,0-3-36 16,4-1-60-16,4-4 60 16,4-7-148-16,4-6 60 0,4 0-84 0,4-2-12 0,0-5-172 15,0-2-240 1,4-5-288-16,4 2-664 0,-13-1-1520 16,17 1-3581-16</inkml:trace>
  <inkml:trace contextRef="#ctx0" brushRef="#br2" timeOffset="189970.718">18327 18351 10516 0,'0'0'4793'16,"0"0"-3861"-16,0 0-644 0,0 0 684 15,0 0 412-15,0 0-12 0,0 0-772 16,0 0-600-16,0 0 0 0,0 0-524 16,56 7-4-16,-48-17-244 0,0-2-512 0,-4 2-1456 0,0-6-4801 15</inkml:trace>
  <inkml:trace contextRef="#ctx0" brushRef="#br2" timeOffset="190540.882">19391 17792 10212 0,'0'0'2457'0,"0"0"-1041"0,0 0-544 16,0 0 272-16,24 67 20 16,-16-35 60-16,0 13-348 0,0 2-424 0,4 7-184 0,-4 3-96 15,0 3-40-15,-1 0-132 0,2 1-172 16,-5-5-48-16,0-4-84 0,0-8-92 15,0-9-204-15,-1-10 8 0,-3-8 20 16,4-8-348-16,-4-9-476 16,5 0-644-16,-5-3-1057 0,4-20-2711 15</inkml:trace>
  <inkml:trace contextRef="#ctx0" brushRef="#br2" timeOffset="190773.443">19415 17830 9580 0,'0'0'1885'0,"0"0"-885"16,0 0 580-16,0 0 0 0,0 0-436 0,80-41-472 15,-52 35-300-15,0 0-28 0,0-1-120 16,4 1-64-16,-4 3-24 0,-1 3 36 16,-7 0-100-16,0 9-72 0,-8 7-140 15,-9 6 140-15,-3 7 0 0,0 13-64 0,-7 5-208 16,-9 7-112-16,-4 0-60 0,-4-1-140 15,0-2-256-15,5-9-264 0,-2-8-544 16,6-5-632-16,2-10-773 0,6-6-199 16</inkml:trace>
  <inkml:trace contextRef="#ctx0" brushRef="#br2" timeOffset="190975.012">19965 18310 9816 0,'0'0'1741'0,"0"0"-1021"0,0 0 188 16,0 0 652-16,20 67-276 0,-20-49-440 15,4 6-536-15,0-3-120 0,-4-2 36 16,3 3-92-16,1-2-132 0,-4-2-100 0,5 1-160 16,-1-6-188-16,0 0-504 15,-4-4-320-15,0-2-712 0,4-4-2381 0,-4-3-2531 16</inkml:trace>
  <inkml:trace contextRef="#ctx0" brushRef="#br2" timeOffset="191708.502">20726 18268 8776 0,'0'0'1968'0,"0"0"-567"16,0 0-21-16,0 0 28 16,0 0-252-16,0 0-316 0,4 80-368 0,-12-48-224 15,0 2-112-15,0-1-80 0,0-5-56 16,0-5-148-16,0-4-116 0,4-7-156 16,0-3-256-16,4-5-104 0,0-1-152 0,0-3-528 15,0-3-1237-15,0-20-2967 0</inkml:trace>
  <inkml:trace contextRef="#ctx0" brushRef="#br2" timeOffset="191942.961">21068 17875 11249 0,'0'0'1924'15,"0"0"-1188"-15,0 0 228 0,28 89 168 0,-16-48-40 0,-3 8-188 16,-5-2-372-16,3 3-224 15,1 1-52-15,-4 3 40 0,1 3-184 0,-1-3-112 16,-4 0-4-16,3-2-120 0,-3-6-60 16,0-4-480-16,0-11-116 15,0-4 124-15,0-9-20 0,0-6 108 0,0-5-260 16,0-4-1040-16,0-6-2941 0</inkml:trace>
  <inkml:trace contextRef="#ctx0" brushRef="#br2" timeOffset="192169.309">21145 17856 10332 0,'0'0'2649'0,"0"0"-1973"0,0 0-396 16,0 0 428-16,0 0 164 0,83-70-16 0,-55 57-144 15,0 7-380-15,0 0-108 0,-4 6-36 16,0 0-128-16,-5 3 40 0,-6 6-100 15,-2 10 0-15,-7 7-136 0,-4 5-24 0,-8 11-88 16,-8 3-52-16,-3 2-36 0,-5 0-140 16,-1 2-204-16,1-9-416 0,5-1-852 15,3-14-1077-15,0 6-1887 0</inkml:trace>
  <inkml:trace contextRef="#ctx0" brushRef="#br2" timeOffset="192475.263">21566 18279 5320 0,'0'0'7949'16,"0"0"-6653"-16,0 0-880 0,0 0 264 15,0 0 512-15,80 31-296 0,-68-28-388 16,1-3-360-16,-6 4-148 0,1-4-44 16,-4 2 32-16,0 2-72 15,1 2 84-15,-5 7 132 0,0 3-36 0,-5 6-96 0,-7 6-148 16,1 8-12-16,-2-1 100 15,5-4 60-15,-3 1 0 0,2-7 0 0,9-3-4 16,0-6-4-16,0-2-128 0,4-9-64 16,12 2 140-16,1-7 60 0,6 0 272 0,5-4 72 15,0-9-184 1,4 1-72-16,3-7-88 0,-3 0-48 0,0 0-40 16,-4 0-108-16,-4 3-472 0,-4 0-796 15,-4 3-960-15,4 1-3101 0</inkml:trace>
  <inkml:trace contextRef="#ctx0" brushRef="#br2" timeOffset="193093.193">22945 17910 9492 0,'0'0'2709'0,"0"0"-1025"0,0 0-644 0,0 0-172 15,0 0 224-15,0 0-472 0,0 0-484 16,-39 70 12-16,30-32 16 0,9 10 80 15,0 5 40-15,0 1 124 0,9 0-112 16,-2-8-76-16,1-9-156 0,1-9-64 0,2-11-96 16,1-5-52-16,0-9-112 0,4-3-144 15,8-9 232-15,0-10 36 16,0-4-248-16,3-9-160 0,-7 1-92 0,1-4 236 16,-6 6 388-16,2 1-40 0,-6 2 64 15,-3 7-12-15,-3 4 64 0,-1 5 60 16,-1 7 16-16,-3-1 132 0,0 4 4 0,0 0 280 15,0 0-220-15,0 0-88 0,0 7-88 0,4 3-148 16,0 5 112 0,4 2 84-16,1 5-12 0,-2 0 64 0,-3 0-40 15,4-3-184-15,-4 0-36 16,4 0-144-16,-4-3-56 0,0 0-364 16,-4-6-476-16,4-1-420 0,0-6-788 0,0 1-1633 15,0-4-2091-15</inkml:trace>
  <inkml:trace contextRef="#ctx0" brushRef="#br2" timeOffset="193375.446">23359 18047 2844 0,'0'0'6240'0,"0"0"-4083"0,0 0-693 16,0 0-100-16,0 0-240 0,0 0-244 16,0 0-52-16,0 0-184 0,80 57-272 15,-72-38-72-15,-4 3-16 0,4 3-16 16,-4 0-32-16,-4 1-28 0,0-7-92 0,0 0-116 15,0 1-52-15,0-12 44 0,0-1 8 16,-4-3 8-16,4-1 4 0,0-3-12 16,0 0-144-16,0 0 80 15,4-3 64-15,4-1 0 0,5-3 208 16,2-1-60-16,5-5-72 0,-1 1-68 0,6-2 4 16,-1-2-12-16,4-3-108 0,0 3-28 15,7-3 64-15,-3 0-136 0,4-1-248 0,0 1-448 16,-1 1-488-16,2 5-884 15,-14 4-1673-15,9-1-1403 0</inkml:trace>
  <inkml:trace contextRef="#ctx0" brushRef="#br2" timeOffset="193907.598">24109 18136 4608 0,'0'0'7349'0,"0"0"-5957"0,0 0-1288 16,0 0 200-16,28-70 484 0,-21 47 272 15,1-2-392-15,5 2-444 0,-6-2-124 16,1 3 88-16,0 0 24 15,-3 2-140-15,-1 5-20 0,-4 5 72 0,0 4 124 16,-9 3 64-16,1 3 192 0,-3 0 212 0,-6 7-276 16,-2 5-292-1,2 9-60-15,-3 5-88 0,5 9-52 0,-2 4-8 16,2 5 52-16,2 4-40 0,6-4 36 16,-1 3 0-16,4-5 12 0,4 0 84 15,0-11-36-15,8-3-44 0,3-5 48 0,6-11-52 16,7 1-64-16,-5-7-8 0,5-6 0 15,0 0 60-15,4-6-108 0,0-10-140 0,-3-3-168 16,-2-3-288-16,1-6-516 0,-8 8-1184 16,-4-12-3037-16</inkml:trace>
  <inkml:trace contextRef="#ctx0" brushRef="#br2" timeOffset="194474.988">23260 18021 2480 0,'0'0'4680'0,"0"0"-2736"0,0 0-700 0,0 0 133 15,0 0 123-15,0 0-880 0,0 0-84 16,0 0 8-16,-76-73-180 0,60 63 76 0,4 3 280 15,1 5-124-15,-2-4-160 0,-2 2-200 16,-2 2-124-16,2-3 12 0,-1 3 48 16,4 2-164-16,-1-4 116 0,2 4-124 15,-2 0-136-15,2 0-88 0,-1 4-108 16,-4 3-80-16,8 2 64 0,0 7-128 16,0 3-204-16,8 3-240 0,0 3-576 15,0 7-660-15,0-10-1969 0,8 17-1895 0</inkml:trace>
  <inkml:trace contextRef="#ctx0" brushRef="#br2" timeOffset="195209.313">25359 18037 4592 0,'0'0'3944'15,"0"0"-2160"-15,0 0 5 0,0 0-241 16,0 0-68-16,0 0-132 0,0 0-464 0,-79-42-216 15,71 52-100-15,-4 6-64 0,4 6-172 16,0 10-12-16,5 5-88 0,3 5 0 0,0 3 48 16,0-4-60-16,0-2-72 15,0-8-140-15,7-3-8 16,-3-8-172-16,4-5-156 0,0-2-552 0,4-7-132 16,4-3-324-16,-4-3-924 0,12-6-2937 0</inkml:trace>
  <inkml:trace contextRef="#ctx0" brushRef="#br2" timeOffset="195477.829">25567 18249 7948 0,'0'0'3077'0,"0"0"-2125"0,0 0-108 16,0 0 876-16,0 0-60 0,0 0-608 16,0 0-492-16,0 0-68 0,87 38-256 15,-66-52-88-15,7-5-144 0,-5-4-4 0,-3 0-88 0,0 1 76 16,-4 0-60-16,-4 3 20 15,-4 5-8-15,0 9 52 0,-8-2 8 16,0 5 48-16,0-3 112 0,-4 5 84 16,-8 0-240-16,-4 0 236 0,1 0-152 15,-6 5 20-15,1 1 192 0,5 0-300 16,-2 3-4-16,2 4-92 0,6-3-76 0,1 2-88 16,1 1-36-16,3-4-124 15,4 1-468-15,0-1-564 0,0-2-1100 0,0-1-2693 16</inkml:trace>
  <inkml:trace contextRef="#ctx0" brushRef="#br2" timeOffset="195780.164">25838 18098 6080 0,'0'0'2896'0,"0"0"-815"0,0 0-529 0,0 0-200 16,0 0-124-16,0 0-168 0,0 0-224 15,56 79-144-15,-52-64-160 0,-1-2-124 0,-3-4-372 16,4 1-36-16,-4-7-160 0,4 1-72 15,-4-2 20-15,4-2 52 0,1-2-76 0,6-8 232 16,-3-6-168-16,5-3-88 0,2-3-104 16,-2-4-48-16,2 5 88 15,5 2 96-15,-4 2 128 0,0 4-100 16,-4 7 152-16,-1 3 48 0,-2 0 224 0,-1 3 196 16,-4 3 268-16,0 0-68 0,-1 7-88 15,1-3-124-15,-4 5-152 0,5-2-8 16,-1 1-100-16,-4 3 0 0,4-2-92 0,-4 1-56 15,0-3-112-15,4-4-208 0,-1 0-652 16,1-2-532-16,0-4-692 0,5 0-1749 0,2-13-1203 16</inkml:trace>
  <inkml:trace contextRef="#ctx0" brushRef="#br2" timeOffset="195992.678">26375 18002 9260 0,'0'0'2733'0,"0"0"-1837"16,0 0-384-16,0 0 176 0,48 77 296 15,-40-50-4-15,1 5-272 0,2 3-288 0,-3 4-8 16,0 5 220-16,1 1 144 16,-6-1-248-16,1 6-88 0,-4 2 0 15,0-5-24-15,0 1-212 0,-4-4-156 16,-3-6-48-16,2-8 0 0,-3-9 0 0,4-5-8 16,0-9-76-16,-3-7-172 0,-2 0-328 15,-3-11-424-15,-4-7-100 0,4-7-8 16,-8-11-556-16,9 8-1248 0,-10-23-3117 0</inkml:trace>
  <inkml:trace contextRef="#ctx0" brushRef="#br2" timeOffset="196158.195">26280 17717 11521 0,'0'0'2160'0,"0"0"-1156"15,0 0 532-15,0 0 144 16,0 0-288-16,88 6-400 0,-68-6-612 0,4 0-380 15,-1 0 0-15,-3 0-268 0,4-4-404 16,-4 2-324-16,0-3-452 0,-4 5-1756 16,0-2-4973-16</inkml:trace>
  <inkml:trace contextRef="#ctx0" brushRef="#br2" timeOffset="196907.024">27551 17564 8884 0,'0'0'3937'0,"0"0"-2245"0,0 0-304 16,0 0-248-16,0 0 40 0,12 104-344 0,-8-49-344 16,0 8-284-16,3 10-76 15,-2-1 40-15,-1 2 112 0,0-7-40 0,4-8-124 16,-1-4-72-16,6-14-48 0,-5-6-88 16,3-6-132-16,2-10 12 15,-5-6-24-15,3-7-72 0,2-4 44 0,2-2 112 0,1-2-36 16,5-10-148-16,-6-4-220 15,2-6 92-15,-6-3-136 0,-7-5-364 0,0 1-960 16,-4 1-772-16,-4 6-1593 0,-16-11-1187 0</inkml:trace>
  <inkml:trace contextRef="#ctx0" brushRef="#br2" timeOffset="197066.62">27245 17942 8308 0,'0'0'1968'16,"0"0"-331"-16,0 0-561 0,0 0-108 0,0 0 108 15,0 0-144-15,0 0-168 0,71 66-164 16,-31-56-92-16,4-4-100 0,-1-3-188 16,6-3-220-16,2 0 8 0,-7-3-8 0,3-3-136 15,-2 0-172-15,-2-1-200 16,-3 1-348-16,-8-1-164 0,4 4-544 0,-13 0-1456 16,5 3-4097-16</inkml:trace>
  <inkml:trace contextRef="#ctx0" brushRef="#br2" timeOffset="197948.937">28097 18021 1212 0,'0'0'7140'0,"0"0"-5260"15,0 0-759-15,0 0-93 0,-4 89-8 0,4-61-28 16,0 1-108-16,0-4-280 0,0-3-304 16,4-9-184-16,-1 0-28 0,2-6-12 0,3-5 160 15,4-2 40 1,0 0-28-16,4-2 12 0,0-8-36 0,3-6-124 16,-2-6 8-16,2-7-8 0,1-3-52 15,-3 0-48-15,-6 5-48 0,1-5 44 0,-7 6-8 16,-2 0-64-16,-3 8 72 15,0 2 0-15,-8 0-4 0,-8 7 0 0,5 2-104 0,-10 4-108 16,1 3 44-16,-4 0 128 16,5 5-164-16,-1 6-36 15,-1 5 24-15,6-4-104 0,-2 7-176 0,2 0-112 0,7-3-356 16,0 7-672-16,0-11-2297 16,4 10-3307-16</inkml:trace>
  <inkml:trace contextRef="#ctx0" brushRef="#br2" timeOffset="198541.468">29025 17980 4120 0,'0'0'5552'15,"0"0"-3655"-15,0 0-401 0,28 74-388 0,-12-66-160 16,4-2-144-16,7-6-324 0,5-2-4 16,5-15-216-16,-1-2-160 0,-1-6-92 0,-3-7-4 15,0 4 0-15,-8-5 4 0,-5 5 80 16,-2 3-88-16,-6 0-60 0,-2 3-88 15,-5-1-64-15,-4 4-24 0,0 3 124 16,-9 0-12-16,-2 4 124 0,-5 3 76 16,0 2 40-16,-4 3-4 0,-4 4-16 15,4 0 132-15,0 6-92 0,4 8-136 16,-4 8-200-16,1 7 200 16,3 8 12-16,0 8 176 0,0 8-4 0,4 2 16 15,0 2 24-15,8-2-28 0,0-8-184 16,4-9-12-16,4-7-160 0,7-12-36 0,10-6 84 15,-1-3-176-15,8-10 128 0,4 0-64 0,3-6-364 16,1-11-356-16,4-2-472 16,-5-9-472-16,-7 6-1325 15,13-13-1935-15</inkml:trace>
  <inkml:trace contextRef="#ctx0" brushRef="#br2" timeOffset="198857.734">29691 17872 4912 0,'0'0'4744'0,"0"0"-2475"16,0 0-441-16,0 0-348 0,0 0-220 0,0 0-204 15,0 0-176-15,0 0-388 16,0 0-296-16,0 0 28 0,-81 95 8 0,74-57 48 0,-1-6 112 16,4-1-72-16,0-5-320 15,4-10-40-15,0-7-216 16,4-2-108-16,4-4 20 0,0-3 100 0,4-3 56 16,7-6-44-16,2-7-12 0,-5-4-52 15,3-2 48-15,-6 0 36 0,2-1 64 16,-7 4 12-16,1 4 72 0,-5 5 64 15,-1 1 0-15,-3 6 188 0,0-1 120 0,0 4 88 16,0 0 0-16,4 0-88 0,-4 0-16 16,0 4-72-16,4 5-220 0,0 7 4 0,0 3 108 15,5 3-16 1,-6 1 28-16,5 2-124 0,0-6-104 16,4-4-140-16,-4-2-232 0,4-1-176 0,0-7-92 15,4-3-148-15,0-2-540 0,0-9-1028 0,0-1-1433 16,3-11-3715-16</inkml:trace>
  <inkml:trace contextRef="#ctx0" brushRef="#br2" timeOffset="199059.459">30105 17789 11941 0,'0'0'2436'16,"0"0"-1856"-16,0 0 500 0,0 0 432 0,-56 73-508 15,40-34-364-15,1-2-188 16,6 8-24-16,-3-4 160 0,8-3 144 0,4-9-392 15,0-3-340-15,0-12-40 0,0 0-272 16,8-11-224-16,9-3-40 0,-6 0 148 16,9-12 148-16,0-12 20 0,4-7-292 0,-4-7-348 15,-1-3-580-15,2-3-1084 16,-10 12-2085-16,10-19-1619 0</inkml:trace>
  <inkml:trace contextRef="#ctx0" brushRef="#br2" timeOffset="199374.971">30256 17329 10196 0,'0'0'2765'0,"0"0"-1545"0,0 0 92 0,0 0 408 0,0 0-472 0,0 0-520 16,0 0-436-16,0 88 28 0,0-43 144 15,0 3 512-15,5 9-295 0,-1-3-341 16,-1 6-220-16,-3-3-120 16,0 0-48-16,0 2-132 0,0-9-297 0,4-6-19 15,-4-6 144-15,4-12 108 0,0-8 72 16,4-5-36-16,-3-7-84 0,2-1-40 0,1-5 100 15,0 0 108-15,0-7 124 0,4-6 24 16,4 0 52-16,-4 0 4 16,0 0-80-16,4 4-84 0,-4 3-76 0,0 3 48 0,-4 3 112 15,3 3 308-15,2 6 96 16,-1 4-76-16,-1 3-180 0,2 3-12 16,-6 0-124-16,1 4 48 0,-4-1-48 15,5-4-8-15,-6-1-4 0,5-2-304 16,0-8-492-16,4-1-460 0,0-6-1404 0,-4 0-2857 15,4-10-4319-15</inkml:trace>
  <inkml:trace contextRef="#ctx0" brushRef="#br2" timeOffset="199857.348">31057 17805 11341 0,'0'0'1536'0,"0"0"-820"0,0 0 108 0,0 0 476 16,0 0-72-16,0 0-592 0,0 0-340 15,0 0-60-15,-23 96 36 0,26-66-40 0,5-3-72 0,9-5-112 16,2-10-48 0,1-2-52-16,4-10-20 0,-1 0-100 15,5-10-40-15,0-9 140 0,0 0-116 0,-7-4-156 16,-2-2-16-16,-7 3 88 0,0 3 156 15,-4 3 56-15,-3 4 52 0,-5-1-56 0,0 1 64 16,-5 5 80-16,-3 1 120 0,-7 2-112 16,-6 1 36-16,1 3-28 15,1 0 28-15,-1 0-124 0,4 3-96 16,0 4-140-16,4-1-128 0,3 4 28 16,2-1-168-16,3 1-412 0,4 0-772 0,0-1-1457 15,0 0-2935-15</inkml:trace>
  <inkml:trace contextRef="#ctx0" brushRef="#br2" timeOffset="199977.736">31404 17847 8688 0,'0'0'2569'0,"0"0"-1029"0,75 7-188 0,-43-7-104 16,4-11-416-16,1-2-392 0,2-5-192 16,-3-8-248-16,3-6-276 0,-3 1-504 0,-4-5-212 15,-4 3-660-15,-8 3-1469 0,0-11-6003 16</inkml:trace>
  <inkml:trace contextRef="#ctx0" brushRef="#br2" timeOffset="200193.251">31611 17227 8824 0,'0'0'1812'0,"0"0"-1271"15,0 0 23-15,-4 92 844 0,8-44 232 0,4 6-176 0,0 9-368 16,0 7-244-16,-4 3-12 15,-1 1-104-15,-3-2-248 0,0 2-244 16,0-4-244-16,-3-14-168 0,3-8-272 0,0-13-136 16,8-16-64-16,4-13-16 15,8-6 64-15,-1-15-456 0,9-14-236 16,0-16-708-16,-3 11-2213 0,6-30-1035 0</inkml:trace>
  <inkml:trace contextRef="#ctx0" brushRef="#br2" timeOffset="200875.598">31973 17252 9148 0,'0'0'3905'16,"0"0"-2241"-16,0 0-356 0,0 0-128 0,0 0-376 0,0 0-348 16,0 0-96-16,4 93-4 15,0-49 48-15,1 7 416 0,-1 3 8 16,-4 0-340-16,4 0-175 0,0-2-117 0,-1-5-92 16,1-3-104-16,0-3-84 0,0-9-72 0,1-3-113 15,-1-8 25-15,0-5 24 16,3-6 28-16,-3-6-4 0,0-1-168 0,5-3-100 15,-5 0 24-15,7-3 108 0,-3-1 124 16,0-3 60-16,0 4 36 16,0-2 28-16,0 5-52 0,0 0 136 0,0 2 108 15,4 8 460-15,-4 0-16 0,4-1-260 16,-4 4-84-16,4 0-64 0,0-4-44 16,-1 0-100-16,2-5-8 0,6-1-52 0,-2-3 52 15,3 0 8 1,3-7 0-16,-3-9-196 0,4 4-88 0,-4-4-68 0,-4-3-28 0,0 3 96 15,0-3 76-15,0 6-24 16,-4 0-4-16,-4 4 52 16,-5 0 108-16,6 5 76 0,-9 1 8 0,0 3 240 15,0 0 160-15,0 0 32 0,0 0 4 16,0 0 44-16,0 0 96 16,-5 3-144-16,-2-3-232 0,-1 4-196 0,-4-2 60 0,0 2 36 15,-4 2-48-15,0 7-60 16,4-1-4-16,0 1-4 0,0 6-64 0,4-2 0 15,0-3-24-15,4 0-172 0,0-9-172 16,4 2-48-16,0-7 12 0,0 0-140 16,8-7-108-16,-3-1-440 0,2-5 76 15,5-3-32-15,0 1-668 0,0-2-508 16,0 4-433-16,8-2 169 0,-4 2 708 0,4 0 900 16,-4 0 952-16,-1 7 536 0,2 0 1236 15,-2 3 672-15,-2 0-32 0,-2 3-315 16,1 0-497-16,1 3-436 0,2 3-256 15,-3 3-180-15,0 4-164 0,-4 6-120 0,0 3-156 16,0 4 8-16,-4 3-36 0,0 3 48 16,0-1-88-16,-4-3-12 15,4 1-72-15,0-6-76 0,0-4-60 0,0-10 0 16,4-3-48-16,0-3 48 0,4-6 100 16,7-10-20-16,2-6-80 15,7-12-84-15,0-4-212 0,4-6-184 0,-1 0-212 16,1-4-312-16,0 3-808 0,-8 14-2312 15,-1-10-2965-15</inkml:trace>
  <inkml:trace contextRef="#ctx0" brushRef="#br2" timeOffset="201892.018">26695 18431 9652 0,'0'0'3053'15,"0"0"-1085"-15,0 0-608 0,0 0-120 16,0 0-100-16,0 0-32 16,0 0-144-16,0 0-364 0,0 0-372 15,0 0-80-15,0 0-40 0,3 0-108 16,-3 0 0-16,0 0-96 0,0 2-64 0,4-2 4 15,0 0 108-15,0 0-232 0,0 0-100 0,1 0-60 16,-1 0 60-16,-1 0 100 0,-3 0 84 16,4-2-16-16,0 2 80 0,-4 0 32 15,4 0 96-15,0 0-4 16,-4 0 0-16,0 0 8 16,0 0 12-16,4 0 84 0,-4 0 52 0,0 0 24 0,0 0 76 15,0 0 56-15,0 0-44 0,0 0-28 16,0 0-112-16,0 2-120 0,0-2-132 0,-4 4-480 15,-4-4-324-15,4 3-712 16,-3 4-3720-16,30-23-6217 0</inkml:trace>
  <inkml:trace contextRef="#ctx0" brushRef="#br2" timeOffset="-192302.866">18100 4816 1228 0,'0'0'6760'0,"0"0"-1599"15,0 0-3941-15,0 0-624 0,0 0-128 16,0 0-16-16,0 0 164 0,0 0 244 0,0 0-204 16,0 4-236-16,0-4-184 15,0 0-116-15,8 3-116 0,0 3 244 16,4 3 36-16,4 1-124 0,-4-1-4 0,4 1-8 15,0 2-24-15,0 1 8 0,4 0 4 16,-1 3 12 0,5 3-16-16,1 0-8 0,6 3 32 0,1 4-8 0,4-1-52 0,3 0-36 15,2 4 40-15,-1-4-52 16,-1 0-48-16,2 0-12 16,-2-1 12-16,-3-2 32 0,0-3-32 0,-1 0-60 15,-3-3 60-15,0-4 0 0,-8 1-72 0,0-1 56 16,-7-1-56-16,-2-6 0 15,-3 2 0-15,-4-7-40 0,-4 3-20 16,-4-3-64-16,0 0-96 0,0 0-16 0,0 0-108 16,0 0-40-16,-8-7-36 0,-8-1-272 0,-4-9-232 15,-3-5-664-15,-5-3-652 0,4 6-1797 16,-20-19-1159-16</inkml:trace>
  <inkml:trace contextRef="#ctx0" brushRef="#br2" timeOffset="-191936.311">18316 4717 7312 0,'0'0'1660'0,"0"0"857"15,0 0-1121-15,0 0-644 0,0 0 36 0,0 0 260 16,0 0 108-16,0 0-160 0,0 0-340 15,0 0-312-15,0 0 52 0,35 14 20 0,-14-5 100 16,2 4-136-16,1 2-212 0,4 5 28 16,4-1-48-16,0 6-16 0,3 4 4 15,6-1 104-15,-2 4 224 16,1 3-171-16,-1-6-209 0,-2 2-84 16,3-2-8-16,-8-4 8 0,3-3 0 0,-7 0 0 15,0 0-4-15,0-2-44 0,-4-4-88 16,-4-3 76-16,-4-1 0 0,-1-2-37 15,-2-1 49-15,-5-5-52 0,-4-1-44 16,-1 0-112-16,-3-3-120 0,0 0-52 16,0 0-60-16,0 0 8 0,-3-3-84 0,-9-7-348 15,-8-2-884-15,-8-4-1124 0,4-1-2481 16,-24-8-2259-16</inkml:trace>
  <inkml:trace contextRef="#ctx0" brushRef="#br2" timeOffset="-191668.135">18097 4619 4076 0,'0'0'1120'0,"0"0"3524"16,0 0-3291-1,0 0-285-15,0 0-264 0,0 0-40 0,0 0 100 0,-84 77-120 16,63-56-320-16,2 4-184 16,-1 5-112-16,-4 1-128 0,-4 4-4 15,0 0-84-15,0 3 84 0,9-2 4 0,-2-8-88 16,6-2-100-16,2-11-160 16,9-2-156-16,1-10-268 0,3-3-708 0,0 0-1221 15,0-12-4151-15</inkml:trace>
  <inkml:trace contextRef="#ctx0" brushRef="#br2" timeOffset="-191450.14">18260 4657 260 0,'0'0'8404'0,"0"0"-6384"16,0 0 137-16,0 0-213 0,0 0-280 15,0 0-460-15,91 10-312 0,-63-4-180 0,4-2-124 16,8-2-136-16,4 3-132 0,0-5-260 15,4 0-60-15,-1-5-96 16,1-1-148-16,3 0-356 0,-2-1-348 0,-2 1-324 16,-15 3-1020-16,8 3-3317 0</inkml:trace>
  <inkml:trace contextRef="#ctx0" brushRef="#br2" timeOffset="-191119.645">18642 5394 9080 0,'0'0'2669'0,"0"0"-1809"15,0 0-744-15,0 0 332 0,0 0 492 0,0 0 676 16,63 73-188-16,-46-61-608 0,3 5-276 15,-1-4-76-15,2-1 108 0,3-2-112 0,-9-1-184 16,6-2-96-16,-2-1 120 0,-3-3-24 16,4 0-12-16,0-3-24 0,-4 0-120 15,0 0 9-15,4-6 35 0,-5-4 4 0,6-2 32 16,-1-4 64 0,-5-3 48-16,9-7-52 0,-3-6-44 15,2-5-116-15,-3-5-104 0,0-6-96 0,0-2-160 0,4-1-336 16,-4 2-305-16,-1 2-175 15,2 10-544-15,-5 11-2180 0,-4-2-3585 16</inkml:trace>
  <inkml:trace contextRef="#ctx0" brushRef="#br2" timeOffset="-189973.945">19861 6086 2316 0,'0'0'2048'15,"0"0"3220"-15,0 0-3499 0,0 0-525 0,0 0-340 16,0 0 112 0,0 0-20-16,0 0-240 0,0 0-168 0,0 0-176 15,0 0-128-15,36-76-48 0,-24 54-52 16,4 2-72-16,-1-1-100 0,2 2 48 15,-1 2-60-15,0 4-4 0,-5 4-8 0,6 0-36 16,-6 2-40-16,6 4 40 0,-6 3-56 16,6 0 104-16,-6 0 0 0,6 3 0 15,-2 4 96-15,2 5-8 0,-2 1 32 0,1 6 44 16,0 4-80-16,0 8-8 16,-4 1 32-16,0 6-108 0,-4 3 60 15,0 1-56-15,-4-1 48 0,-4-3-52 16,3-3-8-16,-3-7-104 0,0-5-36 0,4-8-72 15,-4-2-212-15,0-6-300 0,0-4-208 16,0-3-268-16,5 0-848 0,-5-3-2185 16,4-17-3627-16</inkml:trace>
  <inkml:trace contextRef="#ctx0" brushRef="#br2" timeOffset="-189739.525">20339 5889 4564 0,'0'0'1108'0,"0"0"3496"0,0 0-3199 16,0 0-225-16,0 0 348 0,-83 86-68 16,63-54-292-16,-4 3-336 15,-1 3-300-15,2-1-164 0,-1 5-72 16,0-4-100-16,0 0-196 0,5-3-4 0,-2 0-144 0,1-4-84 16,5-4-164-16,3-5-48 0,0-7-52 15,8-5-48-15,0-3-196 0,4-5-444 16,0-2-400-16,0 0-720 0,0-2-945 0,11-15-2935 15</inkml:trace>
  <inkml:trace contextRef="#ctx0" brushRef="#br2" timeOffset="-189205.107">20554 5800 168 0,'0'0'1684'0,"0"0"-1148"0,0 0-316 15,0 0 68-15,0 0-224 0,0 0 16 16,0 0-4-16,0 0 68 0,0 0 1992 0,0 0-872 16,0 0-472-16,-11-3-24 15,11 3 360-15,0 0 72 0,0 0-115 16,0 3-177-16,0 1-104 0,0 2 48 16,0 0 48-16,0 0-96 0,-4 1-76 0,4 3-56 15,0-1-36-15,0 0-120 0,0 1-60 16,-4 3-76-16,4-4-60 0,0 7-76 15,-4 3-48-15,4 4 12 0,0 5 24 16,0 10-12-16,0 3-24 0,0 10-12 0,0 3-40 16,0 6 4-16,4 1-16 15,0-1-92-15,0 4-40 0,-1-7-72 16,1-1-12-16,5-4 80 0,-5-4-4 0,4-4-8 0,-1-6-44 16,1-3 56-16,1-6-80 0,-2-4 0 15,1-6-4-15,-4-7-8 16,0-2 0-16,1-4-100 0,-5-6-84 0,0 0-100 15,0 0-108-15,0 0-28 0,0-9-40 16,0-10-172-16,0-10-244 0,0-8-776 16,-9-12-536-16,5 9-2201 0,-7-27-3203 15</inkml:trace>
  <inkml:trace contextRef="#ctx0" brushRef="#br2" timeOffset="-188906.153">20539 5804 6340 0,'0'0'1260'0,"0"0"1268"0,0 0-1083 0,0 0-333 16,0 0 392-16,0 0-100 0,0 0-324 15,0 0-324-15,84-64-232 16,-61 55-44-16,5 6-60 0,4-3-40 16,-1-1-84-16,1 3-112 0,0 4 12 0,-4 0-100 15,0 0-48-15,-8 0 16 0,5 6-52 16,-10 5 44-16,-2 1-52 0,-2 7 52 15,-7 3 80-15,-4 7 8 0,-4 6-32 0,-12 4-52 0,-4 1 12 16,0 2-60 0,-4-4 100-16,-4-3-52 0,1-1-60 0,-1-4-172 15,0-5-264-15,0-6-128 0,0-3-72 0,4-4-216 16,5-2-164-16,-2-4-236 16,9 0-664-16,0-3-936 0,5 1-3289 0</inkml:trace>
  <inkml:trace contextRef="#ctx0" brushRef="#br2" timeOffset="-188369.274">21029 6397 912 0,'0'0'8704'0,"0"0"-7055"15,0 0-161-15,0 0 68 0,84-41-108 0,-65 35-292 16,1-1-236-16,0 4-216 16,-4-1-236-16,-4 4-248 0,0 0-220 0,-4 0-96 0,-4 7-4 15,0 3 100-15,-4 6 84 0,0 3-84 16,0 0-36-16,-12 6-48 15,4 2 32-15,-4-2 40 0,-4-4 4 0,4 2 8 16,4-4 8-16,0-3 28 0,5-4-36 16,3-2-48-1,0-4 12-15,0 0 36 0,0-3 136 0,7 4-40 0,5-4 16 16,0 0 48-16,4-3 0 0,4 0-52 16,4-3 4-16,-5-7-112 0,6-2-8 15,-5-4-360-15,4-3-408 0,-9 0-424 16,2 0-336-16,-6 7-1404 0,-3-11-4137 15</inkml:trace>
  <inkml:trace contextRef="#ctx0" brushRef="#br2" timeOffset="-188137.543">21547 5892 8096 0,'0'0'2576'15,"0"0"245"-15,0 0-1601 0,0 0-376 16,0 0 336-16,0 0-196 0,0 0-180 0,0 0 20 16,0 0-372-16,79 42-144 0,-55-17-64 15,4 4-12-15,-4 9 84 0,-1 3 36 16,2 3-192-16,-5-2-160 0,0-4-148 16,-4-3-60-16,-5-9-20 0,2-5-176 15,-2-8-316-15,2-7-240 0,-2-6-212 16,1-8-768-16,1-6-2308 0,2-17-2925 0</inkml:trace>
  <inkml:trace contextRef="#ctx0" brushRef="#br2" timeOffset="-187976.462">21845 5873 5520 0,'0'0'7409'0,"0"0"-6097"0,0 0-604 0,-95 95 124 15,63-53 272-15,0 5 88 0,0 1-136 16,-4 0-380-16,8-1-296 0,0-8-216 0,8-8-164 15,5-5-220-15,7-7-356 0,-1-6-296 0,5-10-316 0,4-3-676 32,0 0-964-32,17-26-2533 0</inkml:trace>
  <inkml:trace contextRef="#ctx0" brushRef="#br2" timeOffset="-187807.206">22064 5717 9972 0,'0'0'5277'16,"0"0"-4241"-16,0 0-112 0,0 0 596 0,0 0-636 16,84-6-284-16,-60-2-196 0,4-3-172 0,0-8-232 15,8 0-380-15,0-3-512 0,3-3-584 16,-15 6-1060-16,12-10-4001 16</inkml:trace>
  <inkml:trace contextRef="#ctx0" brushRef="#br2" timeOffset="-187626.862">22479 5343 8704 0,'0'0'4165'15,"0"0"-2421"-15,0 0-748 0,0 0-92 0,0 0 516 0,0 0-68 0,-4 80-260 16,4-52-508-16,4 5-280 0,0 0-72 0,4 9-52 16,0-1-56-1,-4 1-124-15,0 2-112 0,0 1-264 0,-4 2-304 0,0 1-408 16,0-1-552-16,-4-11-2164 0,4 8-3245 15</inkml:trace>
  <inkml:trace contextRef="#ctx0" brushRef="#br2" timeOffset="-186662.395">23025 6042 6596 0,'0'0'2672'0,"0"0"77"0,0 0-873 15,0 0-876-15,0 0 20 0,0 0 172 0,0 0-212 16,0 0-280-16,0 0-168 16,96 0-168-16,-72-3-56 0,3-1-148 15,1-2-80-15,0-1-80 0,4-2-60 16,-4 0-148-16,3-1-48 0,-3-3-348 0,-3 4-444 16,-1 3-268-16,-13-1-960 15,1 7-3253-15</inkml:trace>
  <inkml:trace contextRef="#ctx0" brushRef="#br2" timeOffset="-186472.155">23132 6245 7292 0,'0'0'3957'0,"0"0"-2061"16,0 0-536-16,0 0-600 0,0 0 144 15,0 0 308-15,0 0-296 0,0 0-188 16,100 0-248-16,-64-6-236 0,0-1-244 0,4-3 0 15,3-2-220-15,-2-4-200 0,6 0-464 16,5 1-320-16,0-5-540 0,-16 5-2681 0,15-15-5479 16</inkml:trace>
  <inkml:trace contextRef="#ctx0" brushRef="#br2" timeOffset="-186215.549">23997 5645 8128 0,'0'0'6609'0,"0"0"-5801"0,0 0-684 16,0 0 352-16,0 0 828 0,32 89 324 15,-20-48-560-15,0 6-496 16,4 11-292-16,0 9 24 0,-5 2 60 0,2 11-83 16,-6-1-157-16,-3 3-124 0,-4 1-64 15,0-6-141-15,0-8-135 16,0-12-76-16,0-12 28 0,0-14-40 0,0-11 84 15,0-11-108-15,0-9-468 0,4 0-48 16,-4-13-324-16,4-9-400 0,-4 3-1036 16,0-25-2405-16</inkml:trace>
  <inkml:trace contextRef="#ctx0" brushRef="#br2" timeOffset="-185952.269">23973 5572 8036 0,'0'0'1868'0,"0"0"-167"16,0 0-689-16,0 0-296 0,0 0 428 0,48-67 192 16,-28 58-296-16,3-3-392 0,1 1-252 15,8 8-124-15,0 0-24 0,0 3-64 16,0 6-60-16,-4 7-116 0,0 6 40 16,-4 7 4-1,-4-1-52-15,-12 10 84 0,0 0-76 0,-8 6 44 16,-8 1 8-16,-5 2-48 0,-10-3 60 0,-1 4-8 0,-4 0-60 15,-4-7-4-15,0-1-320 0,4-5-260 16,4-3-40 0,0-7-112-16,9-7-284 0,-2 1-876 0,6-5-1985 0,7-6-1851 15,-4 4 1305-15</inkml:trace>
  <inkml:trace contextRef="#ctx0" brushRef="#br2" timeOffset="-185749">24691 6473 12225 0,'0'0'5220'0,"0"0"-4836"16,7 74-384-16,-3-43 0 0,0 8 36 0,0 3 272 15,0-2-308-15,1 2-296 0,-2-1-448 16,1 0-420-16,-4-5-896 0,0 8-4237 15</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23:03.182"/>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7030A0"/>
    </inkml:brush>
  </inkml:definitions>
  <inkml:trace contextRef="#ctx0" brushRef="#br0">2334 1054 7564 0,'0'0'5569'0,"0"0"-4701"0,0 0-400 16,0 0 124-16,-20-71 832 0,9 62 80 0,-6 0-16 16,-2 2-448-16,-5 4-380 15,0 0-188-15,-4 0-43 0,0 3-41 0,-4 3-40 16,0 3-92-16,-4 5-88 0,1 3-120 16,-5 10 36-16,0 1-76 0,-4 9 0 15,-4 8-8-15,1 5-52 0,-2 11 44 16,2 8-32-16,3 7-44 15,4 7 12-15,4 2 12 16,8 11-60-16,8-2 72 0,5-1 44 0,11-8 0 0,4-6 4 16,0-9-8-16,8-7 8 0,7-6-4 0,5-10-8 15,4-2 0-15,4-7-48 16,0-10 0-16,8-9-72 0,4-7-12 16,3-9-64-16,5-3-156 0,8-16-221 0,4-6-427 0,0-7-764 15,0-6-1244-15,-17 6-2449 16,9-15-3455-16</inkml:trace>
  <inkml:trace contextRef="#ctx0" brushRef="#br0" timeOffset="295.058">2175 1977 3860 0,'0'0'7509'0,"0"0"-6277"0,0 0 460 16,-28 90-376-16,20-55 324 0,4-4-8 16,-4 5-172-16,8-5-500 0,0-5-399 0,0-7-293 15,12-4-196-15,-4-5-12 16,12-4-12-16,-4-6 36 0,12 0-36 15,4-9-48-15,7-10-216 0,1-8-245 0,0-3 9 16,-4-3 28-16,-4-1 56 0,-8 5 52 16,-5 7 60-1,-6 3 84-15,-5 6-72 0,-8 4 192 0,0 3 52 0,-12 1 96 16,0 0 272-16,-4-2-64 0,0 5-132 16,0-5 72-16,0 3 0 15,0 4-12-15,0 0-4 0,4 0-56 0,-4 6-40 16,4 5-64-16,-4-3-68 0,5 9-88 15,-6 2-32-15,6-3-112 0,-6 3-144 16,6 3-272-16,-1-6-268 0,3 0-624 0,5-4-2240 16,1-1-2241-16</inkml:trace>
  <inkml:trace contextRef="#ctx0" brushRef="#br0" timeOffset="653.897">2765 1880 1032 0,'0'0'12605'0,"0"0"-8681"0,0 0-3640 0,0 0 12 0,0 0 444 16,0 0 448-16,0 0-260 16,60 89-452-16,-45-62-160 0,-2 9-111 15,-2 5-21-15,-3 0-76 0,-4 8-60 16,1-5-48-16,-5 0 0 0,0-3-4 15,-5-9-4-15,5-4-40 0,-4-11-24 16,4-5-72-16,0-5-89 0,0-4-155 0,0-3-4 0,9-10 100 16,2-6 292-16,9-5 48 15,4-15 4-15,4-9-52 0,3-2-180 16,1 0 72-16,4-1 44 0,1 9 64 0,-2 8 172 16,5 1 48-16,-4 11-24 15,-5 1-64-15,-6 5-12 0,-1 0 8 0,-5 4-128 16,-3 4-124-16,-4-2-104 0,-3 3-320 15,-5 4-396-15,-1 4-704 0,-3-2-1544 16,-7 15-3265-16</inkml:trace>
  <inkml:trace contextRef="#ctx0" brushRef="#br0" timeOffset="1120.368">1334 2803 10904 0,'0'0'4861'0,"0"0"-4761"0,0 0 104 0,0 0 1456 16,0 0 360-16,0 0-776 0,0 0-391 16,0 0-261-16,0 0-204 0,0 0-96 0,0 0-28 15,48-3 64-15,-20-1 36 0,4 4-100 16,4 0-108-16,3 0 12 0,6 0-32 15,2 4-4-15,5-4 0 0,12 0-60 16,3 0-64-16,13-4-8 16,3-1 0-16,5-5-84 0,8-2 36 0,0-1 40 15,-4 1-100-15,3-2 104 0,-8 5-108 16,1-4-44-16,-4 3 84 0,-4 4 60 0,-5 0-60 16,1-1 28-16,-8 4 44 15,3 0 48-15,1 0 12 0,0 0 60 16,-4-1-36-16,-5 1-20 0,-3 0-56 15,-8 0-4-15,-8 0 4 0,-1 0-8 16,-10 0 0-16,-1-1-4 0,-9 4 4 16,-3-3-4-16,-3 3-48 0,-6 0-56 0,1 0 12 15,-4 0 0-15,0 0-144 0,-4 0-148 16,-4 0-108-16,4 0-48 0,-4 0-72 0,0 0-29 16,0 0-303-16,0 0-608 0,0-3-808 15,0 0-1980 1,-4-8-4249-16</inkml:trace>
  <inkml:trace contextRef="#ctx0" brushRef="#br0" timeOffset="12820.07">7466 1035 1160 0,'0'0'9664'0,"0"0"-8251"0,0 0-745 0,0 0 132 16,0 0 556-16,0 0-68 0,0 0-220 15,0 0-76-15,-4-14-268 0,0 14-220 0,0 4-160 16,-4 3-112-16,-4 5-84 0,-4 7-16 0,0 4 28 16,-3 2-28-16,-2 8 28 0,6 0-40 15,-1 3-108-15,4 5-12 16,-1 0-4-16,10 3-60 0,-1 7 56 0,4-3 4 0,0-3-80 16,7-4 36-1,6-3-4-15,6-9 44 0,5-7 8 0,4-7 136 16,4-5-4-16,4-4 40 15,3-6 60-15,2-3-64 0,2-6-168 0,2-10 0 16,-2-3-84-16,1-7-36 0,-4 0 32 16,0-6-228-16,-1-2 0 0,-3 2 12 0,1-7 0 15,-5 4 8-15,-4 3 16 0,-5-3-4 16,1 3 28-16,-8 4 56 0,0 1 188 16,-9 2-28-16,-2 3 40 0,-1 3 160 0,-4 3-36 15,0 2 12-15,0 5 84 0,-9 2-12 0,5 7 60 31,1 0 16-31,-9 3 32 0,-1 3-316 0,-2 7 0 16,-5 2-48-16,-8 8 48 0,0 5 4 16,1 6 92-16,-6 1-20 0,-3 4 20 15,4 1 52-15,-3 2 20 0,-5 2 64 0,5 0-36 16,-6 1-4-16,5-1-8 0,-3 3-51 16,7-3-37-16,0-3-8 0,8 0-16 15,9-6-72-15,6-3 0 0,5-7-60 0,0-6 60 16,4 3 0-1,8-7 60-15,4 1 48 0,4 0 124 0,8-1 8 0,0 2-92 16,4-3-16-16,0 3-12 16,4-2-12-16,0 1-12 0,0 0-32 0,3 3 8 15,1-1-64-15,0 5-4 0,-5-4 0 16,1 0 0-16,0-1 0 0,-4 2-4 0,0-2 0 16,-8-3-4-16,0 1-56 0,-8-1 60 15,0 2 8-15,-5-1 172 0,-2-1 0 16,-5 4 4-16,0-3-28 15,0 3-48-15,0 3 0 0,-8 1 12 16,-4-1-36-16,-4-1 12 0,-4 1 4 0,-4 0 8 16,0-3-36-16,-8 0 36 0,0-4-12 15,1-2-24-15,-5-1 0 0,-4-2-72 0,4-4-40 16,-4-3-104-16,4 3 12 0,1-3 48 16,3 0-100-16,8 0 28 15,3 0-24-15,6 0 24 0,2 0-12 0,10 0-16 0,-1 0 4 16,4 0-24-1,0 0-64-15,0 0 16 0,0 0-40 16,0-3-84-16,7-3-157 0,-2-4-111 0,7-3-248 16,-4 1-208-16,4-1-864 0,0-6-1196 15,-5 7-2801-15,14-4-2110 0</inkml:trace>
  <inkml:trace contextRef="#ctx0" brushRef="#br0" timeOffset="13196.448">8510 1933 7612 0,'0'0'4121'0,"0"0"-2293"0,0 0-900 0,-32 63-84 16,24-33 492-16,4-2 16 0,-3 7-216 15,3 3-488-15,-1 6-280 0,1 4-112 0,0 6-72 0,0 6-136 16,0 7 36-16,4 3-84 16,-3 6 0-16,-1 4 0 15,-1-2 4-15,1-5 4 0,4-5 92 0,0-11-16 0,0-15 64 16,0-9-16-16,4-10-132 15,1-7-60-15,-1-6 48 0,-1-8-100 0,1-2-132 16,0 0-180-16,-4-5-56 0,8-11-204 16,-3-9 44-16,-1-13-524 0,-1-14-800 15,-3 11-2801-15,-3-41-3815 0</inkml:trace>
  <inkml:trace contextRef="#ctx0" brushRef="#br0" timeOffset="13419.955">8442 2080 4984 0,'0'0'2108'0,"0"0"1881"16,0 0-3281-16,0 0-208 0,0 0 676 16,0 0 68-16,96-48-160 0,-72 44-192 15,0 4-184-15,0 0-188 0,-1 0-160 0,1 4-140 16,-3 2-44-16,-2 0-40 0,-3 1-52 0,-4 5-72 16,-3-2 36-16,-6 6-44 15,-3 3 156-15,-3 3-36 0,-10 6-12 16,-6 5-64-16,-5 2 36 0,-8-1-68 15,-4-2-16-15,-5-3 0 0,-2-4-212 16,-9-2-476-16,-8-4-388 0,-4-4-448 16,8-5-1500-16,-35-7-3885 0</inkml:trace>
  <inkml:trace contextRef="#ctx0" brushRef="#br0" timeOffset="13891.666">6781 774 2692 0,'0'0'1564'16,"0"0"5689"-16,0 0-5309 0,20 83-296 15,-16-45-264-15,3 6-264 0,1 11-216 16,1 5-192-16,2 16-356 16,-3 7-172-16,1 12 12 0,-1 10-124 0,-5 9-24 0,-3 10 52 15,0-1 132-15,0 1-88 16,0-6-56-16,0-10 20 0,0-11-108 0,-3-7-84 16,-1-7-64-16,0-7-132 15,0-7-76-15,-1-5 64 0,5-4-320 0,0-9-316 0,0-7-800 16,9-6-872-1,-1-15-2009-15,7-4-1887 0</inkml:trace>
  <inkml:trace contextRef="#ctx0" brushRef="#br0" timeOffset="14416.027">9705 873 6308 0,'0'0'2016'0,"0"0"3001"0,0 0-2661 16,0 0-656-16,0 0-216 15,0 0-308-15,0 0-380 0,0 0-176 0,0 0 1 16,0 0 19-16,0 89-84 0,0-51-156 0,0 10-24 15,0 6-52-15,0 6-48 16,4 6-44-16,0 4-100 0,-4 6-124 0,5 4 52 16,-1 5-56-16,-1 8-4 15,1 2-4-15,4 4-56 0,-4-1 0 0,8-1-12 16,0-1-76-16,4-6-44 0,0-5 24 16,0-8 48-16,0-5 12 0,-4-9-24 15,4-4 8-15,-5-6-32 0,2-9-36 0,2-6-76 16,-6-6-8-16,-1-6-100 15,3-5-132-15,-7-4-261 0,5-8-327 16,-5-2-708-16,-1-7-1224 0,-3 0-2717 0,0-19-3015 16</inkml:trace>
  <inkml:trace contextRef="#ctx0" brushRef="#br0" timeOffset="15129.507">11303 1733 9320 0,'0'0'4469'0,"0"0"-2749"0,0 0-840 16,16 95-108-16,-12-53 196 0,0 9 116 0,4-1-288 15,-4 0-344-15,0 2-208 0,4-4-196 0,-4-4-48 16,4-6-60-16,-4-9-36 16,0-7-88-16,-1-6-12 0,1-7-184 0,1-6-184 15,-1 1-172-15,0-4-700 16,-4-7-1624-16,0-15-3629 0</inkml:trace>
  <inkml:trace contextRef="#ctx0" brushRef="#br0" timeOffset="15302.381">11307 1498 7868 0,'0'0'5433'0,"0"0"-3293"0,0 0-560 16,0 0-736-16,0 0-264 15,0 0-516-15,91-15-64 0,-59 11-200 16,0-2-344-16,4 3-836 0,-8 0-1144 0,8 3-5657 16</inkml:trace>
  <inkml:trace contextRef="#ctx0" brushRef="#br0" timeOffset="15632.351">12064 1702 2812 0,'0'0'9701'0,"0"0"-6517"0,0 0-544 0,0 0-636 16,-44 67-568-16,32-55-431 0,1 1-349 16,6-5-308-16,1-1-180 0,4-3-68 15,0-1-96-15,4 0-4 0,5 4-4 16,6 2-44-16,5 0-28 0,8 4 64 16,0 0-96-16,4-3 12 0,4 2-36 15,-4 1 60-15,-1-1-40 0,-3 1 40 0,0 1 68 16,-3-2 4-16,-6 3 60 15,-3 2 4-15,0-3-52 0,-9 0-12 16,2 2 8-16,-9 3 4 0,0-3 48 0,0-1-52 16,-12 5-8-16,0-1-8 0,-8-3 8 0,-3 3 0 15,-2-4-84-15,-6 2-88 0,-1-2-140 16,-5-5-112-16,1-2-100 0,1 3-45 16,-1-11-163-16,0 0-232 0,1 0-476 15,3-11-548-15,0 3-904 0,12-2-2189 16,-1-5-2363-16</inkml:trace>
  <inkml:trace contextRef="#ctx0" brushRef="#br0" timeOffset="16315.563">14738 1857 4748 0,'0'0'1028'15,"0"0"4809"-15,0 0-4057 0,0 0-712 16,0 0 240-16,0 0-28 0,-92-44-236 16,68 44-196-16,0 8-208 0,0 9-164 0,-4 8 0 15,0 10 280-15,1 11-123 0,3 4-161 16,7 4-72-16,2 3-36 0,6 1-172 0,5-12-68 16,4-4-124-16,0-14-72 0,9-9-48 15,3-6 12-15,3-7-36 16,5-6-16-16,4-3-80 0,8-16-124 15,8-6-61-15,-4-13-99 0,0 0 40 16,0-7 44-16,-8 4 120 0,0 3 212 0,-9 6-16 0,-2 7 76 16,-6 8 0-16,-7 5 0 15,0 5 48-15,-4 4 0 0,0 3 8 16,0 0 148-16,4 3 92 0,1 8-248 0,-2 3 168 16,5 3 88-16,0 8-72 0,4 1-12 15,-4-1 96 1,4 1 12-16,0-3 12 0,4-4-15 0,0-1-141 15,0-5-136-15,4-4-56 0,4 1 4 0,4-7-56 16,-1-3-257-16,6 0-243 0,6-7-184 16,9-6-28-16,4-2-1344 0,-17 3-3140 15,21-8-5481-15</inkml:trace>
  <inkml:trace contextRef="#ctx0" brushRef="#br0" timeOffset="16750.451">15829 1867 3332 0,'0'0'9061'16,"0"0"-6469"-16,0 0-704 0,0 0-464 0,80 41-244 16,-40-28-140-16,7-1-272 0,9 1-232 15,0-7-111-15,0-2-193 0,0-4-100 16,-1 0-76-16,1-7-56 0,-4-9-12 0,-4 0-108 16,0-6-148-16,-5-3-241 0,-3-7-491 15,-4 1-600-15,-12 5-1420 16,4-16-3437-16</inkml:trace>
  <inkml:trace contextRef="#ctx0" brushRef="#br0" timeOffset="17116.337">16435 1396 7340 0,'0'0'5601'15,"0"0"-3557"-15,0 0-544 0,0 0-404 16,0 0 112-16,0 0-284 0,0 0-228 15,-72 67-220-15,68-38-100 0,0 9-144 0,0 6-52 16,4 14 5-16,0 2-41 0,4 13-20 0,0 3-64 16,0 7-56-16,4 0-4 15,-4 2-8-15,0 0-100 0,0 1 96 0,4-3-52 16,-4-3 4-16,4-2-12 0,4-5 23 16,-4-2 49-16,0-5 12 0,-4-9 133 0,4-7-45 15,-4-8-16-15,-4-7-36 0,0-6-36 16,0-7 48-16,-4-2 24 15,-4-7 28-15,-4-1 8 0,-4-3-72 0,4-2-48 16,-8-1-4-16,4-3-68 16,0-3-76-16,-4 0 4 0,0-6-196 0,1-11-157 15,-5-2-39-15,-4-9 72 0,3-7 60 16,1-6-132-16,9-4-32 0,7 1-296 16,8-1-152-16,8 1-512 0,12 0-688 0,-1 9-2005 15,22-12-1807-15</inkml:trace>
  <inkml:trace contextRef="#ctx0" brushRef="#br0" timeOffset="17516.572">17136 1895 9732 0,'0'0'2921'16,"0"0"-1417"-16,0 0-64 15,0 0 176-15,-83 32-168 0,59-15-308 0,-4 4-188 16,3 5-244-1,1 4-87-15,5 3-53 0,-1 2-72 0,0 3-108 0,8-2-112 16,4-5-108-16,0-4-68 16,5 0-88-16,3-12-12 0,0-2-64 0,0-3-144 15,7-7-104-15,5 0-16 0,4-3 12 0,0-3-44 16,8-10 44-16,4-9-37 0,0-4-111 16,0-6-68-16,0-1 32 0,-5 0 20 0,-3 5 200 15,-3 6 120-15,-6 2 12 0,-3 8 148 16,-4 2 0-1,-4 7 100-15,0 0 96 0,0 3 148 16,0 0 180-16,0 0-108 0,0 6-160 0,0 4-172 0,0 5 84 16,0 2 148-16,0 5 113 15,0 0 115-15,4 3 0 0,-4-5-228 0,0-5-304 16,4-3-12-16,4 1-160 0,-4-6-152 16,4-4-100-16,4-3-24 0,0 0-161 15,3-3-131-15,6-10-128 16,7-2-1260-16,-8-2-2716 0,16-10-4109 15</inkml:trace>
  <inkml:trace contextRef="#ctx0" brushRef="#br0" timeOffset="17702.27">17622 1867 8400 0,'0'0'116'0,"0"0"4633"0,0 0-2821 16,0 0-108-16,0 0 280 15,0 0-484-15,-75 82-399 0,51-43-357 0,7-1-204 0,2 3 44 16,3 0-136-16,3-3-188 15,6-7-304-15,3 1-72 16,3-9-156-16,6-4-60 0,3-7-64 0,3-2 4 16,5-10-148-16,8 0-84 0,4-10 0 15,4-12-120-15,3-10-405 16,6-6-1159-16,-13 6-2664 0,20-25-3485 0</inkml:trace>
  <inkml:trace contextRef="#ctx0" brushRef="#br0" timeOffset="18100.046">18144 1327 8172 0,'0'0'4633'0,"0"0"-3157"16,0 0 140-16,0 0 172 0,-32 82-164 0,24-43-400 15,4 5-140-15,4 8-243 0,0 0-93 16,0 9 0-16,0 2-216 0,0 8-204 0,0-2-76 16,-3 1-120-16,-2-6-48 0,1-7-84 15,0-10-276-15,4-12 60 0,0-10 56 16,4-6-8-16,0-8-132 15,4-5-172-15,-4-4-132 0,0-2-148 16,-4-2-49-16,4-8-87 0,-4 0-300 16,-4-1-512-16,-4-6-980 0,-8-2-552 0,-3 3-1689 15,-9 0 1013-15,-4 1 1784 0,-5-2 1616 16,2-2 508-16,-1 3 884 16,-4-3 1308-16,9 4 728 0,-1-2-184 0,8 5-231 0,12 3-421 15,3 2-400-15,5 4-240 0,4 1-312 16,0 2-160-16,8 0-124 15,9 0-212-15,3 0 20 0,8 0 293 16,11-5 71-16,1 3-344 0,4-2-312 16,0-5-184-16,-1-1-72 0,-2-2-104 0,-2-5-4 0,1-1-84 15,-5-5-280-15,6 0-372 16,-5-2-364-16,-4 3-385 0,-1 0-1367 16,-6 7-3328-16,-6-2-4449 0</inkml:trace>
  <inkml:trace contextRef="#ctx0" brushRef="#br0" timeOffset="18403.929">18407 1857 3116 0,'0'0'7776'16,"0"0"-5927"-16,-12 82-145 0,8-52 552 15,4 3-52-15,-4-3-220 0,4-5-551 16,0-2-705-16,8-8-352 0,4-2-100 16,0-7-84-16,8-3-68 0,3-3-124 0,5 0-124 15,9-9-68-15,-5-10-256 16,4-3-180-16,-5-7-124 0,1 0-89 0,-4-3-35 15,-4 4-8-15,-4 0 12 0,-8 2-120 16,-8 7 184-16,-4-3 524 0,0 6 284 16,-13-1 364-16,-6 5 344 0,3 3-88 0,-8 3-88 15,0 6-188-15,0 6-172 0,-4 10-12 16,0 6 136-16,0 10 156 16,-3 3 148-16,6-1-4 0,-3 1-100 0,9-2-299 15,3-8-197-15,0 0-489 16,8-9-287-16,4-4-156 0,4-8-208 15,0-4-548-15,8-4-1224 0,16-18-2489 0</inkml:trace>
  <inkml:trace contextRef="#ctx0" brushRef="#br0" timeOffset="18652.834">18997 1733 8776 0,'0'0'2561'0,"0"0"-1345"0,0 0-144 0,0 0 172 15,67 86 256 1,-59-54-108-16,1 2-392 0,-5 2-248 15,0 6-44-15,-4-3 24 0,0 3-172 0,-4-1-195 16,-9 1-145-16,5-11-52 0,1-1 52 16,3-9-40-16,0-9 12 0,4-5-44 0,0-3-52 15,0-4 12-15,0-4 72 0,8-5-80 16,3-7-100-16,6-10 8 0,6-5-8 16,5-7 0-16,0-3-108 0,4 2-72 0,-1 2-96 15,-3 2-4-15,4 3-72 0,-4 3-229 16,-4 7-323-16,1 3-304 15,-6 3-676-15,-3 6-2076 0,0 3-2309 0</inkml:trace>
  <inkml:trace contextRef="#ctx0" brushRef="#br0" timeOffset="19325.256">20698 1988 4832 0,'0'0'1588'0,"0"0"3177"0,0 0-3009 0,0 0-180 0,0 0-300 15,0 0 76-15,0 0-152 0,0 0-212 16,0 0-304-16,-68 85-232 0,61-50-84 15,2 3-28-15,5-7-96 0,0-1-100 16,0-9-144-16,5-4 0 0,-1-8-48 0,3-6 44 16,10 0 4-1,-2-3-172-15,9-6 64 0,8-7-148 0,-4-7-292 16,0-1 36-16,0-2 32 0,-5-2 136 0,-6 3-12 16,-2 3 48-16,-2 3-24 0,-10 1 244 15,1 2-72-15,-4 3 160 0,-4 1 72 0,-7-1 140 16,-2 4 244-1,-7 2-60-15,1-3-264 0,-9 7-132 0,0 0 0 16,0 11 72-16,4 1-12 0,0 1-12 16,8-3-48-16,5-1-256 0,-2 0-212 0,5 1-460 15,1 0-1096-15,3-4-2552 0,-1 4-3597 16</inkml:trace>
  <inkml:trace contextRef="#ctx0" brushRef="#br0" timeOffset="19463.209">21037 2098 9188 0,'0'0'4513'0,"0"0"-2817"0,0 0-576 0,95-3 188 0,-63-7-284 16,0-5-348-16,0-4-260 0,3-6-368 15,2-5-48-15,-1-3-320 16,-1-6-712-16,1-2-500 0,-12 12-792 0,8-9-2865 16</inkml:trace>
  <inkml:trace contextRef="#ctx0" brushRef="#br0" timeOffset="19799.768">21240 1558 2964 0,'0'0'7989'15,"0"0"-5641"-15,0 0-740 0,0 0-44 16,-4 93-24-16,12-61-220 0,0 2-256 16,3 5-224-16,2 5-256 0,2 7-219 0,-2 0-85 15,2 5-16-15,2 5-144 0,-2 2-120 16,-2-1-40-16,-2-3 28 15,1 1 0-15,0-6 12 0,0-2 4 16,-3-2 96-16,2-6-4 0,-3 1-96 0,0-7-8 16,0-7-52-16,-4 2 56 0,-4-8-4 15,0-3-36-15,0-3 44 16,0-3 12-16,0 0 4 0,-4-3 32 0,-4-4 12 16,4 0 12-16,-8 1-12 0,1-3 36 0,-2 2 0 15,-7-3-8-15,1-2-88 16,-6 2 0-16,-3-6-244 0,-3 0-156 15,-5-6-144-15,0-6-149 0,-4-7-135 0,4-1-40 16,-4-6-176-16,9 1-352 0,-1 0-924 16,11 5-1652-16,-2-12-2345 0</inkml:trace>
  <inkml:trace contextRef="#ctx0" brushRef="#br0" timeOffset="20621.161">22878 971 3068 0,'0'0'3076'0,"0"0"-1360"0,0 0-832 16,0 0-264-16,0 0 1717 0,0 0-153 0,0 0-716 15,0 0-388-15,0 0 140 16,0 0-144-16,3 45-156 0,-3-26-76 0,0 3-208 16,0 4-92-16,0-1-55 0,-3 4-53 15,3 3-24-15,-8-1-12 0,8 7-64 0,-9 0-108 16,5 6-20-16,0 7-52 0,1 4 36 16,-5 8-36-16,4 6-44 15,-1 5-4-15,1 2-96 16,-3 0 72-16,3 0 12 0,-4-3-92 0,4-4-4 15,-1-1-120-15,5-8-12 0,0-2 32 16,0-5-8-16,0-2 60 0,0-10-24 16,0 3 60-16,0-5-60 0,5-4 60 0,-1 0-84 15,0-7-60-15,0-5-12 0,0-4-4 16,3-6-116-16,-3-7-184 0,1 0-172 0,-1-6-229 16,0 0-223-16,0 0-436 15,7-6-672-15,-7 0-1736 0,9-7-3441 16</inkml:trace>
  <inkml:trace contextRef="#ctx0" brushRef="#br0" timeOffset="24907.294">24228 1402 2964 0,'0'0'420'16,"0"0"-68"-16,0 0 0 0,0 0 0 0,0 0 76 15,0 0 2708-15,0 0-1400 0,0 0-744 0,0 0-487 16,0 0 47-1,0 0 216-15,0 0-52 0,0 0-104 16,0 0-156-16,0 0-88 0,0 0-52 0,0 0 24 16,4-37 36-16,-4 37-24 0,0-3-24 15,0-1 24-15,4 1-40 0,-4 3-104 16,0-3 80-16,0 0-52 0,0 0-52 0,0 1-24 16,0-3 24-16,0 5-168 0,0-2 156 15,0-2 100-15,0 1-64 16,0-3-196-16,-4 2 124 0,4 1 8 15,-4-3-8-15,1 3-84 0,-2 0 44 0,5-4-24 16,-4 4 28-16,0-3-92 0,0 3 64 16,0-4-68-16,0 4 48 0,1-3-40 0,-1-1 0 15,-1 5 36-15,-3-2-40 16,4 1 4-16,0 0-8 0,-3 0-4 16,3-1-4-16,-1 1 4 0,-3 0 4 0,1-3-4 0,-1 6 0 15,-1-4-72-15,1 2-16 16,-3 2 84-16,-6 0-56 0,2 0-52 0,-1 0-32 15,0 0-4-15,-4 6 60 0,0 0 4 16,0 7-64-16,-4-3 24 16,0 5 28-16,0 1 8 0,1 3 84 0,-1 0-8 15,0 3 12-15,-1 0 4 0,1 0 84 16,1 8 32-16,-1-2-44 0,0 7-64 16,0 0-4-16,-4 3 40 15,5 2-36-15,2 6 76 0,6-2-88 0,-5 3 0 16,7-2 84-16,5 3 52 15,5 0-12-15,3-4-16 0,0-3 40 0,0-4-52 16,11-1 88-16,-2-1-132 0,2-6 116 16,6-4-20-16,-6-3 84 15,6-6 24-15,-2-4 12 0,-3 2-76 0,4-9 16 0,0 2 24 16,0-3 37-16,1-4-29 0,2 0-104 16,-3 0-28-16,7-11-60 15,-2-1-48-15,3-3-60 0,-4-8-148 0,3-2-228 16,-3-1-197-16,-4-2-219 0,-4-1-212 0,-4 4-292 15,-4 0-880 1,-4 0-1572-16,-4 6-1069 0,-7-4-123 0</inkml:trace>
  <inkml:trace contextRef="#ctx0" brushRef="#br0" timeOffset="25071.06">23778 1867 4576 0,'0'0'2876'0,"0"0"-684"0,0 0-475 0,0 0 27 16,0 0-32-16,0 0-328 0,0 0 28 15,0 0-200-15,0 0-132 0,0 0-228 16,95 25-304-16,-71-22-184 0,1 0-107 15,-6 1-149-15,5-4-108 0,0 0-84 0,-4-4-121 16,4-5-379 0,0 0-344-16,0-1-348 0,0 0-416 0,-5-2-1212 15,-6 5-2333-15,2-2-1535 0</inkml:trace>
  <inkml:trace contextRef="#ctx0" brushRef="#br0" timeOffset="25232.196">24116 1848 1044 0,'0'0'2856'0,"0"0"-1500"0,0 0 1932 0,0 0-691 0,-39 69-837 15,31-47-236-15,3 4-212 16,1 0-180-16,4 2-116 0,0 1-88 0,0-1-180 0,9 1-212 16,-5-4-204-16,0 1-232 0,4-5-100 15,-5 2-120 1,5-7-248-16,1 0-328 0,2-3-288 0,1-7-404 16,4 0-840-16,-8-6-1693 0,16-3-1103 0</inkml:trace>
  <inkml:trace contextRef="#ctx0" brushRef="#br0" timeOffset="25699.287">24874 1028 8584 0,'0'0'1188'0,"0"0"1593"0,0 0-577 16,4 86-556-16,-4-61-340 15,0 5-88-15,0-3-200 0,0 3-300 0,0 1-148 16,0 1-84-16,0 6-27 0,0 0 11 15,4 6 24-15,-1 4-96 16,5 3-64-16,-4-1-44 0,1 8-88 0,3-4-96 0,-5 3-24 16,1 0-12-16,-4 0-72 15,0-3 0-15,0 0 4 0,0-1 4 0,0-4-8 16,0-2-92-16,0-6 32 0,-4 1-12 16,1-2 12-16,3-4-36 0,-4-4-12 15,4-4-48-15,0-1-40 16,0-6-20-16,0-2-16 0,0-3-56 0,0 0-64 15,0-6-36-15,4 2 24 0,-1-5 23 16,1 2 1-16,0-3-12 0,-4-3-24 16,4 4-128-16,0-4-204 0,-4 0-216 0,0 0-240 15,5-3-336-15,-5 3-624 0,0-3-917 16,0 0-2227-16</inkml:trace>
  <inkml:trace contextRef="#ctx0" brushRef="#br0" timeOffset="37202.964">6279 4328 1500 0,'0'0'10589'16,"0"0"-9745"-16,0 0-612 0,0 0 200 16,-20-74 456-16,8 62 284 0,-4-1-228 0,-4 0-308 0,-8 4-116 15,0-2-48-15,-7 6 80 16,-6-2-244-16,-2 5-48 0,-1-2-40 0,4 4 36 16,-4 0-36-16,5 0-12 0,-9 0-132 15,4 10 52-15,0-2-128 16,-3 6 0-16,6 2 4 0,1 3 8 15,1 6-12-15,7 7-132 0,0 6 20 16,4 10-48-16,8 6 52 0,4 2 32 16,4 7 64-16,8 2-48 0,4-5 60 0,4 1 44 15,8-5 164-15,8-5-200 0,-4 0 92 16,8-7 180-16,-1-5-272 0,5-4 116 0,0-10 44 16,0-6-92-16,0-7 20 15,0-2-84-15,0-3 108 0,-5-7-112 16,5 0 68-16,-3-7 32 0,-1-3-60 0,-4-2-48 15,-1-4-4-15,2 0-92 16,-6-6-160-16,-2-3-292 0,-2 3-320 16,-3-4-276-16,1 0-244 0,-9 8-232 0,0-5-268 15,-4 4-805-15,-5 3-1527 0,-14-6-964 16</inkml:trace>
  <inkml:trace contextRef="#ctx0" brushRef="#br0" timeOffset="37359.175">5740 4747 3384 0,'0'0'128'15,"0"0"5796"-15,0 0-4091 16,0 0-497-16,0 0-176 0,0 0-336 15,0 0-52-15,0 0 436 0,0 0-88 0,0 0-244 16,84 12-272-16,-59-12-236 0,3 0-184 0,0-6-160 16,3 0-24-16,1-7-136 15,0 0-60-15,-4 1-196 0,-5 1-396 16,1 2-564-16,-3 4-812 0,-6 0-500 0,-6 5-289 16,-9 0-1491-16,0 0-60 15</inkml:trace>
  <inkml:trace contextRef="#ctx0" brushRef="#br0" timeOffset="37486.964">6051 4759 1448 0,'0'0'1760'0,"0"0"-28"0,0 0 2728 0,-19 64-2952 0,15-39-247 16,4 0-9-16,-4 7-96 16,4-1-160-16,0 5-40 0,-5-1-132 0,5 0-216 0,0-4-252 15,0-1-356-15,5-9-48 16,3-5-112-16,0-6-124 0,3-4 72 16,6-6-24-16,3-9-324 0,3-7-620 0,1-10-868 15,-7 7-2453-15,11-25-3731 0</inkml:trace>
  <inkml:trace contextRef="#ctx0" brushRef="#br0" timeOffset="37850.62">6844 4553 4456 0,'0'0'8961'16,"0"0"-6985"-16,0 0-1172 0,0 0-124 15,0 0 252-15,0 0 140 0,0 0-312 16,0 0-572-16,64-83-180 0,-32 45-16 0,5 0 8 16,-2 0-96-16,5 6 92 15,-5 3-84-15,5 7 28 0,-8 6 12 16,1 7-52-16,-1 6 88 0,-6 3 4 0,-1 3 8 16,-1 3 88-16,0 7 68 0,0 4-68 15,-5 1 108-15,2 4 72 0,3 3-96 0,-5 4 12 16,1 6-52-16,1 3 76 15,-2 7-64-15,-3-1-44 0,0 7-92 16,-4-4-8-16,-4-6-156 0,-4-3 144 16,0-8-144-16,-1-11 44 0,-3-4-72 15,0-8 52-15,0-4-148 0,0 0-260 0,-7-3-184 16,-10 0-548-16,2-3-880 0,-9-4-1648 16,0-2 775-16,4 0-1299 0,-11-4 1140 15</inkml:trace>
  <inkml:trace contextRef="#ctx0" brushRef="#br0" timeOffset="38031.641">7250 4734 2492 0,'0'0'780'0,"0"0"3948"0,0 0-2100 16,0 0-1123-16,0 0-561 0,-26 73 64 0,26-54 116 16,3 6-16-16,5-3-232 0,4 3-208 15,0-2-136-15,0-1-4 0,-1-4 184 16,2-4-148-16,-2-1-160 0,10-7 132 16,-6-6 229-16,5 0-169 15,1-9-148-15,7-8-136 0,0-2-128 0,4-9-184 16,-1-1-68-16,5-6-136 0,0 1-328 15,3-1-232-15,6 3-233 0,-6 7-263 16,5 3-896-16,-13 5-2020 0,22-2-2465 0</inkml:trace>
  <inkml:trace contextRef="#ctx0" brushRef="#br0" timeOffset="38931.859">8000 4978 1056 0,'0'0'11433'16,"0"0"-9713"-16,0 0-884 0,0 0 156 15,0 0 372-15,0 0-212 0,-63 70-144 16,63-45-276-16,0 0-96 0,3 5-16 15,9-2-159-15,4-6-169 0,9-3-108 16,6-6-28-16,1-7-60 0,8-6-24 16,3-6 28-16,5-7-52 0,5-12-40 0,1-7-8 15,-1-3-48-15,3-6-136 16,-9 0-32-16,1-1-76 0,-8 8-12 0,-9 1 23 0,-3 5 29 16,-7 9 32-16,-10 3 184 15,-3 7 36-15,-8 2 192 0,-4 4-180 0,-11 0-12 16,-9 0 0-16,-8 3 8 0,-4 6 104 15,-8 7-64-15,0 12-48 16,-4 8-4-16,-3 4 4 0,-1 8 36 16,5 2 120-16,6 0 17 0,1 2-29 0,12-5 52 15,4-6-148-15,9-10 12 0,6-9-60 16,5-6-92-16,4-4-88 0,0-4 44 16,13 0 136-16,6-2 192 0,9 3-84 0,4-6 48 15,5 5-148-15,-2-3-4 0,9 2 56 16,-5 1-44-1,6 5 68-15,-2 2-80 0,-2 5 92 0,-6-2-48 16,1 2-44-16,-8 1 4 0,-9-1 4 16,2 1 72-16,-5 1 40 0,-4 1-120 0,-5-1 92 15,-7 0 48-15,0 2 12 0,-4 2 64 16,-11-1-40-16,-9 4 304 16,-4-1-232-16,-8 0-108 0,-4-5-60 15,-4-1-72-15,-4-4-8 0,1-4-4 0,2-2-96 0,2-6-60 16,3-3-84-16,9-3-88 15,3-4-80-15,7-6-64 0,10 0-12 0,7 1-40 16,0-4-109-16,4 3-143 16,4-2-376-16,7 2-672 0,6-3-1288 0,-6 6-2205 15,17-5-3854-15</inkml:trace>
  <inkml:trace contextRef="#ctx0" brushRef="#br0" timeOffset="39376.721">9048 5553 9760 0,'0'0'5197'0,"0"0"-4365"0,0 0-532 15,0 0 292-15,0 0 612 0,0 0 164 16,0 0-328-16,4 89-488 0,-4-47-188 15,4 5-12-15,0 10 37 0,-1 6 59 0,6 10-24 16,-1 7-84-16,0 2-12 0,-5 1 32 16,1-10-216-16,0-10-144 0,1-9-52 15,-1-16-20-15,-4-9-60 0,4-7-60 0,0-9-64 16,-1-4-104-16,1-6-212 0,0-3-57 16,1-9-127-16,3-10 148 0,-1-9-260 15,5-11-624-15,-3-8-980 0,-5-11-1836 16,-4 14-789-16,0-38-683 0</inkml:trace>
  <inkml:trace contextRef="#ctx0" brushRef="#br0" timeOffset="39598.31">9116 5588 6716 0,'0'0'5361'0,"0"0"-3713"0,0 0-964 0,0 0-532 16,0 0 112-16,0 0 304 0,0 0 304 16,0 0-260-16,0 0-176 15,0 0-4-15,87-41 0 0,-67 44-60 0,-4 6-64 0,1 4-12 16,-2 0-76-1,-7 2-112-15,4 1-96 0,-4 3-4 0,-8 3 0 16,0-2 124-16,0 1-56 0,-12 3-28 16,0-6 24-16,-7-2-72 0,-6 0-40 15,-6-3-216-15,3-1-164 0,-4-2-96 0,-4-4-212 16,-1-3-404-16,2-3-512 0,7 0-2845 16,-12-6-2999-16</inkml:trace>
  <inkml:trace contextRef="#ctx0" brushRef="#br0" timeOffset="45056.616">11618 4260 4528 0,'0'0'156'0,"0"0"7285"15,0 0-5553-15,0 0-752 0,0 0-116 16,0 0 340-16,0 0 72 0,0 0-496 0,0 0-364 16,0 0-292-16,0 0-12 0,16 32 364 15,-8 18-119-15,-1 18-285 0,-3 8 52 16,-4 16-172-16,0 7-108 0,0 5-60 16,0 4-84-16,-4-6-124 0,0-9 112 0,1-21 20 15,3-18 92-15,0-19 44 0,0-19 0 16,0-10-112-16,0-3-61 15,3-3-67-15,1-13 68 0,9-2 172 0,-2-14 72 16,1-3 16-16,1-9-84 16,-2-1 4-16,-3 8-8 0,1 5 0 0,-6 10-4 15,1 6-168-15,0 11-144 0,4 2-12 16,1 0 328-16,6 2 156 0,1 11 28 0,-4 0 84 16,8 9 12-16,-4 4-112 0,-4 2 5 15,4 3-53-15,-4 5-60 0,0-5 28 16,-1-2-88-16,2-4-48 15,-5-5-185-15,-1-8 1 0,-3-3-60 16,0-2-12-16,5-3-96 0,-5-4-324 16,7 0-488-16,2-13-848 0,-2 3-1944 0,10-19-2893 15</inkml:trace>
  <inkml:trace contextRef="#ctx0" brushRef="#br0" timeOffset="45384.489">12442 4848 3544 0,'0'0'9665'15,"0"0"-8417"-15,0 0-556 16,-43 66 580-16,15-27 124 0,-4 2-200 0,0 3-132 16,4 4-196-16,4-6-140 0,8-9-191 0,4-6-337 15,1-8-200-15,7-6-168 0,4-7 0 16,0-3 68-16,0-3 16 0,0 0-113 16,4-6-287-16,7-7 156 15,1-6 72-15,4-4-36 0,0-9-88 0,0 5-48 0,1-3 60 16,-2 5 60-16,-3 6 60 15,0 7-72-15,0-1 60 0,-5 10 52 16,2-1 44-16,-1 4 128 0,-4 0 36 16,3 7 384-16,2 3 148 0,-5 2-88 0,4 4-152 15,-1 0-68-15,1 6 80 16,1-5 16-16,-5 1-76 0,3-3-244 0,1-1-160 0,5-5-220 16,-6 0-12-16,5-5-48 15,4-4-240-15,-4-4-160 0,8-8-936 0,0-10-848 16,-4 2-2205-16,8-15-2587 0</inkml:trace>
  <inkml:trace contextRef="#ctx0" brushRef="#br0" timeOffset="45682.402">12964 4742 13045 0,'0'0'2192'0,"0"0"-1852"0,0 0 468 0,0 0 412 15,0 0 64-15,-59 96-144 0,38-67-296 16,6 0-308-16,2-4-184 0,2-3-183 15,7-4-169-15,0-4-137 0,4-1 13 0,0 0 16 16,8-4 0-16,3 1 104 0,6-1 4 16,3 0 12-16,-1 1 36 0,5-4-44 15,-3 4 68-15,2-4-12 0,1 3 52 0,0 4-3 16,-4 0 23-16,-4-4-56 0,0 5 44 16,-8-2-108-16,0 1 60 0,-4 0-60 0,-4-1 60 15,0 4 16-15,-4 0-88 0,-4-3-104 16,-8-1-88-16,4-2-76 0,-8-4-193 0,0 0-223 15,-4 1-144 1,0-4-264-16,-4-3-432 0,0 3-984 16,5-3-2633-16,-5 0-3847 0</inkml:trace>
  <inkml:trace contextRef="#ctx0" brushRef="#br0" timeOffset="46414.994">12482 4940 4980 0,'0'0'2292'0,"0"0"-504"0,0 0-172 16,0 0-159-16,0 0-257 0,0 0-196 16,0 0-144-16,0 0-56 0,0 0-124 15,0 0-120-15,-36-67-128 0,29 61-84 0,-1 0-64 16,3-1-24-16,-3 1-12 0,-3 3-28 16,3 0-24-16,-1 3 24 0,-2 0-32 0,3 0-188 15,-8 0-108 1,4 3 8-16,-4 3 16 0,4 7 20 15,-4 7-20-15,0 1 36 0,4 8 48 0,-4-2 4 16,5 6 44-16,-2 2-40 0,2 0 76 16,-2-1-72-16,5 2 64 0,-3-2 20 15,7-5 16-15,4-6 12 0,0-8-124 0,0 1-76 16,4-10-120-16,3 4 60 0,1-7 4 16,1 0-40-16,2-3 80 0,1 0 92 15,8-12 0-15,-4-4-48 0,8-13-40 0,0-2-144 16,0-7-116-1,0-4-120-15,-4 7 20 0,-4 3 64 0,-1 10 84 16,-7 3 100-16,1 7 76 0,-5 2 72 16,-1 3-28-16,-3 7 80 0,0 0 68 0,4 0 12 15,-4 4 280-15,0 2-160 16,0 4 40-16,4 5 92 0,-4 5-108 0,0-1 0 16,4 0 72-16,-4-1-84 0,5-1-212 15,-1-4-40-15,0-1-144 0,-1-2-12 0,1-1 32 16,0-2-120-16,0-1-164 0,0-3-336 15,1 2-200-15,2-5-536 16,-3 5-1000-16,4-5-2453 0,5 0-583 16</inkml:trace>
  <inkml:trace contextRef="#ctx0" brushRef="#br0" timeOffset="47164.784">14391 4884 10000 0,'0'0'2385'0,"0"0"-665"16,0 0-216-16,0 0-40 0,0 0-124 0,0 0-444 16,0 0-380-16,0 0-184 0,-52 72-52 15,48-34 48-15,4 3 16 0,0 3 92 16,0-2-119-16,0-7-109 0,8-3-208 0,-4-10-76 16,0-9-8-16,0-1-25 0,4-5 61 15,0-4-52-15,4-3 100 0,-1 0 60 16,10-13-60-16,-1-6 0 15,3-6-268-15,1-10-112 0,0-1 40 0,-3-2 108 16,-6 4 24-16,1 2 76 0,-4 0 120 16,-8 7-88-16,4 0-44 0,-8 3 8 15,0-1 136-15,-8 4 64 0,-4 0 72 0,-4 3-28 16,0 4 28-16,4-1-52 0,0 7 40 16,1 2 8-16,-2 4-20 0,6 0-112 0,-5 6 0 15,-1 4-112-15,6 6-20 16,-1 3-16-16,4 3-108 15,-1 0-60-15,5-3-104 0,0 4-120 0,0-8-684 16,9-3-1044-16,-1-1-1912 0,7-11-1677 16</inkml:trace>
  <inkml:trace contextRef="#ctx0" brushRef="#br0" timeOffset="47510.015">14845 4775 10348 0,'0'0'1517'15,"0"0"-733"-15,0 0 668 0,0 0 388 0,0 0-4 16,8 76-308-16,-12-41-424 0,0 0-336 16,-4 3-220-16,4-6-279 15,1 0-269-15,3-10-265 0,0-3-63 0,0-6-4 0,3-4-32 16,1-3-12-16,4-2-92 16,4-4-8-16,0-4-28 0,4-4-28 15,0-12-24-15,3-2 12 0,2-4 72 0,-5 1 148 16,-1 0 124-16,2 6 132 0,-6 0 16 15,1 5 48-15,0 9 4 0,0 1 368 0,-3 4 316 16,-2 0 88-16,-3 4-168 16,4 1-76-16,-4 9-36 0,0-2 8 15,1 7-72-15,-2 0-84 0,-3 4 20 0,0-1 0 16,0 0-160-16,0 0-204 0,-3-3-172 16,-2 0-120-16,5-3 48 0,-4-3-120 0,4-4-308 15,0 1-408-15,0-4-624 16,0-4-932-16,4 3-1653 0,4-5-935 15</inkml:trace>
  <inkml:trace contextRef="#ctx0" brushRef="#br0" timeOffset="48115.248">15391 4257 11609 0,'0'0'2884'0,"0"0"-2216"0,0 0-252 15,0 0 428-15,-9 77 588 0,6-36-4 16,-1 7-180-16,4 8-320 0,0 1-151 0,0 4 83 16,4 2-424-16,-1-2-436 0,6-1-12 15,3 1-328 1,-5-5-168-16,2-7-136 0,-1-5-13 0,0-12 85 16,-1-7 100-16,2-9-104 0,6-10-320 0,-2-6-292 0,6-6 20 15,-2-13 12-15,2-3-312 0,1-4 116 16,0 1 468-1,-4 2 856-15,0 5 28 0,0 4 488 0,-4 6 76 16,4 4 152-16,-4 4 72 0,0 0 60 0,-4 4 80 16,4 4-84-16,-4 3-112 15,0 4-124-15,-1 1-88 0,-3 3-68 0,5 0-56 16,-5 4-56-16,0-5-44 16,3-2-164-16,-3-3-96 0,5-1-36 15,-1-2-48-15,-5 4 40 0,5-6 8 16,1 5 8-16,2-1 4 0,-3 2-4 0,5 2 56 15,-6 3-52-15,5-1 108 0,-3 2-36 16,-2 2-20-16,-3 0 32 0,0 0-48 16,-4 3 64-16,0-3-4 0,-4 8-60 0,-4-5-40 15,-4 7 92-15,-4-1-92 0,0 1 0 16,-3-1 52-16,-5 5-56 0,0-4 44 16,-4-1 0-16,3-2 40 0,-3-4 56 0,5-3 64 15,3-5 497-15,8-4-321 0,0-7-200 16,4-6 32-16,0-6-156 0,0-11-60 15,4-8-300 1,0-13 44-16,4-10 4 0,13-6 92 0,6 0 40 0,5-3-112 16,8 3 3-16,0 3 69 15,0 4 16-15,-1 2-64 0,5 4 48 0,5 6-44 16,-6 0-4-16,5 3-232 0,-1 0-416 16,2 7-548-16,-5 0-708 0,-12 9-2128 0,8-3-2189 15</inkml:trace>
  <inkml:trace contextRef="#ctx0" brushRef="#br0" timeOffset="48750.662">17036 4721 8564 0,'0'0'1000'16,"0"0"304"-16,0 0 289 0,0 0-65 0,0 0 128 16,0 0-424-16,0 0-364 0,0 0 48 15,-35 82-120-15,31-31-96 0,4 4-92 16,0-3-60-16,4-3-132 0,-1-11-187 0,1-9-229 16,0-14 0-16,5-4-96 15,-1-9-13-15,-1-2-15 0,14-2 124 0,-2-15-72 16,5-8-24-16,0-7-64 0,0-9-44 0,0 0-28 15,-4-1-12-15,-4 4 24 0,-1 6 24 16,-6 4-48-16,-1 9 48 16,-8 3 60-16,0 5-36 15,-13 6 172-15,6 2 76 0,-9 3 132 0,0 0 24 16,0 8-96-16,0 6-124 0,-4 5-12 0,8 3-100 16,-3 0 52-16,6 1-148 0,5-5-160 15,0-1-148-15,4-4-716 0,0-5-1548 16,0 3-3837-16</inkml:trace>
  <inkml:trace contextRef="#ctx0" brushRef="#br0" timeOffset="49065.716">17511 4667 12209 0,'0'0'1788'0,"0"0"-664"0,0 0-4 16,0 0 164-16,40 64-108 0,-40-36-156 15,0 4-216-15,-4 0-204 0,0-4-116 0,-5-2-179 16,9-5-305-16,-4-5-36 15,4-2-185-15,0-8-19 0,0 0-40 16,0-6-76-16,4 0 16 0,5-6 24 16,2-4 316-16,10-5-4 0,-6-8-60 15,9 1-80-15,-4-4 56 0,0 4-20 0,4 3 56 16,-4 3-32-16,-1 3 24 0,-2 6 52 16,-2 5 8-16,2 2 144 0,-6 0 348 0,6 9 80 15,-6 4-220-15,2 0-60 0,-5 0-36 16,-1 3-60-16,1 3 9 15,-4-4-9-15,1 1-76 0,-2 0-116 16,-3-2-4-16,4 0-192 0,0 3-321 16,0-2-423-16,0 2-288 0,0-5-1020 15,0-2-2952-15,4-7-4753 0</inkml:trace>
  <inkml:trace contextRef="#ctx0" brushRef="#br0" timeOffset="49348.124">18168 4879 14201 0,'0'0'2260'15,"0"0"-1376"-15,0 0 904 16,0 0-440-16,0 0-472 0,0 0 145 0,92-47-329 16,-68 25-380-16,-5-7-152 0,5 1-124 15,0-4-36-15,-3 3-60 0,-6 4-12 0,-3 3 8 16,-4 9 16-16,-4 7 48 0,-4-1 100 16,0 7-100-16,-12 0-12 0,-8 0-280 15,-4 10 88-15,-4 3-64 0,0 9 64 0,-4 10 56 16,4 6 88-16,0 3 60 15,5 7-8-15,-1-1-52 0,8 0-24 16,4-5-16-16,8-4-105 0,4-9 9 0,4-7-84 16,8-6 64-16,12-7 204 0,0-3-40 15,8-6-44-15,7-6-148 0,6-10-404 16,2 1-468-16,5-7-1048 0,-12 3-2088 16,20-7-3045-16</inkml:trace>
  <inkml:trace contextRef="#ctx0" brushRef="#br0" timeOffset="49955.077">20073 4766 4396 0,'0'0'2536'0,"0"0"-576"0,0 0 237 16,0 0-349-16,0 0-208 0,0 0-228 16,0 0-384-1,0 0-184-15,0 0-68 0,-56 88-12 0,52-37-92 16,0 10 24-16,0-4-48 0,-1-10-199 15,5-8-193-15,5-12-256 0,3-7-140 16,3-15 20-16,10 2 59 0,-1-7-11 0,3-12 20 16,5-13 4-16,4-10-60 0,0-7-52 15,0-5-80-15,-1-1-40 16,-3 0 24-16,-3 4 84 0,-5 6 12 16,-9 6-48-16,-3 3-24 0,-4 8 84 0,-4-2 148 15,-8 8 88-15,-3 2-76 0,-10 1 60 0,6 5 4 16,-5 3-4-16,-1 4-12 0,-2 4-52 15,3 11-4-15,0 4 0 16,1 4-4-16,-2 4-4 0,5 3-128 16,4-5-100-16,5-6-124 0,3 0-348 0,0-6-952 15,4-1-1128-15,0-5-2173 0,4-7-1163 0</inkml:trace>
  <inkml:trace contextRef="#ctx0" brushRef="#br0" timeOffset="50199.01">20419 4616 7764 0,'0'0'2680'0,"0"0"-851"15,0 0-105-15,99 0-136 16,-74 10-404-16,-1 6-252 0,0-1-240 16,-9 7-176-16,-3 4-108 0,-3 3 104 0,-6 5-36 15,-3 1-96-15,0 7-64 0,-7-3-120 16,-2-2-196-16,-3-2 48 0,5-10-36 0,-2-5 84 16,5-11-8-16,0-3 56 0,4-6 28 15,0 0-51-15,0 0 23 16,0-6-20-16,4-7-124 0,5-6-96 15,2-10-28-15,10-6 3 0,-2 0-135 0,5-2-48 16,4-2 72-16,0 2-12 0,8-5-72 0,-4 4-344 16,3-6-260-16,1-1-352 15,1-3-668-15,-14 13-1932 16,9-25-3589-16</inkml:trace>
  <inkml:trace contextRef="#ctx0" brushRef="#br0" timeOffset="50557.065">21128 4016 14221 0,'0'0'1824'0,"0"0"-1416"0,4 68-136 0,-4-31 388 0,0 4 456 16,0 7 296-16,-4 2-84 15,-3 1-367-15,-1 4-321 0,-1-2-288 0,-2 5-304 0,-6-1-48 16,6 0-144-16,-6 0-160 0,2-9-96 16,3-4 24-16,3-9 59 0,6-7 209 15,-1-11 24-15,4-5-12 16,0-6-160-16,4-2-48 0,8-4 204 0,4 0 100 0,4 0 48 15,3 0 28 1,1-7-24-16,4 1-52 0,0 0-8 0,-4-1-40 16,0 7-40-16,-8 0 40 0,0 0-24 0,-4 0 16 15,-5 4 56-15,2 2 132 0,-5 3 76 16,0-2 72-16,-4 2-60 0,0 4-4 16,0-4 5-16,-8 4-13 0,-1-1 8 0,-2-1-44 15,-6 1-40-15,2 1-60 16,-5-4 12-16,1-3-84 15,-2 1-120-15,-3-7-268 0,5 0-317 0,-5-3-99 16,3-10-88-16,6 4-212 0,2-5-604 16,6 2-896-16,7 3-1213 0,0-10-2303 15</inkml:trace>
  <inkml:trace contextRef="#ctx0" brushRef="#br0" timeOffset="50732.332">21618 4742 12865 0,'0'0'3064'0,"0"0"-2108"0,0 0-236 16,-7 68 600-16,-6-43 116 16,2 1-36-16,-6-1-419 0,2-2-533 0,2-1-312 15,-2-4-136-15,3-1-168 0,0-2-304 16,0-2-316-16,-4-4-161 0,4-2-491 16,1-4-1244-16,2-3-3124 0,-3-10-4961 15</inkml:trace>
  <inkml:trace contextRef="#ctx0" brushRef="#br0" timeOffset="50883.775">21587 4556 15233 0,'0'0'1972'0,"0"0"-1588"0,0 0 1380 16,0 0-176-16,0 0-615 0,0 0-125 0,0 0-496 16,0 0-232-16,0 0-120 0,91-16-120 15,-67 4-532-15,4-7-381 0,8-6-371 0,0-5-1156 16,-8 8-2808-16,11-16-4733 15</inkml:trace>
  <inkml:trace contextRef="#ctx0" brushRef="#br0" timeOffset="51148.434">22236 4112 13449 0,'0'0'2400'0,"0"0"-2184"0,0 0-128 16,0 0 812-16,0 0 536 0,4 91 260 15,-12-52-344-15,4 3-307 0,-8 5-321 0,4 4-48 16,-4 5-144-16,-4 8-268 15,1 6-128-15,-6-4-16 0,6 5-120 16,2-2-60-16,6-5-36 0,3-8-76 0,4-5 64 16,4-12 12-16,7-7-12 0,6-7-24 15,2-13-24-15,1-2 72 0,4-7-88 16,4-3 52-16,-4 0 0 0,3-13-12 0,-3 1-124 16,4-7-32-16,-7-4-148 15,-2-5-28-15,-3 0-229 0,-8-5-111 0,-4-2-492 16,-4-2-408-16,-4-4-660 0,-15-4-768 15,2 13-2241-15,-18-19-923 0</inkml:trace>
  <inkml:trace contextRef="#ctx0" brushRef="#br0" timeOffset="51281.425">21897 4556 10484 0,'0'0'2849'0,"0"0"-833"16,0 0-512-16,0 0 12 0,0 0-324 16,0 0-360-16,0 0-260 0,0 0 144 0,0 0 353 15,0 0-269-15,92 54-304 0,-36-54-292 16,4-3-204-16,-4-7-140 15,-1 1-164-15,-7-1-288 0,-1 4-256 16,-2 6-353-16,-17 0-1111 0,11 3-3724 0</inkml:trace>
  <inkml:trace contextRef="#ctx0" brushRef="#br0" timeOffset="60237.305">7589 8136 4244 0,'0'0'284'0,"0"0"592"15,0 0 320-15,0 0 1116 0,0-85-992 0,-8 66-59 16,1 0-69-16,-1 0-32 16,-5 0-144-16,2 0-312 0,-6 4-76 15,6-4-136-15,-6 3-132 0,6-4-84 0,-4 5 32 16,-2-2-48-16,6 1 88 0,-2 7 60 0,-2-1 8 16,2 1-132-16,1 3-28 0,1 3-84 15,-6-1-24-15,2 1-16 0,-1 3 16 16,-9 0-40-16,6 0-108 0,-9 10-4 15,4-1 0-15,-4 7-140 16,-4 7-16-16,4 3 36 0,-4 4-8 0,1 3 20 16,3 8 40-16,0 1 68 0,-4 5-132 15,4 0 0-15,4 7 28 16,1 0 8-16,2 0 52 0,6 4 48 0,-2-5-4 0,10 1-4 16,3 0 8-16,4-10 4 0,0 1 8 15,8-4 124-15,12-6 84 16,-5 0-24-16,9-6-12 0,4-4 0 0,0 1 72 15,4-8-48-15,-4-2-12 16,4-3 24-16,0-7 36 16,-4 0-76-16,-1-1-20 0,-3-5-76 0,0 0-76 0,0-7 76 15,-5-3-32-15,2-3-52 0,-1-3-60 0,-5 1-316 16,2-4-284-16,-6-3-232 0,-3-1-312 16,-3 1-432-16,-5-3-780 0,0 9-1997 15,-5-10-1891-15</inkml:trace>
  <inkml:trace contextRef="#ctx0" brushRef="#br0" timeOffset="60406.563">7112 8506 11849 0,'0'0'2032'0,"0"0"-1588"0,0 0-292 16,0 0 504-16,0 0 628 0,0 0 272 0,0 0-472 16,0 0-252-16,0 0-144 0,0 0-240 15,99 22-180-15,-75-22-120 16,0-6-148-16,8-4-44 0,-4-3-116 0,0 1-388 15,-1-4-196-15,1 2-240 16,-4 0-312-16,0 0-704 0,-3 2-1132 0,-6 2-2677 0</inkml:trace>
  <inkml:trace contextRef="#ctx0" brushRef="#br0" timeOffset="60564.853">7546 8464 3940 0,'0'0'5748'0,"0"0"-4031"0,0 0-921 15,-8 77-132-15,4-46 344 0,-1 1 68 0,1 2-8 16,1-4-76-16,3 1-160 15,-4-5-216-15,4-4-424 16,0-3-192-16,0 3-248 0,0-6-48 0,4 0-16 16,3-4-480-16,2 1-364 0,3-3-520 15,0-8-688-15,-4 3-2301 0,7-10-2474 0</inkml:trace>
  <inkml:trace contextRef="#ctx0" brushRef="#br0" timeOffset="62083.838">9980 8462 9096 0,'0'0'2597'0,"0"0"-1013"0,0 0-264 16,0 0-172-16,0 0-104 16,0 0-40-16,0 0-296 0,0 0-228 0,0 0-112 15,0 0-112-15,0 0-132 0,8-5-124 16,8 5 316-16,8 5 112 0,8-3 48 15,4 2-100-15,7-1-132 0,2-3-48 16,6 0-63-16,1 0-13 0,8 0-44 16,0-7 44-16,7 0-36 0,5-1-24 0,0-3-60 15,7 2 12-15,9-3 76 0,0 2-76 16,7-3 48-16,1 1 12 0,-1-1 12 16,-3 0-80-16,-4 4 4 0,-8 0-16 15,-1 2-4-15,-3-2 12 0,-8-1 0 16,-1 4 0-16,-3-1-8 0,-8 5 8 0,-4-5-8 15,-5 4 0-15,-6-1-64 16,-2 1-24-16,-7 3 8 16,0 0 84-16,-4-4 0 0,-4 4-68 0,-1 0 64 15,1 0 8-15,-3 0 0 0,3 0 60 16,-5-2-60-16,1-1-72 0,1 0 12 0,-6-4 56 16,5 1-44-16,-8 0-24 0,4 2 12 15,-4 2-52-15,-4-5-21 0,0 7-135 0,0-4 72 16,-4 1-8-16,0 3-4 0,0 0 0 15,-1 0 64 1,1-3-4-16,1 3-36 0,-5 0-60 0,4-2-72 16,-4 2-128-16,0 0-172 0,0-5-272 15,0 3-320-15,-4-5-352 0,-5 4-2488 0,-2-7-1205 16</inkml:trace>
  <inkml:trace contextRef="#ctx0" brushRef="#br0" timeOffset="62439.807">11992 8024 10844 0,'0'0'1697'16,"0"0"-509"-16,0 0-784 0,0 0 268 15,0 0 572-15,0 0-100 16,92 0-316-16,-68 5-124 0,8 2-152 0,3 6-120 15,2-1-152-15,6 1-96 0,1 3 36 16,0 0-48-16,-4-4-112 0,3 6-52 16,-6-1 32-16,-2 2-40 0,-3 0-56 0,-4 3 56 15,-8-3 60-15,-4 4-56 16,-4-2 4-16,-9 2 64 0,-3 3 64 16,0 2-16-16,-15 4 28 0,-5 3-64 0,-8 2 24 15,-4-1-32-15,-4 2-76 0,-3-3-60 16,-6 0 0-16,2-4-36 0,-4-1-112 0,6-5-72 15,5-4-196-15,4-4-36 16,8-4-104-16,9-7-120 0,-1 0-280 16,8-6-636-16,4 0-1072 0,0 0-3333 15</inkml:trace>
  <inkml:trace contextRef="#ctx0" brushRef="#br0" timeOffset="64050.871">13168 7674 3284 0,'0'0'3188'16,"0"0"-1992"-16,0 0 3313 0,0 0-2697 0,0 0-420 0,0 0-220 15,0 0-80-15,0 0-324 0,0 9-228 16,8 7-96-16,11 7 488 0,1 8-360 15,4 1-208-15,1 2-120 16,-2-1-100-16,5-7-8 0,0-1-88 16,4-6-48-16,-1-5-4 0,5-3 0 15,1-5 0-15,6-6 0 0,5 0-44 0,0-12 48 16,8-11-60-16,0-6-100 0,0-3-180 16,-5-6-64-16,1 1 4 15,-4-2-4-15,-8 4 100 0,-9 5 108 0,-3 1 12 0,-8 4 72 16,-8 5 112-16,-4 4 136 15,-4 6 84-15,-4 1 72 0,-4 3 28 16,-4-4-76-16,-4 7-36 0,-4 0-40 0,-4-1-20 16,1 4-40-16,-5 7-24 15,0 6-84-15,-8 2 0 0,0 11 60 0,-4 6 36 0,-3 6 4 16,-6 3-52-16,-2 4-48 16,3 2-8-16,-4-2 8 15,0-4 0-15,12 0 72 0,1-6 0 0,7-7-12 0,7-1-48 16,6-2 0-16,2-6 0 0,6-1 0 15,3 2 0 1,4-1 0-16,0-1 0 0,8-1 60 0,3 1-60 16,9 1 97-16,4 1-37 0,4-5 16 15,0 2 8-15,8-5-36 0,0-2-52 0,3-1 88 16,6-2 0-16,-2-1-84 0,2 0 40 0,-2 1-4 16,0 2-40-1,-2 1-4-15,-1-1 4 0,-5 4 4 0,-3 3 72 0,-8 0 0 16,0 2-12-16,-8 2 88 0,-4 1-16 15,-4 3 36-15,-8 1 4 16,0-4 32-16,0 5-60 0,-4 0 28 0,-8-1-28 16,-8 0 12-16,-4 1 36 0,-4 0-36 15,0-1 40-15,-7-4-124 0,-5 2-36 16,-1-1-40-16,-2-6 4 0,0-3 80 0,-6-1-92 16,-3-5-132-16,5-1-36 0,-1-6-64 15,4 0-44-15,5 0-72 0,2-6-28 16,9-4 48-16,5 4 52 15,10 0-136-15,2-1-84 0,7 4-101 0,4-3-95 16,0-4-300-16,15-2-504 0,2-8-736 16,-2 7-864-16,22-15-2869 0</inkml:trace>
  <inkml:trace contextRef="#ctx0" brushRef="#br0" timeOffset="64376.019">14590 8572 12941 0,'0'0'1364'16,"0"0"-1100"-16,0 0-188 0,0 66 368 0,0-42 608 16,4-3 448-16,-4 4-608 15,8 1-340-15,-4 6-108 0,4 3-52 0,0 2-52 0,4 8-48 16,-5 6 28-1,6 0 8-15,-9 9-12 0,4 4-160 0,-8 6-32 16,3 2-51-16,-3 2-73 0,0 0 0 16,0-9-4-16,0-1-8 0,0-10-29 15,0-10 41-15,0-8 85 0,0-11-85 16,0-9-12-16,0-4-97 0,0-9-147 0,0-3-60 16,0 0-220-16,4-9-428 0,-4-10-192 15,0-7-208-15,0-12-680 0,0 6-892 16,-11-28-2361-16</inkml:trace>
  <inkml:trace contextRef="#ctx0" brushRef="#br0" timeOffset="64656.264">14614 8550 12089 0,'0'0'2016'0,"0"0"-1712"0,0 0 204 15,0 0 396-15,0 0 600 0,0 0-392 16,87-47-288-16,-63 43-136 0,4 2-164 0,-4 2-144 15,4 0-52-15,0 0-96 16,-8 0-88-16,0 6 0 0,-5-3 5 16,-2 3-17-16,-5 0-20 0,-1 1 20 0,-7 2 12 15,0 0-44-15,0 8 44 16,-7-2 0-16,-5 1 4 0,-8 3-16 0,0-3-36 16,-4 1-36-16,-4-9-60 0,-7 5-168 15,-2-3-40-15,-6-1-32 16,-1-2-112-16,0-1-97 0,-3 1-271 0,-2-4-84 15,6-1-236-15,-5 2-328 0,4-4-908 16,12 0-1988-16,-20 0-2837 0</inkml:trace>
  <inkml:trace contextRef="#ctx0" brushRef="#br0" timeOffset="65900.922">8829 7645 8960 0,'0'0'204'16,"0"0"2813"-16,0 0-1749 0,0 0-404 16,0 0 156-16,0 0 240 0,0 0-16 0,0 0-232 15,0 0-300-15,0 0-212 16,0 0-36-16,4-16-132 0,-4 16-116 0,-8 3-56 0,-1 3-160 16,-2 5-120-16,-9 1 20 15,0 10 100-15,0 3 8 0,-8 8 0 0,0 4-8 16,-4 4-4-16,-3 4-8 0,-5 2 12 15,-1 8-4-15,-6 3-52 0,-5 4 44 16,-8 8-60-16,0 6 60 0,-3 4-52 16,-1 2 60-16,-3 0-36 0,3 2 36 15,-4 1 4-15,0 1-48 0,0-7-36 16,5 4 84-16,3-7 56 0,4 0-56 16,1-3-88-16,7-3-12 0,4-1-32 0,4-1 44 15,4-8-8 1,0-2-4-16,8-2-20 0,0-8 56 0,0-1 16 15,9-5 44-15,-5-2-68 0,7-4 68 16,-2-8 4-16,7 1 60 0,-4-4 40 16,4-2-28-16,0-8 0 0,4 2 4 0,1-9-64 15,2 3 60-15,1-8-24 0,0 0 16 16,4-1 20-16,0-2-84 0,0 0 0 16,0 0-4-16,0 0 4 0,0 0-12 15,0 0-172-15,0-2-84 0,0-1-64 0,8-6-84 16,1-4 36-16,6-7-188 0,1-5-424 0,7-4-864 15,-6 7-2260 1,11-16-3093-16</inkml:trace>
  <inkml:trace contextRef="#ctx0" brushRef="#br0" timeOffset="68665.332">8330 10964 732 0,'0'0'5276'0,"0"0"-4804"0,0 0 60 0,0 0 128 0,0 0 1688 16,-36-68-1123-16,29 59-365 0,-5 3-92 16,0 1-92-16,0 5 48 0,1 0-128 0,-2 7-132 15,-2 10-300-15,-2 5 64 0,2 9 60 16,2 11-20-16,2 6-8 15,7 2-20-15,-5-2 8 0,9-7-116 0,0-3-132 0,0-12-124 16,0-10 64 0,0-7-192-16,5-6-84 0,3-3 68 15,3 0-8-15,2-12 0 0,6-4-52 0,-3-10-88 16,4-2-76-16,-4-4 8 0,0 3 80 16,0 4 148-16,-1 0 168 15,2 9 88-15,-6 2 4 0,2 6 84 0,-2 2-12 0,2 6 104 16,-1 0-68-16,-5 2 244 15,6 10 76-15,-2 5 12 0,5 2-64 16,-4 3-4-16,0 6 76 0,1 1-60 0,-6 2-44 16,5 4-36-16,-3 4 12 0,-2 2-52 15,-3 4 88-15,4-1 96 0,-4 3-72 16,-4-2-116-16,0-1-132 0,0-3-36 16,0 1-16-16,-4-7 16 0,-4 0-4 15,0-10-20-15,-4 1 32 0,0-7 4 0,1-1 20 16,-10-4-32-16,5-5-16 0,-3 1-72 15,-5-5 100-15,-1-1-40 16,1-1 36-16,-4-3-92 0,5 0 84 0,3-3-100 16,-4-6-48-16,1-5 0 0,2 2-136 15,1-1 72-15,5-2 40 0,6 2 12 16,-3-3-4-16,12 0-8 0,0 4-24 0,0-4 96 16,0 3 96-16,8 0-36 0,1 1 64 15,-1-1-4 1,-1 3-56-16,5 1 8 0,0-1-72 0,4 3-4 15,0-1-60-15,5-3 56 0,2 2 8 0,1-3 0 16,4-1 0-16,0 3-4 16,0-2 4-16,-4 2 8 0,-1 1 88 0,-7 6-48 15,0-4-40-15,-4 7 68 0,0-3-68 0,-4 3-8 16,-3 0-4-16,-2 0 4 0,1 0 0 16,0 0-4-16,-4 0-96 15,4 0 92-15,-4 3-200 0,4 0-96 16,0-3-28-16,4 4 88 0,0-4-224 0,0 0-148 0,3 0-300 15,2 0-360 1,-2 0-868-16,-2 0-2669 0,3-7-4358 0,-104 4 9170 16</inkml:trace>
  <inkml:trace contextRef="#ctx0" brushRef="#br0" timeOffset="69298.702">10654 10490 6156 0,'0'0'3000'0,"0"0"-1023"0,0 0-809 0,0 0-156 16,0 0 132-16,0 0 316 0,0 0-84 16,0 0-456-16,43 102-220 0,-27-58-160 0,-4 7-12 15,1-1-112-15,-2 2-100 0,-7-2-48 16,4 1-144-16,-8-4-76 0,5 5-48 16,-5-4-92-16,0-4-88 0,0-3 56 15,0-6 28-15,0-10-40 0,0-3 52 16,0-8-76-16,0-6-192 0,0-4-188 15,0-4-112-15,0 0-288 0,0-4-576 16,0-4-820-16,3 1-917 0,-3-15-2015 0</inkml:trace>
  <inkml:trace contextRef="#ctx0" brushRef="#br0" timeOffset="69631.076">10781 10953 5276 0,'0'0'1576'0,"0"0"-408"15,0 0 696-15,0 0 161 0,0 0-489 16,0 0-308-16,0 0-192 0,0 0-208 0,0 0-192 16,80 0-200-16,-57 4-88 0,1-4 32 15,4 0-84-15,4 0-84 0,8-4 32 0,0-2 52 16,4 0 48-16,4-1-64 0,-1-2-60 16,-2 2-48-16,2 4 0 15,1-3-28-15,-1 3-48 0,5 0-8 16,1 0-84-16,-2-1 0 0,1 1 0 0,4 0 44 0,-4 3-48 15,3-3 0 1,-3 3 48-16,-4-4 0 0,-4 4-48 0,4 0-20 16,-9 0 16-16,1 0 0 0,-4 0 0 15,-4 0-64-15,-1 0 60 0,-3 0-44 0,0-2 44 16,0-3-32-16,-4 0-96 16,-3-4-216-16,2-2-4 0,-3 3-24 0,0-9-208 0,-4 5-140 15,0-3-112-15,-4-2-308 16,-1-1-692-16,-6 7-980 15,-5-5-3093-15</inkml:trace>
  <inkml:trace contextRef="#ctx0" brushRef="#br0" timeOffset="69938.888">12227 10658 10724 0,'0'0'1901'16,"0"0"-1093"-16,0 0-276 0,0 0 280 15,0 0 456-15,0 0 0 0,0 0-392 0,0 0-256 0,0 0-144 16,92 42-44-16,-76-33-80 0,4 0-120 16,4 4 52-16,-4-3-140 0,3 2-32 15,-3 1-40-15,5-1-24 0,-6 2 0 16,1 1-36-16,0 2-4 0,-4-2 0 16,-4 1-4-16,-4 0 0 0,0 3 0 15,-4 0 48-15,-4 3-44 0,0 0 52 0,-12 1 12 16,-4 2-72-16,-4 0-244 0,-4 0-168 15,-4-2-64-15,-4-1-76 16,-3 1-236-16,3-8-260 0,0-5-308 16,8-1-284-16,9-9-844 0,-2 0-3601 15</inkml:trace>
  <inkml:trace contextRef="#ctx0" brushRef="#br0" timeOffset="75087.262">14156 10655 4044 0,'0'0'2720'0,"0"0"-540"15,0 0-472-15,0 0-395 0,0 0 159 0,0 0-472 16,0 0-88-16,0 0-348 0,0 0-108 16,-52-48 128-16,48 42-124 0,-4-1-124 15,0 5 96-15,0-5 12 0,4 4 12 16,-4-1-48-16,0 2-80 0,4 2-20 15,0 0-88-15,0 0-172 0,4 0 0 16,-4 0 48-16,4 0-8 0,-4 0-40 16,4 0-40-16,0 0 4 0,0 0 36 15,0 0 12-15,-3 0 16 0,-1 0-76 0,-9 6-208 16,5 0-60-16,-4 0 96 0,0 7 12 16,1 0 52-16,2 3 48 0,-2-1-52 15,3 5 28-15,0-4-4 0,-1 3-20 0,6-3 56 16,-5-4 40-16,4-2-48 0,4-1 52 15,0-5-4-15,0-2-112 16,0-2-12-16,0 0-12 0,0 5-24 16,0-5 172-16,4 2 8 0,4-2-8 0,-5 3-84 15,6-3 72-15,-5 0-36 0,8 0 48 16,-5 0 0-16,2 0 0 0,2 0-12 16,-3 0 12-16,0 0 0 0,4 0 0 15,-4-3 60-15,5 3-52 0,-6 0-8 0,5-2 0 16,-4 2 0-16,4 0 0 0,-4-5 40 15,0 5-32-15,0 0-12 16,0 0 4-16,-4 0 0 0,0 0 8 0,0 0 4 0,0 0 52 16,-4 0 8-16,3 0 16 15,-3 0 20-15,5 0-96 16,-1 0 100-16,-4 5 12 0,4-3-76 0,0 1 52 0,4 0-92 16,-5 3 100-16,2 1-48 0,-1 2-60 15,4-2 100-15,-4 3-40 0,0 3-4 16,-1-1-48-16,-3 3-8 15,4-1 4-15,-4 4-4 0,0 2-4 16,0 2 4-16,0 3 12 0,0 1-12 16,-4 2-4-16,1 5-12 0,-5-5 12 0,4 0 4 15,-4 4 0-15,0-4 12 0,-4 1 36 0,4 0-40 16,0-1 40-16,-4-2 24 16,4-1 4-16,-4-3-16 0,4-3 24 0,-4-3 16 15,0-3-28-15,4-1 76 0,0-2-4 0,1-7 40 16,-2 1-52-16,5-1 52 15,-4-3-48-15,1 0 20 0,-2-7 88 0,1 0-51 16,1-5-185-16,-1-4 44 16,-1 0-52-16,5-6-100 0,1-3-33 15,3 3 85-15,0-6-64 0,0-2 16 16,3 5 0-16,5 0 24 0,1 2-28 0,-2 1 4 16,5 3-28-16,-3 4-8 0,6-1 48 15,-7 2 20-15,4 3-20 0,0 4 0 16,-4 1-16-16,-3 2 4 0,2 2 0 0,-7 2 8 15,4 0 16 1,0 0-40-16,-4 0-32 0,4 0 8 0,-4 0 24 16,8 0-20-16,-4 0-276 0,0 2-404 15,0 4-476-15,4-2-684 0,-4 3-1108 0,3-5-2477 16</inkml:trace>
  <inkml:trace contextRef="#ctx0" brushRef="#br0" timeOffset="75531.411">14678 10753 5884 0,'0'0'4420'0,"0"0"-3067"0,0 0-521 0,0 0 88 16,0 0 412-16,0 0 308 0,0 0-444 16,0 0-628-16,0 0-260 0,0 0-84 0,0 0-40 15,0 36 0-15,0-11 60 16,0 4 28-16,0 4 168 0,0 3 12 0,0 5-184 15,-5 5-120-15,5 3-4 16,-4 6-32-16,1 2 8 0,3 3 28 16,-4 3-76-16,4 1-64 0,-4 3-8 0,4-3-92 15,0-8 16-15,0 2-8 0,4-11-36 16,3-2 56-16,-3-10 16 16,1-7 36-16,3-8-108 0,0-9 56 0,-5-4 4 0,1-3 60 15,0-4-184-15,5-6-216 0,-5-10 168 16,7-4-148-16,-7-12-160 0,5-9-436 15,-2-7-616-15,-3-2-512 0,-4 8-1829 16,0-24-1275-16</inkml:trace>
  <inkml:trace contextRef="#ctx0" brushRef="#br0" timeOffset="75814.525">14622 10706 9004 0,'0'0'948'0,"0"0"-316"0,0 0 141 16,-8-74 255-16,12 49 424 0,4 3-108 0,0 3-288 15,4 0-280-15,4 3-168 16,4 3-88-16,3 4 24 0,5 3 44 16,0 3-48-16,0 3-172 0,0 0-100 0,4 6-12 15,-4 6-160-15,4 1-32 0,-8 6-4 16,0 3-12-16,-5 5-48 0,-10 0 60 0,2 5-8 16,-11 3-40-16,0 3-12 15,-3 0 0-15,-14 0-12 0,2 1-4 0,-5-2-44 16,-8-2-24-16,3-3-148 15,2-6-48-15,-5-1-76 0,4-8-36 0,4-5 36 0,-3-3-132 16,6-5-268 0,2-4-136-16,-1 0-220 0,4-6-312 0,3-11-1048 15,5 8-2049-15,1-17-1575 0</inkml:trace>
  <inkml:trace contextRef="#ctx0" brushRef="#br0" timeOffset="76532.845">15571 10665 9520 0,'0'0'2845'0,"0"0"-1021"0,0 0-548 16,0 0-56-16,0 0-4 0,0 0-20 0,-84-7-312 15,60 17-284 1,-1 5-200-16,6 5-96 0,-5 8-132 0,0 5-112 0,4 4 36 16,0 1 16-16,4-1 21 15,4-4-1-15,5-8-32 0,-2-9-88 0,9-7-12 16,0-2 0-16,0-7-148 0,9 0-205 0,2-2 161 16,9-9 8-16,4-8-24 15,0-3-108-15,0-7 0 0,4-3-76 0,-4 5 36 16,-1-3-36-16,-3 8 108 15,1 7 140-15,-6 2 56 0,1 6 76 16,-8 4-36-16,0 0-28 0,4 3 76 16,-8 3 76-16,4 4 244 0,0 5 24 15,0 4-76-15,0 7-96 0,0 5-12 0,-4 3-100 16,3 1 48-16,-2 10 28 0,-1-1 60 16,0 7-76-16,0 3-104 0,0-1 140 0,3 4 40 15,-7-3 12-15,5 0-64 0,-5-7 64 16,0 1 8-16,0-10-67 15,0 0-53-15,-5-3 16 0,2-10-28 16,-1 0 0-16,-4-9-12 0,0-1-24 0,0-2 24 16,-4-1 40-16,-4-6-28 0,0 1-12 15,-8-4 12-15,0-7-84 0,1-2-80 16,-5-10 20-16,0-7-172 0,-4 1 4 0,8-7-101 16,0 1 25-16,0 1 0 0,12 5 96 15,0 6 16-15,0 0-4 16,8 4-96-16,4-4-112 0,0-4-136 0,0-3-184 15,13-5-452-15,-2-4-928 16,5 6-2088-16,8-21-2133 0</inkml:trace>
  <inkml:trace contextRef="#ctx0" brushRef="#br0" timeOffset="76732.194">15857 10557 1852 0,'0'0'11921'15,"0"0"-9809"-15,0 0-1308 0,0 0 316 16,0 0 444-16,0 0-124 0,0 0-283 16,0 0-405-16,84-7-316 0,-61 4-212 15,-2 3-224-15,3-6-12 0,0 2-144 16,3-2-256-16,-7-3-300 0,8-4-225 16,-8 0-419-16,3-7-1136 0,-2 9-3044 15,-1-11-3521-15</inkml:trace>
  <inkml:trace contextRef="#ctx0" brushRef="#br0" timeOffset="76902.118">16323 10249 11385 0,'0'0'2824'0,"0"0"-1120"0,0 0-440 0,0 0-24 16,0 0 172-16,-8 95 16 0,5-57-299 0,-1 0-425 0,-1 4-208 16,1 2-124-16,0-3-152 15,0 0-220-15,0 0-40 0,1-2-456 16,-1-4-436-16,-5-4-233 0,1 1-567 0,1-9-2700 15,-6 8-4737-15</inkml:trace>
  <inkml:trace contextRef="#ctx0" brushRef="#br0" timeOffset="79272.851">2733 6534 4304 0,'0'0'2812'0,"0"0"3465"0,0 0-5225 16,0 0-596-16,0 0-40 0,0 0-100 15,0 0 184-15,0 0 256 16,0 0-184-16,88-17 48 0,-56 15 68 0,7-2-132 16,5-2-188-16,0 0-88 0,7-4-36 15,-3 1 0-15,4-1-96 16,-4 1-64-16,0 0-24 0,-1-4-12 0,-2-4 16 0,-6 5-16 16,1-4-48-16,-5 3-12 0,2-2-88 15,-9 2-128-15,-5 0-188 0,-6 4-244 16,-6 6-216-16,-2-1-308 0,-9 4-936 15,0 0-1788-15,-5 4-1613 0</inkml:trace>
  <inkml:trace contextRef="#ctx0" brushRef="#br0" timeOffset="79617.257">3055 6591 4364 0,'0'0'6272'16,"0"0"-5115"-16,0 0-577 0,0 0 132 0,0 0 220 16,0 0 56-16,0 0-372 0,0 0-216 15,0 0-96-15,0 0-76 16,0 0 56-16,-24 76 40 0,33-47 100 0,-1 9 44 0,-1 3-96 16,1 3-52-16,5 7-136 15,-6 7-48-15,-3 5-64 0,0 5-12 0,5-5-60 16,-9 0-48-16,3-6 48 0,-3-10 0 0,4-2 4 15,-4-10-12 1,0-7 8-16,4-1-100 0,-4-13 0 0,4 0 40 16,-4-5-40-16,0-3-60 0,0-2 52 15,0-4-52-15,0 0-276 0,0 0-72 0,0 0 48 16,4 0-148-16,-4-4-48 0,0 1 12 16,0-4 12-16,0-1 100 0,0-5-564 15,0 1-484-15,-4-2-1445 0,-4-5-1895 16</inkml:trace>
  <inkml:trace contextRef="#ctx0" brushRef="#br0" timeOffset="80204.304">3179 6991 8280 0,'0'0'5969'0,"0"0"-4869"16,0 0-672-16,0 0 176 0,0 0 788 0,0 0-368 16,0 0-272-16,0 0-176 15,0 0-124-15,0 0-124 0,0 0-196 0,-12 3-128 16,16-3-4-16,11 0 136 0,2 0 72 15,7-3-28-15,0-3-140 0,3-1-40 0,-3 1-60 16,4 0-60-16,4-4-64 0,-4-3-168 16,4 4-332-16,4-3-308 15,-5 1-316-15,1-1-812 0,-8 5-2244 0,8 1-2385 16</inkml:trace>
  <inkml:trace contextRef="#ctx0" brushRef="#br0" timeOffset="80405.746">3876 6953 12197 0,'0'0'2292'0,"0"0"-1496"0,0 0-392 0,0 0 224 16,0 0 544-16,8 73-184 0,-8-54-212 16,4 3-272-16,0-3-212 0,-4 4-108 0,0 2-184 15,5-3-44-15,-5 4-80 0,0-4 16 16,0-2-200-16,-5-6-256 0,5 0-248 15,-4-5-204-15,0-6-360 0,0-3-1092 0,-7-6-5173 16</inkml:trace>
  <inkml:trace contextRef="#ctx0" brushRef="#br0" timeOffset="80555.783">3948 6692 13449 0,'0'0'2844'0,"0"0"-1972"0,0 0-312 0,0 0-4 0,0 0-112 16,0 0-272-16,0 0-172 16,0 0-160-16,0 0-112 0,0 0-60 0,0 0-848 15,84 11-1348-15,-64-5-3861 0</inkml:trace>
  <inkml:trace contextRef="#ctx0" brushRef="#br0" timeOffset="80740.378">4406 6906 10224 0,'0'0'2585'16,"0"0"-1653"-16,0 0-372 16,52 79 688-16,-36-57 556 0,-8 0-308 15,0-6-356-15,0 0-628 0,-1-3-512 16,2-1-72-16,-5-2-160 0,4 0-36 0,-1-5-308 16,1 1-396-16,1-1-428 15,2-5-736-15,-3 0-1040 0,5-16-3021 0</inkml:trace>
  <inkml:trace contextRef="#ctx0" brushRef="#br0" timeOffset="80904.736">4606 6829 3604 0,'0'0'8861'0,"0"0"-7253"0,0 0-988 16,0 0 60-16,0 0-16 0,-88 48 240 16,64-26 40-16,0 7-300 0,0-4-216 0,0 7-220 15,0-4-208-15,0 1-136 0,4 0-100 16,1-1-44-16,2-3-276 15,2 1-512-15,-2-1-892 0,10-6-2985 0,-10 0-3479 16</inkml:trace>
  <inkml:trace contextRef="#ctx0" brushRef="#br0" timeOffset="81714.63">5852 6607 3588 0,'0'0'1640'16,"0"0"-600"-16,0 0 1624 0,0 0-764 15,0 0-535-15,0 0-393 0,0 0-68 0,0 0 32 16,0 0 4-16,0 0-160 0,25 89-168 16,-14-51-80-16,6 10 0 0,-2 2-28 0,1 10-124 15,-4 4 0-15,4 4-84 0,-4 0-88 16,-4 3-160-16,-5-2-44 15,2 2-4-15,-1-8-148 0,-4-5 16 0,4-15 44 0,0-4-20 16,0-11-28 0,0-2-48-16,-1-11-296 0,1-2-160 0,1-4-116 0,-1-5-424 15,0-4-812-15,0-10-1036 0,-4 1-1201 16,0-17-1791-16</inkml:trace>
  <inkml:trace contextRef="#ctx0" brushRef="#br0" timeOffset="81981.706">5916 6705 12345 0,'0'0'1644'0,"0"0"-884"0,0 0-580 0,0 0 132 16,0 0 280-16,0 0 200 0,0 0-44 0,0 0-176 16,84-2-116-16,-52 8-136 15,-4 0-88-15,4 7-8 0,-4 0-64 0,0-1-64 16,-9 4-8-16,1 3-76 0,-4 0-12 0,-8 0-52 15,0 3 4-15,-4 3 48 16,-4 1-4-16,-8-1 4 0,0 1 12 16,-8-4-12-16,1 0-60 0,-6-6-148 0,1 0-200 15,1-4 52-15,-1-1-176 16,-1-6-112-16,6 0 8 0,-2-5-232 0,2 0-404 16,2-7-704-16,10 4-1101 0,-5-11-2007 0</inkml:trace>
  <inkml:trace contextRef="#ctx0" brushRef="#br0" timeOffset="82266.397">6972 6680 12137 0,'0'0'2700'0,"0"0"-1808"0,0 0-416 16,0 0 376-16,0 0 252 0,0 0-340 15,0 0-368-15,-64 86-128 0,45-52-48 16,-2 4 12-16,6 4-48 0,2 0-24 16,2-5-76-16,2 4-24 0,5-6 4 15,0 1-4-15,4-8 24 0,4-5 28 0,9-9-112 16,-2 0-60-16,10-8 56 0,-2-3 0 16,5-3-68-16,0-6-48 0,0-6-136 15,4-7-172-15,-5-4-212 0,-2 1-196 0,-5-3-416 16,0-1-628-1,-9 4-900-15,-3 6-2361 0,-4-3-939 16</inkml:trace>
  <inkml:trace contextRef="#ctx0" brushRef="#br0" timeOffset="82421.668">6825 6880 10408 0,'0'0'2285'0,"0"0"-1249"16,0 0-376-16,0 0-56 0,0 0 28 0,0 0 200 15,0 0 40-15,0 0-104 0,0 0 92 16,0 0-160-16,79 4-284 0,-47-11-208 15,4 0-208-15,-5-2-100 0,6 0-404 16,-5-1-292-16,0 0-388 0,0 1-656 0,-13-1-2640 16,9 1-4581-16</inkml:trace>
  <inkml:trace contextRef="#ctx0" brushRef="#br0" timeOffset="83463.806">7450 6511 7280 0,'0'0'1520'0,"0"0"-628"0,0 0 64 16,0 0 37-16,0 0-393 0,0 0-124 16,0 0-56-16,0 0-112 0,0 0-156 0,0 0-148 15,-7 0 48-15,7 0 100 16,0 0 164-16,0 0 344 0,0 0 84 0,-4 4-192 16,4-4-60-16,0 0-20 0,-5 2-48 15,5 3 8-15,0-3 0 0,-4 2 24 16,4-4 48-16,0 3-36 0,0 0-128 0,0 4-92 15,0 2-68-15,0 4-56 16,0 5-4-16,0 1 16 0,0 0 8 16,0 1-32-16,4 0-52 0,1-9-60 15,2 3-48-15,5-6 44 0,1-1 0 0,2-3 4 16,5-4 40-16,3 0-40 0,5-11 0 16,4-4-196-16,0-8 0 0,1 1-96 0,-1-3-60 15,-5-1-16-15,6-2 64 16,-7 3 32-16,-1-4-12 0,-1 3-48 15,-4 1 112-15,-5-1-128 0,-3 1 4 0,-3 3 8 16,-5 3 160-16,-4 3 64 16,0 4 112-16,0 1 128 0,-8 5 92 0,-5 4-44 15,2 2-16-15,-6 0 60 0,-2 2-220 16,-5 9-108-16,0 3 108 0,0 6 12 16,-4 5 40-16,1 7 20 0,3 3 40 0,-4 1 84 15,7 2-24-15,2 3 28 0,-1-4-4 16,8 2-48-16,0-5-24 0,4-2-112 15,4-3 108-15,4-7 16 0,0-6-48 16,0 3-64-16,8-6-24 16,3 0 0-16,6 2 48 0,3-2 24 15,-1 1-20-15,5-6-44 0,4 5 40 0,0-1 8 16,0-1-52-16,0-3-8 16,0 3 8-16,-1-2-8 0,-6-4 8 0,-1 2 64 15,-1 3-4-15,-6-4 8 0,-2 1-60 16,-3-4 88-16,1 3-4 0,-9-3 100 15,0 4 24-15,0 2 108 0,-4 4-60 0,-13 4-72 16,-3-3-40-16,-3 7-96 16,-1-6-8-16,-4-3-52 0,0 1-88 15,4-6-204-15,0-2-180 0,4-5-140 0,4-2-144 16,1-8-256-16,7-3-484 0,-1 1-692 16,5-1-2425-16,4-10-3335 0</inkml:trace>
  <inkml:trace contextRef="#ctx0" brushRef="#br0" timeOffset="83690.127">8184 6896 11221 0,'0'0'3140'0,"0"0"-1552"0,0 0-544 0,15 89 232 16,-6-55 64-16,-5 1-204 0,-1 3-200 15,1 4-303-15,4-4-197 0,0 0-168 0,4 4-148 16,0-8-120-16,0 2-132 0,-4-2-160 15,4-5-108-15,-5-7-12 16,2-3-61-16,-1-7 21 0,-4-5-96 16,-1-3-272-16,-3-4-372 0,0-4-696 0,0-5-404 15,0 2-492-15,0-18-2841 0</inkml:trace>
  <inkml:trace contextRef="#ctx0" brushRef="#br0" timeOffset="83914.757">8223 6906 9712 0,'0'0'2525'0,"0"0"-761"16,0 0-880-16,0 0-116 0,0 0 288 0,0 0-36 16,0 0-240-16,0 0-156 0,0 0-168 15,0 0-176-15,0 0-144 0,75-10 24 0,-62 13-52 16,-5 1-84-16,-1-1-12 0,2 0-12 16,-9 3 0-16,4 1-84 0,-4-1 20 15,0 0 60-15,-9 3 4 0,-6 7-232 0,-2-3-148 16,-2 0-52-16,-5-1-84 15,-4 1-100-15,0-6-352 16,0 2-476-16,-4-3-988 0,9-3-2649 0,-14 4-2383 16</inkml:trace>
  <inkml:trace contextRef="#ctx0" brushRef="#br1" timeOffset="113330.723">28077 5816 3708 0,'0'0'8129'0,"-4"-66"-7041"16,-4 38-616-16,-4-2 328 0,-4-1 100 0,-4 5 28 15,-11 7-112-15,-5 6-416 0,-12 4 20 16,-4 6-36-16,-4 3 0 0,-8 0-64 15,-4 9 36-15,1 7 248 16,-5 0-240-16,-4 3-168 0,1 3-196 0,-5 3 0 16,-8 5-196-16,-4 1-144 0,-7 7 168 15,-8 7 48-15,-5 2 124 0,-12 11 0 16,-3 8-132-16,-13 7 132 0,-6 10 0 16,-6 9 4-16,-8 3 84 0,1 10-28 15,3 3 28-15,-3 3-88 0,4 6 0 16,-1 8-64-16,1 5 4 0,0 6-76 15,3 0 136-15,5 1 0 0,4 3 172 0,7 2-164 0,5 1 36 16,-1 3-36 0,9 10 68-16,-5 3-76 0,0 6-56 0,1 3 48 15,3 7 12-15,-3 6-4 0,0 7 72 16,-1 5-12 0,5 3 64-16,3 4-28 0,-3 4-92 15,7 3-8-15,4-5-88 0,9 1 92 0,11-6 96 16,8-5-44-16,16-13 20 0,9-4 52 0,15-6-116 0,9-4-8 15,10-3-52-15,5 0-44 16,9 3 24-16,3-3-4 0,3 6 68 16,5-3-4-16,0 1 4 0,13-6-52 15,2 0 60-15,9-4 24 0,4-4-24 0,8-3-12 0,8-10-60 16,7-5 64-16,9-7 8 0,4-9-76 16,8-7-84-16,7-7 40 15,5 1 116-15,8-4 4 0,3 1 0 0,5-4 96 16,0 9-96-16,7-9-68 0,0-1 64 15,5 1-96-15,4-5 52 0,4 0-88 16,-1-8 132-16,9-2-4 0,-1-4-140 16,8-5 52-16,-3-2 92 0,3-2 4 0,1-7-112 15,3-3 0-15,0-2 112 16,5-4-112-16,0-4 100 0,4-2-156 16,-2 0 164-16,-2-4 8 0,4 1 100 0,-1-5-100 15,0-1 36-15,-3-1-40 0,7-6 0 16,1-4 112-16,3-3-100 0,0-6 64 0,1-2-76 15,-1-8 24-15,0-2-24 0,1-4 0 16,-1-3 0-16,4-3 48 0,0-7 64 16,2-2 108-16,-6-7-40 15,4-1-180-15,-7-8 0 0,3-4 104 16,0-3-56-16,5-6-40 0,-1-7 140 16,5-3-64-16,-9-6-36 0,4-6-48 0,0-4-84 15,-3-9 36-15,-1-4-52 0,1-11 28 16,-1-1 36-16,-7-10 28 15,-1-3 16-15,1-9 56 0,-5-1-56 0,0-9-16 0,-4-2 16 16,5-4 16-16,-4-7-24 16,-5-3-96-16,-8-3 56 0,1 0 40 15,-12-3 0-15,-1 3-132 0,-4 0-28 16,-3-5 84-16,-4-5 16 0,-5-3-100 16,-3-2-64-16,-5-5-32 0,-7 1-68 0,-4 4 88 15,-8 2-24-15,-1 1 124 0,-11-1-164 16,0 6 192-16,-4 5 108 0,-4 5 100 15,-5 4 100-15,-3 3-12 0,-8 5 148 0,0-2-128 16,-8 0 28-16,0 3-28 16,-8-2-32-16,-1-2-104 0,-2 0-72 15,-6-5-68-15,2 0-20 0,-9-4-272 16,0-3-132-16,-4 0 32 0,0 0-28 16,-8 4-28-16,-1 8 76 0,-2 8 176 0,-1 5 264 15,-8 7 232-15,-1 6-120 0,-7 0 408 0,0 10-60 16,-3-3 128-1,-5 2-168-15,0 1 12 0,1 3-112 0,-1 3 16 16,-5-3-336-16,6-3 0 0,-1 0-96 16,4-7-88-16,0 4 132 0,0-4-20 15,8 0-88-15,0 4 12 0,-3 2 60 0,3 5 40 16,-4 8 48-16,-4 1 24 16,0 8 148-16,-3 2 40 0,-6 2 72 0,-2 3-76 15,-6 0-48-15,2 4-88 0,-1-1-72 0,-3 4-132 16,-1 0-28-16,0-1 160 0,4 1-236 15,0 3 232-15,5-3-8 0,-2-1 12 16,6 7 0-16,-1 0 0 16,0 0 0-16,4 6 0 0,-4 1 72 0,1 3-56 15,-6 2 192-15,2 2-124 16,-1 4 4-16,-4 1-4 0,0 0-20 0,1 7-64 16,-1-5-100-16,-5 5 92 0,6 3 8 15,-1-4 44-15,1 4-44 0,2 0 128 0,6 3-120 16,-1-5 96-16,4 2-92 0,-4 0-12 15,4 3-12-15,-3-3 4 0,-1 2-116 16,0 1 120-16,0 0-108 16,0 0 104-16,-4 0-4 0,1 3-76 15,3-1 88-15,-4 1 108 0,4 0-104 16,1 0 48-16,2 0 8 0,-3 0-48 0,9 0-12 16,-1 3 4-16,0 0-4 0,-4 4-48 0,4-2 36 15,-3 2-88-15,-2 3-72 0,1-1-12 16,-3 1 172-16,-1-1-36 0,0 4 48 15,-4-4 48-15,5 4 76 0,-2-1-64 16,-2-2 28-16,-1 3-88 16,4-1-64-16,-4 1 64 0,0-1 20 15,1 1-20-15,3 0-48 0,-1 0-112 0,2 2-12 16,-1 1 48-16,5 0 24 0,-6 3 52 16,2 0 48-16,-1 0 112 0,-1 3 32 15,2 0-140-15,-5 1 128 0,0 2-60 0,1 0-60 0,-2-2 100 16,2-2-52-16,-4 5-60 15,2-4 0-15,-7 0-172 0,5 4-24 0,-5-4-52 0,0 3 248 16,-3 0 0 0,2 1 12-16,1-1 40 0,1 4-48 15,-1-1 0-15,0 0 80 0,5 1-32 16,-1-1-44-16,-5 2 76 0,10-3-20 0,-4 3 92 16,2-3-152-16,2 3 36 15,-1-2-36-15,4 1 0 0,0 2 56 0,4-2-8 0,0 3 4 16,4-1-56-16,4 1-8 15,0 3-40-15,5-1 44 16,-5 1-4-16,8 3-48 0,-4-2 56 0,4-2 100 16,-4 1-28-16,4 3-64 0,1-6 56 15,2 0 20-15,2 0 52 0,-1-4 12 16,4-3-52-16,3 1-88 0,2-4 0 0,3-3-4 16,4 3-4-16,-4-3-48 15,4 0-36-15,0 0-16 0,0 0 40 0,0 0 60 16,0 0 12-16,0 0 0 0,0 0 48 0,0 0-8 15,0 0-52-15,0 3 0 0,0-3-8 16,0 0-80 0,0 0-36-16,0 0-84 0,0 0-60 0,0 0-80 15,0 0-20-15,0 0 68 0,4 0-72 16,0-3-484-16,-1-3-744 0,1-1-2288 0,5-15-2165 16,-33 60 1025-16</inkml:trace>
  <inkml:trace contextRef="#ctx0" brushRef="#br1" timeOffset="114054.457">30157 6499 6732 0,'0'0'4865'0,"0"0"-3225"16,7-67-420-16,-7 48-236 0,0 0-92 15,-4 3 344-15,4 7-124 0,-3 3-216 16,-5 6-4-16,-9 0-160 0,-2 3-356 16,-9 9-180-16,-8 7-87 0,-4 3 23 15,-3 11-32-15,-10 4-40 0,2 5-56 16,3 5-4-16,1 1-84 0,2 3 76 16,10-4-80-16,3-2-32 0,8-4 35 0,3-3-15 15,18-6 88-15,3-3-72 0,12-7 0 16,12-3 0-16,3-3 40 15,14-4 40-15,-2 1-8 0,10 0-156 0,2 0 84 0,5-4 84 16,0 3 8-16,0 9 4 0,-5-6 80 16,-7 7-92-16,-8-1 0 0,-4 3 24 15,-12 1 36-15,-5 3 112 16,-11 2-4-16,-4 0-44 0,-4 2 9 16,-11 4-49-16,-9 1 4 0,-4-2-76 0,-4 0 0 0,-4-7-12 15,1 1-4-15,3-7-44 16,4-6-88-16,4-6-85 0,0-3-143 15,12-7-144-15,-1 0-56 0,6-10-132 0,7-6-188 16,0-3-712 0,7-10-844-16,2 7-2477 0,18-23-3543 0</inkml:trace>
  <inkml:trace contextRef="#ctx0" brushRef="#br1" timeOffset="114330.233">30699 6969 7384 0,'0'0'6761'0,"0"0"-5789"16,0 0-444-16,0 0 552 16,-4 85 484-16,-5-50-308 0,2 4-192 15,3 5-152-15,4 3-195 0,0 8-113 16,0-1-72-16,7 9-108 0,2 3-244 0,-5 5-180 16,4-2-60-16,-8 5-24 0,4 2 0 15,-4-6 84-15,3-4-48 0,-3-6-36 0,0-6-36 16,0-8 72-16,0-13-40 0,0-8 80 15,4-4-52-15,-4-12-48 0,4-4-132 0,1-5-100 16,-5 0-204 0,4-8-77-16,-4-9-379 0,4-4-236 15,-4-15-516-15,4-8-856 0,-4 9-1885 0,0-29-2923 16</inkml:trace>
  <inkml:trace contextRef="#ctx0" brushRef="#br1" timeOffset="114820.232">30635 7163 8264 0,'0'0'1992'0,"0"0"-1039"16,0 0-193-16,0 0 304 15,0 0-312-15,0 0-56 0,0 0 148 0,0 0-200 0,79-27-304 16,-62 25-76-16,2-1-92 0,1 0-60 16,0 3 40-16,0 0-92 15,-4 0 4-15,0 6-60 0,0 1 96 0,-4-1-40 16,-4 0 52-16,-4 4 300 16,0-1-32-16,-4 1-144 0,0 2-24 0,-8 4 8 15,-4 3-36-15,-4 1-60 0,-4-2-28 0,0-2-32 16,-3 0-4-16,-5-4-48 0,4-1-12 15,-1-2-4-15,1-4-44 16,5 0-124-16,-5-3-148 0,4 2-136 16,0-1-200-16,4 0-312 0,-3-3-592 15,6 0-1156-15,-2 0-3549 0</inkml:trace>
  <inkml:trace contextRef="#ctx0" brushRef="#br1" timeOffset="116182.102">24049 11397 12417 0,'0'0'3864'15,"0"0"-2320"-15,0 0-472 0,0 0 324 16,0 0-236-16,0 0-139 16,0 0-153-16,0 0-360 0,0 0-228 15,0 0-196-15,-4-19-84 0,16 38 0 0,4 14 252 16,-1 15-156-16,6 11-24 0,-6 12-24 16,2 11-48-16,-6 11-8 0,2 2-136 15,-6 3-12-15,1 0 12 0,-4-3-48 0,-4-6 20 16,0-8-80-16,0-9-76 15,0-12-20-15,0-6-88 0,0-10-12 16,0-11-77-16,0-12-387 0,0-8-484 0,0-10-568 16,0-3-648-16,0-6-1433 0,0-23-887 15</inkml:trace>
  <inkml:trace contextRef="#ctx0" brushRef="#br1" timeOffset="116449.981">24005 11522 9652 0,'0'0'2425'32,"0"0"-525"-32,0 0-344 0,0 0 72 0,91-74-424 15,-63 65-260-15,0 3-280 0,4 6-116 0,-4 0-84 16,4 0-100-16,-8 0-108 0,4 10-96 0,-8-5-152 16,-1 12 40-16,-2 2-36 15,-6 6 85-15,1 13 63 0,-7 7-68 0,-5 9-92 16,0 6-48-16,-5 1-64 0,-7-2 100 15,-3-1-120-15,-1-8 11 16,4-6-63-16,-4-6-36 0,4-8-132 0,0-5-100 0,4-9-120 16,0-3-116-16,0-4-24 15,0-6-164-15,4 0-380 0,0 1-700 16,0-4-1212-16,-4 0-2869 0</inkml:trace>
  <inkml:trace contextRef="#ctx0" brushRef="#br1" timeOffset="116689.741">24714 12189 11685 0,'0'0'1600'16,"0"0"-848"-16,0 0 388 0,12 79 316 16,-8-47-88-16,0 0-124 0,-4 0-448 15,4 1-392-15,5 0-148 0,-6 2-36 0,1 3-76 16,4-2-132-16,-4-3-12 0,0-1-96 15,0-6-76-15,0-4 52 0,0-3-40 0,-4-3-72 16,4-3-292 0,-4-4-76-16,4-3-212 0,-4-2-452 0,0-1-972 15,0-3-2389-15,0-3-2579 0</inkml:trace>
  <inkml:trace contextRef="#ctx0" brushRef="#br1" timeOffset="117327.444">27818 11411 10816 0,'0'0'4277'0,"0"0"-3069"0,0 0-560 15,0 0-124-15,0 0 168 16,0 0 308-16,0 0-96 0,0 0-376 0,20 70-40 0,-8-20-88 16,0 20 37-16,0 13-73 15,-1 5-60-15,6 8 12 0,-10 0 140 16,6-4-128-16,-5-1-328 0,-1-1 0 0,1-2-156 15,-3-2 60-15,-5-7 8 16,4-9-44-16,-4-14-12 0,0-14-112 0,0-10-144 16,0-10-144-16,0-12-41 15,4-7-671-15,-4-6-524 0,0-13-616 0,0-16-388 16,0 7-2209-16,-13-35-2543 0</inkml:trace>
  <inkml:trace contextRef="#ctx0" brushRef="#br1" timeOffset="117572.084">27802 11496 13301 0,'0'0'1748'16,"0"0"-1320"-16,0 0 264 0,0 0 556 15,0 0 100-15,100-57-364 0,-69 48-288 16,9 5-268-16,1 1-76 0,-2 3 0 16,5 0-144-16,-9 7-127 0,2 6-77 0,-9 6 4 15,-9 6 4-15,-2 7 36 0,-10 9-40 16,-7 7-8-16,-4 9-60 0,-16 0-109 15,-4 4 33-15,-8-5-84 0,0-2 16 0,1-3-40 0,-5-10-36 16,4-6-64 0,4-9-192-16,4-4-188 0,1-3-412 15,2-6-660-15,5-4-1392 0,1-3-3417 16</inkml:trace>
  <inkml:trace contextRef="#ctx0" brushRef="#br1" timeOffset="117875.167">28543 12258 15673 0,'0'0'1704'16,"0"0"-1172"-16,0 0-48 0,0 0-16 0,79-9-148 16,-62 9 60-16,-9 0-232 0,4 0 20 15,0 3-68-15,-5 7 60 0,-3 2-76 16,0 7 16-16,1 7 80 0,-5 2-32 0,0 8-144 15,-9-3 4-15,5 0 124 0,-3-1-8 16,-1-4-64-16,4-5 36 16,4-2 64-16,0-8-28 0,4 0-116 15,8-3-16-15,-1-8-16 0,9 2 16 16,4-4-48-16,4-4 48 0,4-8-144 0,4-7-236 16,0-2-228-16,3-6-140 0,-2 2-320 15,-1 0-832-15,-12 6-2648 0,8-8-5721 0</inkml:trace>
  <inkml:trace contextRef="#ctx0" brushRef="#br1" timeOffset="118346.102">29579 10115 11997 0,'0'0'1308'15,"0"0"-624"-15,0 0-152 0,0 0 668 16,0 0 352-16,0 0-152 0,0 0-76 0,84 84-336 16,-64-40-196-16,-1 13-127 15,5 9-189-15,0 7-68 0,-3 6-104 0,2 4-100 16,-3-1 4-16,4 1-208 0,-5 0 24 15,2-4-84-15,3-6 8 0,-4-6-152 16,-4-7-108-16,4-12-100 0,-5-6-48 16,2-9-48-16,-6-10-29 0,2-4-23 15,-2-12-268-15,-3-4-352 0,-4-6-884 16,0-14-364-16,1 5-1833 0,-10-27-3475 0</inkml:trace>
  <inkml:trace contextRef="#ctx0" brushRef="#br1" timeOffset="118663.466">29739 10192 12765 0,'0'0'1792'0,"0"0"-872"16,0 0-344-16,0 0 716 0,71-70 128 0,-39 51-448 16,8-1-436-16,4 5-168 0,3-2-112 15,5 5-36-15,0 2-112 0,0 5-60 16,-8 5-44-16,-4 0-4 0,-9 12-84 0,-7 3-40 15,-4 8 52-15,-15 9 72 16,-5 6 0-16,-5 10-52 16,-15 6-168-16,-11 6-24 0,-5 3-60 0,-8-3 48 15,-4 1 72-15,4-10 48 0,0-10 0 16,9-10 132-16,3-5-104 0,8-7-76 16,4-9-12-16,4-7 84 0,7-3 100 0,6 0-148 15,-1 0 0-15,-4-9 160 16,4-4-112-16,4 0-84 0,0-5 108 0,0 1-208 15,0 4 172-15,0 3 0 0,4 4-300 0,4 3-940 16,-4 0-1804-16,-1 3-6349 0</inkml:trace>
  <inkml:trace contextRef="#ctx0" brushRef="#br1" timeOffset="119049.225">30626 10778 17789 0,'0'0'2156'15,"0"0"-2156"-15,0 0-148 0,0 0 148 16,0 0 528-16,0 0 8 0,0 0-160 16,81 0-192-16,-70 0-128 0,2 4-56 15,-6 3-96-15,1 3-4 0,-8 2 92 0,0 9 4 16,-4 9-192-16,-7 1 196 0,-6 1 48 15,2 0 12-15,-2-4 12 0,10-6-60 16,-1-3-12-16,8-6-48 0,0-4-100 16,0-2-32-16,4 0 20 0,7-1 52 0,6-3 64 15,2-3 44-15,1 0 8 16,1 0-8-16,-2 0-76 0,1 3 16 16,-3-3 12-16,-6 4 36 0,-3-1-40 0,-4-1 52 15,0 2 156-15,-4 2 260 16,-4 4-52-16,-4-1-172 0,-4 4-192 15,0-1-280-15,-4-2-112 0,-4-4-144 0,5-2-272 16,-9-4-436-16,0 0-924 0,3-4-2352 0,-14-8-3341 16</inkml:trace>
  <inkml:trace contextRef="#ctx0" brushRef="#br1" timeOffset="119537.768">27387 7617 11325 0,'0'0'2548'16,"0"0"-992"-16,0 0-524 15,0 0-36-15,0 0 928 0,45 66-676 16,-26-21-396-16,1 9-267 0,1 13-321 16,-2 12-32-16,-7 3-124 0,0 7-108 0,-8 6-48 15,0-2-120-15,-4-5-124 0,0-6 132 16,0-8-57-16,0-14-63 0,0-13-48 15,4-9-76-15,-4-8-72 0,0-15-132 16,4-5-316-16,-4-10-644 0,0-3-692 0,0-4-796 16,0-24-3141-16</inkml:trace>
  <inkml:trace contextRef="#ctx0" brushRef="#br1" timeOffset="119804.721">27384 7671 8264 0,'0'0'4961'15,"0"0"-3653"-15,0 0-412 0,0 0 496 16,76-45 160-16,-44 38-372 0,3 5-336 16,5 2-200-16,4 0-216 0,4 0-148 0,0 0-87 15,-1 2-185-15,-3 5-8 16,-8 3-104-16,-4 3 19 0,-8 2-27 16,-8 10-56-16,-5 1 168 0,-11 12 92 0,0 3-92 0,-11 8-116 15,-10 1-32-15,-2 4-84 16,-9 0-72-16,0-6 60 0,-4-1-60 0,4-7-208 15,0-1-188-15,4-10-116 0,1-4-124 16,7-9-336-16,3-4-756 0,6-8-1937 16,-1-1-1971-16</inkml:trace>
  <inkml:trace contextRef="#ctx0" brushRef="#br1" timeOffset="120040.298">28304 8099 11985 0,'0'0'2932'0,"0"0"-2116"0,0 0-148 0,-8 67 368 16,-8-32 260-1,-3 2-596-15,-2 8-260 0,1-3-156 16,5-1-76-16,-2 0 60 0,13-5-88 0,0-8-180 16,4-6 64-16,12-3 32 0,8-3 0 0,4-6 52 15,4-5 96-15,8-5 108 0,4-2 73 16,4-8-257-16,0-9-168 0,-1-6-132 15,1-5-244-15,-4-1-341 0,-4-4-235 16,-5-3-716-16,-6 13-2524 0,-5-13-4257 16</inkml:trace>
  <inkml:trace contextRef="#ctx0" brushRef="#br1" timeOffset="120197.113">28455 8118 13373 0,'0'0'2212'0,"0"0"-1392"0,0 0-172 15,-20 64 308-15,20-29 164 0,0 3-124 0,0 4-120 16,4 4-484-16,9 2-116 0,-6 6-276 16,1 0-168-16,-4 7-516 0,1-1-244 15,-5 0-532-15,0-12-1584 0,0 25-3649 0</inkml:trace>
  <inkml:trace contextRef="#ctx0" brushRef="#br1" timeOffset="121523.77">24934 11633 4576 0,'0'0'2736'0,"0"0"-1128"0,0 0-832 0,0 0-232 16,0 0 2321-16,0 0-1317 0,0 0-816 15,0 0-292-15,0 0-48 0,0 0-28 16,-13 4-4-16,17-4 0 0,0 0-360 0,5-4 16 15,2 1 32-15,6-4 152 16,2-2-4-16,9-1-132 0,0 1-16 16,7-1 16-16,6 1 96 0,2 2-64 15,6-2 28-15,2 2-80 0,5 1-44 16,7 0-88-16,5 2 12 0,4 1 16 16,0 0 52-16,8 0-68 0,-1 0 68 0,1 0-52 0,-1 3 12 15,1-3 32-15,-1 3-32 16,-6 0 0-16,-2 0 48 0,1 0 0 15,-8 0 8-15,0 6 52 0,-9 0 28 0,1 0 12 16,-4 4 96-16,-9-4-148 0,2 5 4 16,-10-6 32-16,1 2 76 0,-8 0 40 0,0-1-68 15,-8-3-32 1,0 0 60-16,0-1 0 0,-8-2 12 16,0 4-76-16,0-4-84 0,-1 0-12 0,-2 0-8 0,-1 0-124 15,-5 0-164-15,5 0-220 16,-8 0-176-16,4 0-224 15,-4 0-564-15,0 0-852 0,0 0-2341 0,-4 0-2467 16</inkml:trace>
  <inkml:trace contextRef="#ctx0" brushRef="#br1" timeOffset="121756.696">26906 11357 10664 0,'0'0'1777'0,"0"0"-1305"15,0 0-192 1,0 0 536-16,39 76 876 0,-31-54-264 0,0 1-548 0,4-1-448 16,-4-3-208-16,0-1-40 0,4 2-124 15,-4-5-60-15,-4 5-124 0,0-4 120 16,-4-1-44-16,0 5-88 0,-8-1-48 16,-3 0-112-16,-14 3-212 0,1 0-152 15,-4 0 76-15,-7-2-12 0,-5 2-272 0,-8-7-664 16,12 1-2781-16,-24 3-4179 0</inkml:trace>
  <inkml:trace contextRef="#ctx0" brushRef="#br1" timeOffset="122463.858">26013 12195 808 0,'0'0'3896'0,"0"0"-3440"16,0 0 364-16,0 0 896 0,0 0 8 0,0 0-380 15,0 0-239-15,0 0-117 0,-80-51-84 0,65 57 100 16,2 10-400-16,-2 3-140 16,2 7-20-16,-2 6-44 0,6-4-16 15,2 1-24-15,-1-1-192 0,8-6-168 0,0-3-148 16,0-9-64-16,0 0-100 0,0-10-48 16,8 0 160-16,-1 0 200 15,2-3 8-15,6-7 52 0,-2 0-8 0,-2-3 8 16,1 4-60-16,1 4-44 15,-2-2-104-15,6 3 148 0,-2 4 36 16,5 0 124-16,1 0 4 0,-2 6 12 0,5 4-4 0,0-1 64 16,-1 4-236-16,1 0-8 15,-3 3 4-15,-6 3-44 0,1 0 44 16,-4 6-4-16,1 1-44 0,-10 2 52 0,1 1 12 16,-4 2 4-16,0 1 68 0,0 0-20 15,-7 0 20-15,-6 0 92 0,-2-4 8 16,2-3-48-16,-2-2 16 0,-6-4-44 0,6-6 52 15,-5-5 16-15,-4 3-56 0,0-5-56 0,0-3-16 16,0-3-36-16,0 0 40 16,0 0 20-16,5-9-72 15,-2 3 0-15,6-7-48 0,2 0-28 16,2 4 68-16,7-5 0 0,0 2 8 0,4-1 0 16,0-2 0-16,8-5 0 0,3 1-4 15,2 0-56-15,2 1 48 0,6-2 8 16,3 0-72-16,-1 1 72 0,1 1-4 0,4 3-4 15,0-5-64-15,0 8 76 0,0-5-12 16,0 8-60-16,-5-4 68 0,1 4-120 0,-4-1-12 16,1 4 0-16,-6 0-308 15,2 0-464-15,-10-1-300 0,5 4-588 16,-4 0-804-16,-4-1-2681 0</inkml:trace>
  <inkml:trace contextRef="#ctx0" brushRef="#br1" timeOffset="126397.296">29002 11319 5368 0,'0'0'1912'16,"0"0"-1264"0,0 0 936-16,0 0-11 0,0 0-249 15,0 0-252-15,0 0 44 0,0 0-156 0,43-87-76 16,-15 56-140-16,0-4-232 0,4-3-44 16,0 0-132-16,0-1-28 0,-1 2-64 0,1-1-72 15,4-1-80-15,-8 5-92 0,0-1-100 16,-4 3-24-16,-5 0-344 0,-2 4-444 15,-10 5-472-15,-3 4-1088 16,-4 0-3405-16</inkml:trace>
  <inkml:trace contextRef="#ctx0" brushRef="#br1" timeOffset="126597.25">29245 10624 9772 0,'0'0'1189'0,"0"0"-1073"0,0 0 76 15,0 0 916-15,79-42-112 16,-55 32-360-16,0 4-256 0,-1 3-152 0,5 3-88 0,-4 0-140 16,0 0-76-16,-3 13-92 15,-6-1 16-15,2 7-60 0,-14 6-172 16,1 5-404-16,-4 1-184 0,-7 7-277 0,-6-5-859 16,-6 14-2812-16</inkml:trace>
  <inkml:trace contextRef="#ctx0" brushRef="#br1" timeOffset="128296.507">29666 11283 1136 0,'0'0'6096'16,"0"0"-6096"-16,0 0 168 0,0 0 52 15,0 0 692-15,-75-18 576 0,55 24 85 0,4 4-409 0,-4 9-424 16,0 0-268-16,1 3 12 16,-2 6 44-16,6-2 4 0,2-3-44 15,2-4-232-15,7-8-132 0,0-4-124 0,4-4-8 16,0-3-312-16,4-3-168 15,4-4 312-15,7-2 176 0,1-4 152 0,5 1-152 16,-2-5 0-16,1 9-100 0,4-3-40 0,0 9-12 16,0 2 64-1,4 2 88-15,0 15 204 0,-4 2 84 0,4 4-60 16,-5 5-40-16,-3 0-116 0,4 4-60 0,-8-4 4 16,-4 2 108-16,0-2-68 0,-8-2 56 15,-4-5 24-15,0-1 52 0,-8-8 48 16,-4-2-236-16,-8-7 0 15,0-3-288-15,-3-7-276 0,-9-11 48 0,-5-5-12 16,5-6-256-16,-3-2-680 0,11 5-1369 0,-20-21-3383 16</inkml:trace>
  <inkml:trace contextRef="#ctx0" brushRef="#br1" timeOffset="128846.671">30233 9340 12913 0,'0'0'1868'0,"0"0"-1628"0,0 0-116 15,0 0 420-15,-45-85 172 0,38 54 492 0,3-11-392 16,-4-6-508-1,3-12-184-15,1-7-112 0,4-2-4 0,0-5-4 0,4-2-4 16,5 3-108-16,-1 1 48 0,-1 4-136 16,1 5-152-16,5 2 28 15,-6 11-40-15,1 2-48 0,1 7-128 16,-1 5-260-16,-1 5-592 0,1 5-1112 0,-3 8-1721 16,-1-5-1371-16</inkml:trace>
  <inkml:trace contextRef="#ctx0" brushRef="#br1" timeOffset="129084.051">30268 8083 7644 0,'0'0'1272'16,"0"0"-1116"-16,0 0-104 0,0 0 748 0,0 0 40 15,0 0-271-15,-95 25-145 0,63-5-420 0,-8 5 0 16,4 4 240 0,-8 6 140-16,5-1 24 0,-2 2 116 0,6-5-256 0,7-8-116 15,12-8-76-15,4-8 140 0,12-7-216 16,0-7-420-16,4-8-460 0,12-11-464 0,4-2 619 15,12-8 237 1,8 2-496-16,7 2-276 0,5 3 572 16,4 9 688-16,4 6 704 0,-4 7 864 0,-1 3 109 15,-3 4-85-15,-4 0-496 0,-8 4-628 0,-5 6-468 16,1 1-444-16,-16 0-1804 0,8 5-3769 16</inkml:trace>
  <inkml:trace contextRef="#ctx0" brushRef="#br1" timeOffset="129504.383">31002 8417 11849 0,'0'0'1624'15,"0"0"-1228"-15,0 0 112 0,-84 34 424 0,52-17 376 0,0 5-224 16,0 0-456-16,4 0-280 16,4 0-52-16,9-3-112 15,2-3-184-15,9-6-28 0,4-7-104 0,0 0-176 0,12-3-100 16,4 0 332-16,8-10-20 16,4-2 8-16,4-1-12 0,4-3-72 0,-4 1 160 15,0 8-136-15,0 4-40 0,3 3 188 16,1 12 164-16,0 11 120 15,0 5-24-15,0 7 24 0,-4 7-284 0,-4 2-4 16,-4 1 0-16,-5 2 4 0,-2-3 8 16,-6 1-8-16,-3-3-100 0,-4-8-36 15,-4-2-4-15,0-4 140 0,-8-5 100 0,-7-2-100 16,-2-7 0-16,-2-5-64 0,-5-2-168 16,0-7-404-16,-4-3-136 0,-4-7-132 15,0-3 236-15,-4-3-16 0,-3 1-936 0,11-2-1537 16,-17-11-3123-16</inkml:trace>
  <inkml:trace contextRef="#ctx0" brushRef="#br1" timeOffset="130215.953">24367 10959 3092 0,'0'0'0'0,"0"0"-2596"0</inkml:trace>
  <inkml:trace contextRef="#ctx0" brushRef="#br1" timeOffset="130415.113">24388 10572 1772 0,'0'0'1200'0,"20"-89"-260"0,-9 45 128 0,1-7 588 15,1-9-268-15,-2 0-80 0,1-4-596 16,0 4-196-16,0-8-516 16,0 5-72-16,4-3-236 15,0 0-276-15,0-2-100 0,4 2 20 0,4 0 432 16,4-2-68-16,4 5 300 0,0 0 132 0,3 0-28 16,1 2 12-16,-4 4 428 0,7-4-140 15,-3 4 124-15,1 0-8 0,6 0-264 16,1-4-256-16,4 1-180 0,4-6-428 0,3-1-440 15,5 0-784-15,0 4-500 0,8 2-472 16,-4 1 1289-16</inkml:trace>
  <inkml:trace contextRef="#ctx0" brushRef="#br1" timeOffset="130470.465">25675 8369 580 0,'0'0'1172'15,"143"-98"-584"-15,-71 51-588 0,-17 11-404 16,29-24-744-16</inkml:trace>
  <inkml:trace contextRef="#ctx0" brushRef="#br1" timeOffset="130706.528">28424 6884 3100 0,'0'0'548'0,"0"0"-392"0,75-39-156 15,-43 26-104-15,0-2 100 16,-4-2-76-16,-4 5-48 0,0-1-212 0,-4 1 12 0,-1 2 120 16,-6 4 40-16,-2 2 160 0,-7 2 8 0,0-3 208 15,-4 5 132-15,0 0-200 0,0 0-140 16,-4 0-1484-16</inkml:trace>
  <inkml:trace contextRef="#ctx0" brushRef="#br1" timeOffset="130884.97">28691 6763 784 0,'0'0'0'0</inkml:trace>
  <inkml:trace contextRef="#ctx0" brushRef="#br1" timeOffset="132680.049">23746 10976 144 0,'0'0'5900'15,"0"0"-4052"-15,0 0-540 0,0 0-596 16,0 0-172-16,0 0 157 0,0 0 139 0,0 0-144 16,0 0-156-16,0 0 64 0,0 0-44 15,-32 25-24-15,28-25-16 16,0 3-48-16,-4 0 72 0,0 1-76 0,0-4-104 0,1 3-88 15,-6 1-60-15,5-2 72 16,-7 4-124-16,-2 0 12 0,2 1-36 0,-5 5-68 16,3 5-68-16,-2-2-64 15,-1 5 4-15,4-1-64 0,-4 0 116 16,4 0 4-16,4 3-4 0,-4-3 0 16,4 3-40-16,-3 1-4 0,6-1 4 0,-6 0 48 15,7 3-64-15,-5 4-68 16,2-1 56-16,-2 4-24 0,2 1 0 0,-1 4 40 15,3 1-88-15,-2 0 36 0,3 7-64 0,-1-1-48 16,2 4 52 0,-1 2 60-16,4 5-40 0,0 2 4 0,4 3 84 15,0 0 56-15,4 4-72 0,0 0-32 16,4-1-116-16,4 0-160 0,-4 4 188 16,3 0-64-16,6-1-116 0,-2-2 128 15,2-1-52-15,2-5 36 0,5-4 268 0,4-4 40 16,4-5 128-16,0 0-104 0,3-4 176 0,1 0-236 15,1 0 120-15,2 0 104 0,1-3-88 16,1 1-140-16,2-1-64 0,4-7 56 16,1 4-136-16,5-6-184 15,3-1 100-15,-1-2 176 0,4-7 52 0,1 0 96 16,0-6 144-16,0-7 0 0,0-6 40 16,-1 0 72-16,-3-9-36 0,4-4-92 0,-9-6-72 15,5-4-4-15,-4-5-48 16,-4-1-8-16,0-5 36 15,-5-1-68-15,2-4 116 0,-6-3-88 0,1 2 48 0,-3-4-48 0,-2 2 12 32,-3-2 36-32,-4 2 0 0,0-2-24 15,-5-1 12-15,1-2 0 0,0 0-80 0,-3-5-44 16,-2 2-12-16,1-4-36 0,1 0 44 0,-6 3-44 16,1-3-28-16,-4 4 0 0,-4-2 4 15,-4 1 64-15,4 1-92 0,-8-1 92 0,0 3-56 16,0 1 64-16,0 2 52 0,-8 1 8 15,0 2 40 1,-4 5-52-16,-4-2 64 0,4 1 76 0,-8-3 84 0,1 3-24 16,-5 0-40-16,-4-7-60 0,0 4 12 15,-8-6-36-15,0 3 36 16,-8-5-24-16,0 2-52 0,-4 3 28 16,1 3 36-16,-9-1 8 0,0 7-56 0,0 3-4 15,-4 4 16-15,0-1-28 0,-3 1-84 0,-1 3-56 16,0 2-4-16,1-3-100 0,3 4 12 15,0 0-36-15,0 0 88 0,9 2-16 16,3 2 16-16,0 2-16 0,4 3 52 16,5 1 60-16,3 2-64 0,-5 3-116 15,6 1 176-15,-1 4 4 0,4-3-72 0,0 5 20 16,-3 0-20-16,3 0-52 16,4 7-36-16,0-1 84 0,0 5-60 15,0 1 136-15,4 1-12 0,-4 2-48 0,5 1 52 16,2 3-68-16,-3 0-8 15,5 3 8-15,-1-3-12 0,3 0-60 0,2 1-212 0,2-5-76 16,2-2-204-16,3-1-76 16,4 2-108-16,0-5-204 15,-1 4-504-15,5-7-1137 0,0 10-2659 0</inkml:trace>
  <inkml:trace contextRef="#ctx0" brushRef="#br1" timeOffset="160814.845">8215 8836 6216 0,'0'0'1132'15,"0"0"1488"-15,0 0-1599 0,0 0-313 16,0 0-28-16,0 0 300 15,0 0 24-15,0 0-208 0,0 0-264 0,0 0-256 0,0 0-88 16,0 0 52-16,0 0 160 0,-3 2 48 0,-1 9-248 16,-1 8-140-16,1 6 28 0,-4 13 48 15,1 13 0-15,-6 3 24 16,1 9-72-16,1 1-76 16,-2 5-12-16,2-2-60 0,-2 3 48 0,2-3 0 15,-1-7-148-15,-1-3 72 0,6-9-36 16,-1-6 12-16,-1-9 52 0,2-6-64 0,7-12 76 0,-4-5-64 31,4-4-88-31,0-6-124 16,0 0-168-16,0 0-160 0,0-12-116 15,7-4-32-15,2-14-460 0,-1-3-1057 0,0 0-1555 0,3-24-444 0</inkml:trace>
  <inkml:trace contextRef="#ctx0" brushRef="#br1" timeOffset="161270.484">8171 9001 5488 0,'0'0'1316'16,"0"0"-512"-16,0 0-36 0,0 0 268 0,0 0 460 0,-12-70-15 16,12 64-357-16,-3 6-236 15,3-4-192-15,0 4-244 0,0 0-140 0,0 0-96 16,0 0-36-16,0 0-120 0,0 0-52 16,0 7-8-16,3-1 0 0,5 7 252 15,5 6 84-15,2 7 12 0,2 6-136 0,-2-1-64 16,1 10-12-16,4 1-36 0,0 2-96 15,-5 3 32 1,2 0-36-16,-2-2-60 0,2 0 56 0,-6-7 0 16,-2 1 4-16,2-8 0 0,-3-2 84 15,1-4-8-15,-5-6-4 0,3-3 40 16,-3-4-100-16,0-2-8 0,0-3 0 0,-4-5-4 16,0-2 0-16,0 0 4 0,4 0 72 15,-4 0 60-15,5-2 0 0,-5-8 232 16,7-6 212-16,1-10-176 0,0-8-200 0,1-8-104 15,-2-2-92-15,5-7-4 0,-3 3-4 16,6 1-48-16,-3 2-16 0,0 4 52 16,0 0 0-16,4 3-72 0,-8 0-12 15,3 3-4-15,-2 0-8 16,3 3 20-16,-9 7 40 0,5-1-12 0,-3 7 44 16,-5 7-104-16,0-1 44 0,4 7 16 0,-4 2 48 15,0 4-88-15,0-2-132 0,0 2-176 16,0 0-208-16,0 2-252 0,-4 2-452 15,-5 2-792-15,5 0-3009 0,-11 10-3043 0</inkml:trace>
  <inkml:trace contextRef="#ctx0" brushRef="#br1" timeOffset="162070.389">8820 9366 7372 0,'0'0'1360'16,"0"0"-452"-16,0 0-44 15,0 0 389-15,0 0 27 0,0 0-136 16,0 0-308-16,0 0-196 0,0 0-176 16,0 0-96-16,-79-54 32 0,72 54 72 0,-6 3-100 15,1 3-148-15,-4 4-164 0,1-1-48 0,2 8 40 16,-2 1-52-16,-6 8-16 15,6 2-56-15,-2 5-16 0,-2 4 4 0,3 4 20 16,-1 4-24-16,6 2-20 16,-1 2 20-16,4-5-12 0,4 0 52 0,0-6 0 15,4-2 48-15,0-5 0 0,0-6 0 16,0-2 76-16,4-8 108 0,4 1-84 16,0-6-12-16,0 2 12 0,3-5 72 15,2-4-96-15,-2 4 96 0,2-7 12 0,-1 2-24 16,4-2-12-16,-4 0 0 15,3-6-12-15,-2 0-136 0,2-7-108 0,-2 1-100 16,-2-5-188-16,2-1-124 0,-6-1-172 16,1-1-108-16,-4-1-248 0,0 5-340 15,-4-1-724-15,0 5-1025 0,0-1-1871 16</inkml:trace>
  <inkml:trace contextRef="#ctx0" brushRef="#br1" timeOffset="162401.822">8646 9763 8400 0,'0'0'2008'0,"0"0"-1043"0,0 0 371 0,0 0-48 16,0 0 12-16,0 0-104 0,0 0-324 16,0 0-92-16,75 25-224 0,-67-25-284 15,4 0-228-15,-4 0-44 0,0 0-112 16,0 0-48-16,0 0-260 0,0-3-384 16,-4 0-240-16,3-4-216 0,2 4-372 0,-5 0-480 15,0 0-121-15,-4 0 193 0,0 3 560 16,0 0 344-16,0 0 468 0,0 0 668 0,-4 0 768 15,0 3 680-15,4 3 8 16,-9 4-472-16,9 0 300 16,-3 2-135-16,-1 4-81 0,4 0-136 0,0 5-180 0,0-2-68 15,0 4-100-15,0-4-16 16,0 3-68-16,0-3 4 0,0 1-92 16,0-5-188-16,0-2-224 0,0-3-64 15,4-3-172-15,-4-5-148 0,3-2-272 0,2 0-136 16,3-2 72-16,3-11-108 0,2-4-716 15,-5 2-1621 1,7-17-3927-16</inkml:trace>
  <inkml:trace contextRef="#ctx0" brushRef="#br1" timeOffset="162823.59">9187 8887 4832 0,'0'0'1796'0,"0"0"-652"0,0 0 0 16,0 0 124-16,0 0 213 0,0 0-265 15,0 0-168-15,0 0-152 0,0 0-124 0,0 0-184 16,-79 69-96-16,66-50-44 0,6 0 0 16,-5 4-16-16,3-2-60 0,2 9-88 0,3-2-88 31,-4 7-24-31,4 3-36 0,0 3-52 0,4 0-80 0,0 7-4 16,0-7-4-16,0 1 4 0,0-7 56 15,4-3 8-15,4-7-56 0,0-3-8 16,-1-6 12-16,2-3-12 0,-1-4-80 15,-1 1-4-15,1-7-52 0,5 0 0 0,-2-3-108 16,6 0-312 0,-6-6-136-16,10-7-328 0,-6-6-344 0,5-6-628 15,-4 6-2017 1,0-13-2247-16</inkml:trace>
  <inkml:trace contextRef="#ctx0" brushRef="#br1" timeOffset="163083.924">9342 9093 6704 0,'0'0'3164'16,"0"0"-1795"-16,0 0-585 0,0 0 136 15,0 0 416-15,-4 79 4 0,4-50-212 0,0-1-428 16,0 7-244-16,0 4-132 0,0 5-68 16,0 3-44-16,4 8-100 0,-4-1-76 15,0 3-36-15,0-4-100 0,-4-2 16 16,4 0 72-16,0-3-124 0,-3-7 48 0,3-2-60 15,0-6-36-15,0 0-4 16,0-8-48-16,0-2-60 0,0-11-52 0,3 1-76 16,-3-7-144-16,4-6-120 15,0 0-172-15,-4 0-180 0,0-6-316 0,5-7-473 16,-5 1-787-16,4-17-2444 0</inkml:trace>
  <inkml:trace contextRef="#ctx0" brushRef="#br1" timeOffset="163588.314">9338 9147 2856 0,'0'0'1540'0,"0"0"-172"15,0 0-28-15,0 0 60 0,0 0-168 16,0 0-188-16,0 0-167 0,0 0-197 0,0 0-104 15,0 0-80-15,0 0-88 0,0 0-64 16,84-57-52-16,-68 50-40 0,0 7-24 0,-4-3-28 16,4-1-12-16,0 4-36 0,0 0 136 15,-4 4 64-15,0-1-8 16,0 4-132-16,-4 2-52 0,0 1-48 16,-4 6 64-16,0-3-4 0,0 6-8 0,-4 3-40 15,0 0 0-15,0 1 0 0,-8-2-112 16,-1 5 36-16,2-4 28 0,-5-3-4 15,0 0-64-15,4-3-8 0,-4-3-172 16,0-4-124-16,4-3-92 0,0 1-108 0,1-7-8 16,-2 3-312-16,5-3-144 15,-4-6-476-15,1-4-528 0,3 1-1233 16,-1-11-2135-16</inkml:trace>
  <inkml:trace contextRef="#ctx0" brushRef="#br1" timeOffset="164196.221">9829 8906 3816 0,'0'0'4724'0,"0"0"-4492"15,0 0-232-15,0 0-24 0,0 0 24 0,0 0 180 16,0 0 156-16,0 0 28 0,0 0-108 16,0 0-72-16,80-32-108 15,-65 29-76-15,-2 0 116 0,-2-1 128 0,1 4 68 0,0-2-3 16,-4 2 11-16,0 0-100 0,1 0 0 15,-2 0-40-15,1 2 48 0,-4 5 16 16,0-2 116-16,0 2-156 0,4 3-40 16,-8 3-36-16,4-1 12 0,0 1-88 0,-4 3-4 15,4 0 44-15,-4 3 20 16,4 3 80-16,-4 0-16 0,0 1 52 16,0 4-24-16,4 3-16 0,-4 2 16 15,0-1-52-15,4 1-4 0,0 3-44 16,-4 0 8-16,4 0-112 0,0-1 64 15,0-2-16-15,0 0 104 0,0-4-28 0,4 2-36 16,-4-5-76-16,4 0 140 16,-4 0-36-16,3-2-52 0,-3-4 96 0,1-4-8 15,-1-2-40-15,0 0 0 0,0-4-12 16,-1-2 12-16,-3 0-12 0,4-4 12 16,-4 0-16-16,0-3 28 15,0 0 88-15,0 0 48 16,0 2 224-16,0-2-32 0,0 0-156 0,0 0-64 0,-4 0 16 0,-7 0-248 15,-2 0-296-15,-2 0 16 0,-5 0-80 16,-4 0-120-16,-4 0-200 0,-4 0-264 0,0 0 0 16,-12 4-392-16,5 5-396 0,-9 1-645 15,12-1-787-15,-12 11-1228 16</inkml:trace>
  <inkml:trace contextRef="#ctx0" brushRef="#br1" timeOffset="165137.093">8992 8826 4592 0,'0'0'1624'0,"0"0"-372"0,0 0-448 15,0 0 76-15,0 0 272 0,0 0-135 16,0 0-157-16,0 0-168 0,0 0-80 16,0 0-152-16,0 0 8 0,36 29 52 15,-24-27-92-15,4 3-40 0,0-3-24 16,0 2-96-16,0-4-92 0,-4 0-88 16,4 0-88-16,-4 0-48 0,-1 0-40 0,2 0 0 15,-6 0-60-15,1 0-84 16,0 0-508-16,-3-4-332 0,-1 2-332 0,-1-3-777 15,-3 5-1095-15,0-2-2012 0</inkml:trace>
  <inkml:trace contextRef="#ctx0" brushRef="#br1" timeOffset="165635.395">9088 8944 6732 0,'0'0'1288'0,"0"0"-316"16,0 0-364-16,0 0 336 0,0 0 369 0,0 0-69 15,0 0-228-15,0 0-308 0,-4 63-176 0,4-50-80 16,4-1-116-16,-1 5-28 16,-3 2-48-16,4 0-60 0,-4 3-24 0,0 0-16 15,0 4-12-15,0 2-100 0,0 4-48 16,-4-4-4-16,1 7-72 0,-1-3-12 16,0 3-12-16,4-3-72 15,0-1 36-15,0-2-28 0,0 0 64 0,0-4-24 16,0-3 60-16,0 0 56 0,4-6 4 15,0 0 4-15,-4-3 4 0,3-1 48 16,-3 1-4-16,0-3-44 0,4-1 8 0,-4-3 0 16,0 5 40-16,0-5-44 15,0 0 0-15,0-4 4 0,4 3-12 0,-4-3-48 0,0-2 40 16,0 0 4-16,0 0-4 16,0 0-4-16,0 0 12 0,0 0 88 15,5 0 64-15,-5 0-52 0,4 0 0 16,4 0 248-16,-1 0-200 0,2 0-100 0,-1 0 40 15,3 0-40 1,-3 0-36-16,1 0-8 0,-2 0 8 0,5-2-12 16,-3 2-52-16,-2-5 44 0,5 5 8 15,-4 0 8-15,0-2 0 0,0 2-8 16,-4 0 0-16,0-4-12 0,0 4-48 0,1 0-4 16,-2 0-12-16,-3 0-20 15,4-2-40-15,0 2-216 0,0 0-288 0,-4-3-136 16,4 0-20-16,0-1-320 0,-4 1-856 0,0-7-2741 15</inkml:trace>
  <inkml:trace contextRef="#ctx0" brushRef="#br1" timeOffset="167702.994">3370 14090 6776 0,'0'0'6657'0,"0"0"-5477"16,0 0-804-16,0 0-136 15,0 0 228-15,0 0 600 0,0 0 248 0,0 0-232 16,0 0-608-16,0 0-316 16,0 0-116-16,-40 63-40 0,25-25 68 0,2 7-20 15,-6 16-52-15,3 8-88 0,-5 11-92 16,-2 9-28-16,3 3-40 0,0-1 16 0,0-1-4 15,0-14 28-15,8-9-28 0,-4-16-144 16,8-13-4-16,4-10 36 16,1-12-16-16,3-10-232 0,0-6-564 0,0-3-744 0,3-10-377 15,5-2-11-15,4-26-2044 16</inkml:trace>
  <inkml:trace contextRef="#ctx0" brushRef="#br1" timeOffset="168013.383">3398 14151 10424 0,'0'0'1441'0,"0"0"-1441"16,0 0 4-16,0 0 408 0,0 0 536 15,0 0 436-15,0 0-340 0,52 85-336 16,-32-50-384-16,3 10-24 0,1 3-176 16,1 6-36-16,-1 2-52 0,-5 5 12 0,1 2-48 15,0-2 76-15,-4-2-28 0,-4-7-48 16,0-11 4-16,-4-9-4 15,0-10 4-15,0-8-4 0,-4-9-84 16,0-2-4-16,-4-3 88 0,4 0 72 0,3-8 136 0,-2-9 252 16,7-8 8-16,3-16-136 0,2-14-124 15,-2-12-208-15,5-5-124 16,1-5-112-16,-2 7-8 16,1 4-40-16,1 9 24 0,3 6-100 0,-5 6-136 0,5 7-104 15,-4 6-156-15,0 7-356 0,0 3-540 16,-5 9-997-16,-6 4-1787 0,-1 9-1347 15</inkml:trace>
  <inkml:trace contextRef="#ctx0" brushRef="#br1" timeOffset="168621.976">4234 14274 10876 0,'0'0'1593'0,"0"0"-981"0,0 0-600 15,0 0 648-15,0 0 292 0,0 0-8 0,0 0-224 16,0 0-220-16,97 0-240 0,-78 0-224 16,-2 0-36-16,2 3-84 0,-3-3-68 15,0 4-120-15,0-4-448 0,-4 0-424 0,0 0-392 16,-8 0-1289-16,4 3-2247 0</inkml:trace>
  <inkml:trace contextRef="#ctx0" brushRef="#br1" timeOffset="168865.402">4346 14360 7948 0,'0'0'1268'16,"0"0"-800"-16,0 0-80 0,0 0 308 15,-28 80 717-15,24-52 107 0,1 1-228 0,-1 2-396 16,-4 5-256-16,8-5-188 0,-5 4-144 15,5 0-120-15,0-3-4 0,0-4 64 16,0-6 100-16,0-3 8 0,9-2-120 0,-5-4-176 16,3-1-60-16,1-2-48 15,5-1 48-15,-2 1-124 0,6-4-24 16,-2 0 0-16,2 0-48 0,-2-2-188 16,5-4-596-16,-1 0-316 15,6-7-512-15,-9-2-1381 0,8-10-3831 0</inkml:trace>
  <inkml:trace contextRef="#ctx0" brushRef="#br1" timeOffset="169099.911">4745 14474 8504 0,'0'0'4721'0,"0"0"-3705"0,0 0-752 16,0 0 156-16,0 0 520 0,0 0 440 15,-24 96-252-15,20-52-416 16,0 4-280-16,4 8-52 0,0 9-76 0,0 7-48 0,0 5-48 15,0 9-64-15,0 0-144 16,-4-1-144-16,0-2-40 16,0-7 28-16,-1-6-16 0,5-9-36 0,-3-17-48 15,3-9 96-15,0-10-76 0,0-12-132 16,0-7-248-16,0-6-212 0,0-4-600 0,3-15-488 16,6-6 68-16,-5 4-2401 0,0-38-1387 15</inkml:trace>
  <inkml:trace contextRef="#ctx0" brushRef="#br1" timeOffset="169346.169">4729 14560 10888 0,'0'0'1429'16,"0"0"-829"-16,0 0-396 0,0 0 304 16,0 0 368-16,0 0 96 0,0 0-188 0,0 0-136 0,96-48-200 15,-73 48-124-15,-3 0-52 0,4 4-88 16,0 5-48-16,-4 7-92 0,0 3-44 15,-5 4-48-15,-2 5-64 0,-5 7-208 0,-4 6 60 16,-4 4 48-16,0 0-160 16,-8-1-4-16,0-3 52 0,-4-6 44 0,0-7-44 15,-4-9-132 1,0-2-376-16,0-8-312 0,0-7-676 0,4-2-749 16,-7-14-2987-16</inkml:trace>
  <inkml:trace contextRef="#ctx0" brushRef="#br1" timeOffset="169750.355">5167 14360 11969 0,'0'0'1484'0,"0"0"-964"16,0 0 192-16,0 0 4 0,0 0-100 0,0 0-72 15,92-21-184-15,-73 14-148 0,2 0-188 16,3 0-24-16,0 5-172 0,4-2-68 0,-5 4 4 15,1 4 48-15,0 5 8 0,-5 5 108 16,2 0-92-16,-5 10-148 0,0-3 132 16,0 8 168-16,-4-1-76 0,-5 4 88 0,2-1-4 15,-5 4 8-15,0 3 48 0,0 1 24 16,-1 3 60-16,-3-5 68 16,0 5-92-16,4-2-64 0,-4-1-36 0,0-1 4 15,0 1 132-15,0-5-16 0,0-3-20 16,0-1 36-16,0-5 4 0,0-6 8 0,0-3 76 15,0-4 64-15,0-2 8 16,-4-7-8-16,4 0-52 0,-3 0 20 16,3 1-56-16,-4-4 8 0,0 0-40 0,-5 3-180 15,-2-3-184-15,-5 0-196 0,0 0 56 16,-8 0-208-16,-4-7 12 16,0 1-264-16,1-2-100 0,-5-6-60 0,4 1-392 0,0 1-944 15,8-1-1985-15,-5 0-1027 16</inkml:trace>
  <inkml:trace contextRef="#ctx0" brushRef="#br1" timeOffset="170011.508">6187 14566 16393 0,'0'0'1800'0,"0"0"-1688"15,0 0-112-15,0 0 384 0,0 0 120 0,84 0-16 16,-65 4-228-16,2-2-212 0,-1-2-48 0,-1 0 0 16,5 5-8-16,-3-5-128 0,-2 0-204 15,-3 2-276-15,0-2-408 16,-7 4-556-16,-2-1-1520 0,-7 9-3545 15</inkml:trace>
  <inkml:trace contextRef="#ctx0" brushRef="#br1" timeOffset="170183.394">6259 14904 14853 0,'0'0'2172'0,"0"0"-1564"0,0 0-496 16,0 0 36-16,0 0 296 0,0 0 580 0,0 0-56 0,0 0-556 0,80 3-192 15,-61-6-60-15,5-1-160 16,-4-3-208-16,5 4-84 0,3 0-308 0,-5 0-516 0,-3 3-852 16,4 0-3296-16</inkml:trace>
  <inkml:trace contextRef="#ctx0" brushRef="#br1" timeOffset="171186.903">7542 14094 3740 0,'0'0'6156'16,"0"0"-5332"-16,-13-67-591 0,9 45-105 0,-3 3 440 16,-1 3 292-16,0 6 376 0,3 8-260 15,2 2 32-15,-1 0-204 0,-4 2-204 16,0 8-464-16,-4 6-136 0,-4 9-112 16,0 10 12-16,1 13 52 0,-2 5 48 15,2 11-12-15,-6 6-88 16,6 0-24-1,-5 0 48-15,-1-4-24 0,10-9-24 0,-6-10 0 0,10-8 80 0,-1-14 44 16,4-6 12-16,4-9-12 0,0-4-100 0,0-6-168 0,0 0-156 16,4 0-132-1,8 0 116-15,4 0 440 0,3 0 12 0,5 3 52 16,4 4-64-16,-7 2 0 16,2 7 12-16,-3 10 216 0,-3 2 288 15,-2 7 60-15,-2 3-244 0,-6 7 152 0,5-4-108 16,-8-2-116-16,-1-2-36 0,-3 1-168 0,0 0-56 15,0-3-84-15,0 3-16 16,0-5-112-16,0-2-160 0,0-3-520 0,5-4-216 0,3-6-284 16,0-6-620-1,-1-5-817-15,10-7-1587 0</inkml:trace>
  <inkml:trace contextRef="#ctx0" brushRef="#br1" timeOffset="171701.084">8079 14579 13061 0,'0'0'1600'15,"0"0"-652"-15,0 0-68 0,-83 80 276 0,52-39-116 16,3 3-400-16,-4 8-300 0,8-8-104 16,3-3-92-16,6-6-144 0,6-10-168 15,5-5-100-15,4-11-12 16,0-2-52-16,13-7-12 0,2-5 144 0,6-6 192 0,7-9-128 15,0-8 24-15,3-6-196 0,1-2-100 16,-4-2 96-16,0 5-24 0,-5 5 64 0,5 6 132 16,-7 4 128-16,3 4-136 0,-5 8 68 15,-3 3 80-15,0 3 40 16,-4 6 288-16,4 4 144 0,-4 9-136 16,0 0-88-16,-8 6-24 0,4 4-28 0,-4 6 28 15,-4 6 20-15,0 3-32 0,0 5-100 16,0 4 48-16,-8 8-64 0,0-1 4 0,-4-1-52 15,4 2 52-15,-4-1-16 16,1-2 40-16,-2-7-76 0,1-4 100 0,-4-6 36 16,4-6-16-16,1-6-20 15,-6-6-48-15,10-8 8 0,-6-5 76 16,5-4 48-16,1-3 72 0,-1-3-60 0,-5-6-244 16,-2-10-12-16,-5-9-244 15,4-7 96-15,0-10 28 16,-4-5 44-16,12-4-56 0,-4 1-16 0,9 5-12 15,-2 3-12-15,5 5 4 0,0 5 44 0,0-1 0 16,8 5-84-16,0 0-64 0,4 2-108 0,0-2-164 16,4 3-308-16,0-1-364 0,-1 4-348 15,6-1-332-15,-10 11-885 0,10-4-2299 0</inkml:trace>
  <inkml:trace contextRef="#ctx0" brushRef="#br1" timeOffset="172089.613">9398 14398 7492 0,'0'0'920'0,"0"0"-920"0,0 0 12 16,-95 7 440-16,55-1 28 0,0 4 320 0,-4 2 425 15,9 4 251-15,-1-3 240 16,8 2-144 0,0 1-332-16,4 0-336 0,8 3-288 15,0 4-172-15,4 3-164 0,0 2-96 16,8 7-60-16,4-1-4 0,0 6 4 0,0-3-16 0,8 1-8 0,4-6 8 15,0-4-60-15,0-5-44 0,0-5-4 0,0-1-84 16,0-8 12 0,-4 0-100-16,-1-5-36 0,-3-1-136 15,5-3-168-15,-9 0-104 0,0 0-200 16,0-3-140-16,0-7-76 0,0-2-404 0,-9-2-668 16,2 5-1873-16,-13-3-503 0</inkml:trace>
  <inkml:trace contextRef="#ctx0" brushRef="#br1" timeOffset="172237.146">8880 14777 5320 0,'0'0'2976'0,"0"0"-556"0,0 0-1055 16,0 0-689-16,0 0-88 16,0 0 1024-16,0 0-88 0,80-5-156 0,-44 5-432 15,8 0-356-15,-4-8-300 0,3-2-96 16,2-3-184-16,-6-6-12 0,5 1-160 16,-4-9-48-16,0 5-392 0,-1-3-552 15,2-3-508-15,-9 9-2136 0,7-6-4041 0</inkml:trace>
  <inkml:trace contextRef="#ctx0" brushRef="#br1" timeOffset="172587.136">9924 14262 3768 0,'0'0'5388'0,"0"0"-4572"0,0 0-660 0,0 0 192 15,0 0 401-15,0 0 163 0,0 0 236 16,0 0-256-16,0 0-248 0,0 0 76 0,0 0-308 15,-83-19-92-15,63 35-60 16,-4 2-48-16,0 8 28 0,1 3 44 0,-2 3 0 16,-3 6-48-16,8 3-36 0,-4 6 48 15,5 2 120-15,2 3 160 16,6 0-48-16,7 2-124 0,0-7-172 16,4-2-64-16,0-7 40 0,0-3 12 0,8-7 8 0,3-5 40 15,2-4 12 1,2-4-112-16,6-1-56 0,3-5-52 15,-1-2 72-15,9-5-24 0,-4-2-52 0,7 0-8 16,2-9-120-16,-5-7-100 0,0-6-168 0,0-1-200 16,-4-5-304-1,-5-1-240-15,-3 1-708 0,-8 2-760 0,-4 7-1837 16,-4 0-2043-16</inkml:trace>
  <inkml:trace contextRef="#ctx0" brushRef="#br1" timeOffset="172712.504">9900 14735 8732 0,'0'0'4865'0,"0"0"-3093"15,0 0-776-15,0 0-148 0,0 0 44 0,0 0 80 16,0 0-384-16,0 0-352 0,0 0 20 16,0 0-256-16,65-19-160 0,-46 0-392 0,-3-1-172 15,0 2-352 1,0-1-584-16,-8 3-880 0,0 6-1845 0,0 1-851 16</inkml:trace>
  <inkml:trace contextRef="#ctx0" brushRef="#br1" timeOffset="172836.97">10064 14751 7432 0,'0'0'2296'0,"0"0"-1148"0,0 79-619 0,0-47 11 16,0 6 340-16,0 0 372 0,0 1-292 0,0-2-496 16,4-2-424-16,-4-3-40 15,4-4-568-15,0-5-456 16,0-4-100-16,4-9-128 0,4-10-777 0,-5 0-1071 16,10-20-2664-16</inkml:trace>
  <inkml:trace contextRef="#ctx0" brushRef="#br1" timeOffset="173136.415">10693 13966 12821 0,'0'0'2200'0,"0"0"-1508"0,0 0-204 15,0 0 476-15,0 0 732 0,0 0-460 0,0 83-404 16,0-38-320-16,0 5 69 0,0 8 111 0,0 8-376 15,-4 5-172-15,4 4-60 0,-4 14-84 0,4 6-64 16,-3 7-116-16,-1 6 60 16,0 3-28-16,4-3 88 0,-5-6-84 15,1-4-220-15,0-13 180 0,4-8-21 16,0-14 57-16,0-11-80 0,4-12 68 16,5-11-96-16,-5-11-12 0,0-4-108 15,3-8-360-15,-3-6-296 0,4 0-404 0,1-9-784 16,-2-10 416-16,-3 2-2693 0,-4-14-2779 15</inkml:trace>
  <inkml:trace contextRef="#ctx0" brushRef="#br1" timeOffset="173973.074">11726 14566 9232 0,'0'0'1576'0,"0"0"-623"0,0 0-237 0,0 0 128 0,0 0 616 15,0 0 216-15,-81 6-408 16,61 8-504-16,1 2-220 0,-5 9-128 0,4 7-132 16,-4 6-76-16,4 6-88 15,0 1-20-15,4-7-40 0,9-7-60 16,-2-5-4-16,9-14-92 0,0-5-140 16,0-3-80-16,9-4 72 0,2 0 244 0,5-11 0 15,4-1-4-15,4-4-12 0,4-6-240 0,-4-3 36 16,-1 3 36-16,1 3-76 0,1 6 124 15,-1 3-12-15,-1 7 24 0,1 3-12 16,0 9 136-16,0 3 60 0,0 12 64 16,-4 1 64-16,0 3-40 0,0 7 60 15,-4 0 0-15,-5 7-48 16,-2-5 52-16,-9 8 68 16,0 2 40-16,-4 4-64 0,-12 4-96 0,0-5 96 15,-4-3 72-15,0-3 392 0,-4-8-87 0,0-4-209 16,4-10-124-16,0-9-92 0,1-4-16 0,-2-6 16 15,1-3-148-15,1-9-60 16,-2-10-72-16,1-3-64 0,1-10 124 0,6-1-168 16,2-4-124-16,7 2-32 0,4 0-64 15,0 1 31-15,12 1-103 16,4 2-28-16,-1 3-112 0,6-2-356 16,3-1-612-16,0 2-796 0,-5 6-1672 0,9-7-2113 0</inkml:trace>
  <inkml:trace contextRef="#ctx0" brushRef="#br1" timeOffset="174310.282">12407 14366 11177 0,'0'0'2828'0,"0"0"-1476"0,0 0-836 0,11 70-124 15,-11-35 304-15,4 3 520 0,-4 11-328 0,4 1-336 16,-4 7-148-16,5 3 60 16,-1 6 36-16,0 8-48 0,-4 5-236 0,3 4-19 15,-3-1-197-15,0 5-205 0,0-9 25 16,-3-4-64-16,-1-8-12 0,0-12-84 15,-1-13 144-15,5-13 12 0,-4-11 24 0,4-10-168 16,0-7-432-16,0-3-488 16,0-18-712-16,0-4-112 15,4-13-476-15,-4 7-453 0,0-29-3259 0</inkml:trace>
  <inkml:trace contextRef="#ctx0" brushRef="#br1" timeOffset="174554.237">12362 14474 10332 0,'0'0'1689'0,"0"0"-997"0,0 0-40 0,0 0 412 16,0 0 172-16,0 0-216 0,84-53-288 0,-67 53 88 0,6 0-80 0,-3 3-276 15,4 3-72 1,-3 7-108-16,-2-1-140 0,-3 4 4 16,-4 3-4-16,-1 7-56 0,-2-1-16 0,-5 4-72 15,-4-1 0-15,0 1 4 0,-8-4-4 0,-4 4-8 16,0-3-100-16,-8-4 44 15,1 0 56-15,-2-7-40 0,-3 2-148 0,0-9-168 0,1 3-300 16,-5-8-148 0,0 0-116-16,0-3-368 0,4 0-900 15,-8-12-2689-15</inkml:trace>
  <inkml:trace contextRef="#ctx0" brushRef="#br1" timeOffset="175853.043">13152 14636 1212 0,'0'0'992'0,"0"0"-104"0,0 0-28 16,0 0-28-16,0 0 200 0,0 0 176 15,0 0-52-15,0 0-172 16,0 0-116-16,0 0 49 0,0 0 99 16,0 0 48-16,0 0-112 0,-12-9-116 0,8 6-180 15,4-3-28-15,-5-1-248 0,2-2 8 0,-5 2-40 16,4 1-52-16,-4 0 28 15,0 0-116-15,0 1 64 0,0 5-12 0,4 0 0 16,-8 0 168-16,0 7-24 16,1 5-404-16,-6 11 0 0,-3 3-96 0,4 8 48 15,0 6 44-15,4-7-72 0,1 6 64 16,2-11-84-16,1-5-64 0,8-8 0 16,0-8-48-16,0-1-16 0,0-6 124 15,0 0-20-15,8 0 120 0,5-6 8 16,2-7-8-16,2 0-100 0,2-6 12 0,1 1 16 15,0-1 8-15,0 2-132 16,0 8 108-16,0 2-24 0,3 4 0 0,-2 3 104 16,-1 3-4-16,-1 7 12 0,1 0 104 15,-3 5 20-15,2 2-36 0,-2 1-28 16,-2 5 76-16,-7 2 76 16,0 3 32-16,-4 7 28 0,-4 3-88 0,0 4 0 15,-12 5-12-15,-4 1-84 0,0-1 36 16,-3 2 32-16,-2-8 52 0,1-6 52 15,1-7 56-15,-1-5 88 0,4-5-40 0,0-5-120 16,0-6-160-16,0-5 48 0,4-2-132 16,-8-5-24-16,5-12-168 0,-6-1-136 15,5-12-16-15,0-4-156 0,4-7-96 16,4-5 4-16,4-1-172 0,4 3-584 0,4-4-1080 16,0 17-2433-16,5-17-1039 0</inkml:trace>
  <inkml:trace contextRef="#ctx0" brushRef="#br1" timeOffset="176070.733">13431 14370 12149 0,'0'0'2192'0,"0"0"-1144"0,0 0-760 0,0 0 240 15,0 0 784-15,0 0-148 0,0 0-328 0,95 19-484 16,-67-19-180-16,4-3-172 0,-4-6-84 16,8-4-76-16,-8-4-332 0,3-2-516 0,-3-2-368 15,0-5-924 1,-7 10-2229-16,2-13-3163 0</inkml:trace>
  <inkml:trace contextRef="#ctx0" brushRef="#br1" timeOffset="176228.342">13897 14106 11985 0,'0'0'1788'16,"0"0"-696"-16,0 0-348 15,-4 64 200-15,4-36 472 0,0 1-100 0,0-1-456 0,0 4-384 16,0-3-280-16,0-1-196 0,4 0-228 16,3 2-372-16,-2-5-308 15,-1 7-388-15,-4-10-1356 0,4 9-3777 0</inkml:trace>
  <inkml:trace contextRef="#ctx0" brushRef="#br1" timeOffset="176415.666">14168 14577 13073 0,'0'0'2168'0,"0"0"-720"0,0 0 312 15,0 0-516-15,91-24-340 0,-70 15-188 0,-2 0-496 0,5-4-220 16,-4 0-88-16,3 1-352 0,-2 2-436 15,-5 0-8-15,0 4-164 0,-9 6-640 16,-2 3-1216-16,-5 7-1565 16,-5 15-979-16</inkml:trace>
  <inkml:trace contextRef="#ctx0" brushRef="#br1" timeOffset="176564.996">14216 14772 9732 0,'0'0'3073'0,"0"0"-1153"0,0 0-660 0,0 0-444 15,0 0-108-15,0 0 208 16,0 0-116-16,19 71-112 0,1-68 116 0,5-3-268 15,-2 0-244-15,5-3-292 0,4-7-96 16,-1-5-476-16,1-1-160 0,0-7-300 16,5 2-336-1,-14 2-1312-15,14-4-3617 0</inkml:trace>
  <inkml:trace contextRef="#ctx0" brushRef="#br1" timeOffset="176825.412">14845 14205 12645 0,'0'0'1704'0,"0"0"-732"16,-8 76-244-16,4-35 240 0,4 9 432 16,0 8 0-16,0 5-324 0,0 8-432 0,0 1-243 15,8 6-121-15,-4 6-48 0,0 2-52 16,-4-4-108-16,0-2-72 0,0-7-108 0,0-9-100 15,0-14-68-15,0-11-65 0,0-7 1 16,4-13-76-16,0-7-8 0,-4-6-80 16,4-6-732-16,0-4-100 0,0-7-728 15,0-11 548-15,4 2-1044 16,-4-27-2261-16</inkml:trace>
  <inkml:trace contextRef="#ctx0" brushRef="#br1" timeOffset="177087.049">14861 14205 12177 0,'0'0'1624'0,"0"0"-1256"0,0 0-40 16,0 0 456-16,0 0 448 0,0 0-160 0,92-7-308 16,-65 11-232-16,1 2-128 0,0 4-168 15,-4-1-92-15,0 4 4 0,0-1-148 16,-8 4 0-16,0 0 52 0,-4 3-52 15,-4 3-60-15,-5 4-36 0,-3 2-124 16,-3 1-16-16,-9 6 28 0,-8-1-40 0,-4 1-20 16,0-6 20-16,-7 0 52 0,-6-4 8 15,5-9-132-15,-4 0-192 16,-3-10-416-16,3-3-504 0,0-3-1092 16,12 0-2301-16,-8-15-827 0</inkml:trace>
  <inkml:trace contextRef="#ctx0" brushRef="#br1" timeOffset="177875.187">15550 14128 10044 0,'0'0'2777'15,"0"0"-1449"-15,0 0-924 0,0 0-100 0,0 0-168 16,0 0-60-16,0 0-12 15,0 0 64-15,0 0 8 0,79-31-72 0,-54 5 8 0,-1 1-72 16,-4 0-152-16,-1 2-24 16,-2 8 88-16,-10 4-52 0,1 5-36 15,-3 6-76-15,-5 0 252 0,0 11 100 16,-5 3 256-16,1 9-156 0,-7 3-112 16,3 2-76-16,-5 4 40 0,6 3-44 15,-5 2 168-15,3 5-24 0,2-1-16 0,-1 1 4 16,0 0 84-16,3-9-8 15,-2 3 8-15,7-8 16 0,-4-2-44 0,4-4-20 0,0-6-16 16,0 0-72-16,4-4-64 0,3-1-24 16,2-3-148-1,3-4 72-15,-5-2-108 0,6 3 120 0,-5-5 60 16,3 2-4-16,-2 2-40 0,3-2 48 0,-5 9 48 16,2 1 128-16,-5 7 44 0,4 3-68 15,-8 3 20-15,0 4-72 0,0 5-12 16,0-1-16-16,0-1 164 0,0-1 144 15,-4-2 312-15,0 2-312 0,4-1-172 0,-4-2-112 16,4-2-84-16,0-5 72 0,0 5 4 16,4-4 20-1,4-3-20-15,-5 0-4 0,5-3-72 0,1-4 36 16,-2 2 172-16,1-5-12 0,4-3-208 16,-4-3-84-16,0 1-284 0,0-4-304 15,1-4-112-15,-6-2-476 0,-3-4-268 0,0 1-924 16,0-1-1577-16,-20-1-2663 0</inkml:trace>
  <inkml:trace contextRef="#ctx0" brushRef="#br1" timeOffset="178850.873">6339 16621 13893 0,'0'0'2452'16,"0"0"-2016"-16,0 0-432 0,0 0-4 15,0 0 684-15,0 0-16 0,84-3-136 0,-65 0-176 16,5-1-124-16,-4 1-24 16,0 0-208-16,0 0-88 0,-5-1-24 0,6-1 16 0,-5 1-128 15,-1-2-68 1,2 3-240-16,-2-1-424 0,-2 1-372 16,-5 3-948-16,-1 0-1877 0,-7 13-2451 15</inkml:trace>
  <inkml:trace contextRef="#ctx0" brushRef="#br1" timeOffset="179069.518">6371 16917 13357 0,'0'0'2520'0,"0"0"-984"0,0 0-852 16,0 0 68-16,0 0 288 15,0 0-352-15,0 0-336 0,0 0-232 16,0 0-32-16,0 0 192 0,0 0-64 0,79-5-80 0,-48 3-136 15,1-4-148-15,1 2-44 0,3-3 8 0,-4 1-84 16,3 0-132-16,1 0-248 0,0-1-360 16,-1 4-584-16,-3 3-944 0,-4 0-1969 15,4 16-2883-15</inkml:trace>
  <inkml:trace contextRef="#ctx0" brushRef="#br1" timeOffset="180448.122">8335 16243 4548 0,'0'0'6148'0,"0"0"-4787"16,0 0-449-16,0 0-224 0,0 0 504 0,0 0 116 15,0 0-60-15,-37-63-404 16,26 56-340-16,-5 4-268 0,0 0-4 0,-4 3-132 15,-3 0 44-15,-5 3 104 0,-4 10-16 16,0 6-100-16,-5 6-132 0,1 7 4 16,5 2-4-16,-5 8 0 0,4 3-4 0,0 2-44 15,4-2 40-15,8 2-76 16,5-10 76-16,3-7 8 16,3-5 60-16,9-9-20 0,0-6-40 0,0-4-172 0,9 3 172 15,10-2 24-15,2 2 148 16,7 2-48-16,3-6-76 0,5 4-40 15,-4-2-8-15,-4-1-12 0,4 0 12 0,-4 1-4 0,0 3 8 16,-4 3 0-16,-5-1 4 16,-2 1 140-16,-2 0 48 0,-2 3 60 0,-6-4-40 15,1 7 28-15,-4-3 24 0,0 0-36 16,-4 0-27 0,0-4 3-16,-4 1 8 0,0-3-8 0,-8-1-52 0,0-2-20 15,0-2-48-15,-4 2-88 16,-3 0-12-16,-6-4-172 0,1 0-56 0,0-3-112 15,-3 0-61-15,3 0 1 0,0 0-4 0,4 0 52 16,0-3 32-16,8 0-156 0,0 0-16 16,8-4-132-16,1 1-428 0,3-4-588 15,3-5-1092-15,5 2-1701 16,4-10-1463-16</inkml:trace>
  <inkml:trace contextRef="#ctx0" brushRef="#br1" timeOffset="180809.623">8665 16138 9460 0,'0'0'2025'0,"0"0"-857"0,0 0-364 15,0 0 352-15,0 0 784 0,0 0-488 16,0 0-796-16,0 0-496 0,-8 83-52 0,4-42 88 16,4 3 28-16,-3 6 8 0,3 2-72 15,0 5-112-15,0 4 0 0,-4 2-40 16,4 0-8-16,0 2 0 0,-4-6 0 16,4-5 96-16,0-5 12 15,0-11-32-15,0-13-76 0,4-6-76 0,0-10-96 0,-4-6 16 16,7 0-248-16,-3-3 32 0,5 0 64 15,-1-6-108-15,3 0 32 0,2-10-112 16,-6-1-340-16,1-4-320 0,0 2-452 16,-8-4-644-16,0 11-837 0,0-7-1543 15</inkml:trace>
  <inkml:trace contextRef="#ctx0" brushRef="#br1" timeOffset="180995.841">8427 16687 9580 0,'0'0'2949'16,"0"0"-2093"-16,0 0-680 0,0 0-176 0,0 0 928 0,0 0 344 16,0 0-104-16,0 0-384 0,99 13-276 15,-71-13-128-15,0 0-140 16,0 0-240-16,4-2-12 0,-4-5-112 16,-1 0-112-16,5 2-304 0,-4-2-556 15,0 0-448-15,-4 1-1380 0,4-1-3749 0</inkml:trace>
  <inkml:trace contextRef="#ctx0" brushRef="#br1" timeOffset="181329.915">9056 16627 10288 0,'0'0'1441'0,"0"0"-993"16,0 0 40-16,0 0 684 0,0 0 336 0,-75 79-200 0,58-50-352 15,2-1-300-15,2 2-88 0,2-2 8 16,3-3-136-16,3-6-132 0,1-3-100 0,4-4-52 15,0-5-20-15,0-3-52 0,0-4-84 16,0 0-88-16,0-4-204 0,4-3-224 16,5-7 236-16,6-6-176 0,-2-5-144 0,2-1-256 15,-3 4-224-15,4 6 84 16,-4 7 328-16,4 6 12 0,-4 3 60 16,0 3 520-16,4 9 76 0,-4 1 240 15,0 3 304-15,-5 0 64 0,1 0-16 0,1 2 92 16,-5-2-124-16,0 3 12 0,-4-2-12 0,0-2 8 15,0-3 44 1,0-5-120-16,0 0-208 0,0-4-192 0,0-3-92 0,0 0-344 16,0 0-96-16,0-10-28 0,-4-5-236 15,4-10-860-15,-4 2-1240 16,4-18-3177-16</inkml:trace>
  <inkml:trace contextRef="#ctx0" brushRef="#br1" timeOffset="181656.582">9327 16233 9700 0,'0'0'4001'0,"0"0"-3149"0,0 0-500 0,0 0 380 0,0 93 696 15,-4-52-64-15,-5 7-368 16,5-1-556-16,-3-3-144 0,3 1-136 16,0-3-160-16,0-5-160 0,4-2-124 0,0-7-92 15,0-4 4-15,0-10 104 16,0-3 60-16,8-5-188 0,0 0 136 0,8-6 160 15,-1 4 92-15,6-1 4 0,-1-1-48 16,3 2 44-16,5-4 8 0,-4 6-76 0,4-3 68 16,-7 4 8-16,2-4 36 0,-7 4 40 15,-4-1 24-15,-5 0 120 16,-2-3 40-16,-1 4 12 0,-4-4 72 16,0 0 48-16,-4 3-172 0,-8 4-220 0,0-1-168 15,-4-3 104-15,-4 4-8 0,4-4-100 16,-3 1-208-16,-5-3-28 0,-1-4-324 15,1 0 24-15,0 0-344 0,1 0-600 0,-1-7-852 16,-4-3-2221-16</inkml:trace>
  <inkml:trace contextRef="#ctx0" brushRef="#br1" timeOffset="182354.623">10506 16205 10224 0,'0'0'1701'0,"0"0"-269"0,0 0-616 0,0 0-160 16,0 0 340-16,0 0 132 16,0 0-380-16,0 0-256 0,-4 82-20 15,12-43 8-15,1 5 84 0,2 7-188 0,5 2-80 16,-4 4-40-16,0 5 24 0,0 1 60 15,0 0 72-15,-8 4-179 0,-1-1-125 0,1 1-108 16,-4-3-24-16,0-4-108 16,0-10-29-16,-4-12 53 0,1-8-56 0,-1-11 160 15,0-13-80-15,0-3-400 16,-5-3-264-16,-2-6-268 0,-1-7-552 16,-4-9-976-16,4-7-256 0,0 3-137 0,0-20-1491 15</inkml:trace>
  <inkml:trace contextRef="#ctx0" brushRef="#br1" timeOffset="182621.761">10478 16393 8008 0,'0'0'1684'15,"0"0"-303"-15,0 0-469 0,48-70 252 16,-28 53 196-16,-4 2-376 0,4 3-240 16,-1-2-216-16,6 1 80 0,-1 4-76 15,0-1-184-15,-1 4-100 0,1 0-52 0,0 3-36 16,-3 3-24-16,-2 0-52 0,1 0-8 15,-8 6-28-15,0 3 24 0,-4 7-8 16,-4 3 120-16,0 4-112 0,-4 9-64 0,-8 6-8 0,-8-1-4 16,0 2-8-16,-8-2 4 15,0 1 8-15,-4-5-4 16,0-2-104-16,1-5 0 0,-5-1-312 0,4-3-292 16,-4-6-220-16,4 0-320 0,0-4-600 15,4-1-1256-15,-4-5-3733 0</inkml:trace>
  <inkml:trace contextRef="#ctx0" brushRef="#br1" timeOffset="183513.528">9980 17030 9412 0,'0'0'1973'15,"0"0"-741"-15,0 0-540 0,0 0 260 16,0 0 248-16,0 0-268 0,0 0-408 16,-24-69-224-16,16 66-40 15,-3-1-24-15,2 1-100 0,-6 3 88 0,-2 0-64 0,2 7-148 16,-6 5 120-16,2 7-128 16,-5 3-8-16,0 10 8 0,0 0 32 0,0 5 24 15,1 5-48-15,-2 3-12 0,5-1 0 16,1 4-148-16,2-1 144 0,6-2 4 15,7-1 76-15,-1-6 24 0,5 1 20 0,0-12 4 16,5 0 36-16,7-5-12 0,3-7 60 16,1-2 172-16,5-7-36 15,-2 1 12-15,1-7-124 0,1 0-52 16,2-3-32-16,-3-7-4 0,0-3-32 16,-4 1-48-16,0-4-64 0,-4 0-160 0,4-4-180 15,-4-1-60-15,-5 2-188 0,1-4-200 16,1 4-308-16,-5 0-628 0,-1 1-1308 15,-3 8-1981-15,0 0-759 0</inkml:trace>
  <inkml:trace contextRef="#ctx0" brushRef="#br1" timeOffset="183681.787">9896 17421 9440 0,'0'0'2029'15,"0"0"-1785"-15,0 0 536 0,0 0 332 0,0 0-212 16,0 0-204-16,0 0-144 0,0 0-148 0,0 0-112 15,0 0-292-15,0 0-408 16,73-48-292-16,-70 36 16 0,5-1-164 0,-4 3-236 16,0 1-508-16,0 3-709 0,1 2-803 0,-2 2-928 15</inkml:trace>
  <inkml:trace contextRef="#ctx0" brushRef="#br1" timeOffset="183887.022">9960 17335 3768 0,'0'0'2100'16,"0"0"-412"-16,0 0-168 0,0 0 4 15,0 0-55-15,0 0-181 0,0 0-168 16,0 0-172-16,0 0-104 0,0 0-260 16,-27 54-148-16,27-38-36 0,0 6 32 15,0 0 72-15,0 4-156 16,4 3-140-16,0 3-88 0,3-1-116 0,1 4-4 16,1-3-96-16,-2-1-76 0,1-2-60 15,0 0-164-15,4-4-184 0,-4-3-52 0,0 0-168 16,4-2-460-16,-4-8-768 0,-4 1-1845 0,0-3-2167 15</inkml:trace>
  <inkml:trace contextRef="#ctx0" brushRef="#br1" timeOffset="184379.162">9836 17331 4212 0,'0'0'7145'0,"0"0"-4981"0,0 0-1352 0,0 0-104 15,0 0 312-15,0 0 8 0,0 0-260 16,0 0-532-16,0 0-232 0,0 0 92 16,0 0 288-16,28-2-64 0,-15 2 356 15,-2-3-76-15,6 3-236 0,-2-3-204 16,2-1-88-16,-2 2-72 0,5-3-44 16,0-1-52-16,0 0-88 0,0-3-36 15,0 2-624-15,0 2-500 16,0-6-700-16,-8 5-2644 0,-1 0-5561 0</inkml:trace>
  <inkml:trace contextRef="#ctx0" brushRef="#br1" timeOffset="185128.915">10330 16265 2540 0,'0'0'4576'15,"0"0"-2904"-15,0 0-636 0,0 0-196 16,0 0 101-16,0 0 123 0,0 0-56 15,0 0-132-15,-23 70-256 0,15-51-132 0,4 3-84 16,-4 4 12-16,4 2 56 0,0 4 64 16,4 6-116-16,0 4-60 0,0 2-40 0,0 4-84 15,4 2-88 1,4 1-136-16,4 0-12 0,0 0-76 0,3-1-8 16,2-6-76-16,3-5-64 0,-5-1-72 15,6-9-136-15,3-4-216 0,3-6-228 16,-3-9-684-16,0-8-1000 0,8-11-2073 15</inkml:trace>
  <inkml:trace contextRef="#ctx0" brushRef="#br1" timeOffset="185426.662">11295 16079 10768 0,'0'0'1657'0,"0"0"-1081"15,0 0-472-15,0 0 60 0,0 0 676 16,72 66 312-16,-56-41-448 0,-4 1-300 0,-1 2-92 16,2 4 0-16,-2 3-176 0,-3 3 64 0,-3 0-88 15,-1 3-52-15,-4 3-60 0,0 2 0 16,0-6-112-16,-9 5-100 15,1-4-172-15,1 0-180 0,-5 0-240 0,-1 1-260 16,-7-4-332-16,1 0-905 0,3-10-1951 0,-16 11-2028 16</inkml:trace>
  <inkml:trace contextRef="#ctx0" brushRef="#br1" timeOffset="186136.947">10219 17498 11745 0,'0'0'4612'16,"0"0"-4128"-16,0 0-484 0,0 0-548 15,0 0 548-15,0 0 476 16,0 0-240-16,0 0-112 0,0 0 24 0,0 0-72 16,0 0-64-16,104 31-12 0,-80-31-100 15,4 2-100-15,-4-2-36 0,-1 0-440 16,-3 0-244-16,4 0-676 0,-8 0-1197 15,4 0-3611-15</inkml:trace>
  <inkml:trace contextRef="#ctx0" brushRef="#br1" timeOffset="186359.77">10880 17402 10616 0,'0'0'2557'0,"0"0"-1821"15,0 0-728-15,0 0 376 16,-28 66 284-16,21-40 388 0,7 3-328 16,-4 6-376-16,0-4-116 0,4 1-124 15,0-4-112-15,0-2-164 0,0-7-96 16,0-3-340-16,0-7-116 0,4-5-64 0,0-1-284 16,0-3-660-16,4-3-493 0,-4-1-1751 15,4-9-1980-15</inkml:trace>
  <inkml:trace contextRef="#ctx0" brushRef="#br1" timeOffset="186639.598">11032 17580 2644 0,'0'0'8757'15,"0"0"-7053"-15,0 0-1296 0,0 0 212 16,0 0 708-16,20 76 164 0,-16-64-360 0,-4-5-580 16,4-1-464-16,0-3-88 0,0-3-124 15,8 0 124-15,-4 0 4 0,3-3-4 0,2-3-132 16,2-7-112-16,-2-2 32 15,2-8-184-15,-2 1-100 0,2-7-40 0,-2 4 108 0,-2 0 100 16,-3 6 104-16,0 6 48 16,-3 3 88-16,-5 4 88 0,0 3 64 15,0 3 376-15,0 0 252 0,0 7 56 16,-13 1-348-16,2 5-204 0,-2 4-8 16,-2 4 32-16,2 2-108 0,1 2-112 0,1 1-148 15,2-4-24-15,5-7-40 0,-3 1-184 16,3-2-424-16,4-6-440 15,-4-1-968-15,4-3-2601 0</inkml:trace>
  <inkml:trace contextRef="#ctx0" brushRef="#br1" timeOffset="186962.872">11378 17504 10044 0,'0'0'2637'0,"0"0"-1909"0,0 0-384 16,0 0 356-16,0 0 572 0,20 79-144 15,-20-57-480-15,4 0-388 0,0-6-180 16,1-3-80-16,-1-4-160 0,0-2-16 0,-4 0 28 16,4-7-12-16,3 0 8 0,-3 0-232 15,5-11 84-15,2-1 76 16,1-1 224-16,4-6 0 0,0 0-8 16,0 0-104-16,0 0 0 0,0 6 36 0,0-3 76 15,-4 7 0-15,0 3 100 0,0 2 220 16,-4 2 40-16,-4 2 16 0,4 0-56 15,-5 2-56-15,6 2-4 0,-5 2-28 16,4 3 4-16,-1 4-76 0,-3 0-24 0,1 3-124 16,-1-1-12-16,0 4-96 15,0-3-176-15,-1 1-272 0,1-5-240 16,-4 1-196-16,4-6-204 0,0-7-428 0,-4 0-1109 16,9-7-2143-16</inkml:trace>
  <inkml:trace contextRef="#ctx0" brushRef="#br1" timeOffset="187178.927">11885 17529 6036 0,'0'0'6089'0,"0"0"-4725"15,0 0-752-15,20 85 136 0,-16-50 196 0,0 3-16 16,0 4-132-16,-4 2-116 0,3 4 84 0,-3-4 72 0,0 3-360 16,0 2-220-16,0-2-108 0,-3-1-52 15,-1-9-32-15,-4 1-64 16,-1-9-48-16,-2-7-72 0,-1-7-124 0,0-5-208 15,-4-10-248-15,-4 0-60 0,0-13-32 0,0-12-164 16,0-6-316-16,-4-11-816 16,5 7-2521-16,-5-35-2791 0</inkml:trace>
  <inkml:trace contextRef="#ctx0" brushRef="#br1" timeOffset="187329.271">11737 17265 12257 0,'0'0'2380'15,"0"0"-2028"-15,0 0 180 0,0 0 120 16,0 0-124-16,0 0-16 0,0 0-288 0,76-54-184 16,-64 45-40-16,3-4-460 15,-2 4-884-15,-5-1-728 0,-1 4-3245 0</inkml:trace>
  <inkml:trace contextRef="#ctx0" brushRef="#br1" timeOffset="188022.255">12606 17531 7172 0,'0'0'1208'15,"0"0"-16"-15,0 0 60 0,0 0-131 16,0 0 107-16,0 0 92 0,-83 11-208 0,74 1-256 16,-3 1-272-16,5 9-260 0,-2 3-212 0,5 8-40 15,0-1 80-15,4 1 20 16,0-7 0-16,0 0-96 16,0-13-76-16,0-4-100 0,0-6-60 0,4-3 84 15,0 0-120-15,5-3 196 0,2-6-52 16,6-7 52-16,-2-3-148 0,5-6-300 0,-4-5 24 15,0 5-16-15,-4 0 24 0,4 6 164 16,-4 6 88-16,-1 3 64 0,-2 7 100 16,3 3 12-16,-5 3 556 0,2 7 88 0,2 6-208 15,-3 0-100 1,1 3-48 0,-5 4 36-16,3-4-92 0,1 2 4 0,-4-4 36 0,0-5-144 0,1 1-140 15,-1-4-232-15,-1-2-40 0,5-4 60 16,-4 0 28-16,5 0-164 0,2-3-260 15,1 0-248-15,8 0-476 0,-4 0-1100 0,8-6-2229 0</inkml:trace>
  <inkml:trace contextRef="#ctx0" brushRef="#br1" timeOffset="188245.238">13112 17434 10816 0,'0'0'2029'0,"0"0"-1073"15,0 0 172-15,-48 78 308 0,36-45-144 0,0 2-264 16,4-1-292-16,0-1-196 0,8-5-184 0,0-5-200 16,0-4-156-1,0-5-256-15,4-3-232 0,4-5-152 0,4-6-72 16,0 0 180-16,4-10-40 0,0-9-100 16,0-9-132-16,4-4-940 0,-4-9-528 15,-1 0-373-15,-2 6-539 0,6-20-1212 0</inkml:trace>
  <inkml:trace contextRef="#ctx0" brushRef="#br1" timeOffset="188446.428">13260 16958 7988 0,'0'0'2384'0,"0"0"-595"0,0 0-649 0,0 0-76 15,0 0 176 1,0 0-260-16,0 0-496 0,7 101-148 16,1-54 0-16,0 5 84 0,8-2 136 0,-4 4-28 15,4 1-100-15,0-2-220 0,4 1-208 16,-5-3-36-16,-2-3-208 0,-1-4-160 15,-5-9 72-15,2-3 0 0,-5-10 24 0,0-6-164 16,0-4-308-16,-4-9-376 0,0-3-460 16,-8 0-460-16,0-3-2525 15,-8-16-1023-15</inkml:trace>
  <inkml:trace contextRef="#ctx0" brushRef="#br1" timeOffset="188602.812">13096 17440 5016 0,'0'0'4716'16,"0"0"-3259"-16,0 0-969 0,0 0 116 0,0 0 12 15,0 0 668-15,0 0 492 16,91 0-172-16,-55-3-468 16,8-4-364-16,0-2-316 0,0-7-188 0,4 3-84 15,-9-6-184 1,5 4-144-16,-8-5-392 0,4 5-16 0,-4-4-176 16,0-1-288-16,-4 4-648 0,-8 4-1428 0,8-1-4233 15</inkml:trace>
  <inkml:trace contextRef="#ctx0" brushRef="#br1" timeOffset="188780.602">13900 17491 5016 0,'0'0'4896'0,"0"0"-3155"0,9 86-753 16,-5-55-84-16,0 8 88 0,0-7-72 15,0-5-316-15,-1-4-592 0,-3-4-12 16,4-6-188-16,-4-7-152 0,5-3-112 15,-5-3-132-15,0 0-368 0,0-6-528 0,0-4-865 16,0-15-3083-16</inkml:trace>
  <inkml:trace contextRef="#ctx0" brushRef="#br1" timeOffset="188969.734">13893 17249 12029 0,'0'0'2788'15,"0"0"-1568"-15,0 0-416 0,0 0 464 0,0 0-76 16,0 0 32-16,0 0-540 16,0 0-500-16,0 0-184 0,84-19-304 0,-73 6-172 0,2 4-40 15,-6-4-80-15,1 4-204 0,0-1-376 16,-3 4-1016-16,-1 3-1940 16,-4 3-2285-16</inkml:trace>
  <inkml:trace contextRef="#ctx0" brushRef="#br1" timeOffset="189336.203">14207 17538 11641 0,'0'0'4756'0,"0"0"-3348"16,0 0-1136-16,13 80-136 0,-6-61 12 0,-3-7 148 0,4 1 24 15,5-7-164-15,-6-2-152 0,5-4 156 16,4 0 36-16,0-7-196 16,4-4-188-16,-4-9-20 0,0-2-100 0,0-7-12 15,-4 0 48-15,-1 1 28 0,-6 2-4 16,-1 7 36-16,-4 0 136 16,0 6 76-16,-4 4 200 0,-8-1-12 0,0 4-16 15,0-1 36-15,-4 5 52 0,4 2 12 16,0 0 120-16,4 6-60 0,-4 3-172 0,0 8-160 15,4 4-96-15,-4 5 68 16,4 3 28-16,4-4 0 0,0 0 0 16,1-6-440-16,3-3-520 0,0-3-344 0,0-7-888 15,3-6-740-15,1 0-1205 16,8-19-115-16</inkml:trace>
  <inkml:trace contextRef="#ctx0" brushRef="#br1" timeOffset="189574.996">14502 17373 2632 0,'0'0'7432'0,"0"0"-4707"15,0 0-1057-15,0 0-372 0,0 0-304 0,0 0-20 16,56 76-108-16,-52-50-272 0,0-3-188 0,0-2 0 16,0-4-160-16,4-5-244 0,-4-6 0 15,0-2-160 1,4-1-120-16,4-3 0 0,0-7 132 0,7-2 60 16,-2-5 76-16,7 0 4 0,-1-5-52 15,1 2-4-15,0 1-32 0,0 0 32 16,-4 4 4-16,0 5 12 0,0-2-28 15,-4 9 72-15,0 0 4 0,0 0 52 0,-4 9 96 16,0 4 48-16,-1 3 12 0,-2 0-200 16,3 3-8-16,-9-3-4 0,6 0-304 15,-5 0-432-15,0 3-648 16,0-10-1760-16,-4 13-6445 0</inkml:trace>
  <inkml:trace contextRef="#ctx0" brushRef="#br1" timeOffset="189721.82">15730 17484 15161 0,'0'0'5184'0,"0"0"-3323"0,0 0-941 0,0 0-920 0,0 0-216 16,0 0-440-16,0 0-49 0,0 0-99 16,-88-50-308-16,72 37-1604 0,-8 4-6169 15</inkml:trace>
  <inkml:trace contextRef="#ctx0" brushRef="#br1" timeOffset="199127.651">10534 7400 8396 0,'0'0'80'16,"0"0"2813"-16,0 0-2225 0,0 0-668 15,0 0 92-15,0 0 508 0,0 0 460 16,0 0 4-16,0 0-360 0,20 78-252 16,-20-53-160-16,4 0-92 0,0 0-76 0,0-3 0 15,-4 4-112 1,4-3-8-16,0-9-4 0,-4 2-16 0,3-2-120 16,2-4 0-16,-5-2-40 0,0-1-64 0,0-4-88 15,0 0-452-15,0 1-372 16,0-1-944-16,0-3-2645 0</inkml:trace>
  <inkml:trace contextRef="#ctx0" brushRef="#br1" timeOffset="199303.064">10773 7636 10164 0,'0'0'1085'15,"0"0"-1009"-15,0 0 16 0,0 0 664 16,0 0 332-16,0 0 68 0,0 0-272 0,0 0-344 15,96-23-264-15,-68 14-276 0,4-4-12 16,-1 0-200-16,5 1-104 0,0-4-236 0,-4 2-460 16,-4 6-852-16,11-12-3145 0</inkml:trace>
  <inkml:trace contextRef="#ctx0" brushRef="#br1" timeOffset="199506.193">11374 7378 10124 0,'0'0'1161'16,"0"0"-481"-16,0 0-488 0,0 0-140 0,0 0 332 15,0 0 688-15,0 0-56 0,17 64-540 0,-6-35-260 16,-2-1-216-16,-1 4-60 16,-4 6-64-16,3 3-104 0,-3 3-152 15,0 1-556-15,1 3-420 0,-1-4-989 16,-4-9-1879-16,0 7-1495 0</inkml:trace>
  <inkml:trace contextRef="#ctx0" brushRef="#br1" timeOffset="207201.899">16778 11630 2856 0,'0'0'0'15,"0"0"1068"-15,0 0-1068 0,0 0 4300 0,0 0-2644 16,0 0-363-16,0 0-317 0,0 0-28 0,0 0 92 16,-8-22-88-1,8 22-188-15,0 0-156 0,0 0-96 0,0 0-92 16,0 0-96-16,0 3-224 0,8 4-52 16,7 5 16-16,9 9 120 0,8 9 136 0,8 8-148 15,8 3-12-15,-5 7-36 0,9 6 0 16,4-1 72-16,-4 1-84 0,3 3 44 15,-2-2-20-15,3-2-124 0,-4 2 76 16,-5-1-80-16,5 3 116 0,-5 0-116 0,-2 0-4 16,2 0 8-1,-3-3 64-15,0 0-76 0,-5-3 0 0,2-7-4 16,-2-3 4-16,1-3 8 0,-4-5 0 16,-5-3-8-16,2 0 0 0,-6-5-100 15,1 1 52-15,-7-7 0 0,-1-1-40 0,-1-5 28 16,-6 0 48-16,-2-4-48 0,1-2-40 0,-7-4-96 15,-2 1-148-15,-3-4-76 16,0 0-12-16,0 0 124 16,0-11 72-16,-3-3-60 0,-2-10-28 0,-7-4-252 0,-3-3-268 15,-5-11-636-15,-5-2-1012 0,-3-6-1965 16,4 8-1967-16,-19-25 6372 16</inkml:trace>
  <inkml:trace contextRef="#ctx0" brushRef="#br1" timeOffset="207635.359">17180 11547 3344 0,'0'0'820'0,"0"0"2780"0,0 0-2160 0,0 0-120 16,0 0-211-16,0 0-97 0,0 0 60 15,0 0-108-15,0 0-44 16,0 0-264-16,-16-22-220 0,16 22-164 0,3 3-108 0,14 6-64 16,3 4 296-1,8 9 112-15,12 3 48 0,-1 11 44 0,9 2-232 0,-4 6-136 16,8 5-8-16,-1 1-80 0,1 1 28 16,8 6-164-16,0 4 52 15,4-1 0-15,-1 3-60 0,1 0 16 16,-4 1 32-16,0 0-40 0,-1-8 64 0,-3-1 0 15,0-1-72-15,-5-7-4 0,-2-3-104 16,-2-2 60-16,-6-7-16 0,-6-7-20 0,-3 1 72 16,-4-4 0-16,-4-3-72 15,-5-3 32-15,-2-3-32 16,-9-6 12-16,-1 0-112 0,-3-8-48 0,-4 2-28 16,0-4-96-16,0 0-124 0,-8-4 12 15,1-1-200-15,-14-9-732 0,2-5-936 16,-9-6-2209-16,8 3-2667 0,-24-13 6808 0</inkml:trace>
  <inkml:trace contextRef="#ctx0" brushRef="#br1" timeOffset="208069.746">17654 12875 7384 0,'0'0'4137'0,"0"0"-3625"0,0 0-128 0,0 0 344 16,0 0 584-16,80 34 24 0,-56-24-284 16,-1 3-392-16,5-4-164 0,4 8-4 0,0-6 88 15,3 3-112-15,-2 1-112 0,-1-2-100 16,0 3-72-16,0 0-76 16,-4-4-96-16,4 4 60 0,-4-3-20 15,-1 3-44-15,-3-4 40 0,4 1 12 16,-4 1 12-16,0-6 28 0,-1 3-28 15,-3-3 60-15,1-2-8 0,-2 1-40 0,-3 0 88 0,-4-4-52 16,4-3 209-16,-4 2 107 16,-4-2-120-16,4 0-124 0,0-2-32 0,0-8 20 0,4-3 24 15,0-2 4 1,3-11-28-16,-2-6 40 0,7-6-52 16,-5-9-108-16,5-8-12 0,1-1-44 15,2-5 40-15,5 4-44 0,0-3-60 0,0 3-84 16,4-1 60-16,-1 7-4 0,-3 1-20 15,0 3-132-15,-4 2-100 0,-4 10-132 16,-5 0-72-16,2 9-245 0,-9 4-271 0,0 7-680 16,-8 2-2048-16,0 4-3061 0</inkml:trace>
  <inkml:trace contextRef="#ctx0" brushRef="#br1" timeOffset="208872.463">18125 13922 1096 0,'0'0'9212'0,"0"0"-7435"16,0 0-437-16,0 0-184 0,0 0-144 16,35 64-108-16,-31-36 44 0,0 4-180 15,0 6-252-15,0 3-196 0,0 6-48 0,-1 5-88 16,2 1-52-16,-5 9 4 0,4 1-136 15,-4 3 0-15,0 1-124 16,4 6 28-16,-4 0 84 0,0-3-52 0,0-7 4 0,4-5 56 16,0-5-80-16,-4-12 80 0,4-5-96 15,-1-11-12-15,1-9-36 16,1-7-168-16,3-2-68 0,-4-7-24 0,3 0-124 16,2-7 56-16,3-8-400 15,-1-8-1016-15,6-5-844 0,-10-11-2997 0,1 8 1209 16,1-17 3936-16</inkml:trace>
  <inkml:trace contextRef="#ctx0" brushRef="#br1" timeOffset="209503.464">18451 14265 5260 0,'0'0'492'16,"0"0"3840"-16,0 0-2887 16,0 0 91-16,28 76-112 0,-21-51 0 0,6 4-36 15,-1 0-408-15,4-1-436 0,-4-6-200 0,8-3-184 16,-5-3-52 0,9-7-44-16,0-2-4 0,0-7 0 0,7 0 64 15,2-7-112-15,-1-4 36 0,4-9-48 16,0-2-12-16,3-10-124 0,-3 1-192 0,-1-7 20 15,2-1-60-15,-5 1-16 0,-9 3 24 16,-3 4 88-16,-3 1 88 0,-9 5 72 0,-5 10 48 16,-3-1 64-16,-3 6 224 0,-5 1 36 15,-5 5-208-15,-6 4 72 16,-1 0 48-16,-1 4 100 0,-2 5-148 16,-5 7-28-16,4 3-44 0,-4 7 44 15,0-1 52-15,0 7-48 0,0 2 8 16,-4 1-44-16,4 6-4 0,0-3 12 0,5 1-8 15,3-1 44-15,4-6 16 0,4-4-40 16,4 2-20-16,8-11 8 16,-4-1-68-16,4 1-4 0,4-3 60 0,4-3-8 0,4-1-52 15,4 1 120-15,4 0-32 16,8-4-88-16,-1-2-64 0,5 0 52 16,0-4-60-16,5-3 0 0,-5 2 60 15,-1 3-88-15,-3-3 28 0,0 0-40 16,-8 5 100-16,-4 3 12 0,-1-1 8 0,-7 5 92 15,1-2-16-15,-5 4-12 0,0 0 40 16,-4 0-4-16,-8 3 28 16,-5-4-12-16,2 5 8 0,-6-8-8 0,2 4-28 15,-5-3-48-15,0-7-48 0,4 0-100 16,-4-6-204-16,4 0-200 16,-4 0-220-16,5 0 100 0,-2-3-220 0,6 0-100 0,7-3-148 15,4 0-576-15,0 3-2301 16,0-4-1515-16</inkml:trace>
  <inkml:trace contextRef="#ctx0" brushRef="#br1" timeOffset="209725.468">19283 14789 5184 0,'0'0'1992'0,"0"0"2805"0,0 0-2689 15,0 0-356-15,13 90-312 0,-13-56-288 16,0 4-96-16,0 9-160 0,0 1-264 0,0 3-240 15,0-1-104-15,0 1-152 0,0 3-87 16,4-2-49-16,-4-5-24 0,4-2-161 0,-4-11-131 16,0-9 12-16,0-6-12 0,4-9-12 15,-4-3-100-15,3-7-172 16,-3-7-176-16,4-9-372 16,4-6-140-16,-3-10-680 0,-1-3-1036 0,-4 4-2349 0,0-13-482 15</inkml:trace>
  <inkml:trace contextRef="#ctx0" brushRef="#br1" timeOffset="209937.894">19252 14868 3304 0,'0'0'312'16,"0"0"4416"-16,0 0-2552 16,0 0-991-16,0 0-249 0,0 0 272 0,0 0-216 15,0 0-76-15,0 0-96 0,76-57-248 0,-57 57-124 16,1 3-76-16,-4 7-100 0,0-1-12 16,-4 1-28-1,-4 6-36-15,-4-1-96 0,-4 8-28 0,0-1-72 16,-8 3-60-16,-4 1-100 0,-3 0-272 15,-9-4-148-15,3-3-188 0,-3-4-288 16,5-2-200-16,-1-10-420 0,-1-3-985 0,10-9-3047 16,3-1 1704-16,-5-25 3265 0</inkml:trace>
  <inkml:trace contextRef="#ctx0" brushRef="#br1" timeOffset="210202.647">19558 14106 4056 0,'0'0'1172'0,"0"0"4741"15,0 0-3173-15,0 0-620 0,0 0-620 0,0 0-276 0,0 0-240 16,0 0-92-16,45 83-200 16,-37-51-204-16,3 6-111 0,-3 6-25 15,1 4-76-15,-2 6-152 0,-3 3-28 0,4 6-96 16,-8 3-68-16,0 2-20 15,4-2 40-15,-4 0-84 0,0-2 0 0,4-6-76 16,-4-5-80-16,4-1-57 0,0-8-79 16,0-2-52-16,0-9-108 0,0-4-112 0,0-6-44 15,-1-10-396-15,6-1-800 16,-5-8-1980-16,0-4-2585 0</inkml:trace>
  <inkml:trace contextRef="#ctx0" brushRef="#br1" timeOffset="210788.405">18204 16252 3756 0,'0'0'7917'0,"0"0"-5985"0,0 0-224 16,0 0-772-16,0 0 284 16,0 0 40-16,108 10-216 0,-65-7-176 0,9-3-380 15,-4 0-272-15,0 0-44 0,-9-3-172 16,1-3 0-16,-3-1-108 0,-10 1-40 15,1-4-316-15,-4 1-340 0,-8 0-300 16,-8 2-800-16,0 4-2640 0,-8 3-2405 0</inkml:trace>
  <inkml:trace contextRef="#ctx0" brushRef="#br1" timeOffset="210952.768">18451 16386 3964 0,'0'0'352'0,"0"0"6052"0,0 0-5155 0,0 0-33 15,0 0-60-15,0 0 120 16,0 0 64-16,76 60-396 0,-53-50-472 0,9-4-252 16,0 0-152-16,4-2-68 0,4-4-52 0,3-7-404 15,6-6-848-15,-14 1-808 0,18-7-3633 0</inkml:trace>
  <inkml:trace contextRef="#ctx0" brushRef="#br1" timeOffset="211488.944">19646 15691 1488 0,'0'0'5472'16,"0"0"-851"-16,0 0-2613 0,0 0-300 0,0 0-336 16,0 0-216-16,0 0-156 0,0 0-192 0,0 0-220 15,0 0-148-15,-7 65 0 0,7-48-16 16,0-4-95-16,0 3-85 16,0 3-40-16,0 3-32 0,0 0-4 15,3 4-48-15,1 2-48 0,0 4 52 0,-4 3-40 16,0 0-24-16,4 3-12 15,-4 3-44-15,0 4-4 0,0 2-8 0,0 4-4 16,0 4 12-16,0 1-4 0,0-5-152 0,-4-4 20 16,4-6 40-16,0-5-12 0,0-9-48 15,4-3-88-15,0-6-181 0,4-5-135 16,-4-3-48-16,4-4-152 16,-4-3-368-16,4-3-468 0,-5-9-776 15,6-4-1581-15,-5 3-1675 0,0-12 425 0</inkml:trace>
  <inkml:trace contextRef="#ctx0" brushRef="#br1" timeOffset="212282.092">20395 15662 3208 0,'0'0'0'16,"0"0"7324"-16,0 0-5727 0,0 0-433 0,0 0-404 15,0 0-64-15,0 0 400 16,0 0-328-16,-88 3-108 0,69 19-248 0,2 10-44 16,6 10-56-16,-6 2 32 0,6 10-48 15,-1-1 48-15,4 8-52 0,0-4-60 0,4-3-48 16,4-3-84-16,0-3-40 0,0-10 40 15,0-7-16-15,8-9 48 0,4-3-20 16,0-6-28-16,-4-3 0 0,4-3 28 16,0-4-28-16,3-3-48 0,-2 0-36 15,-2-7-232-15,6-8-120 16,-10-5-112-16,5-2-88 0,-3-3-112 0,-5 3-172 16,-1 3-320-16,-3 3-264 0,-3 3-340 15,-5 2-208-15,-5 3-525 0,-2 2-391 16,-5-1-396-16,-5 1 1180 0,1 3 2100 0,1 0 24 15,-1-1 784-15,4 1-36 0,1 3-488 16,10-4 3608-16,1 4-2360 0,8 0-168 16,0 0-164-16,0 0-107 0,8 0-233 0,8 0 248 15,3 0 160-15,9 4 40 0,4-4-336 16,-4 0-180-16,9-4-136 16,-5-4-216-16,-5-5-232 0,6-4-136 15,-10-1-72-15,5-1-124 0,-8-3-256 0,-1 3-336 16,2 0-200-16,-9 3-384 0,-4-1-628 0,-4 8-896 15,-4 5-2105-15,0 2-555 0,-4 2 5416 16</inkml:trace>
  <inkml:trace contextRef="#ctx0" brushRef="#br1" timeOffset="212432.419">20419 15998 1408 0,'0'0'772'15,"0"0"-488"-15,0 0 3808 16,0 0-1288-16,0 0-867 0,-56 74-461 16,56-55-316-16,0-1-112 0,0 4-128 0,0 3-140 15,4 2-120-15,5-5-80 0,-2 3 52 16,-3-3-40-16,4-2-200 0,1 1-288 0,-2-2-104 15,1-2-172-15,0-4-344 0,0-4-320 16,4-4-156-16,3-5-348 16,2-5-364-16,3-15-980 0,-1-5-2365 15,-2 3-1295-15</inkml:trace>
  <inkml:trace contextRef="#ctx0" brushRef="#br1" timeOffset="212635.682">20917 15512 1760 0,'0'0'9177'0,"0"0"-6373"0,0 0-1788 16,0 0-300-16,-8 86 404 0,8-51 172 0,0 6-108 15,0 8-436 1,0 1-380-16,0 1-184 0,4-1-16 16,0 2-168-16,0 2-88 0,0-4-252 15,-4-1-248-15,5 1-236 0,-5-2-128 0,0-1-292 16,0-3-620-16,0-14-1148 0,-13 10-3761 0</inkml:trace>
  <inkml:trace contextRef="#ctx0" brushRef="#br1" timeOffset="213121.337">19423 16843 9648 0,'0'0'2769'0,"0"0"-1125"0,0 0-380 0,0 0-16 15,0 0-340-15,0 0 352 0,0 0-448 16,0 0-312-16,96 55-36 0,-72-47 208 15,3 3-112-15,1-5-159 0,4 0-73 0,4-4-52 16,8 2-44-16,-1-1-28 0,9-3-72 16,8 0-20-16,4-7-64 0,3-1 36 15,10 2-72-15,11-7 48 0,-2 2 24 0,11 2-84 16,-2 0-96-16,5-1 36 0,-5 1-12 16,-7 2-40-16,0 4-8 0,-5 0 12 0,-3 3 24 15,-5 0 0 1,-10 3 24-16,-1 0-4 0,-13 0 52 0,1 4 12 15,-9-4-12-15,-2 3 8 0,-6 1 4 16,1-3 4-16,-8 1-4 0,0-2-60 16,-4 1 52-16,-5-2-40 0,2 3-72 15,-10-3-88-15,-2 2-32 0,-5-4-28 16,-4 0-61-16,0 0-35 0,0 0-52 16,0 2-96-16,-13 2-232 0,-2-2-560 15,-5 9-1584-15,-8-3-2797 0,3 3-2295 0,-14 8 7368 16</inkml:trace>
  <inkml:trace contextRef="#ctx0" brushRef="#br1" timeOffset="213728.316">20045 16999 3344 0,'0'0'300'16,"0"0"5736"-16,0 0-3731 0,0 0-489 16,0 0-200-16,0 0-296 0,0 0-264 0,0 0-240 0,0 0-336 15,0 0-184-15,-4 73-88 0,0-41 24 16,-1 2 0-16,1 1 12 16,0 7-24-16,4 5-24 0,-3 3-36 15,3 5-52-15,0-1-36 0,0 6-72 16,0-3-72-16,0 0-48 0,0-5-16 0,0-5-20 15,0-5 8-15,0-11-12 0,0-3 76 16,0-9-4-16,0-3-20 0,3-6-100 0,-3-3-72 16,4-5-128-16,-4-2-156 0,0 0-168 15,4 0-148-15,1-2-424 16,-1-5-532-16,4-6 292 0,-5-2-553 16,1-2-2691-16,-4 2 552 0,0-7 3456 15</inkml:trace>
  <inkml:trace contextRef="#ctx0" brushRef="#br1" timeOffset="214341.818">20467 17027 1016 0,'0'0'4792'0,"0"0"-384"16,0 0-2823-16,0 0-85 0,0 0-132 0,0 0-372 0,-5 77 24 15,5-39-336-15,-3 6-300 16,3 10-184-16,-4-1-4 0,0 5-48 15,0-4-24-15,-4 3-36 0,0 0-88 0,0-3-52 16,-4-6-84-16,5-4-136 0,-2-8-24 16,5-11-40-16,0-9 16 0,4-7-116 15,0-9-208-15,0 0-436 0,0-6-632 16,0-10-1465-16,4-7-1363 16,0 1-148-16</inkml:trace>
  <inkml:trace contextRef="#ctx0" brushRef="#br1" timeOffset="214602.698">20462 17131 2632 0,'0'0'548'0,"0"0"1860"0,0 0 180 0,0 0-880 0,0 0-183 15,0 0-245-15,0 0-260 16,81 96-80-16,-65-51-296 0,-4 2-252 16,-1 7-56-16,-2 0-44 0,-1-2-128 0,-1-2-68 15,1-6-92-15,1-5-4 0,-5-8 76 16,3-12 132-16,-3-6-8 15,-4-7-76-15,4-3-112 0,-4-3 84 0,4 0 152 0,5-9-72 16,-2-4 452-16,1-12-380 16,4-4-248-16,0-9-72 0,0-6-116 15,0-3-144-15,-4-2-264 0,3-1-248 16,-2 1-252-16,-1 2-472 0,0 10-860 16,4 5-2165-16,-4 12-1247 15,0 1 5736-15</inkml:trace>
  <inkml:trace contextRef="#ctx0" brushRef="#br1" timeOffset="-214410.573">20961 17647 2764 0,'0'0'808'0,"0"0"524"15,0 0 3112-15,0 0-2960 0,0 0-311 16,0 0-37-16,0 0-128 0,0 0-88 0,0 0-152 16,0 0-260-16,0 0-224 0,-76-10-96 15,65 22-176-15,-6 4-8 0,2 6 4 16,2 8 4-16,5 4 140 0,1 1 60 16,3 0 136-16,4-2 208 15,0-3-40-15,4-4-84 0,3-5-136 0,1-4-40 16,5-7-60-16,-6-1-24 0,10-6 36 15,-6-3 12-15,5 0 108 0,4-3-316 16,-3-6-12-16,-2-7-180 0,1-3-116 0,-4 0-80 16,-1-4-188-16,-2-2-188 0,-5 6-436 15,0-4-940-15,-4 8-896 0,0 2-1637 16,-8 7-355-16,-1-1 2616 16</inkml:trace>
  <inkml:trace contextRef="#ctx0" brushRef="#br1" timeOffset="-214122.165">20877 17789 1096 0,'0'0'1016'0,"0"0"5032"15,0 0-3668-15,0 0-783 0,0 0-29 16,0 0-184-16,0 0-212 0,0 0-140 16,0 0-248-16,0 0-216 0,79 38-300 0,-58-44-268 15,-5-3-108-15,3-1-276 0,-2-6-160 0,-2 3-64 32,-2 1-200-32,-2-1-404 0,1 3-548 0,-3 1-700 0,-5 3-1425 15,-1 0-79-15,-3 6 1652 0,0-5 2156 16,-3 5 156-16,3 0 732 0,-4 7 388 0,0 3-924 15,-1-1 2932-15,1 4-412 16,0 3-996-16,0 3-403 0,4 3-49 16,0 0-148-16,0 2-120 0,0 1-260 0,0 0-272 15,0 0-68-15,8-3 12 0,-8-6-112 0,4 0-300 16,1-7-112-16,-1-2-512 16,0-1-232-16,-1-6-76 15,1 0-144-15,4-6-712 0,1-10-1117 0,-5-3-2283 16,-1 0 3560-16,5-20 468 0</inkml:trace>
  <inkml:trace contextRef="#ctx0" brushRef="#br1" timeOffset="-213883.717">21328 17192 2480 0,'0'0'8080'0,"0"0"-6495"0,0 0-689 16,0 0 160-16,0 0 244 15,-44 73-140-15,40-47-264 0,4 2-376 0,0 4-176 16,0 3 16-16,0 3 8 0,4 3-36 0,-1 0-100 16,5 1-84-16,-8-4-148 0,9-6-112 15,-5-7-216 1,3-6-300-16,-3-6-112 0,9-7-116 0,-5-6-324 16,7-6-524-16,1-13-732 0,5-10-2033 15,-10 7-1963-15,10-19 5780 0</inkml:trace>
  <inkml:trace contextRef="#ctx0" brushRef="#br1" timeOffset="-213696.024">21562 17304 6764 0,'0'0'2428'0,"0"0"577"16,0 0-1753-16,-15 91-288 0,10-49 260 0,1 2-80 16,0 6 24-16,4 2-304 0,0 2-388 0,0 0-144 15,8 0-88-15,-3 0-132 0,-1 1-112 16,0-3-112-16,0-4-204 0,-1-7-336 15,-3-6-324-15,4-11 48 0,0-10 252 0,1-10 20 16,-1-4-856-16,0-13-1392 0,-4-9-2497 16,0-1-371-16,0-18 5701 0</inkml:trace>
  <inkml:trace contextRef="#ctx0" brushRef="#br1" timeOffset="-213477.527">21602 17427 1420 0,'0'0'10893'15,"0"0"-8845"-15,0 0-1564 0,0 0-108 0,0 0 368 0,0 0 296 16,0 0-208-16,80-3-488 16,-63 6-244-16,2 4-40 0,1-1 76 0,-8 8-48 15,-5 0-80-15,2 5-8 0,-9 6-8 16,0 5-80-16,-13 1-168 16,-2 4-16-16,-5-3-16 0,1 3-196 15,-9-6-212-15,7-4-200 0,-3-6-188 0,5-6-324 16,2-7-789-16,2-6-2035 0,6-6-1288 15,2-19 5232-15</inkml:trace>
  <inkml:trace contextRef="#ctx0" brushRef="#br1" timeOffset="-213278.085">21841 17281 2996 0,'0'0'728'16,"0"0"3524"-16,0 0-1972 0,0 0-655 0,0 0-169 15,0 0-212-15,64 73-324 0,-55-54-148 16,-5 3-188-16,-4 4-244 0,0 0-156 16,0 6-136-16,-4-1-48 0,-9 4-284 15,-2-3-340-15,-2-1-356 0,2 1-396 16,-2-7-564-16,2-3-1285 0,2-5-2907 16,6-9 5692-16,-1-8-552 0</inkml:trace>
  <inkml:trace contextRef="#ctx0" brushRef="#br1" timeOffset="-212927.55">22069 17087 92 0,'0'0'10228'0,"0"0"-7403"0,0 0-921 16,0 0-144-16,0 0-444 0,0 0-256 0,0 0-216 0,0 0-280 16,32 74-140-16,-24-46-56 15,-1 4-104-15,-3 6-92 0,0 3-111 0,1 4-61 0,-1-1-4 16,0 7-57 0,-4 3-47-16,3 3-40 0,-3 0-72 15,0 0-120-15,0-3-60 0,0-6 20 0,0-1 76 16,4-5-28-16,-4-7-72 0,4-3 36 15,-4-4-52-15,4-6 12 0,0-6-88 16,1-3-212-16,2-3-536 0,-3-8-528 0,4-2-492 16,-4 0-1949-16,0 0-1379 15,-4-9 5512-15</inkml:trace>
  <inkml:trace contextRef="#ctx0" brushRef="#br1" timeOffset="-212193.753">21415 16837 1488 0,'0'0'480'15,"0"0"-360"-15,0 0 192 0,0 0 3808 0,0 0-1808 16,0 0-760-1,0 0-223-15,0 0-253 0,0 0 72 0,0 0-136 0,-36 38-168 16,36-34-116-16,0-4-40 0,0 0-8 16,0 0 208-16,4 0-344 15,-4 2-164-15,0-2-40 0,4 3 172 0,1 0 280 16,-1 1-376-16,3 3-87 16,5-1-77-16,0-4-80 0,4 2 92 15,0 3 4-15,3-5 144 0,6 2-160 0,-1-4-156 16,4 3-36-16,0-3 24 0,0 0-80 0,7 0 72 15,5 0-72-15,-4-7 4 16,8 5 0-16,-1-3-8 0,6-1-12 16,-2 0-48-16,5-1 56 0,0-2-40 0,-5 4 36 0,-2-2-40 15,-6 0-36-15,-3 4 72 0,-4 0-36 16,0 0 0 0,-8-1 0-16,-4 1-24 0,-8 3 60 0,-1 0-96 0,-2 0 8 15,-9 0 4-15,4 0-84 16,-4 0 48-16,0 0-100 0,0 0-60 0,0 0-108 15,-4 0-205-15,-1 0-175 0,-6 0-176 0,-1 3-1176 16,-1 4-3140 0,-15 2-5693-16</inkml:trace>
  <inkml:trace contextRef="#ctx0" brushRef="#br1" timeOffset="-207494.04">2717 14290 8188 0,'0'0'5901'15,"0"0"-4613"-15,0 0-860 0,0 0-240 16,0 0 316-16,0 0 444 0,0 0 396 16,0 0 20-16,0 0-500 0,-52 13-328 15,32-7-99-15,0 3-193 0,1 1-124 16,-5 3-20-16,-4 4-16 0,0 2-84 0,-8 2 0 15,0 8-136-15,-4 3 16 0,-4 2 48 16,1 5 12-16,-2-1-36 0,2 3-40 16,-1-3 39-16,4 0-303 0,4-3 228 15,8-6 52-15,4-3 108 0,4-7 12 16,8-7 0-16,5-2 48 16,-1-4-40-16,8-6 112 0,-5 3-8 0,5-3 20 0,0 0 12 15,0 0-8-15,0 0-51 16,0 0-81-16,5 0 0 0,-1 0-4 15,4 3 96-15,3 0 64 0,6 7-28 0,3-1-60 16,3 1 16-16,5 2-80 0,0 4 0 16,0-2 44-16,4 1-44 0,0 1 28 0,-1 0-36 15,1-1-60-15,-4-2-28 0,0-1 76 16,-4 2-132-16,-1-1 12 0,-2-4-40 16,-5 1-133-16,3-1-95 15,-6-3-148-15,2 4-884 0,-2-4-1364 16,-5 0-3281-16,-8 4-4067 0</inkml:trace>
  <inkml:trace contextRef="#ctx0" brushRef="#br1" timeOffset="-206960.569">1214 14440 6400 0,'0'0'4204'15,"0"0"-2787"-15,0 0-561 0,0 0 152 16,0 0 636-16,0 0-116 0,0 0-424 0,0 0-328 15,0 0-220-15,-11 72-204 0,7-40-108 0,4 10-36 16,0 5-12-16,0 4-60 0,0 9-16 16,4 4-32-16,0 9-76 15,-1 4-12-15,1 2-64 0,1 3 16 16,-1 4-220-16,0-4 72 0,0-3 64 0,0-8-152 16,-1-8 52-16,1-12 12 15,-4-6-88-15,4-14-60 0,-4-9 36 0,5-9-136 0,-1-3-168 16,-4-8-396-16,4-2-508 0,-4-2 132 15,0-11-1493-15,0 0-2035 0</inkml:trace>
  <inkml:trace contextRef="#ctx0" brushRef="#br1" timeOffset="-206595.741">1199 14522 3008 0,'0'0'8'0,"0"0"6820"16,0 0-4191-16,0 0-841 0,0 0-280 0,0 0-252 16,24-67-284-16,-16 61-140 0,-1-3-164 15,1 2-112-15,1 1-112 0,6 0-28 16,-2-1-48-16,2 4-84 0,-2 0-35 16,2 3-61-16,-3 0-124 0,4 3-72 15,-4 4 0-15,4 2-56 0,0 0 56 16,0 4 4-16,-4 3 4 0,0 0 52 0,-4 0 8 15,0-1-64-15,-5 1-4 0,1 0 12 16,-4 0-4-16,0-4 4 0,0 2 60 0,0-2 8 16,-4 1-80-16,-7 0-76 0,3-4-44 15,-4 4-48-15,-4 0-4 16,0 0 51-16,-4 2-51 0,-8 2-96 16,0 1-120-16,-3-1-40 0,-1-2 40 15,0-3-52-15,0 1-100 0,0-3-64 16,0-1-348-16,8-2-304 0,-4-1-512 0,4-3-676 15,0-3-781-15,9 0-3031 0,-6 0 4576 16</inkml:trace>
  <inkml:trace contextRef="#ctx0" brushRef="#br1" timeOffset="-200450.024">3096 15618 5428 0,'0'0'872'0,"0"0"2164"0,0 0-1716 15,0 0-907-15,0 0-257 0,0 0 140 0,0 0 292 16,0 0 116 0,0 0 24-16,0 0-244 0,0 0-128 0,87 6-192 15,-67-6 128-15,4 0-40 0,0 0 36 16,-1 0 52-16,1 0-116 0,4 0-72 0,0 0-104 15,4 0 84-15,0 3-44 0,8-3-76 16,0 0 36-16,7 0-48 0,9 0 88 16,0-3 164-16,8 0-240 0,-4-3 100 0,4-1-100 15,-1 1 24-15,-3 2-36 0,-4-3-4 0,-1 5-44 16,1-1-44-16,0 0 84 16,0-1 16-16,-4 2-20 15,3-2-64-15,1-3 68 0,0 4 4 0,-4 1-72 16,-1 2-36-16,1-3 104 0,-8 3-92 15,0-4 36-15,-1 1-76 0,-2 3 76 0,-1-3 4 16,-5-4 56-16,1 3-4 0,-4 2 8 16,-4 0-48-16,0 2-4 15,-4-4 44-15,0 1 4 0,-5 0 4 0,2 3 8 16,-1-4 8-16,-9 4 56 0,5-3-8 0,-4 3 36 16,-4 0-84-1,0-4-4-15,-3 4 476 0,-1 0-300 0,-4 0-88 16,0 0-12-16,0 0 36 0,0 0 24 15,0 0 64-15,-4 0-32 0,-1 0-180 16,-7 4-348-16,1 3-224 0,-13 3-620 0,-4 1-1124 16,7-1-2509-16,-26 9-3678 15</inkml:trace>
  <inkml:trace contextRef="#ctx0" brushRef="#br1" timeOffset="-198927.643">1043 17142 8372 0,'0'0'5093'0,"0"0"-4481"16,0 0-360-16,0 0 532 0,0 0 388 15,0 0-136-15,0 0-220 0,0 0-88 0,0 0-128 16,0 0-292-16,0 0-308 0,-16-23-60 16,16 30-124-16,0 2-112 0,0 10 64 15,4 10 224-15,5 12 4 0,-2 10 4 0,1 5 0 16,1 5 0-16,-5 6 0 0,3 0-148 16,1-1 12-16,-4-2 24 0,5 3-24 15,-2-4 132-15,1-2-8 0,-4-4 12 16,0-10-84-16,4-6 8 0,-4-6-84 15,0-6-24-15,0-6-176 0,0-11-112 16,0 1-116-16,0-7-104 0,-1-4-304 16,2-2-132-16,-5-2-352 15,4-7-593-15,-4-5-207 0,0-14-1788 0</inkml:trace>
  <inkml:trace contextRef="#ctx0" brushRef="#br1" timeOffset="-198672.111">1534 17256 11265 0,'0'0'1312'0,"0"0"-1312"0,0 0 4 16,0 0 568-16,-17 73 232 0,10-41-44 0,-1 6-144 16,4 3-36-1,-1 6-112-15,1 4-144 0,0 3-160 16,1 1-116-16,-1-1-48 0,4-7-44 0,0-3-96 15,0-6-60-15,0-9-60 0,4-4 16 16,-1-8-92-16,1-8-208 0,-4-2-124 0,4-7-68 16,-4 0-220-16,5-7-352 0,-5-12-445 15,4-7-63-15,-4 4-344 0,0-26-2064 16</inkml:trace>
  <inkml:trace contextRef="#ctx0" brushRef="#br1" timeOffset="-198381.683">1498 17335 5100 0,'0'0'1900'0,"0"0"-564"0,0 0-196 15,0 0-4-15,0 0-91 16,0 0-173-16,0 0-308 16,0 0-272-16,0 0-12 0,0 0 128 0,0 0 48 15,51 54 124-15,-31-16-52 0,4 7-364 16,-4 2-164-16,4 4-24 0,4 0-64 0,0 0 88 0,-4 0-204 16,0-4 204-16,-1-9 64 0,-2-3 88 15,-6-10 112-15,-6-9-40 16,-2-6 4-16,-3-6-76 0,0-4 8 15,-4 0 152-15,0 0 60 0,0-14 100 16,0-5 84-16,0-9-76 0,0-7-220 0,0-13-108 0,0-2-152 16,0-5-112-16,0 5-12 15,0-1-60-15,0 3-100 0,4 7-36 16,1 6-248-16,2 3-328 0,5 4-332 16,-4 6-452-16,4 3-672 0,-4 6-1681 15,4 3-1619-15</inkml:trace>
  <inkml:trace contextRef="#ctx0" brushRef="#br1" timeOffset="-197997.067">2112 17386 652 0,'0'0'10733'0,"0"0"-9361"0,0 0-1100 15,0 0 260-15,0 0 332 16,0 0 120-16,0 0-304 0,0 0-376 0,0 0-116 15,-25 70 0-15,25-58-40 16,0-1-60-16,-3-3 24 0,3 3 12 0,0-5 24 0,0-4 64 16,0 4 12-16,0-1-52 15,0 1-48-15,0 2-64 0,0 3-52 16,-4 1 44-16,4 1-52 0,0 3-8 16,0-4 0-16,0 5-4 0,0-8-4 15,0 4-44-15,0-7 48 0,0 1 8 16,0-5 4-16,0 3 0 0,0-5 0 15,0 2 12-15,0-2 76 0,0 0-4 0,0 3 28 16,0 0-24-16,0 0-44 0,0 4-44 16,0 0-64-16,-5-2-32 0,5 5-92 15,-4-3-20-15,4-2 36 0,0 1 8 0,0-1 40 16,0-3-36-16,0-2-88 16,0 0-28-16,0 0-208 0,0-2-212 15,0-5-196-15,0-2-392 0,-4-5-596 0,0 2-1169 16,-7-7-3387-16</inkml:trace>
  <inkml:trace contextRef="#ctx0" brushRef="#br1" timeOffset="-197694.955">2047 17504 744 0,'0'0'6796'0,"0"0"-5072"15,0 0-700-15,0 0-111 0,0 0 191 0,0 0 60 0,0 0-200 16,0 0-368-16,0 0-356 16,0 0-232-16,0 0 116 0,24-13 140 15,-11 9 24-15,2-2-148 0,5 4-140 0,-4-2-52 16,0 1 52-16,0-4 0 0,0 1-36 15,-1 1-104-15,-2-2-32 0,-1 0-284 16,0 1-312-16,-8-1-416 0,0 1-696 0,0 2-1381 16,-4 2-3563-16</inkml:trace>
  <inkml:trace contextRef="#ctx0" brushRef="#br1" timeOffset="-197347.253">2071 17519 6280 0,'0'0'4837'16,"0"0"-3605"-16,0 0-760 15,0 0 168-15,0 0 84 0,0 0-52 0,0 0-448 16,0 0-224-16,0 0-276 16,0 76 228-16,0-47 48 0,0 3 0 0,4-4-52 15,1 5-12-15,-1-2-8 0,-1 4 68 0,1 0-4 16,0 3-108-16,0 0 28 15,0-3 0-15,0-6 36 0,4-7 48 0,-4-7-4 0,0-5-4 16,0-3 12-16,0-5 204 16,4 2 100-16,-4-4 60 0,4 0 76 0,0 0-24 15,3 0 64-15,6 0 68 16,-1-4-88-16,-4 2-100 0,3-5-136 16,2 1-176-16,-2-1 8 0,2 1-56 15,-1 0-52-15,-1-4-32 0,2 1-4 16,-6-1-220-16,5-3-404 0,-4 1-264 0,0-2-488 15,-4 6-1024-15,-4-9-2521 0</inkml:trace>
  <inkml:trace contextRef="#ctx0" brushRef="#br1" timeOffset="-197092.861">2422 17659 3664 0,'0'0'7781'0,"0"0"-6649"16,0 0-1044-16,0 0 192 0,0 0 484 0,4 86 100 16,0-51-56-16,0 3-280 0,4 3-124 15,0 6-4-15,4 5-64 16,-1 2-36-16,-2 2-128 0,-1 5-124 0,3-1-48 16,-3 0-76-16,1-3-36 0,-5-2-48 15,0-11 24-15,-1-9-28 0,-3-9 76 0,0-11 0 16,0-9-60-16,0-2-396 0,0-4-548 15,0-12-72-15,0-11-868 0,-3 0-1265 16,-5-27-2015-16</inkml:trace>
  <inkml:trace contextRef="#ctx0" brushRef="#br1" timeOffset="-196842.651">2505 17799 5672 0,'0'0'4980'0,"0"0"-4387"0,0 0-349 0,0 0 708 0,0 0 400 16,41-73-428-16,-33 64-332 0,-1 4-140 15,1-1-100-15,1 4-96 0,-2 2-108 16,5 0-72-16,0 0-12 0,-4 6-4 16,9 3 28-16,-6 8 0 0,-3 1-16 0,4 8-60 15,-4 6 0-15,0-1 72 0,-8 5-76 16,0-5 76-16,0-3 68 0,0 1 68 16,-8-7-8-16,-4 1 112 0,0-8-92 15,-3 1-84-15,2-5-48 0,1-6-100 16,-4 2-36-16,1-7-276 0,-2 0-356 15,-2-12-264-15,-1-8-224 0,-1-9-820 0,2 4-3029 16,-5-19-3462-16</inkml:trace>
  <inkml:trace contextRef="#ctx0" brushRef="#br1" timeOffset="-196428.303">2729 17291 4636 0,'0'0'4612'0,"0"0"-3680"0,0 0 97 16,0 0 243-16,0 0-300 0,0 0-388 16,0 0-316-16,0 0-40 0,0 0-64 0,0 0 12 15,87-7-88-15,-67 7-36 16,-3-5-44-16,-2 1 4 0,5 1 52 0,-8 3-64 16,4-4-28-16,-4 4 16 0,-1 0 8 15,2 7-148-15,-1 2 140 0,-5 5-76 16,6-2 88-16,-5 4 76 0,-1 3-76 0,2-3-52 15,3 3-84-15,-5 0 60 0,2 3-28 16,3-3 4-16,-5 3 24 0,6 0 72 0,-5 0 4 16,3 1 112-16,-2 2-48 15,-2 1 128-15,1-1-16 0,-4 0 12 0,0 4 0 16,0-4 40-16,1 1 48 0,-5 0-48 0,0-4 24 16,0-3 36-1,0-1 48-15,0-5 88 0,-5-3-112 16,1-1-76-16,0-2-40 0,-4-1 40 0,4-3-16 15,-3 1-56-15,-6-2-112 0,6-2-52 16,-6 0-160-16,-2 0-236 0,3 0-272 16,-4-9-68-16,0-1-156 0,0-2-12 15,4-7-684-15,0 3-1477 0,0-9-3047 0</inkml:trace>
  <inkml:trace contextRef="#ctx0" brushRef="#br1" timeOffset="-196061.414">3283 16948 1828 0,'0'0'7696'0,"0"0"-7064"0,0 0-476 0,0 0 104 0,0 0 693 16,0 0 99-16,0 0-148 0,43 82-292 15,-35-50-92-15,1 4-16 0,-1 1 12 0,-5 8-176 16,1 5-204-16,0 1-32 0,0 6-104 16,5 4-28-16,-6 2-60 0,1-2-12 15,0 2 24-15,4-2-60 16,0-2 72-16,-4 2 8 0,4-4 56 16,-4 0 8-16,0-2-8 0,0-5 88 15,0 1-24-15,-1-9 36 0,2-2-100 0,-1-5 4 16,-4-6-4-16,4-7-48 0,-4-3-80 15,0-6-72-15,4-7 36 0,-4 0 24 16,0-1-84-16,0-5-384 0,0 0-192 0,0 0-272 16,-8-7-805-16,4-3-1087 15,-8-13-3660-15</inkml:trace>
  <inkml:trace contextRef="#ctx0" brushRef="#br1" timeOffset="-195869.914">3545 17681 10272 0,'0'0'2533'0,"0"0"-1817"0,0 0-576 0,0 0 812 15,0 0 532-15,0 0-308 0,0 0-356 16,0 0-464-16,0 0-196 0,84-32-160 16,-68 23-64-16,0-1-172 0,-4 4-468 15,4 0-404-15,-4 2-580 0,-5 4-1396 0,-2 0-2949 16</inkml:trace>
  <inkml:trace contextRef="#ctx0" brushRef="#br1" timeOffset="-195693.188">3558 17948 11249 0,'0'0'1924'0,"0"0"-1888"15,0 0 120-15,0 0 264 0,0 0 692 0,0 0 84 0,0 0-432 16,79 16-288-16,-59-19-128 15,4-7-160-15,-4-3-188 0,4-2-88 0,0-7-480 16,-5-4-420-16,5 0-412 0,-7 4-848 16,2-10-3301-16</inkml:trace>
  <inkml:trace contextRef="#ctx0" brushRef="#br1" timeOffset="-195408.832">3936 17405 9380 0,'0'0'816'16,"0"0"2381"-16,0 0-2081 0,0 0-520 0,0 0 284 0,0 0 336 0,12 89-324 16,-8-57-324-16,4 3-288 15,0 3-96-15,4 6-184 0,0 11-36 0,0 5-100 16,-1 6 4-16,6 4-80 0,-6 3 16 0,2 0 60 15,-2-1 76-15,1 2 0 0,1-6 56 16,-6-5 4-16,6-3 0 16,-5-10 0-16,-5-2 4 15,5-10-4-15,-8-6-100 0,0-10-60 0,0-6-160 0,0-7-192 0,0-9-296 16,-8-3-504-16,1-13-592 16,-2 1-2185-16,-6-26-339 0</inkml:trace>
  <inkml:trace contextRef="#ctx0" brushRef="#br1" timeOffset="-195129.663">3964 17542 11085 0,'0'0'1540'16,"0"0"-1460"-16,0 0-16 0,0 0 612 0,0 0 276 0,0 0-120 15,0 0-316-15,0 0-88 0,0 0-100 16,0 0-64-16,0 0-104 0,88-42 4 0,-76 46-152 15,-1 2 36-15,2 3 4 0,-6 3 96 16,1 8 12-16,-4 6 40 16,-4 2-28-16,0 7-172 0,0 4-48 0,-4-1-40 15,-4-4 0-15,-3 1-72 0,-2-7-24 16,2-5-80-16,-2-4-160 0,2-10-192 16,-5 1-64-16,4-10-304 0,-4 0-132 15,0-16-756-15,4 4-2313 0,-4-23-2899 16</inkml:trace>
  <inkml:trace contextRef="#ctx0" brushRef="#br1" timeOffset="-194728.783">4095 17217 2824 0,'0'0'8725'0,"0"0"-7801"16,0 0-912-16,0 0 576 0,0 0 316 0,0 0 324 0,0 0-388 15,0 0-432-15,0 0-84 16,0 0 0-16,0 0-52 0,60 48 0 0,-52-22-36 16,0 2-64-16,0 4-120 0,-4 3-52 15,0-4-88-15,4-5-48 0,-4-4 48 16,-4-3 44-16,0-9 44 0,3-6 0 0,-3-2-12 16,0-2-112-16,5-2-24 15,-5-9-76-15,8-4 224 0,-4-8 60 16,4-2-60-16,-1-4-48 0,6 1-52 15,-5 3 0-15,-1 6 40 0,2 0-4 16,-1 6 4-16,-1 3 48 0,-3 4-60 16,0 3-4-16,1-1 28 0,-1 4 48 0,0 0 100 0,0 0-16 15,-1 0 56-15,1 4 56 0,4 3-20 16,5 1-40-16,-6 5 36 16,6-1-164-16,-5 5-8 0,-1-1 0 15,-3 3-96-15,4 0-316 0,-3 3-96 16,-5 0-184-16,4-2-116 0,-4 5-340 0,0-3-664 0,0-6-1309 15,-9 5-3499-15</inkml:trace>
  <inkml:trace contextRef="#ctx0" brushRef="#br1" timeOffset="-193425.85">4896 17647 6128 0,'0'0'728'0,"0"0"-52"0,0 0 1592 16,0 0-195-16,0 0-573 15,0 0-372-15,-32-67-156 0,25 64-64 16,-2-1-72-16,1 1-168 0,1 3-212 0,-1 0-48 15,-1 0-172-15,1 0-4 0,-3 0-60 16,2 3-48-16,1 7-40 0,1 2-84 0,-1 7-80 16,-1 10-44-16,5 9 0 0,1 4 64 15,3 2 0-15,0 3-4 0,3-2 56 16,1 0 4-16,5-7-68 16,-5-7 64-16,4-5-36 0,-1-13 36 15,-3-4-32-15,1-3-84 0,7-6 12 0,-5 0 112 16,2-3 72-16,3-9 40 0,3-8 36 15,-2-8-52-15,2-5-96 0,-2 3-36 16,-2-6-24-16,2 8-4 0,-2 3 64 16,-3 5-8-16,0 5-76 15,-4 8-88-15,0 1-88 0,0 3 76 0,-4 3 36 16,0 0 60-16,4 0 80 0,-4 3 0 0,8 3 8 16,-4 4 252-16,4 2 80 0,0 4-232 15,4 0-4-15,0 0 4 0,4 3-28 16,-4-3-72-16,4 0-48 0,-5-3-112 15,9-5-24-15,1-1-112 0,-2-3 84 16,5-4-184-16,0 0-448 16,4-11-400-1,-4 3-692-15,-4-5-2097 0,4-6-2795 0</inkml:trace>
  <inkml:trace contextRef="#ctx0" brushRef="#br1" timeOffset="-182439.247">22874 16758 2784 0,'0'0'8873'0,"0"0"-7069"15,0 0-232-15,0 0-416 0,0 0 8 0,0 0 36 16,0 0-156-16,0 0-236 0,0 0-236 0,47-4-232 16,-27 4-132-16,1 0 12 0,6 0-63 15,0 0 3 1,5 0 80-16,0 0-56 0,0 4-40 0,5-1-96 0,-5-3 36 16,7 6 40-16,-7-3-44 15,4 0-80-15,-5 4-8 0,-3-1-200 16,-3-3-20-16,-10 1-184 0,5-1 47 0,-12 0-195 15,1-3-232-15,-5 3-176 16,-4-3-348-16,0 0-768 16,-9 3-912-16,-3 0-2213 15,-12-3-1295-15</inkml:trace>
  <inkml:trace contextRef="#ctx0" brushRef="#br1" timeOffset="-182195.778">22850 17008 9460 0,'0'0'1961'0,"0"0"-1217"0,0 0-40 16,0 0 368-16,0 0 480 0,0 0-156 0,0 0-452 15,0 0-376-15,0 0-188 0,95 71-36 16,-71-63 28-16,0 3-80 0,-1-5 64 16,5 2-100-16,0 3-84 15,4-5-40-15,-8 0-132 0,4 1-100 16,-3-1-12-16,-2-3 40 0,1 0 0 0,0 1-64 15,0-4-144-15,0 0-284 0,-8 0-160 16,0-4-80-16,-1-2-340 0,-3 0-984 16,-3 2-2069-16,-5-5-3035 0</inkml:trace>
  <inkml:trace contextRef="#ctx0" brushRef="#br1" timeOffset="-181388.94">23961 16370 6836 0,'0'0'640'16,"0"0"-20"-16,0 0 1880 16,0 0-827-16,0 0-321 15,0 0-236-15,0 0-256 0,36 89-192 0,-28-55-144 16,-4 8-52-16,0-1-272 0,0 7-16 15,0 3-20-15,-4 3-80 0,0 0-84 16,0 0-68-16,0 0-8 0,-4 0-96 0,-4-6 8 16,8-4-44-16,-8-9-16 15,4-3-88-15,4-13 124 0,0-4-92 0,-4-5-172 16,4-4-152-16,0-6-128 0,0-3-220 16,0-10-712-16,-4 4-801 0,4-22-2235 15</inkml:trace>
  <inkml:trace contextRef="#ctx0" brushRef="#br1" timeOffset="-181153.321">24029 16398 8704 0,'0'0'1448'16,"0"0"-828"-16,0 0 141 15,0 0 471-15,0 0-136 0,0 0-236 0,91-12-316 16,-78 15-308-16,2 4-20 0,-2 2 8 15,-2 1-24-15,-7 2 44 0,-4 7-80 16,0 0 60-16,-4 7-76 0,-7 2-60 16,-2 4-80-16,-2-3 40 0,-5 2-48 0,3-5-284 15,-2-4-320-15,6-2-112 0,-2-8-244 16,2-5-92-16,2-5-484 16,7-2-1277-16,-4-2-2363 0</inkml:trace>
  <inkml:trace contextRef="#ctx0" brushRef="#br1" timeOffset="-180761.881">24296 16192 7916 0,'0'0'2060'0,"0"0"-331"0,0 0-157 0,0 0-36 16,0 0-164-16,0 0-320 0,32 73-372 15,-28-54-284-15,-4 7-76 0,0-5-36 0,0 4-100 16,0 5-72-16,-4-5-112 0,0 1-144 16,4-1-40-16,-4-6-76 0,4-7 28 0,0-1 60 15,0-9-152-15,0-2-132 16,4 0 56-16,4-8 0 0,-1-6 40 0,6-5 92 16,-2-3 80-16,1 0 152 15,1-1 36-15,-2 5 176 0,2 1-4 16,-2 5 120-16,-3 3 48 0,1 5 56 0,-2 1-12 15,-3 3-36-15,0 0-12 0,0 3-28 16,0 4 36-16,0 2-72 16,-4 4-76-16,5 0-24 0,-2 3-40 0,1-1-40 0,-4 4-92 15,0 0-48-15,0 0-100 16,0 4-48-16,0-4-396 0,0 0-84 16,0-3-168-16,-4-5-220 0,4 0-448 15,0-5-1072-15,0 1-3033 0</inkml:trace>
  <inkml:trace contextRef="#ctx0" brushRef="#br1" timeOffset="-179969.752">24969 16421 9712 0,'0'0'1897'0,"0"0"-641"0,0 0-96 15,0 0 228-15,0 0 268 0,32 66-464 0,-28-34-416 0,-4 5-372 16,0 5-48-16,0 0-24 16,0-1-4-16,0-3-96 0,-4 4-148 15,0-10-84-15,1-4-60 0,-2-9-136 0,5-7 16 16,0-8-56-16,0-4-68 0,8 0 0 16,-4-4 104-1,8-8 128-15,-4-1-40 0,4-6-36 0,-4 0 16 16,0 0-28-16,0 3 48 0,0 0 112 0,-4 4 40 0,3-2-32 15,2 6-4 1,-1-3 84-16,0 5-76 0,-5 0 36 0,5 4-40 16,-3 2 4-16,-1 0 148 0,0 0-36 0,0 0 12 15,-4 2 96-15,3 8 28 16,-3-1-4-16,0 3-72 0,0 2-76 0,0-2 4 16,0-2-112-16,0-4-96 15,0-6-112-15,4 0-48 16,0-3 12-16,5-3 208 0,6-8 36 0,-3 0 0 15,8-5-136-15,0-4-100 0,0 4 64 0,0 3 52 16,-4 6 120-16,4 1 36 0,-4 6 48 16,-4 3 88-16,0 0-120 15,0 3 168-15,-5 3 172 0,1 4-36 0,-3 5 32 0,-5-2-68 16,4 6-4-16,-4 1-160 16,0-1-80-16,4 0-16 15,-4 2-56-15,0 2-4 0,0-1-44 0,4 0-128 0,-4 0-84 16,0 1-316-16,3-5-136 15,-3 1-240-15,0 0-148 0,0-2-932 0,0-4-2548 16,0 2-3637-16</inkml:trace>
  <inkml:trace contextRef="#ctx0" brushRef="#br1" timeOffset="-179482.588">23866 17272 10664 0,'0'0'2237'0,"0"0"-941"15,0 0-160-15,0 0 324 0,80 51-196 16,-53-43-164-16,9-1-352 0,0-3-372 0,0-4-144 16,3 0 244-16,6 0 48 0,2 0-268 15,1-4-196-15,-1-3 13 0,2 2-37 16,3-2-24-16,-1-2-12 0,5-1 0 0,4-3 0 16,3 5 0-1,5-6-4-15,8 1 16 0,3 1 60 16,1-1 96-16,4-3-164 0,-5 4 64 15,2-1-64-15,-10 3-8 0,0 1-40 0,-2 3-64 16,-9 6 20-16,0 0 40 0,-9 0-24 16,-3 6 64-16,-5 0-53 15,-7 7 1-15,-4-4-100 0,-4 4 52 0,-4 0 0 16,0-4-4-16,-5 4 52 0,-2-4 48 0,-6 1-96 0,-2 0-40 16,-5-7-84-16,-4 1-108 15,0-4-100-15,0 0-100 16,0 0-100-16,-9 0-384 0,-2 0-936 0,-10-4-864 0,10 1-2189 15,-21-4-59-15</inkml:trace>
  <inkml:trace contextRef="#ctx0" brushRef="#br1" timeOffset="-178628.516">24017 17726 8764 0,'0'0'2237'0,"0"0"-709"16,0 0-368-16,0 0-56 15,0 0 104-15,0 0-228 0,16 66-396 0,-8-31-188 16,0 6-16-16,0 8 76 15,4 7 76-15,-4 1-152 0,0 4-136 0,-1 2-60 16,-3 1-160-16,-4-1-24 0,0-2-148 16,0-1-84-16,0-6-12 0,0-9-64 0,0-8 112 15,-4-5 12-15,4-13-40 0,0-6-120 16,0-7-112-16,0-6-304 16,0-6-568-16,0-13-924 0,0 6-244 15,-4-26-2393-15</inkml:trace>
  <inkml:trace contextRef="#ctx0" brushRef="#br1" timeOffset="-178406.453">24073 17865 3088 0,'0'0'5312'16,"0"0"-3472"-16,0 0-563 0,0 0 131 15,0 0-248-15,0 0-388 0,83-9-44 16,-70 9-288-16,-2 6-96 0,-3 0-44 0,1 5-40 15,-6 1-36-15,1 3-76 0,-4 5-36 16,0 2-100-16,-4 3-12 0,-3 1-136 0,-2-4-60 16,-3-3 8-16,1-3-24 0,-6 0-76 0,6-7-52 15,-6 1-24 1,2-7-256-16,-1-3-656 0,0 0-576 16,4 0-1105-16,-4-10-2475 0</inkml:trace>
  <inkml:trace contextRef="#ctx0" brushRef="#br1" timeOffset="-178045.116">24328 17710 8020 0,'0'0'2020'0,"0"0"-727"0,0 0-241 0,0 0 56 0,0 0-280 16,35 70-348-16,-35-51-304 0,0 3-100 15,0-3-64-15,4 0 48 16,-4-3-60-16,0-4-64 0,0-5 4 0,0 0 44 0,0-7 4 16,0 0-216-16,4 0-124 15,0-7 352-15,5-3 48 16,-2-2 104-16,5-4-88 0,1 0-64 0,-2 3-88 16,-3 0 12-16,4 1 12 0,0 5 64 15,-4 1 152-15,0 6 28 0,-4 0-56 0,4 0 104 16,-4 0 88-16,0 3 36 0,4 7 116 15,-4 0-44-15,4 2-200 16,-8 4-64-16,4 0-60 0,-4 7-96 0,0-4-4 0,0 2-284 16,0 2-204-16,-4-4-180 15,0-3-340-15,0-1-376 0,4-5-936 0,-4 0-2901 16</inkml:trace>
  <inkml:trace contextRef="#ctx0" brushRef="#br1" timeOffset="-177261.498">25400 17849 8624 0,'0'0'2521'0,"0"0"-993"16,0 0-48-16,0 0-332 0,0 0-532 15,0 0-60-15,0 0-120 0,0 0-40 16,-80-60 16-16,68 60 180 0,3 0 88 0,2 6-276 16,-5 7-220-1,0 9-172-15,0 10-12 0,0 12-8 0,0 8-28 16,0 2 36-16,5 2 132 0,-2-1-56 0,5-11-4 15,0-9-72-15,0-13-60 16,4-6 48-16,0-9-36 0,4-7-88 0,4 0-72 16,8-4 96-16,-4-12 0 0,8-3 28 15,0-6 36-15,-4-7-28 0,4-2-60 16,-4-2 28-16,0 9 44 0,-5-3 16 16,2 8 0-16,-1 6 44 0,-1 3 0 15,-7 4 4-15,5 3 12 0,-9 6 160 16,4 0 100-16,-1 0 96 0,5 3-112 15,1 6 36-15,2 1-96 0,1 2-36 0,1 8 12 16,2-5-112-16,-2 5-12 0,2-1-48 16,-2-4-84-16,-2 2-12 0,5-5-88 15,-4-3-36-15,7 1-136 0,2-1-100 16,-1-5-8-16,8-4-204 0,-5 0-412 0,5-4-992 16,-8-3-2765-1,8-7-4623-15</inkml:trace>
  <inkml:trace contextRef="#ctx0" brushRef="#br1" timeOffset="-176737.387">26455 17370 8884 0,'0'0'2277'0,"0"0"-789"15,0 0-240-15,0 0 144 16,0 0-184-16,80-3-236 0,-53 9-204 0,1-3-228 0,0 4-168 16,4-4-128-16,-4 3-144 0,0-6-100 15,0 3-76-15,0-3-144 0,0 0-284 16,-4-6-412-16,-4-3-388 0,-4 2-764 15,-4 4-1785-15,-9 0-2251 0</inkml:trace>
  <inkml:trace contextRef="#ctx0" brushRef="#br1" timeOffset="-176564.013">26622 17504 6656 0,'0'0'2816'0,"0"0"-1087"0,0 0-393 0,0 0-84 16,0 0-188-16,0 0-172 0,92 57-312 15,-60-51-316-15,4-6-192 0,-4 0-72 16,4 0-64-16,3-6-516 0,-3-1-692 16,-8-2-748-16,8-5-2753 0</inkml:trace>
  <inkml:trace contextRef="#ctx0" brushRef="#br1" timeOffset="-175843.521">27718 16852 10616 0,'0'0'2417'16,"0"0"-1313"-16,0 0-520 0,40 83 212 16,-31-48 608-16,-2-3-312 0,-7 6-448 0,4-6-412 15,-4-4-220-15,0-2 32 0,0-7-44 16,0-6-84 0,0-7-152-16,0 0-108 0,4-6-100 0,-4 0-116 0,8-3 24 15,0-6 76-15,0-11 128 16,4 1-156-16,0-9 96 0,4-7-60 15,-4 0 120-15,4 3 248 0,-5 1 84 0,6 2 88 16,-6 4 16-16,2 8 48 0,-2 5 228 16,-3 5 136-16,1 7-64 0,-5 0-60 15,-1 7 180-15,-3 2 28 0,4 7-180 0,-4 3-160 16,0 4-112-16,0-1-48 0,-4 0-16 16,4-3-80-16,-3-6-4 15,3-4-12-15,0-6-84 0,0 1 44 16,0-4-32-16,0 0-92 0,3 0-96 0,5 0 260 15,0-7 12-15,8-2 52 0,0-1 20 0,0 1-64 16,4-4-8-16,0 3-12 0,0 1 12 16,-5 3 68-16,6 3 40 0,-5-1 128 15,0 4 72-15,-4 4 0 0,0 2 24 16,-1 6-12-16,2 1-100 0,-6 3-84 16,1 0-40-16,-4 0-96 15,5-1-100-15,-5 1-380 0,-4-3-256 0,0-1-180 16,0 1-252-16,0 0-884 0,-9-3-2069 15,-7 3-2391-15</inkml:trace>
  <inkml:trace contextRef="#ctx0" brushRef="#br1" timeOffset="-175629.02">27647 17399 10104 0,'0'0'1881'0,"0"0"-1289"0,0 0 504 15,0 0 488-15,0 0-288 16,83 31-152-16,-46-27-256 0,6-1-112 0,0-3-16 16,10-3-188-16,-1-4-244 0,-1-3-204 0,-3-2-124 15,0 2-76-15,0-2 28 0,0 2-72 16,-9-2-52-16,5 2-144 16,-8-3-392-16,-4 1-56 0,-9 3-148 15,2-2-440-15,-13 5-1448 0,-4-1-3861 16</inkml:trace>
  <inkml:trace contextRef="#ctx0" brushRef="#br1" timeOffset="-175267.449">28053 17621 12105 0,'0'0'1876'0,"0"0"-1204"16,0 0-152-16,0 0 508 0,0 0 148 15,24 77-408-15,-20-65-484 0,-4 1-224 16,4-5-56-16,-4 3 12 0,4-8 20 0,0 3-36 16,-4-6-64-16,0 0-20 0,4 0-40 15,-1 0-112-15,2-3 152 0,7 0 80 0,-1-6 8 16,2-1 4-16,2-4 4 0,2 0 60 16,2 0-20-16,1 2-44 15,1 2 140-15,-6 2-12 0,5-3-24 0,1 5-4 16,-6 3-20-16,1-1 96 15,-4 4 48-15,3 0 28 0,-2 4-28 0,-1 2 36 16,-5 3 76-16,6 7-112 0,-5 0-136 16,-5 1-44-16,6 2-40 0,-9 0-12 15,4-1-156-15,-4 1-160 0,4-6-260 16,-4 0-260-16,0-4-16 0,0-3-204 16,4-6-828-16,-4 0-2637 0,4-2-4459 15</inkml:trace>
  <inkml:trace contextRef="#ctx0" brushRef="#br1" timeOffset="-173730.449">28284 17691 692 0,'0'0'4156'0,"0"0"-2256"0,0 0-356 0,0 0-248 0,0 0-312 16,0 0-291-16,0 0-113 0,0 0-28 15,0 0-92-15,0 0 0 0,0-7-28 16,0 7-36-16,0 0 20 0,0 0 28 16,0 0 96-16,0 0 0 0,0-3-172 15,0 3-96-15,-4 0-148 0,0 0 116 0,-4 0-108 16,4 0-132-16,-3 0 0 16,-6 0-4-16,2 0 4 0,-6 0-264 0,2 0 52 15,-2 3 64-15,6 0 24 0,-6 1 16 16,2 3 104-16,2-1-44 0,6 0 40 15,-5 1-56-15,3-1-52 0,2 0 4 16,-1 3-76-16,4 4-12 0,0 3-4 0,4 3 80 16,0 7 36-16,4-1 0 0,0 3 88 15,8 1 88-15,-4 0-88 16,0-4 112 0,4 0-60-16,0-3 100 0,0-3-140 0,-1-3-4 0,6 1 52 15,-6-8-60-15,6-3 0 0,-2 0-4 0,1-6-60 16,-4 0-36-16,4 0 92 0,0-6-44 0,0-2 48 15,0-6-4-15,0-5 4 0,0-3-4 16,-4-4-120-16,4 1-36 0,-4 0-36 16,0 0 84-16,-5 2 104 0,2 2-76 15,-1 1 24-15,-4 0-24 0,3 8 88 16,-7-4 8-16,4 3 4 16,-4 1 40-16,4 2 48 0,-4 4 28 0,0-1 24 15,0 7-52-15,0-2-88 0,0 2-4 16,0 0 108-16,0 0 72 0,0 0-8 15,0 6-172-15,0 3-4 0,5 4 184 16,-1 3 40-16,0 3-40 0,3 3 104 0,-3 4-56 16,0 2-76-16,5-2 4 0,-5 2-116 15,3 1-48-15,1-1 0 16,1 0-40-16,2-2 32 0,-3 0 4 0,5-5-8 0,-2-2-88 16,1-2 24-16,0-9-100 15,4 3-300-15,-4-8-264 0,4-3 120 16,0 0-52-16,0-7-152 0,0-5-520 15,-1 3-989-15,2-17-2899 0</inkml:trace>
  <inkml:trace contextRef="#ctx0" brushRef="#br1" timeOffset="-166421.61">28897 17323 3692 0,'0'0'884'0,"0"0"2892"0,0 0-2520 15,0 0-452-15,0 0 45 16,0 0-165-16,0 0 32 0,0 0 36 0,0 0-216 16,0 0-272-16,-7 15-148 15,7-15-112-15,0 0 4 16,0 0 68-16,0 0 0 0,0 0-68 0,0 0-4 15,0 0 8-15,0 0 80 0,0 0 44 0,0 0 56 16,0 0 60-16,0 0 112 16,0 0 88-16,0 0 16 0,0 0-20 0,0 0-88 15,0 0-100-15,0 0-96 0,0 0-52 16,0 4-40-16,0-4-60 16,0 0 32-16,0 0-44 0,0 0 0 15,0 0 0-15,0 0 84 0,0 0-8 0,0 0-16 0,0 0-48 16,0 0 40-16,0 0-48 15,0 0 0-15,0 0-4 0,0 0-8 16,0 0-80-16,0 0-24 0,0 0-48 0,0 0-64 16,0 0-60-16,0 0-200 0,0 0-408 0,4 0-544 15,-4 0-1408-15,3 0-3537 0,-10 0 1057 16</inkml:trace>
  <inkml:trace contextRef="#ctx0" brushRef="#br1" timeOffset="-157538.645">25516 2327 8596 0,'0'0'1744'16,"0"0"-55"-16,0 0-1229 15,0 0-128-15,0 0 424 0,0 0 560 16,0 0-320-16,0 0-144 0,0 0-364 0,-21 47-216 15,21-33-72-15,-4 1-200 0,1-2-88 0,-2 3 12 16,1 0-84-16,0-4 72 16,0 4 4-16,-4-3-68 0,1 0-108 0,-2-1-188 15,1-2-460-15,4-4-496 0,-3 1-676 0,3-5-2161 16,-5-2-3115-16</inkml:trace>
  <inkml:trace contextRef="#ctx0" brushRef="#br1" timeOffset="-155762.712">26519 1273 3676 0,'0'0'1280'16,"0"0"-148"-16,0 0-92 0,0 0 12 0,0 0-456 16,0 0-208-16,0 0 2029 0,0 0-1033 0,0 0-404 15,0 0-132-15,-32-52-16 16,21 47 136-16,-2 5-72 16,-2-7-92-16,2 7-152 0,-2 0-184 0,2-2-160 15,-2 2-152-15,-2 0-52 16,2 2-104-16,-2 8-60 0,2 6-16 0,-1 6-32 15,4 7 44-15,-4 12 64 0,4 6 16 0,-3 17 44 16,2 3 4-16,5 9-64 16,1 6-8-16,-2-1 4 0,5-6-64 0,4-2 56 15,0-9-76-15,9-11-72 16,2-5-36-16,5-10-36 0,0-6-100 0,4-3-484 16,7-11-440-16,1-4-896 0,-3-6-1777 15,10-8-2235-15</inkml:trace>
  <inkml:trace contextRef="#ctx0" brushRef="#br1" timeOffset="-155365.466">26938 1673 10736 0,'0'0'2529'15,"0"0"-1613"-15,0 0-332 0,0 0 608 16,0 0 212-16,0 0-476 0,0 0-288 0,-80 10-332 15,72 5-112-15,0 7 0 16,-4 4-24-16,4 9-12 0,0 3-52 0,0 0-20 16,0-6-88-16,8-4 0 0,-4-8-100 15,4-8 28-15,0-3-52 0,0-4-44 16,4-5-28-16,8 0 72 0,0 0-112 0,3-14-120 16,6-2 24-16,-5-3-24 15,7-6-40-15,-3-1 60 16,1 1 12-16,-6 6 88 0,2 2 48 0,-2 9 28 0,-7-2 48 15,0 7 24-15,-4-1-4 0,0 4 92 16,0 4 264-16,0 3 412 0,5 5-68 16,-6 4-152-16,5 0-184 0,-4 6 60 0,0 0-24 15,0 0-12-15,0 1-40 0,-4 0-192 16,4-4-64-16,0-5-172 16,0 0-100-16,0-9-48 0,0-1 0 15,4-2-136-15,0-2-536 0,0-6-788 16,0-2-948-16,-1-11-4065 0</inkml:trace>
  <inkml:trace contextRef="#ctx0" brushRef="#br1" timeOffset="-155042.799">27196 1705 8808 0,'0'0'1756'0,"0"0"-659"15,0 0 899-15,0 0 64 0,4 72-372 0,-4-49-584 16,0-2-404-16,4-1-272 0,-4-1-224 0,4-3-204 15,-4 0-184-15,5-6-36 0,-1-1 12 16,-1-6-48-16,5-3-80 0,0 0 80 16,1-3-140-16,2-6 160 0,1-4 0 0,0-3 24 15,0 0 212-15,-4 0 4 0,4 1-4 16,-4 2-72-16,0 2 68 0,0 5-120 16,0 1 64-16,0 5 60 0,-1 0 200 15,-2 0 160-15,3 0 36 0,0 5-52 16,-4 1 76-16,3 5 48 15,-2-3-196-15,3 6 56 0,-4 2-60 0,-1-4-120 0,1 5-148 16,0-5-24-16,0 1-112 0,1-1-240 16,-1-5-216-16,3-1-480 0,5-6-204 15,1 0-512-15,-2 0-804 0,13-9-2837 0</inkml:trace>
  <inkml:trace contextRef="#ctx0" brushRef="#br1" timeOffset="-154651.1">27842 1717 11221 0,'0'0'2276'0,"0"0"-1624"0,0 0 520 0,0 0 836 16,-103 64-292-16,75-32-624 0,0 3-288 15,4 2-100-15,8 2-23 0,4-7-197 0,4-7-324 16,8-6-160-16,0-3-208 0,4-6 64 16,3-8-76-16,10 2-68 15,2-4 7-15,5-13 73 0,4-4-72 16,4-11-108-16,0-7-100 0,-4-2-296 15,0-5-296-15,-4-2 68 0,4-3 192 0,-5-5 88 16,1-5 44-16,0-3-44 0,-7-1 60 16,-6-5 672-16,-3 2 52 0,-8 1 288 15,0 3 216-15,0 6 24 0,0 12 164 0,0 10-56 16,-4 11 244-16,4 8 104 0,0 3-68 16,0 7-100-16,0 3-196 0,0 0-212 15,-4 0-155-15,4 3-209 16,0 10-96-16,-4 4 0 0,4 10 48 15,-3 11 24-15,3 7-32 0,-4 9-40 0,-5 7-108 16,5 2-60-16,-4 10 84 0,-3-4-233 16,2 8 49-16,1-8 12 15,1-5-48-15,3-10-12 0,4-7-88 0,0-8-124 16,4-11-368-16,7-6-464 0,6-5-884 0,-6-8-2329 16,13-9-2735-16</inkml:trace>
  <inkml:trace contextRef="#ctx0" brushRef="#br1" timeOffset="-153756.873">29025 1565 7584 0,'0'0'1052'0,"0"0"1697"0,0 0-901 15,0 0-100-15,0 0-160 0,0 0-124 16,0 0-232-16,0 0-252 0,0 0-176 15,0 0-160-15,0 0-191 0,0 0-213 0,-44 0-88 16,29 19-152-16,-5 6-124 0,-1 10 52 16,6 4 24-16,-5 5-36 0,8 0-12 0,0-2-100 15,4-4-37-15,4-6-31 16,4-7-52-16,0-9-248 0,8-10-252 16,4-3-228-16,8-3-568 0,4-9-836 15,0-4-3257-15,4-15-3210 0</inkml:trace>
  <inkml:trace contextRef="#ctx0" brushRef="#br1" timeOffset="-153477.301">29217 1717 8008 0,'0'0'2912'0,"0"0"-1767"0,0 0-149 0,7 74 832 0,-7-52 108 16,4 0-484-16,0-6-640 0,0-7-528 16,0 1-148-16,5-7 20 15,2 0 40-15,1-3 24 0,4 0-36 16,1-3-108-16,2-7-76 15,1-5-100-15,-1-1 4 0,2-3 8 0,-5-3-20 0,0 2 20 16,-4-2-8-16,0 3 60 0,-5 3 36 16,-7-3 108-16,0 3-20 0,0 4-16 0,-7-4-72 15,-5 3 4-15,0 3-12 0,0 1-56 16,-1 6-72-16,2 3 124 0,-1 0 0 16,0 0-124-16,4 10-96 0,-4 5-12 0,0 1-28 15,0 6 24-15,5-3-72 16,-2 3-48-16,1 4-364 0,4-3-760 15,0-4-1168-15,-4 2-2817 0</inkml:trace>
  <inkml:trace contextRef="#ctx0" brushRef="#br1" timeOffset="-152823.756">29722 1544 3068 0,'0'0'7820'0,"0"0"-5663"16,0 0-1141-16,0 0 60 0,0 72 272 0,-3-31-264 0,3 10-120 16,-4 10-376-16,4 5-204 0,0 7-20 0,-4 3-44 15,-5 13 20-15,1 3-144 16,1 3-48-16,-10 8-40 0,6-6 296 16,-1-1-272-16,3-11-72 15,6-9-60-15,-1-12-72 0,4-13-36 0,0-7-28 16,4-12-96-16,-1-10-36 15,6-3-416-15,3-10 0 0,-5-9-176 0,6 0-8 16,-1-14-880-16,-1-16-856 0,2 8-609 16,2-29-2819-16</inkml:trace>
  <inkml:trace contextRef="#ctx0" brushRef="#br1" timeOffset="-152525.203">29750 1632 6260 0,'0'0'1820'15,"0"0"-612"1,0 0-176-16,0 0 157 0,0 0-125 0,0 0-224 0,0 0-228 16,0 0-220-16,0 0 12 0,88-61 100 15,-69 61-76-15,2 3 52 0,-1 7 8 16,-5 0-40-16,2-2 36 0,-9 9-60 15,-5-1-20-15,1 6-120 0,-4 0-36 16,-4 7-152-16,-3 0-72 0,-10-1-24 0,2 3-196 16,-5-1-184-16,-5-2-40 0,6-2-188 15,-1-4-88-15,1-3-44 16,2-10-176-16,2 0-148 0,2-9-464 0,2 0-1021 16,7-2-2147-16</inkml:trace>
  <inkml:trace contextRef="#ctx0" brushRef="#br1" timeOffset="-152212.307">30069 1539 8400 0,'0'0'1440'0,"0"0"-872"0,0 0 669 0,0 0 555 15,0 0-612-15,0 0-464 0,0 0-272 0,88 42-120 16,-81-29 4-16,6 2 12 15,-5 4-56-15,-8 7-48 0,0-1 0 0,0 10-36 16,-8-3-200-16,0 3-80 0,-4-7 80 0,4-2 0 16,-4-4 112-16,7-9 76 0,2-3 32 15,3-7-20-15,0-3-28 16,0 0 48-16,0 0 176 0,0-3 460 0,3-7-476 0,10-9-160 16,2-4-112-16,2-9-24 15,2-2 16-15,1-1-100 0,1-3-8 16,-2 3-116-16,1 0-20 0,0 4-124 15,5-8-224-15,-6 7-400 0,-3-2-704 16,0 12-2300-16,-4-7-4305 0</inkml:trace>
  <inkml:trace contextRef="#ctx0" brushRef="#br1" timeOffset="-152043.925">30523 1495 3756 0,'0'0'10893'15,"0"0"-9369"-15,0 0-960 0,0 0 444 0,0 74 372 0,0-49-252 16,0-3-516-16,0 0-432 0,0-3-180 16,4 3-156-16,0 1-308 0,-4-5-196 0,0 6-396 15,0-6-1128-15,0-3-3000 0,-12 2-4689 16</inkml:trace>
  <inkml:trace contextRef="#ctx0" brushRef="#br1" timeOffset="-151888.653">30540 1352 11161 0,'0'0'2024'0,"0"0"-1604"0,0 0 544 0,0 0 160 0,0 0-724 16,0 0-400-16,95-57-300 0,-76 51-280 16,2 3-596-16,-1 0-1752 0,-1 3-4009 0</inkml:trace>
  <inkml:trace contextRef="#ctx0" brushRef="#br1" timeOffset="-151462.274">30815 1552 11041 0,'0'0'1592'0,"0"0"-1236"15,-21 67 280-15,14-45 1376 0,-2 4 12 0,1-8-540 0,4-1-788 16,4-8-440-16,0 0-96 16,0-5 48-16,4-4-208 0,9 0-88 0,2 0 16 15,2-4 72-15,2-8 0 0,5-1-128 16,-4-3-104-16,0-3-24 15,-4 7 20-15,-1-1 28 0,-2 6-12 0,-5 0 12 16,-1 7 20-16,-3 0 28 0,5 0 136 16,-5 0 24-16,0 5 160 0,0 1 160 0,-1 0-72 15,1 0 44-15,-4 1-56 0,9-1-128 16,-5-3-48-16,0 0-48 16,0 1 124-16,-4-4-24 0,3 0 44 15,1 0-20-15,4 0-28 0,-3 0-20 0,2-4-28 16,5-2 12-16,1-3-72 0,2 2 0 15,1-2-72-15,4-2-12 0,0 6-40 16,0-4 52-16,0 2-16 0,-4 3 28 0,-1 4 60 16,2 0 80-16,-6 0 124 0,2 0 128 15,-5 6 68-15,-1 1-12 0,1 0 77 16,-4 3-17-16,1-1-184 0,-1-3-152 0,-1 4-112 16,1-4 0-16,0 4-8 15,0-4-56-15,-4 0-80 16,4-2-96-16,0 2-184 0,1-3-233 0,2 0-171 15,1-3-176-15,0 3-832 0,0-3-1992 16,0 0-3177-16</inkml:trace>
  <inkml:trace contextRef="#ctx0" brushRef="#br1" timeOffset="-150262.036">31483 1663 4304 0,'0'0'1940'15,"0"0"-888"-15,0 0-520 0,0 0 2601 16,0 0-1553-16,80-3-648 0,-59-3-92 0,-2-4 32 15,1-2-120-15,4-1-196 0,-4-4-144 16,4 3-140-16,-4-9-60 0,-1 4-36 16,2 0-80-16,-6-3-96 0,-2 3-4 0,-2 3 4 0,-7 0 28 15,1 6-20-15,-5 1-8 16,0 2 0-16,-9 0-48 0,-2 2-248 0,-2-2 72 16,1 0 124-16,-3 5 0 15,-1 2-60-15,0 0 32 0,-4 9-96 16,0 3 152-16,0 8-16 0,4 6 76 15,-4 5 12-15,0 8 100 0,0-2 12 0,5 2 24 16,6-4-36-16,1-4 100 0,8-2 72 16,0-7-136-16,12-3 64 0,8 1-176 15,0-8-24-15,8-2-4 0,0-1-132 16,8-7-248-16,0-2-116 16,3 0 8-16,6-8-264 0,-10 2-772 0,16-11-2849 0</inkml:trace>
  <inkml:trace contextRef="#ctx0" brushRef="#br1" timeOffset="-148943.314">29081 2933 9156 0,'0'0'2837'0,"0"0"-1341"0,0 0-100 0,0 0 68 16,0 0-60-16,-4 86-220 0,4-54-312 0,0 6-64 16,0 6-16-16,4 11-319 0,-4 5-205 15,0 6-148-15,0 8-72 16,-4 2-44-16,-4 9 40 16,0 1-44-16,5 0-72 0,-6 0-12 0,5-7-48 15,4-9 44-15,0-10-105 0,0-9 81 16,8-13-116-16,0-9 20 0,4-7-24 0,0-10-108 0,-4-5 0 15,4-4-16-15,-4-3-292 16,0-12 276-16,4-12-376 0,-4-6-580 0,-1-12-1040 16,2-5-708-16,-5 8-1017 0,-4-28-1727 0</inkml:trace>
  <inkml:trace contextRef="#ctx0" brushRef="#br1" timeOffset="-148687.089">28970 3060 6884 0,'0'0'7217'16,"0"0"-5953"-16,0 0-776 0,0 0-108 0,0 0 360 0,0 0 52 16,0 0-360-16,0 0-220 15,99-37-40-15,-63 33-36 0,3 4-48 0,2 0 20 16,-5 0-32-16,-1 7-76 0,-7-1 0 0,-7 3-64 16,-6 1 16-1,-3 6-12-15,-4 3 56 0,-8 0-60 0,0 6-304 16,-8 3 144-16,-12 5 40 0,4-5 60 15,-8 1-160-15,1-4 48 16,2-3-64-16,1-6-172 0,1-6-360 0,-1-4-492 16,-1-6-740-16,10 0-2365 0,-10-6-2763 0</inkml:trace>
  <inkml:trace contextRef="#ctx0" brushRef="#br1" timeOffset="-148060.631">32627 574 7536 0,'0'0'1764'16,"0"0"2641"-16,0 0-2505 0,80 61-548 15,-52-29-60-15,0-1 48 0,4 10-348 0,-4 3 200 16,3 5-139-16,-3-2-265 0,0 7-268 0,-5 1-100 16,-2 5 28-16,-1 0 68 0,-1 9-264 15,-2-2-128-15,-6 6-112 0,-3 0 36 16,-3 4-48-16,-5 2-8 0,0 7-52 0,-5-1 48 16,-7 7-64-1,-8-3 28-15,1-3 0 0,-9 0-48 16,0-7-12-16,-8 0-48 0,0-3-12 0,-8-3-24 0,-3 1-52 15,-1-11-80 1,0 0-24-16,0-8 44 0,0-8-120 0,1-5-72 16,-2-7-252-16,2 0-457 0,-5-7-827 0,12-9-2192 15,-19 3-2905-15</inkml:trace>
  <inkml:trace contextRef="#ctx0" brushRef="#br1" timeOffset="-143350.282">27125 2416 2728 0,'0'0'1576'16,"0"0"4548"-16,0 0-3887 0,0 0-1065 15,0 0-488-15,0 0-264 0,0 0-420 16,0 0-116-16,0 0-552 15,0 0-2068-15,0 0-6249 0,-68 60 6550 0</inkml:trace>
  <inkml:trace contextRef="#ctx0" brushRef="#br1" timeOffset="-143042.67">26678 2857 9896 0,'0'0'2393'0,"0"0"-773"16,0 0 0-16,0 0-92 0,0 0-412 0,0 0-252 0,0 0-140 16,0 0-344-16,0 0 8 0,92-6 308 15,-52 0-136 1,0 2-195-16,7-2-185 0,1-3-32 15,-4 2-100-15,-4 1-48 0,4-4-44 16,-8 3-56-16,-1-1-92 0,2-3 32 0,-5 3-205 0,0-5-167 16,-4 1-188-16,-5-2-320 0,-3 1-636 15,-8 0-1120-15,-4 1-1977 0,-4 2-2039 0,-4-2 4492 16</inkml:trace>
  <inkml:trace contextRef="#ctx0" brushRef="#br1" timeOffset="-142700.941">27049 2377 2568 0,'0'0'7584'0,"0"0"-4883"0,0 0-1173 16,0 0-216-16,0 0 176 0,0 0-472 15,0 74-200-15,-4-58-312 0,0 6-76 0,0 6 48 16,0 4-24-16,0 7-64 0,4 8-192 0,-3 0-192 16,-6 10-4-16,5 7-100 15,0 0 40-15,0 6-24 0,0-7-24 0,4 1 20 16,0-11-8-16,4-5 36 0,4-10-4 0,0-6 60 16,4-7-4-16,-4-6 4 15,8-3-44-15,-4-2-120 0,3-9-212 16,2-2-108-16,3-3 108 15,-1 0 8-15,5-8-204 0,1-9-924 0,3-2-880 16,-4-6-644-16,-1 0-2085 0,-3 2-487 16,0-6 5244-16</inkml:trace>
  <inkml:trace contextRef="#ctx0" brushRef="#br1" timeOffset="-142361.076">27475 2777 1736 0,'0'0'2008'0,"0"0"5112"0,0 0-5399 0,0 0-713 16,0 0 144-16,0 0 336 16,13 68-440-16,-9-43-340 0,-1 3-104 0,-3 4-136 15,4-4-124-15,0 5-148 0,0-5-124 16,4-2-68-16,0-4 48 0,4-3-52 16,-4-3 0-16,4-4-76 0,0-5 64 0,-1-1-36 15,2-3 36-15,2-3 8 0,6 0-96 16,-5-3-20-1,3-7-52-15,2 1-112 0,-1-7 0 16,-1 0-60-16,-2-3-16 0,-2 0 16 0,1 4 56 0,-8-5 140 16,-4 5 124-16,-4 2 24 0,0 1 272 15,-12-2 88-15,-4 5-12 0,-3-1-40 0,-5 1-36 16,-4-1-176-16,-4 1-96 16,-4 2-184-16,-1 4-172 0,2 3 120 15,-9 6-36-15,5 7-88 0,-6 3-164 16,2 6-516-16,-1 6-984 0,8-9-1061 15,-20 20-3795-15</inkml:trace>
  <inkml:trace contextRef="#ctx0" brushRef="#br1" timeOffset="-127173.938">653 13836 1580 0,'0'0'6016'16,"0"0"-4704"-16,0 0-1068 16,0 0 144-16,0 0 504 0,0 0 281 0,0 0-337 15,0 0-32-15,0 0-68 16,-24-9-100-16,24 9-244 0,0 0-180 0,0 0-36 15,0 0 12-15,0 3 64 16,0 0 48-16,0 4 104 0,0-1-64 0,0 3-92 16,4 4-76-16,0 3-8 0,0-6-156 0,-4 5-8 15,8-2-88-15,-4 4 28 0,3 2-16 16,2 6 76-16,-1 3-148 0,3 7 48 16,2 6 92-16,2 7-80 0,-2 6-24 0,2 3-76 15,-2 4 124-15,-1 2-64 16,-5 0 128-16,-3 1 4 15,0 3 160-15,-4-1-164 0,0 1-40 0,0 0-120 0,-4-1-196 16,4 1-44-16,0-3-40 0,0-4-116 16,0-7 36-16,9 2-52 15,2-5 48-15,1 1 52 0,0-2 192 0,0-2 124 16,-4 0 104-16,4-2 48 0,-4 2-4 16,-4-3-4-16,0 5 12 0,-4-5-220 0,4 0-60 15,-4 1-68-15,0-7-257 16,0-4 217-16,0-1 104 0,4-5 24 15,-4-3 104-15,4-2 52 0,0-8 100 0,0-2 4 16,-4-4 104-16,4-2 104 0,-4 0 24 16,0-4 168-16,0 0 28 0,0-1 21 15,0 2 15-15,0-4-28 0,0 3-12 16,0-3-52-16,0 0-68 0,-4 4-60 0,4-4-92 16,-4 2-100-1,0 2 60-15,4 2-12 0,-4 1-100 0,-4-1-64 16,8 4-40-16,-4 2 56 0,0-3 48 15,4 1 36-15,-4 0 156 0,4-4 60 16,-4 0 28-16,4-3-64 0,0-3-28 0,-4 4-12 16,4-4-36-16,0 0 76 0,0 0-16 15,0 0-12-15,0 0 0 0,0 0-52 0,0 0-72 16,0-4-64-16,0 4 0 0,0 0 8 16,0 0 4-16,4 0 80 0,0 0 8 15,4 0-48-15,0 0 84 0,4-3 240 0,0 3 32 16,4-3 40-16,-4 3-152 15,8-3-108-15,-1 0 44 16,2 0-44-16,3 0-28 0,4-1-88 16,0-2 8-16,3 3-80 0,5-1-8 0,-4 2-52 15,4-2 0-15,-1 1 60 0,1 0 172 16,1 0-172-16,-2 0 84 0,1-4 76 0,0 4-72 16,3-4 8-16,-3 0 136 0,5-1 28 15,-6 2-40-15,5-1-24 16,0 1-148-16,0 0 128 0,3 2-168 15,-2-3 44-15,2 1-48 0,-3 4-4 16,4-4 92-16,0-1-92 0,-5 0 0 16,6-3 112-16,-6 1-108 0,1 3 4 0,0-4-4 15,0 4 80-15,-1 0-76 0,2 2 56 16,-5-2-64-16,-1 3 0 0,1 0-8 0,0 0-4 0,-1 0-96 16,2 3-12-16,-5 0 116 15,0-4 4-15,4 4-96 16,-5-3 96-16,5 0-72 0,0 0 60 0,3-3 8 0,-2-1 0 15,3 1-36-15,-5-4 40 0,5 0 0 16,0 1-4-16,-4 3-8 16,0-4-36-16,-1 3-24 0,1 2 12 0,5-2-4 15,-2 4-44-15,-3-4-28 0,3 4 136 16,2 1 4 0,-5-2 0-16,3 2 8 0,-3-3 52 0,0 3 32 0,0 2-36 15,0 0 76-15,0-4-88 0,-1 4 100 16,1 0-64-16,0 0-80 15,0 0 8-15,0 4-12 0,0-4 8 0,0 0 64 16,-5 2-68-16,5-2 8 0,-4 5 52 0,5-5-60 16,-2 0 80-16,-3 0-76 15,0 0 52-15,0 0-48 0,0 0 36 0,0 0-32 16,-1 0-16-16,-3 0 60 0,4 0-48 0,-4 0-4 16,0 0 76-16,4 0-84 15,-4 0 4-15,-1 0-4 16,-3-5 0-16,4 3 4 0,-4 2 168 0,4 0-52 0,-4 0-24 15,-1 0-32-15,2 0 8 16,-1 0-72-16,0 7 4 0,0-1 0 16,-1-1 4-16,1 2 65 0,-3 3-61 0,2-5-4 15,1 5 0-15,-4-3-4 0,0-4-8 16,0 2-4-16,0 0-4 0,-1-3-49 16,1 1 13-16,5 1 40 0,-5-1 8 0,3 3 48 15,1 1-40 1,0 3 4-16,0-4-12 0,4 3 0 0,-5 1-60 15,2-1 52-15,-1-2-56 0,0-1 4 16,-5-6 0-16,5 3-24 0,-3-3 36 0,3 0 0 16,-1 0 48-16,-3-3 0 0,4 0 0 15,-5 0 0-15,6-1-52 0,-1 1-8 16,0 3 48-16,-1 0-60 0,1 0 24 0,4 0-12 16,0 3 52-16,-4 4-56 0,0-4-8 15,-1-3 64-15,-2 3-40 16,-5-3 48-16,0 0-56 0,-5 0 56 15,6 0 44-15,-10-3-44 0,6 0-60 0,-2 3 8 16,6-3 40-16,-6 3 0 0,5 0-36 16,0 0 40-16,0 0-64 0,0 0-16 0,-4 0-32 15,0 0 60-15,4 0 8 16,-8 0 4-16,4 0 0 0,-4-4 48 0,-1-2-12 16,2 0 8-16,-1-4 4 0,-4 1-4 0,3-2-120 15,-3 3-20 1,1-2 56-16,-1-2-32 0,4 2-4 15,-5 0 28-15,1 0 8 0,0-2 80 0,1 2 4 16,-1 1 4-16,0 0 4 0,0-3 56 16,-1-2-8-16,-3-2-40 0,4 0 56 15,-4 4-64-15,0-4-4 16,0 0 4-16,0-3-4 0,0 3-72 0,-4-3-4 16,1 0 64-16,3 0 8 0,0-4 4 15,0 1-8-15,0-3 16 0,0 0 60 16,0 0-56-16,0-4-12 0,0 0 72 15,0 0-12-15,0-2 76 0,0-4-40 0,0 0 16 16,-4-7-108-16,0 2 8 0,0-2 36 16,-1-2-96-16,1 0 48 0,0-1 0 15,1 3 0-15,3-2 0 0,-8-4-8 0,4 4-52 16,-5-1-4-16,2 1 4 0,-1-3-36 16,-5 1-28-1,2 2-96-15,-1-3 96 0,0 2 40 0,-4-2-100 16,4 2-88-16,-4-2 76 0,4 2 32 15,0-2-56-15,1 2 120 0,-2 4-12 0,5 3 68 16,-3 0 44-16,2 0 64 0,1 3 40 16,1 4-100-16,-1-5 44 0,-1 1-44 0,1 3 64 15,-3-2-68-15,2-2-72 16,-2 5-16-16,-1-5 16 0,-1 2-28 0,6-1-112 16,-5 3 100-16,3 0-24 0,2 7 128 15,-1-4-16-15,4 7 24 16,0 3 60-16,4 0 88 0,-5 3 16 0,2 3-40 0,-1 4-12 15,0-3 36-15,0 1-64 16,-4-1-84-16,4-3-36 0,-4 2-64 16,0-4 28-16,0 2-4 0,1-1 68 0,2 3-40 15,-3 1-52-15,0 5 100 16,5 1 36-16,-1-1 76 0,0 7 36 16,-5 0-24-16,5 0-120 0,-3 7 132 0,-1-1 24 0,-1-2-12 15,5 2-60-15,-3 0-80 16,-1 0-8-16,-5 1 0 0,2-1 4 15,-1 0 132-15,-4 1 72 0,-5-1 48 16,-2 1-84-16,-5-5 0 0,0 3 12 0,-3 0 24 16,-10-2-48-16,1 3 0 15,1 1-64-15,-6-3-12 0,-2-2 40 0,-1 4-64 0,1 1-36 16,-2-3-24-16,2 2 0 16,-1-4 40-16,5 5 12 0,2-3 92 15,-2-1-32-15,3 0 56 0,-1-3-84 16,2 3 52-16,-4 0 44 0,-2-3-68 15,-6 2 9-15,3 3 11 0,-4-3-8 16,-3 2 56-16,-5 2-180 0,-9 1-60 0,2 2-12 16,-8 0 0-16,-6 4-76 0,-3 0-45 15,1 3 93-15,-4 0 16 16,3 0-60-16,5 3-40 0,-1-4 28 0,-1 8 152 0,6-4-60 16,-1 3 52-16,5 0 8 0,-5 3-80 15,4 1 36-15,-3-4 36 16,-2 0-76-16,6 1 28 0,-4-2 12 15,2-4 36-15,2-2-124 0,0 2 88 16,-2-5 0-16,2-2-160 0,3 2 0 0,5-5 72 16,-1 2 124-16,4-5 24 0,8 1 96 15,0 2 52-15,5-4 0 0,-2 0 44 16,10 1-68-16,-5-1-132 0,8-3 80 0,0 3 28 16,0-3-4-16,1 0-52 0,3 0-52 15,-4 0 92 1,4 0-88-16,-3 0-4 0,-6 0 116 0,5 3-108 0,-3-3 72 15,3 3 52-15,-1 1-76 16,2-1-56-16,3 3-4 0,0-3-64 0,4 0 52 0,0 1-60 16,0-2 20-16,1 5 44 15,-5-3-76-15,8-2 80 0,-4 2 4 16,0-2 0-16,0 3 0 0,4-3 96 0,0 2-84 16,1-4 40-16,3 3-52 0,-5 0 60 15,6-3-60-15,-1 2 8 0,3-2 136 16,-2 4-56-16,3-4-16 15,0 0-11-15,4 0 11 0,0 0 52 16,4 0-116-16,5-4 64 0,-6 4 12 0,5-2-76 16,4 2 4-16,-4-3 0 0,4 3 0 15,0 0-12-15,0-3-48 16,0 3-24-16,0 0 12 0,0 0 48 0,0 0-40 0,0 0-8 16,0 0 0-16,0 0 48 0,0 0-37 15,0 0 1-15,0 0-24 16,0 0-28-16,0 0-20 0,0 0-4 0,0 0 4 15,0 0-24-15,0 0-16 0,0 0 12 16,0 0-44-16,0 0-64 0,0 0-64 16,0 3-132-16,0 0-444 0,8-1-1424 0,-4 9-3325 15,-16-30-5075-15</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33:45.873"/>
    </inkml:context>
    <inkml:brush xml:id="br0">
      <inkml:brushProperty name="width" value="0.05292" units="cm"/>
      <inkml:brushProperty name="height" value="0.05292" units="cm"/>
      <inkml:brushProperty name="color" value="#7030A0"/>
    </inkml:brush>
  </inkml:definitions>
  <inkml:trace contextRef="#ctx0" brushRef="#br0">1621 870 8584 0,'0'0'3869'15,"0"0"-2837"-15,0 0-140 0,0 0 104 16,0 0 548-16,0 0-92 0,-83 3-140 0,79 3 8 16,4-2-151-16,0-1-309 0,0 0-328 15,0 0-232-15,4-3-152 16,7 0-40-16,9 3-24 0,4 3 24 16,12 1-52-16,0-1-56 0,7 4-12 0,-2-7-36 15,2 3 40-15,5-6-4 0,0 0 8 16,0 0 0-16,-1-6-4 0,2-4 0 0,-6 1-124 15,-3-4 12-15,-8 4-112 0,-4-4-116 16,-5 3-248-16,-2 1-116 0,-5 3-677 16,-8 0-1003-16,-8 6-1488 0,0-4-473 15,-8 4-1435-15</inkml:trace>
  <inkml:trace contextRef="#ctx0" brushRef="#br0" timeOffset="212.186">1900 958 5196 0,'0'0'5408'0,"0"0"-4827"16,0 0-157-16,0 0 360 0,8 74 480 16,4-49 128-16,-4 4-284 0,0 5-344 0,4 1-192 15,-5 6-4-15,2 7 148 16,3 0-200-16,-9 6-244 0,6 2-112 0,-5 3-160 16,-4 0-44-16,4-2-124 0,-4-2-28 0,0-11 144 15,0-6-28-15,-4-3 76 16,0-7-128-16,-1-3-248 15,-2 1-288-15,-5-3-488 0,-1-4-852 0,2-4-2169 16,-17 5-2611-16</inkml:trace>
  <inkml:trace contextRef="#ctx0" brushRef="#br0" timeOffset="425.947">1618 1895 7096 0,'0'0'7801'0,"0"0"-6993"0,0 0-808 0,0 0 0 16,0 0 604-16,0 0 96 0,0 0-128 15,0 0 8-15,0 0 208 0,0 0-12 16,79 10-264-16,-47-7-132 0,3 3-212 16,1-3-104-16,4 1-64 0,-4-4-12 15,0 0-52-15,3 0-92 0,-2-4-28 16,-1-2 0-16,-4-3-120 0,3-4-200 16,1 0-356-16,-4-3-340 0,0-3-904 0,-8 6-2665 15,0-13-3771-15</inkml:trace>
  <inkml:trace contextRef="#ctx0" brushRef="#br0" timeOffset="632.68">2793 1511 9140 0,'0'0'5977'0,"0"0"-4869"0,0 0-844 16,0 0 208-16,0 0 388 0,0 0 100 15,88 13-308-15,-73-13-200 0,5 0-180 16,-4-10-152-16,8-2-120 0,0-7-120 0,4-7-372 16,4-5-636-16,0-11-248 0,-4 2-744 15,-5 7-2593-15,1-15-3203 0</inkml:trace>
  <inkml:trace contextRef="#ctx0" brushRef="#br0" timeOffset="1080.94">2976 952 4104 0,'0'0'8045'0,"0"0"-7337"0,0 0-700 16,0 0 508-16,0 0 472 0,0 0 188 16,-64 73-356-16,60-50-208 0,0 5-116 15,0 1-24-15,4 3 8 0,0 2-124 16,0 4-108-16,0 1-124 0,0 2-4 16,4 3 16-16,0 4 48 15,4 6 0-15,-4 0 24 0,4 3-60 0,0 4-76 16,0-5-12-16,0 1-60 0,4-3 0 15,-5 0 0-15,2 1-44 0,6-5 44 16,-2 1 12-16,-1-7 76 0,-1-2 20 16,2-4 52-16,-6-7 20 0,-3-1 4 0,4-5 96 15,-3 0 144-15,-5-6-240 0,4-3-87 16,-4 0 15-16,0-7-64 0,0 1 60 0,-4-4 0 16,-5 3 12-16,1-5-8 15,1 2-52-15,-10-3-52 16,-2 1-8-16,-1-1-60 0,-4-3-124 0,-4-3-56 15,0-4-77-15,1-3-23 0,2-2 108 16,1 2 12-16,0-2 28 0,5 2-52 16,3 1 12-16,4 3 0 15,3-1-52-15,2 1 4 0,3 2 60 0,0 2 96 0,4-3 0 16,0 3-12-16,0-1-36 0,0-4-12 16,0 1 24-16,8-6 36 0,-1-2 28 15,2 0-140-15,-1-5-348 16,3-1-64-16,-2 4-204 0,3-3-268 0,-5 0-1032 0,1 6-1805 15,1-3-1871-15</inkml:trace>
  <inkml:trace contextRef="#ctx0" brushRef="#br0" timeOffset="6447.226">5877 1089 1004 0,'0'0'8080'0,"0"0"-6904"16,0 0 1649-16,0 0-1021 0,0 0-480 16,0 0-364-16,-92-54 108 0,72 51-196 0,-5 3-72 15,2 0-116-15,-1 3-172 0,-4 6-220 16,0 4-88-16,0 6-56 0,-4 3-64 0,4 4-84 16,0 8-92-16,5 4-68 0,-1 7 152 15,4 6-112-15,4 6-28 16,4 3 52-16,8 4-52 15,4 9 40-15,4 0-40 0,4 3 68 0,8-2 76 0,-1-8-64 16,10-6 20-16,-1-9-52 16,0-13-20-16,4-13 116 0,4-6-84 15,0-9 76-15,3-10-24 0,5-10 36 16,4-9 60-16,0-13 184 0,4-12-192 16,-5-9-52-16,2-11-88 0,-6-6 4 0,1-3-64 0,-8-4-120 15,-1 1 184-15,-6 0-4 0,-10 3 80 16,-2 0-40-16,-10 1 40 15,-3 1 8-15,0-1 0 0,-11 5 104 0,-9 6-100 16,-1 11 92-16,-3 5 124 0,1 13-84 16,3 6 32-16,-4 12 124 15,4 7-96-15,4 0 108 0,-3 7-204 0,-2 14-40 16,-3 5-60-16,0 12-68 0,1 10-8 0,-5 10-44 16,4 9 24-16,-4 7-148 15,0 3-160-15,4-1-232 0,5 5-728 16,-2-5-1428-16,10-14-2041 0,-6 12-2439 0</inkml:trace>
  <inkml:trace contextRef="#ctx0" brushRef="#br0" timeOffset="6625.618">5665 1600 8704 0,'0'0'2289'0,"0"0"-377"16,0 0-272-16,0 0 312 0,96 44-288 0,-68-21-444 15,4 2-376-15,-1 7-232 16,1 2 140-16,0 4-339 0,-4 7-145 15,4-1-148-15,0 4-120 0,0 0-88 0,-4-8-164 16,7 2-225-16,-3-10-203 0,9-3-64 16,-2-4-888-16,1-5-972 0,-8-8-2493 15,12-2-4091-15</inkml:trace>
  <inkml:trace contextRef="#ctx0" brushRef="#br0" timeOffset="7613.348">7749 1016 5884 0,'0'0'884'15,"0"0"4505"-15,0 0-4173 0,0 0-24 0,0 0 32 16,0 0 140-16,0 0-260 0,0 0-760 0,0 0-196 16,-76 22-148-16,40 1-4 0,1 8 4 15,-10 4 0-15,6 7 0 0,-5 5-4 0,0-2 4 16,1 2-8-16,3-3 8 0,-1 0 8 16,10-5 68-16,3-7 44 15,5-4-8-15,6-6 60 0,2-2-48 16,2-2-64-16,5-4-8 0,1-2-44 15,2 1-8-15,5-5 4 0,0 6-4 0,0-2 0 16,9 4 52-16,6 0 68 0,5 3 16 16,4 0 0-16,8 3 32 0,4 4 104 0,0-1 56 15,-1-2 12 1,1 2-24-16,1-3-132 0,-2 0 12 0,-3-2-100 0,0-1 45 16,0 0-141-16,0-3-84 0,-4-4-13 15,-4 4 37-15,-1-4-88 0,-3 2 4 0,1-5-40 16,-2 4-48-1,-3-5-120-15,0 3-40 0,0-5-84 0,-1 4-284 16,2-4-424-16,-2 0-676 0,-2-3-924 16,6-3-2845-16</inkml:trace>
  <inkml:trace contextRef="#ctx0" brushRef="#br0" timeOffset="7978.957">8996 1019 11657 0,'0'0'2440'0,"0"0"-1820"0,0 0-316 16,0 0 576 0,-24-77 584-16,8 65-192 0,4 6-288 0,0-1-360 0,-3 4-244 15,-2 3-236-15,1 3-144 0,-7 13-128 0,-5 13-104 16,0 9 0-1,0 13 12-15,0 15 36 0,0 7 100 0,4 10-64 16,1 6 140-16,2 0-104 0,10-3 112 16,-2-4 156-16,13-9 88 0,0-9-12 0,8-7 24 15,5-10-60-15,2-9-24 0,1-3-64 16,5-5-96-16,-2-9 100 0,5-9-4 16,0 1 40-16,4-13 56 0,8 0 40 15,-4-2 61-15,7-14-49 16,-3-4-208-16,0-5-48 0,-3-4-256 15,-2-3-181-15,-8-2-111 0,-2 2-96 0,-10 4-128 16,-2-1-272-16,-9 6-380 0,0 1-824 16,-9 7-1989-16,-19-4-1423 0</inkml:trace>
  <inkml:trace contextRef="#ctx0" brushRef="#br0" timeOffset="8152.952">8805 1600 6564 0,'0'0'5273'16,"0"0"-3725"-16,0 0-88 0,0 0 336 0,0 0-68 15,79 19-180-15,-59-17-316 0,1 5-319 0,3-3-285 16,3-4-264-16,-3 0-208 0,4-4-156 16,-4-3 0-16,4-1-96 15,-4-3-160-15,-1 3-300 0,1-5-405 0,-3 6-255 0,-2 2-516 16,-7 1-1060-16,-4 4-1788 0,-4 0 119 16,0 4 1545-16,-4 8 608 0</inkml:trace>
  <inkml:trace contextRef="#ctx0" brushRef="#br0" timeOffset="8313.749">9200 1657 1760 0,'0'0'3248'15,"0"0"-960"-15,0 0-444 0,-4 70 5 0,4-45-157 16,4 0-264-16,-1 7-380 0,1-3-40 0,0 3 4 16,0 0-252-16,-4 3-180 0,4-3-176 0,-4 1-96 15,0 3-184-15,4-4-124 0,-4-4-148 16,0 4-12-16,5-6-36 16,-5-5-348-16,3-4-212 0,1-2-152 0,4-5-360 15,-4-3-772-15,0-7-1921 0,1 0-2715 16</inkml:trace>
  <inkml:trace contextRef="#ctx0" brushRef="#br0" timeOffset="8950.865">11295 1308 6460 0,'0'0'5525'0,"0"0"-2821"0,0 0-1472 0,0 0-228 0,0 0 200 15,48 99-144-15,-40-55-228 0,0 3-220 0,-4 1-308 16,0 0-292-16,0-1-12 0,-1-3-108 16,1-5-76-16,-4-7-120 15,5-7-100-15,-5-10-236 0,0-2-156 0,4-9-392 16,-4-4-720-16,0 0-1036 0,0-17-2745 0</inkml:trace>
  <inkml:trace contextRef="#ctx0" brushRef="#br0" timeOffset="9108.63">11207 996 10937 0,'0'0'2652'0,"0"0"-1624"16,0 0-220-16,0 0 548 15,84-38-760-15,-52 29-596 0,4 2-144 0,0 4-268 16,7 1-316-16,1 2-556 0,-8 0-1260 0,16 12-3269 16</inkml:trace>
  <inkml:trace contextRef="#ctx0" brushRef="#br0" timeOffset="9400.21">12020 1146 8868 0,'0'0'1964'0,"0"0"-755"16,0 0 415-16,0 0 236 0,-44 73 4 0,24-48-404 15,1 1-404-15,-5 2-240 16,7-6-208-16,2 4-228 0,2-7-380 16,6-3-40-16,3-1-68 0,0-2-48 0,4 4 32 0,8-5-8 15,4 4 20-15,7 3 4 0,6 0 24 16,3-3-36 0,0 3 116-16,7-2-100 0,-3-3 56 0,0-1-64 0,0 0-36 15,0-1 148-15,-4 5 16 0,3-4 420 16,-6-1-144-16,-6 1-132 0,1-4-52 15,-8 4-8-15,-4-3-4 0,-4-1-52 16,-4 4-44-16,0-4-132 16,-7 4 32-16,-2-1-56 0,-7-2-124 0,0-1-124 0,-3-2-108 15,-9-1-284-15,0-3-400 0,-8 0-520 16,-4 1-788-16,8-4-2101 0,-16 0-2819 16</inkml:trace>
  <inkml:trace contextRef="#ctx0" brushRef="#br0" timeOffset="10179.482">14255 1470 10016 0,'0'0'2673'0,"0"0"-1613"16,0 0-488-16,0 0 376 0,-80-61 236 0,61 54-188 15,-1 5-96-15,0 2-284 0,-4 7-368 16,4 7-76-16,0 13 0 0,1 4 24 0,2 14 12 15,9 2-36-15,1 8-4 16,2-5-68-16,5-2-100 0,0-10-4 0,5-9-108 0,2-11-8 16,1-11-4-16,5-4 112 0,6-3-96 15,5-10 8-15,4-11-8 0,4-11-176 16,0-7-84-16,0-5-24 0,-4-1 32 16,-4 5 112-16,-5 7 140 15,-3 8-4-15,-4 9 48 0,-4 7-108 0,0 9-100 0,-4 0 272 16,4 9 148-1,4 7 336-15,-4 6 8 0,4 0-172 0,-4 6-36 16,4 2-88-16,-4 1 0 0,3-2-96 16,-2-1-92-16,-1-2 40 0,3-3-48 15,6-8-76-15,-2-3-96 0,6 1-88 0,-1-9-60 16,-1-1-272-16,9-3-76 0,0-7-116 16,0-8-156-16,8-2-500 0,-8 5-1176 15,20-16-2881-15</inkml:trace>
  <inkml:trace contextRef="#ctx0" brushRef="#br0" timeOffset="10831.198">15244 1295 1420 0,'0'0'8276'16,"0"0"-5867"-16,0 0-1105 0,0 0 132 16,0 0-232-16,0 0-160 0,83-32-264 15,-63 45-176-15,-4 9-48 0,3 10 20 16,-6 7-184-16,-1 1-72 0,-4 8-272 0,0 3-48 15,-4-4-64-15,0 0 4 0,0-8-136 16,-1-7-24-16,1-13 0 0,1-3-36 16,-1-13-64-16,4-3-76 0,-1-3-20 0,6-10 204 15,2-6 64-15,6-9 72 16,-6-7 68-16,5-4 8 0,-4 2 12 16,4-5-4-16,0 8 8 0,-4 1 80 0,0 7-8 15,0 12-80-15,-4 3 164 0,0 8 40 16,-5 3-16-16,2 0 88 0,-1 10 36 15,0 6 12-15,-1 3 48 0,-3 6-76 0,-4 7-36 16,5 0-24-16,-5 4-84 0,0-6 60 16,0 3-64-16,0-5-96 15,-5-6-60-15,5-6-44 0,0-4 32 16,0-5-36-16,0-4 48 0,0 0 0 16,0-3 0-16,0 0 0 0,0 0-220 0,0 0-244 15,0-3-36-15,0 3 84 0,0-3-172 16,0 0-264-16,0-1-500 15,0-2-1076-15,0 3-2801 0,-4-6-2775 0</inkml:trace>
  <inkml:trace contextRef="#ctx0" brushRef="#br0" timeOffset="11276.233">15957 1409 4368 0,'0'0'1628'0,"0"0"-260"0,0 0-44 0,0 0 212 0,0 0-27 15,0 0-137-15,0 0-216 16,0 0-56-16,0 0-44 0,-12 83-96 15,12-61-132-15,0 3-220 0,0-2-216 0,0-1-72 16,0-4-88-16,4-1-160 0,0-4-16 0,0-4-56 16,3-2 0-16,-7-4 12 0,5 0-12 15,-1-3-48-15,4 0 44 0,-1-3 4 16,6-7 320-16,2-5-112 16,6-4-208-16,-2-7-88 0,-3-3-168 0,0 1 0 15,-8 2 0-15,0 4 84 0,-8 3 60 16,0 6 108-16,0 1 4 0,-8-1-4 0,-4 1-4 15,0 1-16-15,-4 3 20 16,4 1 4-16,-4 3 0 0,4 1 0 0,-3 3-112 16,-1 0-72-1,0 10-124-15,0 0-100 0,-1 5 24 0,6 2 0 0,-1 1-100 16,3 1-356-16,6 4-1000 16,-1-11-1292-16,4 10-2677 0</inkml:trace>
  <inkml:trace contextRef="#ctx0" brushRef="#br0" timeOffset="11539.157">16188 1202 6824 0,'0'0'2248'15,"0"0"-1020"-15,0 0 49 0,0 0 131 16,0 0-312-16,0 0-100 0,79 33 24 16,-71-11-68-16,-3 10-20 0,-1-1-352 15,-4 11-296-15,-4-2-76 0,-9 6-96 0,2-2-36 0,-2 1-76 16,5-8-4-16,-3-2-44 15,7-9 8-15,0-10 40 16,-1-7 4-16,5-2 8 0,0-7 160 0,0 0-100 16,0 0-68-16,5-13 84 0,3-3-40 15,3-9-44-15,2-7-4 0,2-5-124 0,6-2-96 16,-6 4-160-16,1 3-116 0,0 3-196 16,0 8-204-16,4-2-284 15,-4 4-680-15,-4 6-1229 0,8-3-2907 0</inkml:trace>
  <inkml:trace contextRef="#ctx0" brushRef="#br0" timeOffset="12182.843">16559 1314 6824 0,'0'0'6325'0,"0"0"-5649"0,0 0-512 0,0 0 736 16,0 74 812-16,-4-49-72 0,-1 0-496 0,1 0-580 15,4 1-308-15,-4-4-112 16,4-3-144-16,0 0-112 0,0-3-60 15,0 0-48-15,4-9-48 0,0-1-236 0,1-4-136 16,2-2-76-16,1-2 120 0,4-11 184 16,0-3 76-16,4 0 68 15,-8-6 4-15,4 0 16 0,0 3 32 0,0 3 88 16,0 3 4-16,-5 7 48 16,2-1 76-16,-5 7 100 0,0 0 316 0,0 0 212 15,0 7-60-15,-4-1-48 0,0 4 28 16,3-1-116-16,-3 1-24 0,0-1-76 15,0-2-76-15,0-1-108 0,0-3-148 16,0-3-12-16,4 0-76 0,-4 0 4 0,9 0-4 16,-1-6-20-16,3-4 104 0,2 1-132 15,2-1-24-15,2-3-48 0,-6 4 48 0,2 3-28 16,-2 2-44-16,5 1-56 16,-8 3 104-16,4 0 184 0,1 3 160 0,-2 4 124 15,1 3 40-15,-4-1 20 0,4 4-24 0,-4-1 112 16,-4 7-40-16,4-3-40 0,-8 3-20 15,4 1-112-15,0-1-40 16,-4 0-180-16,4 0-132 16,-4-7-136-16,0-2-88 0,4-4-256 0,0-3-200 15,3-3-224-15,6-3-376 0,2-10 140 0,6-7-260 16,-1-1-480-16,-1-5-649 16,5 1-539-16,0 3 584 0,-3 3 1312 0,-2 3 1304 15,-3 10 884-15,0-1 1152 0,-9 7 360 0,2 0 16 16,-5 0-423-1,-4 4-577-15,4 2 64 0,-4 3-112 0,0 1-332 16,0 2-100-16,0-2 96 0,0-1-400 16,0-2-456-16,0-1-172 0,0-6-160 15,0 3 12-15,0-3 36 0,0 0-12 0,0 0-72 16,8-9-296-16,-1-4-52 16,10-6-104-16,-1-6-192 0,3-7-192 0,2-6-552 15,3-7-888-15,-9 10-701 0,13-31-1535 0</inkml:trace>
  <inkml:trace contextRef="#ctx0" brushRef="#br0" timeOffset="12399.885">17519 783 6868 0,'0'0'3900'0,"0"0"-2435"15,0 0-341-15,0 0 72 0,0 0 316 16,0 0-312-16,0 0-492 0,0 0-152 0,0 0-164 16,0 0-48-16,-52 65 36 0,44-34 0 15,-5 10-36-15,6 1-52 0,-1 9-84 16,0 6-40-16,-4 3-8 0,4 4-56 15,-4 3-104-15,4-1-120 0,-4 1-28 16,4-4-180-16,4-6-172 0,1-2 0 16,-2-11-16-16,5-6-24 0,0-10-4 15,0-5-52-15,5-11-336 0,2-2-592 0,1-7-800 16,0-3-789-16,0-7-2955 0</inkml:trace>
  <inkml:trace contextRef="#ctx0" brushRef="#br0" timeOffset="13435.558">18439 1188 6624 0,'0'0'692'0,"0"0"3473"15,0 0-2537-15,0 0-104 0,0 0-76 16,0 0-124-16,0 0-492 0,0 0-500 0,0 0-148 16,-91 60-72-16,59-32-40 15,-4 1 76-15,4-1-12 0,4 1-36 0,12-10-100 16,0-4 0-16,11-2-124 0,2-3 48 0,3-3-84 16,0-1-96-16,12 3 72 15,4 1 132-15,4 0 44 16,4 2 16-16,4-2 96 0,4-1 20 0,-5 1-76 0,-3-4-36 15,0 0 0-15,-8 4-8 16,-8-4-4-16,4 3 88 0,-8 1 208 0,-1-1-40 16,-3 4-12-16,0-3-60 0,0 3-24 15,-3 0-36-15,-1-4-76 0,-8-4-48 16,4 6-208-16,0-8-112 0,4 0-36 16,-4-3-96-16,0 0-80 0,0-3-224 15,0-11-124-15,-3-5-1032 16,2-9-792-16,1 6-2121 0,0-19-2199 0</inkml:trace>
  <inkml:trace contextRef="#ctx0" brushRef="#br0" timeOffset="13741.891">18626 1337 7700 0,'0'0'2540'16,"0"0"-623"-16,0 0-281 0,0 0-44 16,36 84-148-16,-32-61-140 0,0 6-172 0,-4 0-312 15,0-4-380-15,0-3-400 16,0-2-40-16,0-12-172 0,0-1-72 15,4-3 48-15,4-4 60 0,4-4-24 16,8-9-292-16,-1-9-64 0,6-7-164 0,3-5-100 16,-4-4-80-16,0 3 140 15,-9-1 104-15,2 11 352 0,-6 6 148 16,1 6-24-16,-4 7 140 0,-4 6 104 0,0 0 676 0,0 3-76 16,0 7 136-16,0 7 32 0,0 1-208 15,-4 4-168-15,0 1-92 16,0 2-12-16,0 0 60 0,0 1-60 0,0-4-172 15,0 0-220-15,0-5-208 16,0-6-172-16,0-4-96 0,0-4-212 0,0-3-248 16,3 0-340-16,6-13-672 0,-1 0-968 15,8-21-2505-15</inkml:trace>
  <inkml:trace contextRef="#ctx0" brushRef="#br0" timeOffset="14077.617">19168 746 9320 0,'0'0'2065'0,"0"0"-1229"16,0 0 416-16,0 0 268 0,0 0-108 0,0 0-128 16,0 70-408-16,0-32-260 0,0 6-52 15,-8 10-40-15,4 3-180 0,-4 7-200 0,0-4-144 16,4 1-60-16,0-4-172 0,0-10 36 16,4-8-36-16,0-7-24 0,0-11 36 15,4-4-12-15,4-8 60 0,-4 1-112 16,8-1 48-16,0-3 88 0,4-3 136 0,-1 4 12 15,6-1 56-15,-1-2 4 16,-1-2 16-16,2 5-28 0,-5-4-44 0,-4 3 56 16,-1 1 64-16,-2-1 136 0,-5 0-28 15,0-2 24-15,-4 2-84 0,0-3-48 16,0 0 36-16,0 0-28 0,-8 0-132 0,-1 1-124 16,-2-1-60-1,-1 0-100-15,-4 0-192 0,-1-3-324 0,2 0-104 0,-6-3-232 16,6-7-260-1,-1 4-548-15,4 0-921 0,4-7-1771 0</inkml:trace>
  <inkml:trace contextRef="#ctx0" brushRef="#br0" timeOffset="14710.029">19674 1286 872 0,'0'0'5508'0,"0"0"-4248"0,0 0-976 0,0 0-152 15,0 0-16-15,0 0-24 0,0 0 36 16,0 0 92-16,0 0 116 16,0 0 276-16,-16 19 124 0,16-19 37 0,0 0 191 0,-4 0 148 15,4 0-196-15,-4 0-256 0,0 0-144 16,-3 0-76-16,3 0 64 15,-5 0 76-15,1 0-72 0,4 0-148 16,-3 0-200-16,-6 9-72 0,2 4-36 16,-6 6-48-16,2 6 116 0,2 4 4 0,2 3 76 0,-1 3 72 15,3-4-28-15,5-2-60 16,1-7-184-16,3-2-48 16,0-8-148-16,0-5-52 0,3-1-36 0,1-6-208 0,9 0-216 15,-2 0 120-15,6-10 96 0,-2-3 80 0,6-9 120 16,-1 0-48-1,-1-3-116-15,1 2 64 0,-4 5 12 0,-8 1 152 16,4 8 112-16,-8 2 108 0,-4 5 8 16,4 2 44-16,-4 0 312 0,0 2 100 15,0 2 0-15,4 5 48 0,-4 4 76 0,3 3 0 16,2 3-56-16,-1 6-88 0,0 7 132 16,4-1 12-16,-8 8-12 15,4-1-40-15,-4 10-88 0,-4-1-24 16,-4 6-88-16,-5 2-120 0,-2-1-48 15,-5 0 32-15,1 0-56 0,-2-6-40 16,1-1-84-16,-3-5-4 0,-1-4 100 0,3-6-20 16,2-7-16-16,-1-3 1 0,0-6 47 15,4-7-20-15,-4 1 44 0,8-7 64 0,-4-3-88 16,0 0-120-16,4-3 0 0,-3-7-268 16,-2-6-180-16,2-3 47 15,6-6 1-15,-3-4-188 0,12-6 16 0,0-2-104 16,0-2-184-16,4-5-392 15,9 3-556-15,-2-1-256 0,1 15-785 0,12-19-2227 16</inkml:trace>
  <inkml:trace contextRef="#ctx0" brushRef="#br0" timeOffset="15007.813">20009 1371 7704 0,'0'0'2848'0,"0"0"-827"16,-4 67-213-16,-1-32-148 0,5 6-148 15,-4 10-200-15,1 0-380 0,-1 3-260 0,0 3-160 16,0 4-72-16,-4-1-100 16,3 6-111-16,-2 1-129 0,-1 3-56 15,0 3-44-15,0-1-8 0,0 2-52 0,-4-11-64 0,4-5-69 16,4-14 9-16,-4-12 40 15,8-10-16-15,-4-13-60 0,4-5-168 16,0-4-148-16,0-16-248 0,4-7-188 16,4-14-232-16,0-12-376 0,4-11-112 0,0-9-264 15,-4-5-701-15,4-2-199 16,-4 19-268-16</inkml:trace>
  <inkml:trace contextRef="#ctx0" brushRef="#br0" timeOffset="15214.529">19985 1571 3616 0,'0'0'4524'0,"0"0"-2476"0,4-73-271 0,0 54-257 16,-1 1-248-16,6-2-316 15,3 5-100-15,-1 2-172 0,2 2-176 16,2 5-88-16,9 0-60 0,-3 6-40 0,2 0-76 16,-3 0-72-16,0 4 0 0,-4 4-72 15,-4 6-4-15,0-2-88 0,-4 4 44 16,-5 3 32-16,-3 1-44 0,0 5-40 16,0 0-8-16,-11 0 4 0,-1 1-80 15,0-3-40-15,-4 2-132 0,0-3-64 16,-3-3-196-16,2 0-216 0,2-3-112 0,-5-4-272 15,-1 1-776-15,6-7-1016 0,-13 1-3449 16</inkml:trace>
  <inkml:trace contextRef="#ctx0" brushRef="#br0" timeOffset="15786.109">20877 1390 8716 0,'0'0'2237'15,"0"0"-1133"-15,0 0-524 0,0 0 96 16,0 0 428-16,0 0 72 16,0 0-108-16,-63 89-176 0,59-60-220 0,0 0-180 15,4-4-48-15,0-6-140 0,4 0-68 16,0-6-116-16,3-7-120 0,5 1-56 0,1-7 8 16,2 0-76-16,5-5-48 0,4-7 0 15,4-6-72-15,0-8-4 0,-5-2-108 0,2-1-28 16,-9 0 12-16,-1 7 136 0,-2 3 76 15,-9 2 72-15,0 9 88 0,-4 2 0 16,0 1 0-16,-8 3 0 0,-5-2-100 16,-2 4 52-16,-1 0-4 0,0 0 44 15,-4 0-192-15,3 11-24 0,2-2-48 0,4 1 92 16,-2-1-120-16,5 0-144 16,4 1-1124-16,1-3-2353 15,-1 5-1919-15</inkml:trace>
  <inkml:trace contextRef="#ctx0" brushRef="#br0" timeOffset="15927.29">21212 1479 9348 0,'0'0'2809'0,"0"0"-1033"0,0 0-60 0,100-28-536 15,-72 18-472-15,3-5-212 0,-3-4-248 0,0-7-224 16,0-3-24-16,0-6-520 0,-1 1-608 16,1-5-848-1,-11 11-2101-15,-2-11-1523 0</inkml:trace>
  <inkml:trace contextRef="#ctx0" brushRef="#br0" timeOffset="16170.251">21392 1009 7808 0,'0'0'2268'0,"0"0"-1031"15,0 0-93-15,0 0-8 0,-21 93 144 0,21-56-60 0,8 8-156 16,0 6-184-16,4 6-100 16,-4 6-120-16,5 8-132 0,-9 1-76 15,3 1-136-15,-3 4-48 0,0-1-12 0,-4-6-12 16,0-7-72-16,0-3 21 15,-4-6 3-15,0-9-64 0,-7-1-60 0,2-6-68 16,-3-6 0-16,0-6 0 0,0-8 4 16,1-4 52-16,-2-6 40 0,-2-4-100 15,-2-4-328-15,-2 0-73 0,-1-6-111 16,-4-11-196-16,4-4-208 0,0-11-40 16,4-7-504-16,4-5-752 0,8 10-2337 0,8-24-3091 0</inkml:trace>
  <inkml:trace contextRef="#ctx0" brushRef="#br0" timeOffset="16472.085">22575 930 12045 0,'0'0'2904'0,"0"0"-1444"0,0 0 208 15,0 0-8-15,0 0-548 16,0 0-664-16,0 0-312 0,-56 79-128 15,31-34 136-15,6 12 149 0,-1 6 155 16,0 7-12-16,8-3-60 0,1-1-112 0,2-2-116 16,5-7 20-16,4-6-72 15,0-12-48-15,0-8 12 0,9-6-48 0,2-9-4 16,-3-3-8-16,0-7-40 0,4 0-92 0,4-6 36 16,0-2-48-16,-1-8-40 0,6-9-44 15,-1-3-112-15,-1-3-192 0,-6-8-113 16,2 5-219-16,-11-4-296 0,-4 1-724 15,0-1-1100-15,-8 9-2129 16,-12-9-771-16</inkml:trace>
  <inkml:trace contextRef="#ctx0" brushRef="#br0" timeOffset="16731.506">22367 1362 6672 0,'0'0'5045'0,"0"0"-3001"16,0 0-524-16,0 0-248 0,0 0-4 0,-19 76 24 16,27-63-140-16,3-3-284 0,6-4-176 15,2-3-279-15,5-3-169 0,4 0-112 0,4-9-132 16,-4-4-196-1,4-3-276-15,-1 0-125 0,-3-4-71 0,-3 1-88 16,-1 0-288-16,-9 7-476 0,-2-1-536 16,-2 7-264-16,-7 3 87 0,-4 3 825 0,0 3 1044 15,0 7 364-15,-8 5 1216 16,1 7 149-16,-2 4 135 0,1 2-164 0,1 7-36 0,-2 0-220 16,1 4-284-16,0 1-168 0,1 4-144 15,3 8 8-15,-1-5-64 16,-3 4-48-16,4-3-240 0,1-4-140 15,3-5-344-15,-4-8-404 0,4-1-240 16,0-9-640-16,0-3-1136 16,0-1-3825-16</inkml:trace>
  <inkml:trace contextRef="#ctx0" brushRef="#br0" timeOffset="17484.186">23216 1632 3116 0,'0'0'8737'0,"0"0"-6729"0,0 0-1312 0,0 0-252 15,0 0 372-15,0 0 212 16,0 0-344-16,0 0-424 0,0 0-260 0,0 0 0 15,-52 88-208-15,44-62-52 0,1 2-88 16,-2-6-316-16,5-2-520 0,4-8-704 16,-4-2-2225-16,4 0-1735 0</inkml:trace>
  <inkml:trace contextRef="#ctx0" brushRef="#br0" timeOffset="18542.009">24487 1344 8400 0,'0'0'3065'15,"0"0"-1681"-15,0 0-264 0,0 0 272 0,0 0-60 0,0 0-252 16,-84-36-512 0,65 52-272-16,2 9-24 0,-2 10 84 0,3 13 100 0,0 3-52 15,4 5-52-15,8-1-120 0,0-5-232 16,4-9-24-16,0-12-72 0,4-10 8 15,3-8-80-15,10-9-92 16,-2-2-20-16,9-13-24 0,4-6 8 16,4-10-72-16,-4-2-16 0,-4-7 76 0,1 3 148 15,-6 0 108-15,1 3 44 0,-8 4 4 16,0 9 4-16,-8 3 72 0,4 3 112 0,-8 10 164 16,0 0-52-16,0 3-16 0,0 0 40 15,0 0 144-15,0 0-224 16,4 9-232-16,-1 4 128 15,1 6 172-15,0 3-28 0,1 3 36 16,-1 1-12-16,0-1-112 0,-4-5-192 0,4-2-132 0,-1-6-88 16,1-1-252-16,-4-5-92 0,4-3-132 15,1 0-212-15,3-3-580 0,-4-3-492 0,3-3 116 16,1-8-480 0,1 0-129-16,2-2-399 0,-3-4-84 0,5 1 540 0,-6 0 2416 15,1 6 132-15,0 1 2136 0,0 2 808 16,-4 4-516-16,4 3-540 15,-4 3-331-15,5 0-41 0,-2 0-168 16,1 3-196-16,0 3-200 0,4 7-120 0,-4-4-152 16,0 8-88-16,-4-5 44 0,4 4-60 15,-4 0-356-15,0-6-239 0,0 1-113 16,0 0-108-16,-1-5-41 0,1-4 5 16,0 3-124-16,5-5-292 0,6 0-100 15,2-7-112-15,2-5 124 0,5-7-96 0,0 0-12 16,0-4-40-16,-4 4 176 0,4 3 204 15,-8 3 76-15,0 4 188 16,0 3 152-16,-4 2 304 0,-5 4 224 0,2 4-12 16,-5 5 136-16,0 4 120 0,-4 2-204 0,0 11-36 15,0-3-116-15,0 4 64 0,0-2 84 16,-4 2-4-16,0-8-220 16,4-7-328-16,0-6-12 0,0 1-92 15,0-7 92-15,4 0 172 0,0-3-172 16,7-10-60-16,6-6-4 0,2-10 28 0,5-5-244 15,0-5-160-15,4-5-48 16,4-4-112-16,0-2 144 0,0-5 48 0,-4-5-48 16,0-3 132-16,0-3 144 0,-9-1 180 15,-3 3 160-15,-8 9 112 0,0 9 88 16,-3 7 196-16,-1 11 8 0,-4 6-24 16,0 12-64-16,0 4 48 0,0 6-132 15,0 0-88-15,0 0 12 0,0 3 13 0,0 4-209 16,0 8-116-16,-4 11 104 0,4 11 88 15,-5 5-16-15,1 12 160 0,0 6-12 16,0 3-88-16,0 5-176 0,-3 1-64 16,-2 1-96-16,1 0 24 0,-3-3-60 0,2-1-244 15,5-8-364-15,0-5-1 0,0-5 1 16,4-12-104-16,0-6-372 0,0-8-704 16,4-9-724-16,4-6-1621 0,5-7-1479 0</inkml:trace>
  <inkml:trace contextRef="#ctx0" brushRef="#br0" timeOffset="19197.105">26639 1063 2872 0,'0'0'6060'0,"0"0"-4136"0,0 0-531 16,0 0-65-16,0 0 40 16,0 0-176-16,0 0-188 0,0 0-208 0,0 0-168 0,0 0-88 15,0 0-220-15,-21 20-76 16,6 21-96-16,2 9 12 0,-2 14 96 15,2 6 60-15,2 3 16 0,-1 3 56 0,4 0-108 16,-4 0-148-16,8-9-132 0,0-10-92 0,4-13 8 16,4-12 60-16,8-9 24 15,4-14 60-15,8-2-60 0,8-7-8 16,4-7 8-16,3-15 4 0,10-6-4 16,-6-14-144-16,5-2-76 0,0-7-48 0,-4-3 96 15,-1-2-48-15,-3-2 76 0,0-2-28 16,-8-1 60-16,0-6 100 0,-9 1-96 15,-2-1-112-15,-9 7 40 16,-8 6 180-16,-4 10 160 0,-4 11 48 0,-5 11 196 16,2 9 32-16,-10 7 40 0,6 3-64 15,-5 3-59-15,-4 0-121 0,-8 7-148 16,4 5-80-16,-8 4 0 0,0 7 0 0,-4 2-4 16,5 3-8-16,-1 1-184 0,0-1-149 0,4 4-279 15,0 0-260-15,0 2-256 16,4 2-716-16,5-11-2208 15,-2 10-3053-15</inkml:trace>
  <inkml:trace contextRef="#ctx0" brushRef="#br0" timeOffset="19367.503">26698 1409 7020 0,'0'0'3268'16,"0"0"-1071"-16,0 0-437 0,0 0 40 16,81 64-212-16,-58-45-352 0,1 3-204 15,0 1-228-15,4-2-148 16,-4 5 13-16,3 3-121 0,1-4-284 0,4 4-264 0,-4-4-92 15,4 3-160 1,0-4-284-16,-1 1-253 0,6-3-187 0,-5 0-360 16,4 0-1132-16,-8-9-2408 0,7-1-4153 0</inkml:trace>
  <inkml:trace contextRef="#ctx0" brushRef="#br0" timeOffset="19951.785">27822 1454 12525 0,'0'0'2704'16,"0"0"-1308"-16,0 0-1132 0,0 0 72 15,0 0 692-15,0 0 240 0,0 66-340 16,0-34-392-16,0 0-304 0,0 0-112 16,0 0-120-16,0-10-52 0,0-3-116 0,0-6-188 15,4-4-388-15,0-6-52 0,0 0-424 16,4-3-728-16,0-3-1264 0,-5-13-4061 0</inkml:trace>
  <inkml:trace contextRef="#ctx0" brushRef="#br0" timeOffset="20109.486">27810 1169 11025 0,'0'0'2332'0,"0"0"-1464"0,0 0-300 16,0 0 664-16,0 0-104 0,0 0-928 15,0 0-200-15,96-42-300 0,-65 32-396 16,5 1-640-16,0-1-912 0,-12 7-2497 0,20 3-1635 16</inkml:trace>
  <inkml:trace contextRef="#ctx0" brushRef="#br0" timeOffset="20339.705">28296 1261 12693 0,'0'0'1720'0,"0"0"-1468"15,0 0 368-15,0 0 1036 0,-63 69-120 16,46-50-356-16,9 1-504 0,1-5-252 15,-2-3-168-15,9 5-256 0,0-4-4 16,0 2 4-16,13 1 76 0,-2 0-16 0,2 0-60 16,6 0-72-16,-3-4-12 15,4 4 72-15,-4-5-184 0,0 0 184 0,-4 3-108 16,4-6 48-16,-8 6 8 16,0-3-8-16,-8 6 64 0,4-1-4 0,-4-3 0 0,0 2-112 15,-8 1-20 1,-4 0-100-16,0 0-88 0,-4-3-60 0,0-4-200 15,-4 4-472-15,1-3-672 0,-6-4-924 16,5-3-2181-16,-12 3-2347 0</inkml:trace>
  <inkml:trace contextRef="#ctx0" brushRef="#br0" timeOffset="20900.191">29436 1092 10528 0,'0'0'2541'16,"0"0"-1305"-16,0 0-24 0,0 0 516 15,0 0-316-15,8 82-380 0,-5-30-312 16,-3 11-196-16,0 10-88 0,0 3-20 15,0 0-111-15,-3 4-173 0,-9-4-84 0,3 3-48 16,-2-2-96-16,-1-5 0 0,0-5-136 0,4-11 47 16,0-14-155-1,4-13-36-15,4-10-184 16,0-9-420-16,0-7-264 0,4-3-444 0,0-10-404 16,4-9-716-16,-4 0-1985 0</inkml:trace>
  <inkml:trace contextRef="#ctx0" brushRef="#br0" timeOffset="21162.111">29451 1111 1772 0,'0'0'7336'0,"0"0"-5564"0,0 0-615 15,0 0 211-15,0 0 128 0,45-67-412 0,-34 64-320 16,9 3-264-16,0 0-92 0,4 3 164 16,0 7 32-16,0 2-236 15,0 8-184-15,-4 2-12 0,0 0-36 16,-5 6-52-16,-2 4-24 0,-9-1 40 15,-4 9-100-15,0-3-4 0,-17 4-108 0,-2 4 64 16,-5-1-64-16,-4-2-72 0,-4-1-24 16,0-6-60-16,4-4-76 0,0-8-40 0,4-4-60 15,1-3-140-15,-1-7-128 16,4-2-228-16,-1-1-388 0,10-6-776 0,-1 0-1145 16,3-9-2947-16</inkml:trace>
  <inkml:trace contextRef="#ctx0" brushRef="#br0" timeOffset="21783.356">29966 1238 7140 0,'0'0'4021'16,"0"0"-2229"-16,0 0-848 0,0 0-120 15,0 0 160-15,0 0-192 0,0 0-32 0,0 0 32 16,0 0-100-16,0 0-200 0,95 23-124 16,-71-23-48-16,4 0-64 0,-4 0-136 0,3-7-120 15,-3-3-44-15,4 4-188 16,-3-4-256-16,-1 1-460 0,-5 3-388 16,-3-5-836-16,-4 9-2417 0,0-2-3995 0</inkml:trace>
  <inkml:trace contextRef="#ctx0" brushRef="#br0" timeOffset="22159.591">30746 860 14661 0,'0'0'2152'0,"0"0"-1444"15,0 0-384-15,0 0 440 0,0 0 488 16,0 0-640-16,-88-6-420 15,61 15-192-15,-5 7 0 0,1 3 0 0,-6 10 172 16,5-1-100-16,4 7-12 0,5-4-60 0,3 2-8 16,8-4-64-16,3-4-28 0,6-6-68 15,3 3 20-15,0-6-96 16,12 3-12-16,0-3-40 0,8 0 100 0,-1 0 24 16,5 0 88-16,0-1 80 15,1-2-108-15,-6 3 112 0,-3 0-72 0,0 0 72 0,-4 4 40 16,-4 1 192-1,-4 2 112-15,-4-2-60 0,0 2-52 16,-4-4-100-16,-4 3 52 0,-4-3-84 0,0-3-4 16,1-4-96-16,-6-2-48 0,2-3-256 0,2-5-224 15,-2-2-136-15,2 0 0 16,2-2-212-16,-2-15-676 0,5-1-732 16,1 2-2365-16,7-22-2227 0</inkml:trace>
  <inkml:trace contextRef="#ctx0" brushRef="#br0" timeOffset="22576.082">30886 1137 12517 0,'0'0'1400'0,"0"0"-904"0,-20 79 1228 0,8-38 792 16,-4-3-532-16,-4 0-695 0,8-2-501 15,4-11-340-15,0-6-304 0,8-4-144 0,0-5-108 16,4-4 100-16,4 1-184 0,5-7-76 15,2 0-96-15,5 0-72 0,0-10 59 16,8-3 37-16,-4-6 108 0,0 0-12 0,0-6 160 0,-5 4 12 16,2 1-20-16,-10 1 84 15,-2 6 16-15,-2 4 28 0,-3 2 40 16,-4 7 20-16,0 0-48 0,4 0 24 0,-4 0 28 16,0 7-28-16,4 5-24 0,0 4 148 15,5 6-12-15,-6 7 8 16,1 5 16-16,-4 5-15 15,0 5-21-15,0 4 8 0,-7 2-56 16,-6 5 8-16,-2-2-72 0,-2 6 24 0,-2-3-12 0,-5 1-32 0,4-3-40 16,-5-2-60-16,6-13 48 15,3-3-36-15,0-7-12 0,4-7 0 0,4-6-60 16,0-10 8-16,4-3 28 0,4-3-36 16,0 0-160-16,0-9-25 15,-4-7-47-15,4-13-72 0,0-10-52 16,4-8 12-16,8-16-348 0,0-13-980 15,8-10-1084-15,-9 16-2573 0,14-40-2847 0</inkml:trace>
  <inkml:trace contextRef="#ctx0" brushRef="#br0" timeOffset="23340.421">31380 727 9412 0,'0'0'1809'0,"0"0"-1397"0,0 0 776 0,0 0 1112 16,0 0-804-16,0 0-276 0,0 0-148 15,52 86-116-15,-44-48-136 0,-4 6-76 0,0 0-87 16,-1 7-233-16,-3 0-160 0,0 3-116 16,0-3-140-16,-3-1 36 15,-5 2-44-15,0-8-84 0,-1-3-124 16,2-5-240-16,3-11-281 0,4-6-75 0,0-6 0 16,4-13 128-16,7 0-124 15,2-5-300-15,7-7-604 0,-4-3 328 0,0-5-12 0,-1 1 4 16,2 1 675-16,-6 5 697 15,-3 6 12-15,0 4 309 16,-3 3 539-16,-5 0 828 0,0 10-68 0,3 3-224 16,-3-1-192-16,0 8-300 0,0-5 88 15,0 1-112-15,0-3-320 0,0 0-328 0,4-7-108 0,4-3 20 16,0 0 48-16,4-3-180 16,0-3-48-16,8-6-120 15,-1-8-16-15,6-2-84 0,-5 0-168 0,0-3 44 16,-4 0 112-16,0 6 8 0,-4-3 64 0,-5 3 24 15,1 3 64-15,-8 1 120 16,0 5 200-16,0 1 80 0,0 3-36 16,-4 3 40-16,0 0 56 0,-3 0-24 0,-1 3-128 15,-5 7-188 1,2-1 0-16,-1 7 56 0,-4 0-48 0,8 0-8 16,-5-4-24-16,10-2-120 0,3-4-64 0,0 0-280 15,0-6-124-15,7 0 96 16,6-6 148-16,7-3-28 0,-1-7 28 0,9-3-116 15,0-3-104-15,-4-1 104 0,4 5 192 16,-4 1 76-16,-4 2 92 0,0 5 112 0,-4 3 12 16,0 7 500-16,-8 0 176 0,-1 4 56 0,2 5 120 15,-1 3-196-15,-4 7-180 16,0 4 172-16,-4 6-48 16,0-4 116-16,0 4 13 0,0-7-317 0,3 0-280 15,1-5-132-15,0-5 0 0,5-3 64 16,-1-2 68-16,3-4-132 0,6-3-60 0,3 0-160 15,3-10 28-15,5 1 44 0,0-3-32 16,-4-2-40-16,-4 5 40 16,0-1 7-16,0 4-19 15,-9 3 56-15,-3 1 28 0,1 2 108 0,-1 0 216 0,-5 0 173 16,1 2-133-16,0-2-76 0,1 0-72 16,3 0-32-16,-1 0 20 0,10-7 72 15,-6-5-168-15,10-1-144 0,-2-9-184 16,-3 0-24-16,4-4-121 0,-4 3-187 0,-4-2-108 15,-9 3-384-15,-3 3-1328 0,-3 1-4489 0</inkml:trace>
  <inkml:trace contextRef="#ctx0" brushRef="#br0" timeOffset="24911.381">12244 2724 10796 0,'0'0'4613'0,"0"0"-3677"0,0 0-464 16,0 0-272-16,0 0 124 0,0 0 308 15,0 0 588-15,0 0-204 16,0 0-200-16,0 0-232 0,-52-13-424 15,35 23-160-15,-2 2-232 0,-5 4 12 0,4 6 52 16,0 1 32-16,4-1 4 0,4-3-28 0,8-3 4 16,4-4-4-16,0 1 0 15,0 3 0-15,12-4 88 0,0 7 12 0,4-2-16 16,4-1 72-16,3 3-84 0,1-3 80 16,4-4-72-16,-3 1 80 0,-1-1 8 0,-5-2-4 15,-3 3 112-15,0-4-4 0,-4 1 8 16,0-1 140-16,-4 1-4 15,-4 3-76-15,0-4 4 0,-4 3-12 16,0 2-4-16,-4-5 16 0,-4 3-52 0,0-1-132 16,-3-3-24-16,-2-1-196 15,1 0-44-15,4-7-32 0,0 0-216 0,0 0-196 16,-3-7-644-16,6-6-364 0,-3-6-1076 16,4 4-2249-16,4-20-1991 0</inkml:trace>
  <inkml:trace contextRef="#ctx0" brushRef="#br0" timeOffset="25227.172">12630 2838 9532 0,'0'0'2361'15,"0"0"-1029"-15,7 73 36 0,-7-40 400 0,-7 0 56 16,-5 0-284-16,3-5-368 0,2-6-384 0,3-6-347 0,0-10-417 16,4-2-24-1,0-4-172-15,0 0 52 0,4 0-101 16,7-13-275-16,6-6 128 0,3-7-108 0,-1-6-132 15,2-1-240-15,-6-7-152 16,1 9 104-16,0-1 384 0,-4 7 208 0,0 3 80 16,1 5 148-16,-2 12 68 15,-3-2 8-15,-4 7 380 0,4 4 372 0,0 4 132 0,0 12-108 16,-4 2-100-16,4 3-60 16,-4 4-68-16,0 2-36 0,4 4 0 15,-4-2 9-15,0-5 3 0,-1-2-188 0,2-11-336 16,-1 1-72-16,0-10-180 15,-4-2-284-15,8-4-277 0,-1-7 33 0,2-12-64 16,7-6-484-16,-9 3-2488 0,6-28-3349 16</inkml:trace>
  <inkml:trace contextRef="#ctx0" brushRef="#br0" timeOffset="25549.616">13008 2333 64 0,'0'0'11153'0,"0"0"-8901"15,0 0-1500-15,0 0 356 0,0 0 588 16,12 77-112-16,-8-42-256 0,-4 6-388 0,8 0-236 16,-4 3-227-16,0 4-165 0,4 0-188 15,0-1-124-15,0-3-84 0,-4-2-48 0,8-7 24 16,-4-10 0-16,0-3-40 0,8-9-73 16,0 0-191-16,0-7 144 15,3 1 48-15,5-5 64 0,0 2-64 0,-3-1 24 16,2 0 0-16,1 1 24 15,0-1 40-15,-4 3 20 0,-4 4-28 0,0-3 140 0,-8 1 100 16,0-2 48-16,-4 1 108 0,-1 0 36 16,-3-2 0-16,0-1 28 0,-7 3-28 15,-5 2-124-15,-8-2-132 0,4 2-36 0,-8-3-156 16,-4 1-124 0,4-1-184-16,-8-6-452 0,4 3-180 0,-3-3-528 15,6 0-1364-15,-10-6-3869 0</inkml:trace>
  <inkml:trace contextRef="#ctx0" brushRef="#br0" timeOffset="26150.305">13705 2796 12405 0,'0'0'1924'16,"0"0"-1508"-16,0 0-100 0,0 0 228 0,-75 93 172 16,59-55 208-16,4 6-8 0,0-2-312 15,4-7-112-15,4-7-160 16,4-6-240-16,0-9-92 0,0-7-208 16,8-2-72-16,8-4 156 0,0-10 40 0,8-9 32 0,0-6-132 15,0-4-100-15,-1-6 40 0,-3 1-40 0,1-2 172 16,-6 7 40-16,-3 7 68 15,0 3-4-15,-4 13-80 0,-4 0-72 16,0 6 72-16,1 0 88 0,-2 6 336 0,5 7 268 16,0 9-36-16,0 0-176 0,-4 8-168 15,4 1-80 1,0-3 28-16,0 4-36 0,-5 0 36 0,6-1 0 0,-5 4 20 16,-4 1-8-16,0 2-36 0,0 3-40 15,-13 0-12 1,6 4 16-16,-9-4-4 0,0-3-12 0,0 0 52 0,-4-10-40 15,0 2-36-15,-3-9-8 16,-1-5 33-16,-4-3-97 0,0-4-121 16,-4-6-195-16,4-3-112 0,4-3-60 0,1-9-136 15,-2-7-184-15,1-9-140 0,8-8-492 16,0-5-980-16,5 5-2025 0,2-16-3171 0</inkml:trace>
  <inkml:trace contextRef="#ctx0" brushRef="#br0" timeOffset="26398.28">14200 2848 10997 0,'0'0'2268'16,"0"0"-1164"-16,20 96 600 0,-16-49-268 16,-4 10-176-16,3 6-192 0,-3 8-348 15,4-2-304-15,0 7-112 0,0 7-108 0,5-1-108 16,-5 3-88-16,-1 2-196 15,1-9-44-15,-4-4-16 0,0-11-88 0,4-8 52 16,-4-18 12-16,4-12-28 0,-4-8 76 0,0-11-124 16,0-6-100-16,0-6-160 0,-4-13-488 15,-4-10-1036-15,-4-12-340 0,0-10-73 16,8 7-639-16,-12-36-1916 0</inkml:trace>
  <inkml:trace contextRef="#ctx0" brushRef="#br0" timeOffset="26627.3">14235 2727 9760 0,'0'0'1937'0,"0"0"-1017"0,0 0 304 16,0 0 44-16,0 0-388 0,0 0-200 15,0 0 104-15,0 0-16 16,92-32-252-16,-72 41-232 0,4 4-284 0,-4 3 12 0,0 0 36 16,-5 6-48-16,-2 1-8 15,-5 4 8-15,-5 6 36 0,-3 5 76 0,-11 0-40 16,-6 3 28-16,-2 4 0 15,-13-1-40-15,0-2-12 0,1 0-44 16,-10-9-4-16,9 0-8 0,0-8-300 16,4-9-392-16,5 0-104 0,3-10-300 0,4 0-784 15,8-6-2889-15</inkml:trace>
  <inkml:trace contextRef="#ctx0" brushRef="#br0" timeOffset="26774.647">14626 3175 928 0,'0'0'13145'16,"0"0"-10977"-16,0 0-1244 0,0 0 724 0,0 0-216 16,0 0 44-16,0 0-675 0,0 0-669 15,0 0-132-15,0 0-388 0,0 0-401 0,12-4-247 16,-12-2-556 0,0-1-2620-16,-8-2-6133 0</inkml:trace>
  <inkml:trace contextRef="#ctx0" brushRef="#br0" timeOffset="27448.706">15407 3073 980 0,'0'0'7004'16,"0"0"-4892"-16,0 0-835 0,0 0 263 15,0 0 152-15,0 0 48 0,0 0-584 0,0 0-316 16,0 0-184-16,0 0-44 0,-48 90-60 16,48-53-16-16,0-2-48 0,0 0-64 15,0-7-131-15,4-5-173 0,4-4-120 16,-4-10-64-16,3-2 16 0,6-4 48 16,7-3 72-16,0-10-72 0,8-5-169 15,0-10-111-15,-1-11-144 0,1 1-76 0,-3-3 96 16,-6 3 24-16,1 3 64 15,-8 4 204-15,0 2-24 16,-4 7 132-16,-4 4 4 0,-4 2 88 0,0 4 144 16,-8 2 160-16,-4 1-112 0,-4-1 76 0,0 4-164 15,-4-1 40-15,-4 4-84 0,8 4-4 16,-3 3-144-16,2 2 0 0,2 1-168 16,2 2-76-16,6-2-48 0,-1-1-160 15,0 1-580-15,8 2-1032 0,-5-5-2984 16,5 9-2681-16</inkml:trace>
  <inkml:trace contextRef="#ctx0" brushRef="#br0" timeOffset="27576.42">15833 3127 11797 0,'0'0'2692'16,"0"0"-1468"-16,84-19 128 0,-44 3-420 0,-9-3-412 16,1-3-152-16,0-10-84 0,0 1-284 15,-4-8 0-15,4-2-332 0,-4-4-732 0,-4 3-404 0,-4 5-360 16,-4 2-632-1,-5 13-2185-15,-11-3-1455 0</inkml:trace>
  <inkml:trace contextRef="#ctx0" brushRef="#br0" timeOffset="27822.696">16016 2610 5732 0,'0'0'4028'0,"0"0"-2387"16,0 0-321-16,0 0-96 0,0 0-24 0,-43 94-28 16,43-59-160-16,0 7-160 15,12 3-36-15,-5 2-44 0,2 1-172 0,3 2-136 16,-1 5 8-16,2 1-20 15,-6-1-63-15,1 2-209 0,0-3-108 0,0 0-64 16,-4-4-4-16,0-6-4 0,-4 1-60 0,4-7 48 16,-4-3-60-16,0-7 12 0,0-2 56 15,-4-6-8 1,0-1-148-16,-3-7-153 0,-2-2-3 0,-3-4 0 16,1-3 72-16,-6-3 48 0,2 0-96 15,-5 0-4-15,-4-6-120 0,-1-7-124 0,-3-3-496 16,1-5-1144-16,3 2-2680 0,-11-14-4265 0</inkml:trace>
  <inkml:trace contextRef="#ctx0" brushRef="#br0" timeOffset="28625.042">17414 2603 7716 0,'0'0'2384'0,"0"0"-1159"0,0 0-29 15,0 0-212-15,-19-70-96 0,11 61-4 16,0-1-208-16,4 4-8 0,0 2-108 0,0 4-112 16,0 0-16-16,0 0-36 0,1 0-36 0,-2 0-116 31,-3 0-60-31,-4 7-124 0,0 3-48 0,-3 2 36 0,-6 1 12 16,6 4 40-16,-5 1-28 0,-1 1-12 15,2 2 4-15,-1 3-4 0,4-2-52 0,-8 3 0 16,8 4 52-16,-4 6-48 0,0 0 0 15,0 6 64-15,1 6 20 16,2 1-8-16,6 7-16 0,-2-2 12 16,2 4 4-16,3-5-28 0,4-2-52 15,4-3 128-15,0-2-4 0,4-10 100 0,4-4 168 16,8-1-204-16,-1-9-76 0,10-1 4 0,-6-5-3 16,9-5 111-16,0-1-28 0,4-6 4 15,-4-3-88-15,3 0 0 16,1-9-20-16,-4-4-36 0,0-6-64 15,0 0-160-15,-4 1-92 0,-4-5-160 0,0-2-101 16,-9 2-251-16,2 1-228 16,-5 0-332-16,-8 0-688 0,4 9-1004 15,-8-3-3241-15</inkml:trace>
  <inkml:trace contextRef="#ctx0" brushRef="#br0" timeOffset="28928.82">17204 3149 5380 0,'0'0'6037'0,"0"0"-3949"16,0 0-556-16,0 0-120 15,0 0-132-15,0 0-48 0,0 0-200 16,0 0 92-16,0 0-127 0,79 7-381 0,-51-7-180 16,0 0-180-16,0 0-40 0,0-4-108 0,0-2-60 15,0-3-48-15,4-1-84 0,-4 0-72 16,-1-2-196-16,1 2-216 0,0 1 12 16,-8 2-273-1,0 1-183-15,-4 3-236 0,-8 3-12 0,0 0-8 16,-8 3 72-16,0 6 96 0,0 1 780 15,0 3 320-15,-5 3 572 0,-2 0 188 0,-5 3-72 16,4 0 56-16,4 2-32 16,-4 6-68-16,4-2-128 0,0 3-72 0,0 1-48 15,4 3 8-15,0-4-88 0,0 3-48 16,0-1-252-16,0-2-16 16,4 0-148-16,4-5-280 0,4-1-568 0,0-3-328 15,3-2-716-15,-6-9-2228 0,7 3-3017 16</inkml:trace>
  <inkml:trace contextRef="#ctx0" brushRef="#br0" timeOffset="30202.744">3203 4105 9428 0,'0'0'2093'0,"0"0"-1541"0,0 0-132 16,99 57 104-16,-54-37 1308 0,-2-6-876 0,0 0-440 15,6-1-76-15,-1-7-44 16,-1-6 140-16,5 0-216 0,-4 0-208 0,-4-13-40 16,3 0-68-16,-2-2-4 0,-6-7-24 0,-3-2-248 15,0-1-348-15,-8 0-264 16,-4 0-300-16,-4 3-692 0,-8 3-1257 0,-5-4-2399 15</inkml:trace>
  <inkml:trace contextRef="#ctx0" brushRef="#br0" timeOffset="30447.443">3570 3712 8096 0,'0'0'4297'0,"0"0"-3377"0,0 0-312 16,0 0 156-16,0 0-172 0,0 0-128 15,-45 89 156-15,45-39 252 16,0 11 92-16,9 9-160 0,-5 5-180 0,3 2-244 16,-3 2-88-16,5-3-252 0,-5 1-40 15,0-8-172-15,3-6-96 0,-3-14 60 0,4-14 12 16,1-14-112-16,-2-8 24 0,1-6-220 16,5-7-128-16,-2-4 0 15,1-8-52-15,4-11-200 0,4-12-556 0,-4-9-640 16,-5 3-1041-16,14-32-1915 0</inkml:trace>
  <inkml:trace contextRef="#ctx0" brushRef="#br0" timeOffset="30843.887">3983 3445 8824 0,'0'0'1964'16,"0"0"-919"-16,0 0-265 0,0 0 304 0,0 0-44 16,0 0 8-16,0 0 56 0,0 0-432 15,0 0-180 1,0 0-8-16,13 85 44 0,-9-33-48 0,0 7-76 0,-4 9-100 15,4 5-100-15,-4 2-204 16,0 8 0-16,0 3-96 0,0-3 32 16,0-4-68-16,0-3 56 0,0-12-144 0,0-10 24 15,0-13 0-15,0-13 24 0,3-9-12 0,-3-10-220 16,4-4-188-16,-4-5 60 16,0 0 184-16,5-7 156 0,-1-3 192 0,4-3 152 15,-4-3-56-15,3 1-80 0,2-5 32 16,-5 8-40-16,0 3-8 15,0 2-4-15,-1 7-168 0,5 0 96 16,-4 0 76-16,5 9 260 0,-2 8 124 0,5 1 36 16,4 8-48-16,-4-1-64 0,0 3 0 15,0 2-40-15,0-2 28 0,-4-6-76 0,0-3-60 16,4-3-4-16,-4-6-152 0,0-4-4 0,0 0-84 16,-1-3 76-1,2-3-52-15,3 0 8 0,-5 0 48 0,6 0-92 16,2-3-236-16,-2-6-380 15,2-1-152-15,6-5-364 0,-2-4-1048 0,1-4-2117 16,-3 4-499-16,6-7-383 0</inkml:trace>
  <inkml:trace contextRef="#ctx0" brushRef="#br0" timeOffset="31130.994">4593 4477 7952 0,'0'0'2408'0,"0"0"-775"16,0 0-213-16,0 0-316 0,0 0-308 0,0 0-92 0,0 0 76 15,0 0 28-15,0 0-264 0,0 0-236 16,76-81-168-1,-68 46-140-15,-4 5-72 0,0-3 72 0,-4 5 40 0,0 6 60 16,0 6 60-16,-4 3 96 0,-4 4 52 16,0 6 84-16,-4-1 244 15,1 4-220-15,-2 0-224 0,1 7-128 0,1 2-64 16,-2 10-112-16,6 7 4 0,-5 5 108 0,7 8 0 16,-3 2 144-16,8 3 28 15,0 1 8-15,0 2-180 0,0-5-36 16,0-7-156-16,8-4-40 15,1-5-12-15,-1-7 12 0,3-6-160 16,2-6 64-16,2-5-28 0,2-2-112 0,2-7-136 16,-3-8-236-16,8-4-500 0,-1-7-968 0,-2 8-2085 15,7-17-1219-15</inkml:trace>
  <inkml:trace contextRef="#ctx0" brushRef="#br0" timeOffset="31359.788">4944 4429 5868 0,'0'0'4296'0,"0"0"-2387"0,0 0-45 0,0 0-324 16,0 0-296-16,0 0-76 0,40 67-44 15,-36-49-268-15,-4 2-132 0,0-5-128 0,0-3-256 16,0-5-280-16,0-3-60 16,0-4-220-16,4 0 76 0,0 0 96 15,3-6 48-15,10-11 96 0,-6 2-96 0,10-8-196 16,-1-2-84-16,-1-1-36 0,5 8 24 16,0-1 24-16,4 6 8 0,-4-1 16 15,0 9 24-15,0 5-40 0,-4 0 100 16,-1 0 64-16,-2 10-28 15,-2 2 48-15,2 1-156 16,-6 3 32-16,2 2-20 0,-2 1-92 0,2 4-396 0,-5 3-788 0,-1-7-1412 16,5 6-3521-16</inkml:trace>
  <inkml:trace contextRef="#ctx0" brushRef="#br0" timeOffset="32042.758">6853 3879 6468 0,'0'0'3000'0,"0"0"-947"0,0 0-581 0,0 0-328 16,0 0-156-16,0 0-32 0,0 0 32 0,0 0-92 16,0 0-32-16,0 0-80 0,0 0-268 15,4-28-184-15,-17 50-332 0,-2 10 0 16,-2 16 0-16,6 6 160 0,-2 9 72 16,9 1 36-16,1 5 0 15,3 1-40-15,0-1-104 0,0 2-15 0,3-5-109 16,6-5-13-16,3-10-147 0,3-13-20 15,2-10-16-15,7-8 196 0,0-11 4 16,3-9 56-16,10-7 28 0,2-12-88 16,4-12 0-16,2-14-148 0,-6-3-68 15,1-9-4-15,1-3 0 0,-6 0 60 0,5-4 52 16,-5 1 8-16,-3-3-56 16,-4-2 44-16,-4-1-84 0,-8-1-96 0,-11 3-52 15,-1-2 108-15,-4 9 104 0,-13 6-4 16,-6 9 136-16,-2 13 252 0,1 10 68 15,-3 8 256-15,-1 9-60 0,0 5-224 16,-4 5-36-16,-4 12-76 0,4 8-44 16,-4 10-52-16,0 4-36 0,0 8 16 0,4 4 20 15,4-1-84-15,1 2-176 0,3-1-104 16,0-1-108-16,4-3-384 0,4 2-84 16,0-9-380-16,8-5-724 15,0-6-812-15,4-13-353 0,0-3-1631 16</inkml:trace>
  <inkml:trace contextRef="#ctx0" brushRef="#br0" timeOffset="32198.408">6992 4251 8444 0,'0'0'2456'0,"0"0"-863"0,0 0-353 15,0 0 52-15,88 58-96 0,-60-36-196 16,0 3-232-16,0 1-88 0,0 2-68 16,-1 0-108-16,1 4-160 0,3-4-244 0,1 2-100 15,0-5-232-15,0 0-208 0,-4 0-484 0,4-2-412 0,-4-4-504 16,-8-4-1196-16,8 4-3273 15</inkml:trace>
  <inkml:trace contextRef="#ctx0" brushRef="#br0" timeOffset="37929.582">8908 4273 10184 0,'0'0'3993'0,"0"0"-3069"16,0 0-220-16,0 0-340 0,0 0 264 0,0 0 328 15,0 0 400-15,0 0-252 0,0 0-384 16,20 102 32-16,-12-58-371 16,-4 1-201-16,0 5-48 0,-4-5-72 0,5-1-60 15,-1-5-120-15,-1-8-36 0,5-6-52 16,-4-9-97-16,4-2-155 0,0-8-100 0,-4-6-40 16,4 0-404-16,-8-10-716 15,4 0-560 1,-4-12-3173-16</inkml:trace>
  <inkml:trace contextRef="#ctx0" brushRef="#br0" timeOffset="38091.685">8872 4010 13281 0,'0'0'1728'16,"0"0"-1076"-16,0 0 132 0,0 0 260 15,0 0-80-15,0 0-484 0,0 0-480 16,0 0-332-16,0 0 60 0,0 0 16 15,56-57-92-15,-24 50-536 0,-8 1-1176 16,16 6-3473-16</inkml:trace>
  <inkml:trace contextRef="#ctx0" brushRef="#br0" timeOffset="38392.582">9510 4098 10676 0,'0'0'1813'0,"0"0"-1109"0,0 0 592 16,-48 77 472-16,29-45-424 0,-5-1-160 15,-1 1-128-15,5-4-272 0,5-2-16 0,2-4-468 16,5 0-300-16,5-2-60 16,-1-5-36-16,4 1-12 0,4-3-64 15,7 3 100-15,2-4 64 0,7 1 8 16,-1 0-84-16,2-1 8 0,3 1 4 16,-5 0 48-16,5 3 24 0,-4 0 0 0,-4 0 48 15,0 0 24-15,0-1 4 0,-9 5 44 16,2-5-24-16,-5 1-44 0,-4 0-40 15,0 0 60-15,0 0-24 16,-8-1-48-16,-4-1-96 0,0-3-40 0,0 3-72 16,-4-4-84-16,0-4-156 0,0 3-32 15,0-6-156-15,-3 1-372 0,2-4-596 16,-2 0-968-16,6 0-2241 0,-11-7-2643 0</inkml:trace>
  <inkml:trace contextRef="#ctx0" brushRef="#br0" timeOffset="39349.482">10745 4470 7280 0,'0'0'2216'16,"0"0"-1232"-16,0 0 9 0,0 0-93 16,0 0 144-16,0 0-16 0,0 0-40 0,0 0-324 15,0 0 140-15,0 0 276 0,79 7-304 16,-42-5-272 0,3 3-100-16,-1-5-184 0,2 0-120 0,-6 0-16 15,1-11-84-15,0 2-8 0,-4-4-112 16,-1 0-16-16,-6-2-120 0,-1 2-284 15,-5-1-348-15,1 6-504 0,-12-5-824 16,0 6-2233-16,-3-5-2759 0</inkml:trace>
  <inkml:trace contextRef="#ctx0" brushRef="#br0" timeOffset="39538.106">11060 4251 6504 0,'0'0'2676'0,"0"0"5"0,-20 89-2165 15,12-45 1180-15,0 7-596 0,0 3-336 0,0-3 240 16,0 0-172-16,0-4-152 0,4-1-384 16,4-9-296-16,0-5-60 0,0-10-324 15,8-6 28-15,4-10-68 0,0-6 52 0,4-9 24 16,0-11-200-16,0-8-448 16,4-7-1212-16,-9 3-1897 0,10-18-1223 0</inkml:trace>
  <inkml:trace contextRef="#ctx0" brushRef="#br0" timeOffset="39893.908">11367 3873 7312 0,'0'0'3881'0,"0"0"-2521"0,0 0-656 15,0 0-56-15,0 0 404 16,0 0-44-16,0 0 428 0,0 67-420 0,-4-25-264 16,-4 8-56-16,4 7-48 15,-4 3-60-15,0 7-128 0,0 1-180 0,4 4-131 16,-4-2-149-16,4 0-12 0,4-5-72 0,0-7-97 15,0-7-87-15,0-16 24 0,8-6-132 16,0-14 20-16,4-8 52 0,-5-7-64 16,10 0 36-16,-6-14 136 0,6 0-232 15,-2-9-92-15,-2 2 40 0,2-3 132 16,-2 2 64-16,-2 3 60 16,1 1 60-16,-3 5 40 0,-2 0 120 0,1 6 4 15,-4 5 4-15,0 2 60 0,1 0 132 16,2 2 140-16,1 5 148 0,0 6 48 15,0 6 0-15,0 0-92 0,0 0-20 16,0 0-104-16,0-4-124 0,0-2-192 0,0 0-112 16,-1-7-168-16,2 4 72 0,-1-3 0 15,0-1-160-15,4-4-432 0,-4 2-340 16,-1-2-1452-16,1 3-1605 0,1-5-771 0</inkml:trace>
  <inkml:trace contextRef="#ctx0" brushRef="#br0" timeOffset="40197.382">11737 4721 2692 0,'0'0'1368'0,"0"0"2928"0,0 0-1551 15,0 0-773-15,0 0-472 0,0 0-164 16,0 0-132-16,0 0-288 0,76 7-176 0,-60-18-100 16,0-1-200-16,4-7-108 0,0-3-76 15,0-7-96-15,-1-3-160 0,-2 1-68 0,-2-1-28 16,-7 6 12-16,1 4 8 16,-6 7 68-16,-3 2 8 0,0 6 64 15,0 4 80-15,-3 3-144 0,-10-3-60 16,-2 3-148-16,-6 0 84 0,2 6 64 0,-5 7 48 15,4 6 12 1,-1 3 0-16,6 7 4 0,-1 6 44 16,0 6 16-16,5 0 32 0,-2 7 4 0,5-4 80 0,4 1-20 15,1-7-148-15,3-6-12 0,3-7-4 16,5-5-56-16,9-8-100 0,2 1 0 16,5-11-36-16,4 2 28 0,8-4-188 15,-1-6-296-15,5-7-456 0,8-3-804 0,-16 3-2268 16,16-12-3645-16</inkml:trace>
  <inkml:trace contextRef="#ctx0" brushRef="#br0" timeOffset="40891.225">13159 4561 5868 0,'0'0'5309'0,"0"0"-4281"15,0 0-120-15,0 0-44 0,0 0 300 16,0 0-220-16,0 0-80 0,0 0-168 0,-31 81-100 16,27-44 80-16,4 12-24 15,0-2-152-15,4 4-108 0,4-4-160 16,-4-6-84-16,4-2-148 0,0-14-152 15,-1-9-44-15,2-7 0 0,3-5 28 0,-1-4 56 16,9-13 112-16,1-9-48 16,3-10-24-16,-5-5-260 0,5-5-136 15,-4-3-60-15,0 4 184 0,-4 2 132 0,0 5 112 16,-4 2 40-16,-4 7 16 16,-4 6 44-16,0 6 60 0,-4 1 176 0,0 5 108 15,0 4 40-15,0 3-64 0,0 0-188 16,0 0-120-16,0 10 0 0,0 5 76 0,0 11 120 15,0 5 0-15,0 7 36 16,0 4 52-16,3-1-92 0,1-3-164 0,1 0-40 16,-1-3-232-16,0-4-76 0,0-6-144 15,3-5-172-15,-3-10 20 16,5-4-28-16,2-6-424 0,-3-3-1464 0,5-23-2925 16</inkml:trace>
  <inkml:trace contextRef="#ctx0" brushRef="#br0" timeOffset="41232.496">13602 4667 1084 0,'0'0'10145'16,"0"0"-8557"-16,0 0-848 0,0 0 708 0,0 0 212 15,0 0-232-15,4 94-272 16,-4-61-408-16,-4-4-172 0,0-1-176 0,4-2-352 16,0-7-48-16,0-1-256 15,4-1-24-15,0-5 12 0,0-6-88 0,4-2-72 16,-1-4 160-16,6-10 212 15,2-9 48-15,2-2 4 0,-2-9-240 16,5-1 60-16,-3-1-28 0,-2 3 152 0,-3 1-4 16,8 3 64-16,-8 2 8 0,4 7 92 0,-4 4 0 15,-4 5-28-15,0 7 4 16,0 0 20-16,0 0 140 0,-4 3-16 16,4 8 76-16,-4 1-28 0,4 3 12 15,-4 5-44-15,-1 2-32 0,-3-3-8 0,5 3-84 16,-5 0-108-16,0 4-4 0,0-4-124 15,0 3-96-15,0-3-244 0,0-2-344 0,0-2-376 16,0-6-672-16,0-5-1268 0,0-3-2417 16,4-10-1571-16</inkml:trace>
  <inkml:trace contextRef="#ctx0" brushRef="#br0" timeOffset="41385.444">14061 4747 6544 0,'0'0'5345'0,"0"0"-4349"0,0 0 12 0,0 0 360 15,0 0-72-15,15 79 32 0,-15-54-256 16,0-3-296-16,0 3-336 0,0-2-344 0,0-4-96 16,0-3-316-16,0-4-176 15,0 1-316-15,0-6-392 0,0-4-1196 0,0-3-3265 16</inkml:trace>
  <inkml:trace contextRef="#ctx0" brushRef="#br0" timeOffset="41546.581">14033 4502 9852 0,'0'0'5309'16,"0"0"-3885"-16,0 0-428 0,0 0 28 15,0 0 8-15,0 0-4 0,0 0-480 16,0 0-548-16,0 0-264 0,0 0 20 0,0 0 24 16,0 0-184-16,83-42-144 0,-59 42-264 0,4 0-724 15,-4 0-2764-15,4 7-3761 16</inkml:trace>
  <inkml:trace contextRef="#ctx0" brushRef="#br0" timeOffset="42224.335">14447 4635 3312 0,'0'0'5224'16,"0"0"-3504"-16,0 0-623 0,0 0-237 15,0 0 228-15,0 0-176 0,0 0-140 16,0 0-304-16,0 0-244 0,-56 82-20 15,44-33 212-15,4 1 132 0,-4 4-48 0,4 0-116 16,4-6-148-16,0-10-236 0,0-10-52 16,4-5-72-16,0-14-112 0,0-2-60 0,4-7-76 15,8-7 320 1,-1-9 4-16,6-6 48 0,3-7-476 0,-1-6-40 16,-2-2 36-16,-2 2 228 0,2 3 176 15,-6 3 28-15,-2 7 44 0,-1 6 4 0,-1 7 0 16,-3 2 0-16,-4 4 4 15,4 3 260-15,-4 10 76 0,0 5 236 0,4 11 28 16,-4 9-180-16,0 6-140 0,0 3-132 16,0 8-40-16,0-2 36 0,0 8 36 0,0 5 52 15,0 10 36-15,-4 3 356 0,-4 0 8 16,1 4-356-16,-6-4-96 16,5-6-36-16,5-9-148 0,-1-11-104 0,4-12-152 0,0-10-48 15,0-8 32-15,0-11 4 16,0-9-124-16,7 0-216 15,1-19-32-15,5-10 180 0,2-5-64 0,-2-10-772 16,-2-11-1296-16,1 14-2497 0,-4-26-2327 16</inkml:trace>
  <inkml:trace contextRef="#ctx0" brushRef="#br0" timeOffset="42712.331">14825 4654 6020 0,'0'0'4268'16,"0"0"-3495"-16,0 0-453 15,0 0 324-15,0 0 544 16,12 74 196-16,-8-43-96 0,-4 7-212 0,0 0-228 16,4 4-172-16,-4-2-48 0,0 2-272 0,4-4-356 15,-4-6-72-15,8-7-284 0,-4-9-76 16,4-2-136-16,0-12 172 16,3-2 88-16,2 0-40 0,2-7-376 0,-2-8-388 15,6-4 76-15,-2-3 84 16,-2 0 224-16,1 2 240 0,0 7 152 0,-4 4 132 15,4 3 204-15,0 6 36 0,-4 0 276 0,4 3 556 16,-4 7 244-16,4-1-136 16,-4 1-332-16,4-1-244 15,-4-2-124-15,3-1-124 0,2-6-84 16,3 0 92-16,-1-6 28 0,2-7 36 0,3-7-88 0,-5-1-84 0,1-5-48 16,4-3-4-16,-4 1-4 0,-4 2-72 15,-4 4 16-15,0 3 20 0,-8 3 40 16,-4 7 188-16,0 3 100 15,-4-1 32-15,-8 1-120 0,-4 6-200 16,0 0 48-16,-4 3-40 0,-4 13-8 0,4 6 64 16,-4 4 60-16,5 8 60 0,2 1 112 15,2 4 124-15,2-1-16 0,2-1-60 0,3-5-52 16,4-3-144-16,4-7-148 0,0-3-144 16,12-3-52-16,-1-6 88 0,10-5-4 15,3 2 52-15,4-7-188 0,3 0-280 16,1-9-272-16,4-1-244 0,-4-5-576 15,-4 4-1288-15,11-3-3541 0</inkml:trace>
  <inkml:trace contextRef="#ctx0" brushRef="#br0" timeOffset="43474.492">17603 4207 8052 0,'0'0'3129'0,"0"0"-1857"0,0 0-240 16,0 0-168-16,0 0 84 0,-13-70 248 0,5 70 12 0,-3 0-504 15,-9 5-324-15,-5 9-220 0,-6 1-60 16,-1 10-28 0,0 8 28-16,0 5 24 0,4 4 48 15,0-2-16-15,13 2 4 0,-2-1-60 0,6-3-20 16,11-3-80-16,0-4-84 15,4 1 0-15,7-6 80 0,5-1 4 0,9-2-48 16,-6-5 48-16,9-1-48 0,-4-5 48 0,0-3 0 16,-5-2-12-16,2 2 12 0,-6 1 120 15,-2 0 16-15,-6-2 0 0,1 6-52 16,-8 2 148-16,0 3 0 0,0 3-88 0,-11 3-128 16,-6 1-16-16,-2-1-52 15,-1-3-228-15,-1-2-148 0,6-8-72 16,3 1-76-16,0-10-68 0,8-3-132 0,-4 0-244 0,4-12-720 15,4-1-2313 1,0-25-2215-16</inkml:trace>
  <inkml:trace contextRef="#ctx0" brushRef="#br0" timeOffset="43858.205">17745 4572 8644 0,'0'0'4405'15,"0"0"-3373"-15,0 0-272 0,17 79 296 0,-17-46 260 16,-4-3 120-16,-5 3-212 0,2-5-296 15,-1-6-304-15,0-3-284 0,3-6-316 16,5-4-24-16,0-9-184 16,0 0-60-16,9-3-96 0,3-9 340 0,8-8-4 15,-1-5-32-15,5-6-328 0,-3 1-64 16,-6 5 96-16,1 3 224 0,-4 3 48 16,-4 10-52-16,0 2-120 0,-4 4-52 0,0 3-48 15,0 3 332-15,4 10 344 16,-5 3 100-16,6 4-164 0,-1 1-36 15,-4 8-24-15,3-2-84 0,2 6 20 0,3 2 100 16,-5 0-24-16,2 4 12 0,-5 1-24 16,-4 2-40-16,0 5-19 0,0 5-53 15,-9-2-36-15,2 1-20 0,-9-1-40 0,4-1-12 16,-4-2-4 0,0-3-60-16,-4-3-32 0,4-6-61 0,-4 0-15 0,4-10-84 15,5-5-108-15,-6-8 120 0,6-5 148 16,-6-7-28-16,6-10-364 15,-6-9-248-15,10-16-172 0,-5-13-220 16,7-9 64-16,1-13-1092 0,1 16-2261 0,-1-35-1683 16</inkml:trace>
  <inkml:trace contextRef="#ctx0" brushRef="#br0" timeOffset="44088.798">18316 3963 1592 0,'0'0'10089'16,"0"0"-8933"-16,0 0-368 0,0 0 404 0,19 75 248 16,-19-36 52-16,0 12-124 0,0 3-312 15,-4 2-80-15,-4 8-103 0,5 2-205 0,-1 4-232 16,0-3-232-16,-1 0-204 0,-3-7-112 16,4-3-176-16,4-10-76 0,-3-2-96 15,3-10-101-15,0-3-143 0,0-10-252 0,3-13-528 16,5-4-640-16,1-5-824 15,2-17-1421-15,1 1-1751 0</inkml:trace>
  <inkml:trace contextRef="#ctx0" brushRef="#br0" timeOffset="44643.763">18490 4648 6612 0,'0'0'4973'0,"0"0"-3437"16,0 0-656-16,0 0-148 0,17 80 288 0,-13-61 236 15,-4-5-128-15,3-3-352 0,-3-2-432 16,0-6-344-16,4-3-8 0,5 0 8 15,-1-6 200-15,3-6 12 0,6-7-212 0,-2-7-416 16,2 1-200-16,-2-1 24 0,-3 1 184 16,-4 6 112-16,0 3 96 0,-4 0 64 0,0 4-28 15,-4 2 164-15,-4-1 4 0,-4 9 232 16,-4-4-24-16,0 6 124 16,0 0 0-16,-4 8-92 15,1 6-132-15,2 8-36 0,-2 4 48 0,-2-1-4 16,6 0 40-16,3-2-160 0,0-2-196 15,3-4-200-15,5-2-272 0,0-3-328 16,5-5-248-16,7-7-604 0,3-2-264 0,5-17-137 16,8-7 261-16,0-9-352 0,0 3-124 15,0 1 352-15,0 2 1933 0,0 7 179 16,-5 6 1311-16,2 9 581 0,-5 5 1104 16,-9 2-604-16,6 12-27 0,-9 7-529 15,-1 4-588-15,1 2-108 0,-3 3-96 0,-5-3-208 16,4 5-40-16,0-5-20 15,-1-6-72-15,1-6-192 0,0-1-216 16,0-9-188-16,5 0-100 0,2-3 128 0,1-3 72 0,8-12-52 16,0-4-56-16,3-4-100 0,-2-3-144 15,3 7-40-15,-9 0-8 0,6 4-28 16,-5 8-40-16,-4 7-8 0,-1 0 108 16,-2 10 160-1,-1 2 320-15,-5 12-76 0,1-3-72 0,0 2-40 0,-4-4-8 0,4-5-124 16,0 0 0-16,-4-8-184 15,9-3 64-15,-2-3 120 16,5-6 244-16,0-11 72 0,8-2-280 0,0-9-36 16,0 0-388-16,-1-4 8 0,6-3-24 15,-5 4-224-15,4-4-272 0,-5-1-776 16,2 8-3264-16,-2-16-5661 0</inkml:trace>
  <inkml:trace contextRef="#ctx0" brushRef="#br0" timeOffset="45100.842">20467 4401 5836 0,'0'0'5445'16,"0"0"-4817"-16,0 0 280 15,0 0 608-15,51 88-28 0,-38-41-272 0,-5 5-88 16,-1 8-216-16,-3 1-140 0,0 5-172 16,-4 4-100-16,0 2-112 0,0 2-24 0,0-1-71 15,0-9-181 1,0-11-112-16,0-8-60 0,0-10-197 0,5-10-143 15,-5-8 44-15,4-9-80 0,0-8-200 16,-4 0-396-16,4-6-524 0,-1-15-700 16,1 1-1720-16,0-24-2469 0</inkml:trace>
  <inkml:trace contextRef="#ctx0" brushRef="#br0" timeOffset="45328.074">20571 4416 4576 0,'0'0'8665'16,"0"0"-7269"-16,0 0-916 0,0 0-140 15,75-60 188-15,-51 53 124 0,0 7 48 16,-4 0 140-16,0 4-248 0,4 4-172 0,-8 6-128 16,3-1-120-16,-6 6-48 0,-1 3-116 0,-9 3 0 15,1 5 4-15,-4 0-12 16,-7 5 0-16,-10 4-68 0,-6-4-216 16,-1-1-156-16,-4-5-28 0,0-10-28 0,4 0 0 15,-4-9-12-15,5-4-140 0,2-4-396 16,1-2-348-16,5-2-896 0,7-2-981 0,-1-11-3067 15</inkml:trace>
  <inkml:trace contextRef="#ctx0" brushRef="#br0" timeOffset="45498.109">20913 4603 6292 0,'0'0'6473'0,"0"0"-4997"0,0 0-404 0,0 0 560 16,0 0-108-16,0 0-292 15,0 0-500-15,88 23-368 0,-68-23-204 0,3-3-160 0,5-7 0 16,4 0-352-16,0-2-456 16,0-1-248-16,0 1-392 0,-4 2-1528 0,3-10-4597 15</inkml:trace>
  <inkml:trace contextRef="#ctx0" brushRef="#br0" timeOffset="45816.644">21766 4171 8324 0,'0'0'6585'0,"0"0"-4673"0,0 0-1164 15,0 0-416-15,0 0-268 0,-80 52 156 0,44-27 224 16,1 6 160-16,-1-1-148 0,4 3-200 0,4 0-172 16,4-5-84-16,7 1-96 0,2-4-16 15,7 2-60-15,5-9-12 0,3-3-36 16,3-1-12-16,9-3 48 0,8 0 96 0,-1-3-60 15,9-1 140-15,-3-3 8 0,3-1 0 16,-4 0 0-16,-5 1-8 16,-3-2 4-16,-4 2-4 0,-3 2 8 0,-5 1 152 15,-4 2 168-15,-4 4 72 16,-13 2-132-16,1 4-80 0,-3 1-32 0,-6-5-148 16,5-2-96-16,1-4-396 0,-1 1-268 15,4-6-156-15,4-4-316 16,4-7-872-16,4 0-2681 0,4-21-2211 0</inkml:trace>
  <inkml:trace contextRef="#ctx0" brushRef="#br0" timeOffset="46142.189">21897 4317 8036 0,'0'0'6981'16,"0"0"-5965"-16,0 0-436 0,0 0 368 15,12 77 444-15,-12-55-4 16,0-3-392-16,-4-3-544 0,4-3-416 0,0-4-36 0,0 2-196 15,0-6-108-15,9-2 88 0,2-3 80 16,1 0-8 0,4-8-260-16,4-9 60 0,-4 1-84 0,8-6-100 0,-9-4-12 15,6 5 60-15,-6-5 96 16,2 4 36-16,-6-1 100 0,2 4 84 16,-6 4 164-16,-3 5 40 0,0 7 120 0,-4 3 252 15,0 0 204-15,0 9-24 0,0 4-248 16,0 10 0-16,0 2-72 0,-4 2-4 15,-3 0 76-15,7-2 20 0,-4 0-84 16,4-6-280-16,0-3 0 0,0-3-256 0,0-7-72 0,4-2-16 16,-1-4-48-16,9-7-452 15,1-9-196-15,-6 0-1460 0,10-15-4105 16</inkml:trace>
  <inkml:trace contextRef="#ctx0" brushRef="#br0" timeOffset="46511.472">22435 3689 5460 0,'0'0'8449'0,"0"0"-6881"15,0 0-916-15,0 0 352 0,0 0 556 16,0 86-136-16,-4-48-316 0,0 3-379 0,0 3-229 16,0 0-104-16,0 5-80 0,-3-2-196 15,-2 1-120-15,1 0-40 16,-3 0-104-16,-2-7-72 0,5-7-136 0,1-2-132 15,3-7 31-15,4-8 41 16,0-8-4-16,0-3 4 0,8-6 116 0,3 0 124 16,6 0-8-16,-2-4 92 0,5 2 80 15,1 2-100-15,-2-4 56 0,1 4-32 16,-5 0-4-16,2 4-72 0,-2-2 152 0,2 5-52 16,-2 0-12-16,-2-2-4 15,-2 2 32-15,-2 0 44 0,-1-4 0 0,-4 3 4 16,-1-2 92-16,1 2-20 0,-4 1 72 15,-4 2 120-15,-7 0-120 0,-6 4-140 16,-3 0-8-16,-3-1-148 0,-1 1-72 16,0-4-48-16,-4 1-276 0,4-7-632 0,-3-3-980 15,6 0-2045-15,-14-3-2371 0</inkml:trace>
  <inkml:trace contextRef="#ctx0" brushRef="#br0" timeOffset="47148.998">22945 4401 6432 0,'0'0'3980'0,"0"0"-3335"0,0 0-325 15,-15-67 120 1,6 54 212-16,5 3 344 0,-7 4 388 0,-2 3 100 0,-2 3-696 16,-2 9-304-16,-2 11-200 0,-1 5-60 15,-5 7-40-15,1 9-36 0,5 0-60 0,-1 0-40 16,8-5 0 0,0-11-48-16,8-6-172 0,4-7-272 0,9-8-52 0,6-4 336 15,9-6 48-15,4-13-24 16,4-7 0-16,4-9-228 0,-1 0-40 15,-3 0-36-15,-4 7 40 0,-4 8 48 0,-4 8 36 16,-4 5 60-16,4 7 56 0,-8 0 200 16,-1 12 100-16,2 8 544 0,-5 6 188 15,3 5-200-15,-6 5-60 0,3 2-88 0,3-1-148 16,-3 5-52 0,1-1-64-16,-5 3 40 0,3 4 24 15,-3 0 268-15,-4 2 108 0,-4 2-376 0,-3 0-76 16,-10 0 48-16,2-4-76 0,-6 0-8 15,2-4 12-15,-5-6-100 0,4-3-76 0,-4-10-8 16,8-3-40-16,-4-9 28 16,5-3-64-16,2-10-228 0,-2 0-208 0,2-10 100 15,5-12-360-15,1-10-16 0,3-15 120 16,4-14-660-16,0 10-1668 0,7-50-4685 0</inkml:trace>
  <inkml:trace contextRef="#ctx0" brushRef="#br0" timeOffset="47380.975">23403 4213 9972 0,'0'0'3981'0,"0"0"-3197"0,25 71-304 15,-18-34 692-15,-7 10 232 0,0 14-268 16,-4 2 80-16,-3 4-192 0,-6 6-259 0,5 4-145 16,1 2-112-16,-2 3-132 15,9 4-160-15,0 0-216 0,0-7-12 0,0-6-304 16,0-13-80-16,0-11 32 0,0-18 72 15,5-9 136-15,-5-10-100 0,0-5-133 16,0-7-135-16,0-7-172 0,0-11-60 16,0-8-636-16,0-12-48 0,0-6-564 15,0-10-852-15,0-6-2081 0,0 11-1663 16</inkml:trace>
  <inkml:trace contextRef="#ctx0" brushRef="#br0" timeOffset="47592.985">23308 4432 1420 0,'0'0'1360'0,"0"0"4832"0,-4-71-4448 0,12 52-227 0,7-2-173 0,2-2-192 0,11 9-296 16,0-3-112-16,7 4-20 0,5 7-88 0,4 6-240 16,-4 0-164-16,3 3-84 0,-2 10-140 15,-2 2-4-15,-7 1 0 0,-4 6-4 16,-4 1-64-16,-12 3 52 0,-8 2 12 16,-4 4 48-16,-8 2 76 15,-16 8 0-15,-4-2-28 0,-4 6-96 0,-8-2-4 16,1-3-68-16,-2-3-100 0,-2-2-176 15,7-8-380-15,8-6-356 16,8-6-604-16,-4-3-2837 0</inkml:trace>
  <inkml:trace contextRef="#ctx0" brushRef="#br0" timeOffset="47750.776">24304 4905 9460 0,'0'0'8261'0,"0"0"-6501"0,0 0-256 0,0 0-251 16,0 0-489-16,0 0-232 0,0 0-532 16,0 0-364-16,0 0-508 0,0 0-233 0,0 0-1279 0,0 0-5617 15</inkml:trace>
  <inkml:trace contextRef="#ctx0" brushRef="#br0" timeOffset="51626.829">13363 6909 4440 0,'0'0'2628'0,"0"0"-1680"0,0 0-16 0,0 0-296 15,0 0 1889-15,0 0-1245 0,0 0-416 16,0 0-80-16,-60-23 220 0,52 23-112 0,-4 0-196 16,-4 3-152-16,-4 11-184 0,-4 0-64 15,5 10 8-15,-9 4 28 0,8 7 12 16,-5 6-136-16,10 0-12 0,-1 7-24 0,4 0-16 15,8-1-152-15,0-2-4 0,4-4-4 16,4-3-8-16,8-6-84 16,4-7 48-16,0-6-52 0,8-3 28 0,4-7 72 15,0-2 12-15,7-7 124 16,1 0-76-16,4-4 60 0,0-8-56 0,4-4-60 0,0-6-4 16,-1 0-88-1,6-7-20-15,-6-3-16 0,0 0 52 0,-2-2-64 16,2 0-8-16,-7-2 8 15,0 1-12-15,-8 4-8 0,0-2 44 0,-4 5 52 16,-8-1 44-16,0 7 4 16,-9 0 12-16,2 0 64 0,-9 6 84 0,0 2 36 15,0 2 36-15,-5 3-76 0,1 3-44 16,-3 0 20-16,-1 2-8 0,0 4 20 16,-4 0-44-16,-4 0-76 0,-4 10-4 15,0 5-4-15,-3 2 0 0,-5 5 4 0,-4 3 0 16,0 4 136-16,-5-1-8 15,2 1-40-15,-5 6 52 0,-3 3 20 0,-2 3-68 0,-7 0-4 16,5 10-24-16,-5-3 12 16,1 6 16-16,2 0-39 0,6-1-57 15,2-1-4-15,6-5 48 0,7-3-48 16,8-2-4-16,4-5-44 0,8-7 48 0,8-5 0 0,0-6 48 31,4-3-36-31,8 0-12 16,8-7 148-16,4 1 8 0,4-1 0 0,8 0-8 15,3-2-28-15,1 0-24 0,4-4-48 0,0 4-40 16,4 1 28-16,-1-1-36 0,5 3-36 0,0 2 36 16,0-2 4-16,0 1-4 0,0 0 12 0,-1 2 40 15,-7-4-48-15,-4 4-4 0,-1-1 0 16,-11-2 12-16,-3 3 0 0,-5-1 60 16,-5 2-12-16,-6-3 448 0,-1 6-172 15,-5-2-176-15,-3 0-64 0,0 2 0 0,-3 1 12 16,-10-1 12-16,-2 2 0 0,-6 0-12 15,-3 0-12-15,-3 0-32 16,-5 1-4-16,-4-5 12 0,-4 4-16 16,-7-3-56-16,-5 0-60 0,-8 0-24 15,0 0 80-15,-4-7-32 0,5 1 24 0,7-4 24 16,0-3-12-16,12-3 8 0,8 0-8 16,4-3-56-16,13 0 56 15,2 0 0-15,5 3 68 0,5-3-68 0,3 3-112 16,0 0-32-16,0 0 0 0,0 0-12 15,0 0 12-15,0 0 60 0,0 0-64 0,0 0-68 16,0-3 48-16,3 3-112 16,5-4-144-16,5 1 112 0,-2 0-296 0,6-4-609 15,2 5-1555-15,-3-1-2848 0,12-4-4737 0</inkml:trace>
  <inkml:trace contextRef="#ctx0" brushRef="#br0" timeOffset="52084.041">14276 8245 4936 0,'0'0'716'15,"0"0"4881"-15,0 0-4145 0,0 0-116 0,0 0 28 16,0 86-92-16,4-57-204 15,-4 5-204-15,3 1-40 16,-3 7-136-16,4-1-128 0,4 0-160 0,-4 3-204 16,0 2-60-16,1-2-92 0,-5-3-44 15,3 0-12-15,-3-6-88 0,4-1 28 16,-4-4 68-16,0-8-4 0,4-3-40 0,-4-3 44 16,0-7-92-16,4-2-40 15,-4-4-108-15,0-3-84 0,0 0-160 16,0 0-88-16,0-10 8 0,-4-3-444 0,0-9-508 15,4-6-1032-15,0 6-1765 0,-4-30-1175 0</inkml:trace>
  <inkml:trace contextRef="#ctx0" brushRef="#br0" timeOffset="52301.067">14287 8182 1880 0,'0'0'1304'0,"0"0"5504"15,0 0-5491-15,0 0-557 0,0 0 212 0,0 0 72 16,0 0-148-16,0 0-164 0,0 0-100 15,88 0-260-15,-72 15-84 0,0 5-128 16,-1-5-72-16,-2 2-76 0,2-2 52 16,-7 1-64-16,1 1 0 0,-5-6 0 0,0 6-72 15,-4-4 68-15,-4 2-40 0,-9 1-244 16,-2 0 0-16,-6 0-72 0,-2 3-132 0,-10-7-64 16,2 1-240-16,-1-1-268 0,-4-5-960 15,0 0-2389-15</inkml:trace>
  <inkml:trace contextRef="#ctx0" brushRef="#br0" timeOffset="53012.096">9482 7868 7960 0,'0'0'4817'15,"0"0"-3353"-15,0 0-380 0,0 0 64 16,0 0-216-16,0 0-224 0,0 0-16 15,0 0-68-15,0 0-280 0,0 0-52 16,44 0 52-16,-12-4 8 0,4 4 4 16,4 0-128-16,3 0-32 0,5 0-40 15,4 7 29-15,7-4-1 0,5 3-112 16,1-3-68-16,6 3 56 0,4-2-56 16,13-1-4-16,0-3 84 0,11 0-24 15,6-7 28-15,-2-2-88 0,-4 0-4 0,-3 2-80 16,-1-3 0-16,-11 5 36 0,-4-1-48 15,-12-1-40-15,-8 0 52 16,-8 4-73-16,-13 1-75 0,-3-3-132 0,-12 5-208 16,-8-2-140-16,-4 2-120 0,-4-4-292 15,-8-2-736-15,0 3-2104 0,-4-16-3797 16</inkml:trace>
  <inkml:trace contextRef="#ctx0" brushRef="#br0" timeOffset="53252.91">11168 7607 4636 0,'0'0'5624'0,"0"0"-3707"0,0 0-1569 0,0 0 124 0,0 0 508 0,0 0 712 0,0 0-360 15,0 0-500-15,79 38-352 0,-59-31-84 16,1 2-28-16,-2 1-48 16,-3-1-100-16,0 0 0 0,-4 5-172 0,0-6-44 15,-8 9 96-15,-4 2-28 0,0 6 40 16,-12 0 36-16,-4 7-52 0,-8 0-88 15,0 3-8-15,-4 0-48 0,-3-3-12 0,-1-1-88 16,-5-1-244-16,-3-5-392 16,1 0-292-16,-1-3-388 0,-4-3-820 15,12-6-2933-15,-15 0-3683 0</inkml:trace>
  <inkml:trace contextRef="#ctx0" brushRef="#br0" timeOffset="55257.503">5749 6896 2660 0,'0'0'5892'0,"0"0"-3127"15,0 0-1365-15,-9-73-268 0,2 54 48 0,-5 0 116 16,3 3-148-16,-2 3-208 0,-1 4-264 16,0-2-100-1,0 6-96-15,1 2-128 0,-6-1-84 0,2 4-120 0,-2 0-64 0,-7 0-76 16,0 10-8-1,-3 3-80-15,-1 6-80 0,-4 6-32 0,0 7 20 16,-4 4 48-16,4 8 28 0,0 3-40 16,4 3 52-16,5 9 8 0,3-3 72 15,3 1-44-15,6 3 36 0,3 0 12 0,8-2 36 16,0-4 100-16,0-4 24 0,12-5-112 16,0-1 88-16,4-9 96 15,4-3 72-15,-1-6-48 0,1-5-64 0,1-4-32 16,3-5-4-16,-5-5-8 0,1-1-51 15,0-2-25-15,0-4 16 0,0 0-84 16,-1-4 4-16,2-9-8 0,-5-2-172 16,3-4-389-16,2-4-279 0,-10-2-296 15,2-1-232-15,-9 4-480 0,0 2-856 16,-4 8-2297-16,0-6-2615 0</inkml:trace>
  <inkml:trace contextRef="#ctx0" brushRef="#br0" timeOffset="55442.237">5358 7445 3296 0,'0'0'352'15,"0"0"6420"1,0 0-4559-16,0 0-649 0,0 0-452 16,0 0-128-16,0 0-236 0,0 0-76 0,0 0 120 15,0 0 92-15,88 0-272 0,-56 0-268 16,0-3-276-16,0-3-68 0,0-1-48 16,-1 2-100-16,1-9-12 0,-4-2-304 0,4 4-520 15,0-7-452-15,-4 3-872 0,0 0-1717 16,-9 2-739-16,-2 3-1016 0</inkml:trace>
  <inkml:trace contextRef="#ctx0" brushRef="#br0" timeOffset="55576.894">5849 7306 1192 0,'0'0'1616'16,"0"0"-1016"-16,0 0 3804 0,-12 66-2512 0,7-44-395 15,-3 3-21-15,5 5-380 0,-1-1 32 16,0-1-108-16,0 0-228 0,4-2-208 16,0-1-136-16,0 0-152 0,0-3-152 15,4-2-144-15,4-4-184 0,-1-4-112 16,6-3-128-16,-2 1-816 0,1-10-192 0,8 0-900 15,-3-6-1629-15,11-19-3471 0</inkml:trace>
  <inkml:trace contextRef="#ctx0" brushRef="#br0" timeOffset="56026.965">7278 6503 2872 0,'0'0'6544'0,"0"0"-4711"0,0 0-817 16,0 0 4-1,0 0 152-15,0 0 0 0,0 0-16 0,0 0 84 16,0 0-340-16,0 0-164 0,0 0-112 0,56 82-112 16,-75-50-132-16,-5 3-136 0,-8 5-64 15,-8 4-108-15,-4 8-8 0,-8 5-56 0,-8 9-8 16,-11 8-36-16,-4 8 28 0,-13 10 8 15,-8 7 0-15,-4 12 0 16,-3 2 0-16,-4 12-8 0,-5 2-124 16,-4 7 132-16,0 5 24 0,1 4-24 0,-4 4-48 15,-1-1 48-15,0-1 48 0,5 1 60 16,4-9-100-16,3-1 44 0,8-5 20 16,12-7 1-16,8-11-13 0,17-14-56 0,8-16 48 15,10-16-52-15,17-17-108 16,4-18 11-16,13-10 49 0,3-10-52 15,4-8-92-15,4-1 8 0,0-3 16 0,0 0-16 16,0 0-72-16,0 0 24 0,0 0-60 16,0 0 108-16,8-3 96 0,-4-4 28 15,3-2-172-15,2-1-284 0,-1-2-372 16,3-7-340-16,-2-4-452 0,-1 8-1192 16,3-17-3165-16</inkml:trace>
  <inkml:trace contextRef="#ctx0" brushRef="#br0" timeOffset="58057.639">5877 8638 8688 0,'0'0'232'0,"0"0"2417"0,0 0-1397 16,0 0-396-16,0 0 236 16,0 0 88-16,0 0-124 0,0 0-300 15,0 0-148-15,0 0-240 0,0 0 40 0,7 58-116 16,-3-20 4-16,0 7-28 0,-4 8-24 15,4 8-12-15,-4-1-72 0,0 7-100 16,0 3-48-16,0 6-12 16,-4 3-48-16,0 1-48 0,0-4-28 15,0-3-12-15,1-16 28 0,3-9-64 16,0-17-12-16,0-12-36 0,0-9-184 0,0-6-284 0,0-4-168 0,0 0-348 31,3-11-208-31,5-4-336 0,-4-1-2213 0,0-25-2019 0</inkml:trace>
  <inkml:trace contextRef="#ctx0" brushRef="#br0" timeOffset="58391.013">5896 8855 7128 0,'0'0'2388'0,"0"0"-839"16,0 0-149-16,0 0 144 0,0 0-220 0,0 0-328 16,0 0-472-16,0 0-412 0,0 0 76 15,0 0 112-15,72-6 96 0,-44 33 24 16,0 9 136-16,4 5-16 0,-4 7-272 0,4 2-168 15,-5 8-16-15,1 2-24 16,-4 3-48-16,0 4-12 0,-4-3-12 16,0-3 12-16,-4-11 0 0,-4-9 4 0,0-9 12 15,0-13 164-15,-8-6-20 16,-1-7-72-16,-3-3-88 0,4-3 60 0,-4 0 96 16,0 0 64-16,4-9 196 15,1-7 20-15,-1-13-47 0,0-9-145 0,0-13-88 16,-1-12-156-16,-3-4-8 0,0-5-64 15,4 1-36-15,4-2-60 0,1 6 20 16,2 4-73-16,6 3-43 16,2 6-16-16,-3 6-40 0,0 7-68 0,-4 9-88 0,0 6-148 15,-4 11-300-15,0 2-588 0,-4 9-804 16,-4 4-2045-16,0 0-2235 0</inkml:trace>
  <inkml:trace contextRef="#ctx0" brushRef="#br0" timeOffset="59330.375">7003 8638 4196 0,'0'0'1548'16,"0"0"-820"-16,0 0 3224 16,0 0-2331-16,0 0 3 0,0 0-332 0,0 0-272 15,88 11-128-15,-67-9-224 0,-6-2-232 16,5 0-116-16,-3 0-124 0,2 0-44 0,-3-2-68 16,-4-4-84-16,4-1-8 15,-4 0-64-15,-4 2-164 0,0-2-260 0,-4 0-696 16,0 1-692-1,0-1-2489-15,-8 4-4243 0</inkml:trace>
  <inkml:trace contextRef="#ctx0" brushRef="#br0" timeOffset="59624.72">7112 8657 6200 0,'0'0'4568'0,"0"0"-3219"0,0 0-453 16,0 0 224-16,0 0 296 0,0 0-284 0,-25 64-360 0,22-44-388 15,3 5-112-15,0 0-12 0,0 4-28 0,0 2 16 16,0 5-16-16,0-2-36 0,0 8-60 16,0-1 24-1,0 4-76-15,0-1-20 0,0 1-60 16,0-1-4-16,0-2 0 0,0-4-4 0,3-4-40 16,5-5 44-16,1-4 12 0,-1-6 48 15,-1 0-60-15,1-6 0 0,1-4-76 0,2 1 76 16,1-4 4-16,0 0 96 15,4-2-52-15,0-1-36 0,0-3 52 0,4 4-64 16,0-4-88-16,-1 0-48 0,2-4-316 16,3-3-224-16,-5-1-188 0,5-3-268 15,-3-3-924-15,-6 0-2897 0,9-11-4551 16</inkml:trace>
  <inkml:trace contextRef="#ctx0" brushRef="#br0" timeOffset="60093.6">7817 8671 8672 0,'0'0'5357'0,"0"0"-3853"0,0 0-684 15,0 0 64-15,0 0 588 0,0 0-24 0,0 0-364 16,0 0-536-16,0 0-307 0,0 0-105 16,-92 19-132-16,80 3-4 15,-4 7-48-15,5 9-12 0,-6 3 56 16,6 3-48-16,2 7-32 0,-3 3 76 0,5 3-77 15,3 0 73-15,-1 1 12 16,5-5 73-16,0-2-1 0,5-9 40 16,6-4-100-16,1-13 48 0,1-3-60 0,6-9-124 15,1-4 16-15,4-2 35 0,0-7 13 16,-1-2 48-16,5-12 0 0,0-5 12 0,4-7 8 16,-4-8-8-16,0-4-12 15,0-6-124-15,0-5-8 0,-4-1-100 16,-4-1 12-16,0 3 88 0,0 1-4 0,-4-1 40 15,-9 4 20-15,2 0 16 0,-9 2 72 16,0 4 156-16,-9 3-72 16,-6 3-24-16,-2 4 40 0,-2 5 20 0,-1 7 28 15,-4 4 56-15,5 8-32 0,-2 4 72 16,1 4-51-16,1 8-193 0,-5 8-64 0,3 5-33 0,-3 4 33 16,5 2-44-16,-1 4-84 15,0-3-16-15,0 3-48 16,4-3-136-16,0 3-412 0,0 0-476 0,4-4-996 15,5-3-1956-15,-2-5-1173 0,5-7-1091 16</inkml:trace>
  <inkml:trace contextRef="#ctx0" brushRef="#br0" timeOffset="60260.418">7713 9045 1148 0,'0'0'2516'0,"0"0"-1148"0,0 0-80 0,0 0 2664 16,84 29-2251-16,-60-23-141 16,0 4-252-16,4 3-128 15,0-4-100-15,4 7 60 0,-5-3-72 0,6 3-100 0,-7-1-212 16,-1 1-220-1,-1-3-219-15,0-1-209 0,-9-1-108 0,6-3-92 16,-6 3-77-16,-2-9-75 0,2 2-184 0,-2-4-252 16,-2-6-200-16,2-5-280 15,-6-4-924-15,1-1-2660 0,-4-13-4273 0</inkml:trace>
  <inkml:trace contextRef="#ctx0" brushRef="#br0" timeOffset="60724.665">8375 8582 6444 0,'0'0'7609'15,"0"0"-6041"-15,0 0-800 16,0 0-156-16,0 0 320 0,0 0 164 16,0 0-324-16,0 0-404 0,0 0-160 0,84-29-76 15,-65 26-132-15,1-4-4 0,-4 2-4 16,4-2-76-16,0-2 24 0,-1 2 8 0,2 4-8 15,-5-3-36-15,-1 6 8 0,2 0-20 16,-9 0-28-16,3 2 0 0,-2 8 88 0,-1 3 48 16,-1 3 64-16,1 6 8 15,-4 3-24-15,-4 5-48 0,5 1 0 16,-5 7-72-16,0 0-28 0,0 3 92 16,0 7-4-16,0 0-36 0,-5 2 40 0,5-2-4 15,-4 3-36-15,4-4 44 0,-4-2 0 16,4-1 4-16,0-3 12 0,0-3 60 15,0-2 12-15,0-5 28 0,0 1 120 16,0-10 76-16,0 4-28 16,0-11-64-16,0 4-92 0,0-6-40 15,0-3-8-15,0-3-16 0,0-5-12 0,0 2-36 16,0-4 72-16,0 0-36 0,0 0 16 16,0 0 20-16,0 0-12 0,0 0 60 15,0 0 17-15,-4 0 155 0,-3 0-232 16,-10 0-72-16,2-4-292 0,-9-2 11 15,-4-1-59-15,0-1-72 0,-4-6-124 16,-4 3-164-16,-3-3-268 0,-6 4-816 16,9 4-1280-16,-20 6-2457 0</inkml:trace>
  <inkml:trace contextRef="#ctx0" brushRef="#br0" timeOffset="62165.709">6728 9557 3740 0,'0'0'0'0,"0"0"220"15,0 0 4228-15,0 0-2352 0,0 0-511 0,0 0-485 16,0 0-220-16,-3-67-96 0,-1 58-4 16,4-1-136-16,-4 3-84 0,0 0 40 15,0 1-20-15,4 4-60 0,-4-2 8 0,1 2-24 16,-2 2-124-16,-3-4-40 0,4 4-120 16,-4 0-24-16,5-3 48 0,-6 3-76 15,1 0-168-15,-3 0-88 16,-2 7-32-16,1-1 8 0,-4 7-44 0,1 1-4 15,-2 6-48-15,2 2 88 0,-2 7-16 16,6-1 88-16,-1 4-64 0,0 0 16 16,4 0 24-16,0 6 20 0,8-3 4 15,0 3 40-15,0 0-92 0,0-3 100 0,12 3 16 16,-1-3 68-16,6-6-36 0,-6-4 16 0,6-6 92 16,-2-7-8-16,5 1-36 15,-3-7 44-15,-2 1 4 0,2-3 0 0,-2-4 56 16,2 0-92-16,2 0 36 0,-7-4-16 0,4-3 16 15,-4 1-64 1,0-3-24-16,-1 3-60 0,-2-4 32 16,3 1-44-16,-5-4 0 0,-3 3-108 0,5 0-112 15,-5-2-316-15,0-1-232 0,0 4-176 16,-4-4-228-16,0 0-576 0,0 4-1144 16,0 0-2057-16,-4 2-1675 0</inkml:trace>
  <inkml:trace contextRef="#ctx0" brushRef="#br0" timeOffset="62370.936">6605 9846 2512 0,'0'0'668'15,"0"0"-252"-15,0 0 4520 0,0 0-2932 0,0 0-395 16,0 0-205-16,0 0-124 0,0 0-220 16,0 0-232-16,0 0-180 0,16-3-76 15,-8 3-104-15,5-4-76 0,-2 1-108 16,6-1-88-16,-6 1-112 0,10-2-84 15,-6 1-64-15,1-3-44 0,4 1-212 0,-4 0-248 16,3-3-496-16,-2-1-88 0,-6 3-488 16,6 1-728-16,-10 0-1509 15,6 0-451-15</inkml:trace>
  <inkml:trace contextRef="#ctx0" brushRef="#br0" timeOffset="62529.993">6861 9763 1212 0,'0'0'1516'0,"0"0"-1100"0,0 0 732 0,0 0 1908 15,0 0-1200-15,0 0-432 0,-24 66-227 16,24-46-137-16,0 2-180 0,0 0-132 15,3 0-52-15,1 0 20 0,0 0-48 16,5 1-68-16,-5-1-104 0,0-2-200 16,-1-1-148-16,1-5-148 0,0 0-120 15,0-2-88-15,1 1-80 0,-1-3-296 0,0-4-180 0,-1 0-280 16,1-2-820-16,0-1-1233 16,0-3-2719-16</inkml:trace>
  <inkml:trace contextRef="#ctx0" brushRef="#br0" timeOffset="63976.622">7067 10944 3712 0,'0'0'484'0,"0"0"1168"16,0 0 1012-16,0 0-1072 0,0 0-776 15,0 0 85-15,0 0 71 0,0 0 24 0,0 0-60 16,0 0-80-16,0 0-200 16,-8-63-168-16,5 58-188 0,-1 3 96 15,-4 2-108-15,-1 0-16 0,2 0 36 0,-1 0-176 16,-4 7-132-16,0 5-88 16,0 4-156-16,0 3 32 0,4 6 76 15,4 0 136-15,0 8 0 0,0-5 100 16,4 4-32-16,0 0-68 0,0-4-4 15,0-6-132-15,0-6 12 0,0-7 52 0,0-5-52 16,0-1 124-16,4-3-164 0,4 0-8 16,0-3 172-16,0-7 0 0,4-2-196 0,-1-4-128 15,-2 0 76-15,3 0 132 0,-5 4-24 16,2 2 28-16,-1 3 24 0,0 5-40 16,3 2 80-16,2 0 48 0,-2 0 40 0,2 9 124 15,-2 1 112-15,1 5-136 0,1 4 36 16,-6 0 88-16,5 0-80 0,0 4 4 15,-4 0-28 1,0 2-8-16,1 3 44 0,-6 4 4 0,1-1-88 16,-4 1 148-16,0 3 8 0,0-3 28 0,0-3-24 15,-7-1 36-15,3-3-76 16,-5-6-12-16,1 0-108 0,1-5-16 0,-2-5 16 16,-3 0 8-16,5-2-108 0,-1-4 0 15,-1-3-12-15,1 0-60 0,1 0 48 0,-6-6-160 16,2-5 28-16,-1 0-80 0,-4-3 68 15,8 2 68-15,0 2-36 0,3-2 120 16,5 2-104-16,0 1 32 16,0-1 76-16,9 1 88 0,-1-4 36 15,-1 0-40-15,6 1 28 0,-1-1-16 0,-1 1-36 16,2 2 28-16,2-3-28 16,2 0-60-16,-2 3-48 0,1 2 36 15,0-3-36-15,0 2-52 0,0-1-8 0,-4 4-4 16,4 0-60-16,-4 3-36 0,0-4-88 15,-1 4-148-15,6 0-288 0,-6 3-160 16,2 0-520-16,2 0-868 0,-6 0-2597 0</inkml:trace>
  <inkml:trace contextRef="#ctx0" brushRef="#br0" timeOffset="65062.095">7849 10401 1356 0,'0'0'952'0,"0"0"-180"15,0 0-344-15,0 0 3884 0,0 0-2484 16,0 0-355-16,0 0-229 0,0 0-104 16,0 0-140-16,0 0-140 0,0 0-108 0,7-9-72 15,-7 16-108-15,0 5 24 0,0 6-152 16,0 15 0-16,-3 5-52 0,3 6-60 0,-4 6-40 15,4 2-84-15,-4 5-36 0,0 4-172 16,-5-1 0-16,5 6-84 16,-7 1 8-16,3 0-44 0,-4-4-64 15,4-3-12-15,-4-12 0 0,7-11 48 0,2-4-36 16,-1-15-148-16,4-5-124 0,0-6-124 16,0-4-192-16,0-3-296 0,0-3-216 15,0-10-76-15,4 1-1721 16,4-23-2239-16</inkml:trace>
  <inkml:trace contextRef="#ctx0" brushRef="#br0" timeOffset="65362.265">7901 10582 1032 0,'0'0'1604'16,"0"0"1040"-16,0 0 1436 0,0 0-2596 15,0 0 21-15,0 0-405 0,0 0-48 0,0 0-116 16,79 76-184-16,-63-44-124 0,0 0-156 15,-4 3-136-15,8 7-64 0,-8-2-36 0,0 4-112 16,-1 4-32-16,2-1-92 16,-5 1-8-16,-5-6 0 0,5-10-52 15,-3-4 60-15,-1-12 56 0,0-7 80 0,0-2-136 16,-1-7-4-16,-3 0 4 0,0 0 0 16,8-3 100-16,1-13 196 15,-1-6 108-15,3-14-144 0,2-4-248 16,-2-8-12-16,6-6-148 0,-6-6 24 15,5-1-156-15,4 0-216 0,0 8 4 0,-1 2-152 16,2 3-216-16,-1 10-272 0,-1 3-464 16,-2 13-1132-16,7-3-2897 0</inkml:trace>
  <inkml:trace contextRef="#ctx0" brushRef="#br0" timeOffset="66008.611">8706 10569 392 0,'0'0'2112'0,"0"0"4112"0,0 0-4400 0,0 0-227 16,0 0-357-16,0 0 192 15,0 0-32-15,0 0-424 0,0 0-208 16,99 13-212-16,-67-10-176 0,-4-3-72 0,0 0-100 15,0-3-96-15,-5-1-104 0,1-2-8 16,-4-3-100-16,1 3-72 0,-6-1-196 16,-3-2-408-16,0 2-340 0,-8 1-516 15,0 3-1560-15,-4 0-3773 0</inkml:trace>
  <inkml:trace contextRef="#ctx0" brushRef="#br0" timeOffset="66290.671">8816 10594 2736 0,'0'0'1940'0,"0"0"3604"0,0 0-3983 0,0 0-193 0,0 0 32 15,-35 74-40-15,35-52-268 0,-4-3-260 16,4 6-300-16,-4 0-164 0,4 5-72 16,0 5-52-16,0-1-96 0,0 8-48 0,0-1-88 15,0 3 0-15,0-3-12 0,0-2 8 16,0-1 52-16,4-7 112 0,0-1-36 0,0-9-52 15,3-2-24-15,2-3 16 16,-1-6-68-16,-1-1-8 16,2-2 0-16,3-2 0 0,-1 2-64 0,10 0 56 0,-6-7-40 15,5 0-48-15,1 0 44 0,-2 0-92 16,5-10-152-16,-4-2-488 16,4-5-332-16,-4-2-332 0,0-6-1080 0,-5 7-3261 15</inkml:trace>
  <inkml:trace contextRef="#ctx0" brushRef="#br0" timeOffset="66651.761">9419 10690 8160 0,'0'0'5573'16,"0"0"-4445"-16,0 0-336 0,0 0 300 15,0 0 312-15,-88-39-220 0,71 37-476 16,2 2-352-16,3 0-148 0,-4 2-184 15,4 9-24-15,-4 8-148 0,1 3 32 16,2 6 116-16,-2 5 4 0,6 4 80 16,1 5-36-16,0-2-36 0,1 5 52 15,3-4-60-15,4-3 44 0,0-6 0 0,0-6-40 0,4-4-4 16,0-6-4-16,3-4-8 16,1-2-52-16,5-4 48 0,-2 0 8 0,1-2 4 15,4-4 4-15,1 0 8 16,-2 0 72-16,5-4-72 0,3-5-8 15,1 0-4-15,1-4-72 0,-5-3 12 0,3 0-148 16,-3-3-244-16,1 1-76 16,-2-1-12-16,-3-4-28 0,-4 4-36 0,-3 2-56 15,-2 5-244-15,-7-1-376 0,0 7-448 16,0 0-749-16,-7 2-1595 0,-2 1-1280 16</inkml:trace>
  <inkml:trace contextRef="#ctx0" brushRef="#br0" timeOffset="66813.33">9283 10925 888 0,'0'0'1904'0,"0"0"-1200"0,0 0-208 0,0 0 2680 0,0 0-1012 16,0 0-728 0,0 0-315-16,0 0-109 0,0 0-148 0,0 0-268 15,-55 9-332-15,55-9-264 0,0 0-144 16,3-3 144-16,5 3 0 0,-4-3-12 16,4 0-140-16,-3 3-12 0,-2-3-4 15,1 3-148-15,4-4-464 0,-8 4-652 0,4-3-1061 16,0 0-2819-16,-55 25 1660 0</inkml:trace>
  <inkml:trace contextRef="#ctx0" brushRef="#br0" timeOffset="67196.573">9271 10747 3612 0,'0'0'1160'16,"0"0"976"-16,0 0-60 0,0 0-552 15,0 0-223-15,0 0 123 0,0 0-116 16,0 0-248-16,0 0-292 0,0 0-156 0,0 0-68 16,71-51-172-16,-50 45-76 15,-1-1-24-15,3 5-36 0,1-3-4 0,0 5 16 16,-3 5-88-16,2 1 24 0,-3 3-40 15,0 4 4-15,-4 0 0 0,0 6 48 16,-4-1-24-16,-5 5-28 0,-2 2-8 0,-5 4-4 16,0 0-60-16,-9 2-72 0,2 1 8 15,-5-3 0-15,0-1 36 0,-4-2-44 16,0-5-64-16,-3-5-32 0,2 1-88 0,2-4-168 0,-2-4-40 16,6-3-24-16,-6 1-248 15,2-7-128-15,2 0-224 0,-2 0-428 16,-2-10-404-16,10 1-1293 0,-14-10-1915 0</inkml:trace>
  <inkml:trace contextRef="#ctx0" brushRef="#br0" timeOffset="67385.187">9310 10944 3400 0,'0'0'416'0,"0"0"2776"16,0 0-16-16,0 0-1131 0,0 0-269 0,77 48-248 0,-62-33-172 15,2 2-204-15,-2-2-128 16,1 1-228-16,0 0-172 0,0 0-124 0,0-3-244 15,0-1-256-15,-4-2 0 16,0-1-96-16,4 1-40 0,-4-7-168 16,4 0-84-16,0-3-236 0,-1-3-568 0,6-7-684 15,-6-2-1992-15,5-10-3665 0</inkml:trace>
  <inkml:trace contextRef="#ctx0" brushRef="#br0" timeOffset="67740.745">9853 10550 11493 0,'0'0'2024'0,"0"0"-1148"0,0 0-144 16,0 0 184-16,0 0 152 0,0 0-460 0,0 0-348 16,0 0 24-16,0 0-88 0,0 0-48 15,95-9-148-15,-71 2-48 16,4-2 0-16,0-1-64 0,-4 1-48 0,4 6-64 15,-4 0-12-15,0 3 0 0,0 3-24 16,-9 6 260-16,2 7-72 0,-6 3 72 16,-3 3 64-16,-4 3 36 0,-4 5-96 0,0 4 60 15,0 1-64-15,-8 6-60 0,0 1 12 16,1 6-4-16,-2 2 44 0,-3 1-40 0,1 2-8 16,-2-1 56-16,6-1 52 0,-5-7 48 15,3-5-16-15,2-6 240 16,3-7 196-16,-4-3-76 0,4-4-64 0,-4-6-72 15,4-4-112-15,-4-3-24 16,0-3-172-16,-4 1 0 0,0-4-812 16,-4 0-136-16,-7-7-84 0,-5 1-248 0,7 0-1072 15,-27-1-3669-15</inkml:trace>
  <inkml:trace contextRef="#ctx0" brushRef="#br0" timeOffset="68207.912">8646 11062 536 0,'0'0'1592'0,"0"0"-1048"0,0 0 512 16,0 0 3124-16,0 0-2924 0,0 0-260 16,0 0-131-16,0 0 291 0,0 0 48 0,-80-58-404 15,72 58-128-15,-9 0-308 16,6 10-264-16,-5 6 104 0,4 5-16 15,-8 6 136-15,4 4 108 0,-4 4 52 16,5 3-120-16,-2 3-92 0,2 4-36 16,6 2 24-16,5 4 24 0,4-6 0 15,0-1-4-15,13-9-8 0,-6-6-100 0,9-7-12 16,-4-6-88-16,0-4-72 16,1-5-4-16,2 0-68 0,-2-1-28 0,2-6-36 0,1 0 88 15,4 0-88-15,0-6-108 16,-5-8-708-16,6-2-228 0,-5-6-316 0,-4 0-568 15,-5 3-957 1,1-3-1279-16,-3 9-900 0</inkml:trace>
  <inkml:trace contextRef="#ctx0" brushRef="#br0" timeOffset="68473.888">8582 11401 2540 0,'0'0'572'0,"0"0"-284"0,0 0 2316 15,0 0 668-15,0 0-1319 16,0 0-733-16,0 0-176 0,0 0-204 15,0 0-132-15,0 0-332 0,47 36-148 0,-34-43-128 0,-2 0-100 16,1 2-52-16,1-2-212 0,-10-3-316 16,5 6-144-16,-8 2-24 0,4 2 96 15,-4 0 228-15,0 0-128 0,0 9 400 16,4 7 152-16,-4 3 140 0,0 4 168 0,0 2 64 16,0 0 88-16,0 0-128 0,0 5-176 15,5-5-64-15,-5 1-92 0,4-5-128 16,-4 2-128-16,7-4-332 0,1-4-412 15,5-2-921-15,2-3-1299 0,-3-4-3004 0,12-6 6224 16</inkml:trace>
  <inkml:trace contextRef="#ctx0" brushRef="#br0" timeOffset="69007.263">10773 10769 1632 0,'0'0'10209'0,"0"0"-8865"15,0 0-1152-15,0 0 304 0,0 0 352 16,0 0 600-16,0 0-212 16,0 0-404-16,0 0-364 0,0 0-172 0,0 0-88 15,12 16 60-15,0-9 408 0,4 0 8 0,8 1-284 16,0-1-60-16,8-3-84 0,4-2 13 16,7 2 55-16,9-4 28 0,4 0-108 15,4-4-52-15,4-2-36 0,-1-1-32 16,-7 1-124-16,-1-3-72 0,-3-1 8 15,-7-3 4-15,-2 3-96 16,-3-2-60-16,-5 2-160 0,-7 1-256 0,0-1-13 0,-7 1-59 16,-1 0-216-16,-5-1-776 15,-3 1-1096-15,-3-1-2305 0,-2 1-2659 0</inkml:trace>
  <inkml:trace contextRef="#ctx0" brushRef="#br0" timeOffset="69391.535">11486 10490 520 0,'0'0'7316'16,"0"0"-5800"-16,0 0-548 0,0 0-323 0,0 0 127 15,0 0 716-15,0 0 160 0,0 0-300 16,0 0-448-16,0 0-328 0,0 0-204 15,76 3-44-15,-60-3 8 16,-1 0 112-16,2 0 96 0,-2 3-188 16,2 1-156-16,3-1-48 0,-1 3 24 0,5 0-28 15,0 4 52-15,4-4-64 16,0 4-32-16,0-1-16 0,4 0 0 0,-4 1 16 0,-5 3-88 16,1-3 48-16,1-1-48 15,-6 1 48-15,1 3-56 0,0-1 0 16,-4 1-4-16,0 0 0 0,-8-1-8 0,0 4 8 15,-4 0 0-15,-4 6 0 16,0 3 0-16,-8 0-132 0,-8 4-172 16,-8 0-40-16,-4 0-68 0,-7-1-40 0,-1-3-248 15,-5-2-88-15,-2-5-116 0,-5-1-496 16,-3-8-796-16,15-2-2265 0,-20-7-3495 0</inkml:trace>
  <inkml:trace contextRef="#ctx0" brushRef="#br0" timeOffset="69741.409">10685 10353 1032 0,'0'0'9676'0,"0"0"-7735"16,0 71-541-16,-3-37-148 0,3 8-120 0,-4-1-60 15,-5 0-292-15,5 1-336 16,0-4-248-16,-3-4-196 0,-1 4 0 0,4-6-136 15,-1 1 28-15,-3-2-28 0,5-3-236 0,3-3-408 16,-4 1-192-16,4-4-612 16,0-3-1064-16,0-5-2633 0</inkml:trace>
  <inkml:trace contextRef="#ctx0" brushRef="#br0" timeOffset="71105.079">13630 10271 3272 0,'0'0'668'15,"0"0"4552"-15,0 0-3656 0,0 0-623 16,0 0-157-16,0 0-120 0,0 0 72 0,0 0 64 0,0 0-68 16,0 0-280-16,0 0-188 15,-28-28 28-15,24 31 44 0,0 2-284 16,0-1 160-16,0-1 136 0,4 1 160 0,-4-2 96 16,4-2-220-16,0 0-116 0,0 0-72 15,0 0-36-15,0 0 0 0,0 0-72 16,0 0-16-16,0 0-24 0,0 0-40 0,0 0-8 15,0 0-8-15,0 0-52 16,0 0 12-16,0 0 48 0,0 0-12 0,-4 0 8 16,4 4 0-16,-4-1 4 15,-3 0-224-15,2-1 152 16,1 3 72-16,0-3 76 0,0-2 0 0,0 4-76 0,0-1-24 0,4 0 24 31,-3-3 44-31,-2 3 40 0,5-3-8 0,-4 4-4 0,4-1-72 16,-8 3-36-16,0 0 36 0,1 7 12 15,-6 0 24-15,2 5-36 0,3-1-60 16,-5 1 52-16,6 6 4 16,-1-10 0-16,-1 3 4 0,5-1 0 0,1-7 12 15,3-2 96-15,0-1-108 0,0-3 0 16,0 0-168-16,0 4-56 0,7-1 224 16,2 3 4-16,2 4 4 0,1-4-8 0,4 1-84 15,0-4 36-15,0-2-88 16,0-2 24-16,0-2-108 0,8 0-112 0,-4-6-312 15,0-6 24-15,4-4 0 0,-5-3-160 16,2-4 24-16,-5-2 12 16,-1-1-132-16,2 1 136 0,-6 0 124 0,-3 2 248 15,1 8 368-15,-2 5 52 0,-7 1 140 16,0 6 284-16,0-1 200 0,0 4-92 16,0-3-76-16,-3 3 0 0,-1 0 84 0,-1 7-88 15,1 5-292-15,0 4-44 0,0 6 156 16,0 5 100-16,4 3 60 15,0 3-100-15,0 5-52 0,0-1 16 0,0 8-40 16,0 2 0-16,4 5-64 0,0-2-108 16,-4 4-28-16,4-3-32 0,0-4-16 15,-4-2 24-15,5-4 64 0,-5-3-12 16,4-6 36-16,-4 0-16 0,0-3-8 0,0-1-4 16,0-3-8-16,-4-2-28 15,-1-4-20-15,1-3-16 0,0-4-12 0,0-5 12 0,-3-5 40 16,-1 3-4-16,-1-3-108 15,-2-2 48-15,-1 0-48 16,-8-2-96-16,3-5-148 0,-6-5-36 0,3-5-12 16,-4 1 12-16,8-3-28 0,-4-3-20 0,9 3 144 15,2 3 24-15,5 0 48 16,0 4-192-16,4-1 32 0,4-4 76 16,9 5 36-16,-2-3-4 0,-3-2 68 0,8 2 20 15,-4 1 76-15,4 2 12 0,-4-1-8 0,4 4-4 16,-4-4-48-16,3 4-76 15,-2-1-60-15,2 1-276 0,2-1-388 0,-2 0-388 16,1 1-472-16,-4 3-833 0,8-4-2527 16</inkml:trace>
  <inkml:trace contextRef="#ctx0" brushRef="#br0" timeOffset="72107.118">14379 10074 6348 0,'0'0'3920'16,"0"0"-2243"-16,0 0-397 0,0 0 12 0,0 0-192 0,0 0-144 15,0 0-124-15,0 0-296 0,0 0-252 16,-84-31-76-16,65 43-120 0,-2 4 20 15,-3 12 52-15,4 7 28 16,1 7-16-16,2 8 24 16,2 11 60-16,-1 5 24 0,4 7 52 0,4 7-148 15,3 2-12-15,2 1-52 0,3-7-116 0,0-5-4 16,8-13-12-16,4-12-60 0,4-15 8 16,4-8 64-16,0-10 76 0,8-10-72 15,0-3 0-15,4-14 40 0,3-7-44 0,-3-11-4 16,0-10-388-16,0-2 148 0,-4-6-112 15,0-5-12-15,-4 4 24 0,-1-3 40 16,-3 3-20-16,1 1 80 0,-10-2-40 16,-3 2-4-16,0 3 128 0,-8-4 36 15,0 4 116-15,-12 2-64 0,0 8 72 16,-8 1 260-16,5 10-108 0,-2 7 108 16,2 7-112-16,-1 9 160 0,-1 3-100 15,6 3-196-15,-5 13-12 16,-4 6-132-16,3 10 8 0,-2 3 124 0,3 3-8 15,0 0-104-15,0 3-124 0,4 0-444 16,-4-3-800-16,8 1-1564 0,0-11-3033 0,-4 1-235 16</inkml:trace>
  <inkml:trace contextRef="#ctx0" brushRef="#br0" timeOffset="72263.873">14287 10599 2672 0,'0'0'524'0,"0"0"1144"16,0 0 3332-16,0 0-2975 0,0 0-277 15,76 72-200-15,-56-56-76 0,0-3-380 16,-1 2-204-16,6-2-172 0,-5 0-152 15,-1-1-28-15,-3 1-120 16,5-1-212-16,-6-1-204 0,5-1-72 0,-4-2-72 16,8 3-176-16,4-3-288 0,0 2-312 0,8 0-440 15,3-5-488-15,-7 2-2144 0,12-3-4633 0</inkml:trace>
  <inkml:trace contextRef="#ctx0" brushRef="#br0" timeOffset="72723.566">15271 10341 3464 0,'0'0'9685'0,"0"0"-8069"0,0 0-812 0,-91-35-108 0,67 35 388 0,0 0-8 16,-4 12-276-16,8 7-320 0,-4 10-224 0,9 6-24 0,-2 0 72 15,6 3-12-15,6-6 4 0,1-1-184 16,0-9-112-16,4-5-96 15,0-5-64-15,8-6-48 16,4-1-108-16,0-5 108 0,8-7 60 0,4-9-108 16,0-3 24-16,4-7-40 0,0 1-56 0,0 0 32 15,0 6 36-15,-4 6 36 0,4 3 28 16,-4 7 148-16,-1 3 36 0,1 7 12 16,-4 5 172-16,0 4 136 15,-8 6-88-15,4 0-20 0,-4 7-28 16,-4 3-24-16,0 3-52 0,-5 3 40 15,1 3 12-15,-4 3 12 0,0 4 60 0,-4 0 0 16,1 3 24-16,-5-1-36 0,-4 1 60 0,4-3 48 0,-4-4 0 16,-1-6 245-16,6-3 103 15,-5-10-216-15,0-2-168 16,0-4-64-16,4-10-72 0,-4-2-36 0,0-5-60 16,1-2-48-16,-6 0-144 15,-3-9-36-15,1-3-36 0,-2-10-244 0,2-7 48 16,-1-3-60-16,3-9-41 0,-2-3-119 0,7-4-112 15,0-3-556-15,4 0-868 0,0 13-1804 16,4-18-1921-16</inkml:trace>
  <inkml:trace contextRef="#ctx0" brushRef="#br0" timeOffset="72908.313">15594 10064 11249 0,'0'0'3132'0,"0"0"-680"16,0 0-420-16,0 0-512 0,95 10-520 15,-67-10-467-15,0-3-253 0,4-4-280 0,-4-6-144 16,4 1-465-16,0-3-439 16,-4-5-400-16,-8 8-1608 0,4-11-4561 0</inkml:trace>
  <inkml:trace contextRef="#ctx0" brushRef="#br0" timeOffset="73090.462">16072 9769 8080 0,'0'0'3273'0,"0"0"-997"16,0 0-1032-16,0 0-12 0,0 0-56 0,21 88 260 0,-10-52-196 16,-3-1-388-16,4 3-316 15,0 3-220-15,0 1-220 0,-4 2-96 16,-4 0-208-16,4 4-268 0,-4-4-412 15,0 3-352-15,-4-1-812 0,3-11-2692 16,-3 15-4717-16</inkml:trace>
  <inkml:trace contextRef="#ctx0" brushRef="#br0" timeOffset="105441.688">15721 1002 652 0,'0'0'1448'0,"0"0"3172"0,0 0-2476 0,0 0-1148 0,0 0-184 15,-64-75-87-15,45 59 43 16,3 0-12-16,0-3-68 16,0 3-104-16,0 0-88 0,0 4 44 0,4-4 40 0,-4 2 64 15,1 6-148-15,-2-5-160 16,2 3-100-16,-5 1-60 0,-1 2-52 0,2 1-12 16,-5-1-28-16,4 7 76 0,-8 0-160 15,-4 0-132-15,-4 7-4 16,0 6 24-16,-7-1 108 0,2 8-44 15,-2-1 0-15,3 3-4 0,-4 0 44 0,1 4-128 0,-2-1 48 16,6 6-72 0,-1-1 60-16,4 1-36 0,5 4-12 15,-1-4 8-15,4 8 40 0,4-5 12 0,0 4-24 16,3-2 28-16,6-1 8 0,3-4-28 16,7 1-36-16,2 1 52 0,3-3 88 15,3-2 0-15,6 5 76 0,-1-1 4 0,7 6-72 16,2-4 32-16,3 4-36 0,-1 1 76 15,5-4-72-15,4 3 92 16,0-3-36-16,4-3 60 0,0 0-24 16,8-1-92-16,0-2 104 0,3-1 40 0,1 1-144 0,4 3 4 15,4-4-8-15,-1 1 8 16,5-2 64-16,4 3-64 0,0-1 76 0,4-1 60 16,-4 1-84-16,3-3 20 0,5 2 40 15,-5 0 40-15,6-2-56 0,-2 2 80 16,1-3 108-16,3 4-72 0,-3-4-140 15,4 4-8-15,-4 0 108 0,3-1 0 0,2 4-184 16,-6-4-136-16,5 4 64 0,-1 1 20 16,5-5 0-16,-1-3 52 15,6 0 0-15,2 1 0 0,0-4-60 0,1-3 60 16,0 3 12-16,8-6 108 16,0 1 40-16,3-3-60 0,1-3 12 15,3-3-40-15,0 3-12 0,-2-5-60 16,-2-3-120-16,1 2 68 0,-4 0 52 0,-1-3 8 15,-3-2-8-15,4 4 0 0,-5-4 4 16,4 0 48-16,-3 0 8 0,0 0-12 16,-4-4-36-16,0 2 40 0,-1-5 84 15,1 1-44-15,0-4-88 0,-1 3-8 16,-3-5-4-16,4-3-40 0,-9-5 36 0,1 1 0 16,-4-3-52-16,-5 0 52 0,1-4 8 0,-9 1 4 15,1-7 8-15,-8 4-4 0,0-3 8 16,-4-5 52-1,-9 1 32-15,2 0 16 0,-9-7-4 0,-4 2-104 16,-5-8-4-16,-7 0-72 0,-4-3-52 16,-8-2 40-16,-4-5-28 0,0 4 16 15,-8-6 92-15,-7 0-48 0,-2-4-20 0,-7 0 24 16,1-2 44-16,-1-1-84 0,-8 0 80 16,-4 4 8-16,-1 0 4 15,-6 0 108-15,-4 2-52 0,-5 1-12 0,-4-5-44 16,0 6 0-16,-4 2 8 0,-4 3-24 0,4 3-80 15,1 3 92 1,-1 7 0-16,0 3-36 0,-4 3-40 0,1-1 72 16,-5 5-4-16,-3-1-76 0,-2 4 32 15,-6 0-44-15,-5 2 96 0,-4 0-148 0,-7 1-60 0,-4 2 144 16,-5 5-24-16,0-1 12 16,-3 0 76-16,-1 0 8 0,1 3-8 15,-5 0-60-15,-4 0-40 0,5 0 100 0,-1 3 96 16,5-2-12-16,-1 1-80 0,1 2 168 15,7-1-172-15,-4 5-44 0,9 1 44 0,-5-3 48 16,5 4-44-16,3 2 48 16,1-2-40-16,3 6-12 0,-4 0-44 15,4 0-8-15,-7 3-132 0,-1 7 72 16,-3 6 40-16,-5 2-64 0,4 8 0 16,1 0 12-16,3 2 72 0,5 4 52 15,7 0 80-15,4-4-72 0,4 5-8 16,5-2 0-16,3 1 60 0,0 0 52 0,8-1-12 0,4-3-88 15,9-1 88 1,-1-2 24-16,12-6-52 0,4-4-60 16,4 1-4-16,9-3-8 0,3-3-12 0,8-4-112 15,4 0-36-15,-1-6 12 0,5 4-12 16,0-4 12-16,0 0-16 0,0 0 28 16,0 0 24-16,0 0-12 0,5 0-52 0,7 3 172 15,-1 0-68-15,9 3-228 16,4 0-556-16,-8 1-1332 0,12-1-4317 0</inkml:trace>
  <inkml:trace contextRef="#ctx0" brushRef="#br0" timeOffset="107393.107">5622 12972 7504 0,'0'0'5049'0,"0"0"-3901"15,0 0-348-15,0 0-144 16,0 0 200-16,-80-66 420 0,68 63-36 0,0 3-172 0,-4 0-308 15,4 0-188-15,-4 3-220 0,0 7-168 16,-4 6-112-16,-4 5-72 0,0 15-120 16,0 5-16-16,5 10 4 0,-1 12-16 15,12 4-8-15,-1 12 20 0,9 3 40 16,9 8 8-16,6-5-8 0,9-2 12 16,4-7 20-16,0-12-8 0,4-18 72 15,0-7 72-15,0-10-72 0,0-10 0 0,3-10 0 16,-3-5 100-16,4-4 56 0,0-13-44 15,4-6 32-15,0-13-32 0,-5-4-4 0,6-10-96 16,-9-8 64-16,0-7-76 0,-4-3-64 16,-9-2-8-16,-3-1-48 0,0 4 116 15,-9 0-156-15,-2 2 112 0,-5 4-52 16,-8 3 36-16,-4 3 64 0,-8 4 0 16,-8 1-4-16,-4 9 4 0,-4 5 124 15,1 7-124-15,-1 6 60 0,4 6 12 16,4 4 0-16,0 6-72 15,8 3 8-15,1 3-8 0,-2 9-44 16,6 7-200-16,-5 10 0 0,3 6-48 0,2 10-28 0,2 2-48 0,5 10-36 16,1 1-1576-1,7-1-548-15,0 0-1797 0,0-15-963 0,0 5 525 16</inkml:trace>
  <inkml:trace contextRef="#ctx0" brushRef="#br0" timeOffset="107575.25">5622 13500 3404 0,'0'0'0'0,"0"0"4936"15,0 0-3188-15,0 0-135 0,0 0 23 16,0 0 28-16,95 64-380 16,-72-42-124-16,2 3-244 0,-1 4-252 15,0 5-64-15,4 1-136 0,-9 3-156 0,5 1-260 16,0-4-48-16,1-1-108 0,-2-5-52 16,-3-4-160-16,4-6 52 0,0-3-248 0,-1-2-284 15,5-2-216-15,-4-5-436 16,4 2-1028-16,-3-9-2525 0,-10 3-2315 0,5-6 6616 15</inkml:trace>
  <inkml:trace contextRef="#ctx0" brushRef="#br0" timeOffset="108573.791">7287 13132 2612 0,'0'0'7904'0,"0"0"-6747"15,0 0-501-15,0 0 96 0,0 0 508 0,0 0 252 16,0 0-132-16,0 0-228 0,0 0-280 15,0 0-696-15,-48 9-176 0,16 10 0 0,-4 4 56 16,1 2-44-16,-10 10-12 0,2 0-4 16,-2 6-60-16,-2 0 4 15,3 4-40-15,-3-1-20 0,7 0-28 0,-1-3 84 16,10-3 20-16,3-2 40 16,5-4 0-16,2-4-8 0,5-9-48 0,8-3 48 15,0-7-64-15,8-2-8 16,-3-7-28-16,3 3-12 0,0-3 24 0,0 0 4 0,7 3 44 15,5 4 52-15,0 0 64 0,13 1 120 16,-2 5-72-16,5-1-104 0,3 5-8 16,1 2 12-16,9 3-16 15,-5-3 8-15,3 6-8 0,1-2 4 0,0-1-52 16,-4-2 44-16,0-6-44 0,-5-3 52 16,1-3 8-16,-8-1-4 0,4-3 60 15,-8-1 20-15,0-3 188 0,-9 0-88 16,6 0 48-16,-9-7 52 0,4 0-16 0,-4-1 40 15,0-9 32-15,-1-2-24 0,2-6 16 16,-5-7-104-16,-4-6-68 0,4-4-40 0,-4-5-76 16,0-7-44-1,-8 0-12-15,4-3-60 0,-5 3-12 0,-2 0 80 16,3 4-68-16,-4 8-88 0,4 4-108 0,0 6 0 16,4 7-96-16,-1 3-40 15,2 6-112-15,3 3-84 0,0 3-152 16,0 3-192-16,0 5-496 0,8-1-788 0,-4 0-1761 15,8 3-1407-15</inkml:trace>
  <inkml:trace contextRef="#ctx0" brushRef="#br0" timeOffset="109102.83">8326 12909 8112 0,'0'0'6177'0,"0"0"-5341"0,0 0-636 16,0 0 128-1,0 0 268-15,0 0 724 0,0 0 124 0,-79-41-612 16,59 51-392-16,1 2-220 0,-5 10-116 0,-1 0-104 15,1 13 0-15,0 4 12 16,-4 5-8-16,5 7-4 0,-1 6-48 16,0 6-52-16,0 4-120 0,4 3 24 0,-4-3 76 15,8-1-4-15,0-1 40 0,5-9 20 0,-2-5 64 16,9-10 0-16,1-3 12 16,3-10 100-16,0-2-40 0,0-8 16 0,3-1 8 15,9-1-32-15,1-3 44 0,-2-4-8 0,6 4 20 16,2-3 28-16,5-1-28 15,0-3 16-15,0-3-28 0,4 1-12 16,-5-4 16-16,5 0-16 0,0 0 64 0,-4-4-88 16,4-5-24-16,-3 0 36 15,3-4-12-15,-5 0-64 0,-3-3 8 0,0 0 40 16,-1-4-56-16,-2 2-48 0,-6 3 36 16,2-4-52-16,-1-1-44 0,-9 1-48 15,5 3-200-15,-8-3-56 0,4 3-52 0,-4 0 0 16,-4 1-264-16,-4 2 4 15,-3-1-444-15,-6 3-664 0,2 1-1064 0,-5 4-1885 16,3 0-2563 0,-14 6 7129-16</inkml:trace>
  <inkml:trace contextRef="#ctx0" brushRef="#br0" timeOffset="109477.355">8019 13602 3180 0,'0'0'6368'0,"0"0"-5128"0,0 0-927 0,0 0 239 16,0 0 740-16,0 0 476 0,0 0-104 15,0 0-332-15,84 3-380 0,-56-6-316 16,0-4-192-16,4 1-236 16,0-7-88-16,0 3-120 0,-4-3-24 0,0 1 20 15,0-1-156-15,-4 1-156 0,-5-1-384 16,2 0-252-16,-2 4-152 16,-3-1-352-16,-4 4-496 0,-3 3-200 0,-6 3-69 0,-3 0-323 15,0 6 1008 1,0 7 452-16,-7-1 1044 0,-2 7 40 0,1 1 1316 0,1-1 716 15,-2 2-124-15,5 2-256 16,0 3-259-16,4-4-217 0,0 3-236 16,0 4-244-16,0-1-56 0,0 0-12 15,4 5 64-15,5-5-8 0,-5 1-140 16,-1 2-112-16,5-2-88 0,0 0-148 0,-3-3-108 16,-1 2-84-16,-1-6-4 0,1-3-76 15,0-3 16-15,0 0-88 0,-4-4-72 16,4-6-116-16,0 1-204 0,1-4-156 15,-2-3-244-15,1 0-356 0,4-3-876 0,-4-10-2133 0,0 7-2455 16,-4-13 5468-16</inkml:trace>
  <inkml:trace contextRef="#ctx0" brushRef="#br0" timeOffset="110149.403">9415 13544 8868 0,'0'0'5085'0,"0"0"-3973"0,0 0-392 0,0 0-408 15,0 0 328-15,0 0 404 0,0 0-80 16,0 0-360-16,0 0-80 0,0 0 112 16,107 9-160-16,-68-2-232 15,10-1-36-15,-1-6-64 0,3 4 40 0,1-2 9 16,-5-2-33-16,5 0-76 0,1-6 0 15,-6 0-36-15,1-1-44 0,-4-2-4 0,0-1-108 0,-8 4-12 16,-5-3 8 0,-6 2-81-16,-1 1-147 0,-9 0-148 15,-3-1-184-15,-4 4-72 0,-4 3-312 0,-4 0-596 16,0 0-1092-16,0 0-1825 0,-24 7-4479 16</inkml:trace>
  <inkml:trace contextRef="#ctx0" brushRef="#br0" timeOffset="110395.851">9617 13802 2888 0,'0'0'7144'0,"0"0"-4367"16,0 0-1845-16,0 0-540 0,0 0 256 0,0 0 432 16,0 0 100-16,0 0-548 0,0 0-100 15,0 0 272-15,88 21-168 0,-52-21-256 16,4 4-124-16,0-4-96 0,-4 0-52 0,-1 0-44 15,1-4-64-15,1 2-8 16,-2-5 0-16,1-2-128 0,0-7 76 0,-1-1-208 16,5-4-320-16,-3-2-384 0,-5-6 96 15,-1 4-256-15,-3 0-772 16,-4-1-1208-16,-8 8-2845 0,-4-4 366 0</inkml:trace>
  <inkml:trace contextRef="#ctx0" brushRef="#br0" timeOffset="110711.538">10052 13186 836 0,'0'0'10717'0,"0"0"-9485"16,0 0-568-16,0 0 36 0,0 0 348 16,100 3-44-16,-68 3-124 0,0 1-176 0,3 2-268 0,1 3-116 15,4 5-100-15,0-2-144 16,-4 8-4-16,-1-1-72 15,-3 3-4-15,0 3-8 0,-8 5-72 16,0-3-92-16,-4 6 16 0,-4-1 12 0,-8 0 76 16,-1 3 60-16,-7-3 8 0,0 0 4 15,0-3 4-15,-7 0 80 0,-5-1 16 16,-4-3-92-16,-4 2-8 0,4-2-108 16,-8-3-76-16,-4-3-176 0,4 1-220 0,-3-7-144 15,-5-1-184-15,4 1-304 0,0-5-708 16,-4-3-1277-16,8-4-2691 0,4-2 3724 15,1-2 1132-15</inkml:trace>
  <inkml:trace contextRef="#ctx0" brushRef="#br0" timeOffset="111290.7">11709 13112 5076 0,'0'0'7253'0,"0"0"-5621"16,0 0-556-16,-39 74-460 0,27-39 16 0,-1 2 376 0,2 11-64 15,-2 4-340-15,-2 6-260 0,7 13-196 16,-4 2-64-16,4 10-76 15,-4 2-8-15,4-2-108 0,0-4-16 16,0-9-84-16,4-12-16 0,1-14 88 0,3-16 16 16,0-6 20-16,0-9 0 0,0-6-108 15,0-7-164-15,3 0-288 0,5-4-328 0,0-12 132 16,4-6-460-16,-4-9-752 16,4-10-1121-16,-5 9-1319 0,2-26 369 0</inkml:trace>
  <inkml:trace contextRef="#ctx0" brushRef="#br0" timeOffset="111610.276">11634 13198 836 0,'0'0'4532'0,"0"0"-212"0,0 0-2847 15,0 0-397-15,0 0-64 0,0 0 180 16,0 0-104-16,0 0-368 0,0 0 228 0,0 0-216 16,0 0-204-16,88 92-180 15,-65-48-92-15,5 11-48 0,-4 2-124 16,4 3-84-16,-4 4-76 0,0 2 16 0,-1-3 52 15,-6-4 0-15,-2-9-40 0,2-6 48 16,-2-6 0-16,-6-9 60 0,2-9 100 0,-7-8 0 16,0-5-16-16,0-5-32 15,-4-2-40-15,5 0 28 0,2-7 84 16,-3-7 216-16,8-13 468 0,0-8-431 0,-4-12-229 16,4-11-208-16,-4-2-40 0,4-3-68 15,3 0-25-15,2 2-123 16,3 1 0-16,-1 6-96 0,5 7-16 15,-3 2-108-15,-2 7-72 0,5 3-180 16,-7 5-284-16,2 12-660 0,-7 3-1132 0,0 4-2733 16</inkml:trace>
  <inkml:trace contextRef="#ctx0" brushRef="#br0" timeOffset="112007.304">12706 13772 11461 0,'0'0'3228'0,"0"0"-2360"16,0 0-604-16,0 0 24 0,-84-31 316 0,64 31 712 15,0 0-392-15,-4 6-444 0,4 5-160 16,0 8-100-16,0 2-124 0,4 11-84 16,1 6 52-16,-2 10 44 0,6 6-108 15,-2 9-12-15,1 7 4 0,5-3 8 16,-1-4 84-16,8-2 84 0,0-14 40 0,0-9 244 16,8-6-28-16,3-10-156 0,-3-3-135 15,5-6 63-15,-2-4-64 0,6-2-36 0,2-4 16 16,1-3 8-16,0 0 0 15,5-10-60-15,-2-2-48 0,1-4-12 0,0-6-132 16,-5 0-196-16,-6-1-193 0,2-3-99 0,-6 1 36 16,-1 4-52-16,-8-5-380 0,0 4-1028 15,0 6-2788 1,-21 0-4553-16</inkml:trace>
  <inkml:trace contextRef="#ctx0" brushRef="#br0" timeOffset="112160.461">12495 14208 6856 0,'0'0'7349'16,"0"0"-5821"-16,0 0-848 16,0 0 68-16,0 0 392 0,83 38-80 0,-67-38-56 15,4 0-528-15,-4 0-296 0,0-3-180 16,3-7-60-16,-2-2-452 16,2-4-480-16,-3 0-152 0,-4-1-656 0,4 5-1996 0,-8-1-1677 15</inkml:trace>
  <inkml:trace contextRef="#ctx0" brushRef="#br0" timeOffset="112309.742">12781 14224 1488 0,'0'0'9008'0,"0"0"-6847"0,0 0-1181 16,4 94-292-16,0-61 284 0,0-1 112 15,1-1 0-15,-2 1-392 0,1-4-308 16,0-5-152 0,0-4-232-16,0-7-116 0,0-5-440 0,4-7-388 15,0 0 108-15,4-13-308 0,0-12-1064 16,0 5-2517-16</inkml:trace>
  <inkml:trace contextRef="#ctx0" brushRef="#br0" timeOffset="112615.643">12856 13176 5592 0,'0'0'8597'0,"0"0"-6857"0,0 0-972 0,0 0-244 16,0 0 628-16,77 35 136 0,-49-23 104 16,0 5-403-16,3-8-433 15,1 0-228-15,4-5-76 0,0-1-132 16,-4-3-72-16,3 0-48 0,-3-7-40 0,-4-2-68 15,0 0-256-15,-4-1-312 0,-4-4-141 16,-4 6-47-16,-5-2-224 0,-2 3-812 16,-5 5-1164-16,-4 2-1361 0,-4 0-559 15</inkml:trace>
  <inkml:trace contextRef="#ctx0" brushRef="#br0" timeOffset="112876.911">13152 13233 3940 0,'0'0'64'15,"0"0"6572"-15,0 0-5003 16,0 0-457-16,0 0-148 0,-52 79 44 0,48-52 132 15,0 0 16-15,0 2-236 0,4 6-136 0,0 0-88 16,0 3-176-16,0 3-184 0,-4 6-120 16,4 5-99-16,-4 2-69 0,4 2-100 0,-4-1 84 15,4-1-36-15,0-4-48 16,0-4-4-16,0-9-8 16,4-5-8-16,0-10 8 0,4-3 0 0,0-6 8 0,4-4 0 15,0 1 40 1,4-4 40-16,0 0-76 0,4-2-8 0,4-4-4 15,-1 0 0-15,1-4-64 0,4-2-68 0,-4-3-96 16,4-7-165-16,0 0-215 0,4-3-208 0,-4-4-236 16,-1 2-800-1,-7 2-2236-15,4-11-2541 0</inkml:trace>
  <inkml:trace contextRef="#ctx0" brushRef="#br0" timeOffset="113236.376">13909 13169 16165 0,'0'0'2104'0,"0"0"-1524"16,0 0-324-16,0 0-60 0,0 0 444 15,0 0 592-15,0 0-419 0,-76 52-521 0,60-21-136 16,4 14-20-16,-4 5-28 0,0 11 60 15,4 2-8-15,-4 7-64 0,4 0 12 16,1 0 0-16,2-7 16 0,5-5 20 16,4-14 36-16,0-13 256 0,0-5-160 0,4-10-192 15,5-3-24-15,6-4 0 0,2 1 36 16,2-3-20-16,9-5-68 0,0 2-8 16,0-4-72-16,0 0-76 0,4 0 28 15,-8 0-36-15,4-4-24 0,-9-3-160 16,5 1-80-16,-7-2-16 0,-2-3-72 0,-3-1-64 15,-4-1-85-15,-4 0-207 0,0 0-412 16,-4 1-512-16,0-1-344 0,-4 1-228 0,0 2-561 16,-8-6-2291-16</inkml:trace>
  <inkml:trace contextRef="#ctx0" brushRef="#br0" timeOffset="113805.879">13741 13191 3952 0,'0'0'340'0,"0"0"4540"0,0 0-3844 0,0 0-119 16,0 0 343-16,0 0-112 0,0 0-184 15,92-40-56-15,-72 36-180 0,4-2-224 16,-1 6-104-16,2 0-40 0,3 0 12 0,-1 0-76 15,-2 10 16-15,-1-1-56 16,-5 0-56-16,5 5-28 16,-4-2 24-16,-4 4-48 0,0 0-16 0,0 3-32 0,0 0-28 15,-8 6 40-15,3 1-64 16,-2 5 0-16,-5 1-40 0,-4 3 4 0,0 6-12 16,0 1-8-16,-9 2-88 15,-2 1-16-15,-1-4 16 0,3 0 8 0,-6 0 76 0,2-9 0 16,2 4 4-16,-5-8 8 0,0 0 64 15,1-3-16-15,-6 1 12 0,1-7-12 16,1-3 16-16,-2 0-52 0,1-4-4 0,1-6-8 16,-5 1-56-16,4-3-152 0,4-4-152 15,-4 0 28-15,4 0-108 16,0-6-144-16,4-5-248 16,0 3-332-16,4-6-352 0,4 5-972 0,0-1-793 15,1 1-2123-15,3 2 2808 0</inkml:trace>
  <inkml:trace contextRef="#ctx0" brushRef="#br0" timeOffset="114196.921">13897 13605 4620 0,'0'0'3164'0,"0"0"-732"0,0 0-1487 16,0 0-393-16,0 0 344 0,0 0 380 15,91 69 128-15,-67-44-220 0,0 4-324 0,-4 3-204 16,0-1-136-16,4 5-128 16,-5-1-132-16,-2 0-64 15,3-4-88-15,-4 1-96 0,0-1 32 0,-1-1-44 0,-2-5-12 16,2 0 0-16,-7-6-4 16,5-6-80-16,-2 0 8 0,-3-7-20 15,4 0-224-15,-4-6-224 0,-4 0-308 0,9-3-308 16,-6-10-976-16,-3 7-2209 0,0-19-3867 0</inkml:trace>
  <inkml:trace contextRef="#ctx0" brushRef="#br0" timeOffset="114707.817">14514 13166 10332 0,'0'0'6937'0,"0"0"-6265"0,0 0-648 0,0 0-24 16,80 3-248-16,-64-3 248 0,4-3 36 16,-4-3 76-16,7-1-88 15,2 1-24-15,3 0-272 0,-1-1-248 0,-6 5 184 16,2-2 236-16,-3 4 24 0,0 4 0 15,-4 3 68-15,-4 5 8 0,0 1 112 0,-4 6 124 16,-1 0 16-16,-2 2 32 0,-1 5-72 16,-4 0-28-16,0 2 16 0,0 1-52 15,0 3 0-15,0 2-36 16,0 1-52-16,0 0-60 0,0 3-4 0,0 3 4 16,4 1 48-16,0 2 16 0,0 0 72 15,0 4-52-15,3-1-20 0,-2-3-16 0,-1 5 0 16,4-8 16-16,-4-3-4 0,-1-5 76 15,6-2 12-15,-5-6 36 0,0-3 12 16,0-6 48-16,0 0 0 16,-1-6-60-16,-3-4-40 0,0-3-32 15,0-3-28-15,0 0 28 0,0 3-4 0,0-3 40 16,-7 0-16-16,-10 0-72 0,-2-3-60 16,-9-3-352-16,-8-4 0 0,1-6-212 15,-10-3 0-15,6-3-344 0,-6-3-96 16,6 0-568-16,3 2-856 0,4 2-2393 0,12 7-2923 15,-4-2 7652-15</inkml:trace>
  <inkml:trace contextRef="#ctx0" brushRef="#br0" timeOffset="115164.854">15666 13602 5564 0,'0'0'8745'15,"0"0"-7321"-15,0 0-504 0,0 0-324 0,100 19 12 16,-69-19-64-16,-3 0 20 16,-4 0-48-16,0 0-292 0,0-5-128 15,0 0-44-15,-4-1-52 0,-1-1-132 16,-2 0-336-16,-6-1-368 0,-3 1-228 16,-3 3-628-16,-5 4-2192 0,0 0-2785 0</inkml:trace>
  <inkml:trace contextRef="#ctx0" brushRef="#br0" timeOffset="115342.727">15713 13877 6976 0,'0'0'7053'0,"0"0"-5349"0,0 0-1036 0,0 0-332 16,0 0 348-16,84 26 408 0,-56-23-96 0,4 3-288 16,4-6-392-16,3 0-156 0,2 0-92 15,-5-3-68-15,3-7-96 16,-3 1-160-16,4-7-416 0,-4-3-348 0,8 0-292 15,-16-1-1484-15,20-7-4073 16</inkml:trace>
  <inkml:trace contextRef="#ctx0" brushRef="#br0" timeOffset="115694.247">16729 12893 5624 0,'0'0'10109'0,"0"0"-8557"0,0 0-992 16,0 0-128-16,0 0 552 0,0 0 240 0,0 0-272 15,0 0-455-15,-84 54-289 0,65-15-64 16,-5 8-24-16,4 7-8 0,-3 6-28 16,-1 9-36-16,-1 5-36 0,1 2-12 15,1 4-44-15,7-1 32 0,0-2-60 16,8-2 72-16,4-11 52 0,4-7 68 15,0-12 12-15,7-11-32 0,10-8-28 0,-2-4 0 16,6-8 12-16,3-6 48 16,4-2 4-16,0-6 116 0,7 0 64 0,1-6-124 15,0-6-108-15,-1-1-84 0,-3-6-72 16,0 3-132-16,-4-3-124 0,-8 0-60 16,1 0-60-16,-6-3-72 0,-7 3-73 15,0 0-335-15,-8 0-648 0,0 0-1452 16,-8 6-2240-16,-12 0-2449 0</inkml:trace>
  <inkml:trace contextRef="#ctx0" brushRef="#br0" timeOffset="115990.231">16566 13611 7612 0,'0'0'7549'0,"0"0"-5665"0,0 0-1016 16,0 0-64 0,0 0 496-16,0 0 408 0,0 0-123 0,88 32-677 0,-64-32-488 15,-1 0-200-15,2-7-220 16,-1-2-108-16,0-4-144 0,4 1-192 0,-9-4-160 15,1 0-184-15,1-1-109 0,-6 8-223 0,-3-3-312 16,0 5-320 0,-8 1-152-16,0 6 184 0,0 0 420 0,-4 0 504 15,0 3 796-15,-4 3 324 0,0 5 264 16,0-3 420-16,0 9 68 0,4-2-4 16,0 4-104-16,0 4-112 0,4 2-176 15,0 0-200-15,4 7-12 0,-1 4 132 16,-2 2 136-16,3-1-188 0,0 4-196 0,-4 3-160 15,-1-4-148-15,1-2-44 0,-4-4-160 16,0-2-484-16,0-7-528 0,0 1-280 0,0-8-828 16,0 5-3069-16</inkml:trace>
  <inkml:trace contextRef="#ctx0" brushRef="#br0" timeOffset="117872.892">8852 16104 5196 0,'0'0'5813'0,"0"0"-4989"0,0 0 800 16,97-4-608-16,-50 4-296 0,5 0 148 15,4 0-164-15,-1 0-72 0,1 0-208 16,0 0-68-16,-4 0-208 0,-1-2-148 0,-6-3-36 15,-2-1-52-15,-2 3-120 16,-10 0-152-16,-4-4-200 16,-6 1-300-16,-5 3-716 0,-8 3-984 0,-4-3-2617 15,-8 3-1722-15</inkml:trace>
  <inkml:trace contextRef="#ctx0" brushRef="#br0" timeOffset="118069.609">9123 16418 508 0,'0'0'8220'0,"0"0"-6176"0,0 0-283 16,100 34 175-16,-64-27-224 0,8-4-364 15,-1-3-356-15,-2-6-292 16,-2-4-296-16,1-6-172 0,-3-6-140 0,-2 0-92 0,-3-3-8 16,-4-1-188-16,0-3-368 15,-5 4-336-15,-6-4-476 0,-2 10-1104 0,-6-6-3089 16</inkml:trace>
  <inkml:trace contextRef="#ctx0" brushRef="#br0" timeOffset="118362.926">9319 15811 4744 0,'0'0'6313'16,"0"0"-5105"-16,0 0-300 0,79-3 84 0,-39 3 4 0,4 3-140 15,0 4-112-15,4 2-124 0,-1 4-184 16,1 3-80-16,1 2-156 16,-6 6-28-16,1 1-60 0,-4 0 8 15,-8 7-32-15,0-1-80 0,-8 4-8 16,-9 3 0-16,-3 4 0 0,-3-1 0 16,-9 3 84-16,0 4 4 0,-4-1-40 0,-9 1-48 15,-2 0 0-15,-6-4 0 16,1-3 84-16,-8-2-84 0,-4-4 0 15,1-3-88-15,-1-10-220 0,0-3-296 0,4-4-164 16,-4-8-288-16,4-4-532 0,5-3-1036 16,3-3-3781-16</inkml:trace>
  <inkml:trace contextRef="#ctx0" brushRef="#br0" timeOffset="119826.658">9781 6264 3980 0,'0'0'9409'16,"0"0"-8141"-16,0 0-924 0,12 72-56 16,-8-33 364-16,0 3 476 0,-4 8-24 0,0 0-400 15,0 5-260 1,0 2-200-16,0 3-244 0,-4 4 0 0,0-4-112 15,-4 0-36-15,0-5-60 0,4-11 12 0,0-6-12 16,0-16 120-16,4-5 76 16,-4-7-88-16,4-8-20 0,0-2-140 0,0 0 36 15,0-2-48-15,8-5 4 0,0-7 268 0,4 0 0 16,0-3 0-16,4-2-12 16,-1 3-124-16,6 3-40 0,-6 7-60 0,2 0 228 15,-2 2 8-15,1 4 172 0,-4 0 4 16,-3 0 48-16,-2 4-64 0,1 2 76 15,-4 0 24-15,0 4 12 0,-4-4 12 16,0 4 24-16,0-4-64 0,0 3 52 16,-4-2 12-16,-4-1 8 0,-3-2-120 15,-2 3-36-15,-2-5-152 0,-2-2-8 0,2 0-160 16,-5 0 28-16,-1 0-164 0,6 0-20 16,-5-7-44-16,8 1-20 15,0-3-396-15,4-1 32 0,4 1-432 0,0-7-592 16,4 6-2765-16,4-13-2899 0</inkml:trace>
  <inkml:trace contextRef="#ctx0" brushRef="#br0" timeOffset="119981.443">10132 6782 5288 0,'0'0'7205'0,"0"0"-5941"0,0 0-488 0,0 0 320 0,0 0 384 0,0 0-20 15,20 79-404-15,-20-67-552 16,-5 4-284-16,1 1-184 0,-4-6-36 15,1 6-160-15,3-4-144 0,-5-4-348 16,1 1-256-16,1-7-284 0,-1-3-776 16,4 0-2561-16,-8-6-4283 0</inkml:trace>
  <inkml:trace contextRef="#ctx0" brushRef="#br0" timeOffset="120129.067">10088 6664 7292 0,'0'0'6185'0,"0"0"-5193"0,0 0-312 0,0 0 188 0,0 0 48 16,0 0-420-16,0 0-172 0,79-22-288 16,-71 22-36-16,5-3-296 15,2-1-588-15,-2 4-864 0,-2 0-1272 0,13 0-4805 16</inkml:trace>
  <inkml:trace contextRef="#ctx0" brushRef="#br0" timeOffset="120341.676">10546 6817 5640 0,'0'0'2988'0,"0"0"-812"0,0 0-1223 16,16 86 171-16,-16-58 504 16,0 4 176-16,0-1-348 0,0 1-480 15,0 1-324-15,0 0-176 0,-4 3-48 0,-4 2-96 16,0-4-136-16,0 1-88 0,0-6-60 16,-4-7-40-16,4-5-4 0,0-9 56 15,1-4-60-15,-2-2-144 0,-3-2-296 16,-4 0-232-16,-3-6-4 0,2-9-296 0,-6-7-404 15,3-3-1272-15,3 0-2221 16,-11-21-3195-16</inkml:trace>
  <inkml:trace contextRef="#ctx0" brushRef="#br0" timeOffset="120465.965">10403 6496 5336 0,'0'0'8069'0,"0"0"-6709"0,0 0-544 0,0 0 228 16,0 0 188-16,0 0-208 0,84-32-436 0,-80 32-448 15,7 0-140-15,1 0-308 16,0 0-824-16,0 0-848 0,0 6-3757 16</inkml:trace>
  <inkml:trace contextRef="#ctx0" brushRef="#br0" timeOffset="125288.995">11677 15551 3724 0,'0'0'4100'16,"0"0"61"-16,0 0-3457 0,0 0-536 0,0 0 140 15,0 0 456-15,0 0 412 0,0 0-384 16,0 0-464-16,0 0-164 0,0 28 24 15,0-18 84-15,0 3-8 0,4-4-16 0,-4 4-48 16,4 0-40-16,1-4-24 0,-5 1-12 16,4-1 36-16,0 0-12 0,-1 1 48 15,-3-1-72-15,4 2 0 0,-4-6 48 0,0 2-12 16,4 0-24-16,-4-4-40 0,0 0 4 16,0-1-28-1,0-2-20-15,0 0-40 0,0 0-4 0,0 0-8 16,0 0-44-16,0 0-32 0,0 4 64 0,0-1 12 15,4 0 88-15,-4 4-80 16,0-4 64-16,0 0-12 0,0-1-8 0,0 3-44 0,0-5 52 16,4 0-48-1,-4 0 36-15,0 0-48 0,0 0 4 16,0 0-4-16,0 0 0 0,0 0 4 0,0 0-4 0,0 0 0 16,0 0 0-16,0 0 0 15,0 0-4-15,0 0-4 0,0 0 0 0,0 0 4 0,0 0 4 16,0 0 8-16,0 0 40 15,0 0-36-15,0 0 52 0,0 0-52 0,0 0 0 16,0 0-4 0,0 0 4-16,0 0-4 0,0 0-8 0,0 0-4 15,0 0 4-15,0 0 0 0,0 0 0 16,0 0 0-16,0 0-4 0,0 0-8 0,0 0-48 16,0 0-4-16,0 0 56 0,0 2-40 15,0 1-36-15,0 4 84 0,0 6 132 0,0 3-68 16,0 3-64-16,0 0-8 15,0 3 0-15,0 7-4 0,0 3 0 16,0 6-96-16,0 3 32 16,0 6 4-16,0 4-64 0,0 3 16 0,5 0 32 15,-1 3 4-15,-1 1 84 0,1-1 4 0,0-4 92 0,0 1-84 16,0-3 76-16,1 0 8 16,-1-6-44-16,-4-4 32 0,3 1-12 15,1-5-8-15,4-5-60 0,-4 0 8 16,5-4-8-16,-2-2 4 0,-3-7 4 15,0-4-12-15,0-4 0 0,0-5-8 0,-4-3-92 16,0 0 40-16,0-3-60 0,0 0-68 16,0 0-56-16,0 0-40 0,0 0-48 15,0 0 12-15,4-3-28 16,-4 0-260-16,4-8-300 0,-4-1-872 0,0-4-1128 0,4-6-2229 16,-4 0-95-16,0-10 4029 15</inkml:trace>
  <inkml:trace contextRef="#ctx0" brushRef="#br0" timeOffset="126025.384">12793 15726 5016 0,'0'0'4276'0,"0"0"-2351"15,0 0-1309-15,0 0-348 0,0 0 40 0,0 0 432 16,0 0 544-16,0 0-208 16,0 0-524-16,0 0-388 0,0 0 24 15,-44-54 24-15,40 54 76 0,4 0 0 0,0 0-28 16,0 0-52-16,0 0-44 0,0 0-40 0,0 0-16 16,0 0 4-16,0 0 24 0,0 0-124 15,0 0 0-15,0 0-4 0,0 0-8 16,0 0-8-1,0 0 8-15,0 0 8 0,0 0 4 0,0 0 48 0,0 0 28 16,0 0 20-16,0 0-8 16,0 0-16-16,0 0 52 0,0 0-36 0,0 0 24 0,0 0-28 15,0 0 4-15,0 0-16 16,0 0-20-16,0 0-56 0,0 0 4 16,0 0 0-16,0 0 48 0,0 0-12 0,-3 0 28 15,3 0-68-15,0 0 40 0,0 0-48 16,-4 2-40-16,-1-2-220 15,-3 0-452-15,4 0 208 0,-7 0-80 0,2 0-160 16,5 5-96-16,-4 0 84 0,1-2 76 16,-1 1 252-16,3 3 136 0,1-5 36 15,4 2-48-15,-3-4-4 0,-1 0-64 0,0 0-332 16,0 0-1345-16,0 0-2555 0,-5 0 300 16</inkml:trace>
  <inkml:trace contextRef="#ctx0" brushRef="#br0" timeOffset="126663.559">12426 15805 5884 0,'0'0'1900'0,"0"0"1228"0,0 0-1339 16,0 0-429-16,0 0 284 0,0 0 68 16,0 0-340-16,0 0-252 0,0 0-512 0,0 0-352 15,9 10-108-15,6-7 96 0,5 3 96 0,8 0 49 16,0 4-109-16,4-1-64 15,-4-2-92-15,4-1-40 0,-4-3-76 0,4 0-4 16,0-3-4-16,-4-3-72 16,4-3-12-16,-4-7-136 0,-1-3-108 15,1-3-73-15,-4-3-51 0,-4-1-48 0,-5 1-12 16,-2 4 84-16,-2-4 48 0,-3 2-24 16,-4 4 44-16,1 0-48 0,-5 4 212 15,0-1 64-15,-5 1 132 0,-3 2 172 16,-3 3 40-16,-2 0 20 0,-2 2 116 0,2 2 44 15,-2 3 16-15,3 0-68 16,0 0-84-16,0 6-48 0,0 3-156 16,-4 8 20-16,0 1 12 0,4 5 100 15,-3 5 36-15,-2 7-64 0,1 2 64 0,4 5-84 16,-3 0-52-16,2-1-36 0,2-3 0 16,3 4 12-16,-1-5 16 0,6-2 8 15,-1-3 49-15,4-6 3 0,0-1-88 0,4-6-36 16,-1 0 60-16,6-6-12 0,3 0 72 15,3-1-8-15,1-2-124 0,0-4 8 16,8 1-8-16,-4-4 60 0,4 3-60 16,0-3 4-16,0 0-8 0,0 0-36 15,0 1 28-15,-5-1-48 0,1 3 52 16,-3 0 4-16,-6 1 4 0,5-1 12 16,-7 3-4-16,2 1 64 15,-7-1 12-15,5 4-12 0,-5-3-60 0,-1 3 48 0,1-4-48 16,-4 4 76-16,0-1-76 0,0-2 60 15,-4 3-12-15,-8-1-12 0,0 1 12 16,-4 0-60-16,-3 0-44 16,-6-1-88-16,1 4-76 0,-4-7-32 15,0 1-88-15,1-3-97 0,-1-5-27 16,4-2-20-16,0 0-104 0,9-2-256 0,2-5-164 16,5 2-604-16,5-9-928 0,3 8-3169 15</inkml:trace>
  <inkml:trace contextRef="#ctx0" brushRef="#br0" timeOffset="126941.992">13148 16279 5824 0,'0'0'2636'0,"0"0"2053"0,0 0-3253 0,36 69-500 15,-20-37 132-15,-5 3 188 0,6 9-48 16,-6 1-448-16,1 2-368 0,-3 4-112 0,2 3-96 15,-3 2-100-15,0 2-72 16,0 6-12-16,-4-5-60 16,0-1-48-16,0-4 8 0,0-10 28 0,0-6 12 15,0-13 56-15,0-6-120 0,0-8-72 16,-4-5-60-16,0-6-76 0,0-3-380 16,-8-11-16-16,4-5-312 0,-4-9-140 0,-4-7-828 15,4-12-232-15,-4-4-953 0,-3-7-2291 0,2 2 3308 16</inkml:trace>
  <inkml:trace contextRef="#ctx0" brushRef="#br0" timeOffset="127132.068">13204 16510 1880 0,'0'0'652'0,"0"0"-52"16,0 0 4924-16,0 0-3892 15,0 0-267-15,47-70-109 0,-31 60-136 0,-4 4-56 16,4 0-184-16,-4 3-216 0,4-1-152 0,0 4-52 16,0 0-40-16,-4 0-100 0,-1 4-8 15,-2 2-56-15,-5 3-60 0,4 4-12 16,-8 3-36-16,0 4-72 0,0 1-32 15,-8 2-44-15,0-4-88 0,-8 0-132 0,-1-4-88 16,2-2-108 0,-5-4-240-16,4-2-248 0,-4-4-392 0,5-3-520 0,2 0-1116 15,1-6-2821-15,-4-16 745 0</inkml:trace>
  <inkml:trace contextRef="#ctx0" brushRef="#br0" timeOffset="127442.896">13594 15579 6200 0,'0'0'7201'0,"0"0"-5905"0,0 0-516 0,0 0 192 0,0 0 396 15,52 73-52-15,-36-46-420 0,-4 3-504 16,4 9-124-16,-1 2 72 0,2 10-72 0,-6 2-72 15,1 5-156 1,-3 6-40-16,-2 0-96 0,-3 5 48 16,0 1-88-16,0-4 4 0,-4 4-16 15,0-6-108-15,0-3-72 0,4-5 20 0,-4-5-56 16,0-10 92-16,4-3 40 16,-4-10-136-16,0-9-128 0,5 0-96 0,-5-8-216 15,0-5-356-15,0-3-924 0,0-3-2017 16,0 0-3027-16,0-9 6688 0</inkml:trace>
  <inkml:trace contextRef="#ctx0" brushRef="#br0" timeOffset="127922.479">14757 16116 6776 0,'0'0'6685'0,"0"0"-4813"16,84 10-500-16,-48-5-404 0,0-1 72 0,-8-1-8 15,-4 1-336-15,-4-4-488 0,-5 0-208 16,2 0-72-16,-6 0-332 0,1-4-160 0,-3 1-184 16,-2-3-340-16,-3 3-684 0,-4 0-3172 0,-4 3-3941 15</inkml:trace>
  <inkml:trace contextRef="#ctx0" brushRef="#br0" timeOffset="128093.373">14793 16408 10052 0,'0'0'1717'0,"0"0"-385"16,0 0 304-16,0 0 216 0,0 0-276 0,100 41-540 16,-64-31-400-16,0-1-156 0,3-3-56 15,6-1-108-15,-6-5-204 0,5 0-112 16,-4-5-256-16,-4-4-464 15,0-4-272-15,-1 1-204 0,1-1-368 0,-12 4-1600 16,16-7-4401-16</inkml:trace>
  <inkml:trace contextRef="#ctx0" brushRef="#br0" timeOffset="128439.613">15738 15383 13505 0,'0'0'2148'15,"0"0"-1352"-15,0 0-696 0,0 0 96 16,0 0 588-16,0 0 464 0,20 91-412 0,-12-46-468 16,-1 6-124-1,6 9-24-15,-6 8-12 0,1 4-52 16,0 10-56-16,-4 1-52 0,1 3-48 0,-2 2-108 0,-3-1 8 15,4-2 28-15,-4-3 0 0,0-5-16 16,4-5 28-16,-4-4 48 0,4-11-60 16,-4-7 60-16,4-8 4 0,0-4-4 15,1-9-64-15,-2-4-144 0,1-6-48 16,0-7-160-16,-4-2 44 0,4-10-32 16,-4 0-164-16,0 0-288 0,4-13-828 15,0-2-480-15,-4-8-1985 0,4 5-3859 0,-4-21 6973 0</inkml:trace>
  <inkml:trace contextRef="#ctx0" brushRef="#br0" timeOffset="129024.872">16925 15433 992 0,'0'0'0'16,"0"0"-952"-16</inkml:trace>
  <inkml:trace contextRef="#ctx0" brushRef="#br0" timeOffset="129535.978">16797 15316 4160 0,'0'0'1876'16,"0"0"1284"-16,0 0-1572 0,0 0-183 0,0 0 343 0,0 0-132 15,0 0-172-15,0 0-500 16,0 0-404-16,0 0-44 0,0 0-32 0,-32-54 4 15,13 54-288-15,-1 0-116 16,-12 10 44-16,0 5-60 0,-4 5-48 0,0 5 0 0,-4 9 0 16,0 5-12-1,1 8-44-15,-1 5 56 0,7 2 88 0,2 3-28 16,7 0 84-16,8 2-44 0,4 6-88 16,12-9 60-16,0 1-68 0,16-10 120 0,4-5 92 15,8-7 76-15,8-9 341 0,-4-4-305 16,3-10-180-16,1 1-40 0,-8-10-60 15,4-3 12-15,-4 0-60 16,0-3-56-16,-4-10 44 0,-4 4-72 0,0-3-88 0,-4-4-56 16,-1 3-40-16,-7-3-145 0,1 0-87 15,-5 1-160-15,-4-1-196 0,0-1-472 0,0 2-844 16,-8-2-916-16,-5 2-1909 16,6 5-1707-16,-14-3 6008 0</inkml:trace>
  <inkml:trace contextRef="#ctx0" brushRef="#br0" timeOffset="129681.44">16531 15849 1160 0,'0'0'1384'0,"0"0"4372"0,0 0-3916 0,0 0-231 16,0 0-277-16,0 0 396 0,0 0-88 16,0 0-160-16,0 0-396 0,99 19-188 15,-67-19-152-15,0 0-232 0,-4-6-160 16,-4 0-256-16,4-4-96 16,-9-3-328-16,5 1-256 0,-4-4-272 0,0 0-200 15,-4 0-524-15,-4 4-1552 0,0-1-2965 0,-4 3-1882 16</inkml:trace>
  <inkml:trace contextRef="#ctx0" brushRef="#br0" timeOffset="129844.21">16885 15830 3828 0,'0'0'444'0,"0"0"3516"0,0 0-2044 15,0 0-355-15,-4 76 27 16,8-59 20-16,0-2-156 0,0 3-172 0,0-4-340 16,0 2-276-16,0-6-224 0,0 2-204 15,0-2-236-15,0-1-88 0,-1-3-228 16,2 4-384-16,7-4-340 0,-4 1-388 15,4-4-1392-15,0 0-3013 0,12-3-879 16</inkml:trace>
  <inkml:trace contextRef="#ctx0" brushRef="#br0" timeOffset="130177.654">18013 15021 1264 0,'0'0'11473'0,"0"0"-9805"0,0 0-1024 0,0 0-140 16,0 0 640-16,0 0 492 15,0 0-576-15,0 0-644 0,0 0-316 0,-24 76-52 16,-1-36-40-16,2 6 40 0,-5 4 52 0,-8 7-16 16,0 4-12-16,-11 9 4 15,-5 6-16-15,-8 10 24 0,-8 10 16 16,-8 4-40-16,-3 8-60 0,-9 1 4 15,0 4 0-15,-3-1 0 0,8-2-4 0,-1 2-48 16,7-10 44-16,14-7 0 16,7-9-8-16,9-10-48 0,7-10 56 0,12-15-40 15,8-12 32-15,8-14-60 0,3-13 0 16,9-8-16-16,0-4-412 16,0-4 32-16,5-8-84 0,3-4-116 0,0-9-124 15,3-5-360-15,2-3-1132 0,-5 6-3529 16</inkml:trace>
  <inkml:trace contextRef="#ctx0" brushRef="#br0" timeOffset="130770.568">17606 16300 6156 0,'0'0'3116'0,"0"0"-483"0,0 0-973 16,0 0-504-16,0 0 396 0,0 0 4 0,0 0-336 16,0 0-556-16,0 0-300 0,8 83-104 15,-8-42-28-15,4 9 36 0,-4 7-12 0,4 5-76 16,-4-3-140-16,0 6-40 15,-4-2-48-15,-4 0 36 0,1-6-72 0,2-6 12 16,-3-9-64-16,4-14 4 0,4-9-52 16,0-10-160-16,-4-6-204 15,4-3-424-15,0-9-224 0,4-7-1272 0,0-9-420 0,0-1-3269 16,5-21 997-16</inkml:trace>
  <inkml:trace contextRef="#ctx0" brushRef="#br0" timeOffset="131040.597">17678 16443 3800 0,'0'0'768'16,"0"0"3508"-16,0 0-2864 0,0 0-19 16,0 0 167-16,0 0-84 0,88 0-308 15,-64 16-224-15,4 6-260 0,-1 7-152 0,-3 3-100 16,0-1-100-16,-4 7-96 0,0 0-116 16,-4 0-32-16,-4 1-80 0,0-7 64 15,0-4 128-15,-8-6 128 0,3-3 320 0,-3-9-136 16,1-4-244-16,-5-3-84 0,0 0-88 15,4-3-48-15,-4-3 24 0,0-6-72 16,8-4-72-16,-5-9-12 0,5-7 24 16,1-6-16-16,-1-5-152 15,-1-6-236-15,1 2-72 0,-3-1-28 16,3 8-36-16,3 2-128 0,2 3-200 0,-6 6-440 16,5 8-904-16,-3 1-1941 0,-6 5-2707 15</inkml:trace>
  <inkml:trace contextRef="#ctx0" brushRef="#br0" timeOffset="131679.203">18467 16780 5032 0,'0'0'508'0,"0"0"6157"16,0 0-5121-16,0 0-720 0,0 0-40 15,0 0 148-15,0 0 76 0,-84-10-288 0,68 13-388 16,-3 4-132-16,2 2-64 16,2 4 12-16,-2 3 24 0,2 6-12 0,2 10 12 15,2 6-12-15,3 3 36 0,4 7 48 16,4 2 96-16,0-6 148 0,0-2-120 15,4-7-176-15,4-6-20 0,-1-11-16 0,-3-5 16 16,9-6-87-16,-5-7-85 0,3 0-56 16,2 0 7-1,-2-10 37-15,1-6-208 0,-3 0-216 0,-6-6-188 0,1-3-180 16,-4 3-452-16,0 0-628 0,0 5-768 0,-4 2-1313 16,-8 5-203-1,0 4-1615-15,-3 2 5783 0,-2 1 39 0,6 3-39 16,2 0 0-16,1 0 1540 0,8 3-904 0,-3 1 604 15,3 2 5912-15,3-3-5159 0,1 0-821 16,9 1 196-16,-5 3-84 16,7-7-76-16,1 0-156 0,-4 0-476 0,4-4-500 15,0-3-76-15,0-5-160 0,-4 3-248 16,0-8-356-16,-4 5-180 0,-4-1-220 16,0 3-716-16,-4-2-1012 0,0 5-1965 15,0 4-495-15,0 3 4437 0</inkml:trace>
  <inkml:trace contextRef="#ctx0" brushRef="#br0" timeOffset="131810.256">18399 17005 656 0,'0'0'1800'15,"0"0"-1172"-15,0 0 2444 16,-4 86 1528-16,4-58-3135 0,0 1-569 16,0-1-68-16,4 1-16 0,0 0 4 0,0-4-172 15,0-3-356-15,0-5-164 0,0-9-48 16,4-4-76-16,0-4-412 0,0-4-220 16,0-9 16-16,-1-8-180 0,6-8-552 15,-5-9-1613-15,-4 6-3575 16,3-22 4412-16</inkml:trace>
  <inkml:trace contextRef="#ctx0" brushRef="#br0" timeOffset="131988.989">18554 16370 4348 0,'0'0'4640'0,"0"0"-495"15,0 0-3013-15,0 0 296 0,0 0 420 0,84 32-280 16,-64-29-380-16,8-3-540 15,-4 0-516-15,3-9-132 0,1-1-168 0,0-6-148 0,-4 0-296 16,1-3-320-16,-10 0-340 16,1 1-976-16,-8 4-2361 15,-4 9-3047-15</inkml:trace>
  <inkml:trace contextRef="#ctx0" brushRef="#br0" timeOffset="132180.987">18746 16504 11249 0,'0'0'2052'0,"0"0"-1404"0,-9 89-128 15,5-48 364-15,4 0 672 0,0 1-92 0,0-5-480 16,0 2-360 0,0-2-136-16,0 1-72 0,9-6-76 15,-1-3-108-15,0-4-100 0,8-9-40 0,-1-3-92 0,2-3-108 16,2-8-84-16,5-2-64 16,0-2-232-16,0-11-172 0,3-6-332 15,-2-7-356-15,3-5-752 0,-4-5-2749 0,-4 8-4483 16</inkml:trace>
  <inkml:trace contextRef="#ctx0" brushRef="#br0" timeOffset="132428.266">19236 16331 2824 0,'0'0'12045'0,"0"0"-9973"0,0 0-1376 0,0 0-200 0,-52 74 304 15,44-46 304-15,4 7-236 0,0 1-392 16,4 5-188-16,0-3-31 0,0 3-13 15,4 0-76-15,0-2-44 0,4-8-52 16,-4-3 0-16,4-5 72 0,-5-7-24 0,6-7-104 16,-1 1-8-1,0-10-8-15,4 3-76 0,0-3-104 0,-1 0-64 16,2-6-104-16,2-4-141 0,-2-2-95 0,-5-1-12 16,-1-3-52-16,-3-3-212 0,0-3-448 15,-4 2-820-15,0 1-1672 0,-4 4-1945 16</inkml:trace>
  <inkml:trace contextRef="#ctx0" brushRef="#br0" timeOffset="132704.31">19188 16662 744 0,'0'0'10901'15,"0"0"-8489"-15,0 0-1348 0,0 0-20 16,0 0 316-16,0 0 0 0,80 57-172 0,-65-57-480 16,6-9-488-16,-2-8-220 0,1-1-96 15,1-8-232-15,-6-2-200 0,1 0-156 0,0-4-216 16,-4 2-624-16,0-1-928 15,-1 5-1477-15,-2 4-823 0,3 7-372 16,-5 5 4588-16,-3 7 389 0,1 3 147 16,3 3 83-16,-4 7 2265 0,-4 9-1540 15,4-1 5288-15,-4 8-3115 0,3 0-1313 0,-3-1-592 16,0 0-32-16,4 1-192 0,1-4-128 16,-1 0-168-16,0-3-284 0,0-3-272 15,0-6-40-15,-1-1-428 0,1-5-464 0,5-4-372 16,-5 0-232-16,0-11-1020 0,0 2-2109 15,-1 0-1127-15,-3-14 4996 0</inkml:trace>
  <inkml:trace contextRef="#ctx0" brushRef="#br0" timeOffset="133073.783">19630 16183 5624 0,'0'0'7241'0,"0"0"-5209"0,0 0-1164 16,0 0 64-16,0 0 36 0,0 0-164 16,0 0-4-16,0 0-260 0,80 6-332 0,-65-3-96 15,6 1-52-15,-5-4-60 16,3 6 0-16,-2 0 0 0,-6 4 4 0,6-1 68 16,-6 7-8-16,6 0-52 0,-6 6 60 15,1 3-72-15,-3 4-4 0,2 3-4 16,-3-1 0-16,0 1 0 0,0 3-4 0,0 0-52 15,-4 0-32-15,0 0-40 16,-1 0 16-16,-3 3-16 0,5-6 4 0,-5-1 120 0,0-2 12 16,0-3 16-16,0-7-8 0,0-3 4 15,0-4 0-15,0-2 36 0,0-4-48 16,-5-3-228-16,-2 0 20 0,-1-3 24 0,-4 0 60 16,-4-6-308-16,-4-3-72 15,-3-4-180-15,-5-3-488 0,-4-3-960 16,-9-6-1697-16,13 2-2003 0</inkml:trace>
  <inkml:trace contextRef="#ctx0" brushRef="#br0" timeOffset="134594.537">19360 16306 768 0,'0'0'224'0,"0"0"884"0,0 0 3848 16,0 0-2416-16,0 0-743 15,0 0-453-15,0 0-120 0,0 0-36 0,0 0-116 16,0 0-148-16,-17-19-104 0,13 19-92 16,1 0-164-16,-1 0-84 15,-5 0-140-15,-3 6-132 0,-3 5-72 16,-1 1-40-16,-5 7-84 0,6 2 52 16,-2 6-52-16,2 1 96 0,-1 4-12 15,4 4-20-15,4-3-68 0,0 6-8 16,0-1-4-16,4 3-4 0,4 4-68 0,0-3 64 15,0 2-84-15,4-6 84 0,4 0 12 16,0-3 0-16,4-3 4 0,4-5-4 0,0-4-8 16,0-1-52-16,0-5 52 0,0-5 8 15,-1-2 8-15,-2-4 0 16,2-6-4-16,-3 0 164 0,4-3 64 0,0-10-132 16,-4-3-28-16,4-6-64 15,0-3 0-15,-4-7-8 0,0-3-60 0,-4 0-76 0,0 0-132 16,-1-3-60-16,-2 0-16 15,-1 2 28-15,-4-1-16 0,0-1-48 0,0 0 24 16,-4 3 48-16,-4 0 72 0,0 6 52 0,0 4 132 16,0 9 52-16,0 6 136 15,4 4 28-15,-4 3 44 16,4 3-84-16,-3 3 24 0,-2 10-148 0,-3-1-100 0,5 7-108 16,-6 4 8-1,5 5-8-15,-3 1-88 0,-2-1-176 0,6 4-632 16,-1-6-228-16,-1-1-420 0,1 0-521 15,5-5-783-15,-5-5-1000 0,4-5 1460 0,4-1 2128 16,-5-5 468-16</inkml:trace>
  <inkml:trace contextRef="#ctx0" brushRef="#br0" timeOffset="134773.25">19296 16723 1668 0,'0'0'588'0,"0"0"64"0,0 0 4056 16,0 0-2220-16,0 0-851 0,0 0 319 0,0 0-296 15,0 0-352-15,87 12-140 0,-63-2-328 16,0-1-300-16,4 7-112 0,0-3-72 15,0 3-24-15,-5 0-152 0,1-1-88 16,0-2-92-16,-3 0-52 0,-2-1-192 0,-3 1-220 16,4-7-148-16,-4 0-200 15,4 1-388-15,-4-7-732 0,4 0-1220 16,-5-2-2737-16</inkml:trace>
  <inkml:trace contextRef="#ctx0" brushRef="#br0" timeOffset="135258.89">20487 14904 912 0,'0'0'432'0,"0"0"8232"0,0 0-5503 16,0 0-757-16,0 0-724 16,0 0-552-16,31 82 52 15,-18-44-312-15,-5 6-172 0,7 7-152 0,-2 7-67 16,2 2-113-16,-2 10-40 0,2 6-8 0,2 9-24 16,-6 8-52-16,-3 2-180 0,1 3-60 15,-6 0 0-15,1 1-8 0,-4-4-64 0,0 1-180 16,0-8 20-16,-4-2-56 15,1-9 20-15,-1-11-12 16,-1-6 40-16,5-12-29 0,0-7-11 0,0-9-36 16,0-4-60-16,0-9-52 0,5-2-148 15,-1-11-160-15,-4-6-420 0,3-6-768 0,1-5-856 16,0-23-3773-16</inkml:trace>
  <inkml:trace contextRef="#ctx0" brushRef="#br0" timeOffset="135436.167">20905 15846 11969 0,'0'0'4372'0,"0"0"-3192"0,0 0-200 0,0 0 796 16,79-9-288-16,-58 2-519 0,3 1-641 16,0-3-328-16,-1-1-236 0,1-4-224 0,-3 2-353 15,-2 6-331-15,-3-4-436 0,-4 8-2176 16,-3 2-3401-16</inkml:trace>
  <inkml:trace contextRef="#ctx0" brushRef="#br0" timeOffset="135588.888">21065 16002 7248 0,'0'0'5921'0,"0"0"-4009"0,0 0-1204 0,0 0 144 16,0 0 700-16,0 0 84 15,0 0-352-15,0 0-664 0,84 28-451 16,-61-34-169-16,1-3-105 0,0-4-259 0,4-3-296 15,-4 0-340-15,4 0-660 0,-13 0-2572 16,13 4-4433-16</inkml:trace>
  <inkml:trace contextRef="#ctx0" brushRef="#br0" timeOffset="136260.601">22949 14697 4548 0,'0'0'364'0,"0"0"5076"0,0 0-3371 16,0 0-501-16,0 0-328 15,0 0-336-15,0 0-36 0,0 0 48 0,-88 35-112 0,69-3-56 16,-5 6-196-16,3 12-64 0,2 7 24 16,3 6 220-16,0 8-211 0,4 2-205 15,4 0-24-15,0-7-100 16,5-2-48-16,3-13-36 0,0-7-8 0,0-15-16 16,7-7-84-16,1-8 0 0,0-6-8 15,0-4-272-15,4-4-8 0,-4 0-76 0,4 0-172 16,-4-7-337-16,0 2-215 0,-5-9-212 15,1 1-356-15,-4-2-604 0,0 2-452 16,0 3-345-16,-11-2-855 0,-1 6 1084 16,-4-1 1092-16,0-3 1736 0,-4 4 1724 15,0-4 1040-15,4 1 240 16,4 3-212-16,4-5-635 0,4 9-429 0,0-1-280 0,4 0-400 16,4 3-168-16,13-3 120 15,2 0 504-15,13-1-143 0,0-3-233 16,3 4-308-16,6-6-276 0,-5-1-180 0,-1 1-124 15,1-4-172-15,-4-3-68 16,0-3-48-16,3 0-72 0,-7 1-136 16,4-6-224-16,-4 6-364 0,0-4-260 0,-4-1-173 15,0 7-543-15,-8 4-804 16,-4 3-2080-16,-4 9-657 0</inkml:trace>
  <inkml:trace contextRef="#ctx0" brushRef="#br0" timeOffset="136430.936">23204 15129 1332 0,'0'0'104'0,"0"0"992"0,0 0-144 16,0 0 5384-16,0 0-4619 0,0 0-769 0,-76 67-204 15,73-58-96-15,-5 0 124 16,3 1 100-16,1 3-140 0,0-1-172 0,0 4 0 16,1 6 148-16,-1 3-104 15,0 4-176-15,0 3-108 0,-1 0-252 0,5 3-68 16,-8-1-64-16,5 1-72 0,-1-7-208 16,0 1-308-16,4-6-536 0,0-7-404 15,0-3-1084-15,0-7-2065 0,8-3-2207 0</inkml:trace>
  <inkml:trace contextRef="#ctx0" brushRef="#br0" timeOffset="136923.822">24531 14544 9068 0,'0'0'5565'0,"0"0"-4769"0,0 0-632 16,0 0-40-16,-68 83 508 0,45-55 836 16,-5 10-420-16,-9 4-680 0,5 6-364 0,-7 6 4 15,-9 6 104-15,-4 6-48 16,-8 11-64-16,-3 2-72 0,-9 10 8 15,0 7-8-15,-7 2 64 0,-1 4-104 16,-4 2 4-16,5 0 8 0,-1-1 52 16,4-6 40-16,9-4-92 0,2-11 16 15,6-6-176-15,11-9-160 0,12-13-40 0,8-15-72 16,12-11 92-16,8-16-300 0,8-5-584 16,0-7-460-16,8-14-2201 0,8-7 749 15,0 5-1436-15</inkml:trace>
  <inkml:trace contextRef="#ctx0" brushRef="#br0" timeOffset="137240.807">24036 15719 272 0,'0'0'14081'15,"0"0"-11773"-15,0 0-1676 0,0 0-244 0,0 0 32 0,-71 86 332 0,47-51 204 16,1 6-480-16,-1 7-268 0,-1 3-60 16,1 6 36-1,5-1 8-15,3 2 40 0,4-4 96 0,8 0 161 16,4-9-201-16,0-1-188 0,8-9-100 16,3-7-12-16,2 1-36 0,2-10 44 15,2-4-56-15,6-5-120 0,1-10-64 0,0 0 11 0,4-5-31 16,0-9-40-1,0-5-64-15,0-3-96 0,-9-4-184 16,2 1-188-16,-6-3-448 0,-2-5-480 0,-6 5-640 16,-3 9-753-16,-4-9-1811 0</inkml:trace>
  <inkml:trace contextRef="#ctx0" brushRef="#br0" timeOffset="137397.7">23933 16192 1592 0,'0'0'12417'0,"0"0"-10145"0,0 0-1472 0,0 0-84 16,0 0-48-16,96 60 12 0,-68-60-44 16,-4-6-564-16,0-10-72 0,-1-3-352 15,1-6-324-15,-4-5-324 16,-4 3-456-16,0 2-856 0,-8 2-2209 0,-4 1-2687 0</inkml:trace>
  <inkml:trace contextRef="#ctx0" brushRef="#br0" timeOffset="137522.028">24161 16148 4396 0,'0'0'1744'0,"0"0"4593"0,-9 98-4665 0,9-60-940 16,0 9-12-16,0 2-168 0,0-2-112 16,0-2-16-16,4-5-276 0,-4 2-148 15,5-3-384-15,-5-5-596 0,0-5-496 16,0-1-1000-16,0 0-3313 0,-5-11-127 0,-3 2 5773 16</inkml:trace>
  <inkml:trace contextRef="#ctx0" brushRef="#br0" timeOffset="138361.186">22188 15107 2880 0,'0'0'180'16,"0"0"-180"-16,0 0 628 0,0 0 3864 15,0 0-2280-15,0 0-871 0,0 0-189 16,-20 84-168-16,17-48-96 0,3 9 168 16,-4 6-164-16,4 5-184 0,0 11-112 15,0 6-76-15,0 6-52 0,0 7-100 16,0 9-184-16,0 7-88 0,4 0-16 16,-4 2-80-16,3 5-100 0,-3-7-48 0,4-4-24 15,-4-3-184-15,4-6-24 16,-4-7 96-16,4-9-48 0,-4-9-4 0,4-7-24 15,-4-9-52-15,4-10-60 0,-4-4-148 0,5-8-296 16,-2-7-496-16,1-6-736 16,-4-4-2253-16,0-9-2195 0</inkml:trace>
  <inkml:trace contextRef="#ctx0" brushRef="#br0" timeOffset="138978.586">25355 14741 548 0,'0'0'52'15,"0"0"10349"-15,17 96-8273 16,-17-49-680-16,4 13-440 0,-1 7 0 0,1 9 224 0,-4 3-184 0,4 10-68 16,0 7-380-1,1 2-260-15,3 7-120 0,3 0-96 16,-2 2-76-16,-1-1-48 0,-1-5-8 0,1-2-176 16,1-8-144-16,-2-2-64 0,1-10 52 15,0-5 8-15,4-7-36 0,-4-13-12 16,4-7 48-16,0-5-128 0,0-14-84 0,0-3 12 15,0-6-284-15,0-8-456 0,-4-5-492 16,0-6-893-16,-4-11-2719 0,0 2 428 0</inkml:trace>
  <inkml:trace contextRef="#ctx0" brushRef="#br0" timeOffset="139246.487">25957 15684 14897 0,'0'0'3164'16,"0"0"-1920"-16,0 0-1116 0,76 7-120 0,-44-7 180 0,-1 0 240 15,1-7 244-15,0 2-636 16,0-9-36-16,1 1-376 16,-6-2-188-16,-3 2-320 0,-8-3-460 0,-4 6-1188 15,-4 1-3145-15</inkml:trace>
  <inkml:trace contextRef="#ctx0" brushRef="#br0" timeOffset="139409.992">25973 15821 560 0,'0'0'11205'0,"0"0"-7305"0,0 0-3512 0,0 0-388 0,0 0 0 0,0 0 320 16,0 0 404-16,0 0 428 0,0 0-648 15,108 41-480-15,-76-51-24 16,3-5-320-16,1-4-396 0,-8-3-516 0,0 3-808 16,-8 3-2265-16,4-1-5119 15</inkml:trace>
  <inkml:trace contextRef="#ctx0" brushRef="#br0" timeOffset="141024.849">27432 15548 2428 0,'0'0'1784'0,"0"0"492"0,0 0 580 0,0 0-959 16,0 0-397-16,0 0-200 0,0 0 92 15,0 0-160-15,0 0-212 16,0 0-192-16,0 0-276 0,7 6-320 0,-3-12-156 16,4-5-76-16,5-7 0 0,-2-4 4 15,9-7-4-15,0-9 0 16,0-1-356-16,4-4-188 0,0-1-148 0,-1-1-112 16,2 0-52-16,-5 8 40 0,-1 4 124 15,-3 5 172-15,1 5 60 16,-6 4 92-16,-3 7 176 0,0 2 192 0,-3 4 52 15,-5 6 88-15,4-3 152 0,-4 3 28 16,0 0 72-16,0 3-112 0,-4 3-76 16,-1 4 48-16,-3 2-244 0,0 7 80 15,1 7 136-15,-6 6 16 0,2 6 112 0,-2 3 104 16,2 10-32-16,3 3-24 0,0 7-40 16,3 2 36-16,1 1-40 0,1 2-72 0,3 1-24 15,-4-4-112-15,4-3-52 16,0-2-44-16,0-4-48 0,0-7-4 15,0-2-8-15,0-7-68 0,0-7 68 0,0-4-52 0,4-6-4 16,-4-5 4-16,3-3 56 16,-3-7-56-16,4 1-16 15,-4-7-72-15,0 0-84 0,5 0-276 0,-5 0-472 16,0-4-164-16,0-3-524 0,0 5-848 16,0-4-1769-16,-9-1-2863 0</inkml:trace>
  <inkml:trace contextRef="#ctx0" brushRef="#br0" timeOffset="141339.975">27447 16218 9588 0,'0'0'1793'0,"0"0"-841"0,0 0-108 16,0 0 324-16,0 0 172 0,0 0-212 15,0 0-244-15,0 0-156 0,0 0-148 0,0 0-176 16,-39 38 12-16,42-38-36 0,5 0-100 0,5 0-36 15,2 0-12-15,5 3-12 16,8-3 0-16,4 0-16 0,0 0-8 0,8-3-87 16,4-1-37-16,-1-2-24 0,10 3-48 15,-2-3-12-15,5-1 4 0,0 4-76 16,0-3-1-16,-5 0-63 16,-7-1-56-16,3 1 8 0,-6 0-60 0,-5-1 0 15,-5 4-84-15,-6 0-40 16,-1 0-60-16,-9 0-124 0,-3-1-164 0,-4 4-436 15,0 0-540-15,-8-3-872 0,4 3-2057 0,-4 0-2779 16</inkml:trace>
  <inkml:trace contextRef="#ctx0" brushRef="#br0" timeOffset="141618.372">28938 16252 9520 0,'0'0'8949'0,"0"0"-7133"0,0 0-1072 0,0 0-220 0,0 0 241 0,0 0 327 15,0 0-20-15,0 0-408 16,0 0-424-16,0 0-240 0,0 0-148 15,19 7-200-15,-23-7-220 16,1 3-180-16,-1-3-208 0,-4 3-345 16,-1 0-887-16,2-3-2012 0,-9 11-2753 0,48-38-1023 15</inkml:trace>
  <inkml:trace contextRef="#ctx0" brushRef="#br0" timeOffset="164576.318">20762 11046 10888 0,'0'0'5873'0,"0"0"-4817"0,0 0-612 15,0 0 184-15,0 0 452 0,0 0 28 0,0 0 25 16,59-80-417-16,-27 58 56 15,8-4-144-15,12-9-156 0,12-2-16 0,7-10-84 0,9-5-144 16,8-2-56-16,7-7-76 16,1 5-48-16,-1-2-48 15,5 2-172-15,-9 1-12 0,-3 5-44 0,-8 2 0 16,-8 7-156-16,-5 2 116 16,-11 4-80-16,-7 7-12 0,-10 2-196 0,-11 8-812 0,-8 5-633 15,-12 3-707-15,-8 10-1260 0,-4 0-189 16,-24 16-2491-16</inkml:trace>
  <inkml:trace contextRef="#ctx0" brushRef="#br0" timeOffset="164771.143">20997 11350 14365 0,'0'0'1984'0,"0"0"-1300"0,0 0-436 16,0 0-48-16,0 0 272 0,0 0 316 15,75-60 476-15,-15 13-384 0,11-14-356 16,17-9-51-16,8-3-169 0,0-2-160 0,0 1-144 16,-4 8-116-16,-6-1-4 15,-2 6-52-15,-4 1-145 16,-8 2-255-16,-12 2-304 0,-4 5-548 0,-21 12-1488 0,-7-11-3769 16</inkml:trace>
  <inkml:trace contextRef="#ctx0" brushRef="#br0" timeOffset="165055.052">21710 9883 13669 0,'0'0'1984'0,"0"0"-1932"0,0 0 72 0,84-28 544 16,-44 16 168-16,8 5-108 0,-1 0-320 15,9 4-184-15,4 3-64 0,-4 3 36 0,4 14-160 16,-5 1-36-16,-7 8-196 0,-9 9 24 15,-3 3-124-15,-12 10 24 0,-7 5 0 16,-10 8 76-16,-7 6 32 16,-3 3 88-16,-14 2 76 0,-2 5 4 0,-9-5 0 0,0-2-4 15,0-5 0 1,0-7 12-16,0-6-12 0,4-4-60 0,1-6-64 16,-1-11-60-16,3-4-168 0,6-7-224 15,2-7-444-15,6-10-844 0,7-12-2793 0</inkml:trace>
  <inkml:trace contextRef="#ctx0" brushRef="#br0" timeOffset="165847.102">23061 8499 11821 0,'0'0'2092'16,"0"0"-724"-16,0 0-196 0,-32 89 344 15,28-53-284-15,4 2-168 0,0-1-332 0,12-2-220 16,8-3-208-16,8-4-11 0,8-5-65 15,3-11 4-15,13-5-64 0,0-7-60 16,11-7 52-16,2-12-160 0,2-9-4 0,1-4-68 16,-1-6-28-16,-7 0-116 15,0 0-4-15,-8-1-20 16,-5 5-16-16,-6 2-25 0,-5 0 37 16,-4 1 64-16,-8 1-52 0,-5 2 24 0,-6 0-12 15,-10 6 124-15,-3 3 96 0,0 3 216 16,-3 6 4-16,-14 3-172 0,2 0 148 15,-6 7 8-15,-7 5-192 0,-3 7 64 16,-5 11 32-16,-5 5 12 0,-6 10 88 0,-1 6-87 16,-3 4 87-16,2 0 8 15,2 2 4-15,3-2-4 0,4-3-32 16,8-1-76-16,8-6 0 0,4 0 36 0,5-5-20 16,7-5-16-16,3-3-100 0,5-3-8 15,13 1-4-15,2-4 4 0,13 0 44 0,4-1-44 16,8 2-12-16,0-5-60 15,7 2 0-15,-2-2 12 0,-2 4-16 0,1 1 68 16,0 2 4-16,-9 0-8 0,-3 0 12 16,-4 1 4-16,-7 2 120 0,-10 3 68 0,-2 3-12 15,-9 2-84-15,0 5-20 16,-9-3 8-16,-6 3-12 0,-2-7 0 16,-7 5 0-16,1-8-12 0,-5-3 0 0,0-2-12 0,4-7-48 15,-4-1-44 1,0-8-16-16,5-1-328 0,-1-6-164 15,0-3-212-15,3-9-157 0,2-8-311 16,3-2-680-16,4-6-1064 0,8 9-2313 0,4-13-3783 0</inkml:trace>
  <inkml:trace contextRef="#ctx0" brushRef="#br0" timeOffset="166260.304">24395 9401 380 0,'0'0'11233'0,"0"0"-8893"0,0 0-924 0,0 0-184 16,0 0-24-16,0 0-52 0,0 0-296 16,-11 67-420-16,11-54-208 0,-4-1 12 15,4 4 0-15,0 6-24 0,0 4-24 0,0 5-16 16,4 7 16-16,0 10 33 16,-1 6 135-16,5 10 120 0,-4 8-264 0,1 4-148 0,-5 4-24 15,0-1-48-15,-5 1-48 0,1-8-108 16,4-8-16-16,-4-7 28 15,4-11 36-15,0-13-40 0,0-3-80 0,0-11-76 16,4-10-61-16,-4-6-23 0,0-3-272 0,4-9-332 16,-4-13-572-16,5-10-444 15,-1-10-420-15,-4 11-1485 16,0-33-2415-16</inkml:trace>
  <inkml:trace contextRef="#ctx0" brushRef="#br0" timeOffset="166490.852">24360 9481 11281 0,'0'0'1740'0,"0"0"-912"0,0 0-64 0,0 0 232 0,0 0-52 16,95-32-236-1,-71 28-188-15,0 4-84 0,0 0-56 16,0 0 52-16,-4 4-200 0,-1-2-224 0,-2 4-8 16,-10 1 52-16,2 0-52 0,-5 3 0 15,-4 2-52-15,-4 7-68 0,-12 0-16 0,-5 3-100 16,-2 0-108-16,-9-3 60 0,1 4 124 15,-2-8 24-15,1-1-52 0,5-9-208 16,-1-1-188-16,4-4-436 0,3-9-848 0,10 2-2377 16,-9-15-2871-16</inkml:trace>
  <inkml:trace contextRef="#ctx0" brushRef="#br0" timeOffset="166861.385">25351 8864 12837 0,'0'0'1980'15,"0"0"-1020"-15,0 0 44 0,0 0 88 0,0 0-56 16,100 7-312-16,-68-10-284 0,1-3-256 0,2-5-104 15,1-2-80 1,-4 1-220-16,0-1-456 0,-8 4-208 0,-5 2-380 16,-6 1-1676-16,-13 6-4721 0</inkml:trace>
  <inkml:trace contextRef="#ctx0" brushRef="#br0" timeOffset="167007.195">25292 9147 11537 0,'0'0'2644'0,"0"0"-1684"0,0 0-292 0,0 0 648 0,0 0-40 16,0 0-232-16,84 47-356 0,-53-47-568 0,5 0-120 16,9-6-512-16,-2-7-300 15,0 4-544-15,-6 0-1656 0,18-7-3513 0</inkml:trace>
  <inkml:trace contextRef="#ctx0" brushRef="#br0" timeOffset="167654.715">26770 8064 1668 0,'0'0'8168'0,"0"0"-6827"0,0 0-277 0,0 0 76 16,16-67 380-1,-12 64-120-15,-4 0-264 0,0 3-396 0,0 0-184 16,0 0 8-16,0 0-60 0,0 3-76 16,0-3-100-16,-8 10-20 0,-4 3-176 15,-4 13-132-15,-8 11-120 0,0 14 120 16,-4 12 12-16,-4 14 96 0,1-1-108 0,-1 6-4 15,0-3-152-15,8-8-28 0,4-7-160 0,8-17 152 16,4-9 68 0,8-10-24-16,0-12-72 0,4-3-172 0,9-7-76 15,-2-3 36-15,5-3 260 0,4 0 112 0,-4 0-40 16,4 0-24-16,4-3 36 0,-8 3-36 16,3 3 76-16,2 7 48 0,-6 10 296 15,-2 5 112-15,-2 2-100 16,-7 12-12-16,0 2-24 0,-4 4 24 15,0-1-28-15,0 7-108 0,0 3-40 16,0 0 52-16,0 4 48 0,-4-2-24 16,0-2-76-16,0-2-60 0,4-8-60 0,0-6-60 0,0-7-48 0,8-2-76 15,5-7-280 1,2-6-260-16,5-7-212 0,4-2-76 0,4-7-868 16,-8-3-1208-16,19-22-2857 0</inkml:trace>
  <inkml:trace contextRef="#ctx0" brushRef="#br0" timeOffset="168137.944">28009 8229 4348 0,'0'0'10001'0,"0"0"-8925"0,0 0-1068 15,0 0 316-15,-79 93 708 0,55-46 96 0,-1 10-164 16,-3 14-472-16,1 4-100 0,-1 10 48 16,-3 5 0-16,-6 1-136 0,5 5-96 15,0-6-40-15,4-8 4 0,13-9-28 16,3-9 16-16,7-14-3 0,5-12 3 16,17-9-52-16,3-7-48 15,3-10 292-15,5-5-184 0,13-7-156 0,-2-9 52 0,9-11 8 16,4-12-72-16,0-5-4 15,4-11-120-15,-5-10-104 0,5-5-40 16,0-7-36-16,-4-2-25 0,-1-11 53 0,1-2 20 16,-8-8 36-16,0 0 124 15,-8-2-28-15,-5 3 16 0,-6 7 32 16,-10 6 64-16,-2 11 12 0,-13 12 156 0,0 11 124 16,-13 13 108-16,-6 7 113 0,-9 9-161 0,0 3 12 15,-8 7-64-15,4 6-44 0,-4 0-52 16,0 10-60-16,0 5-132 0,0 8-12 15,1 2-84-15,-1 7-12 0,-1 3-12 16,2 0-60-16,3 2-76 0,4 1-288 16,0 1-213-16,5-4-179 0,2 0-524 15,1-3-832-15,9-6-2232 16,-6-1-2809-16</inkml:trace>
  <inkml:trace contextRef="#ctx0" brushRef="#br0" timeOffset="168340.746">28017 8731 11033 0,'0'0'2512'0,"0"0"-624"16,40 76-24-16,-16-40 76 0,0-5-424 0,3 4-299 15,1 0-477-15,4-4-232 0,5-5-240 16,-5-1-148-16,3-2-76 16,-3-1-44-16,0-6-12 0,-4 3-48 0,4-4-60 15,-4 2-196-15,4-5-192 0,-4 1-112 16,0-1-85-16,-1 1-23 0,4 0-192 15,-6-7-776-15,3 0-1180 0,-8-2-2125 16,4-4-2355-16</inkml:trace>
  <inkml:trace contextRef="#ctx0" brushRef="#br0" timeOffset="169041.328">29208 7832 6808 0,'0'0'3060'0,"0"0"-1243"0,0 0-661 0,0 0 320 16,0 0 176-16,0 0-452 0,0 0-492 15,0 0-412-15,100-35-148 0,-72 23-36 16,4-1-24-16,-5 1-80 0,1 2-8 0,-4 1-100 16,-3 2-12-16,-2 7 28 15,-3 0 72-15,-4 0 12 0,-3 13 44 0,-6 3 164 16,-3 6-32-16,0 6-32 0,-3 8-20 16,-14 1-24-16,2 8-16 0,-6-1-32 15,-3 5-52-15,0-5 0 0,5-1 12 16,-1-1-8-16,4-7 4 0,4-4 4 15,4-1 0-15,4-5-8 0,4 0 4 0,0-2 64 16,-4-2 52-16,4 2 0 16,0-1-76-16,0 0-48 0,-4 4 8 15,4 2 40-15,-4-2 16 0,0 2-52 16,4 4-4-16,0 0 52 0,0-1 0 0,0 5 0 16,4 2-60-16,4-4-12 0,4 5-36 15,-1 2-24-15,2 1 24 0,2-2 36 16,-2 5 0-16,-5-1 4 0,-1 4 8 0,2 3 84 15,-5-4 64-15,-4 4 60 0,0-3-40 16,0-1-8-16,-4 1 12 0,-5-7-4 16,-2 0-8-16,-6-3-40 0,2-6-48 0,-1 0-72 15,0-6-76-15,0-1-116 16,0-9-384-16,0 0-204 0,4-7-256 16,5-5-924-16,-6-4-3993 0</inkml:trace>
  <inkml:trace contextRef="#ctx0" brushRef="#br0" timeOffset="169188.514">29990 9410 9036 0,'0'0'11749'16,"0"0"-11577"-16,0 0-172 0,0 0-536 15,-17-66-564-15,-7 50-1312 0,1 3-1480 0,-29 4-8029 16</inkml:trace>
  <inkml:trace contextRef="#ctx0" brushRef="#br0" timeOffset="173903.581">29388 8560 1356 0,'0'0'5492'0,"0"0"-5416"0,0 0 276 0,0 0 388 0,0 0 1732 16,0 0-1055-16,0 0-341 0,0 0-160 16,-12 19-156-1,12-13 60-15,0-3 164 0,0 0-224 16,0 3-116-16,0-2 108 0,0-1 96 0,4 0-112 16,-4 3-140-16,4-2-240 0,-4-1-188 15,4 1-120-15,-4-2-36 0,3-2 0 0,1 3 72 16,1-3-12-16,3 3-64 0,0 1-8 15,4-2-44-15,4 3-4 0,0-5-12 16,-1 0-40-16,6 0-44 0,-6 0-28 0,5 0 40 16,-4-5-124-16,0 3-52 15,0-2-44-15,-4 1-64 0,0-2-164 16,-5 1-196-16,2 1-400 0,-9 3-684 16,4-4-1244-16,-4 1-3017 0</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29:15.081"/>
    </inkml:context>
    <inkml:brush xml:id="br0">
      <inkml:brushProperty name="width" value="0.05292" units="cm"/>
      <inkml:brushProperty name="height" value="0.05292" units="cm"/>
      <inkml:brushProperty name="color" value="#7030A0"/>
    </inkml:brush>
  </inkml:definitions>
  <inkml:trace contextRef="#ctx0" brushRef="#br0">6586 3344 5532 0,'0'0'1796'16,"0"0"-784"-16,0 0-508 0,0 0-112 15,0 0 252-15,0 0 92 0,0 0-191 0,0 0-289 0,0 0 2340 16,0-4-1244-16,0 1-456 15,4 3-360-15,7 0 136 0,2 0 280 16,6 0-80-16,1 7-296 0,4-5-196 16,1 1-24-16,1 4-136 0,2-4-64 0,4-3-72 15,5 4-72-15,-1-4 100 0,3 0 20 16,5 0 160-16,-4 0 245 0,7 0-333 0,-2 0-68 16,-2 0-128-16,2 0 112 15,-2 0-24-15,5 0-84 0,-4 0-12 0,-1-4-64 16,2 4 64-16,-6 0 12 15,1 0 0-15,0 0 0 0,0 4-12 16,-1-4 44-16,10 2-40 0,-6 2 40 16,5-2 116-16,-1 2-116 0,2-4-40 0,3 2 52 15,-9-2-8-15,6 5-48 0,-2-5-4 16,1 0 4-16,-5 0 0 0,2 0-24 0,2 0 24 16,-2-5 52-16,-2 5-52 0,0 0-44 15,2 0 44-15,-2 5 0 16,-2-3 0-16,2 5 48 0,-3-2-44 0,0 2 44 0,0 0-48 15,-1-1 0 1,1 4 24-16,-3-4-24 0,-2 0 0 16,1-3-8-16,-4 1-4 0,3-4-84 0,-3 0 96 0,0 0-8 15,0 0-76-15,0 0-8 16,0 0 92-16,-1-4 0 0,1-2 0 16,0 3 0-16,0 0-8 0,-4 0-36 0,0-4 36 15,0 4-44-15,0 0-32 0,0 0 80 16,0-4 4-1,-4 4 4-15,4 3-4 0,-1-4-48 0,1 4-4 0,0 0 44 16,4 0 8-16,0 0-8 16,0 0 0-16,4 0 8 0,0 0-8 15,0-2 0-15,-5 2-76 0,5 0 0 0,0-3 84 16,-4 0 8-16,8 3-4 0,-4-4 4 16,0 2 56-16,3 2-60 0,-3-5 0 0,0 3-4 15,0 2-52-15,0-4 48 0,-4 4-4 16,3-2-64-16,1 2 4 15,-4 0 68-15,4-4 0 0,-4 2-52 16,4 2 44-16,0-7-64 0,-4 7 64 16,7-7 8-16,-3 4 0 0,5 1 8 0,-2 2 0 15,-3-4 40-15,3 4 0 0,2 0 72 16,-2 0-8-16,5 4-16 0,-4-2 48 16,4-2-132-16,-5 0 60 0,6 0 28 0,-6-2 8 15,1-5-96-15,4 0 36 0,-4-2-48 16,-1-1-44-16,6 1 44 15,-6-1 12-15,-3 0-8 0,5 4 0 16,-2 3 4-16,-3 0-4 0,-1 3 80 0,1 0-36 16,-4 0 36-16,0 0 64 0,0 0-28 15,-4 0-24-15,0 0 156 0,0 0-92 0,-4 0-64 16,0-3-48-16,-1 3-44 0,1-3 0 16,-4-1 8-16,5 4-4 0,-6-3 52 15,1 3-48-15,0 0 60 0,0 0 36 16,0 0-24-16,0 3 48 0,-4 1-72 0,4-1 16 15,-1-3-28 1,-2 3 0-16,-2 0-36 0,-2 0-12 0,2-3 4 16,-2 3-4-16,-2-3 0 0,-3 0-8 15,1 3-52-15,-2 1-12 0,-3-4 20 16,0 3-32-16,0-3 36 0,0 3-24 0,-4-3 0 16,4 3-72-16,-4-3-72 0,0 3-52 0,0-3-92 15,-4 4-28-15,0 3-120 0,-4-2-148 16,-8 2-257-16,-4 6-823 0,0-3-2504 15,-23-2-3965-15</inkml:trace>
  <inkml:trace contextRef="#ctx0" brushRef="#br0" timeOffset="1703.155">13570 3171 5872 0,'0'0'1144'16,"0"0"996"-1,0 0-163-15,0 0-681 0,0 0-300 0,0 0-104 16,0 0-72-16,0 0-64 0,0 0-188 16,0 0-172-16,-72 32-72 0,68-32-36 15,4 0-28-15,0 0-88 0,0 0-60 0,0 4-24 16,8 2 8-16,4 0 16 0,8 4 148 16,4 2 552-16,8 4-480 0,3 0-176 15,2 0-56-15,3 0-92 0,3 0 80 0,1-7-88 16,0 5 0-16,4-6 12 0,3-1-12 15,5-1-8-15,4 0 8 16,4-2 0-16,-1-4 52 0,5 0-48 0,-3 0 40 16,2 0-40-16,-3 0 52 15,7-4-8-15,-3 2-44 0,4-2 0 0,-4 2 4 16,3 2-8-16,-3 0 8 0,0 0 56 16,-8 0-64-16,4 0-12 0,-9 2 4 15,1 2 4-15,0 2-68 0,-4-4 16 0,4 5 52 16,-5-3-52-16,1-4 48 0,-5 3-4 15,5-3-100 1,0 0 108-16,-4 0-144 0,0 0 88 0,-5 0 56 16,6 0-68-16,-6 0-28 0,5 0 40 15,-4 0 0-15,0 3 4 0,3-3 56 16,-2 2 4-16,-2-2-4 0,5 0-8 0,0 0 8 16,4 0 52-16,4-2 32 0,-5-4-84 15,-3 2-128-15,4 2 128 0,-1-5-12 16,-2 3-96-16,3 2 108 0,-5-2 4 0,1 4 0 15,-1 0 4-15,-2 0 64 16,-2 0 28-16,2 6-52 0,-6-2-36 16,1 3-12-16,-5-1 48 0,-3-3-48 0,0 2-8 15,-4-1-40-15,0-1 48 0,-4 1 12 16,0 2-4-16,-1-3 4 0,-2 0-8 0,-1 1-4 16,-1-1-4-16,-2 0 4 0,-6 0-4 15,6 0 4-15,-6 0 0 0,2 0 12 16,-2 1 88-16,1-1-16 0,0-3-24 15,0 0 16-15,1 0-28 16,-6 0 0-16,9 0 272 0,-4 0-188 16,0 0-120-16,4 0 64 0,-4 0-16 0,-4 0 12 15,-1-3 0-15,2 3-20 0,-1 0-40 16,-4-4 108-16,-1 4-24 0,1 0-44 0,-4-3 20 16,0 3 48-16,5 0-60 0,-5 0 40 15,0 0-28-15,0 0 220 0,0 0-99 16,4 0-69-16,-4 0-64 0,0 0 24 0,0 0-80 15,0 0-4-15,0 0-48 0,0 0 0 16,0 3-60 0,-4-3-4-16,-1 0-69 0,-2 4-99 0,-5-1-108 15,-1-3-112-15,2 3-272 0,-6 3-280 16,6-6-520-16,-1 7-1040 0,0-7-2129 16,-11 0-2903-16</inkml:trace>
  <inkml:trace contextRef="#ctx0" brushRef="#br0" timeOffset="2617.67">17124 2344 3588 0,'0'0'2240'15,"0"0"-1276"-15,0 0-420 0,0 0-140 16,0 0 1228-16,0 0 665 0,0 0-773 16,0 0-860-16,0 0-208 0,0 0-12 15,-80 56-4-15,61-30-36 0,-2 5 32 0,1 4-56 16,1 6-92-16,-1 7-88 0,4-1-12 16,0 11-104-16,4 0-12 0,4 5-72 15,4 3-76-15,0 5 36 0,4-2 32 0,0 4-48 16,8-3 52-16,0-3-8 0,4-4 4 15,4-3-52-15,0-10 56 0,4-5-36 16,4-7 40-16,8-5 164 0,0-8-16 16,7-6 88-16,1-7-100 15,0-3-48 1,8-9-44-16,-4 0-44 0,-1-9-36 16,9-10 24-16,0-3 12 0,0-13-76 0,4-3 4 0,-4-6 64 0,-5-7-124 15,1-6 128-15,0-4-100 0,-9-3 92 0,-2-2 12 16,-1 0-60-16,-12-8-52 15,-5 1-124-15,-7-6-52 0,-4 4 88 16,-8-2 140-16,-4 4 60 0,-12 6-4 0,-3 10 8 16,-5 6 4-16,-8 9 40 15,-4 9 4-15,-1 6 32 0,-2 8 156 0,-5 10-68 16,4 2-60-16,-4 7 52 0,5 0-152 16,-6 10 48-16,6 2-60 0,-1 5-72 0,-4 6-164 15,8-2-4-15,1 5-68 16,-1 2-88-16,8 1-180 0,4-4-672 15,0 6-1000-15,12-8-1809 0,0 13-1367 16</inkml:trace>
  <inkml:trace contextRef="#ctx0" brushRef="#br0" timeOffset="3301.409">19981 3416 5136 0,'0'0'1096'16,"0"0"-356"-16,0 0 3401 0,0 0-2653 0,0 0-36 15,0 0-24-15,0 0-256 0,0 0-156 16,0 0 0-16,0 0-132 0,0 0-320 0,-8 44 68 15,16-40-228-15,4-4 92 16,4 3 137-16,3 0-317 0,2 0-196 0,3 0-24 16,8 3 4-16,11-2-4 0,1-1-12 15,7 0-84-15,-2-3-36 0,3 0 32 16,-5-3-8-16,-3-4 12 0,4 4-4 0,0-6-4 16,-5 3-4-1,6-4 0-15,-10 4-72 0,1-4 8 0,-8 4 16 0,-4 0-12 16,0-1-36-16,-8 4-12 0,-1-3-64 0,-6 6-8 15,-6-3-16 1,-3 3-49-16,0-4-35 0,-4 4-132 16,0 0-284-16,0 0-208 0,-8 0-304 0,1 0-496 15,-10 0-1280-15,6 4-2281 0,-17-1-1395 16</inkml:trace>
  <inkml:trace contextRef="#ctx0" brushRef="#br0" timeOffset="16802.209">1346 7197 7096 0,'0'0'1548'0,"0"0"2617"0,0 0-3477 16,-3-80-164-16,-6 55 184 0,1 4 236 0,0-1 512 15,1 5-268-15,-2 4 56 0,1 7-204 16,1 0-68-16,-1 6-195 16,-1-3-85-16,-6 3-232 0,2 0-208 15,-2 0-132-15,-9 3-60 0,0 7-52 16,-1-1-8-16,-6 7-48 0,4 6-12 0,-5 6 0 0,4 8-24 16,0 8 36-16,0 3-60 15,4 8 12-15,8 2-16 0,-4 6-56 16,7 0 84-16,6-2 0 0,-1-1-88 15,8-12 28-15,0-6 36 0,0-7-28 16,8-10 4-16,4-6-36 0,0-6-40 16,8-1-61-16,3-9-131 0,5 0-220 0,4-3-28 15,9-12-344-15,2-4-800 16,-3-9-444-16,0-1-244 0,-4-2-429 0,-4 2 197 0,-8 5 876 16,-1 4 520-16,1 4 236 15,-8 10 896-15,0 3 184 0,-4 3 1760 16,-4 7 856-16,0 3-72 0,0 2-335 0,-4 5-557 15,0-1-344-15,0 3-60 16,4 0-156-16,-8-1-188 0,4-1 12 0,0-7-328 16,-1-4-332-16,2-2-256 0,3-4-64 15,0-3 64-15,3 0 40 16,2-6-40-16,6-7-12 0,-2-3-124 0,3-6-136 16,-5-3-36-16,2-3 100 0,-6 2-40 0,1 3 76 15,-7 7 112-15,-2 7 48 0,-3 2-76 16,-3 1 16-16,-6 6 8 0,-3 0 64 0,1 0 308 15,-2 0-96 1,6 0-4-16,-5 6-156 0,3 1-52 0,-2 2-176 16,3 4-56-16,-1-1-128 15,5 2-72-15,1-5-280 0,3 1-808 0,0-3-1504 16,0-5-3381-16</inkml:trace>
  <inkml:trace contextRef="#ctx0" brushRef="#br0" timeOffset="17123.364">1681 7569 10452 0,'0'0'1969'16,"0"0"-1585"-16,0 0-152 16,32 69 720-16,-24-39 728 0,-4-2-212 0,0 1-292 15,-4-4-324-15,0-3-288 0,3-3-444 16,-3-3-120-16,4-6-196 0,1-8-96 0,-1-2-140 16,8 0 16-16,-5-9-44 0,10-7 128 15,2-6-152-15,1-7-28 16,0-3 164-16,-4 1 68 0,4 5 80 0,-8 4 124 15,0 7-48-15,0 8-4 16,-4 1 128-16,0 6 100 0,0 0 496 0,-4 6 88 16,4 8-48-16,-1 0-116 0,2 5-152 15,-5 2-192-15,4 0-44 0,-5 2-56 16,1 2 32-16,1-3 104 0,-1 3 8 0,0-2-208 16,-4-4-12-16,4-3-160 15,-4 0-72-15,4-6-200 0,-4-5-60 0,3-2-204 16,1-3-448-16,0 0-800 0,1 0-2001 15,3-18-1979-15</inkml:trace>
  <inkml:trace contextRef="#ctx0" brushRef="#br0" timeOffset="17533.839">2434 7429 13253 0,'0'0'3884'0,"0"0"-3076"0,0 0-588 16,0 0 140-16,-80 49 252 0,53-24 284 15,-5 3-52-15,4 4-408 0,4-4-216 0,7-2-76 16,2-5-56-16,7-5-88 15,3-6-68 1,5-3-124-16,0 0-40 16,5 1 12-16,7-1 64 0,3-1 108 0,9 1-4 0,1-2-56 0,3 2-12 0,-4 0-16 15,4-4 88-15,-9 3-28 0,1-4-8 16,-4 5 76-16,-4 0-4 0,-4 3 12 16,-4-4 72-16,0 3 208 0,-1 1-48 15,-3 2-72-15,0 1-40 0,-3 3 28 16,-5-4-112-16,-4 4-36 0,4-2-144 0,-4-2-124 15,4-6-208 1,0 1-148-16,4-7-124 0,0 0-240 0,0-10-728 16,0-9-836-16,4 7-693 0,0-23-3603 15</inkml:trace>
  <inkml:trace contextRef="#ctx0" brushRef="#br0" timeOffset="17682.747">2669 7706 12553 0,'0'0'2164'0,"0"0"-1748"0,0 0-228 15,4 72 668-15,-4-46 1100 0,-4-1-236 16,0-2-536-16,-4-4-564 0,4-4-456 16,-4-5-164-16,4 0-376 0,4-8-284 15,-4 1-48-15,4-3-260 0,-3-5-896 16,3-5-3140-16,-5-15-2965 0</inkml:trace>
  <inkml:trace contextRef="#ctx0" brushRef="#br0" timeOffset="17824.845">2717 7436 13965 0,'0'0'2288'0,"0"0"-1976"0,0 0-140 0,0 0 52 15,0 0 76-15,0 0 108 0,0 0-408 16,0 0-24-16,0 0-212 0,0 0-436 0,0 0-1000 16,84 21-3025-16,-73-11-5531 0</inkml:trace>
  <inkml:trace contextRef="#ctx0" brushRef="#br0" timeOffset="18233.344">3135 7624 13105 0,'0'0'4004'0,"0"0"-3076"0,-59 65-224 0,34-32 656 0,1-2 212 16,1 4-383-16,7-6-413 0,4-3-376 15,3-8-256-15,9-1-140 0,-3-9-4 16,3-1-108-16,3-4-88 0,10 0-68 0,-1-3 20 15,8-3 4-15,4-7 96 0,-1-5-160 16,5-11-120-16,0-6-109 16,0-6-27-16,4-3-172 0,-4-7-172 0,0-6-216 15,0 4-180-15,-4-8-168 16,-5-2-84-16,-6 0 188 0,-5-3 16 16,-5-1 135-16,-3 6 725 0,0 5 488 0,-3 11 864 15,3 10 397-15,0 14-29 0,0 8-100 16,0 7 28-16,0 3 100 0,0 0-104 0,0 10-192 15,0 5-228-15,0 5-344 16,-4 10-36-16,0 12 48 0,-1 9 324 16,1 3 281-16,0 4-329 0,0-2-196 15,-3 1-280-15,-1-3-204 0,3-2-12 16,-3-8-36-16,5-3-12 0,3-12-84 0,-4-10-124 16,4-4-216-16,0-5-156 15,4-6-129-15,3-4-107 0,6 0-436 0,2-4-788 16,2-8-608-16,2-1-1253 0,-6 3-355 0,6 1 196 0</inkml:trace>
  <inkml:trace contextRef="#ctx0" brushRef="#br0" timeOffset="18732.763">3430 7711 4376 0,'0'0'4372'16,"0"0"-1839"-16,0 0-433 0,24 83-300 0,-12-60-80 15,0-2-444-15,-1-5-412 0,2-6-200 16,-1-3-68-16,4-4-96 0,3-3-368 0,2-6-132 16,3-8-160-16,-5-4 112 0,5-8-160 15,-4-2-72-15,0-4-60 16,0 0 68-16,-4 0 124 0,-8 3 140 0,0 8 8 0,-8-2 12 15,0 7 160-15,0 7 60 16,-8 3 100-16,-5 6 132 16,2 0 24-16,-5 9-284 0,-4 7-116 0,0 3-28 15,1 7 72-15,-5 2 137 0,3 3 279 16,6 1 44-16,-2 0-372 0,2 0-220 16,2-10-120-16,6-2-208 0,3-8-216 0,0-5-53 15,4-4 41-15,0-3-44 16,4-3-84-16,4-11-396 0,3-2-280 0,6-9-176 15,-1-3-192-15,7-4 44 16,-3 1-489-16,4 2 309 0,-4 4 836 16,4 2 1028-16,-4 10 428 0,-1 5 1156 15,2 8 173-15,-5 0-409 0,0 12-240 0,0 4-560 16,-1 3-208-16,2 9 140 0,-6-2 188 16,1 5-24-16,1 4-244 0,-6 0-24 15,1 0 132-15,1 0-160 0,-9 3-92 0,0-3 16 16,-5 0-24-16,-3-3 24 0,0-4-4 15,1-6-8-15,-2-7-4 16,5-5-48-16,4-3-72 0,0-7-40 16,0 0-12-16,0-10-84 0,13-2 0 0,-2-8-304 0,6-5 120 15,6 0 124-15,1-4-4 0,0 1-80 16,4 2-52-16,-4 1 72 0,4 3-60 16,-5-3-52-1,5 3-356-15,-4-1-312 0,1 4-180 0,-1-3-732 0,-13 9-1300 0,5-6-3941 16</inkml:trace>
  <inkml:trace contextRef="#ctx0" brushRef="#br0" timeOffset="19806.91">892 8604 8612 0,'0'0'2236'0,"0"0"-1511"15,0 0-369-15,0 0 620 0,0 0 548 16,80 0-628-16,-48 0-356 0,4 0 80 0,7 0 116 16,13 0-104-16,4 0-100 0,11 0-40 15,9 0 72-15,8 0 72 16,4 0-208-16,3 3-160 0,1 0-60 0,3-3-48 15,1 0-40-15,4 0-108 0,7-3 68 16,5-3-76-16,7-4 0 16,1 1-4-16,7-1-36 0,5 1-84 0,-5-1-16 15,0 7 88-15,1 0-84 0,-8 3-4 16,-5 0 40-16,-4 3 88 0,-3 3 8 0,-5 1 0 16,-6 2 0-16,-6 1-4 0,-12-1-96 15,-6-3 4-15,-10 4 36 0,-7-4 52 0,-4 1-116 31,-13-3 64-31,2-4-88 0,-10 0 28 0,-3 0-52 0,-4 0-72 16,-4 0-40-16,-4-7-84 16,-4 3 12-16,-1-2-152 0,-7 3-200 15,1-4-312-15,-5 4-544 0,-4 0-932 0,0 0-2693 0</inkml:trace>
  <inkml:trace contextRef="#ctx0" brushRef="#br0" timeOffset="20383.174">5362 7536 132 0,'0'0'4988'0,"0"0"-3712"16,0 0 5385-16,0 0-4985 0,0 0-380 15,0 0-68-15,-91 42-4 0,75-13-228 0,-4 2-164 16,0 11-124-16,4 6-232 0,0 2-208 16,4 4-75-16,5-3-145 0,3-6-48 15,4-4-72-15,0-9-85 0,4-7-99 0,3-6-72 16,5-10-172-16,4-2-48 15,8-7-200-15,3-4-260 0,6-8-868 16,-1-9-1180-16,-9 1-2221 0,14-15-2535 0</inkml:trace>
  <inkml:trace contextRef="#ctx0" brushRef="#br0" timeOffset="20657.471">5602 7832 156 0,'0'0'3276'0,"0"0"-1716"0,0 0 3668 0,28 67-3319 15,-25-41-581-15,1-4 68 0,0 0 116 16,0-3-20-16,0-6-516 0,-4-7-572 15,5-3-316-15,2-3-28 0,-3 0-12 0,8-6-48 16,0-10-4 0,4-6-216-16,0-3-52 0,-4-8-96 15,0 3 60-15,-4-3 48 0,0 1 100 0,-4 7 76 16,-4 3 84-16,0 3 8 0,-8 6 216 16,-4 4 72-16,4 2-36 0,-4 0 24 15,4 7 20-15,0 0-116 0,4 0-80 16,-4 4-100-16,4 3-8 0,0 5-68 0,-4 4-44 0,4 3 16 15,4 0-104-15,0 0-204 16,0-2-424-16,0-3-696 0,0-3-1484 16,4-3-4105-16</inkml:trace>
  <inkml:trace contextRef="#ctx0" brushRef="#br0" timeOffset="20965.896">5992 7728 4316 0,'0'0'5456'16,"0"0"-3751"-16,0 0-169 15,0 0 332-15,27 73 132 0,-27-50-256 0,0-2-344 16,0 5-324-16,0-4-191 16,0 0-241-16,0-3-352 0,0-6-244 15,0-7-48-15,0 1-160 0,0-7-176 16,0 0 20-16,0-4 36 0,13-2-1 0,-2-10 185 16,6 0 12-16,-2-6-64 0,6-3-84 15,-6-1-84-15,1 7 12 0,0 0 60 0,-4 9 60 16,0 4 12-16,-3 6 20 0,-2 0 152 15,-3 0 184-15,4 6 48 16,0 4 76-16,-4 0 44 0,4 2-120 16,-4 2-72-16,4-3-52 0,-4-1-24 15,-1 4-80-15,2-6-4 0,-5 5-12 16,4-4-72-16,4 5 12 0,-8-2-100 0,4 1-328 16,0 0-392-16,-4-4-448 0,3 0-688 15,1-2-1148-15,1-4-2441 0,7-9-1375 16</inkml:trace>
  <inkml:trace contextRef="#ctx0" brushRef="#br0" timeOffset="21190.868">6661 7788 8492 0,'0'0'3901'0,"0"0"-3365"0,0 0-420 0,24 92 112 16,-20-54 560-16,0 4 540 0,-4 5-84 15,4 3-284-15,-4 1-168 0,0 7-104 16,0 0-88-16,0 5-132 0,-4 0-140 0,-8-3-84 15,5-2-108-15,-6-8-136 16,1-8-48-16,5-8 40 0,-2-8-52 16,-3-10-60-16,9-9-100 0,-10-5-172 0,1-2-208 15,1-7-336-15,-9-11-240 16,-1-8 12-16,-2-5-156 0,-1-14-700 0,4 10-2617 16,-16-35-3355-16</inkml:trace>
  <inkml:trace contextRef="#ctx0" brushRef="#br0" timeOffset="21347.459">6490 7686 9564 0,'0'0'2653'0,"0"0"-1757"0,0 0 96 0,0 0 612 16,0 0-536-16,92-57-660 0,-77 45-408 16,6-1-48-16,-6 3-128 0,5 1-108 0,-3-1-812 15,-2 4-1004-15,2 3-3401 16</inkml:trace>
  <inkml:trace contextRef="#ctx0" brushRef="#br0" timeOffset="23932.777">7965 7750 1696 0,'0'0'5836'0,"0"0"-3880"0,0 0-572 0,0 0-139 0,0 0 59 16,0 0-44 0,0 0-280-16,-77-39-184 0,62 34-112 0,-2 5-200 15,2 0-52-15,-5 0-48 0,-4 0-200 0,-1 2 4 16,2 12-92-16,-1 0 28 15,4 10-52-15,1 4-8 0,-2 8 20 16,10 8 40-16,-2 3 24 0,6 4-40 0,7 2-44 16,0-1-52-16,0-5-4 0,3-12 76 15,9-6-84-15,1-10-12 0,2-7-160 0,5-8-172 16,1-4 160-16,7-7 12 16,-2-9-60-16,2-3-104 0,0-9-168 15,-3-8-116-15,-1 1-104 0,0 2-68 0,-5-3 212 16,1 4-40-16,-4 0 128 0,0 4 160 15,-4-1 16-15,-3 4 48 16,-6 0 268-16,-3 2 184 0,0 7 212 0,0 1-76 16,-3 5 212-16,-2 1 148 15,-3 6-152-15,4-1-36 0,-4 4 8 16,5 0-112-16,-2 10-140 0,-3 9-136 0,0 3 48 16,4 9 40-16,-3 5 72 0,2 5 84 15,5 0-108-15,0 0-112 0,0 0-128 0,0-5-8 16,0-4-68-16,5-7 20 0,2-6-100 15,1-3 0-15,4-7 100 0,0-2-28 16,9-7-156-16,-2 0 44 16,1-7 16-16,4-2-100 0,-1-7-140 0,1-3-184 15,1-1-336-15,-5-1-244 0,-1 2-452 16,-2 2-469-16,2 1-595 0,-7 4-1192 16</inkml:trace>
  <inkml:trace contextRef="#ctx0" brushRef="#br0" timeOffset="24340.949">8562 7769 8036 0,'0'0'1388'0,"0"0"-948"15,0 0-104-15,0 0 541 0,-88 16 471 0,60-4-56 16,4 4-228-16,1 3-296 15,-1 6 40-15,-1 7-36 0,5 4-176 16,1 5-76-16,2 3-76 0,10 3-88 0,-5-3-24 16,8-4-76-1,0-6-24-15,4-5-124 0,4-9-108 0,8-8-124 16,-1-10 64-16,14-2-160 0,-1-9-24 0,8-10-248 16,7-9-312-16,2-13-188 0,-2-4-488 15,-7 6-1260-15,11-21-3653 0</inkml:trace>
  <inkml:trace contextRef="#ctx0" brushRef="#br0" timeOffset="24582.951">8785 7315 3160 0,'0'0'7248'16,"0"0"-5615"-16,0 0-941 0,0 0 520 0,-12 73 468 0,8-32-140 15,4 10-228-15,0 3-328 0,0 9-40 16,4 4-248-16,-4 3-236 0,4 0-240 0,-4 0-216 15,0-3-4-15,0-7-184 0,0-10-120 16,4-15 72-16,0-6 76 0,0-10 20 16,4-6-44-16,-4-7-176 0,0-3-156 15,-4-3-236-15,0 0-116 0,0 0-340 16,0-3-328-16,-4-7-356 0,-8 1-969 16,-4-7-135-16,4-1 688 0,-8-4 884 0,8 9-156 15</inkml:trace>
  <inkml:trace contextRef="#ctx0" brushRef="#br0" timeOffset="24734.567">8582 7883 4028 0,'0'0'3980'0,"0"0"-1728"16,0 0-447-16,0 0-629 16,0 0-84-16,0 0 208 0,0 0 16 15,0 0 136-15,96-40-408 0,-57 35-260 0,1-1-184 0,8 0-188 16,-5-3-132-16,6-7-220 0,-2 0-60 16,-3-3-84-16,0 0-208 0,-9-3-256 0,2 3-432 15,-5-1-348-15,-4 2-948 0,-9 7-3061 16,-2-1-4583-16</inkml:trace>
  <inkml:trace contextRef="#ctx0" brushRef="#br0" timeOffset="24883.189">9307 7817 12329 0,'0'0'1732'0,"0"0"-1224"0,0 0-140 16,20 86 400-1,-20-61 920-15,0-3-8 0,0 0-576 0,0-3-580 0,0-3-388 16,0-6-136-16,0-3-88 0,0-2-216 0,-4-5 0 15,0 0-284-15,-1-5-620 0,1-6-1772 16,-3-11-5169-16</inkml:trace>
  <inkml:trace contextRef="#ctx0" brushRef="#br0" timeOffset="25033.411">9283 7601 1384 0,'0'0'10977'31,"0"0"-9305"-31,0 0-900 0,0 0 136 0,0 0 132 0,0 0-392 16,0 0-548-16,76-13-100 0,-61 13-284 0,5 0-616 16,1 3-548-16,-2 10-776 0,-3 7-1689 15,0 5-1051-15</inkml:trace>
  <inkml:trace contextRef="#ctx0" brushRef="#br0" timeOffset="25308.483">9514 7747 680 0,'0'0'4820'0,"16"77"-1892"16,-8-44-267-16,0 3-377 0,-4-4-296 0,4-7-344 15,0-3-356-15,-4-6-204 0,4-3-264 16,-1-4-284-16,2-6-120 0,3-3-124 0,-1 0-148 15,6-3-144-15,-2-6-12 16,5-7-144-16,1-6-76 16,-6 0-84-16,2-1-124 0,-6-2 36 0,-3 6 0 15,1-3 84-15,-9 6-8 0,0-1 44 16,0 2 136-16,-9 2 60 0,1 4 88 16,-3 2 60-16,-2 4 320 0,1 3 76 0,5 3-296 15,-6 7-96-15,2 2-56 0,-6 8 68 16,6-1 108-16,-1-1 48 15,-1-1-144-15,6-2-88 0,3-8-320 16,4-4-204-16,0 0-8 0,0-3-120 0,4-6-364 16,7-7-540-16,6 1-124 0,2-4-904 15,5-4-325-15,-4 7-1339 0,5 4 1312 16</inkml:trace>
  <inkml:trace contextRef="#ctx0" brushRef="#br0" timeOffset="25507.998">9789 7807 2300 0,'0'0'3952'0,"0"0"-1184"0,0 0-83 0,0 0-297 15,60 67-624-15,-52-52-336 16,-5 2-228-16,5-5-164 0,-8 1-168 15,9-3-284-15,-5-4-232 0,0-3-108 0,7 0 0 16,-2-3-123-16,6 0-85 0,2-6-36 16,-2 0-96-16,5-7-25 0,5 0 9 15,-2 1-20-15,-3-2-16 0,4 5 4 0,-5 0 12 16,-2 6 8-16,3 3 124 0,-8 0 36 16,-1 0 136-16,2 3 108 0,-6 4-76 15,5-2-68-15,-3 1-124 0,-5 4 37 16,-1-1-49-16,5 1-73 0,-4 0-207 15,0-2-328-15,1 3-308 0,-5 2-264 16,0-4-848-16,4-3-2824 0,-4 7-4565 16</inkml:trace>
  <inkml:trace contextRef="#ctx0" brushRef="#br0" timeOffset="26757.237">11307 7769 6096 0,'0'0'2716'0,"0"0"-571"16,0 0-513-16,0 0 24 0,0 0-192 15,0 0-236-15,0 0-196 0,0 0-232 0,0 0-232 16,0 0-228-16,-19 74-20 0,10-43 0 16,5 3-40-16,4 1-36 0,0-6-40 15,0-4-128-15,0-9-40 0,4-3-36 0,5-7-88 16,6-2 4-16,-3-4-148 0,8 0-12 15,4-7-108-15,0-5-112 16,-1-4-92-16,1-7-56 0,-7 1 4 16,2 0 112-16,-3-1 100 0,-4 5 148 0,1 3 24 15,-6-2 124-15,-3 8 88 0,-4 0 12 0,0 2 232 16,0 0 152-16,-4 4 16 0,-8 1-68 16,4-5-32-16,-7 7-4 0,2 0 36 15,-2 0-60-15,-2 0-260 0,2 7-12 0,2-2-80 16,-2 4-116-1,7-2-88-15,-1 0-220 0,2-2-540 16,3-1-704-16,4-1-1344 0,0 1-2917 0</inkml:trace>
  <inkml:trace contextRef="#ctx0" brushRef="#br0" timeOffset="26901.762">11574 7829 628 0,'0'0'7732'16,"0"0"-4911"-16,0 0-693 0,88 28-404 15,-60-21-276-15,-5-3-340 0,-3-1-340 0,1-3-216 16,2-3-244-16,1-8-148 0,0-1-160 15,0-7-404-15,0-3-472 0,-1-4-540 16,1-5-1116-16,-7 6-2625 16,6-11-3303-16</inkml:trace>
  <inkml:trace contextRef="#ctx0" brushRef="#br0" timeOffset="27153.99">11829 7496 4456 0,'0'0'4672'0,"0"0"-2759"0,0 0-449 0,-20 86 76 15,16-51 76 1,4 5-12-16,0 6-292 0,0 1-376 0,0 4-276 16,4 2-220-16,0 1-172 0,4-2-88 15,-4 1-92-15,4-2-88 0,-1-4 0 16,2 2-8-16,-1-8-40 0,0 1-16 0,0-9 56 16,-4 3-76-16,0-7 0 0,0-4-4 15,-4-3-56-15,0 0-64 0,-4-6-60 16,-4 1-148-16,-8-9-112 0,-1 5 0 15,-2-9 168-15,-5-1 76 0,-4-3 124 0,0 0-212 16,-4-9-176-16,0-4-404 0,-3-7-928 16,14 1-1345-16,-14-19-4003 0</inkml:trace>
  <inkml:trace contextRef="#ctx0" brushRef="#br0" timeOffset="27660.217">13120 7407 784 0,'0'0'6988'0,"0"0"-4592"0,0 0-603 16,0 0 35 0,0 0-236-16,0 0-320 0,48 71-68 15,-40-38-192-15,3 16-68 0,-3 4-88 0,1 12-296 16,-2 0-148-16,-3 9-95 0,0-2-85 16,0 5-64-16,-4 2-68 0,0 4-16 0,-4-7-36 15,0 0-48-15,-3-9-8 0,3-10 0 16,4-10-76-16,0-11-76 0,0-11-92 15,4-9-89-15,3-6-171 16,-3-7-208-16,5-3-208 0,-1-13-92 0,-1-9-316 16,1-13-508-16,-4-10-680 0,1 7-1705 15,-5-32-2359-15</inkml:trace>
  <inkml:trace contextRef="#ctx0" brushRef="#br0" timeOffset="27915.918">13159 7550 10092 0,'0'0'2281'15,"0"0"-881"-15,0 0-396 0,0 0 28 16,21-64-40-16,-10 52-60 0,6-1-352 16,3 4-148-16,-1 2-12 0,9 0 92 0,4 5-8 15,-4-2-188-15,4 4-120 0,-4 0-24 16,0 10-64-16,-4 0-24 0,-9 2-84 0,-2 6-96 16,-5 3 88-16,-8 4 0 15,0 0-40-15,-13 7 40 0,-6 2-4 16,-1 1-36-16,-8 0-8 15,0 1 56-15,-8-8 64 0,4 1-64 0,0-7-52 16,0-2-228-16,4-8-124 0,0-3-72 16,4-2-124-16,1-5-80 0,-1-2-260 0,4 0-396 15,4-5-1076-15,4-1-2661 0,-8-11-3510 0</inkml:trace>
  <inkml:trace contextRef="#ctx0" brushRef="#br0" timeOffset="28716.304">14351 7893 8944 0,'0'0'2225'0,"0"0"-609"15,0 0-484-15,0 0-116 0,-43 79 16 16,34-41-156-16,5 1-216 16,4-2-188-16,0-5-116 0,4-3-156 0,8-10-128 15,0-10 28-15,4-2-76 0,4-7-24 16,0 0 0-16,4-13-60 0,4-6-200 0,-1-3-112 16,1-10-136-16,-4 0 36 0,-4 0 12 15,-4 4 136-15,0-1 68 16,-8 7 44-16,-4 5 100 15,-4 3-44-15,0 0 156 0,0 2 152 0,-12 2 60 0,-4 2 88 16,0 1 92-16,0 0-80 16,-3 7 84-16,2 0-8 0,2 0-188 0,-1 14-200 15,4-3-4-15,-1 6 0 0,2 2 4 16,3-1-172-16,-1-1-140 16,6-2-520-16,-1-2-680 0,0 0-1300 15,4-7-3881-15</inkml:trace>
  <inkml:trace contextRef="#ctx0" brushRef="#br0" timeOffset="29000.176">14738 7878 6584 0,'0'0'1984'16,"0"0"-392"-16,11 72-119 0,-11-44 239 0,0 4 292 16,0-6-336-16,0-1-576 0,0-10-636 15,0-1-456-15,0-8 0 0,8-6 0 16,0 0 0-16,8-6 0 0,5-8-4 0,-2-8-120 15,5-3-124-15,0-3-24 0,0-1 124 16,-1 4 136 0,2 0-48-16,-9 6 52 0,3 2-44 0,-2 9-36 0,-6-2 76 15,2 6 8-15,-2 4 4 16,1 0 200-16,0 7 120 0,-4 5-60 0,9 4-72 16,-6 7-180-16,1-4 0 0,0 6 4 15,0-3 0-15,-1 3-12 0,2-2 0 16,-1 2-184-16,0-6-608 0,0 0-748 0,-1-7-1228 15,6 2-3057 1</inkml:trace>
  <inkml:trace contextRef="#ctx0" brushRef="#br0" timeOffset="30217.368">16574 7296 6060 0,'0'0'2444'0,"0"0"-320"0,0 0-275 16,0 0-269-16,0 0-492 0,0 0-132 0,0 0-76 16,-28 73-188-16,28-45-36 0,0 7 0 0,0-3-68 15,9 0-232-15,2-6-148 0,1-7-24 16,4-4-64-1,8-5-36-15,0-7-32 0,0-3-52 0,8 0 0 16,-1-9 0-16,5-8-52 0,1-4-80 16,-5-2-28-16,3-5 40 0,-3-5-40 15,0 5-36-15,0-4-36 0,-4 4 60 16,-9 0-24-16,1 2 96 0,-8 7-36 0,1 0-24 16,-10 3 160-16,-3 3 88 0,0 8 48 15,0-6 108-15,0 8-60 16,-3 0 12-16,-5 0-148 0,-5 3 88 0,-2 0 12 15,-5 3-148-15,-5 7-12 0,-3 5-48 16,0 7 60-16,-7 4 52 0,-1 5-4 16,-4 8 12-16,1 2 40 0,-5 4-40 15,4 1 0-15,-1 3 0 0,6-5 88 0,3 0 48 16,4-6-24-16,13-2-28 0,-2-7-60 16,13-4-20-1,0-6-60-15,4 0 32 16,4-3-36-16,9-4-148 0,2 1 40 0,9-3 60 0,0-1 36 0,8-2 8 0,4-2-60 15,0 2 4-15,-1-3-12 16,1-1-76-16,1 4 4 0,-2-2 32 16,1 1 52-16,-4 4 60 0,0-3 4 0,-4 2 4 15,-9 4 164-15,1-5 20 16,-3 3 16-16,-9 2 48 0,-1-1-108 0,-3 1-40 0,-4 3 16 16,0 2-4-16,0-1 12 15,-8 1 52-15,-3 2 25 0,-2 2-17 16,-6-3 40-16,-1 0-16 0,-8 0-8 0,0 0-16 15,-8-3-60-15,4-3-12 0,-4-1-44 16,1-6-64-16,-2 1 32 16,1-7-44-16,8 0-12 0,5 0-160 0,3 0-80 15,8-7-76-15,8 5-48 0,0-5 60 16,4 4-157-16,0-7-183 0,0-2-128 16,12-4-292-16,4-6-704 0,4 0-1112 0,-5 5-2729 15,13-8-3106-15</inkml:trace>
  <inkml:trace contextRef="#ctx0" brushRef="#br0" timeOffset="30627.188">17367 8074 8520 0,'0'0'2885'0,"0"0"-1209"0,0 0-592 16,0 0 180-1,0 86-48-15,0-55-84 0,0 7-132 16,0 1-324-16,0-1-208 0,0 6-28 0,0 0-16 16,0 5-8-16,0-2-100 15,0 4-148-15,-4-4-160 0,4-3-4 0,-4-5-4 16,4-2-40-16,0-4 36 0,0-8-4 0,0-3-88 16,0-9-136-16,0-1 40 0,0-5-40 15,0-7-72-15,0 0-200 0,0-3-132 16,0-7-100-16,0-9-264 15,0-9-420-15,0-4-320 0,0-9-360 0,0-10-513 0,0 12-1919 16</inkml:trace>
  <inkml:trace contextRef="#ctx0" brushRef="#br0" timeOffset="30841.159">17351 8076 7128 0,'0'0'2192'0,"0"0"-768"0,0 0-599 0,0 0 187 0,0 0 60 15,0 0-8-15,0 0-284 16,0 0-228-16,80-31 16 0,-69 31 20 0,6 0-132 15,-2 0-196-15,-2 0-84 0,-2 0-80 16,-3 0-92-16,-3 0-4 16,-1 4-48-16,-4-2-40 0,0 4 88 0,-4 5 4 15,-9 1-4-15,-2 1 0 16,-1 2-208-16,-9 2 36 0,2-6-16 16,-1 3-24-16,4-4-212 0,1-1-184 0,2 0-252 0,6-2-388 15,-2-4-1128-15,5 6-3185 0</inkml:trace>
  <inkml:trace contextRef="#ctx0" brushRef="#br0" timeOffset="31007.523">17957 8201 15233 0,'0'0'2604'0,"0"0"-1408"0,0 0-1196 16,0 0-380-16,0 0-584 0,0 0-344 15,-84-13-736-15,44 13-3861 16</inkml:trace>
  <inkml:trace contextRef="#ctx0" brushRef="#br0" timeOffset="34412.687">22483 6689 9048 0,'0'0'1552'0,"0"0"-251"0,0 0 3187 0,0 0-2872 16,0 0-260-16,0 0-364 0,0 0-164 0,0 0 61 16,0 0-333-16,0 96-180 15,-4-49-40-15,4 13-32 0,-4 7-40 0,0 3-32 16,-4 7-76-16,0 5-24 16,0 4-48-16,-4 3-76 0,0 0 0 0,1 0-8 15,-2-11-164-15,-2-4-4 0,7-14 0 0,-1-9 8 16,9-12-80-16,0-14-64 0,0-10-56 15,4-5 8-15,5-10-168 0,2 0-201 0,6-10-67 16,-2-12-120 0,9-10-480-16,-8-9-1104 0,0 6-2040 15,4-35-2337-15</inkml:trace>
  <inkml:trace contextRef="#ctx0" brushRef="#br0" timeOffset="34674.472">22539 6823 10164 0,'0'0'2497'0,"0"0"-525"0,0 0-724 0,0 0 28 16,0 0-248 0,0 0-140-16,0 0-64 0,99-13-348 0,-63 16-256 15,-4 7-76-15,0-1 28 0,-1 4-28 16,-6 3 16-16,-5 3-52 0,-5 4-96 0,-6-2-12 16,-9 8 4-16,0 3 60 15,-13 2-60-15,-2 1-4 0,-5 3-8 0,-8-2 0 16,4-5-8-16,-4-2 4 15,1-4-36-15,-1-6-24 0,0-2-124 16,0-8-204-16,4-3-212 0,-1-6-208 0,6 0-80 16,-1-10-488-1,3-6-572-15,6 2-1288 0,7-16-2601 16</inkml:trace>
  <inkml:trace contextRef="#ctx0" brushRef="#br0" timeOffset="35035.156">23164 7038 9548 0,'0'0'3013'0,"0"0"-1089"16,0 0-852-16,0 0-64 0,0 0 72 16,0 0-324-16,0 0-372 0,0 0-384 0,0 0-196 15,0 0-24-15,0 0-152 0,13-50 148 0,10 18 100 16,1-2 12-16,4-2 40 15,-4 2 72-15,4 5 0 0,-5 0 136 0,1 4 100 16,0 6-52-16,1 0 0 16,-1 3 64-16,-1 6 0 0,-3 1-16 15,0 2 52-15,0 7-12 0,0 0 116 0,0 3-20 16,-4 10 12-16,4 4-28 0,-1 8-60 16,1 3-36-16,-3 7 60 0,-2 3-83 15,2 3 79-15,-6 1-56 0,-7-1-88 0,0 0-168 16,-4-5 0-16,0-5-108 0,0-5-232 15,0-4-217 1,-8-9-223-16,4-1-120 0,-3-6-216 0,-6-2-652 16,2-4-1364-16,3-4-2901 0,-12-8 749 0</inkml:trace>
  <inkml:trace contextRef="#ctx0" brushRef="#br0" timeOffset="35237.193">23487 7084 6384 0,'0'0'4312'0,"0"0"-2935"0,0 0-625 16,-12 82 168-16,12-54 612 0,0 4 100 15,0 0-292-15,4-4-244 0,8 1-192 16,0-8 0-16,4-1-55 16,0-7-145-16,8-4 36 0,4-2-184 0,0-7-280 15,4-7-132-15,3-5-92 16,-3-11-52-16,4-3-96 0,-1-5-48 0,-3-3-72 16,0-8-172-16,0-2-156 15,0 0-208-15,-8-7-97 0,0-1-823 16,-4 15-2204-16,0-9-2561 0</inkml:trace>
  <inkml:trace contextRef="#ctx0" brushRef="#br0" timeOffset="36182.302">24152 7482 9036 0,'0'0'4309'0,"0"0"-1993"0,0 0-872 0,0 0-180 16,0 0-36-16,0 0-140 16,-43 84-4-16,43-59-163 0,0 1-233 15,4 0-228-15,7-8-216 0,6-1-28 0,3-6-108 16,7-1-100-16,5-6 52 0,4-4-60 16,4-7-80-16,7-11-64 0,1-6-84 0,1-1-88 15,-6-7-60-15,1 4 40 0,-4-5-28 16,0 5 36-16,-9 0 24 0,1 2 39 15,-8 4 57-15,-4 0 100 0,-8 0 48 16,-4 6 60-16,-4 0 76 16,-4 3 104-16,0 4 16 0,-4 6 85 15,-4 0-125-15,1 3-60 0,-10 0 64 0,-3 6-108 16,-3 7-52-16,-5 3-8 0,-4 9 8 16,-4 4 180-16,0 6 100 0,-4-1-40 0,8 4 4 15,0-2 8-15,8-5-12 16,5-3-32-16,6-9-52 0,6-5-156 0,7-5-8 15,0-2-88-15,3 3 48 16,5 1-12-16,9 3 56 0,3-2-4 16,3 1-52-16,1 0 48 0,8-1-64 15,-4 1 64-15,4-1 0 0,-4 4-60 0,0 0 24 16,0-2 36-16,-9 0 12 0,1 5 8 16,-3-2 40-16,-10-2 24 0,-3 2 40 15,0 2-16-15,-4-1-36 0,-8-1 0 16,-4 1 24-16,-4 1 0 0,-8 1-12 15,0-5-68-15,-8 2 0 0,4-5-4 0,1-2-8 16,-1-5-52-16,8-1-96 0,0-4-144 16,4 0-124-16,0-4-96 15,4-1 0-15,5-5-40 0,3 0-73 16,4 2-403-16,0-9-1088 0,4 4-2000 0,15-9-2653 0</inkml:trace>
  <inkml:trace contextRef="#ctx0" brushRef="#br0" timeOffset="36424.278">24981 7896 4636 0,'0'0'5412'15,"0"0"-3671"-15,8 70 227 0,-8-35 344 0,0 15-280 0,-4 5-300 16,-4 8-500-16,4 6-391 16,-3 5-257-16,-2-1-124 0,1-1-172 15,0 2-176-15,1-11-112 0,2-6-84 16,5-9-108-16,0-9-88 0,0-11-20 0,9-6-176 15,-2-9-81-15,-3-7-15 0,0-3-76 0,0-3-12 16,5-3-372-16,-6-13-380 16,5-3-128-16,0-9-740 0,-4 5-633 0,4-22-2863 15</inkml:trace>
  <inkml:trace contextRef="#ctx0" brushRef="#br0" timeOffset="36654.49">25076 7988 12033 0,'0'0'2472'16,"0"0"-1384"-16,0 0-320 0,0 0 28 0,0 0 344 16,0 0 16-16,0 0-324 0,84 0-320 0,-63 6-96 15,-2 4-112-15,1 3-108 0,1-1-120 16,-6 2-76-16,1 0-12 0,-8 3-76 16,0-5-8-16,-8 8-12 0,0-4-40 15,-8 3 76-15,-4 0-12 0,-8-1-76 0,-4-2-48 0,-4 3 88 16,0-6 12-16,-4-1-88 0,-3-5-208 15,-1-1-148-15,-4-2-172 0,0-4-204 16,4 0-464-16,-7-4-852 0,11-2-2053 16,-20-3-1999-16</inkml:trace>
  <inkml:trace contextRef="#ctx0" brushRef="#br0" timeOffset="38266.109">2084 9737 912 0,'0'0'11229'16,"0"0"-9189"-16,0 0-1216 0,0 0 4 15,0 0 412-15,0 0 224 16,0 0-164-16,0 0-324 0,0 0-352 0,0 0-199 0,3-9-121 16,-3 9-12-16,0 3-52 0,4 3 4 15,-4 4-16-15,4 9 124 0,0 9-76 16,4 4-108-16,0 10-68 0,0 5-4 15,-4 7-36-15,4 6-16 16,-4 7-40-16,0 3-8 0,-4 10 0 0,4 8-44 16,-4 2-36-16,0 1 0 0,0-2 80 15,0-3-44-15,0-7-88 0,4-9-92 0,-4-3-16 16,0-14 112-16,0-1 0 16,4-8-24-16,-4-9-16 0,4-3 4 0,0-4-40 15,-4-6-8-15,4-5-100 0,-1-5-121 16,-3-2-259-16,5-7-232 0,3-3-520 0,-4 0-564 15,7-10-476 1,-2 3-392-16,7-18-2689 0</inkml:trace>
  <inkml:trace contextRef="#ctx0" brushRef="#br0" timeOffset="39307.309">2741 10017 6832 0,'0'0'432'0,"0"0"2096"0,0 0-943 0,0 0-609 16,0 0 160-16,0 0 224 0,0 0-280 16,11 73-248-16,2-51-288 0,6 0-184 15,1-3-124-15,5-6-124 0,2-3 48 0,1-4-36 16,-4-6-24-16,4 0 60 0,0-3-112 15,0-10-40-15,0 0-8 0,0-6-44 16,0 0-32-16,-1-3-144 16,1-3 120-16,0-4 52 0,-4 1-16 15,4 2 16-15,-8-2 0 0,0 2-88 0,-4 4 60 16,-9 6 36-16,2 4 40 0,-5 2 112 16,-4 3 84-16,0 0 124 0,0 5-8 0,-9-2-56 15,1 2-48-15,-7-1 64 0,2 3-88 16,-6 0 12-16,-1 3-36 0,0 5-64 15,-4 6-8-15,-4 2-4 0,4 6 64 0,-7 6-4 16,3 4 28 0,-4 3-52-16,0 4 4 0,4 1 20 0,0 2-8 15,8-4-16-15,-4 0 4 0,8-3-4 16,4-7-36-16,9 1 4 0,-6-7 20 0,9-3-35 16,0 0-13-16,0 0-60 15,12-3 0-15,-4 0-4 0,4 0 4 0,4 0-12 16,4-3 0-16,4 0-60 0,-4 1 64 0,8 0-65 15,0-1 69-15,4-1-4 16,-4 1-40-16,3 3-12 0,1-1 60 16,-4 2 0-16,4-1 112 0,-4-1-15 15,-5 2-13-15,-2-2 16 16,-1 4 20-16,-5-3 12 0,2 0 28 0,-10 3-28 0,1-3-12 16,-4 6 36-16,-4-3-20 0,0 0 44 0,-4 3-48 15,-7 1-20 1,-2-2 8-16,-6 4-36 15,-2-5-24-15,-3-1-48 0,1 0-12 0,-5-6-36 0,-4-1-144 0,4-5-88 16,-4-1-144-16,1-6-24 0,3 0-133 16,0-6-247-16,4-7-196 15,-1-3-204-15,10-3-404 0,2-3-1448 16,6 2-2725-16,7-5-2490 0</inkml:trace>
  <inkml:trace contextRef="#ctx0" brushRef="#br0" timeOffset="39742.014">3677 10683 9608 0,'0'0'2949'0,"0"0"-1353"16,0 0-372-16,0 0-28 0,4 86-200 15,0-51-180-15,-4 0-116 0,4 7-208 0,-4-1-76 16,4 3-36-16,4 4 32 16,-4 3-68-16,-1 3-40 0,2-1-76 15,-5 5-31-15,0-1-77 0,0-3-76 16,0-3-44-16,0-6-156 0,0-8 11 16,0-8-15-16,4-10-60 0,-4-10-60 0,4-6-216 15,-4-3-252-15,4-3-148 0,-4-13-188 16,4-6-524-16,0-6-372 0,-4 0-2045 0,3-20-1535 0</inkml:trace>
  <inkml:trace contextRef="#ctx0" brushRef="#br0" timeOffset="39985.588">3677 10712 7492 0,'0'0'2552'0,"0"0"-991"15,0 0-113-15,0 0 104 0,0 0-444 16,0 0-264-16,0 0-284 0,0 0-140 0,80-44 4 15,-65 41-68-15,5 3-96 0,-3 0-24 16,-2 0 8-16,-7 0 52 0,1 6-16 16,-5-1-84-16,-1 2-24 0,1 3-76 0,-4 6-84 15,0 0-8-15,-4 3 68 16,-7 1-72-16,-2 1-172 0,-2-2-84 16,-2-3-76-16,-3-4 0 0,5 2-84 0,-2-9-216 15,2 2-184-15,-2-7-388 0,2-3-712 16,3-3-884-16,-8-19-2385 0</inkml:trace>
  <inkml:trace contextRef="#ctx0" brushRef="#br0" timeOffset="40374.098">4223 9632 2540 0,'0'0'8004'15,"0"0"-5679"-15,0 0-849 0,20 71 64 0,-12-43 12 16,-1 7-180-16,2 3-100 15,3 4-512-15,-5 2-240 0,6 3-80 0,-5 4-39 16,-1 0-133-16,1 6-124 0,1 0-96 16,-1 10-44-16,-5 0-4 0,1 3 0 15,0-1-12-15,0 5-72 0,1-8-100 16,-1 0 28-16,-4-5-52 0,4-4-81 16,-4-3-51-16,3-3 8 0,1-6-8 0,0-4-124 15,-4-6-72-15,4-10-264 16,0-2-200-16,1-10-492 0,-1-7-968 0,-1-3-1729 0,1-3-1563 15</inkml:trace>
  <inkml:trace contextRef="#ctx0" brushRef="#br0" timeOffset="41181.019">5072 10118 6624 0,'0'0'4012'0,"0"0"-783"0,0 0-1185 15,0 0-728-15,0 0-264 0,0 0-56 16,0 0-332-16,0 0-348 0,0 0-216 0,0 0 132 16,60 10-16-16,-25-7 200 0,9-3 325 15,4 0-365-15,3 0-132 0,5 0-88 16,-4-3-24-16,4-3-20 0,0-1-52 0,-5-2-60 15,-2 2-4-15,-2-2-56 16,-3 0 48-16,-4 2-76 0,-5-3-92 0,-7 3-196 16,-3 1-181-16,-5 4-87 0,-9-1-284 15,-3 3-272-15,-8 0-656 0,0 0-808 0,0 0-1277 16,-8 3-1375-16</inkml:trace>
  <inkml:trace contextRef="#ctx0" brushRef="#br0" timeOffset="41440.482">5215 10385 5652 0,'0'0'7421'16,"0"0"-4785"-16,0 0-1208 0,0 0-484 15,0 0 128-15,0 0-104 0,0 0 68 16,0 0-307-16,0 0-257 0,100 39-156 0,-64-37-48 15,-4-2-76-15,3 0-84 16,5 0-108-16,-5-6 0 0,6-1-84 16,-5-2-132-16,3-1-284 15,-7-2-177-15,0 2-151 0,-4-3-208 16,-4 7-540-16,-9 3-1052 0,-6 0-2205 0,-5 3-1727 0</inkml:trace>
  <inkml:trace contextRef="#ctx0" brushRef="#br0" timeOffset="41723.611">5171 10676 8412 0,'0'0'3105'15,"0"0"-869"-15,0 0-580 0,0 0-124 16,0 0-252-16,0 0-172 0,0 0-288 0,0 0-236 16,0 0-108-16,0 0 36 0,28 20 57 15,-4-16-193-15,12-1-96 0,0 0-64 0,3 0-72 16,6-3 64-16,-2 0-64 0,5 0 0 15,-4 0-24-15,4-6-20 16,-1 3-16-16,2-4-36 0,2 1-40 16,1-5-8-16,0 6-4 0,4-4-44 15,-5-2-36-15,-3 3-76 0,-4-3-128 0,0 5-28 16,-8-2-84-16,-4 3-108 0,-8-1-173 16,-5 3-83-16,-3 3-200 0,-4 0-560 0,-4 0-928 15,-8 0-2344-15,0 7-3417 0</inkml:trace>
  <inkml:trace contextRef="#ctx0" brushRef="#br0" timeOffset="46627.444">6908 9662 456 0,'0'0'1684'16,"0"0"-472"-16,0 0-376 0,0 0-708 16,0 0-128-16,0 0-76 0,0 0 64 0,0 0 12 15,0 0-64-15,0 0-64 0,0 0 8 16,0-7 4-16,0 7 52 0,0 0 64 16,0 0 8-16,0 0 420 0,0 0-388 15,0 0-40-15,0 0-92 0,0 0-88 16,0 0-56-16,0 0-64 0,0 0-132 15,0 0-204-15,0 0-228 0,0 0-268 0,0 0 792 16</inkml:trace>
  <inkml:trace contextRef="#ctx0" brushRef="#br0" timeOffset="48158.538">7084 9399 1564 0,'0'0'2988'0,"0"0"-1192"0,0 0-1120 16,0 0-220-16,0 0 48 16,0 0 1904-16,0 0-887 0,0 0-445 15,0 0-108-15,0 0-80 0,7-20-8 0,-7 20-12 16,0 0-120-16,0 0-92 0,0 0-124 16,0 3-64-16,0 0-28 0,0 6-36 15,0 4-48-15,4 9-124 0,-4 6-84 0,0 8-40 16,5 5-12-16,-5 4-88 0,0 8 44 15,0 8-52-15,4 6 84 0,-4 5-84 16,0 8-8-16,4 9-40 16,-4 6 48-16,0 1 0 0,0 5 4 0,0-2 20 0,0-1-20 15,0-6-4-15,-4-6 196 16,4-7-196-16,-4-8-12 0,-1-8-64 16,1-10 4-16,4-5 72 0,0-10 36 15,0-7-32-15,0-1-4 0,0-11-12 0,0 0-60 16,0-10-52-16,0 0-8 0,4-5-76 15,-4-4-160-15,5 0-392 0,-5 0 12 0,4-7-68 16,0-5-216-16,3-10 404 16,5-4-832-16,-3-11-988 0,-2 4-1577 15,5-30-2751-15</inkml:trace>
  <inkml:trace contextRef="#ctx0" brushRef="#br0" timeOffset="49021.233">7868 9655 4680 0,'0'0'5396'15,"0"0"-3183"-15,0 0-593 0,0 0-292 0,0 0 32 16,0 0-204-16,0 0-228 0,-75 54-204 15,59-35-172 1,8 3-160-16,0 3-88 0,4 1-12 0,0 2 0 16,4 0 36-16,0-2 13 0,4-3-49 15,4-4-88-15,-1-4-116 0,6-2 68 0,2-3-96 16,6-4-48-16,-1-3 32 0,7-3-44 16,1 0 0-16,4-9-48 0,8-4-48 15,0-6-12-15,-1-6-64 16,6-5-56-16,-6 3 20 0,5-5-85 0,-4-3 101 15,4 3-52-15,-5-3-24 0,2 3-88 0,-9 4 40 16,-4-1 12-16,-9 4 56 0,-3 6 80 16,-4 3 144-16,-8 3 24 15,-4 0 208-15,0 7 12 0,-4-3-76 0,-4 6 140 0,-3-4-164 16,2 7 64-16,-6 0 108 16,-2 0-24-16,2 3-184 0,-9 7 16 15,-1 6-92-15,-3 6 0 0,-3 6 76 0,-1 4-12 16,0 6 24-16,-4 4-20 0,4-1 45 15,1 4-13-15,3-5 28 0,0-1 20 16,3-1 24-16,6-7-32 16,3-2-28-16,0 1-48 0,8-5-64 0,0-3-8 15,0-4-12-15,8 5-36 0,0-4 40 16,0 0 8-16,0-4 4 0,8 2-4 16,5-5-4-16,-2 1-44 0,1-1-12 0,8 1-12 15,-4-2 64-15,4-3-52 16,0 2-4-16,4 0 52 0,-5-1-60 0,5 4 24 0,-3 0 40 15,-2-1 8 1,-3 1 4-16,0 3 44 0,-4-4 24 16,0 4 28-16,-4-3 8 0,0 0-12 0,-4-1 72 15,0 1-8-15,-4-3-52 0,0-3 72 16,0 1 40-16,-4 2 20 0,-3 0-60 16,-6 2-104-16,-6-2-64 0,-2 3 72 0,1-4-36 15,-4-3-48-15,1 1-8 16,-1-4-272-16,0-3-68 0,-1 0-160 15,-3 0 36-15,5-6-64 0,3-1-145 0,4-5-23 16,0 2-252-16,5-3-556 0,6 1-1108 16,1-2-2473-16,4-5-2867 0</inkml:trace>
  <inkml:trace contextRef="#ctx0" brushRef="#br0" timeOffset="49540.787">8541 10264 312 0,'0'0'5768'15,"0"0"-3988"-15,0 0-404 0,0 0 4 16,0 0 61-16,0 0-85 0,0 0-176 15,0 0-256-15,0 0-68 0,0 0-184 0,0 0-188 16,0 0 64-16,21 54 4 16,-14-28-20-16,2 6-68 0,-1 3-48 15,-4-3-60-15,3 6-100 0,-3-1 12 16,5 2-60-16,-9-2-4 0,4 8-20 0,-4-3-52 16,0 2-84-16,0 3-36 0,-9 1-12 15,1 0-12-15,1-4-36 0,-1-6 0 16,-1-6-12-16,5-7 0 15,1-6-36-15,3-8-40 0,0-9-132 0,0-2-340 16,0-2-272-16,0-11-8 0,0-7-336 16,3-8 192-16,6-11-584 0,-5-5-840 15,0 9-1901-15,-4-22-2315 0</inkml:trace>
  <inkml:trace contextRef="#ctx0" brushRef="#br0" timeOffset="49767.93">8622 10236 9540 0,'0'0'1705'0,"0"0"-1229"0,0 0 12 0,0 0 560 0,0 0 8 16,0 0-196 0,0 0-272-16,0 0-32 0,0 0 80 15,87-44-164-15,-71 44-112 0,0 0-136 0,-4 0-76 0,0 7-36 16,-4-2-24-16,0 4-28 16,-8 2-48-16,0 1 184 0,0 1-48 15,-4 6-36-15,-8-4-112 0,0 2-68 0,-4-2-32 16,4-2-96-16,-4 0-176 0,-4-4-224 0,5-2-160 15,-6-1-188-15,-3-3-528 0,13 0-952 16,-13-3-3453-16</inkml:trace>
  <inkml:trace contextRef="#ctx0" brushRef="#br0" timeOffset="50882.486">7626 9407 5988 0,'0'0'3968'16,"0"0"-2423"-16,0 0-145 0,0 0-292 0,0 0-108 15,-45 67-132-15,38-42-76 0,-5 1-172 0,3 2-124 16,2 4-76-16,-1 3-36 15,-1 7-52-15,2 2-60 16,-1 3-28-16,-4 4-48 0,4 7-24 0,-8-2-36 16,4 5-76-16,0 3-20 0,1-1-40 15,-2 3-4-15,5 1-68 0,1 0-28 0,3 6-20 16,4-3 8-16,4 3-48 16,11-3-48-16,-2-4-84 0,6-2-56 0,5-8-84 15,0-4 52-15,4-8-116 0,0-6-204 16,4-9 32-16,-4-4-348 0,0-9-36 0,-1-6-428 15,1-3-65-15,-4-7-419 0,-8 0-1268 16,7-7-1696-16</inkml:trace>
  <inkml:trace contextRef="#ctx0" brushRef="#br0" timeOffset="51507.649">9458 9410 1668 0,'0'0'7564'0,"0"0"-5627"0,0 0-269 16,40 73-92-16,-24-44-12 0,-4 6-224 15,4 0-44-15,0 7-336 0,0-2-324 0,-1 5-356 16,2-1-180-16,-6 4-88 0,2 0 32 16,-2 2-44-16,-3 1-4 15,1 0-8-15,-5 3-48 0,-4-3 44 16,0 2-56-16,0-1 64 0,-13 1-112 16,2-5-88-16,-1-1 36 0,-8 1 0 15,-1-4-36-15,2-2-136 0,-5-4-48 0,0-3-16 16,-4-2-108-16,0-3-168 0,0-8-300 15,0 1-544-15,9-10-888 0,-13 0-2437 16</inkml:trace>
  <inkml:trace contextRef="#ctx0" brushRef="#br0" timeOffset="53000.005">9988 10509 10528 0,'0'0'1813'0,"0"0"-525"0,0 0-764 0,0 0-32 16,0 0 264-16,0 0 240 0,0 0-72 15,4 85-184-15,-4-43-244 0,0 5-104 0,0 7-144 16,0 1-16 0,0 4 28-16,5 2-16 0,-5 3-60 15,0-1-88-15,0 1-12 0,-5-1-8 0,1-3-28 0,0-3-48 16,0-3-48-16,-4-6-64 16,8-10-20-16,-3-6-40 0,3-13-24 15,0-6-72-15,0-10-140 0,0-3-144 0,3 0-192 16,5-6-448-16,-4-10-140 0,4-9-1068 15,0 5-2221-15,0-27-2943 0</inkml:trace>
  <inkml:trace contextRef="#ctx0" brushRef="#br0" timeOffset="53357.568">10008 10557 6504 0,'0'0'4445'0,"0"0"-3713"16,0 0-564-16,0 0 76 0,0 0 716 0,0 0 388 16,0 0-224-16,8-67-496 15,4 58-300-15,0 2 8 0,4 1-24 0,0 3 48 0,4 0-24 16,-1 3 8-16,2 0-84 16,-1 3 0-16,-1 3 24 0,1 4-64 15,1-1-124-15,-6 4 16 0,2-4-100 0,-2 1 36 16,-2 2-48-16,-2-2 8 0,-3 3-4 0,0-1 4 15,-4 1 68-15,-4 6-4 16,0 0 40-16,0 0-52 16,-8 4 0-16,0 2-52 0,-7 0 56 0,2-3 20 15,-7-3-12-15,0 4-60 16,0-10-12-16,1 2-140 0,-1-5-276 0,-5-4-136 16,5 0-28-16,1-2-88 0,-1-2-76 15,0-2-84-15,4 0-316 0,0 0-468 16,8-2-628-16,0-2-1857 0,0-4-1211 0</inkml:trace>
  <inkml:trace contextRef="#ctx0" brushRef="#br0" timeOffset="55898.475">11191 9213 9140 0,'0'0'2865'0,"0"0"-1041"0,0 0-824 0,0 0-40 15,0 0 92-15,9 74 4 0,-9-49-140 16,4 7-120-16,-1-1-332 0,1 7-24 0,0 4-60 16,0-1-52-16,0 7-36 15,1 0 36-15,-1-1-59 0,-1 4-89 0,1 3-36 16,-4 1-32-16,4 1-4 15,-4 1-24-15,0 6-24 0,0-2 0 0,-4 2-8 0,0 1-44 16,-3-1-8 0,-2 1 0-16,1-1 0 0,4-5 60 0,1-4-60 15,-1-4 0-15,0-2-12 0,-1-10 0 16,5-3-36-16,0-6 44 0,0-7-60 16,0-3-8-16,0-3 12 0,0-4-60 15,0 1-64-15,5-7-8 0,-5-2-52 0,0-2-25 16,4-2-43-16,-4 0-80 0,0 0-20 15,0 0-52-15,4 0-136 0,-4-2-336 0,0-2-424 16,3-2-496 0,1-4-696-16,-4 4-341 0,0-13-4143 0</inkml:trace>
  <inkml:trace contextRef="#ctx0" brushRef="#br0" timeOffset="57015.424">13618 9807 8592 0,'0'0'2905'15,"0"0"-957"-15,0 0-628 0,0 0-76 0,0 0-80 16,0 0-284-16,0 0-200 0,0 0-88 0,0 0-176 16,0 0 12-16,0 0 12 0,76 86-52 15,-61-45 4-15,-7 4-152 16,-3 0-128-16,-1-1-112 0,-4-6-68 0,0-10-4 0,0-3-48 15,0-8 48-15,0-8-52 16,0-2-32-16,0-7-64 16,0 2-48-16,0-2-100 0,0 0 4 0,4 0-40 15,-1-6 72-15,5-3 280 0,5-7 52 0,-2-10 76 16,5-2-76-16,4-10 12 16,0-1-12-16,-4 1 72 0,4 3-8 0,0 7 8 15,-4 6 28-15,-5 9 20 16,2 4 40-16,-5 5-100 0,-1 4-60 15,6 7 76-15,-5 2 352 0,-1 10-160 0,-3 3-60 16,-4 7 8-16,0 6-20 0,0 0-136 0,-8 0-60 0,1-3-108 16,-1-4 36-1,4-9 60-15,4-6-76 0,-5-7 4 16,5-2-12-16,0-4 32 0,0 0-20 16,0 0-88-16,5-4-20 0,7-5 192 0,3-4 12 15,5-6 84-15,4 0-84 16,-3-3-12-16,2-4-8 0,1 8-4 0,-4 1 0 0,0 5 4 15,-8 6-48-15,4 2 56 16,-8 4 168-16,4 0 76 0,-1 6 36 16,-2 5-48-16,-5 4 72 0,4 3 109 15,-4 6-61-15,-4 1 60 0,0 0-60 16,0 1-88-16,0-1-164 0,-8-3-56 0,4-2-44 16,4-8-12-16,-4-2-72 0,4-5-40 15,0-1-44-15,0-4-100 0,0 0-324 16,0 0-173-16,4-4-247 0,4-1-456 15,3-5-152-15,6-2-724 0,-2-8-644 0,1 4-1737 16,9-9-459-16</inkml:trace>
  <inkml:trace contextRef="#ctx0" brushRef="#br0" timeOffset="57286.622">14431 10039 6232 0,'0'0'2896'0,"0"0"-663"0,0 0-617 0,0 0 188 15,23 79-168-15,-23-53-104 0,4-4-312 16,-4 0-352-16,5-6-316 0,-1-2-236 0,0-8-184 15,0-4-120-15,-1 1 76 16,10-3 4-16,-2 0-92 0,5-5-196 16,0-8-8-16,8-6-128 0,-4-1 4 15,4-2-40-15,-4-3-60 0,-1 6 60 16,-2-4 84-16,-6 8 124 0,-2 2 160 0,-9 1 88 16,0 1-28-16,-5 3 196 0,-6 1 76 0,-5-3 76 15,-4 4-200 1,0-1 108-16,0 5-180 0,0 2 8 0,4 0-68 15,0 2-76-15,5 5-60 0,2-1-96 16,1 0-76-16,4 5-100 0,1-6-84 16,3 5-320-16,0 2-328 0,0-1-900 0,3-5-2632 15,13-3-3677-15</inkml:trace>
  <inkml:trace contextRef="#ctx0" brushRef="#br0" timeOffset="57715.195">15080 9824 4196 0,'0'0'6136'0,"0"0"-3807"0,0 0-585 16,0 0 200-16,-72 75-232 0,36-34-72 16,1 7-324-16,-1 0-415 15,4 3-113-15,8-4-36 0,4-5-272 0,8-11-260 16,4-9-220-16,8-5-36 0,0-8-184 16,0-6-128-16,12 1 20 0,8-4 40 15,4-7 68-15,3-9-120 0,5-5-12 0,5-12-73 16,-1-5-59-16,3 0-116 0,-3-7-168 15,4-2-204-15,0-7-176 16,-4 0-324-16,-1-9-256 0,1-4-336 0,-8-3-85 16,-4-3 493-16,-4 3 644 15,-8 0 1012-15,0 6 80 0,-8 7 644 16,0 10 664-16,-4 9 109 0,0 5 207 0,0 14-64 16,0 7 52-16,0 6-260 0,0 3-272 15,0 3-324-15,0 0-276 0,-4 0-72 0,4 3-36 16,-4 6-188-16,-4 7-260 15,4 10 4-15,-4 6 196 0,1 12 89 0,-6 3 155 0,5 8-120 16,-8 5-132-16,4 0-144 0,1 3-52 16,-6 4-124-1,2-3-8-15,-1 2-72 0,0-2-148 0,4-4-97 16,0-6-99-16,-1-4 24 0,10-8-12 16,-1-4-164-16,4-9-368 0,0-7-720 15,11-6-760-15,6-9-693 0,-6-7-1375 0,17-10-1496 16</inkml:trace>
  <inkml:trace contextRef="#ctx0" brushRef="#br0" timeOffset="61081.81">13275 9636 7824 0,'0'0'1672'0,"0"0"-728"0,0 0-504 0,0 0 449 15,0 0 1459-15,0 0-1008 16,0 0-408-16,-88 47-136 0,77-40-64 0,3-1 12 16,-4-3-216-16,0 7-208 0,4-4-76 0,-8 7-244 15,-1 6 0-15,2 6-60 0,-5 7 16 16,4 7 44-16,0 8 12 0,0 7 88 15,0 6 20-15,1 10 4 0,-2 3-40 16,6 4-80-16,-2 2 12 16,5 0-16-16,1 1-172 0,3-5-136 15,4-5-36-15,0-3-108 0,11-10-104 16,6-3-148-16,6-7-292 0,5-5-72 0,12-7-476 16,4-3-500-16,-8-14-961 0,23-1-3239 0</inkml:trace>
  <inkml:trace contextRef="#ctx0" brushRef="#br0" timeOffset="61622.792">16761 9594 13193 0,'0'0'1548'15,"0"0"-576"-15,0 0-456 0,0 0-164 0,0 0 368 16,80 89 308-16,-68-63-264 0,-3 5-16 0,-2 4-124 15,1 3-196-15,0 4-272 0,0 2-44 0,-4 4-28 16,0-1 0 0,0 5 28-16,-4-5-16 0,0 4-36 0,0-1-48 0,-8 7 60 15,-4-2-72-15,-8-2 0 16,-4 1-48-16,0 1-60 0,-8-1-136 16,1-4-180-16,-5 2-128 0,-4-5-96 0,0-3-76 15,4-2-76-15,-4-5-116 16,5-1-252-16,-2-1-532 0,5-7-492 0,9-9-761 15,-9 3-3011-15</inkml:trace>
  <inkml:trace contextRef="#ctx0" brushRef="#br0" timeOffset="67079.356">15777 10185 5652 0,'0'0'3080'0,"0"0"-287"0,0 0-1077 16,0 0-496-16,0 0-72 0,-11 83-8 16,18-55-316-16,1 7-168 0,1 3-92 15,-2 11-220-15,1-2-48 0,0 3-64 0,0 4-12 16,-4 1-48-16,0-3-60 0,0 6-28 15,-4-3-40-15,0-1-44 0,-4-4-4 16,0 1-44-16,0-10 48 0,1-6-8 0,-2-9-4 16,5-10-96-1,-4-7-248-15,4-9 48 0,0 0-280 16,0-13-228-16,0-8-260 0,-4-15-444 0,0-8-596 16,0-13-925-16,0-7-2431 0</inkml:trace>
  <inkml:trace contextRef="#ctx0" brushRef="#br0" timeOffset="67316.971">15721 10112 2748 0,'0'0'888'0,"0"0"6032"0,0 0-5283 0,0 0-221 15,0 0 68-15,52-69-24 16,-39 62-304-16,2 0-292 0,2 7-236 0,-6 0-64 0,9 3 0 16,-4 8-212-16,-4 1-48 15,0 4-24-15,0 0-60 0,-4 3-76 16,-8 6-136-16,4-3-4 0,-4 4-4 0,-4-4-4 15,-1 3-68-15,-2-5 12 0,-5-4-48 16,0-4-4-16,0 1-96 16,0 0-20-16,-4-7-104 0,4 3-68 0,-8-2-68 15,0-4-84-15,5-3-260 0,-6 0-488 16,-3 0-988-16,9-7-1741 0,-17-5-1619 16</inkml:trace>
  <inkml:trace contextRef="#ctx0" brushRef="#br0" timeOffset="81222.826">8330 5423 5916 0,'0'0'2480'0,"0"0"-1468"16,0 0 1349-16,0 0-749 0,0 0-320 0,0 0-356 15,0 0-132-15,-4-7-56 0,4 7-100 16,0-3-80-16,9-3-112 16,-1 0-136-16,7-1-52 0,5-2-12 0,5 2-32 0,-1 1-4 15,8 2-64-15,-4 2-148 16,7 2 44-16,-3 0 36 0,4 0-88 0,3 2 0 15,2 2 72-15,-2-4-60 0,5 0 76 16,4 3-76-16,-1-3-8 0,2 0 0 16,7 0-4-16,-5-3 8 0,5-1 0 0,0 4 4 15,3 0 36-15,-3 0-36 0,-4 0 36 16,3 0-36-16,-6 4-4 16,-2-1 0-16,1 0 4 0,-4 4 0 15,0-1 0-15,-1 0 64 0,-3 0-28 0,1 1 72 16,-2-1-120-16,1-2-36 0,-5 2 36 15,6-3 112-15,-2-3-104 0,6 0 124 0,-2 0-48 16,1 0 16 0,4 0 0-16,-1-3-96 0,-2 3-4 15,-2-3 8-15,5 3 64 0,-4 0 52 0,0 0-112 16,3 0 85-16,2 0 47 0,7 0-20 16,-1 0 32-16,0-7 172 0,5 4-112 15,0-7-116-15,0 4 28 0,4-3-124 0,3-1 52 16,-3 0-44-16,0 3-4 0,0-1 4 15,-5 2-4-15,1 2 0 0,-4 1 40 16,0-1-44-16,-4 4-4 0,-1-2-4 16,1 2-8-16,-4 0 12 15,0 0-4-15,0 0-8 0,-1-3 12 0,1 3 8 0,0-3 0 16,0-1-8-16,-5 1 12 16,2-1-12-16,-2 1 0 0,2 0 0 15,-2 3 0-15,0 0 4 0,-2 0 4 0,-2 0-8 0,1 3 0 16,-3 4 0-16,-2-4-4 0,1 1-44 15,-4 2 48-15,0-4 8 16,3 2-8-16,-3 3 0 0,0-4 0 16,4 0 0-16,-4 3 8 0,4-6-8 15,-4 2-8-15,0 3-64 16,4-5 72-16,3 0 8 0,1 2-4 0,0-2 128 0,4 0-132 16,-1 0-60-16,2 4-36 15,-2-4 96-15,9 3 160 0,0-3-72 0,8 0-88 16,-5 0-72-16,10 0 72 0,-2 0 44 15,1 0-44-15,0-3 0 0,3 3-4 16,-3-4 4-16,4 2 4 0,-1 2 44 0,-3-5-40 16,4 5-8-16,-4 0-8 15,3 0-4-15,-3 0 4 0,0 0 0 0,3 0 8 16,-3 0 0-16,0 5 0 0,-1-5 0 16,-3 2-12-16,0-2-36 0,4 0 44 15,0 4 4-15,-5-4 4 0,6 0 44 0,-1 0-40 16,-5 0-4-16,0-4 4 15,1 4 0-15,0-2 104 0,4-3-64 16,-8 3-48-16,3-4-60 0,1 3 52 0,-4 0 8 16,0 3 0-16,0 0 4 15,-5 0 4-15,1 0-8 0,0 3-4 16,-8 0-52-16,-1 3 56 0,2-4 8 0,-6 5 0 16,1 0 40-16,0-1-44 15,-4-2-4-15,0-1 48 0,-1 3-36 0,-3-3-4 0,0-3-4 16,-4 4 8-16,0-2 0 15,0 2 48-15,-8-1-60 0,0-3 4 0,-4 3-4 16,-1 0 0-16,-2-3 0 0,-5 4-56 16,-4-4 8-16,-1 0-12 15,-3 0-16-15,0 0-44 0,0 0-72 16,0 0-196-16,0 0-24 0,-7 3-24 0,-5 0 155 16,-4 0-179-16,-12 0-860 0,8-3-2936 15,-32 3-4969-15</inkml:trace>
  <inkml:trace contextRef="#ctx0" brushRef="#br0" timeOffset="109039.538">3171 13591 9912 0,'0'0'1405'0,"0"0"1243"0,0 0-1244 16,0 0-108-16,0 0 132 0,-52 86-344 15,48-66-288 1,4 2-356-16,13 0-232 0,2 3-28 0,9-2-116 16,4 2 180-16,4-3-236 0,4-6 4 15,-1 0 156-15,1-7-80 0,-4-5-16 16,4-1 120-16,-5-3-92 0,6 0-88 0,-1-13 60 16,0-3-64-16,-1-3 173 0,1-6-97 15,1-3-84-15,-2-11-124 16,1 1-93-16,-4-3 33 0,4-3 52 0,-8 2 56 0,-4 2-92 15,-5 4 48-15,1 8 76 16,-12 2 44-16,1 7 100 0,-9 3-4 0,0 4 112 16,-9 1-16-16,-3 3-180 0,-4 1-12 15,-7 0-60-15,-5 4 60 16,0 3-60-16,-4 0 36 0,-4 13 20 0,0 6-4 16,-4 10-4-16,1 9 0 0,-10 9-48 15,2 7 60-15,-1 7 120 0,4 6 12 0,-4-1-8 16,5 4-27-16,2-6-37 0,9-5 0 15,5-4-52-15,7-11 0 16,4-12-8-16,8-4 0 0,4-8-96 0,4-8 11 0,0 4-11 16,8-4 8-1,8 2 28-15,3 2-36 0,6 0 96 16,3-1 84-16,3 1-36 0,5 0 88 0,5-4-76 16,-6 5 1-16,5-4-49 0,-1-4 60 15,-3 0 4-15,5 5-76 0,-9-6 60 16,-5 3 12-16,1-3 24 0,-8 3 24 0,-4 1-8 15,0 1-28-15,0-1 24 0,-8-2-24 16,-1 2 28-16,-3-2-40 16,1 3 24-16,-5-1 48 0,0 1 24 0,0 3 16 15,-5-4-4-15,-6 4-12 16,-5 3-20-16,-8 0-4 0,-4 1-36 16,-8 2-108-16,-8 3 0 0,1-3-108 0,-6 4-12 15,2-3 48-15,-1-9-112 0,8 0 4 0,5-2-12 16,3-5 20-16,8-4-56 0,7 1-52 15,6-2 88-15,3-2-112 0,8 0-145 16,0 0-159-16,0 0-292 0,0 0-488 16,8-6-728-16,3-4-644 0,2 5-1397 15,2-16-695-15</inkml:trace>
  <inkml:trace contextRef="#ctx0" brushRef="#br0" timeOffset="109389.213">4052 14528 5124 0,'0'0'6773'15,"0"0"-5377"-15,0 0-532 0,0 0 208 16,-13 83 112-16,13-51-188 0,0-1-276 0,4 9-176 0,0-3-140 16,5 8-48-1,-1-4-84-15,-5 6-164 0,5 4-20 16,-4 3-88-16,1 0-84 0,-1 0-24 16,0 3-76-16,-1-9 36 0,1-1-48 0,0-6 0 15,0-8 8-15,5-8-8 0,-9-10 0 16,4-5-76-16,-4-10-24 0,0 0-240 15,0-12-308-15,0-12-264 0,-4-4-728 16,-5-13-704-16,1 6-1557 0,-7-32-1607 0</inkml:trace>
  <inkml:trace contextRef="#ctx0" brushRef="#br0" timeOffset="109596.881">4060 14684 548 0,'0'0'5384'15,"0"0"-3656"-15,0 0-392 0,0 0 296 0,0 0-359 16,0 0-493-16,0 0-204 0,0 0-104 15,0 0-4-15,84-35-24 0,-77 35 100 0,5 0 20 16,-4 6-112-16,0 4-136 0,-4-3-140 16,0 2-132-16,-4 3-40 15,0-1 116-15,0 1 108 0,-4 1 44 0,-4-1-72 16,-4-2-200-16,0 3-180 0,-4 0-392 16,-3-1-396-16,-5 1-356 0,-4-4-316 15,7-2-1305-15,-26-1-2995 0</inkml:trace>
  <inkml:trace contextRef="#ctx0" brushRef="#br0" timeOffset="110705.692">2561 13614 4940 0,'0'0'2424'0,"0"0"-856"0,0 0 24 0,0 0 41 16,0 0-253-1,0 0-252-15,0 0-68 0,0 0-92 16,0 0-184-16,0 0-56 0,-28-16-108 0,24 16-192 16,1 0-208-16,-5 0-96 0,-1 4-124 15,1 5-44-15,1 3-68 0,-5 11-48 16,0 8 64-16,0 8 84 0,-4 11 12 0,0 7-4 0,-4 10-8 15,4 3 12-15,0 3 0 16,1 0-76-16,2 4-60 16,5-5 4-16,4 1-28 0,4-3 36 15,0-3-76-15,8-4-44 0,9-2-80 0,6-4-96 16,1-6-180-16,8-7-364 0,3-8-284 16,6-8-408-16,-1-9-152 0,-9-6-713 0,21-13-2079 15</inkml:trace>
  <inkml:trace contextRef="#ctx0" brushRef="#br0" timeOffset="111256.052">4606 13433 116 0,'0'0'8208'16,"0"0"-6912"-16,0 0-380 0,0 0 665 16,0 0-33-16,0 0-232 0,0 0-384 0,0 0-364 15,90 16-84-15,-69-3-60 16,3 2 0-16,0 1-56 0,4 7-84 0,0 2-72 0,-1 0-52 15,-3 11 60-15,0-2-84 16,-4 4-40-16,-4 7 4 0,-4 2 48 0,-4 8-52 16,-4-2 4-16,-4 5-40 15,0 1-60-15,-4-1-40 0,-4 5 32 16,-4-3-72-16,-4 4-28 0,0-3-4 0,-4 2 40 16,-3-2 68-16,-1-5-96 0,-4 2 4 15,-4-2-52-15,0-1-72 0,-4-8-152 0,4-1 16 16,1-13-140-16,-1-7-440 15,0-6-496-15,12-11-1196 0,-16-9-3709 16</inkml:trace>
  <inkml:trace contextRef="#ctx0" brushRef="#br0" timeOffset="112054.832">5215 14512 8232 0,'0'0'2008'15,"0"0"-939"-15,0 0-221 0,0 0 456 0,0 0 204 16,0 0-196-16,0 0-340 0,0 0-276 16,0 0-128-16,0 77-64 0,0-52-100 0,-4 1-72 15,4 2-76-15,0 8-84 0,0-1-52 0,0 5-56 16,4 5 8-16,4 5-60 16,-4 5 36-16,0 2-48 0,0 6-12 15,0 4-48-15,0 3 60 0,-1 3-72 0,-3 0-76 16,0-3-132-16,0-4 8 0,0-5 16 15,0-13 84 1,0-10-48-16,0-10-64 0,0-9-12 0,0-9-48 0,0-8-204 16,0-2-660-16,0-12-128 15,0-13-68-15,0 6-1004 0,0-36-2661 16</inkml:trace>
  <inkml:trace contextRef="#ctx0" brushRef="#br0" timeOffset="112325.011">5187 14704 8036 0,'0'0'2008'0,"0"0"-563"0,0 0-201 15,0 0 220-15,0 0-136 0,104-39-324 16,-76 36-168-16,4-4-128 0,3 7-144 16,-3-3-72-16,8 3-220 0,-5 0-100 0,-3 0-48 15,0 0-116-15,-4 0 64 0,-4 7-68 16,-3 2-4-16,-14 7 148 0,1 7 48 15,-4 2 12-15,-4 7-52 0,-4 6 40 0,-8-3-36 16,-8 0-28-16,5 0-60 0,-9-4-20 16,-1-6-52-16,1-2-208 0,-3-4-96 15,-1-3-88-15,0-4-72 16,-3-2-100-16,3-4-100 0,0-6-192 0,3 0-464 16,-3-12-556-16,13 2-960 0,-1-15-1921 0</inkml:trace>
  <inkml:trace contextRef="#ctx0" brushRef="#br0" timeOffset="112606.229">6251 14144 14073 0,'0'0'1740'0,"0"0"-1588"16,0 0 736-16,0 0 452 0,75 7 52 15,-47-5-452-15,4-2-500 0,5 0-136 16,-2 0-84-16,5-2-112 0,-4-2-108 0,-1-4-96 16,1 1 12-16,-3-3-320 15,-1 4-472-15,-9-1-424 0,-7 4-784 0,0 3-2496 16,-16 3-4377-16</inkml:trace>
  <inkml:trace contextRef="#ctx0" brushRef="#br0" timeOffset="112779.997">6315 14566 2568 0,'0'0'10601'16,"0"0"-8865"-16,0 0-892 0,0 0 412 0,0 0-68 15,0 0-140-15,0 0-300 0,0 0-100 16,0 0-52-16,91-6-84 0,-55-7-223 15,0-2-289-15,-1-1-168 0,6-3-245 0,-5-1-367 16,-1 5-308-16,5 2-464 0,-12 4-1360 16,7 2-4021-16</inkml:trace>
  <inkml:trace contextRef="#ctx0" brushRef="#br0" timeOffset="113540.086">8180 13164 6644 0,'0'0'1284'0,"0"0"-504"0,0 0 464 16,0 0 1009-16,0 0-825 16,0 0-372-16,0 0-76 0,0 0-84 15,0 0 112-15,0 0-132 0,-21-25-384 0,14 33-428 16,-2 11-16-16,-3 6 64 0,1 14 84 15,-6 9 36-15,6 13-24 0,-6 8-36 16,2 7-52-16,-5 6-8 0,-1 7-52 0,-2 3-48 16,3-3-12-1,-4-3-60-15,0-10 12 0,5-3-100 16,-2-16 28-16,10-8-52 0,2-18 108 0,1-9-104 16,8-12-140-16,0-10-112 0,0 0-232 15,0 0-280-15,8-10 72 0,1-6 608 16,6-7-64-16,2-4 128 0,-2-2-88 0,1 0 12 15,-4 7 264-15,4 3 20 0,-4 9-20 16,-4 7 0-16,0 3 112 0,4 10 420 16,-4 2 60-16,0 11-68 0,0 5-124 15,0 5-40-15,-4 0-52 0,-4 9 28 16,3 2-56-16,-3 4 56 0,0-1-32 16,0 8 28-16,0-1-48 0,0 4-16 15,0-2-96-15,0 4-108 0,-3-1-64 0,3-7-108 16,0 0 20-16,0-11-20 0,0-7-40 15,3-2-120-15,6-10-212 0,-1-3-148 16,3-6-128-16,2-3-348 0,-1-8-444 0,-1-2-1264 16,-2-2-1773-16,6-17-2787 0</inkml:trace>
  <inkml:trace contextRef="#ctx0" brushRef="#br0" timeOffset="127007.02">9191 13735 8080 0,'0'0'1480'0,"0"0"-928"0,0 0-240 16,0 0 1517-16,0 0-69 0,0 0-256 0,0 0-388 0,0 0-292 16,-51-23-156-16,34 23 12 15,-2 4-128-15,-1-1-64 0,-1 6-36 16,2 2-108-16,-1-3-4 0,-4 9-48 16,5-2-84-16,-2 8-88 0,1-2-24 15,5 8 4-15,-2 3-92 16,6 6 101-16,3 4-109 0,-1 5-56 0,9 10 56 15,0 0 88-15,0 7-88 0,4-7-56 0,9 0-5 16,-2-9 13-16,6-8 12 0,-2-7-52 16,5-8-8-16,-4-12 60 15,8-4 36-15,-4-9 0 0,4 0-44 16,-1-9-20-16,1-10 64 0,4-6 0 16,0-10 0-16,0-7-76 0,-3-5-140 0,3-4-28 15,-5-6-12-15,1-4-36 0,0 4 44 16,-4 0-8-16,-4 4 72 0,-5 4 40 15,-2 2 44-15,-5 1 40 0,-4 2-52 16,0 4 52-16,0 2 52 0,-8-1 8 0,-5 11 104 16,2 6 92-16,-6 6-24 0,2 6 36 15,-1 7-48-15,-4 3 36 0,4 3-88 16,-4 7-56-16,0 3-4 0,0 6 4 16,1 6-52-16,-5 0-72 0,3 3-28 15,1-2-84-15,1 2-20 0,-1 2-164 16,0-8-480-16,8 3-688 0,-4-3-1168 15,4-3-2713-15,-4 7-2939 0</inkml:trace>
  <inkml:trace contextRef="#ctx0" brushRef="#br0" timeOffset="127176.273">9067 14033 8808 0,'0'0'2401'15,"0"0"-705"-15,0 0 44 0,0 0 0 0,80 86-184 16,-59-61-364-16,-2 1-392 15,-3 2-288-15,4 1-96 0,-4-1-76 0,1 1-184 16,2-4-156-16,-3 1-116 0,3-1-152 0,2-6-208 16,-1 0-256-16,-1-3 44 15,2 0-260-15,3-3-480 0,-13-7-1360 16,10 0-2853-16</inkml:trace>
  <inkml:trace contextRef="#ctx0" brushRef="#br0" timeOffset="128985.139">10235 13979 2888 0,'0'0'2580'0,"0"0"-1564"16,0 0-380-16,0 0 116 0,0 0 3185 15,0 0-2529-15,0 0-276 0,0 0-260 0,0 0-192 16,0 0 36-16,0 0 216 0,12 26-124 0,-8-8-156 16,0 8-188-16,-4 2-60 15,0-2-132-15,0-1-76 0,0 0-104 16,0-6-92-16,0-2-96 0,0-4-100 16,0-4-64-16,0-2-180 0,0-4-148 15,0-3-252-15,0 0-240 0,-4-7-488 0,0-2-996 16,1-1-1705-16,-2-13-1135 0</inkml:trace>
  <inkml:trace contextRef="#ctx0" brushRef="#br0" timeOffset="129355.122">10382 13684 1304 0,'0'0'1984'0,"0"0"-812"0,0 0-196 16,0 0 260-16,0 0 180 0,0 0-208 15,77-29-252-15,-70 26-103 0,-3 3 31 0,0 0-88 16,-4 0 8-16,0 0 44 0,0 0-24 16,0 3 28-16,-8 7-24 15,1 2-120-15,-6 5-136 0,2-2-240 16,-6 4-148-16,-2 0-184 0,-1 0-140 16,3-2-132-16,-2 2-172 0,3-7-188 15,4 1-316-15,4-4-424 0,0-2-1044 0,8-1-2393 0,0 3-1299 16</inkml:trace>
  <inkml:trace contextRef="#ctx0" brushRef="#br0" timeOffset="130375.507">10797 13909 8200 0,'0'0'2072'0,"0"0"-1127"0,0 0-869 0,0 0 540 15,0 0 816-15,0 0-60 16,-91 63-488-16,70-40-448 0,1 0-144 16,1-1 8-16,2 3-12 0,10-6-28 0,-1 0-48 15,-1-6-24-15,9-4-140 0,0-2-48 16,4 0-92-16,5-2 92 15,-1 2 124-15,8-5-124 0,-1 5-12 0,2-7-48 16,2 4 8-16,-2-4 40 0,2 0 12 0,1 2 0 16,-3 2 4-16,-2-2 72 0,-3 3-64 15,0 1-8-15,0 0 132 16,-5 0-12-16,-2 1-100 0,-1-1-24 16,-4 4-8-16,0-1 8 0,0 4 0 0,-9-4-52 15,2 1-196-15,-5 2-124 0,0-6-16 16,-4 1-224-16,5 3-68 0,-6-7-228 15,-3 3-424-15,8-2-964 0,-12-2-2865 16</inkml:trace>
  <inkml:trace contextRef="#ctx0" brushRef="#br0" timeOffset="131066.469">11821 13947 3220 0,'0'0'4332'16,"0"0"-2736"-16,0 0-264 0,0 0-43 0,0 0-113 15,0 0-208-15,-84-25-156 0,64 25-192 0,-3 0-144 16,2 3 92-16,1 7-132 0,1 2-76 0,3 5-24 15,4 8-24 1,4 4 8-16,3 5 28 0,2 1-40 0,3 3-124 0,0-10-12 16,3-2-172-16,6-7-52 0,-1-6-228 15,3-6 44-15,2-7 88 0,2 0 64 0,6-13 8 16,-1-3-12 0,3-9-180-16,-3-4-244 0,1-3-60 0,-6 0 76 15,1 4 40-15,-4 6 140 0,-4 6 140 16,4 2 40-16,-8 9-4 0,4 5-12 15,0 0 152-15,-5 5 116 0,6 12 224 16,-1-2 12-16,0 8-76 0,0 2-152 0,0-2-44 16,0-1 80-16,3-3-32 15,-2-1-128-15,2-1-28 0,1-4-300 16,1-5-172-16,6-4-600 0,-3-4-908 16,1 0-1057-16,2 0-1727 0</inkml:trace>
  <inkml:trace contextRef="#ctx0" brushRef="#br0" timeOffset="132373.234">12861 13572 3724 0,'0'0'4100'0,"0"0"-2192"16,0 0-359-16,0 0-49 0,0 0 40 16,0 0-240-16,0 0-332 0,0 0-444 0,0 0-188 15,0 0-52-15,0 0-60 0,-88 17-16 0,60 15 16 16,0 5-4 0,-3 4 4-16,3 4 20 0,0 0-60 15,7-7-48-15,10-7-12 0,-1-5-124 0,8-4-12 16,4-6-76-16,4-3-8 0,8-1 80 0,4-1 4 15,4 1 8-15,4-3 8 16,0-2-8-16,0-2-100 0,3 2 40 0,-3-3 64 16,-4-1 0-16,-4 0-52 0,0 3 52 15,-4 3 8-15,-4 1 80 16,-4 6-40-16,0 0 36 0,-4 3 40 0,0 3-124 16,-8 4 8-16,0-5-8 0,-4-2-24 15,1 0-76-15,-2-2-84 0,1-7-232 16,5-4-92-16,2-3-196 0,-3-3-256 0,4-9-484 15,0-1-1636-15,-3-19-3205 0</inkml:trace>
  <inkml:trace contextRef="#ctx0" brushRef="#br0" timeOffset="132739.15">12985 13964 6536 0,'0'0'4384'15,"0"0"-3319"-15,0 0-181 0,15 85 352 16,-15-53 656-16,0-1 28 0,-4-2-576 0,0-4-412 15,1-5-296-15,3-4-224 0,0-10-264 0,0-3-148 16,0-3-208-16,7-6-96 16,1-8 296-16,8-5-44 0,-4-9-200 15,4 0-152-15,0-4-12 0,0 0 48 0,-4 7 84 16,-1 3 112-16,-2 8 24 16,3 9-72-16,-5 5 24 0,2 0 144 15,-5 12 52-15,4 4 284 0,-1 10 12 0,-7-1-64 16,4 7-120-16,-4-1 0 0,0 1 20 15,0-1 52-15,0 5-48 0,0 2 60 16,-4 4 108-16,-3 2 40 0,-1 0-76 16,-5 4 12-16,-2-1-112 0,2 2-20 15,-2-2-40-15,-1-9-36 16,4-3-64-16,0-10 44 0,0-5-48 0,0-10 8 0,1-6-12 16,-2-4-140-16,5 0-248 15,-4-4-148-15,0-13-76 0,1-6-108 0,2-8-56 16,1-7-472-16,4-9-580 0,-3 7-1156 15,3-26-2461-15</inkml:trace>
  <inkml:trace contextRef="#ctx0" brushRef="#br0" timeOffset="132975.67">13383 13332 2764 0,'0'0'8004'0,"0"0"-6435"0,0 0-877 15,0 0 488-15,4 104 676 0,-4-59 224 16,-9 8-580-16,6 4-568 0,-1 4-192 16,0-1 149-16,0 5-209 0,4-2-248 0,-4 0-200 15,0-2-160-15,4-7-72 16,0-4-120-16,0-6-64 0,0-5-92 0,0-7-100 16,4-10-216-16,8-3-237 0,0-13-683 15,0-6-1116-15,3-3-2212 0,2-16 1899 16,-2 2-2003-16</inkml:trace>
  <inkml:trace contextRef="#ctx0" brushRef="#br0" timeOffset="133250.967">13574 14018 10016 0,'0'0'2841'15,"0"0"-1541"-15,0 0-844 16,0 0 24-16,0 69 652 0,-4-53 252 16,4-7-468-16,0-2-560 0,0-4-272 0,0-3-84 15,0 0 64-15,4-3-56 0,8-10-8 0,0-9-12 16,0 0-236-16,3-7-108 0,-2 1-112 15,2 2-180-15,-2 5 88 0,-1 2 112 16,-5 5 56-16,-2 5-24 0,-1 5-24 16,-4 4 288-16,0 0 152 0,-9 7 444 15,-2 9-320-15,-1 2-12 0,0 8 140 16,-4 3 76-16,4 3-24 0,0-4-32 16,0 1-8-16,4-7-228 0,4-2-36 0,0-12-200 15,4-2-184-15,0-6-624 16,0 0-308-16,4-12-416 0,8-4-97 0,4-6-251 15,-5 0-1056-15,10-13-2211 16</inkml:trace>
  <inkml:trace contextRef="#ctx0" brushRef="#br0" timeOffset="133538.6">13789 13947 756 0,'0'0'5716'0,"0"0"-2912"0,0 0-699 0,0 0-577 0,32 74-344 16,-32-49-8-16,0 0 8 0,0-2-252 0,0-5-224 15,0-2-264-15,0-5-248 0,4-6-196 16,-4-5-172-16,4 0 96 0,0 0-60 0,8-5 88 15,0-9-100-15,3-5-248 0,2-3-112 16,-2 0-88-16,6 3 4 0,-1-1 88 16,-5 8 140-16,5 9 100 0,-4 3 264 15,4 3 148-15,-7 9 208 16,-2 5 132-16,1 5-56 0,-3 3 28 0,-6 0 12 16,5 2-72-16,-4-6-56 0,-4-2-8 15,4-7-4-15,4-1 0 0,-4-5-76 16,0-3-96-16,0-3 0 0,4-6 36 0,3-8-96 15,-2 0-32-15,3-12-68 16,0-3-124-16,0 1-168 0,3-4-200 0,-2 0-308 0,2 4-316 16,-2 3-412-1,-2 6-1708-15,6-7-5265 0</inkml:trace>
  <inkml:trace contextRef="#ctx0" brushRef="#br0" timeOffset="133892.141">14673 13871 600 0,'0'0'9520'16,"5"73"-5319"-16,-5-26-3505 0,0 14-496 15,0 15 252-15,0 4 880 16,-5 2 116-16,-2-2-352 0,3-1-484 16,0-6-284-16,0-4-144 0,4-8-176 15,0-4-8-15,0-12-48 0,4-10-124 0,4-10-184 0,-5-12-108 16,1-7-124-16,5-6-300 15,-5-15-16-15,7-7 132 0,-3-16-640 0,-3-11-564 16,3-5-773-16,-4 7-1203 0,-4-26-1784 0</inkml:trace>
  <inkml:trace contextRef="#ctx0" brushRef="#br0" timeOffset="134088.404">14658 13894 8372 0,'0'0'3913'0,"0"0"-3565"0,0 0-248 16,0 0-100-16,0 0 268 0,0 0 244 15,0 0 172-15,0 0-100 0,0 0-156 0,0 0-52 16,84 25-124-16,-80-9-64 0,-1 2-60 16,-3 1-24-16,-3 7-100 0,-5-1-4 0,-8 1-4 15,-1-1-100 1,-2-2-124-16,2-4-200 0,-6-3-136 0,3-9-196 16,4-2-168-16,0-5-508 0,8 0-2421 15,0-5-3579-15</inkml:trace>
  <inkml:trace contextRef="#ctx0" brushRef="#br0" timeOffset="134273.235">14916 13979 11865 0,'0'0'2108'0,"0"0"-1020"0,0 0-332 0,0 0 36 15,0 0 56-15,0 0 68 0,0 0-412 16,0 0-344-16,80 26-160 0,-59-26-96 0,-2 0-444 15,1-3-352-15,1-1-152 0,-6 1-544 0,1-3-1648 16,0 0-4425-16</inkml:trace>
  <inkml:trace contextRef="#ctx0" brushRef="#br0" timeOffset="134622.086">15459 13728 16845 0,'0'0'2156'0,"0"0"-2156"0,0 0-148 16,0 0-184-16,-96 63 332 0,64-38 836 0,4 2-248 16,8-5-444-16,5-3-140 0,-2-4 44 15,13 2-48-15,1-8-136 0,3 1 64 16,0-1 8-16,3 0-56 0,9 2-40 0,4-3-24 15,5 3 36-15,-2-3 76 0,5 6 68 16,0-5-8 0,-5 0-52-16,2 1 52 0,-5 0-36 0,-4-1 48 0,-5-2 8 15,2 2 40-15,-9 0 16 16,0 4 56-16,0-3 52 16,0 2 12-16,-9 1-72 0,2 3-112 0,-5-6-88 0,0-3-268 15,0-5-160-15,4-2-308 0,0 0-432 16,4-9-1188-16,4-3-2313 0,0-21-1219 0</inkml:trace>
  <inkml:trace contextRef="#ctx0" brushRef="#br0" timeOffset="134922.002">15657 13890 11969 0,'0'0'2892'0,"0"0"-1736"0,0 0-588 15,-3 76 228-15,-1-53 712 0,0-4 220 16,0-4-684-16,4-2-703 0,0-6-265 0,0-4-4 15,0-3-72-15,4 0-244 0,4-3-13 16,4-4-23 0,4-6-264-16,0-2-180 0,3-7-132 0,2 2-16 15,3-2 80-15,-5 6 220 0,-3 0-104 16,0 7-28-16,0 3 388 0,-8 6 316 16,1 0 364-16,-2 6 456 0,-3 7-96 0,-4 3-16 15,4 3-144-15,-4 0 4 0,0 2-88 16,0-1-112-16,0-8-100 0,0 1-120 15,0-3-148-15,0-7-100 0,0-3-268 16,0 0-340-16,0-3-292 0,8-10-92 0,0-2 16 16,0-8-1084-16,4 0-2293 0,0-8-1391 15</inkml:trace>
  <inkml:trace contextRef="#ctx0" brushRef="#br0" timeOffset="135259.552">16060 13427 6884 0,'0'0'4653'16,"0"0"-3653"-16,0 0-436 0,0 73 288 0,-8-39 676 16,0 8 376-16,4 5-336 0,-8 4-536 15,4 3-312-15,1-3-172 16,-1 0-268-16,-1-10-244 0,5-3-36 0,4-8-108 16,0-11-76-16,0-5-132 15,9-3-256-15,-1-5-4 0,3-4 112 0,2-2 32 0,2 0-12 16,2 0-24-16,2 0-100 15,1 0 68-15,0 4 176 0,-4-1 124 0,4 4-52 16,-4 2-188-16,-4 0 64 0,4 4 260 16,-9-3 104-16,6 3 12 0,-2-1 56 15,-3-2 44-15,1 3 12 16,-5-4 40-16,0 0 224 0,-1 1 92 0,-3 0-56 16,0-3-4-16,0 1 16 0,-3-2-40 0,-9 1-28 15,-1-1-108-15,-2-2-100 0,-5-2-148 16,-4-2-240-16,-4 0-352 0,-4 0-164 15,-4-8-372-15,0-5-836 0,8 1-2845 16,-7-8-2751-16</inkml:trace>
  <inkml:trace contextRef="#ctx0" brushRef="#br0" timeOffset="135851.442">16690 13916 1880 0,'0'0'5636'16,"0"0"-3584"-16,0 0-503 0,0 0-341 0,0 0-20 15,0 0-72-15,0 0-56 0,0 0-332 16,0 0-292-16,0 0-248 0,0 0-76 0,-64 16 64 15,48 5 96-15,0 5 148 16,0 6 332-16,0 0-160 0,4-4-212 0,0-2-148 16,5-4-148-16,-2-6-84 0,5-4-4 15,0-6-68-15,4-6-12 0,0 0-64 16,0 0-308-16,0-6-180 0,4-2 40 16,9-12 116-16,-6 1-56 0,10 0-112 15,-6 0-56-15,5 3 84 0,-4 6 320 16,4 4 136-16,-4 6 48 0,0 0-52 0,-4 6 168 15,4 10 392-15,-4 3 252 0,-4 7 120 16,0-1-120 0,-4 4-196-16,0 3-88 0,0-4-136 0,0 1-28 0,-4-1 28 0,0-2 44 15,0-2-104-15,0-1-80 0,0-6-84 16,-1-3-60 0,5-7-76-16,0 0-236 0,0-7-248 0,0-3-360 15,0-8-592-15,9-8-1140 0,-1 7-2309 16,3-22-1595-16</inkml:trace>
  <inkml:trace contextRef="#ctx0" brushRef="#br0" timeOffset="136105.348">16905 14128 6868 0,'0'0'1064'0,"0"0"-856"0,0 0-208 16,0 0 260-16,12 74 908 0,-12-43 497 15,0 7-381-15,0 3-264 0,-4 5 20 16,0 4-256-16,-4 4-196 0,0 6-8 0,0 1-28 15,-4 5-108-15,-4-1-120 0,4 0-76 16,-4-1-76-16,0 0 36 16,0-8 4-16,1 2-104 0,-2-7-20 15,6-4-28-15,-6-12-60 0,9-6-48 16,1-10-100-16,-1-13-60 0,4-6-152 0,-1-10-272 16,1-16 112-16,1-5-320 0,3-13 24 15,0-13-232-15,0-11-404 0,3-7-1145 0,1 15-1839 16,5-42-1176-16</inkml:trace>
  <inkml:trace contextRef="#ctx0" brushRef="#br0" timeOffset="136321.659">16925 14119 2568 0,'0'0'6920'15,"0"0"-5483"-15,0 0-781 0,0 0-80 16,0 0 152-16,0 0 116 0,87-57-60 16,-70 57-304-16,-2 0-188 0,1 9-52 0,5 1 12 15,-6 3-92-15,1 2-20 0,-4 1-16 16,4 3 4-16,-8 1-40 0,0 2 0 15,-4-3-24-15,-4 6-4 0,0-3 4 0,-8 3-16 16,-8 1-36-16,-4-1 0 16,-4-2-4-16,-4-2 4 0,-4 2 0 0,1-10-12 0,-5 0-164 15,4-10-312 1,-4-3-368-16,8 0-332 0,0-13-300 16,4 4-1045-16,0-21-2111 0</inkml:trace>
  <inkml:trace contextRef="#ctx0" brushRef="#br0" timeOffset="136773.428">18097 12671 14073 0,'0'0'1804'0,"0"0"-952"0,0 0-776 15,0 0-76-15,0 0 0 0,0 0 488 16,0 0 492-16,19 98-80 0,-15-44-412 0,-4 10-48 16,5 15-24-16,-5 13 364 15,0 10-135-15,0 13-221 16,0 1-36-16,-5 12-180 0,1-1-40 0,0-1-120 16,0-1-48-16,0-4-84 0,4-7-72 0,-4-6-100 15,4-9-48-15,-3-8-72 0,3-5 59 0,0-11-83 16,0-7 36-16,7-11-28 15,-3-9-132-15,0-10-224 16,4-13-484 0,-3-9-1164-16,-2-13-3205 0</inkml:trace>
  <inkml:trace contextRef="#ctx0" brushRef="#br0" timeOffset="139255.203">18957 12643 5592 0,'0'0'2212'0,"0"0"-916"16,0 0-572-16,0 0-192 0,0 0-120 16,0 0 1605-16,0 0-769 0,0 0-452 0,0 0-452 15,0 0-44-15,20 15 252 16,-8 5 128-16,0 2 56 0,-1 10-192 0,2 2-40 0,-2 4-168 15,6 4-104-15,-6 2-72 0,1 5-48 16,-3 1-16-16,2 1-20 0,-3-1-68 16,1 1 0-16,-5-1-8 0,3-1-4 15,1-8-8-15,0-3 4 16,0-6-44-16,0-7-20 0,0-3 72 0,-4-9 0 16,4-3 72-16,-4-4-72 0,4-3 0 15,-4-3-136-15,3 0 60 16,2-3 76-16,3-8 60 0,-1-3-8 0,2-5 20 0,-2-6-60 15,6-8 36-15,-6 1-40 16,6-6 44-16,-2-3-44 0,2-4 64 16,2 1-64-16,-3-3 36 0,5-1-44 0,-6 1-72 15,5 3-24-15,0 2-16 0,-4 3-48 16,-1 4 48-16,-2 9 40 16,-1 1-52-16,-9 10 28 0,6 5 20 0,-5 2 4 15,-4 3-64-15,0 3-100 0,0 2-172 16,0 0-136-16,-13 0-340 0,6 0-616 0,-10 0-992 15,6 0-2681-15,-17 9-1807 0</inkml:trace>
  <inkml:trace contextRef="#ctx0" brushRef="#br0" timeOffset="139429.812">19096 12995 2904 0,'0'0'3116'0,"0"0"-908"16,0 0-316-16,0 0-307 0,0 0-281 0,0 0-144 15,0 0-188-15,0 0-392 0,0 0-140 16,0 0 472-16,0 0-252 0,88 7-364 0,-68-7-196 16,0 0-100-16,0-4-44 0,-1 1-104 15,1-3-448-15,5 0-528 0,-1-5-668 0,-5 8-2225 16,5-6-2895-16</inkml:trace>
  <inkml:trace contextRef="#ctx0" brushRef="#br0" timeOffset="139721.503">19897 12862 12257 0,'0'0'2188'0,"0"0"-1792"0,0 0-284 0,0 0 316 0,0 0 1080 16,0 79 76-16,0-37-464 0,4 5-556 15,0 10-200-15,0 7-20 16,0 1 116-16,4 9 52 0,-4 0-231 0,0 2-137 16,0-4-84-16,0-5-56 0,-1-3-4 15,2-13-8-15,3-13-232 0,-4-10-53 16,4-11-11-16,0-11-208 0,0-6-148 16,0-13-220-16,-1-10-92 0,6-8-352 0,-5-11-648 15,-1-5-696-15,1 9-1805 0,-8-19-1407 16</inkml:trace>
  <inkml:trace contextRef="#ctx0" brushRef="#br0" timeOffset="139971.507">19901 12862 9608 0,'0'0'1797'16,"0"0"-477"-16,0 0-504 0,0 0-92 16,0 0 188-16,0 0 244 0,0 0-380 15,0 0-416-15,0 0-136 0,0 0-28 0,0 0 16 16,84-46-64-16,-60 46 24 0,-5 5-60 15,5 1-40-15,-3 3 4 0,-6 4-76 16,-2 0-12-16,-6 3 12 0,1 3 0 0,-8 3 4 16,0 3-4-16,-11 3 0 0,-6 2-12 15,-2-5 4-15,-5-3 8 16,0 0-64-16,-4-6-132 0,0-3-112 0,0-4-188 16,4-6-176-16,4-3-368 0,4 0-476 15,4-3-944-15,1-9-2749 0</inkml:trace>
  <inkml:trace contextRef="#ctx0" brushRef="#br0" timeOffset="140239.226">20651 12668 3284 0,'0'0'8073'16,"0"0"-6137"-16,0 0-1024 0,0 0 124 0,0 0 600 0,0 0-40 15,-73 92-464-15,54-50-520 16,-5-1-220-16,4 9-88 0,-1 4 12 0,6 1 60 0,3 1 77 16,0-2-129-16,8-6-104 15,4-6-88-15,0-8-60 0,4-5-68 16,3-10-4-16,6-3 0 0,-1-4-96 16,4-8-60-16,-4-4-100 0,8-4-132 15,-1-8-145-15,1-10-127 0,1-7-292 16,-6 1-500-16,-2-4-816 0,-2 9-1908 0,-11-4-1853 15</inkml:trace>
  <inkml:trace contextRef="#ctx0" brushRef="#br0" timeOffset="140389.067">20395 13043 9488 0,'0'0'4525'0,"0"0"-3289"0,0 0-756 16,0 0-40-16,0 0 324 0,0 0 636 15,-12 76-192-15,33-70-500 0,2 1-244 16,5-7-148-16,7 0-108 0,6-10-208 0,-1-3-36 15,-1-6-268-15,-3-3-284 0,0 0-364 16,0-1-416-16,-4 2-944 0,-8 8-3105 16,3-7-4507-16</inkml:trace>
  <inkml:trace contextRef="#ctx0" brushRef="#br0" timeOffset="140897.965">21495 12458 7372 0,'0'0'2812'0,"0"0"-447"0,0 0-633 0,0 0-140 16,0 0-304-16,43 95-160 0,-34-46-120 0,-1 5-172 0,-4 12-8 15,-4 1-172 1,0 6-267-16,0-1-181 0,0 2-124 16,-4-1 0-16,0-3 4 0,0-5-88 0,4-3-12 15,-5-15-124-15,5-6-44 0,0-16-64 16,0-8-73-16,0-9-219 0,0-3-108 15,0-5-116-15,0-7-248 0,5-12-104 0,-1-4-288 16,-4-10-768-16,4 0-1681 16,-4-21-1103-16</inkml:trace>
  <inkml:trace contextRef="#ctx0" brushRef="#br0" timeOffset="141124.031">21403 12532 8172 0,'0'0'1800'16,"0"0"-535"-16,0 0-341 0,64-67 176 15,-36 51 20-15,4 3-48 0,0 0-276 0,-1 6-248 16,5 7-124-16,-4 0-40 0,0 0-100 16,0 0-136-16,-8 7-48 0,4 0 0 15,-8 2-52-15,-1 4-48 16,-6 0 0-16,-5 0-88 16,-5 6 16-16,-3-1-16 0,-3 6 16 0,-18 3-40 15,-2 2-60-15,-10-1-204 0,-2 5-20 0,-5-8 48 16,1 0-232-16,-2-3-240 0,-2-3-608 15,11-6-1393-15,-17 3-2623 0</inkml:trace>
  <inkml:trace contextRef="#ctx0" brushRef="#br0" timeOffset="142115.632">20284 14274 7476 0,'0'0'2112'0,"0"0"-796"16,0 0-15-16,0 0-241 0,36 98 248 0,-29-49-96 15,1 4-284-15,-4 8-304 0,1 2-92 16,-5 4-24-16,0 3 56 16,-9-3-8-16,-2-4-80 0,3-6-24 15,-1-7-232-15,-2-4-76 0,7-9-92 16,-4-8-52-16,8-6-52 0,-5-8-44 16,5-5-12-16,0-5-88 0,-4-5-84 0,4 0-200 15,0 0-196-15,0-2-308 0,0-8-560 16,0-8 20-16,0-5-648 0,0 4-761 0,0-19-1631 15</inkml:trace>
  <inkml:trace contextRef="#ctx0" brushRef="#br0" timeOffset="142377.015">20275 14509 6280 0,'0'0'2208'0,"0"0"-848"0,0 0-304 16,0 0-11-16,0 0-177 0,0 0-268 0,0 0-192 15,88-44-128-15,-71 38-16 0,-6-1 16 16,2 4-40-16,-6 3-76 0,1 0-36 0,-4 0-28 16,-4 3 12-1,4 4 40-15,0-1 48 0,-4 3-24 0,0 1-64 16,0 3 40-16,-4 2-36 0,-4-2-116 0,-3 1-108 16,-2 0-232-16,1-1-36 0,0 0-128 15,-4-1-216-15,5 2-68 16,-6-1 24-16,2-1-172 0,-1-2-329 0,-1-1-675 15,6 1-360-15,3-4-436 0,-5 1-576 16</inkml:trace>
  <inkml:trace contextRef="#ctx0" brushRef="#br0" timeOffset="143354.834">21177 14332 6564 0,'0'0'2920'0,"0"0"-1151"0,0 0-765 0,0 0-160 15,0 0 60-15,-69-67 272 0,57 61-104 16,1 2-536-16,-2 4-312 0,-2 0 36 16,2 0-72-16,-2 4-52 0,-2 8 12 15,6 4-84-15,-6 6-64 0,2 8 60 16,2 8 88-16,6 6 64 0,-1 3 72 15,4 10-52-15,0 1 124 0,4 2 64 0,0 1-128 16,0-7-48-16,8-7-108 0,0-9-52 16,4-9-80-16,0-11 48 15,4-8-48-15,4-6 68 0,4-4-12 0,4-11-48 16,0-8 36-16,0-6-48 0,4-3-12 16,-4-7-72-16,-2-7-100 0,-1 5-96 0,-1-2-76 15,0 1 36-15,-5 3-48 0,-2 0-24 16,-6 0 8-16,-2 0 24 15,-1 0 28-15,-8 1 72 0,0 2 36 0,0 1-88 0,-4 1 136 16,-9 9 104 0,5 1 72-16,-3 7 140 0,2 7 20 0,-2 3 128 0,3 3-88 15,-9 0-104 1,2 6-88-16,-1 7 4 0,-9 3-12 0,6 6-28 16,-1 3-120-16,-4-2 12 0,1 2-176 15,2 4-316-15,-3-4-544 0,5 3-616 0,-1-2-677 16,3-11-203-16,2 8-1964 0</inkml:trace>
  <inkml:trace contextRef="#ctx0" brushRef="#br0" timeOffset="143522.904">21025 14611 1880 0,'0'0'5060'0,"0"0"-2684"0,0 0-399 16,0 0-349-16,0 0-152 0,83 63-292 0,-67-47-228 16,5 3-156-16,-2 1-168 0,1-2-100 15,-1 1-80-15,2 1-180 0,-1-1-132 16,-5 0-140-16,6-3-48 0,-1-1-40 0,3 4-268 15,-3-6-224 1,5 4-312-16,-1-8-332 0,-1 3-704 0,-3-5-2381 0,4-1-3443 0</inkml:trace>
  <inkml:trace contextRef="#ctx0" brushRef="#br0" timeOffset="143955.827">21830 14471 7288 0,'0'0'1740'0,"0"0"-924"0,0 0 565 16,0 0 491-16,0 0-300 0,0 0-488 16,0 0-240-16,0 73-24 0,4-34 36 15,-4 5-92-15,0 6-64 0,0 8-176 0,0-2-156 16,-4 5-88-16,0 0-136 0,-5-4-20 0,1 3-4 15,-3-3-72-15,3 0-36 0,-4-5 0 16,4-5-12-16,0-11 0 0,3-8-44 16,1-6-76-16,4-14-52 15,-3-1-48-15,3-7-48 0,0 0-208 0,0-7-320 16,0-7-152-16,3-12-164 0,6-9-228 16,-5-9-340-16,4-8-668 0,-1 15-2269 15,-3-27-2179-15</inkml:trace>
  <inkml:trace contextRef="#ctx0" brushRef="#br0" timeOffset="144172.505">21822 14535 9472 0,'0'0'1693'0,"0"0"-553"0,0 0-652 0,0 0 200 15,0 0 428-15,0 0 44 0,0 0-264 0,64-67-348 16,-49 67-128-16,-2 0-60 16,2 0-88-16,2 3-100 15,-2 0-48-15,-3 4-24 0,-4 2-88 0,0 1 48 0,0 2-52 16,-5 4 68-16,-3 3-72 0,0 4-4 15,-7 2-76-15,-5 4 4 16,-8-4 60-16,5 0-112 0,-6 1-148 0,-3-8-64 16,5 3-244-16,-1-9-168 15,-1-3-144-15,6-3-320 0,-2-2-352 16,6-4-1045-16,3 0-1919 0</inkml:trace>
  <inkml:trace contextRef="#ctx0" brushRef="#br0" timeOffset="145411.115">22494 14468 8564 0,'0'0'2625'0,"0"0"-917"0,0 0-576 15,0 0-8-15,0 0 36 0,0 0-224 0,0 0-92 16,0 0-304-16,0 0-256 0,84 16-212 15,-56-16-72-15,0 0-12 0,-3-3-64 0,-1-4-60 16,-1 4-232-16,1-3-300 16,-8 0-252-16,0-1-196 0,-5 4-516 0,-2 3-1256 0,-9 0-2829 15</inkml:trace>
  <inkml:trace contextRef="#ctx0" brushRef="#br0" timeOffset="145588.784">22567 14700 8432 0,'0'0'2845'0,"0"0"-1485"16,0 0-852-16,0 0 144 0,0 0 196 15,0 0 224-15,0 0-228 16,0 0-396-16,0 0-224 0,99 7-132 16,-71-7-92-16,0-7-388 0,0-3-452 15,0 4-544-15,-5-1-1444 0,9 2-4389 0</inkml:trace>
  <inkml:trace contextRef="#ctx0" brushRef="#br0" timeOffset="146405.748">23643 13989 3788 0,'0'0'2576'15,"0"0"-1468"-15,0 0-32 0,0 0 220 16,0 0 97-16,0 0-289 0,0 0-324 16,-92-12-156-16,76 26-128 0,-4 6 8 15,0 9 16-15,0 5 132 0,1 11-60 0,-2 6-44 16,5 6 24-16,-3 3-28 0,6 4-88 15,1-4-160-15,5 0-12 0,3-6-28 16,4-9-72-16,0-4 24 0,4-9-48 0,7-10-12 16,6-3-100-16,-2-6-44 15,5-3 0-15,5-8-4 0,-2-2 48 16,9-2 16-16,-1-12-16 0,1-7-48 0,1-5-56 16,3-6-56-16,-1-5-60 0,-3-5 12 15,-4 0 28-15,0 4-4 0,-5-3 28 16,-2 4 20-16,-5-1 76 0,-1-4-100 15,-2 0 64-15,-9 1-24 0,0-1-52 0,0 5 76 16,-4-1-4-16,-4 0 44 16,-4 6 8-16,-5 3-12 0,-2 8 12 0,2 2 104 0,2 8 116 31,-2 3 16-31,2 4-128 0,-5 4-48 0,-4 0 40 0,0 6-100 16,1 6-8-16,-6 7-68 15,-3 7 28-15,4 3 40 0,-4 3-52 0,0-1-28 16,5 1-44-16,3-1-240 0,0-1-316 15,4-5-216-15,0 0-296 0,4-3-512 0,-4 0-800 16,12-5-1349-16,-4-2-711 0</inkml:trace>
  <inkml:trace contextRef="#ctx0" brushRef="#br0" timeOffset="146532.041">23519 14339 3920 0,'0'0'3088'0,"0"0"-532"0,0 0-427 0,0 0-161 15,96 63-360-15,-68-44-324 0,0 6-152 16,4 0-208-16,-1 4-260 15,1-1-172-15,0 4-188 0,0-3-192 0,-4-4-112 0,0-3-60 16,-5 1-148-16,1-1-480 16,0-3-384-16,0-1-404 0,-8-4-1044 15,8 1-3937-15</inkml:trace>
  <inkml:trace contextRef="#ctx0" brushRef="#br0" timeOffset="147365.826">21937 14094 6704 0,'0'0'2452'16,"0"0"-744"-16,0 0-859 0,0 0 483 15,0 0-72-15,0 0-276 16,0 0-280-16,40 72-264 0,-24-61-200 0,4-5-68 16,-1 0-20-16,2-6-92 15,3 0 60-15,-5-3-120 0,5-6-336 0,-4-4-276 16,1-7-396-16,-2 1-776 0,-6 3-2629 15,6-9-2831-15</inkml:trace>
  <inkml:trace contextRef="#ctx0" brushRef="#br0" timeOffset="147555.848">22256 13897 3180 0,'0'0'5056'0,"0"0"-2816"0,0 0-479 0,0 0-213 16,0 0-408-16,0 0-260 15,0 0 24-15,0 0-184 0,-4 92-184 0,-1-58-116 16,5 2-52-16,-3 2-108 0,3 0-260 16,-4 4-76-16,0-5-428 0,4 1-324 15,0 0-216-15,-4 0-592 0,4-13-1448 16,0 13-3293-16</inkml:trace>
  <inkml:trace contextRef="#ctx0" brushRef="#br0" timeOffset="148889.086">24754 12202 8996 0,'0'0'2533'0,"0"0"-1033"0,0 0-572 0,0 0-104 16,0 0-68-16,0 0 24 15,0 0-104-15,79 2-20 0,-42-17-208 0,6-5-176 16,1-8-100-16,0-1-36 0,-4 1-76 0,-1 0-60 15,-2-2-68-15,-1 1 56 16,-4 4-152-16,-4 0 56 0,0 3-128 0,-9 0-48 16,1 0-76-16,-4 6 76 15,0 0 48-15,-8 6 84 0,-4 8 52 0,-1-2-124 16,-3 4-36-16,0 0 88 0,0 10 172 16,0 5 228-16,-3 8-28 0,-9 8-24 15,-1 4-88-15,-2 7 48 0,3 2 52 16,-4 4-28-16,-4 5 12 0,0 2 40 15,0 5 36-15,-8 3 0 0,4 4 48 16,-3 0-60-16,-1-4-28 0,4-3 0 0,0-2-60 16,8-11 0-16,4-6-36 0,0-5-72 15,8-11-40-15,1-6-52 16,3-10 40-16,0-2-232 0,3-7-172 0,5 0 192 16,8-9 136-16,4-4-8 15,0-4 88-15,-1-2 4 0,2 0-48 0,-5 7 52 0,-1 2-12 16,-7 4 0-16,-4 3 12 0,1 3 136 15,-1 0 48-15,3 6 64 0,-3 4-16 16,0 3-60-16,4 2-12 0,-3 2-48 16,2 2-64-16,-3 2 40 15,4 5-76-15,-4 2 60 0,5 7 52 16,-2 4-28-16,-3 5 40 0,0 3 32 0,-4 5 64 16,0 5 88-16,0 6-40 0,0 4-64 0,0 3-56 0,-4 3-28 15,0 3-32-15,0 3-92 16,4 1 40-16,0 2 0 0,0 4-43 15,0-4 55-15,4 0-60 0,4-2 0 0,-4 0-4 16,5-10 4-16,-2-1 48 0,-3-1 12 16,4-9 4-16,-8-2-60 0,4-5 52 15,-4-6-56-15,4-4-12 16,-4-1-88-16,0-5 88 0,-4-8-48 16,0-3 12-16,-4-3-221 0,-3-3-47 15,-2-6-12-15,-2-3 60 0,-6-3 12 0,-3-7-124 16,-4 0-24-16,-4 0 12 15,-7-7-112-15,-5-5-172 0,-8-1-440 0,-4-7-1032 0,13 5-2209 16,-29-14-1335-16</inkml:trace>
  <inkml:trace contextRef="#ctx0" brushRef="#br0" timeOffset="189653.624">6481 16205 2888 0,'0'0'716'16,"0"0"2096"-16,0 0-1420 15,0 0-252-15,0 0-336 0,0 0-92 0,0 0 281 0,0 0 71 16,0 0-80-16,0 0-184 16,0 0-104-16,0 0-44 0,0 0-8 15,-3-3-108-15,3 3-48 0,0 0-4 16,0 0-52-16,0 0-40 15,0 0-72-15,3 0-72 0,2 0-88 0,7 0-52 0,3 0 140 16,9 0 8-16,4 0-60 0,0 0-12 16,4 0-112-16,4 0 48 0,-4-4 4 15,3 2-4-15,6 2-32 16,-5-4-16-16,7 1 12 0,2-3-80 16,-2 0 60-16,1-1-64 0,4-2 84 0,0-1-76 0,-9 1-8 15,5-2 8-15,-4 3 64 16,0-3-68-16,-8 5 56 0,0-2-52 0,-4 1 44 15,0 3-52-15,-8-2-8 0,-1 4-44 16,-2-3 40-16,-6 5 8 0,2-2-56 16,-6-2 52-16,1 4-64 0,0 0 24 0,-4 0-28 15,1 0 72-15,-2 0-56 16,-3 0 12-16,0 0 36 16,4 0-60-16,-4 0 64 0,0 0-44 0,0 0-128 15,0 0-4-15,0 0 36 0,0 0 40 31,0 0-64-31,-4 0-96 0,4 0-112 0,-8 4-172 0,0-2-16 16,-4 3-400-16,-8-3-584 0,5 4-1044 16,-22 0-3001-16</inkml:trace>
  <inkml:trace contextRef="#ctx0" brushRef="#br0" timeOffset="191542.065">6455 16548 3536 0,'0'0'872'16,"0"0"2204"-16,0 0-1120 0,0 0-351 0,0 0 75 15,0 0-584 1,0 0-32-16,0 0-120 0,0 0-312 0,0 0-208 16,31 0 260-16,-8 3-56 15,2 0-280-15,-1 4-40 0,8-5-64 0,-4 2-60 0,3 2 112 16,1-3-52-16,8 1-60 15,-5-1-12-15,6-3-52 0,-1 0-44 0,3 0 76 16,1 0-152-16,0 0-60 0,4-3 60 16,-5 3 12-16,6-7 28 0,-2 1-36 15,-3 2-4-15,4-3 0 16,-8 2-4-16,4-1-4 0,-1-1-40 0,-6 0 40 16,-2-1-4-16,1 1-36 0,0 3-12 0,-8-2 52 15,0 0-68-15,-4 4-8 0,-5-3 8 16,-2 5 16-16,-2 0-72 0,-2 0-64 15,-6 0-40-15,1 0-80 0,-4 0-128 16,5 5 84-16,-9-3-32 0,3 2-132 16,-3-2-356-16,0 2-744 0,0-2-1176 0,0 5-3089 15</inkml:trace>
  <inkml:trace contextRef="#ctx0" brushRef="#br0" timeOffset="192404.979">8841 15591 3308 0,'0'0'1980'0,"0"0"1976"0,0 0-3000 15,0 0-143-15,-8-68 139 0,8 54 456 16,0 9-64-16,0-2-184 0,0 1-284 16,0 6-276-16,0 0-116 0,0 0 8 0,0 0-72 15,-4 0-124-15,4 0 36 16,-4 6-100-16,-5 6-144 0,2 8-88 0,-5 9-52 15,-4 9-132-15,0 12 40 0,0 4 8 16,1 7 48 0,2-4-20-16,-2-3-188 0,2-7 112 0,5-5 48 15,-3-7 132-15,2-7-12 0,5-9 4 0,-4-3-60 16,8-7-152-16,-3-3 28 0,3-1 60 0,0-5-136 16,0 0 120-16,0 0-84 0,7-7-260 15,1 3-136-15,5-2 520 0,2 0 112 16,-2 2 36-16,2 1-36 0,1 3-48 0,-4 0 48 15,0 7 340-15,0 2 180 0,0 7-72 16,-5 3-236-16,6 4-4 16,-5 2-84-16,4 7 88 0,-4-1 0 0,-4 4-64 0,0 3 48 15,-1 7-96-15,-3-1-28 0,4 1 40 16,-4 2-52-16,0-2 4 0,0-4-4 16,0-3 0-16,0-3-60 15,0-3-56-15,0-7-28 0,4-6-92 16,-4-7-68-16,5 2-188 0,-5-11-200 15,4 3-316-15,0-6-236 0,0 0-1204 16,-1 0-2081-16,5-6-1179 0,-4-4 4536 16,9-11-459-16</inkml:trace>
  <inkml:trace contextRef="#ctx0" brushRef="#br0" timeOffset="192938.81">9722 15919 7292 0,'0'0'7057'16,"0"0"-6273"-16,0 0-720 0,0 0 212 16,0 0 480-16,0 0 752 0,0 0-396 15,0 0-708-15,0 0-220 0,0 0-12 16,-81 23-84-16,74-2-40 0,-1 12-4 15,-1 4-40-15,2 4-4 0,-1 8 4 0,4-2 56 0,4 4-56 16,-4-4-4-16,4 4 12 16,0-3 0-16,8 0 100 0,0-4 12 0,3-3-120 0,2-3-4 15,2-3-60-15,5-10 48 16,1 1-32-16,-2-7 44 16,5-6 12-16,4-4 48 0,-4-6-56 0,-1-3-4 15,5 0-4-15,4-9 4 0,-4-10 4 16,0-6-4-16,4-7 4 0,-4-3 40 15,0-9-44-15,-4-1-112 0,4-6 28 0,-4-1-52 16,-5 0-60-16,2 0-12 16,-6 2 60-16,-2-1 64 15,-2 0-28 1,-3 0 100-16,-3-2-36 0,-1 5 40 0,-4 4 0 0,0 2 8 16,-9 7 0-16,-3 6 120 0,5 8 28 0,-6 5 24 15,2 6 0-15,3 3 48 0,-5 7 36 0,2 0 136 16,-1 10-280-16,-4 2-40 0,-4 8-16 0,0 5-56 15,-8 7-48-15,4 6 36 16,-4 7-88-16,0-4-20 0,4 3-40 0,-3-3-36 16,-1-2-232-16,4-1-284 0,0-4-136 15,0-5-208-15,8-3-500 0,0-7-1044 16,8-7-2153-16,0-5-1659 16,1-7 6404-16</inkml:trace>
  <inkml:trace contextRef="#ctx0" brushRef="#br0" timeOffset="193145.999">9877 16249 9772 0,'0'0'2025'0,"0"0"-769"0,0 0 472 0,0 0 220 0,51 77-308 15,-38-55-572-15,2 3-408 0,1 0-256 16,4 1-148 0,-4 2-196-16,4-1-60 0,0-6 0 0,0 5-60 15,0-7-24-15,-4 3-40 0,4-3-92 16,-1-3-152-16,-2 3-136 0,3-3-48 0,-9-1-124 15,5-2-156-15,-4 1-328 0,-4 0-680 16,4-1-892-16,-7-2-2601 0,2 3-715 0</inkml:trace>
  <inkml:trace contextRef="#ctx0" brushRef="#br0" timeOffset="195322.358">11426 15874 3988 0,'0'0'664'0,"0"0"1104"16,0 0 792-16,0 0-956 0,0 0-663 0,0 0-5 15,0 0 160-15,0 0-16 0,0 0-272 16,0 0-192-16,-59-15-364 0,47 18-88 0,0 0-4 16,-4 6-48-16,0 1-60 0,-4 6 24 15,0 3-76-15,0 0 12 16,4 6 60-16,-4 8-60 0,5-2 72 0,-2 1-72 16,2 2 64-16,2 4-68 15,2-2 92-15,7-1 24 0,0 0 0 16,-1-7-12-16,5-2 12 0,5-1-36 0,3-3 24 15,7-4-4-15,2-1 40 0,-2 3-36 16,5-8-104-16,1-2 56 0,2-4-64 16,-3-3-56-16,0 0-116 0,-4-3 12 15,0 0-176-15,0-3-232 0,-4-3-244 16,0-4-196-16,-5-2-436 16,-3-4-1296-16,1 3-3769 0</inkml:trace>
  <inkml:trace contextRef="#ctx0" brushRef="#br0" timeOffset="195496.296">11127 16198 2644 0,'0'0'640'0,"0"0"4096"15,0 0-3944-15,0 0-4 16,0 0 853-16,0 0-357 0,0 0-276 0,0 0-96 0,77 45-88 16,-46-36-208-16,1-5-148 0,0-4-296 15,4 0-172-15,0-4-224 16,-1-5-232-16,2-7-412 0,2 0-524 15,-7 1-1080-15,12-11-3793 0</inkml:trace>
  <inkml:trace contextRef="#ctx0" brushRef="#br0" timeOffset="196172.965">12120 15789 4044 0,'0'0'7793'0,"0"0"-5585"0,0 0-1448 0,0 0-684 0,-16 67 176 0,16-51 492 15,0-4 472-15,8-3-536 0,0 2-272 16,8-3-112-16,4-1-60 0,3 0 8 0,5-4-72 0,0-3-172 15,4 0-60-15,0-3-172 16,4-11 48-16,-4 2-88 0,4-1-24 16,0-2-64-16,-1-5 60 0,-7-2-96 0,4 3-28 15,-8-3 36 1,0-1 84-16,-8 1 80 0,0 4 8 0,-4-2 28 0,-8 5 188 16,0 3 12-16,-4-2 128 15,-8 5 112-15,-4 2 8 0,-8 7 196 16,-4 0-168-16,-8 3-152 0,0 13 200 15,-4 7-12-15,-3 9-16 0,-5 6-20 16,4 9 56-16,0 7 52 0,0 3 8 0,4 4-48 16,8-4-100-16,0-7-60 0,5-2-108 0,3-3 20 15,8-10-20-15,4-7-28 16,4-6 24-16,4-6-16 0,0-4-68 16,7-5-84-16,6-1-64 0,6-2 16 0,1-2 72 15,8-2 44-15,4 0-68 0,0 0 24 16,0 0 12-16,4 4-64 15,-1-1 16-15,-3 1-16 0,0 4 28 0,1 3-52 16,-6-2 36-16,-3 3 40 0,0 1-4 0,-4 0 52 16,-4 0-48-1,0 3 0-15,-4-4 60 0,-1 1 8 0,-2 0 76 16,-1 3 40-16,-8-4 48 0,0 8 36 16,0-5 60-16,-4 4-8 0,-9 4-4 15,-6-4-24-15,-1-1 24 0,-4 5-52 0,-4-7-8 16,-4-1-48-16,0-2-64 0,0-3-84 0,0-6 0 15,-3-2-120 1,7-2-296-16,0-6-168 0,5-1-52 0,6 1-88 16,2-4-264-16,6 4-488 0,5-3-1024 15,0 2-2129-15,4-5-3007 0</inkml:trace>
  <inkml:trace contextRef="#ctx0" brushRef="#br0" timeOffset="196670.61">13120 16576 9580 0,'0'0'1433'0,"0"0"-749"15,0 0-20-15,0 0 296 0,16 96 232 0,-12-56-104 16,4 9-196 0,3 5-268-16,-2 6-152 0,-5 3-124 0,4 4-80 15,-8 0-144-15,0-4-72 0,0 1-52 0,0-11-84 16,0-5-336-16,-4-10 360 0,4-12-4 15,0-10-48-15,0-10-112 16,0-6-160-16,0-3-376 0,0-13-112 0,0-6-364 0,0-13-768 16,0-3-677-16,0-10-1895 15,0 13-327-15,-4-19 4903 0</inkml:trace>
  <inkml:trace contextRef="#ctx0" brushRef="#br0" timeOffset="196940.883">13112 16556 2508 0,'0'0'560'0,"0"0"6480"16,0 0-5763-16,0 0-505 0,0 0-56 0,0 0 216 16,92 5 68-1,-73 1-104-15,1-3-216 16,4 0-280-16,-8 0-140 0,4 1-72 0,-8-1-76 0,0 3-12 0,-8-2 132 16,0 5 32-16,-4 4-80 15,0 2-12-15,-4 1-24 0,-4 3-48 16,-8 3-16-16,1 1-20 0,-2-4-16 0,-7 0 12 15,5-4 4-15,-2-2-52 16,1 0-12-16,1-3-48 0,-5-4-224 0,4-3-112 16,0-3-72-16,-4 0-204 0,4 0-204 15,4-6-152-15,0-3-596 16,4 2-792-16,-4-6-2769 0</inkml:trace>
  <inkml:trace contextRef="#ctx0" brushRef="#br0" timeOffset="197787.784">14411 15665 2704 0,'0'0'1436'0,"0"0"3084"0,0 0-3536 16,0 0 76-16,0 0-31 0,0 0 87 0,0 0 68 15,0 0 68-15,0 0-120 0,0 0-220 16,11 0-120-16,-11 0-52 0,0 0-128 16,0 3-196-16,0-3-144 0,0 4 8 15,0 5-12-15,4 3 96 0,1 4 100 0,-5 6-135 16,4 3-121 0,0 5-52-16,-4-1 12 0,0 5-20 0,4 1-4 15,0 7-24-15,-1 2-32 0,1 4 32 0,0 2 24 16,-4 5-48-16,0 2-48 15,5 6-36-15,-5 0 48 0,0 4-56 0,0 0-4 16,-5 3-8-16,5 0-60 0,-4-4 64 16,4 5-40-16,0-5 32 0,0-3 12 15,0 1-48-15,0-4 40 0,4-6-4 16,5 1-48-16,-1-8-12 16,-1 3 68-16,2 1-80 0,-1 1 72 0,3-2 0 15,2 1-100-15,-2-4 100 0,-3 1-60 16,0-4 72-16,0-2-4 0,0-4-92 0,-4 0 0 15,4-3-52-15,0-3 52 0,-4-5 0 16,0 3 36-16,4-5-12 0,-4-3-112 0,4 0-25 16,-4-5 101-16,0-5 108 15,0-3-84-15,-4-5 80 0,4-1-68 16,-4 1 68 0,0-4-60-16,0 0 52 0,0 0-72 0,0 0 24 0,0 0-52 15,0 0-32-15,0 0 48 0,0 0 20 16,0 0-8-16,0 0-40 0,0-4-44 15,0 4-128-15,0-3-20 0,0-4-40 0,0 1 0 0,0-4-160 16,0-2-324-16,0-4-504 0,0-3-788 16,0 3-900-16,0-6-2977 0</inkml:trace>
  <inkml:trace contextRef="#ctx0" brushRef="#br0" timeOffset="201438.169">15379 16205 248 0,'0'0'1384'0,"0"0"6616"16,0 0-5603-16,0 0-649 0,16 93-544 15,-12-60-136-15,0 9 24 16,0 6-212-16,-1 3-236 0,-3 0-276 0,5-1-112 0,-1 4-20 16,-4-2-16-16,0-2-60 15,0 1-16-15,0-4-80 0,0 1-52 16,0-6-12-16,0-5 0 0,0 2-112 0,-4-8-48 15,4-6 40-15,-5 1 8 0,5-10-132 0,-3-1-160 16,3-9-64-16,0-1-28 16,-4-5-184-16,4-5-268 0,-4-3-452 15,0-9-848-15,0-2-145 0,0 0-2755 0,-4-12 296 16</inkml:trace>
  <inkml:trace contextRef="#ctx0" brushRef="#br0" timeOffset="201725.985">15407 16262 3724 0,'0'0'836'0,"0"0"4564"15,0 0-3787-15,0 0-549 0,0 0-236 16,84-47 88-16,-60 40-48 16,4 1-200-16,0 2-236 0,-1 4-120 15,4 0-64 1,-3 7-36-16,0 3-28 0,-3-1 28 0,-5 7-12 0,-5 0-52 15,-6 7-24-15,-1-2 24 0,-4 5 0 0,-4 2-24 0,-4 1-40 16,-4-1-72-16,-8 1 36 16,4-4-48-16,-8-3 0 0,-1-3 0 0,2-2 0 15,-5-5-40-15,0-2-136 0,0-1-68 16,-4-2-152-16,1-1-28 16,-1-3 40-16,0 0-92 0,4 0-204 0,0 1-252 15,4-4-208-15,4 0-764 0,4 0-1365 16,0 0-3339-16</inkml:trace>
  <inkml:trace contextRef="#ctx0" brushRef="#br0" timeOffset="202724.336">17096 16027 3424 0,'0'0'1408'0,"0"0"3148"0,0 0-2387 16,0 0-301-16,0 0-332 0,0 0-356 15,0 0 12-15,0 0-204 0,0 0-272 0,0 0-140 16,4 0-100-16,-12 6-48 16,-8 7-104-16,-3 3-324 0,-9 9-88 0,-4 4-8 15,-4 3 12-15,-5 3 8 16,2 6-32-16,-5-3-40 0,4 4-72 0,0-4 0 16,5-4 48-16,3-2 76 0,8 0 20 0,0-10 64 15,4 0 0-15,8-6 0 16,0-4 0-16,4 2 0 0,0-9 0 15,4 2 4-15,4-7 4 0,0 4-8 0,0-1 8 16,-4-3 4-16,4 3 0 0,-4 0 84 16,4 0 76-16,0-1-24 15,-4 3 36-15,4-5-40 0,0 0-20 0,0 2 8 16,0-2 4-16,0 0 8 0,0 0-20 16,0 0 8-16,0 0 76 15,0 0-12-15,0 0-52 0,0 0-36 0,0 0-92 16,0 0 4-16,4 0 40 0,4 4-40 15,1 2 184-15,2 1 417 0,9 2-353 16,-4 0-172-16,4 1-24 0,4 0 48 0,-4-1 0 16,8 1-56-16,-4-1-44 15,4 1 36-15,0-1-40 16,0 1-4-16,0-1 8 0,3 0-8 0,-4 2 8 0,1-3 32 16,0 6-40-16,-3-5-12 0,-1 1 0 15,0-1 0-15,-1-2 0 0,-3-1 4 16,0 3 0-16,-4-2 4 0,0-4 4 15,-4 4 0-15,-4-4-4 0,0 0 0 0,-4 0-4 16,0-3 4-16,-4 0 0 0,0 0 0 16,0 0-4-16,0 0 0 0,0 0-56 15,0 0-8-15,0 0-36 0,0 0-96 0,0 0-64 16,0 0-133-16,0 0-195 16,0 0-232-16,-4-6-252 15,0-4-744-15,-1-3-2648 0,-10-6-2149 0,43 67 253 0</inkml:trace>
  <inkml:trace contextRef="#ctx0" brushRef="#br0" timeOffset="203504.596">18033 15904 1216 0,'0'0'3208'0,"0"0"2404"16,0 0-3523-16,0 0-457 0,0 0-300 15,0 0-24-15,0 0-76 16,0 0-44-16,0 0-380 0,0 15-304 0,0-3-116 15,-5 8-80-15,1 12-40 0,4 6-4 16,0 6 40-16,0 10-35 0,0 4-97 0,0 5-40 0,-4 3-24 16,4 8-108-16,-3-5 0 15,-1 5-72-15,-4-1-12 16,3-7-136-16,-3-5-97 0,5-8 65 0,3-8-4 16,-4-10 24-16,4-10 0 15,0-8-12-15,0-5-72 0,0-10-152 0,0-2-132 16,0 0-104-16,4-6-444 0,-1-9-572 0,5-14-24 15,-3 7-1177-15,-1-29-2195 0</inkml:trace>
  <inkml:trace contextRef="#ctx0" brushRef="#br0" timeOffset="203988.79">18037 16002 4472 0,'0'0'288'16,"0"0"4296"-16,0 0-2547 0,0 0-409 15,0 0-344-15,0 0 80 0,0 0-244 0,0 0-288 16,0 0-224-16,0 0-192 0,0 0-132 16,23-10 72-16,-10 20 136 0,6 3 120 15,1 5-124-15,4 5-184 0,0 2-124 16,-1 6-68-16,-2 5-28 0,3 5-36 16,0 3-48-16,-5 4-4 0,2 6 4 15,-1 0-72-15,-5 0-36 0,2-4 8 0,-6 2 32 16,1-8 64-16,-4-3 8 0,0-6 4 15,0-2 64-15,-4-8-72 0,0-3 8 0,0-6 44 16,0-7-40-16,-4-3 36 16,0-2-48-16,0-1-48 0,0-3 44 0,0 0 4 15,0 0 64-15,0 0 56 0,0 0 40 16,4-3-64-16,0-4-35 0,0-5-53 16,4-11 100-16,4-5-96 0,0-7 64 15,-1-6-76-15,6-4-12 0,-1-2-88 16,3-4-20-16,2 0 23 15,-2 0 49-15,-3-3-40 0,5 6 4 0,-2 1 0 16,1 3-4-16,0 4 28 0,0 7-36 16,-4 1 36-16,0 6-64 15,0 1 40-15,-1 0-88 0,2 6 4 0,-6 3-16 0,2 3 24 16,-9 2-60-16,0 9-36 0,0-1-36 16,-4 3-68-16,0 0-8 15,0 0-52-15,0 0-136 0,0 0-76 16,0 3-304-16,-4-1-664 0,0 5-1220 15,4-3-2341-15</inkml:trace>
  <inkml:trace contextRef="#ctx0" brushRef="#br0" timeOffset="205270.443">19199 16049 28 0,'0'0'9504'15,"0"0"-7259"-15,0 0-697 0,0 0-644 0,0 0-8 16,0 0 184-16,0 0-228 16,97 0 68-16,-61 0-80 0,-1 0-632 15,5 0-200-15,-8 0-8 0,0 0-4 0,-8 0-96 16,0 0-48-16,-5-3-308 0,-2 0-284 0,-6 0-244 15,-2 0-248-15,-5 3-808 0,0 0-2161 16,-4 0-2235-16</inkml:trace>
  <inkml:trace contextRef="#ctx0" brushRef="#br0" timeOffset="205623.816">19355 16049 92 0,'0'0'456'0,"0"0"5688"15,0 0-2168-15,0 0-2651 0,0 0-197 0,-16 70-136 16,16-47 184-16,0 5-192 0,0 4-236 16,0-4-252-16,4 7-236 0,-4-2-60 15,4 0-100-15,-4 6-88 0,0-1-4 0,0 3-8 16,0 1-48-16,0-2 36 0,-4 2-28 16,0-4 36-16,1 0 4 0,-1-6-8 15,4-7 8-15,0 0 60 0,0-8 76 16,0-2-24-16,0-5-36 0,4 0-76 15,-1 0 0-15,1-4 8 0,4 0 76 0,1-3 16 16,-2 4-12-16,9-7 84 16,-4 6 48-16,8-6 12 15,0 0-48-15,0 3-36 0,3-3-136 0,5 0 0 0,-4 0-12 16,4 0-44 0,-3-3 32-16,-1 3-60 0,-5-3-64 0,5 0-84 15,-4 3-176-15,0-4-108 0,0-2-152 16,0 0-316-16,-1-4-524 0,2 1-916 0,-6-1-2393 15,5-6-3098-15</inkml:trace>
  <inkml:trace contextRef="#ctx0" brushRef="#br0" timeOffset="206773.888">20758 16112 1940 0,'0'0'1616'16,"0"0"4856"-16,0 0-4015 16,0 0-661-16,0 0-368 0,0 0-436 0,0 0-184 15,0 0-324-15,84-8-236 16,-65 2-164-16,5 1-32 0,-4 3-52 0,5 2-4 0,-6 0-8 15,1 0 0-15,0 7 12 16,0 1 56-16,-8 5 116 0,4-1 76 16,-9 8 8-16,2 2 40 0,-5 1-52 15,0 5 24-15,0 0-32 0,-4 4-56 16,0-4-68-16,0 8-108 0,0 2-4 16,0 0 0-16,0 0-4 0,0 4 4 0,-4-1-48 15,0 0 48-15,0 0-8 16,-1-3 8-16,5 1 8 0,-4-5 52 0,0 1-12 15,4-6 88-15,0-1-4 0,0-6-20 16,0 1-52-16,0-5-52 0,4-1 64 16,0-4 16-16,-4-1-16 0,5-2-64 15,-1-4 52-15,-4 1-48 0,4-1 36 16,-4-3-40-16,4 0 0 0,-4-3-4 16,0 0 8-16,0 0 52 0,0 0 32 0,0 0 12 15,0 0-12-15,-8 0-96 0,-5 0-300 16,-6 0-248-16,-1-3-296 0,-4-3-40 15,-8-1 96-15,0-2-164 0,-4-1-564 0,-3 4-924 16,7 0-793-16,-24 2-1647 16</inkml:trace>
  <inkml:trace contextRef="#ctx0" brushRef="#br0" timeOffset="212856.111">20419 16265 4012 0,'0'0'5176'0,"0"0"-2635"0,0 0-609 16,0 0-500-16,0 0-288 0,0 0-196 15,0 0-92-15,0 0-52 0,0 0-92 0,0 0-136 16,0 0-112-16,-80 0-100 0,68 0 36 16,1 0-44-16,-6 3-3 0,2 3-137 15,-5 7-216-15,-1 4-48 16,-2 5-60-16,-1 6 48 0,0 1 52 16,0 6-104-16,5 3 28 0,-2-1-13 0,5 5 21 15,1-1 68-15,7 1-100 0,4 2 12 16,-1-2-16-16,5 5 4 0,0-2-60 15,0-1 56-15,0 0 52 0,5 1-100 16,3-7 148-16,-1-6-108 0,5-4 116 0,4-8-56 16,0-5 48-16,4-2-108 0,0-9 120 0,8-4 0 15,-5-7 8-15,5-9-8 0,0-10 72 16,0-5 16-16,0-10-88 0,0-5-4 16,0-7-108-16,0-1-20 0,-4 0-140 15,0 1 64-15,-4-2-72 16,-5 5 84-16,-2-5 36 0,-9 4 48 0,0 1-20 15,-4-1 124-15,-4 3 8 0,-4 10 52 0,-8 3-40 16,0 10 72-16,-4 9 188 0,0 3-136 16,0 7-16-1,0 6-120-15,5 0-80 0,-6 10 76 0,5 5 4 16,1 4-12-16,-2 6-60 0,2 5-16 16,2-3-72-16,-2 5-24 15,-2 1 24-15,6-2-196 0,-1-2-620 0,3 2-788 0,-2 1-1060 16,7-13-2189-16,-4 6-2343 0</inkml:trace>
  <inkml:trace contextRef="#ctx0" brushRef="#br0" timeOffset="213036.827">20279 16668 8492 0,'0'0'2352'0,"0"0"-911"0,0 0-177 0,0 0 208 15,0 0 64-15,65 83-220 0,-50-61-364 16,6 4-376-16,3-1-332 0,-5 3-48 15,9 1-196-15,-4 0-12 0,4-4-184 16,-9-6-196-16,5-3-296 0,-3-6-104 0,-2-4-240 16,-3-3-436-1,-4-3-844-15,1 0-2065 0,-6 0-2943 0</inkml:trace>
  <inkml:trace contextRef="#ctx0" brushRef="#br0" timeOffset="214120.318">18973 16767 3800 0,'0'0'780'16,"0"0"-388"-16,0 0 104 0,0 0 2764 15,0 0-1176-15,0 0-735 0,0 0-493 16,0 0-40-16,-8-67 248 0,0 65-120 0,0-5-288 15,0 3-232-15,-4 4-88 0,0-3-100 16,-4 3 60-16,0 0-8 0,-3 3-92 16,-2 1-48-16,1 3 36 15,1 1 0-15,-5 5 40 0,3-1-40 0,-3 5-112 0,5 5-72 16,-1 1 52-16,-1 2-40 0,2 6 72 16,7 1-84-16,0 6-52 0,0 4-24 15,9-1 76-15,3 4 12 16,0-1 4-16,0 3 168 0,7-5-124 15,5-1-48-15,4-6 36 0,0-7 124 0,4-2 12 16,0-7-12-16,0-6-100 0,0-4 0 16,-1-6 40-16,5-3 252 15,-3-3-72-15,3-10-108 0,-1-2-176 0,1-4 4 16,-8-4-12-16,4 1-168 0,-8 0 8 16,0 0-48-16,0 2-108 15,-4 1-172-15,-4 4-140 0,0-1-244 0,-4 2-352 0,0 6-396 16,-4-3-988-16,-4 5-2253 15,-8-2-2067-15</inkml:trace>
  <inkml:trace contextRef="#ctx0" brushRef="#br0" timeOffset="214436.659">18793 17049 4804 0,'0'0'532'16,"0"0"1524"-16,0 0 1116 0,0 0-1355 0,0 0-553 0,0 0 328 16,0 0-96-1,0 0 56-15,0 0-652 0,0 0-300 0,84 19-88 16,-68-19-156-16,4 0-356 0,-4-3-180 15,0-3 8-15,0-4 40 0,0 4-152 16,-4-7-292-16,4 4-160 0,-9-1-216 0,6 4-216 16,-5 0-384-16,-5 2-236 0,-3 4-32 15,0 0 387-15,0 0 437 16,0 0 256-16,0 7 572 0,0-1 168 16,-3 4 688-16,3-1 528 0,-4 1 49 15,4 2-197-15,0 1 44 0,0 4-32 0,0 2-196 16,0 0-68-16,0-1-12 0,0 5-148 15,4-1 0-15,-1 3-148 0,1 0-140 16,0 4-120-16,1 3-164 0,-5-4 16 0,4 1-100 16,-4-4-92-16,0-3-20 0,4-2-72 0,3-5-184 15,-3-5-172 1,4-3-368-16,1-5-256 0,2-2-396 0,-3 0-1092 16,1-9-2841-16</inkml:trace>
  <inkml:trace contextRef="#ctx0" brushRef="#br0" timeOffset="-213590.134">21961 16037 272 0,'0'0'10336'0,"0"0"-8111"0,0 0-765 16,0 0-424-16,0 0-76 0,0 0-124 31,0 0-228-31,0 0-224 0,84-54-152 0,-69 44-96 16,6 0-60-16,-6 1-28 0,5-3-36 0,1-1-12 0,-6 3 8 0,1 0-4 15,0 1 0-15,0 0-4 0,-4-1 0 0,4 3-8 16,-8 1-4-16,3 0 0 16,2 0-48-16,-5-1-4 0,-1 4 4 15,2 0-16-15,-5 3 28 0,0-3-24 0,0 3-140 16,0 0-24-16,-4 0 64 0,0 0-4 16,0 6-72-16,0 0 248 0,0 4 140 15,0 7-16-15,0 2-76 0,-4 2 12 16,-4 4-60-16,-1 4 0 0,2 0-84 15,-5 6 32-15,4 0 40 0,-4 5 8 16,0 4-44-16,0 2-52 0,4-2 24 16,0-3-48-16,1-5 24 0,7-8 52 15,-5-6-28-15,5-6 76 0,0-7-124 0,5-5 16 16,-2-1 104-16,5-3-56 0,0-3-52 16,8-10 40-16,-4-6-208 15,4 0-348-15,0-6-16 0,0-3 76 0,-4 4 312 16,-1 2 256-16,2 7 0 0,-9-1 88 15,3 10-12-15,-3-1 16 0,-4 7 84 16,0 0 180-16,0 0 96 0,0 3-88 0,0 1-148 16,0 2-16-16,0 3 12 0,0 1-96 15,0 2-112-15,0 4 0 0,0 0 56 0,0 4 40 16,0-1 76 0,0 6 136-16,-4 0 36 0,4 4 24 0,-4-1-4 0,4 4-84 15,-3-1-36-15,3 2-12 16,0-3-76-16,0 0-16 0,0 2-20 15,0-4-36-15,0 5-40 0,0-6 36 0,0 9 40 16,3-2-36-16,-3-2-16 0,0 3 0 16,4 1 16-16,-4-5-16 0,0 1 24 15,0-1-80-15,4-2-4 0,-4-1 48 0,5-2-48 16,-1-1 72-16,-4-2-32 16,4-1 32-16,0-3 12 15,-1 0 64-15,1-3 216 0,-4-1 16 0,0-2-112 16,4 0-39-16,-4 0-45 0,0 0-28 15,0-4-20-15,-4-3 20 0,0-3-24 0,1 0 28 16,-1 1-16-16,4-4-24 0,-8 0-72 16,3 0 32-16,-3 0-88 0,1 0 8 0,-6-4-12 15,2 1-8-15,-5-3 8 0,4 3 88 16,-4-1-88-16,0-1 0 0,4 1-4 16,0 1 8-16,0 0 0 15,1 3-4-15,-2-3-48 0,1 3 44 16,5-4-48-16,-6 1-20 0,5 0-12 15,-3 0 80-15,6-1-4 0,-3 2-4 16,1-2-92-16,3 1 104 0,0 3 108 0,4-3-108 16,-5 3 0-16,5-3-8 0,-4 0-68 0,4 3 76 15,-4 0 0-15,4 0-60 0,0 0-12 16,0 0 12-16,0 0-40 0,0 0-20 16,0 0-24-16,0 0-40 15,0-4 52-15,0 4 12 0,0 0 60 0,0 0-52 0,4-3 104 16,0 0-4-16,1 0-181 0,-5-3-199 15,4 2-32 1,0 4-124-16,-4-3-320 0,3 0-660 0,1 0-920 0,0 3-2401 16,-4-9-2867-16,-32 46 4736 15</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37:17.136"/>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7030A0"/>
    </inkml:brush>
  </inkml:definitions>
  <inkml:trace contextRef="#ctx0" brushRef="#br0">15100 15821 716 0,'0'0'5252'0,"0"0"-3968"15,0 0-232-15,0 0-324 0,0 0 176 0,0 0 181 16,0 0 87-16,0 0-216 0,0 0-216 16,0 0-168-16,-8-30-80 0,8 30-52 15,0 0-48-15,0 0-56 16,0 0-32-16,0 0-64 0,0 0-28 0,0 0-40 15,0 0 28-15,0 0 12 0,0 0 12 0,0 0-28 16,0 5-72-16,0-5-36 16,0 0-28-16,0 2-60 0,0 2 0 0,0-1 0 15,0 3 64-15,0-2-64 0,0 2 0 0,4-6-76 16,-4 3 76-16,0-3 12 0,0 0 52 16,0 0-4-16,0 0 12 0,0 0-8 15,0 0-4-15,0 0 16 16,0 0-64-16,0 0-4 0,0 0 52 0,0 3-52 15,0-3 0-15,0 3-8 0,0-3-16 16,0 3-32-16,0-3 0 0,0 0-16 16,0 0 4-16,0 0 52 0,0 0-44 0,0 0 4 15,0 0 0 1,0 0-76-16,0 0-48 0,0 0-16 0,0 0 28 0,0 0 60 16,0 0 96-16,0 0 0 0,0 0 4 15,0 0-8-15,0 0-40 16,0 0-4-16,0 0 40 0,0 0 0 0,0 0 0 15,0 0-52-15,0 0 56 0,0 0 0 16,0 0 4-16,0 0 4 0,0 0 4 0,0 0-4 16,0 0-4-16,0 0 0 0,-4 4-44 15,4 2 36-15,-4 0-212 16,0 7 36-16,4-1 64 0,-4 5 56 16,4 1 68-16,0 2 8 0,0 2-8 15,0 4-4-15,0-1 0 0,0 6 0 0,4 1 0 16,-4 3-60-16,4 3-72 0,0 4 60 15,-4 2-40-15,4 0 40 0,0 4 76 16,-4-1-60-16,4 1 60 0,-4 0 204 16,4-1-104-16,-4 1-24 0,4 0-76 15,0 2 12-15,-4 2-12 0,4-2-4 0,-4-2-60 16,4-1 0-16,-4-3 4 16,0 1 60-16,4-7 112 0,0 1-112 0,-1-5 0 15,2 1 0-15,-1 0-8 0,4 0-48 16,0 0-60-16,-5 0 16 0,1 0-12 15,1-1 60-15,-1 2-84 0,4 2 128 0,-8 0-80 16,4 0-292-16,-4 0 244 16,3 0 132-16,-3-3 4 0,4-3 100 0,-4-4-92 0,0 1 4 15,5 0-8 1,-5-3-4-16,0-5 52 0,4 5-16 16,0-4 16-16,0 0 12 0,0 1 8 0,-1 2 56 15,1-3-16-15,5 3 0 0,-1 1-12 16,-4 2-100-16,-1-2 4 0,1-1 4 15,0-2 96-15,0-8-28 0,1-2 52 0,-5-4 8 16,4-2-60-16,-4-4-64 0,0 0-12 16,0-3-4-16,3 0 4 0,-3 4 56 15,0-4-4-15,0 0 8 0,0 0 16 16,4 0 24-16,-4 0-36 16,0 0 36-16,4 0 136 0,0 0-128 0,0 0-32 0,5 0 72 15,-2 0-88-15,1 0-56 16,5 0 4-16,-2 0 104 0,1 0-104 15,0 0 40-15,4 0 16 0,-4 0-56 0,4 0 0 16,0-4-4-16,0-2 0 0,0 4 52 16,3-5-56-16,5 0 0 0,0-3 0 15,4 4 4-15,0-6 8 0,4 2-8 16,0 0-4-16,0 1-48 16,0-1-12-16,0 1 56 0,0 3-48 0,3-4 4 15,-3 0 40-15,0 3 0 0,0-1 8 16,3 2 0-16,-3-1 0 0,5 1-76 15,-1 0 76-15,-1 2 0 0,5 1 4 16,-1 3 404-16,6-4-48 0,-2 1-252 0,2 3-92 16,-2 0-8-16,1 0 76 15,4 0-76-15,-4 0 116 0,3 3-76 0,2-3-36 16,2 4 64-16,1-1-64 16,0-3-8-16,-1 4-4 0,5-4-4 15,-4 3-4-15,8-3 8 0,0 0-4 0,-4 0 4 16,7 0-4-16,-3-3 4 0,8-4-4 0,-4 3 0 15,3-2 4-15,1-3 0 0,-1 2 0 0,2-2-8 16,-2 2 8-16,1-2-4 16,-5-1-44-16,5 4 40 0,-1 0 8 15,-2-4 0-15,-1 4 0 0,3-1 0 16,-3-2 4-16,4 3 0 0,-1-1 68 16,2-2-64-16,-2 3 76 0,1-4-80 15,-1 4-4-15,5 0-4 0,-8-1 0 0,4 4 4 16,-8 0-12-16,-1 3 4 0,1 0 8 15,-5 0-8-15,-3 3 4 16,1 2 4-16,-2 2 48 0,1 0 64 0,-4 2-28 16,-1-2-20-16,2 2-64 0,-6-2 0 15,5 2 0-15,-1-3 0 0,2 4-8 0,-6-4 4 16,2 0 4-16,2 1 0 0,-3-1-4 16,0 4 4-16,-1-4 0 0,1 0 0 15,0 1 4-15,-4-1 4 0,4-3 0 16,-5 4 0-16,6 0 0 0,-6-5-4 15,1 1 4-15,0 0-4 0,0 1-4 16,-1 3 0-16,6-4 4 16,-6 0-4-16,1-3 4 0,4 0 0 0,0 0-4 15,-5 0-72-15,6 0 60 0,-6 0 12 16,1 0-4-16,-4 0-4 16,4 0 4-16,0 2 4 0,-5-2 0 0,6 4 0 15,-5-4 12-15,-1 2-12 0,1 3 8 0,0-5 0 16,4 2 4-16,-4 2 0 15,0-1-4-15,3 0-4 0,-7-1 0 0,4 3 4 16,-5-3-8-16,-3 5 8 0,4-4 4 0,0 3-4 16,0 4-4-16,0-4 44 0,1 4-36 15,-1 2 28-15,3-2-40 16,-3 2-4-16,0-2 4 0,0 0-4 0,-4-1 0 16,4 2 0-16,-4-6 4 0,0 4 0 15,-2-2 0-15,2-3 4 0,-3 1 8 16,-1-2-4-16,-4-3 40 0,-1 4 0 15,-2-4-36-15,-2 0-4 0,-2 0 4 16,-2-4 52-16,-3 1-52 0,-4-2 0 0,5-2 36 16,-6 1 36-16,1-4-72 0,-4-3-8 15,0-3-4-15,0-6-16 16,0-3-116-16,-7-7-28 0,-2-4 0 0,1-4-48 16,0-5 48-16,-3-2-24 15,2-4 36-15,1-3-24 0,5 0 84 0,-1 3 40 16,4-2 36-16,0 1-100 0,4 2 52 15,3 2 52-15,1 4-56 0,1 0 64 0,-5 2-8 16,3 0 8-16,1 1 4 0,-4-1-4 16,5 2-8-16,-6-2-52 0,1-2-4 0,0-4-8 15,0 1 20-15,0-4-72 16,-4 0-24-16,4 0-36 16,1 0-40-16,2 7 88 0,-3 3 60 15,0 2 0-15,0 5 76 0,0 5 0 0,0 1 76 16,0 2-12-16,0 1 8 0,0 0 40 0,0-4-112 15,4 0-8-15,-5-3-68 0,6-2-20 16,-5-1-80-16,0-4-112 16,0 2 64-16,-4-1-132 0,4 2-56 0,-1 1 136 0,1 4 248 15,1 6-60-15,-1 2 76 16,0 4 12-16,-4 7 100 16,0 1 28-16,0 6 112 0,0 5 48 0,0-3-28 15,0-1-252-15,-4 4 12 0,0-3-20 0,-5-1-92 16,2 4 4-16,3-3 24 15,-4 0 64-15,3 3 4 0,-2-2 8 0,3-2 52 16,0 4 12-16,-4-2-24 0,4 2 112 16,0 0 84-16,0 0-84 0,0 0-64 0,0 0-24 15,0 0-76-15,0-5 4 0,-3 5 4 16,2 0 4 0,-3-2 28-16,0-2-40 0,1 1-12 0,-6 0-36 0,5-4 44 15,-7 1 0-15,2-3-56 16,2 2 60-16,-6 1 0 0,2 0 0 15,-2-4 0-15,2 4-64 0,-5 0-4 0,-1-1 68 16,2 1 0-16,-5-1-24 0,0 0 24 16,-4 2 84-16,0 2-80 0,0-1 172 0,1 2-88 15,-1-2-88-15,0-3 4 16,-4 4-4-16,0 1 12 16,1-5 24-16,-6 1-36 0,1 2-100 0,0 1 12 15,-3 0 88-15,-6 0 60 0,2-1-48 16,0 4-12-16,-9-2-40 0,3 2 40 0,-2 0 76 15,-5 0-28-15,0 2 52 0,-4-2-100 16,1 7-84-16,-1-4 80 0,0 0 4 16,-4 1-8-16,1-1-60 0,-1 0 60 15,0-1 8-15,1 3 0 0,-1-5 64 0,-4 0-60 16,0 0 0-16,0 0-4 16,1 0-8-16,-5 0 8 0,0 0 8 15,1 0 4-15,-1 0 52 0,-4 0-64 0,1 0 0 16,-2 0-52-16,2-5 44 0,-1 5-92 0,1 0 96 15,-1-2-120-15,0 2-52 0,1 0 92 16,-1-3-116-16,-3 3 36 0,2-3 36 16,-2-1-288-16,-1 1 316 0,0 0 52 15,1 0-80-15,-1-1 128 0,-4 2 60 16,5-1-8-16,-1 0 20 16,5-1-60-16,-2 4 76 0,2-7 40 15,-1 7-128-15,8-6 60 0,-3 0-60 0,3-1-4 16,1 1-132-16,-2-2 132 0,2 1-160 15,3-3 152-15,-3 0 0 0,3 1-52 0,-4 3 64 16,5-4 52-16,-2 1-48 0,1 2 120 16,4-2-120-16,2-2 60 0,2 6-64 15,-4-4-8 1,4 2-100-16,0-2 104 0,0 2-80 0,5 4-20 16,-1-4 104-16,0 4 0 0,4-1 4 0,-4 2 12 15,4 0 160-15,1 2-168 0,-2 0 0 16,2 0-4-16,3 0 8 0,0 0 40 15,1 0-8-15,2 0-40 0,2 2 56 0,-1 0-48 16,5 2-4-16,-2-1 92 0,1 4-100 16,4 0 88-16,1-4-12 0,3 2-68 15,-4 2 144-15,4 3-64 16,0-4 64-16,0 1 8 0,5 2-60 0,-2-3-92 16,1 1 92-16,4-1-24 15,1 0-28-15,2 1 40 0,2-4 0 0,2 0-84 16,2 0 72-16,3 0-52 0,4-3-24 15,-4 3-12-15,4-3 12 0,-4 4 68 16,8-4-56-16,-4 3 88 0,0-3 24 0,4 0-48 16,0 0 8-16,0 0 28 0,0 3-24 15,0-3-80-15,0 0-8 0,0 0-88 0,0 0 28 16,0 0 12-16,0 0 48 16,0 0 44-16,0 0 28 0,0 0 4 15,0 0 12-15,0 0 8 0,0 0 16 16,0 0 24-16,0 0 0 0,0 0 24 15,0 0 24-15,-4 0 36 0,4 0 40 0,-4 0 20 16,4 0-60-16,-8 0-120 0,0 0-100 16,0 0 196-16,0 0-36 0,0-3 32 15,0 3-80-15,1-3-64 0,-6-1-44 0,5 4 44 16,-3-3-36-16,2 0 52 16,1 3-64-16,-3-3-8 0,2 3 4 15,1 0-80-15,5 0 80 0,-1 0 0 16,-4 0 0-16,4 0-4 0,4 0 8 0,-5 0-4 15,1 0-4-15,4 0 0 0,-3 0-40 16,3 0 36-16,-4 0-36 0,4 0-28 0,-8 3 4 16,4 0-64-16,-1 0-8 0,1 1 20 15,-3 2 64-15,-1 0 48 16,0 0-36-16,0 4-4 0,0-3 48 16,-4 2 0-16,0 3 4 0,0-1 4 15,-4 1 48-15,0 4-52 0,0-4-8 16,0 4 8-16,-4-4-64 0,1 2 4 15,3-1 52-15,4-7 8 0,-1 0 84 0,6 1 40 16,-1-7-120-16,4 0 68 0,4 0-60 16,0 0-12-16,0 0-92 0,0 0 32 0,0 0 48 15,0 0 0-15,0 0 12 16,0 0 52-16,0 0 20 0,0 0 28 0,0 0-4 16,0 0-24-16,0 0 4 15,0 0 20-15,0 0-36 0,0 0-56 16,0 0 0-16,0 0 8 0,0 0-12 15,0 0-8-15,0 0-4 0,0 0-84 0,0 0-16 16,0 0-8-16,0 0-76 0,0 0-112 0,0 0-72 16,0 0-124-16,0 0-148 0,0 0-328 15,4 0-952-15,4 0-2232 16,-1 0-1921-16,-26 0 1105 0</inkml:trace>
  <inkml:trace contextRef="#ctx0" brushRef="#br0" timeOffset="1282.425">21794 17500 5396 0,'0'0'120'0,"0"0"388"15,0 0 2220-15,0 0-956 0,0 0-615 0,0 0-245 16,0 0-132-16,0 0-4 0,0 0-4 16,0 0-132-16,0 0-136 15,-16-9-124-15,16 9 92 0,0 0 0 0,0 0-160 16,0 0-128-16,0 0-184 0,0 0-52 15,0 0-136-15,7 3-72 0,6 3 188 0,6 6 72 0,9 5 136 16,4 2 24 0,5 3-72-16,6 3-80 0,4-2 92 0,5-1-96 15,8 0 104-15,0-3-8 0,4-2-36 16,3 2 72-16,2-7-16 16,2 4 80-16,1-3-104 0,0-4 116 0,-1 1 20 15,1-1 40-15,-5 0 8 0,2-2-24 16,-9 3-84-16,-5-4-84 0,1 3-28 15,-8 1-52-15,-5-4 40 0,-7 5-40 16,0-6-8-16,-8-2 0 0,0 3-8 0,-4-2-100 16,-4-1-4-16,-8 1 40 0,-1-4-40 15,-2 0-84-15,-5 0-132 0,0 0-240 16,-4 0-184-16,0 0-104 16,0 0-68-16,0-7-272 0,-8-3-720 0,-1 4-1349 0,-6-20-2191 15</inkml:trace>
  <inkml:trace contextRef="#ctx0" brushRef="#br0" timeOffset="1565.121">23164 17656 3676 0,'0'0'796'0,"0"0"3180"0,0 0-2524 0,0 0-303 15,0 0-237-15,0 0 8 16,0 0 328-16,0 0-196 16,0 0-212-16,96 0-208 0,-68 3-48 0,0 3-100 15,3 1-100-15,5 2-100 0,0-3-52 16,-4 1-20-16,4 3-92 0,-4-2-108 0,-4 3 88 15,-9-3-100-15,2 3 0 0,-10 1 68 16,-2 1-56-16,-1 3 60 0,-8 0 52 0,0 6-4 16,0 4-32-16,-8-1 32 0,-8 7-44 15,-1-5 20-15,-2 3-96 0,-5-2-8 16,4-5-4 0,0-1-84-16,0-7 32 0,0-2-132 0,8-3-220 15,1-7-100-15,2 1-64 0,5-4-164 16,0-4-144-16,4-5-396 0,0-8-376 0,4 2-1113 15,20-17-3151-15</inkml:trace>
  <inkml:trace contextRef="#ctx0" brushRef="#br0" timeOffset="3659.388">21551 17259 1540 0,'0'0'2892'0,"0"0"-1992"16,0 0-248-16,0 0 1000 16,0 0 240-16,0 0-640 0,0 0-439 0,0 0 239 15,0 0 300-15,0 0-456 0,0 0-164 0,88 16-140 16,-73-10 8-16,5 4-116 15,0-1-112-15,4 1-124 0,-4 3-72 0,4-5-4 16,-1 6-24-16,1-5 0 0,1 4 12 16,3-4-48-16,0 1 8 0,0-1-104 0,-5 1 104 15,5 0-32-15,0 2-80 0,0 1 52 16,0 1-48-16,-4-3-8 16,4 3-4-16,-4-2-4 0,8 1-4 15,-5-5 4-15,6 6 4 0,2-4-4 16,-3-1 4-16,4 0 0 0,-1-2 0 0,-3 2 4 15,4 1-4-15,-4-4 48 0,0 3 16 16,3-2 32-16,6-1-32 0,-5 0-4 0,3 1-60 16,2-4 4-16,-2 0 44 15,1 4-48-15,-5-4-64 0,1-3-8 16,-4 3 72-16,0 0-52 0,1-3 52 16,-1 0-60-16,-5 4 60 0,4-4-12 15,-7 0 12-15,1 2-100 0,-1-2 100 16,0 5-48-16,-9-3-52 0,6-2 96 0,-6 6-56 15,-2-6 48-15,-2 3 12 0,-3 0 0 16,1 1-36-16,-2-1 36 0,-7-3 8 16,4 4 0-16,0-4-8 0,-4 0-4 0,0 0 0 15,0 0 0-15,0 0 4 0,0 0 0 0,0 0-8 16,0 0-80 0,0 0-380-16,0 0-272 0,-4 0-168 15,-7 0-512-15,-2-4-1092 0,-15 1-2865 0</inkml:trace>
  <inkml:trace contextRef="#ctx0" brushRef="#br0" timeOffset="4398.355">21714 17138 1032 0,'0'0'2488'0,"0"0"-1952"0,0 0 76 16,0 0-168-16,0 0 3816 0,0 0-2940 0,0 0-587 16,0 0-257-16,0 0 0 0,0 0 160 15,32-21 80-15,-32 16-144 0,0 3-156 16,0 2-52-16,0-4 80 0,0 4 56 15,0-2-20-15,0 2-116 0,0 0-116 16,0-4-160-16,-4 4-16 0,0 0-72 0,-9 0-136 16,6 0 60-16,-5 0-8 0,-4 4-80 15,4 2 16-15,-4 3-16 0,-3 1 88 0,2 3-24 16,-2 3 0-16,-1 2-4 16,3 5-8-16,-2-1 64 0,-1 0-16 15,4 0 12-15,-4-3 44 0,8 3 4 16,0-2-4-16,0-4-56 0,5 0 4 0,-2-1-40 15,5-2 24-15,-4 0 12 0,8 0 64 16,-4-1 84-16,4 1 16 0,0-3 0 16,0-1 12-16,4 0 92 0,0 5-68 15,4-9 32-15,1 5 68 0,-2 0 0 16,5-2-24-16,0-1 64 0,0 3-92 16,3-1 52-16,2 1-24 0,-2 3-88 15,5-4 84-15,-3 1-36 0,2 2-48 0,-2-2-36 16,-2 2-80-16,1-2 116 0,0 0-52 15,-4-4-68-15,4 3-4 0,-7-2-100 16,2-1 28-16,1 0 24 16,-4 1 40-16,0-3-104 0,0-2 24 0,-1 4 4 0,-3-2-92 15,1-1-20-15,-1 1-324 0,0 2-104 16,-4-4-368-16,4 4-696 16,-4 1-1148-16,4 3-2609 0</inkml:trace>
  <inkml:trace contextRef="#ctx0" brushRef="#br0" timeOffset="5248.283">24782 17479 7020 0,'0'0'3884'16,"0"0"-2071"-16,0 0-133 0,0 0-356 16,0 0-44-16,0 0-188 0,0 0-464 15,0 0-196-15,0 0-176 0,36 107 12 0,-25-56 40 16,2 6 96-16,-1 3 36 16,-1 7-260-16,-2 3-120 15,2 3 4-15,-7 3-60 0,0 3-4 0,-4 1-64 0,0 0 16 16,0-4-72-16,0-7 48 0,0-12-64 15,0-9 76-15,0-10-148 0,0-13-12 16,0-9-172-16,0-5-24 0,0-9-76 16,4-2-420-16,-4-9 92 0,5-14-100 0,-5-11-444 15,0-11-1384 1,0 4-2201-16,-17-36-1999 0</inkml:trace>
  <inkml:trace contextRef="#ctx0" brushRef="#br0" timeOffset="5531.635">24805 17614 508 0,'0'0'7780'0,"0"0"-5788"0,0 0-779 0,0 0-133 16,60-69 132-16,-40 55-312 0,8 6-220 15,0 2-116-15,8 1-132 16,0 5 80-16,0 0-4 0,0 7-100 16,-4 0-72-16,-5 5-128 0,-3 1-60 15,-4 6 28-15,-4 0 32 0,-7 4-36 0,-2 2 36 16,-7 3 12-16,0 5-60 0,0-2-12 15,-7 4-148-15,-10 3-12 0,2-3-48 16,-2 0 48-16,-3-6-40 0,-3-1 4 0,3-6-88 16,-5-3-168-16,6-6-252 0,-5-1 52 15,0-8-104-15,4-1 24 0,0-3-156 0,0 0-204 16,5 0-220 0,2 0-96-16,9-7-769 0,0 4-507 0,4-3-2264 15</inkml:trace>
  <inkml:trace contextRef="#ctx0" brushRef="#br0" timeOffset="5707.102">25428 17931 7552 0,'0'0'5677'16,"0"0"-4725"-16,0 0-344 0,0 0 236 15,79 7 412-15,-51-7-476 0,-4 0-356 0,0-9-240 16,4-1-60-16,-1 1-124 0,-3-3-72 15,0 1-112-15,-3 3-484 0,-2 1-516 16,-3 0-696-16,-8 4-2533 0,-8 3-4099 0</inkml:trace>
  <inkml:trace contextRef="#ctx0" brushRef="#br0" timeOffset="5885.946">25503 18170 11969 0,'0'0'3144'15,"0"0"-2204"-15,0 0-484 16,0 0 452-16,0 0 144 0,0 0-324 16,0 0-312-16,84 61-280 0,-52-61-136 0,3-7-72 15,1-9-196-15,4 0-212 16,4-3-456-16,0-3-68 0,4 7-404 0,-13 2-1496 16,9-4-5953-16</inkml:trace>
  <inkml:trace contextRef="#ctx0" brushRef="#br0" timeOffset="6325.908">26455 17577 8352 0,'0'0'5097'16,"0"0"-3425"-16,0 0-944 0,0 0 64 0,0 0 428 15,0 0-60-15,-71 79-316 0,58-51-388 0,6 5-288 16,-1 4-68-16,4 4-28 0,4 7-72 15,0 3-8-15,0 0 4 0,4 3 4 16,4-6 84-16,-1-1-36 0,6-5 40 16,2-5 68-16,2-8-20 15,-2-4-40-15,5-9 0 0,1-3-8 16,-2-10-40-16,9-3 12 0,0-5 12 0,0-16-68 16,8-10-4-16,-8-7-8 0,3-9-160 15,1-8-16-15,-8-2 52 0,4-3-16 0,-8 2 4 16,-4 5-16-16,0-1 12 15,-8 3 100-15,-4 1-96 0,-4-2 56 0,0-2 16 16,-8 0 12-16,-4 0 56 0,0 6 4 16,-4 7 8-16,0 7 136 0,4 4 88 0,0 11 12 15,-4 7 112-15,4 6-52 0,-3 3-184 16,-2 3 24-16,-3 12 28 16,1 8-172-16,-1 7-8 0,-4 9 0 15,-1 2-88-15,2 11 32 0,3-3-56 0,-4 5-76 16,5 0-44-16,-2-4-80 0,1-2-324 15,5-1-240-15,2 1-472 0,1-7-1232 0,5-5-3005 16,-1-3-3579-16</inkml:trace>
  <inkml:trace contextRef="#ctx0" brushRef="#br0" timeOffset="6538.433">26583 17906 7584 0,'0'0'4209'0,"0"0"-2649"0,0 0-1076 16,0 0 124-16,0 0 680 0,84 36-96 15,-56-24-248-15,0 1-300 16,3 3-192-16,1 0-92 0,4 3 32 16,0 3-112-16,3 0-168 0,-7 0-112 0,5-2 0 0,-2 2-12 0,-3 0-72 15,4 0 12-15,-4 0-40 16,4-2-168-16,-5-5-124 16,-3 5-176-16,0-8-248 0,0 4-328 0,-7-4-760 15,-6-1-1324-15,5-3-3721 0</inkml:trace>
  <inkml:trace contextRef="#ctx0" brushRef="#br1" timeOffset="-162306.196">25766 12906 5472 0,'0'0'2484'15,"0"0"-1796"-15,0 0 1392 0,0 0-563 0,0 0-109 16,0 0-204-16,0 0-160 0,0 0-64 16,0 0-136-16,0 0-52 0,-3 0-140 15,6 0-176-15,-3 0-156 0,8 0-100 16,0 0 108-16,0 3 184 0,4 0-160 15,4 1-132-15,0 2-84 0,3-3 45 16,1 0 15-16,5 1-100 0,-1-4 72 0,-1 2-156 16,5-2 124-16,0 0-40 15,0 0-92-15,4 0 8 16,0 0-4-16,-1 0 0 16,1 0-8-16,0-2-44 0,-4 2 32 0,0-4-96 0,0-2 20 0,0 3-56 15,-8-4-136-15,0 4-145 0,-4 0-135 0,-4 0-24 16,-5 0-236-16,-2 0-496 15,-5 3-736-15,0 0-1024 0,-5 0-2509 0,-14 3-1787 16</inkml:trace>
  <inkml:trace contextRef="#ctx0" brushRef="#br1" timeOffset="-161997.463">25814 13211 11129 0,'0'0'2292'0,"0"0"-1260"0,0 0-516 16,0 0 416-16,0 0 420 0,0 0-64 0,0 0-476 16,0 0-532-16,0 0 52 15,0 0 144-15,48 29 280 0,-29-26-344 16,5 0-216-16,0-3-39 16,1 3-21-16,3-3 32 0,3 3-36 0,-3-3-32 15,4 0-100-15,-5 0-24 0,1 0 24 0,0 0-184 16,4 0 76-16,0 0 0 0,8 0 108 0,-4 0-136 15,4-3-145-15,-5 0-191 16,1-3-112-16,1 2-4 16,-5 1-96-16,-1 0-412 0,-3-4-596 15,-4 5-688-15,-8-3-704 0,4 0-2137 0</inkml:trace>
  <inkml:trace contextRef="#ctx0" brushRef="#br1" timeOffset="-157630.482">27762 12097 4484 0,'0'0'1616'0,"0"0"-1160"16,0 0 688-16,8-83 1368 0,-8 58-1351 16,0-4-365-16,0 3-296 0,4-2-168 15,-4 0 104-15,0-1-108 0,0 3-112 16,0 4 152-16,0-1-76 0,0 9 124 15,0 0-64-15,0 1-36 0,0 8 8 0,-4-2 96 16,1 4 4-16,-6 3-152 0,1 0-60 16,-3 3-212-16,-6 4-120 15,2 8-4-15,-6 5 124 0,1 8 0 16,5 7 4-16,-5 3 4 0,4 9 64 0,0 7-68 16,0 3 176-16,0 1 8 15,0 2-176-15,4 0 148 0,-4-2-12 0,4-1-148 16,0-7-72-16,1-3 72 0,-2-1-12 15,5-8 0-15,5-6-112 0,-6-7 60 0,5-6-60 16,0-4-24-16,4-4-176 0,0-5-36 16,0 0-68-16,0-6 48 0,0 0 56 15,0 0 20-15,0 0 104 0,4-6-116 16,5 0-64-16,2-7 64 0,-3-4 12 16,8 2 164-16,-4-3 140 0,4 1 0 15,-4 4-12-15,0 7 4 0,0 0 8 0,-4 6 52 16,3 0 216-16,2 0 240 0,-1 9-52 15,-4 0-80-15,-4 4-36 0,4 3 48 16,-4 0-32-16,-4 7 20 0,0 2-104 16,0 6 52-16,0 4-176 15,-4 13 212-15,-4 2 0 0,-4 11-164 0,-4 3-84 16,0 5-24-16,0 5-44 0,0-2-40 16,0-1 44-16,4-5-48 0,4-6 0 15,4-9-4-15,4-9 0 0,0-8-96 0,8-5 92 16,5-10-172-16,-2-3 32 0,1-4-36 15,4-2 0-15,0-4-64 0,4-6-152 16,0 0-120-16,-1 0-288 0,2-6-336 0,-1-7-648 16,-5 4-1193-16,6-16-2803 15</inkml:trace>
  <inkml:trace contextRef="#ctx0" brushRef="#br1" timeOffset="-157244.451">28563 12290 9068 0,'0'0'2141'0,"0"0"-1369"0,0 0-336 0,0 0 624 0,0 0 652 0,0 0-392 16,0 0-424-16,0 0-276 0,0 0 24 16,16 99 44-16,-8-58-88 0,-4 13-4 15,-1 3-44-15,2 10-272 16,-5 6-148-16,0 6-48 0,-5 10 0 0,-2 3-76 16,-5 0-8-16,4 3-12 0,-4-2 4 15,4-5-88-15,0-6 88 0,5-5-76 0,3-11-52 16,0-5-8-16,0-13 84 15,7-10-16-15,5-13 16 0,0-6-160 16,0-9 76-16,-4-4-100 16,4-6-136-16,-4 0-280 0,0-2-240 0,4-12-248 15,-4 1 200-15,0-9-288 0,-1-3-628 16,2 3-1065-16,-5-19-2507 0</inkml:trace>
  <inkml:trace contextRef="#ctx0" brushRef="#br1" timeOffset="-156921.577">28543 12369 628 0,'0'0'6248'16,"0"0"-4844"-16,0 0-392 15,0 0-340-15,0 0 24 0,0 0 1961 0,88-69-1273 16,-60 59-692-16,4 7-128 0,4 0 156 0,-1 3 200 15,-3 0-240-15,4 0-136 0,-4 6-104 16,-4 7-192-16,-4-1 8 0,-5 5-84 16,-2 1-28-16,-6 8-20 0,-2 0-12 0,-9 5-104 15,0 4 0 1,-9 3-8-16,-6 3-168 0,-9 1-40 16,-1-1 96-16,-3-3 16 0,-3 0-28 0,3-10-72 15,1 2-84-15,-5-11-52 0,8 0 24 16,-4-10-40-16,4 1-308 0,3-8-252 0,2 2-248 15,-1-4-300-15,8-6-612 16,0-1-1209-16,4-12-3923 0</inkml:trace>
  <inkml:trace contextRef="#ctx0" brushRef="#br1" timeOffset="-155413.313">29782 11837 9200 0,'0'0'2837'0,"0"0"-1341"0,0 0-736 0,0 0-48 16,0 0 404-16,0 0 24 15,0 0-384-15,0 0-360 0,75-33-76 16,-42 18-112-16,-6-5-108 0,5 1-16 16,1-3-84-16,-1 3-72 0,0-3-28 15,-1 3-32-15,1 0-4 0,-4 0 48 0,-1 7 4 16,-3-2-40-16,-7 5 24 0,-2 3 12 15,-2 2 28-15,-5 2-52 0,-5 2 16 16,1 0 8-16,-4 0 88 0,0 0 36 0,0 2 224 16,0 5-172-16,0 9 232 0,-7 6-76 15,-1 13-8 1,-9 3-76-16,-3 9-24 0,1 4-28 16,-5 6-108-16,0 4-8 0,0-2-64 0,4 6 72 15,0-8 72-15,4-7-24 0,8-9-32 0,0-9 56 16,4-6 24-16,4-7-96 0,0-6 4 15,0-7-8-15,8 0 0 0,1-2-44 16,2-4 40-16,6 0-52 0,6-10-212 16,1-3-20-16,8-9-4 15,-4 0-52-15,4-6 4 0,-1-2-64 0,-3 5 72 16,-4 0-12-16,-4 6 148 0,-4 3 148 0,-4 3-8 16,-4 7 60-16,-4 3-4 0,0 0-4 15,-4 3 0 1,0 0 8-16,0 0 48 0,0 0 252 0,0 0 148 0,0 3-176 15,0 6-12-15,0 1 64 0,0 6-4 16,0 3-136-16,0 1 136 0,0 1 136 16,0 2-28-16,0-2-12 0,0 5 168 0,0 2-48 15,4-2-147 1,0 5-37-16,0-2-148 0,0 3-44 0,4 3-88 16,-4-3 48-16,4 6-48 0,0-4-64 15,-1 4 56-15,2 0-16 0,-1 1-48 0,-1-1 0 16,6 0 0-16,-5 0-4 0,-1 1-8 15,-3-1 8-15,5-1-48 0,-5 2-8 16,0-2 0-16,0 1 56 0,-4 4-44 16,3-4 44-16,-3 0 0 0,0 0 4 15,0-2-4-15,0-5 4 0,-3-3 4 16,3 1-4-16,-4-3-8 0,0-4 8 0,0 0 8 16,-1-3 4-16,1 0 36 0,0-7-36 15,-3 2 0-15,7-5 36 16,-8-2-44-16,4-1 72 0,-1 0-64 0,1-4 108 15,1 3-72-15,-5-5 12 16,4 0 12-16,-9 0-24 0,6 0 0 0,-5 0-40 16,3-5-8-16,-2 3 0 0,-5-7-96 15,4 2-12-15,-4 0-36 16,4-1 8-16,0 1 28 0,-4-3-12 0,0 4-136 16,4-1-32-16,-3 1-29 0,3-2 13 15,-4-3 0-15,8 2-52 0,-9-1-104 0,10-2-80 16,-5-1-184-16,3 0-212 0,2 4-368 15,-1-4-204-15,4 0-352 0,0 4-833 0,-1-2-1391 16,-2 3-1072-16</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37:31.296"/>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FFC000"/>
    </inkml:brush>
    <inkml:brush xml:id="br2">
      <inkml:brushProperty name="width" value="0.05292" units="cm"/>
      <inkml:brushProperty name="height" value="0.05292" units="cm"/>
      <inkml:brushProperty name="color" value="#7030A0"/>
    </inkml:brush>
  </inkml:definitions>
  <inkml:trace contextRef="#ctx0" brushRef="#br0">1955 969 3040 0,'0'0'76'0,"0"0"264"0,0 0 2316 15,0 0-964-15,0 0-488 16,0 0-192-16,0 0-95 0,5-39-17 0,-5 29-44 16,-5 1 152-16,1-1-180 0,1-2-148 15,-1 2-112-15,0-2-88 0,0 2-44 16,0 4-24-16,0-1-28 0,4 1-112 0,-5 3 0 15,-2 0-112-15,3-4-36 0,-4 7-120 16,0-6 84-16,0 3 160 0,0 0-152 0,0 3 4 16,-4-4-88-16,0 4-8 15,1 0 68-15,-6 0-60 0,2 4-12 0,-2 2 0 0,-3 0-8 16,1 4-76 0,2 3 76-16,-2-1 8 0,-1 4-8 15,0 3 4-15,0 0 4 0,0 4 60 0,0 2-60 16,0 1 12-16,0 2 76 0,5 0-88 15,-2 4-40-15,2 0 4 16,2 4 24-16,6-6-48 0,3 3 52 0,0-2 4 16,-1 1 0-16,5 0-8 0,0-1-40 15,0-2 40-15,9-1 0 0,-1 1 12 0,-1 0 0 0,10-1 200 16,-2 4-28 0,1-3-12-16,0-1 12 0,4-2-12 15,0-4-60-15,0-3-100 0,-4 0 208 0,3-3-208 16,2 0 60-16,-1-4 36 0,4 1-32 15,-5-1-60-15,6-2 20 0,-1-3 24 0,-5 0-44 16,5-5-4-16,0-2-48 16,0 0-12-16,-1 0-28 0,2-7 16 0,-1 1-160 15,-4-7 0-15,3 1-112 16,-3-1-76-16,1-6-172 0,-2 0-240 0,1-3-292 16,-8-4-768-16,4 1-1172 15,-4-7-2809-15</inkml:trace>
  <inkml:trace contextRef="#ctx0" brushRef="#br0" timeOffset="350.487">2374 642 6384 0,'0'0'532'0,"0"0"2656"16,0 0-2207-16,0 0-401 0,0 0 828 0,0 0 572 0,-28 66-608 15,24-38-936-15,4 7-284 16,-4 1 792-16,4 5-512 16,0 0-200-16,0 7-96 0,4 5 12 0,0 8-12 15,4 2-64-15,0 4 4 0,0 0-4 16,0-4 148-16,0 0-108 0,-4-5-108 0,4-7-4 15,-4-4-12-15,4-8-48 0,-1-6 48 16,-2-7-76-16,-1-3-8 0,0-7-76 16,0-7-160-16,4 0-212 0,-5-5-784 15,2-1 36-15,-1-3-616 0,4 0-472 0,0-3-1877 16,-5-3-2099-16,6-10 5796 0</inkml:trace>
  <inkml:trace contextRef="#ctx0" brushRef="#br0" timeOffset="766.513">2737 1339 208 0,'0'0'6888'0,"0"0"-4320"0,0 0-1211 16,0 0 211-16,0 0 136 16,0 0-228-16,0 0-732 0,0 0-308 15,0 0-60-15,0 0-156 0,-84 26-20 16,76-7 24-16,0 6 24 0,5 4-52 0,-2 3-72 15,5 3 24-15,0-3 48 0,0 0-84 16,0-7-28-16,8-6 16 0,-4-6 32 0,0-7-92 16,0-3-40-16,0-3-136 0,4 0-72 15,0-7-100-15,4-5 124 16,4-8-76-16,0-5-24 16,-5-7-140-16,2 1-32 0,-2-4 104 0,-2 0 28 0,-1 6 20 15,0 8 80-15,-1 4 96 0,-3 8 120 16,-4 2-4-16,5 4-128 0,-5 3 140 15,0 3 388-15,0 4 40 0,4 5 60 16,0 4-128-16,0 3 24 0,3 10-60 16,-3-4 84-16,5 4 24 0,-1 3-52 15,-1-4-12-15,1-6-332 0,1 0-36 16,-6-5-124-16,5-4-8 0,-4-4-116 16,0-3-168-16,5-3-228 0,-6 1-136 0,1-1-324 15,4-3-772-15,-4-3-984 0,4-7-2113 16,-4 0 445-16,8-18 2621 0</inkml:trace>
  <inkml:trace contextRef="#ctx0" brushRef="#br0" timeOffset="927.091">3111 1344 6080 0,'0'0'248'0,"0"0"3640"16,0 0-2959-16,0 0 99 0,0 0 556 16,0 0-92-16,36 69 44 15,-32-44-272-15,-4 0-412 0,0 1-248 0,0 2-300 16,0-1-280-16,0-2-24 0,-4 2-132 0,0-4-384 15,4-4-496-15,-4-3-388 0,-4-7-1008 0,5-5-1925 16,-6-4-2995-16,-3-13 6116 16</inkml:trace>
  <inkml:trace contextRef="#ctx0" brushRef="#br0" timeOffset="1072.393">3119 1127 3604 0,'0'0'8653'0,"0"0"-7949"0,0 0-696 0,0 0 616 16,0 0-16-16,0 0-228 0,0 0-380 0,0 0-532 16,0 0-664-16,0 0-1077 0,48 12-3239 15</inkml:trace>
  <inkml:trace contextRef="#ctx0" brushRef="#br0" timeOffset="1525.833">3433 1344 4376 0,'0'0'8357'15,"0"0"-7273"-15,13 88-944 0,-13-53 660 16,0 3 1012-16,0 1-224 0,0-9-628 16,0-8-504-16,0-2-272 15,4-10-144-15,-4-4-40 0,4-3-12 0,0-3-124 0,4 0-108 16,0-9 0-16,4-1 8 16,0-4 40-16,0 6 24 0,3-5-24 15,-2 3 48-15,-6 8-40 0,1-2 28 16,1 4 160-16,-1 0 76 0,-5 6 132 0,1 4 4 15,0 0 20-15,0-1-72 0,1 0 0 16,-1 1-112-16,0-8-48 0,-4 3-8 0,0-5-64 16,3 0 64-16,1 0 8 0,0 0 64 15,0-5 60-15,5 0-120 16,-2 2 4-16,5-3 32 0,-3-1 12 16,-2 1-52-16,5 3-48 0,-4-4-12 15,0 0 0-15,0 4 56 0,4 0 4 16,-4 3 0-16,0-2 0 0,0 2-4 0,-1 0-44 15,2 0 48-15,-1 0 4 0,0 0 0 16,-1 0-4-16,2 0 52 16,3 0 32-16,-5 0 136 0,2 0 52 0,-1 0 48 0,-1 0 56 15,-3 0 64-15,0 2-60 0,0 1-116 16,5 4-116-16,-5-4-76 0,-1 1-72 16,1 2 0-16,0 0-84 15,0 1-76-15,5 2-276 0,-5 3-284 16,-1 4-236-16,1 0-352 0,0 7-1028 0,0-8-2889 15,-4 4-3623-15</inkml:trace>
  <inkml:trace contextRef="#ctx0" brushRef="#br0" timeOffset="2239.92">1489 2228 7840 0,'0'0'4937'0,"0"0"-3057"15,0 0-1060-15,0 0-504 0,0 0 300 16,0 0 544-16,0 0-408 0,0 0-308 0,0 0-148 15,0 0-88-15,0 0-120 16,4-7-80-16,13 7 40 0,7 5 196 0,11-5 184 16,5 2 208-16,4 2-184 0,7-4-184 0,2 0-124 15,6 0 4-15,5 0 21 0,4-4-169 16,12-3 84 0,-1-1 16-16,12-2-16 0,1-2-84 0,4-2-72 15,0 0 60-15,7 0-148 0,-3-2 75 16,4 0-23-16,-1 1-64 0,0-2 64 15,2 2-28-15,-6 2-180 0,-7 4 60 0,-5-1 36 16,-4 4-12-16,-6 2 76 0,-6 4 32 16,-3 0 16-16,-9 0 108 0,-3 4 52 0,-3 2 44 15,-1-3-48 1,-9 0-48-16,4 1 12 0,-2-1-8 0,-6 0-4 16,-3 0 8-16,1-3 52 0,-6 0-56 0,1 3 4 15,-9-3 40-15,2 0 40 16,-1 0 32-16,-9 0-24 0,2 0-8 15,-2 0-28-15,-2 0-48 0,-6 0 0 0,1 0 36 16,1-3-40-16,-5 3 4 0,-1 0-12 16,-3 0-12-16,0 0-72 15,0 0-112-15,0 0-244 0,0 0-244 0,-3 0-80 0,-1 0-408 16,-9-3-984-16,2 0-2297 16,-2-4-4175-16,-14-2 6960 0</inkml:trace>
  <inkml:trace contextRef="#ctx0" brushRef="#br0" timeOffset="3300.513">6120 952 1760 0,'0'0'1252'16,"0"0"4788"-16,0 0-3791 0,0 0-341 15,0 0-44-15,0 0-140 0,0 0-384 16,0 0-452-16,0 0-348 0,0 0-184 0,0 0-76 15,-41 17-280-15,18 2-84 16,-1 2-52-16,0 8-60 0,0 6-24 16,-4 6 60-16,5 0 60 0,2-2 0 0,1-1 100 0,8-7 40 15,1-8-40-15,6-4-72 0,1-7 8 16,0-2 52-16,4-7-96 0,4 4-116 16,5 0 104-16,6-2 120 15,9 4 36-15,4 2 72 0,4-3-32 0,0 3 48 16,0-3-40-16,-4 3 4 15,0-2-40-15,-9 1 24 0,1 2-60 16,-4-2 112-16,-4 3 48 0,-4-1 60 16,-4 1-12-16,0 3 12 0,-4-4-24 0,0 7-12 0,0-3-24 15,-8 0-52 1,0 0-12-16,-4-1-32 0,-4-2-28 0,-4-1-48 0,1-1-40 16,-1-5-132-16,-1 0-36 15,6-2 16-15,-5-4-128 0,0 0-20 0,8 0-176 16,-4 0 0-16,8 0-76 0,4-4-224 15,0-2-168-15,4 0-1084 0,0-7-1981 16,0 7-2211-16,8-13 2133 0</inkml:trace>
  <inkml:trace contextRef="#ctx0" brushRef="#br0" timeOffset="3640.193">6395 1228 3748 0,'0'0'1328'0,"0"0"4012"0,0 0-3195 15,0 0-665-15,4 64 300 0,-1-36-216 0,-3 1-192 16,0 3-476-16,4-4-416 0,0 1-336 16,0-6-144-16,0-5-140 0,1-5-80 15,2-7 12-15,-3-2-148 0,8-4-40 16,-3-7-108-16,2-5-100 0,4-10 44 16,-2-4-124-16,-1-2-448 0,-5-5-472 15,2 3 240-15,-1-3 592 0,-4 8 244 16,-1 6 464-16,1 3 64 0,1 6 16 0,-1 4 48 15,0 6 268-15,0 0 540 0,0 6 76 16,-1 4-20-16,5 6-208 16,-3 6 272-16,3 0 236 0,-1 6-348 0,1 2-164 0,1 1 116 15,-1 1-120-15,-5-3-368 16,1-1-344-16,4-6-132 16,-3-6-112-16,-5-6-76 0,4-3-328 0,-4-7-424 0,4 0-404 15,3-11-1144-15,-3-2-2973 16,9-18-2035-16</inkml:trace>
  <inkml:trace contextRef="#ctx0" brushRef="#br0" timeOffset="3871.703">7003 1190 692 0,'0'0'9048'16,"0"0"-6923"-16,0 83-805 0,-3-42 596 15,-1 10-232-15,4 10-136 0,-4 8-428 0,4 10-236 16,0 7-128-16,4 10-224 0,3-1-115 15,2 3-189-15,3-3-108 0,-5-9-120 0,2-9-80 16,-1-14-28-16,0-12 36 0,-8-14-112 16,3-7 75-16,-3-15-135 0,0-2-120 15,0-8-64-15,-3-5-168 0,-5 0-188 16,-5-8-436-16,-2-11-984 16,-2-12-832-16,-2-8-1373 0,-1-9-2151 0,8 10 5736 15</inkml:trace>
  <inkml:trace contextRef="#ctx0" brushRef="#br0" timeOffset="4083.909">6880 1330 5804 0,'0'0'4060'16,"0"0"-2731"-16,0 0-597 15,0 0 460-15,76-73 572 0,-60 67-404 0,4-1-384 16,-4 4-184-16,0 3-124 16,0 0-200-16,0 3-152 0,0 4-56 15,-4 5-52-15,-1 1-24 0,2 9-28 0,-2 4-92 16,-3 2-64-16,-3 8-4 0,-5 2-8 15,-5 3-40-15,-7 0-132 0,1-3-180 16,-9-3-240-16,3-3-120 0,2-7-80 0,-2-6-192 16,6-3-628-16,-1-6-856 15,0-8-1901-15,4 2-1059 0,0-8 3172 16</inkml:trace>
  <inkml:trace contextRef="#ctx0" brushRef="#br0" timeOffset="4566.388">7462 1149 9992 0,'0'0'2101'15,"0"0"-797"-15,0 0-236 0,0 0 180 0,0 0 68 16,-4 77-312-16,4-42-164 0,0 9-152 16,4 6-188-16,5 11-48 0,2 6 36 15,-3 5 144-15,4 8-191 0,-4 2-237 0,-4 3-72 16,0 5-132-16,0-5-60 0,-1-2 52 16,1-10-160-1,1-10 72-15,-1-8 32 0,0-14-20 0,0-12-13 16,-4-6-63-16,4-11-104 0,-4-3-80 15,0-5-80-15,0-4-164 0,0-4-196 16,0-9-200-16,-4-9-780 0,-8-13-936 0,-4-9-2025 16,4 6-2411-16,-16-31 6640 0</inkml:trace>
  <inkml:trace contextRef="#ctx0" brushRef="#br0" timeOffset="4785.464">7394 1279 4912 0,'0'0'2392'0,"0"0"152"15,0 0-1435-15,80-35-285 0,-57 29 508 0,2 6 28 16,-1 0-124-16,-4 6-196 0,-1 7-132 16,-2 3-240-16,2 3-136 0,-3 3-236 15,-4 8-76-15,-3 3-124 16,-5 6-92-16,-4 6-4 0,0 5-76 0,0-3-36 16,-8 4-60-16,-5-6 24 0,6-7-196 15,-1-6-172-15,-5-10-28 0,2-12-28 16,3-4-128-16,-1-6-600 0,2-13-1368 0,-1-9-1581 15,0-7-1095-15,3 4 4820 0,5-29-1460 16</inkml:trace>
  <inkml:trace contextRef="#ctx0" brushRef="#br0" timeOffset="5074.658">7828 1270 1472 0,'0'0'8396'0,"0"0"-6115"0,0 0-1041 0,36 76 68 0,-27-45 228 15,-5 5 256-15,0-1-204 0,-1-4-376 16,1-5-520-16,0-7-400 15,0-10-219-15,-4-3-73 0,5-6-73 0,3 0-23 16,-1-6-172-16,5-7-72 0,0-2-76 0,0-7 112 16,1-4 8-16,-2-3-120 15,-3 1-12-15,-4-1 24 0,-4 4-4 0,0 6 76 16,0 0 108-16,0 9 220 16,-12 1 4-16,-4 3 76 15,0 2 72-15,-4 4 208 0,1 4-120 0,2 5-28 16,2 4-12-16,-2 2-184 0,6 9 40 0,-2-3 68 15,6 4 16-15,-1-2-136 0,4-4-88 16,-5 0-72-16,9-3-248 0,-4 0-344 16,4-4-264-16,0-5-1096 0,0-4-1881 0,0-3-2747 15,4-7 3792-15</inkml:trace>
  <inkml:trace contextRef="#ctx0" brushRef="#br0" timeOffset="5404.777">8271 1174 7656 0,'0'0'8473'0,"0"0"-6365"0,0 0-1332 0,-36 83-176 15,24-61 392-15,4-3-252 0,1-3-388 16,2-3-191-16,5-7-113 0,0 0-40 16,0-6-8-16,5 5-64 0,2-3-169 15,9 1 17-15,4 0 56 16,4 0 40-16,4 0 56 0,-5 1-68 15,5 3 120-15,-4-2-60 0,-3 2 72 0,-6 2 60 16,2 3 232-16,-6-1-12 0,-3 4-52 16,1-2-31-16,-6 3-13 0,-3 3-28 0,0 0 24 15,0 3-44-15,-12 0-52 0,4 4-84 16,-7-3-8-16,-2-4-160 16,2-5-220-16,-2 0-125 15,6-5-107-15,-6-2-40 0,2-7-72 0,-1 0-216 16,0-13-848-16,4-4-2456 0,4 3-1677 15,4-19 373-15</inkml:trace>
  <inkml:trace contextRef="#ctx0" brushRef="#br0" timeOffset="5700.019">8569 1457 5896 0,'0'0'5489'16,"0"0"-1549"-16,0 0-2956 0,0 0-148 0,0 0 588 16,77 63-124-1,-70-59-372-15,1-1-280 0,5-3-223 0,2-10-425 0,2-2 0 16,2-10-209-16,-3-4-95 15,0-5-72-15,0-5-64 0,-4 1-36 16,-5 4 12-16,2 2 72 0,-5 10 132 0,-4 4 152 16,0 8 108-16,-4 4 268 0,-5 3 52 15,2 6 120-15,-1 7-24 0,-8 3-416 16,4 9-68-16,-3 8 68 0,2 4 24 16,-2 3 256-16,6 2-48 15,5 0 0-15,0-3 0 0,4-6-76 0,0-3-56 0,0-5-100 16,0-6 0-16,8-3-60 15,4-4-76-15,0-2-216 0,4-4-136 0,8 1-172 16,0-4-164-16,7-3-160 0,5 0 276 16,5-7-52-16,-2-2-1472 0,1-1-2921 15,-8 1-3683-15</inkml:trace>
  <inkml:trace contextRef="#ctx0" brushRef="#br0" timeOffset="6259.611">10721 962 1684 0,'0'0'5380'0,"0"0"749"0,0 0-3973 16,0 0-824-16,0 0 8 0,0 0-204 15,0 0-144-15,20 79-284 0,-8-41-200 16,1 10-192-16,-2 6-23 0,5 6-73 0,-4 7-28 16,4 6-68-16,-4 3-40 0,-4 0-80 15,0 0-4-15,-5 0-84 0,2-12-52 16,-5-6-140-16,4-14-5 0,-4-12-95 0,0-10-28 16,0-13 4-16,0-6-224 15,0-3-416-15,-4-9-520 16,-8-14-3076-16,8 5-1181 0,-8-30-1146 0</inkml:trace>
  <inkml:trace contextRef="#ctx0" brushRef="#br0" timeOffset="6505.878">10697 974 116 0,'0'0'10172'0,"0"0"-7691"0,0 0-1233 16,0 0-188-16,72-69 188 0,-48 56-76 15,4 7-304-15,0-1-192 16,7 7-124-16,-3 0-112 0,5 4-108 0,-2 5-100 15,-3 4-64-15,0 2-8 0,-4 7 72 16,-9 5-184-16,-2 6 0 0,-6 6-36 0,-7 9 48 16,-4 7-60-16,0 1 0 0,-11 1-144 15,-1 3-76-15,-8-3 0 0,0-3-36 16,-4-6-120-16,0-4-164 16,4-9-124-16,-4-2-136 0,5-8-192 0,6-6-728 15,-2-7-868-15,7-5-2197 0,3-4-2375 16,5-3 7160-16</inkml:trace>
  <inkml:trace contextRef="#ctx0" brushRef="#br0" timeOffset="6680.903">11402 1651 5928 0,'0'0'6597'0,"0"0"-5613"16,9 95-288-16,-9-53 732 0,-5 2-24 0,-3-3-188 15,1-3-464-15,-1-10-496 0,3-4-256 16,1-13-96-16,1-1-436 15,-1-6-404-15,4-1-320 0,-4-3-928 0,4-3-2333 16,-4-4-3711-16,4-11 7408 0</inkml:trace>
  <inkml:trace contextRef="#ctx0" brushRef="#br0" timeOffset="7153.597">12335 774 9896 0,'0'0'5865'0,"0"0"-5121"16,0 0-644-16,0 0-100 0,0 0 388 16,-91-41 60-16,70 57-240 0,-3 12 128 0,0 11-116 15,9 12-108-15,-2 15 48 16,6 8 64-16,3 8 32 15,4 6 224-15,-1 5 72 0,5 2-172 0,0-9-100 0,5-4 12 16,3-8-12-16,0-14-48 16,8-13-40-16,-1-15-56 0,2-13-15 0,2-10 23 15,5-6-144-15,4-6-76 0,0-9 16 16,4-17-61-16,0-6-15 16,0-12-92-16,-4-10-88 0,0-4-112 0,-4-5-12 0,-5-1-12 15,1-3 0-15,-4 3-40 16,-7-2-88-16,-2 2 12 0,-7 1 32 15,0 1 88-15,-7 6-40 0,-6 5 32 0,-6 13 408 16,-2 8 48-16,-3 14 668 0,0 10-8 16,-4 9-200-16,5 9-124 15,-5 10 20-15,0 10 40 0,0 6-64 0,0 6 0 16,4 7 84-16,1 3-12 16,-1 2-156-16,7-2-248 0,-2 1-40 15,3-5-180-15,0 0-488 0,4-2-572 0,0-4-792 16,3-2-3533-16,6-18-3287 0,3-9 7708 15</inkml:trace>
  <inkml:trace contextRef="#ctx0" brushRef="#br0" timeOffset="7297.683">12375 1388 12553 0,'0'0'3120'0,"0"0"-2300"16,0 0-408-16,0 0 184 0,88 60 308 15,-69-41 336-15,-3-7-272 0,4 4-360 0,0 0-360 16,0 0-248-16,4-4-304 0,0 4-368 0,4 0-316 15,-4 1-332-15,0-5-1036 16,-5-3-2697-16,1 8-4031 0</inkml:trace>
  <inkml:trace contextRef="#ctx0" brushRef="#br0" timeOffset="8055.887">13964 1295 9536 0,'0'0'2541'0,"0"0"-1249"16,0 0-240-16,0 0 224 0,0 0-348 15,0 0-156-15,-87 35-104 0,75-7-160 0,4 8-40 16,4 8 60-16,4 7 72 0,0 4-52 16,8-3-108-16,0 0-100 0,0-11-148 0,0-10-104 15,0-7-76-15,-4-12 61 0,3-6-73 16,-2-6-153-16,7-6-191 15,-1-11 16-15,6-5-72 0,-2-6 32 16,1-10-12-16,-8-4-84 0,0 2-16 0,1 1 124 16,-6 4 72-16,1 3 100 0,-4 7-76 15,4 8 248-15,-4 5-52 0,0 5 4 16,0 7-52-16,4 0 112 16,5 5 100-16,-2 4 704 0,5 7-300 0,1 3-88 15,-2 3-60-15,-3 3-52 0,4 4-56 16,-4 2 32-16,0-1-136 0,-4-5-144 0,0 0-104 15,-1-6-200-15,-3-3-224 0,5-10-36 16,-5 0-272-16,0-6-400 0,0 0-1140 16,0 0-2145-16,0-9-2775 0</inkml:trace>
  <inkml:trace contextRef="#ctx0" brushRef="#br0" timeOffset="8314.505">14295 1374 4932 0,'0'0'4216'0,"0"0"-2379"0,0 0-285 0,0 0-8 16,0 0-28-16,0 0-212 0,52 70-384 16,-48-44-352-16,-4 9-176 0,0-1-36 15,0 4-72-15,-4-2-112 0,0-1-60 16,4-10-104-16,-4-6-8 16,4-9 0-16,0-7 64 0,0-3 156 0,0 0-72 15,0 0-52-15,4-3-20 0,0-4-76 16,8-5 12-16,0-4 84 0,8-3-96 15,-4-3-12-15,8-4-172 0,-5-5-184 0,6-1-220 16,-1 0-308-16,0-3-544 0,-1 3-1176 16,1 1-1797-16,-8 12-1455 0,8-4 2572 15</inkml:trace>
  <inkml:trace contextRef="#ctx0" brushRef="#br0" timeOffset="8606.203">14757 1479 104 0,'0'0'9252'0,"0"0"-7019"0,0 0-1105 16,0 0-8-16,0 0 172 15,0 0-56-15,0 0-128 0,0 0-352 0,0 0-324 0,0 0-212 0,0 0-36 16,68-25-60-16,-56-8-124 16,-4 2-236-16,0 3 64 0,-4-1-12 15,0 10 48-15,-4 7 40 0,-4 2-4 0,-4 7-36 16,-4 3 136-16,-4 0 136 0,4 6-136 16,-8 10-136-16,5 6 136 0,-6 3 0 15,1 11 160-15,5 2 52 0,-2 3-52 16,6 6-12-16,3-2 8 0,-1 3-8 15,5-1 24-15,1-2-160 16,3-6 52-16,3-6 32 0,6-10 64 0,3-4-36 16,3-10-16-16,9-2-108 0,0-7-40 0,4 0-80 15,4-14-152-15,4-5-244 0,3-2-248 16,-2-4-164-16,3-4-428 0,-9 4-1084 16,13-10-2865-16</inkml:trace>
  <inkml:trace contextRef="#ctx0" brushRef="#br0" timeOffset="9266.448">16559 1171 3664 0,'0'0'132'0,"0"0"5752"15,0 0-4103-15,0 0-665 0,0 0 132 0,-41 86 32 16,18-51-132-16,-1 3-164 0,-4 3-204 16,0 1-164-16,0-1-148 0,4-6-88 0,8-4-96 15,0-12-76-15,8-3-100 16,4-9-100-16,4-4 0 16,0-3-8-16,0 0-76 0,8 0-168 15,8 0 12-15,4 0 144 0,4-3 84 0,4-1-128 16,-4 1 116-16,0 3-80 0,-8 0 96 15,0 0 48-15,-4 7 136 0,-5 2 0 0,1 4-12 16,-3 3 36-16,-1 0-36 0,0 3 0 16,-4 0-76-16,0 0-88 0,-4-3 48 15,0 0-56-15,-5-4-12 0,1 1-120 16,1-6-164-16,-1 0-68 16,-5-5-80-16,6-2-96 0,-1 0-76 0,-1 0-128 15,2-7-116-15,-1-5-564 0,0-1-1000 16,8-3-2305-16,0 3-1531 0,0-15 5728 0</inkml:trace>
  <inkml:trace contextRef="#ctx0" brushRef="#br0" timeOffset="9655.813">16877 1388 4152 0,'0'0'2436'16,"0"0"1933"-16,24 73-2917 16,-20-39 80-16,0 8 436 0,-4 2-68 15,0-4-288-15,-4 2-412 0,-4-7-568 0,4-6-452 16,4-12-180-16,-4-9-88 15,4-4 76-15,0-4-268 0,4-7-180 0,4-9-56 16,0-3 88-16,0-10 48 0,4-5 12 0,0-4-40 16,-5-1-172-16,2 4 72 0,-1 4 136 15,0 2 160-15,-5 7 36 0,1 6-20 16,0 7 56-16,5 5 24 16,-5 4 16-16,0 4 100 0,3 8 204 0,2 5 284 15,-1 8-128-15,3 9 12 16,-3 4 12-16,5 6-12 0,-6 8 120 0,1 2 48 0,1 9 0 15,-2 7-136-15,-3 3-84 16,-4 4 8-16,0 2-36 16,-8 0-12-16,-4-7 97 0,-3-1-1 0,-6-7-132 0,6-10-88 15,-5-7-48-15,3-15-48 0,6-10 0 16,-1-9 4 0,3-10-64-16,2-3-292 0,-5-13-460 0,-4-9-1 0,0-16 45 15,0-16-40-15,0-9-148 16,0-14-328-16,0-9-964 0,0-3-2232 0,8 23-1169 0,1-29 246 15</inkml:trace>
  <inkml:trace contextRef="#ctx0" brushRef="#br0" timeOffset="9861.899">17128 901 4728 0,'0'0'3932'15,"0"0"-2340"-15,0 0-819 0,0 0 103 16,0 0 800-16,0 0 68 0,60 80-184 15,-53-52-532-15,2 11-408 0,3 5-192 0,-1 8-56 16,2 0 20-16,-5 6-76 0,-1 5-96 16,2 1-72-16,-1-1-148 0,-8 1-48 15,0-7-124-15,4-3-256 0,-4-6-172 0,3-13-288 16,1-10-288-16,0-13-960 16,9-7-2669-16,-9-5-2643 0,3-20 6012 15</inkml:trace>
  <inkml:trace contextRef="#ctx0" brushRef="#br0" timeOffset="10472.498">17491 1609 380 0,'0'0'11157'0,"0"0"-9325"15,7 86-1160-15,-7-54 644 0,0 3 540 0,0-9-40 16,0-7-628-16,0-10-712 16,0-6-328-16,0-3-48 15,8-6-100-15,5-7-208 0,-2-13 100 0,6-2-40 16,-6-10-180-16,6-7-272 0,-6 3-40 15,-3 5 124-15,1 2 208 0,-6 6 20 0,-3 7-20 16,0 3 84-16,0 7 224 0,-8 2 124 16,-4 4 212-16,5 6 220 0,-1 3 12 15,-5 6-248-15,6 11-200 0,-6 2-20 0,5 6 36 16,-3 8 48-16,3-3 84 16,-1 3-12-16,5-1-112 15,-3-6-144-15,7-4-136 0,-4-8-244 0,4-5-232 16,0-6-176-16,4-6-64 0,7-13-80 15,6-9-148-15,-2-7-552 0,9-9-628 0,0-6-465 16,4-1-95-16,-4 4-44 0,3 6 516 16,-2 10 1580-16,-1 6 768 0,0 9 1448 0,-9 7 284 15,6 3 1096 1,-5 10 92-16,-4 3-647 0,-1 5-477 0,-2 5-184 16,-1 2-256-16,-1-3-228 0,-3 3-172 0,0-3-108 15,0-5-272-15,4-2-316 0,-8-5-200 16,4-4-60-16,0-2-52 0,0-4 44 15,4 0 4-15,-4-4-192 0,8-5-212 16,0-7-32-16,4-3 56 0,0-4 28 16,0 1 20-16,-4 0-24 0,4 3 28 0,-4 7 108 15,-1 5 72-15,2 4 152 16,-2 3 160-16,-2 10 300 16,-1 2 96-16,3 4 36 0,-3 6 12 0,1-3-148 15,-2 1-76-15,5-2 36 0,-3-6 216 0,-2 2-96 16,5-8-171-16,-3-3-25 0,2-3-124 15,1-3-92-15,0-3-52 0,0-10-64 16,4-1 40-16,0-4-48 0,-5-8-60 0,2 1-60 16,-2-4-196-16,2 1-233 0,-5-4-251 15,-4 5-300-15,-1-1-376 0,-3 12-1508 16,0-10-4653-16</inkml:trace>
  <inkml:trace contextRef="#ctx0" brushRef="#br0" timeOffset="15706.061">19639 1102 13509 0,'0'0'2844'0,"0"0"-2160"0,0 0-684 0,0 0 0 15,0 0 300-15,0 0 664 0,0 0-4 16,0 0-432 0,0 0-344-16,-9 37-24 0,-3-14-40 15,-3 3 64-15,-2 2-100 0,-3 4-84 0,1-4-44 16,2 4 40-16,-2-7 4 0,3 0 0 15,4-6-4-15,3 0-68 0,6-6-160 0,-1-3 24 16,4 3 0-16,7-4 208 0,6 4 96 16,6 0 16-16,5 3-112 0,-3-4-4 15,3 4 4-15,-5-7 4 16,1 4 44-16,-4-2 48 0,-4-3 16 0,-4 2-40 16,0-1 88-16,-4 4 24 0,-4-1-16 15,0 8-44-15,-4-1 32 0,-4 0-32 0,-7 0 72 16,-2 0-88-16,2-3-48 0,-2-4-60 15,1-5-104-15,1-1-68 0,3-6-264 0,-1 0-88 16,6 0-52-16,-5-6 0 0,0-7-140 16,4-3-324-1,0-3-424-15,3-3-348 0,5 6-924 0,0-12-2725 0</inkml:trace>
  <inkml:trace contextRef="#ctx0" brushRef="#br0" timeOffset="16036.569">19873 1337 1644 0,'0'0'12057'0,"0"0"-10549"0,0 0-1028 0,0 0 176 16,0 0 772-16,9 84 176 0,-18-54-380 0,5 2-472 15,-4-1-336 1,5-1-75-16,3-5-177 0,0-3-164 0,0-6-144 16,0-7-76-16,3 1-97 0,5-8-119 15,5-2 144-15,2-2 0 0,1-8 48 16,4-10-136-16,0-5-136 0,0-2-148 15,0-6-40-15,-4 5-48 0,-4-4 64 0,-1 7 96 0,2 1 244 16,-2 3 156-16,-2 5 188 16,-5 3 4-16,4 7 116 0,-5-1 184 0,1 7 216 15,0 0 132-15,0 7-176 0,1 5-100 16,3 4-36-16,-5 6-52 0,5 8-28 16,-4-2 40-16,-4 4 36 15,0 2-12-15,0-5-248 0,4-4-72 0,-4-5-292 0,0-12-276 16,0-3-144-1,5-5-168-15,-1-7-244 0,-1-12-1480 16,-3 3-2637-16,8-22-3146 0</inkml:trace>
  <inkml:trace contextRef="#ctx0" brushRef="#br0" timeOffset="16388.657">20232 848 7868 0,'0'0'5697'0,"0"0"-4857"0,0 0-776 16,0 0 452-16,0 0 896 15,28 85 364-15,-24-47-300 0,-4 4-544 16,4 2-408-16,-4 7-184 0,0-1-88 0,0 1-116 16,-4 3-136-16,4-6-40 0,-4-1-96 15,4-9 16-15,0-2-64 0,0-14-8 0,4-3-112 16,3-9 24 0,6-4-52-16,-1 0 40 0,4-3 96 0,3 4 148 15,2-1-52-15,3 3 4 0,-5-2 8 16,5 3-36-16,-4-1 28 0,0 3-64 0,0-1 36 15,-9-3 40-15,2 3 84 16,-5-3 120-16,-4-2 104 0,-1 5 84 0,-3-3-40 16,0 3 0-16,-7-2 28 0,-5 1-68 15,-4-1-104-15,-5 1-112 16,2-1-12-16,-5 1-60 0,0-4-184 0,-4 1-52 16,-4-1-156-16,4-6-36 0,-8 0-180 15,1 0-408-15,3-10-724 16,4 1-2224-16,-4-13-2013 0</inkml:trace>
  <inkml:trace contextRef="#ctx0" brushRef="#br0" timeOffset="17340.051">21145 1349 80 0,'0'0'10548'16,"0"0"-8903"-16,0 0-621 0,0 0-20 0,-84 41 168 0,63-15-28 15,2 6-172-15,-1 6-356 0,3 6-244 16,2 0-152-16,2 1 16 16,6-4-4-16,-1-9-120 0,8-10-112 0,0-9-180 0,0-7-128 15,4-6 36-15,7 0 264 16,6-13 4-16,3-2-8 16,-1-11-100-16,-2-2-120 0,2-4-116 0,-6 7 88 15,-2 0 88-15,-3 8 84 0,1 9-96 16,-5 3-40-16,7 3-88 15,-2 2 56-15,2 9 256 0,1 7 412 0,1 3-188 0,2 9 24 16,-2 1-48-16,2 6-76 16,-4 3-12-16,-2 3 72 0,-1 3-84 0,-4 4 84 15,-4 6 28-15,0 4 36 0,-4 2 8 16,-4 4 76-16,-4-5-12 16,-4-4 84-16,4-8 304 0,-4-9-148 15,0-6-292-15,4-10-148 0,1-6-60 0,2-7 52 16,-3-2-3-16,1-7-109 0,-2 0-269 15,-2-7-47-15,-2-7-220 0,2-16 36 16,-1-5-172-16,4-12-40 0,-4-4-276 0,8-3-504 16,4 3-956-16,4 1-1653 0,4 1-1219 15,0 18 773-15</inkml:trace>
  <inkml:trace contextRef="#ctx0" brushRef="#br0" timeOffset="17539.441">21519 1451 432 0,'0'0'3116'16,"0"0"3884"-16,0 0-5623 0,15 95-225 16,-15-47 616-16,0 9 4 0,0 6-220 15,0 11-504-15,0 1-412 0,0 8-132 16,0-1-92-16,4 4-156 0,5 3-132 16,-1 0-56-16,-1-4-68 0,-3-2-108 15,5-13-124-15,-5-9 84 0,0-20-8 16,0-13 32-16,-1-12-108 0,1-16-292 0,-4-3-520 15,4-16 52-15,-4-14-64 16,0-11-948-16,0 11-1224 0,-4-35-3217 0</inkml:trace>
  <inkml:trace contextRef="#ctx0" brushRef="#br0" timeOffset="17779.79">21439 1571 628 0,'0'0'10781'0,"0"0"-9245"16,0 0-1024-16,36-79 224 0,-16 54 488 0,-5 2-140 15,9 5-460-15,-3 1-264 0,7 4-160 16,-4 5 48-16,-1 1 60 0,-3 3-100 16,-3 4-72-16,-2 7-36 0,-7 5-52 15,1 8 52-15,-9 8-4 0,0 7-8 16,-9 13-12-16,-10 2-76 0,-6 8-220 0,-3 2-100 16,0-6-52-16,0-7-272 15,4-5 12-15,5-17 132 0,6-8 132 0,6-14-184 16,3-6-684-16,4-14-1344 0,4-5-1329 15,12-10-55-15,-4 7 169 0</inkml:trace>
  <inkml:trace contextRef="#ctx0" brushRef="#br0" timeOffset="18054.484">21897 1435 5244 0,'0'0'1692'0,"0"0"3289"0,0 0-2989 0,0 0-776 16,0 0 268-16,0 0-92 15,0 0-136-15,0 63-288 0,-7-34-200 0,-1-4-268 16,3 0-111-16,1 0-121 0,4-1-124 15,0-2-96-15,0-3-48 0,9-7-4 16,2 4-44-16,5-3 36 0,0-1 12 0,0-2-60 16,4-3 52-16,-4 2-40 0,0-3 40 15,0-2 0-15,-4 2-40 0,-1-3 44 16,2 1-4-16,-9-2 4 0,3 1-48 16,-3 4 44-16,0-4-64 15,-4 4-24-15,0-2 11 0,0 6-3 0,0 1-20 16,-8 1-84-16,-3 3-28 0,-6-4-124 0,2 4-20 15,-9-3-28-15,-4 0-132 16,-4-4-376-16,-4 1-1044 0,5-4-2624 0,-25 4-3025 16</inkml:trace>
  <inkml:trace contextRef="#ctx0" brushRef="#br0" timeOffset="19330.173">23005 1402 9476 0,'0'0'2489'0,"0"0"-841"16,0 0-252-16,0 0-504 0,0 0-76 15,0 0 340-15,0 0-416 0,20 93-284 0,-16-55-124 16,0 6-88-16,0 0-108 15,-4-2-136-15,0-3-12 0,0-8-208 16,4-6-88-16,-4-9-24 0,0-2-236 16,0-8-60-16,0-6-332 0,0 0-760 0,0-3-2469 15,-4-19-3403-15</inkml:trace>
  <inkml:trace contextRef="#ctx0" brushRef="#br0" timeOffset="19488.339">22945 1298 6188 0,'0'0'1040'0,"0"0"3217"16,0 0-2349-16,0 0-372 16,0 0 124-16,0 0-304 0,0 0-408 0,0 0-444 0,0 0-444 15,0 0-60-15,88-63-220 0,-68 60-100 16,-4 3-344-16,8 0-340 0,-5 0-424 16,5 9-976-16,-7 1-2493 15,-2 6-3519-15</inkml:trace>
  <inkml:trace contextRef="#ctx0" brushRef="#br0" timeOffset="19781.956">23236 1463 836 0,'0'0'1928'0,"0"0"3236"16,0 0-3968-16,4 76 224 0,-4-53 229 0,4-1-69 0,-4 1-172 15,4-4-300-15,0-1-324 16,-4-5-224-16,4-3-288 0,0-4-272 16,0 0-12-16,0-6-100 0,0 4 4 0,0-4 108 15,4 0 64-15,3-4-64 16,2-5-24-16,-2-4-188 0,2-3-84 0,2 1 96 0,2 2-24 15,-2-4 36-15,-2 5 12 16,2 2 28-16,-3 1 44 0,-3-1 92 0,2 7 4 0,-3 0 8 16,1 0 0-16,-6 1 0 15,5 2 80-15,-4 0-4 0,4 0 76 16,-3 0 96-16,2 5 28 0,-3 4-68 0,4 4-44 16,-4 4-152-16,0 2 136 15,0 0-148-15,0 3-40 16,0-3-196-16,0-1-476 0,0-1-620 0,0-5-632 0,3 1-2349 15,2-7-3371-15</inkml:trace>
  <inkml:trace contextRef="#ctx0" brushRef="#br0" timeOffset="21373.293">24833 949 1408 0,'0'0'328'15,"0"0"416"-15,0 0 3620 0,0 0-2368 16,0 0-520-16,0 0-703 0,0 0-229 0,0-63-44 16,0 53 12-16,-4 4 228 15,1-1-68-15,-1 1-76 0,0 0-104 0,-4-1 276 0,3 5-140 16,-6-5-240-16,3 0-52 16,-4 4-100-16,0-1 24 15,0 4 0-15,0 0-24 0,0 0-64 0,-4 4-172 16,0 6 0-16,-4 3-112 0,1 6 104 15,2 3 8-15,-7 3-8 0,5 10-4 16,-1 4 12-16,-4 5 0 0,4 10 4 0,4 4-4 16,-4 0 4-16,8 3 4 0,4 0 80 15,0-4-76 1,4-6 36-16,4-4 76 0,0-2 60 0,4-7-36 16,8-4 0-16,-4-4-36 0,5-5-4 15,2-3 4-15,-3-3 48 0,4-3 36 0,-1-7 84 16,2-2 40-16,3-1-16 0,-5-6-36 15,2 0-48-15,2 0 36 0,1-10-52 16,-4-2-20-16,0-1-39 0,0-3-73 16,-4-6-72-16,0 3-96 0,-3-6-173 0,-6 3-167 15,1-4-160-15,0 0-128 0,-4 1-196 16,0 3-336-16,-8 0-744 0,-4 0-1828 16,-4 2-1077-16,4 5-1179 15,-7-2 5328-15</inkml:trace>
  <inkml:trace contextRef="#ctx0" brushRef="#br0" timeOffset="21689.38">24595 1381 1240 0,'0'0'8016'16,"0"0"-6247"-16,0 0-921 0,0 0-88 16,0 0 880-16,0 0 0 0,0 0-300 0,0 0-224 15,0 0-292-15,0 0-52 0,79 26-52 16,-62-26-220-16,-2 0-160 0,1 0-96 0,0-5-123 16,4-1-109-16,0 0-12 0,-4 0-97 15,4-1-111-15,-5 1-132 0,-2 4-136 16,-5 2-12-16,3 0-24 0,-2 0 48 0,-5 2-40 15,4 8 168 1,-5-1 80-16,5 8 132 0,-8-5 124 16,4 7 8-16,-4-3 64 0,0 0 76 0,0 0-84 0,0-4-16 15,0 4 52-15,0 3-4 16,0 0 28-16,-4 0 72 16,4 6 52-16,-4 0 8 0,0 5 16 0,4-2-28 15,-3 4-12-15,-1 1 12 0,4-6-60 16,0-2-28-16,0-2-76 0,0-7-80 15,0-3-124-15,0-7 16 0,4 0-124 0,-1-3-284 16,1 1-180-16,4-4-304 16,1 0-848-16,-2 0-1316 0,1 0-3969 0</inkml:trace>
  <inkml:trace contextRef="#ctx0" brushRef="#br0" timeOffset="21864.101">25579 1670 13657 0,'0'0'4884'0,"0"0"-4232"0,0 0-468 15,0 0 196-15,0 0 268 0,0 0 288 16,0 0-584-16,0 0-352 0,0 0-508 16,0 0-308-16,0 0-484 0,-24 13-1768 0,8-7-5941 15</inkml:trace>
  <inkml:trace contextRef="#ctx0" brushRef="#br0" timeOffset="23709.175">9829 1162 5460 0,'0'0'6677'0,"0"0"-4877"0,0 0-612 16,0 0-344-16,0 0 120 0,0 0 192 15,0 0-184-15,0 0-236 0,0 86-356 0,0-51-148 16,0 2-24-16,0 1-28 15,3 0-44-15,6-2-136 0,-5-1-60 0,0-7-64 16,4 1-56-16,-5-9-16 0,5-6-60 0,-3-3-344 16,-1-6-336-16,0-5-200 15,0 0-744-15,-4-3-808 0,0-16-3901 16</inkml:trace>
  <inkml:trace contextRef="#ctx0" brushRef="#br0" timeOffset="24136.06">9538 1095 5776 0,'0'0'3184'16,"0"0"-887"-16,0 0-1141 0,0 0 120 15,0 0 320-15,-91 51-252 0,78-26-396 16,-2 4-344-16,7 3-160 0,3 6-36 0,5 6-4 16,0 0-36-16,0 7-124 15,13 3-96-15,-2 3-148 0,2 4-40 16,6-1-24-16,1-3-8 0,4 1 0 15,0-14-64-15,0-3 88 0,4-6-12 0,-4-9-16 16,4-7-72-16,0-10 148 0,4-2-108 16,-4-7 100-16,7-4-116 0,1-8-36 15,0-11 88-15,3-5-64 0,-2-4-72 0,-5-6-40 16,-4 0-24-16,-1-4 36 16,-3-2-36-16,-4 0-48 0,-4 0 8 15,0 0 24-15,-4-2 64 0,0 5 124 0,-8 0-12 16,0-1 100-16,-4 1 4 0,0 0 8 15,-4-3-8-15,-12 5 16 0,0 1 16 16,-4 4 212-16,-4 2 28 0,1 6 60 0,-5 8-64 16,3 1-24-16,-3 5-64 0,8 5 40 15,-3 7 144-15,-1 0 40 0,0 10-296 16,-4 9-100-16,0 6-248 0,0 7-72 0,-4 9-76 16,0 3-212-16,-4 11-276 0,5 5-640 15,-1 0-1136 1,4-10-2213-16,-12 31-2454 0</inkml:trace>
  <inkml:trace contextRef="#ctx0" brushRef="#br0" timeOffset="24671.916">9458 2796 7840 0,'0'0'5725'16,"0"0"-4593"-16,0 0-868 0,0 0 188 15,88-31 668-15,-52 18 0 0,-5 5-316 16,1-3-16-16,0 5-112 0,-4 0-248 0,0-1-160 16,-8 7-112-16,-4-3-80 0,0 3-28 15,-8 0-48-15,0 6-72 0,-4 1 56 16,-4 8 16-16,0 4 16 0,-4 7-16 16,-8 6-40-16,-8 3-152 0,1 3 20 0,-6-4 112 15,-3 6 48-15,4-7-208 16,-4-1 36-16,0 4 84 0,0-5 28 15,5-3 72-15,-1 1 0 0,4-6 48 0,4-4-48 16,4-3-4-16,8 0-44 0,4-4 48 16,0 1 4-16,8-4 56 0,4 4 16 0,4-7 56 15,4 4 76 1,4-4 24-16,8-6-24 0,0 0 48 0,0 0-24 0,-1-6-40 16,5-4-44-16,-8-2-64 15,0-1-36-15,0 0-48 0,-9-2-56 16,2-4-164-16,-5 3-228 0,-4-6-236 15,-5-1-124-15,1-2-300 0,-3-1-604 0,-5 4-2156 16,0-13-2889-16</inkml:trace>
  <inkml:trace contextRef="#ctx0" brushRef="#br0" timeOffset="25121.499">9299 2679 8080 0,'0'0'4921'0,"0"0"-3965"0,0 0-436 16,-84 67 564-16,60-44 184 0,5 4-176 16,2-2-40-16,2 8-280 0,2 2-296 0,5 3-232 15,5 6-60-15,3 8-28 0,0-2 16 16,3 7-48-16,10-3-16 16,2 0 24-16,6-3 4 0,-2-3-16 15,5-3-48-15,4-4-8 0,0-7 20 16,0 1 1-16,4-6-25 0,4-4 40 15,3-3 32-15,2-6 72 0,2 0 184 0,5-6-132 0,-4-4-136 16,4-3-72-16,3-3-36 0,-6-9-12 16,2-13-52-1,1-3 40-15,-1-15-132 0,-2-4-4 0,-6-9-68 0,-3-4-136 16,0-7-24-16,-8-6-25 0,0 0 25 16,-8 0 8-16,-1-2-68 0,-2-5-68 15,-6 4-220-15,-11 0 160 0,0 0 96 0,-4 3 84 16,-11 4 220-16,-5 2 156 15,-4 10 8-15,-4 2 68 0,-8 12 44 0,0 11 84 16,-3 7 4-16,-6 6 20 0,2 10 16 16,-5 6 156-16,4 0-8 15,-4 13-128-15,1 5-96 0,-2 6 12 0,2 7-172 16,-1 7-84-16,4 3-196 0,0 3-76 0,4 4-236 16,5 3-208-1,3 0-744-15,0-1-1368 0,12-11-2605 0,-8 18-2318 0</inkml:trace>
  <inkml:trace contextRef="#ctx0" brushRef="#br0" timeOffset="25823.525">11303 2898 3516 0,'0'0'1396'0,"0"0"4452"0,0 0-3243 16,0 0-769-16,0 0-316 0,0 0-28 16,28 71-312-16,-16-33-288 15,0 0-244-15,4 9-224 0,-4 5-120 0,0 0-83 16,-1 9-49-16,2 3-88 0,-2 6 0 0,-3 3-84 0,1 3-132 16,-5-3 84-1,-1 3-76-15,1-2-57 0,-4-8 45 16,0-9-44-16,0-3 116 0,0-12-44 0,4-14-12 15,-4-6-148-15,0-9-64 0,0-7-80 16,0-3-16-16,4-3-112 0,-4-3-460 16,0-10-800-16,0-6-2152 0,0 1-493 15,0-24-2319-15</inkml:trace>
  <inkml:trace contextRef="#ctx0" brushRef="#br0" timeOffset="26154.773">11275 3130 3012 0,'0'0'288'0,"0"0"5120"0,0 0-2771 16,44-70-665-16,-24 55-312 0,0-4-172 0,4 3-268 0,4 0-220 15,-5-1-240-15,5 3-208 16,4-3-112-16,-4 4-124 16,0 3 0-16,0 1-36 0,0 3 0 0,-4 2-96 15,-5 2-63-15,2 2-37 0,-6 2-20 16,-2 5-16-16,2 5 60 0,-6 9-36 15,-2 4-12-15,1 0 40 0,-8 7-28 0,0 2-12 16,0-2-48-16,-11 3 108 16,2-6-112-16,-3-1-8 0,-3-2 0 0,-2-1-8 0,2-6-76 15,-1-3-124-15,-1 3-92 16,-2-3-41-16,-5-4-35 16,4 5-76-16,-4-7-72 0,0 2-136 0,-4-3-284 15,0 1-340-15,0-3-608 0,0-1-832 16,0-6-2349-16,13 3-2331 0,-5-3 7040 15</inkml:trace>
  <inkml:trace contextRef="#ctx0" brushRef="#br0" timeOffset="27189.85">12989 2895 560 0,'0'0'6920'0,"0"0"-2815"0,0 0-1957 0,0 0-380 15,0 0-72-15,0 0-412 16,0 0-408-16,0 0-204 0,0 0-96 15,0 0-116-15,-9 3-56 0,-3 10-124 16,-3 9-224-16,-2 8-56 0,-10 3-96 0,2 9-4 16,-6-1 16-16,3 1-24 15,1 0-4-15,-5-2 28 0,4-2 72 16,0 0 4-16,-4 4-52 0,4-4-4 0,0-3 52 16,0 0-36-16,8-7 44 0,0-3 0 0,4-2 4 15,1-5-8-15,6-4-52 16,5-9-36-16,0 2 88 0,0-7-104 15,4 3 104-15,0-3-4 0,0 0 4 0,0 0 4 16,0 0 4-16,0 0 12 0,0 0 60 16,0 0 4-16,0 0-4 0,0 0 0 15,0 0-24-15,0 0 52 16,0 0-28-16,0 0 0 0,0 0 0 0,0 0 16 16,0 0-28-16,0 0-48 0,0 0 36 15,0 0-44-15,0 0-4 0,0 0 0 16,0 0-8-16,0 0-4 0,0 0 0 15,0 0 8-15,0 0 0 0,0 0-8 0,0 0 8 16,0 0-8-16,0 0 12 0,0 0 0 16,0 0-12-16,0 0 12 15,0 0 0-15,0 0 48 0,0 0-48 0,0 0 4 16,0 0-4-16,0 0 4 0,0 0-4 0,0 0-96 16,12 0-64-1,0 0 160-15,13 7 148 0,2-1 8 0,4 4-144 16,6 3-4-16,-1 2 40 0,3-2 16 15,-3 6-16-15,0-3-36 0,0 3-4 16,-4-3-4-16,0 3 0 0,-4-7 32 0,-5 1-36 16,1-1-12-16,-3 2 8 0,-6-5 4 15,1-3 8-15,-8 5-4 0,4-5-4 16,-4 0 0-16,-4 1 0 16,4-5-12-16,-8 2-84 0,4-1 8 15,-4 0-8-15,0-3 0 0,0 0 36 0,0 0-28 0,0 0-32 16,0 0-52-16,0 0-24 15,0 0-84-15,0 0-48 0,-4 0-112 0,0 3-212 16,0-3-396-16,-3 0-604 0,-2 0-2128 16,-7 0-4641-16,60-3 4209 0</inkml:trace>
  <inkml:trace contextRef="#ctx0" brushRef="#br0" timeOffset="27825.469">13817 2828 3200 0,'0'0'236'0,"0"0"5960"16,0 0-3759-16,0 0-497 0,0 0-412 0,0 0-324 16,0 0-220-16,-31 83-56 0,31-54-156 15,-5 6-268-15,5 3-152 0,0 3-44 16,0 7-28-16,0 2-60 0,0 5-4 0,0 2-80 16,0 6-84-16,0-2-52 15,0 5-8-15,0-3-76 0,0 2-4 16,0-6-32-16,0-8-76 0,0-6-228 15,0-11-80-15,0-11 112 0,0-10-60 16,0-7 36-16,0-6-140 0,0 0-236 0,0 0-292 16,5-6-568-16,-5-13-896 0,3-4-1537 0,-3 0-1047 15,0-17 2604-15</inkml:trace>
  <inkml:trace contextRef="#ctx0" brushRef="#br0" timeOffset="28238.313">13765 2889 1720 0,'0'0'1124'16,"0"0"4856"-16,0 0-3964 0,0 0-651 15,0 0-165-15,0 0-56 0,0 0-124 0,0 0 288 16,0 0-540-16,0 0-260 16,88 34-148-16,-64-13 8 15,-1 4-24-15,2 0-100 0,3 4-48 0,-4 5-24 16,0 7-108-16,-1 7-20 0,1 9-44 15,-4 4-4-15,0 5-72 0,-8 0 72 0,4 2-140 16,-4-5 132-16,-4-6-124 0,3-9 12 16,2-10 64-16,-1-13 60 15,-5-3 48-15,-2-9-48 0,-1-6 8 0,0-4 4 0,-4-3 148 16,0 0 48-16,4 0-12 0,-4 0 60 16,4-6 232-16,-4-11 172 0,7-8-284 0,-3-13-231 15,1-6-53 1,-1-7-92-16,-4-3-72 0,4-3-61 0,3 3 13 15,5-3-28-15,0 2-48 0,4 5 40 16,0 2-64-16,0 4 24 0,0 2-48 0,0 8 0 16,0 2-12-16,-4 7-36 15,0 0-76-15,-4 6-12 0,3 2-164 16,-6 4-356-16,-1 7-336 0,-4 0-780 0,0 6-716 16,0-4-2041-16</inkml:trace>
  <inkml:trace contextRef="#ctx0" brushRef="#br0" timeOffset="28955.085">14718 3502 3892 0,'0'0'1092'0,"0"0"4348"0,0 0-3243 16,0 0-513-16,0 0-472 0,0 0-280 15,0 0 48-15,0 0-196 16,0 0-132-16,0 0-184 0,-64-35-224 0,51 41-148 0,-2 3 36 15,-1 11-132-15,0 5 0 16,0 7 44-16,4 5-32 0,8 8 64 16,0 3-64-16,1 9 96 0,3 0 64 0,0 4-24 15,7-4-100-15,1-3 0 0,0-10-44 0,0-9 84 16,4-10 8-16,0-2 12 0,0-11 4 16,4 2-40-16,0-5 12 15,3-4-20-15,2 2 32 16,-1-3 12-16,-1-4-20 0,5 0-4 0,-4 0-72 15,-4-7-4-15,4 1-8 0,0-6-4 16,-4-2 0-16,-4-2-168 0,0-3-216 0,0 0-308 16,-9-3-124-16,-3 3-300 0,0 1-668 15,0 5-2500-15,-11-7-3361 0</inkml:trace>
  <inkml:trace contextRef="#ctx0" brushRef="#br0" timeOffset="29121.931">14582 3949 704 0,'0'0'6536'0,"0"0"-3892"16,0 0-927-16,0 0-141 0,0 0 200 16,0 0-464-16,84 22-328 0,-53-15-328 15,-3-3-172-15,0-4-264 0,0 0-96 0,-4-4-124 0,1-3-96 16,-6-1-172-16,1-6-552 0,-1 2-488 0,-6-4-812 16,-1 4-2265-1,-5 1-2643-15</inkml:trace>
  <inkml:trace contextRef="#ctx0" brushRef="#br0" timeOffset="29280.427">14929 3965 1892 0,'0'0'912'16,"0"0"4432"-16,0 0-3580 0,0 0-75 15,0 86 63-15,4-64-152 0,0-3-176 16,3 6-256-16,-3-2-312 0,1-1-204 16,-1 4-284-16,4-4-124 15,-4 0-244-15,-4 0-132 0,3-6-200 0,1-2-444 16,-4-6-240-16,9-8-360 0,-1 0-808 15,-5-3-1017-15,9-19-3179 0</inkml:trace>
  <inkml:trace contextRef="#ctx0" brushRef="#br0" timeOffset="29942.436">15100 2914 404 0,'0'0'1552'15,"0"0"-1252"-15,0 0-236 0,0 0 432 0,0 0-444 0,0 0 52 16,0 0 2192-16,0 0-656 0,0 0-772 15,0 0-296-15,-8 0 0 16,8 0 76-16,0 0 48 0,0 0-11 0,0 0 35 16,0 0 76-16,0 0 84 0,0 0 24 15,0 0-96-15,0 0-140 0,0 0-76 0,0 0-116 16,0 0-116-16,0 3-88 0,4 1-184 16,4 2 36-16,4 4-12 15,4-1-24-15,0 1-4 0,8-3 16 16,-1-1-96-16,1-4 0 0,4-2-8 15,-4 0-64-15,1-2-56 0,-2-4-76 16,-3-1-444-16,0-3-336 0,0 4-392 0,-8-4-868 0,-4 7-1753 16,-4-1-2903-16</inkml:trace>
  <inkml:trace contextRef="#ctx0" brushRef="#br0" timeOffset="30289.218">15120 3038 3324 0,'0'0'524'16,"0"0"3404"-16,0 0-1440 0,0 0-583 0,0 0-321 0,0 0-192 15,-16 79-180-15,16-59-304 0,0 1-224 16,0 5-264 0,4 3-136-16,0 3-52 0,-4 2-96 0,4 8-32 0,-4 0-104 15,4 5-8-15,-4-3-64 0,0 0-16 16,0 0 84-16,4-4-60 0,0-6 64 15,0-5 88-15,-1-4 32 0,2-3 40 16,-1-2-24-16,4-5 48 0,0-2-36 0,4-1 60 16,0-1 48-16,-1-3 12 0,6-2-48 15,-2 1-48-15,5 0-100 0,4-2 60 16,-3 2-132-16,2-3 0 0,1-1 0 16,0-3-48-16,0 0-12 15,-1 0-76-15,-2 0-56 0,3 0-100 16,0-7-188-16,-1 5-244 0,1-5-260 0,0-3-332 15,0 1-684-15,-8-1-1840 0,8-6-2489 16</inkml:trace>
  <inkml:trace contextRef="#ctx0" brushRef="#br0" timeOffset="31018.107">15945 2952 3496 0,'0'0'4540'0,"0"0"-2116"0,0 0-1483 0,0 0-93 15,0 0 72-15,0 0 248 0,0 0-80 16,0 0-144-16,-76-12-172 0,68 16-240 15,0 1-72-15,-4 2-140 16,0 6-24-16,4-5-12 0,-4 9-52 16,0-1 40-16,5 0-4 0,-2 3-24 0,1-4 0 0,1 1-24 15,3 0-72-15,-4 0-64 0,-1 3-72 16,5-2 0-16,-3-3 64 0,3 5-64 0,0 0 0 16,-1 4 36-16,1-4-40 15,0 0 52-15,1 3 0 0,-1-3 28 16,4 0 32-16,0 1-24 0,0-1-44 15,0 0 32-15,0 2-12 0,0 2 0 0,0 3-64 16,0-1 4-16,0 0 0 16,7 3-4-16,-3-2 4 0,5 0-12 15,-1-5 4-15,-1-1 108 0,6-1-27 0,-1-3-25 16,-1-3-60-16,5 0 4 0,-4-4-4 0,4-3-8 16,0 0-89-16,0-2 13 15,4-4-16-15,4-4-20 0,-4-2 12 16,4-9 32-16,-1-2 16 0,1-5 0 15,1 0-12-15,-5-3-88 0,-1-3-8 0,1-5-16 16,-4 1 24-16,0 4 16 0,-4-4-16 16,0 4-24-16,-8 0-48 0,4-2 48 15,-4 1-48-15,-4 4 156 0,0 0-72 0,0 0 100 16,0 0 48-16,-8 2-4 16,0 5 8-16,0-6-4 0,-4 6 132 15,0-5-128-15,0 4 0 0,0 0 0 16,0 4 0-16,0-4 76 0,1 2-64 0,-2 2 44 15,5 2-12-15,1 4 136 0,-1 2-12 16,-1 0-24-16,5 5-136 0,-3-2 108 16,-5 4-40-16,0 0-80 0,-4 0-88 15,0 4-84-15,-5 5 16 0,2 3-88 0,-1 2 8 16,1 2 100-16,-2 3-48 0,1 0-84 16,1 3-252-16,-1 3-324 15,3 4-356-15,-2 0-600 0,-1-2-792 16,8-4-1561-16,-4 9-2015 0</inkml:trace>
  <inkml:trace contextRef="#ctx0" brushRef="#br0" timeOffset="31248.467">15781 3279 4036 0,'0'0'844'16,"0"0"1292"-16,0 0-268 0,0 0-356 0,0 0 37 15,0 0 211-15,0 0-188 16,84 65-376-16,-64-50-224 0,-1 1-156 15,2 5 56-15,-1 2-172 0,-1 3-88 0,5-1-112 16,-3 0-100-16,-2 3-60 0,1-2-131 16,-3 0-121-16,-2 2-88 15,1-5-72-15,-4-1-37 0,0-6-39 16,0-1-68-16,-4-2-152 0,3-7-156 0,-6 1-160 16,3-7-52-16,0 0-160 15,-4-3-680-15,-1-4-1264 0,1-9-3885 0</inkml:trace>
  <inkml:trace contextRef="#ctx0" brushRef="#br0" timeOffset="31855.525">16426 2952 4576 0,'0'0'8217'16,"0"0"-7313"-16,0 0-800 0,0 0-92 0,0 0 216 16,0 0 508-16,0 0 172 15,0 0-340-15,0 0-184 0,0 0-208 0,88-15-88 16,-67 5-88-16,-1-3-12 0,-1 3-112 0,5 4 48 15,-4 0-60-15,0 3 60 0,0 3 52 16,0 0 12-16,-4 0 20 0,-5 0-12 16,6 6 4-16,-10-3 0 0,1 3 4 15,1 4 56-15,-1-3 64 0,-1 5 4 16,-3 1 8-16,5 4 52 0,-5 2-64 0,3 2 24 16,-3 4-24-1,0 4 48-15,0 3 40 0,1 0 12 0,-1 3 8 16,-4 3 40-16,3 0-136 0,-3 3 0 15,0-3 24-15,0 0-12 0,0 1 12 0,4-4-40 16,-4-4-56-16,4-3-16 0,-4 2-40 0,4-2 52 16,0-5 16-16,0 2 32 0,1-6-8 15,-5-3-16-15,3-1 40 16,-3-2 32-16,0-7 152 0,4 4 252 0,-4-7-208 0,0 0-108 16,0 1-51-1,0-4-9-15,0 0-4 0,0 2 16 16,0-2-4-16,0 0 16 0,0 0-16 0,-7 0-60 15,-6 3-132-15,1-3-48 0,-12 0-96 16,-4 0-112-16,-3 0 52 0,-9 0-40 16,-4 0 4-16,-4 0-77 0,-4 4-71 15,-4 8-124-15,5 2-260 0,-5 4-440 16,8 4-944-16,12-6-2144 0,-16 12-2237 0</inkml:trace>
  <inkml:trace contextRef="#ctx0" brushRef="#br0" timeOffset="34313.821">6171 4445 7384 0,'0'0'5153'15,"0"0"-3929"-15,0 0-464 0,0 0 48 0,0 0 328 16,0 0-128-16,0 0 32 0,0 0-168 0,0 0-236 16,-28 6-244-16,40-6-184 0,9 0-88 15,10 0 224-15,9 0 324 0,12-3-123 16,3 0-169-16,-3-4-96 16,4-2-88-16,-5-1 0 0,1 1-32 15,-3-5-100-15,-10 2-48 0,1-4-12 16,-5 4-56-16,-7-4-80 0,0 0-188 0,-3 3-136 15,-9 0-220-15,-1 4-85 0,-2-3-63 16,-5 5-300-16,-4 1-724 0,-4-1-1012 0,0 7-2253 16,-4-3-3435-16</inkml:trace>
  <inkml:trace contextRef="#ctx0" brushRef="#br0" timeOffset="34503.496">6573 4479 900 0,'0'0'9124'0,"0"0"-7603"0,0 0-405 0,-39 87 96 15,35-59 116-15,0 4-244 0,4 2-172 16,0 2-168-16,0-1-164 0,0 2-164 16,0 2-108-16,0-1-112 0,0 1-112 0,0-2-84 15,0 1-88-15,-4-3-72 0,0-3 40 16,-1-7-176-16,5-3-236 0,0-3-148 0,0-6-128 16,5-7-508-16,3-3-800 15,3-3-1905-15,-7-9-1679 0</inkml:trace>
  <inkml:trace contextRef="#ctx0" brushRef="#br0" timeOffset="34963.101">7084 3909 5124 0,'0'0'5740'15,"0"0"-4031"-15,0 0-881 0,7 82-256 0,-3-41 304 0,-4 6 368 16,0 8-80-16,0 2-76 0,0 3-348 16,0 3-296-16,0 5-76 0,0 4-64 15,0 5-12-15,-4-1-120 0,-3 3 48 0,3-4-64 16,-4-4-68-16,-1-7-80 16,5-7-4-16,1-13 4 15,-1-9-8-15,4-6-4 0,0-13-144 0,0-4-60 16,0-5-132-16,0-7-160 0,4 0-164 15,3-7-12-15,6-9 368 0,-2-6 12 0,6-9-100 16,-2-8 0-16,2 1-40 0,-2 4 0 16,2 2 68-16,-6 6 104 0,2 10 264 0,-6 4 24 15,-3 9 340-15,0 3-48 16,0 0 160-16,0 3 108 0,0 9 232 0,1 7-212 16,-2 4-200-1,1 9-48-15,4 2 72 0,-8 1 36 0,4 3 88 0,0-6-116 16,-4-1-23-16,3-5-109 0,2 0-112 15,-1-7-104-15,-4-8-88 0,4-4-48 16,-4 0-76-16,4-7-216 0,-4 0-289 16,0 0-187-16,4-3-224 0,3-8 8 0,2 0-768 15,-1-5-960-15,0-1-1673 0,-1 3-1439 16</inkml:trace>
  <inkml:trace contextRef="#ctx0" brushRef="#br0" timeOffset="35255.378">7418 5061 3372 0,'0'0'420'16,"0"0"6548"-16,0 0-4735 0,0 0-809 15,0 0-528-15,0 0 12 0,0 0 128 0,84 67-96 16,-72-67-136-16,-1-4-80 0,10-6-320 16,-5-6-184-16,3-5-220 0,-2-8-64 0,-2 1-240 15,2-4-52-15,-6 0 0 16,2 4-48-16,-2 3 72 0,-7 6 120 0,0 2 200 0,-4 7 12 16,0 1 372-1,-4 6-40-15,-7 0-24 0,-6-1 32 0,6 4-80 16,-10 4-40-16,6 5-24 0,-1 10-124 15,0 3 36-15,0 7 88 0,-1 6 48 16,6 3 84-16,-5 3 269 0,4 1-221 16,0-2-196-16,5-1-180 0,-2-7-24 15,5-7-144-15,0-6-329 0,4-6-123 0,0-7-4 16,0-6-220-16,8 0-260 16,4-3-744-16,4-10-344 0,0-6-960 15,-4 6-3069-15</inkml:trace>
  <inkml:trace contextRef="#ctx0" brushRef="#br0" timeOffset="35521.691">7749 5057 4000 0,'0'0'7193'0,"0"0"-4669"16,0 0-1132-16,0 0-500 0,36 83 100 0,-36-57 372 15,4 2-88-15,-4-6-176 0,0-3-380 0,0-9-368 16,4-4-267-16,0-3-85 0,-1-3-12 16,10 0-97-1,2-9 33-15,10-7-80 16,-1-3-76-16,0-6-60 0,3-1-84 15,-3-2-4-15,4 2 76 0,-4 7 72 0,0 3 60 0,-1 3 48 16,1 10 40-16,-3 0 24 0,-6 3 60 0,2 6 112 16,-2 4 96-16,-2 7 0 0,-6-5-36 15,5 6-64-15,-3 2 4 0,-6-1-4 16,5 3 4-16,-4 0-28 0,-4 4-76 0,4-4-8 16,-4 3-80-16,0 1-92 15,0-5-340-15,0 2-448 16,-4-2-572-16,4-1-1220 0,0-4-2817 0,0 3-3131 15</inkml:trace>
  <inkml:trace contextRef="#ctx0" brushRef="#br0" timeOffset="36142.85">9705 4845 5044 0,'0'0'7629'0,"0"0"-6061"0,0 0-292 0,0 0-472 0,4 89 132 16,5-48 228-16,-5 13-168 15,-1 3-52-15,5 4-264 0,-8 8-192 16,0 1-87-16,0 5-61 0,0 2 24 0,-8 6-72 16,-4-1-76-16,0 1-96 0,-4-3-76 0,0-7-44 0,5-7-12 15,-2-5-72 1,6-11-84-16,7-9-52 0,0-9-56 16,0-12-52-16,0-12-121 0,0-3-331 15,0-10-256-15,3-9-216 0,5-12-556 0,-4-6-1180 16,1 3-2381-16,-5-24-3166 0</inkml:trace>
  <inkml:trace contextRef="#ctx0" brushRef="#br0" timeOffset="36421.18">9666 5001 7188 0,'0'0'6129'15,"0"0"-4429"-15,0 0-608 0,0 0-212 0,0 0 112 16,0 0-324-16,87-61-92 0,-63 57-84 15,0 4-88-15,4 7-136 0,0 6-112 0,-4-1-92 16,0 8-56-16,-5-5 52 0,-6 8-12 16,-2-4 24-16,-3 6-8 0,-8 3-16 15,0 5-44-15,-8 4-4 0,-7 2-44 16,-2 2-32-16,-7-3-56 0,0 4-52 0,1-9-24 16,-1 0-24-16,0-4-136 15,0-7-36-15,4-3-64 0,4-6 40 16,1-4-104-16,2-6-152 0,1-3-356 15,0 0-1180-15,4-10-2337 0,-3 1-2347 0,3-10 4473 0</inkml:trace>
  <inkml:trace contextRef="#ctx0" brushRef="#br0" timeOffset="36602.154">10115 5289 2600 0,'0'0'9597'0,"0"0"-7509"0,0 0-736 0,0 0-24 15,92 0 160-15,-68 0-172 0,0 0-180 16,4 0-296 0,0-3-307-16,4 1-313 15,-4-5-220-15,4-3-48 0,-4 0-352 0,-5 4-285 0,1-3-251 0,0 2-276 0,-7 1-924 16,-6 6-2752-16,-7 0-4101 0</inkml:trace>
  <inkml:trace contextRef="#ctx0" brushRef="#br0" timeOffset="36788.214">10267 5461 4760 0,'0'0'8925'16,"0"0"-7129"-16,0 0-888 0,0 0-84 15,0 0-8-15,0 0 148 16,0 0 296-16,0 0-356 0,0 0-115 0,91 56-73 0,-59-52-292 16,0-4-184-16,0 0-140 15,5-6-100-15,-6-4-76 0,1 3-104 16,0-5-220-16,0 3-364 0,0-4-185 0,0 0-235 15,-4 4-732-15,-4-1-2660 0,3-2-4861 16</inkml:trace>
  <inkml:trace contextRef="#ctx0" brushRef="#br0" timeOffset="37273.255">11232 4835 13001 0,'0'0'4876'0,"0"0"-4184"0,0 0-592 0,0 0 96 16,0 0 260-16,0 0 240 0,0 0 60 15,0 0-328-15,0 0-232 0,-73 93-64 16,54-49-36-16,2 10 40 0,2 4 69 16,-1-2 3-16,0 5 20 15,4-5-20 1,0 1-4-16,4-5-56 0,0-5-16 0,8-6-84 0,0-3-44 15,0-9 44-15,12-3-48 0,4-7-12 0,4-4-60 16,4-2-96-16,8-7 32 0,0-6 40 16,3 0-12-16,1-9-36 0,0-10-40 0,0-6-120 15,4-7-97-15,-8-4 13 0,4-5 8 16,-5-3 76-16,1-3 24 0,0-2-24 0,-8 2-40 16,0-3-72-16,-4 2-4 15,-4-2 52-15,-4-2 220 0,-8 2 148 16,-4 2 36-16,0 4 48 0,-8 5 92 0,-9 7 276 15,-2 7-44-15,3 9 104 16,-4 7 52-16,0 2-136 0,-4 7-76 16,0 3-84-16,1 10-36 0,-1 3-51 15,3 6-61-15,-7 4 4 0,5 5-4 0,-1 5-72 16,0-3-48-16,4 7-72 16,0-6-84-16,0 1-285 0,0-2-323 15,4-2-188-15,-4-4-288 0,5 0-1312 0,2-5-2777 16,5-6-2643-16</inkml:trace>
  <inkml:trace contextRef="#ctx0" brushRef="#br0" timeOffset="37437.913">11303 5257 1436 0,'0'0'10661'16,"0"0"-8265"-16,0 0-984 0,0 0-60 16,0 0 8-16,75 52 4 0,-58-33-60 0,-1 0-391 0,3 2-357 15,-2 8-216-15,6-3-136 0,-3-1-80 16,8 0-64-16,-4 0-60 0,4 5-8 15,-5-11-104-15,5 2-92 0,0-1-100 0,0-5-252 16,4-2-293-16,-4-3-347 0,4-1-608 16,-8-2-2576-16,12 2-4113 15</inkml:trace>
  <inkml:trace contextRef="#ctx0" brushRef="#br0" timeOffset="37622.85">12630 5692 10676 0,'0'0'9325'0,"0"0"-7120"15,0 0-1309-15,0 0-896 16,0 0-376-16,0 0-24 0,0 0 292 0,0 0-148 0,0 0-437 0,0 0-575 0,-44-8-4532 16,20 8-7481-16</inkml:trace>
  <inkml:trace contextRef="#ctx0" brushRef="#br0" timeOffset="39601.803">2327 6899 11145 0,'0'0'1644'0,"0"0"-804"15,0 0 416-15,0 0 292 0,0 0-300 0,0 0-248 16,0 0-228-16,0 0-280 16,0 0-260-16,0 0-112 0,-5 10-120 15,10 12 244-15,2 10 268 16,-3 9 184-16,0 14-479 0,0 8-205 0,-4 9 52 15,0 8-64-15,0 9-76 0,0 0-32 0,-4 0-89 16,0-6-19-16,-3-8-28 0,7-8-72 16,-4-14 12-16,4-8 20 0,0-16-8 15,0-7-196-15,7-6-300 0,-3-6-512 16,0-10-564-16,4 0-592 0,-4-10-757 16,4 1-2899-16,-4-24 2784 0</inkml:trace>
  <inkml:trace contextRef="#ctx0" brushRef="#br0" timeOffset="39885.025">2359 6953 10532 0,'0'0'1941'16,"0"0"-589"-16,0 0 240 16,0 0-244-16,0 0-292 0,0 0-352 15,79-38-248-15,-59 34-176 0,-1 4-120 16,-2 0-152-16,-2 0-8 0,2 6-96 0,-10 5 44 15,2 4 52-15,-1 8 52 0,-4-1 108 16,-4 9 8-16,0 2-44 0,-8 1-64 0,-5 2-60 16,2-5 0-16,-6 1-156 0,-2-4-40 15,3-6-28-15,-4 1-120 0,0-7-72 0,0-1-128 16,0-1-152-16,0-2-212 0,0-5-188 16,1-7-436-16,-2 0-1068 15,6 0-2617-15,-9-7-399 0</inkml:trace>
  <inkml:trace contextRef="#ctx0" brushRef="#br0" timeOffset="40150.669">2657 7092 5612 0,'0'0'208'0,"0"0"3012"0,0 0-1307 16,84 0-549-16,-64 7 192 0,-1 0-280 15,-6 2-320-15,-2 4-128 16,1 6-268-16,-3 0-188 0,-5 6-88 0,-4 8-148 0,0 4 0 15,0 1-64-15,0-1-72 16,-8-4-52-16,3-5 4 0,1-8-4 16,0-8 40-16,4-5 12 0,0-5 160 0,-4-2 52 15,4 0-4-15,0 0-12 16,0 0 28-16,-3-2-72 0,3-5-152 0,0-5-96 16,0-1 96-16,0-9-60 0,3-1-52 15,5-2-196-15,9-6-84 0,-2-1-176 16,9-1-376-16,-4 2-828 0,4-1-1316 0,-8 7-3181 0</inkml:trace>
  <inkml:trace contextRef="#ctx0" brushRef="#br0" timeOffset="40452.348">3059 7271 4044 0,'0'0'1992'0,"0"0"1228"0,0 82-2392 16,0-50-184-16,0 0 941 0,0-4 311 15,0-6-368-15,0-7-648 16,4-1-492-16,5-7-104 0,-2-4-8 15,1-1-56-15,5-2-68 0,2-2-4 0,5-12 96 16,0 0-32-16,4-12-212 0,-4-2-348 16,0-2-84-16,0-1-12 0,-4-4 80 15,-4 6 4-15,-5 1-56 0,-3 6 28 0,-4-1 124 16,0 7 236-16,-8 3 28 0,-3 4 252 16,-6 3 48-16,2 2-68 15,-1 4 80-15,0 0 136 0,-4 4-160 16,4 5-80-16,0 7-108 0,1 1-24 15,-2 1-64-15,6 4-12 0,2-3-120 0,1 4-192 16,4-1-96-16,4 0-156 0,0 0-404 16,0 0-640-16,8-6-1505 0,-4-7-3451 15,12-4 3304-15</inkml:trace>
  <inkml:trace contextRef="#ctx0" brushRef="#br0" timeOffset="40721.789">3534 7311 1160 0,'0'0'1540'0,"0"0"4048"15,0 0-3684-15,0 0-691 0,28 86 335 0,-28-59-20 16,0-9-104-16,-4-3-520 0,-1-5-480 16,5-3-284-16,0-3-140 0,0-4-88 0,0 0-24 15,5 0 12-15,-1-14 88 0,4 2-224 16,-1-11-200-16,6 1-20 0,-5-7-172 16,-1 4 124-16,1 0 200 15,-4 0 164-15,1 2 40 0,-5 7 100 0,0 1 308 0,-9-2-68 16,-3 4 12-1,-4 1-48-15,-3 2-16 0,-5 4 36 0,3 3 52 0,2 3 32 16,3 0-136-16,0 6-172 16,-4 4-100-16,8 3-76 0,-4-4-40 0,8 7-184 15,-4-4-80-15,4 5-468 16,0-2-1056-16,4-2-1853 0,-3 5-2111 0</inkml:trace>
  <inkml:trace contextRef="#ctx0" brushRef="#br0" timeOffset="40868.519">3605 7328 1472 0,'0'0'744'0,"0"0"5592"0,0 0-4652 0,100 6-423 16,-69-6 495-16,1 0-296 0,-4-6-728 15,0-7-380-15,0 1-116 0,0-8 20 16,0-5-256-16,0-4-116 0,0-3-460 16,-5-2-752-16,-2-1-568 0,-5 6-941 0,-1-9-2883 15</inkml:trace>
  <inkml:trace contextRef="#ctx0" brushRef="#br0" timeOffset="41070.308">3955 6859 2980 0,'0'0'896'16,"0"0"5428"-16,0 0-4715 15,0 0-761-15,0 0 32 0,0 0 48 16,0 0 280-16,-79 75-76 0,72-43-312 0,2 6-140 0,1 3-40 16,-4 6-72-16,8 11-128 0,-4 2-72 15,1 7-100-15,-5 6-88 16,3 3-68-16,-3 1-112 0,1-2-88 0,-1-4-32 15,-1-9-52-15,1-1-48 0,1-4-12 16,-1-6-136-16,-5 0-292 0,2-7-128 0,-6-2-464 16,-2-5-532-16,3-11-1152 0,-16 0-4093 15</inkml:trace>
  <inkml:trace contextRef="#ctx0" brushRef="#br0" timeOffset="41451.83">1729 7969 612 0,'0'0'9412'16,"0"0"-7543"-16,0 0-233 0,0 0-192 0,0 0-424 0,0 0-252 0,0 0-224 31,0 0-244-31,0 0-176 0,0 0-116 0,-21 0 40 0,42 0 152 15,-1 0 144-15,12 3 360 0,7 0-92 16,9 0-172-16,12 1-48 0,8-1-148 16,11-3-48-16,9 3 0 0,3-3-88 15,5 0-48-15,8 0 16 0,-1 0-76 0,5 0-60 16,7 0-12-16,1 0 72 0,11 0 4 16,1 0 44-16,-1 0-48 15,5 0 84-15,-4 0-72 0,-5 0 56 0,-12 6-68 16,-3-3-148-16,-8 4 4 15,-9-1 20-15,-11 3 4 0,-4-2-28 0,-9-1-84 16,-11 0-12-16,-4 1-12 0,-8-3-60 0,-8-2-28 16,-4-2-224-16,-9 0-308 15,-2-6-1096-15,-5 4-2792 0,-4-17-4041 16</inkml:trace>
  <inkml:trace contextRef="#ctx0" brushRef="#br0" timeOffset="41746.672">5191 7674 17225 0,'0'0'2832'0,"0"0"-2196"15,0 0-636-15,0 0-284 0,0 0 284 16,0 0 316-16,0 0-316 0,0 0-628 31,0 0-1028-31,0 0-3408 0</inkml:trace>
  <inkml:trace contextRef="#ctx0" brushRef="#br0" timeOffset="52703.938">6661 7311 9852 0,'0'0'1613'16,"0"0"-817"-16,0 0-208 0,0 0 164 0,0 0 404 0,0 0-124 15,0 0-240-15,0 0-268 16,0 0-128-16,0 0-48 0,0 0-52 15,-4 0-48-15,4 0-40 0,0 0-24 16,0 4 4-16,0-4-56 0,0 0-84 16,0 7-48-16,-4-1 0 0,4 7 44 15,-7 9 80-15,3 3-112 0,0 4-12 16,-1 6 0 0,-3-1-4-16,4 4-48 0,1 1 4 0,-5 5 0 15,-1-2-4-15,1-2-44 0,1 2 8 0,3-4-60 0,-5-6 52 0,5-4 20 16,4-5-44-16,-4-4 68 15,4-10-32-15,0-3-16 0,0 1-136 0,0-7-296 16,0 0-216-16,0 0-80 0,4-4-176 16,0-5-648-16,5-3-1069 0,-5-2-3031 15</inkml:trace>
  <inkml:trace contextRef="#ctx0" brushRef="#br0" timeOffset="53403.734">6176 7235 1396 0,'0'0'7228'16,"0"0"-6384"-16,0 0-468 0,0 0 140 0,-88 26 141 16,68-13 319-16,-1 2-92 15,2 4-92 1,3 1-220-16,-4 5-180 0,8 4-52 0,0-4-48 15,0 6 8-15,0 5-84 0,4 1-44 0,5 5-20 0,-1 2-36 16,-1 8 24-16,5-2-92 0,0 4 40 16,5 3 0-16,2 1-76 0,1 2 52 15,4 0 20-15,4-3-8 0,-1-3-24 0,2-3-48 16,7-7-4-16,-5-2-96 16,9-7 96-16,0-5 4 0,4-6 0 15,-4-8 0-15,8-4 84 0,-4-2 36 16,3-7-116-16,2-3 0 0,3 0 116 15,-5-6-48-15,1-7-68 0,0 0-4 0,0-3 8 16,-4-3-4-16,4-4-8 0,-4-2 4 16,0-2-4-16,-1-3-48 0,-3-4-36 0,0-1 80 15,0 0 4 1,-5-1 0-16,-2-1 12 0,-1 2-12 0,-5-4-8 16,2 2-80-16,-2-5 88 0,-6 4-12 15,-1-6-52-15,-1 3-48 0,-3-1 12 16,-4 0 96-16,0-2-180 0,0 0 176 0,0 3-168 15,0-5 112-15,-7 2 56 0,-1 0 8 16,-1 3-4-16,1-1-100 16,-3 2 68-16,-2 7 36 0,6 5 164 0,-9 6-112 15,4 0-44-15,0 6 156 0,-4 2-28 0,0 2 176 16,0 3-112-16,-3 0-104 0,-2 2 68 0,-7 4-68 16,0-1-96-1,0 1 0-15,-4 3 60 0,-3 0-16 16,3 7-44-16,0 3-84 0,4-1-4 15,-4 7-60-15,4 3 24 0,-4 3-16 0,4 3 16 16,-3 4 12-16,6-1 40 0,-3 4 8 0,9-3 64 16,-1-1-4-16,8-5 4 0,5-4-8 15,-2-4-144-15,5-2 28 0,0 0-64 16,0-3-16-16,4-1-32 16,0 3-180-16,0-2 12 0,0 1-40 0,4 0-212 15,0 3-312-15,0-2-416 16,5 1-465-16,2 2 477 0,-3-2-1944 0,4 6-916 15</inkml:trace>
  <inkml:trace contextRef="#ctx0" brushRef="#br0" timeOffset="53985.726">7439 7686 5124 0,'0'0'6533'0,"0"0"-4985"0,0 0-696 16,0 0-496-16,0 0 276 0,0 0 312 16,0 0-92-16,0 0-240 15,0 0 8-15,0 0 56 0,103-3-72 16,-56 0-224-16,1 1-76 0,5-5 4 15,3 0-28-15,-5-3-36 0,1 1-100 0,0 0-96 16,-5-3 28-16,1-2-76 0,-4 1-12 16,-5 1-112-16,-2 2 16 0,-10-2-196 15,-3 5-284-15,-4-2-136 0,-8 5-124 0,-3 2-340 16,-5 2-956-16,-4 2-732 0,0 5-361 16,-9 3-1575-1</inkml:trace>
  <inkml:trace contextRef="#ctx0" brushRef="#br0" timeOffset="54184.11">7690 7843 1696 0,'0'0'5608'0,"0"0"-3840"0,0 0-980 0,0 0-28 15,0 0 313-15,0 0 115 16,0 0-256-16,0 0 132 0,0 0-208 0,0 0 0 16,56 68 76-16,-21-57-200 0,1-5-240 15,0 0-124-15,-1-4-96 0,5-2-112 0,-8 0-148 16,4 0 52-1,0-5-64-15,-4-4-96 0,4-7-260 0,-5-1-472 16,-3-4-260-16,0-4-652 0,-7 6-2136 0,-2-11-3389 16</inkml:trace>
  <inkml:trace contextRef="#ctx0" brushRef="#br0" timeOffset="54458.197">7996 7442 3788 0,'0'0'5748'0,"0"0"-3479"16,0 0-1473-16,0 0-488 0,0 0 608 16,0 0 476-16,0 0-256 0,79-13-288 0,-47 13-228 15,4 0-200-15,5 9-124 16,-2 2-52-16,1 4-44 0,-5 1-44 16,2 3-144-16,-9 6-12 15,-1-2-12-15,-11 5 4 16,0 1-4-16,-11 3 12 0,-5 3 72 0,0 2 0 15,-9 5-24-15,-10-1-48 0,-2 0 0 0,1 1 0 16,-3-8-84-16,-5 1-76 0,4-3-36 0,4-6-100 0,-3-3-248 16,6-4-272-16,2-5-388 0,2 0-788 15,5-9-964-15,5-1-3069 0</inkml:trace>
  <inkml:trace contextRef="#ctx0" brushRef="#br0" timeOffset="55029.621">9857 7242 9896 0,'0'0'1753'0,"0"0"-753"15,0 0-32-15,0 0 188 0,0 0 124 16,0 0-52-16,0 0-296 0,3 99-256 15,1-62-88-15,0 9-12 0,1 1-112 0,-1 4-144 16,0 5-52-16,-4 4-64 16,0 5-32-16,0-2-68 0,0 3-100 0,-4 1-4 15,-5 0 0-15,5-4-96 0,-3-6-12 0,3-2 8 16,0-8 4-16,0-11 0 16,4-9-52-16,0-7-72 0,4-8-144 15,4-8-372-15,3-4 100 0,6 0-44 16,-2-13-432-16,5-10-684 0,1-4-1124 15,-6 0-3021-15</inkml:trace>
  <inkml:trace contextRef="#ctx0" brushRef="#br0" timeOffset="55307.304">10311 7610 1172 0,'0'0'10189'0,"0"0"-8509"0,0 0-944 15,0 0 16-15,0 0 52 0,4 73 232 0,-4-45-4 16,0 8-324-16,0 5-264 16,0 3-148-16,0 10-64 0,0 7 16 15,0 5-88-15,4 7-76 0,-4 1-36 0,0 2-36 16,0-4 52-16,4 2-60 0,-4-5-4 16,7-8-76-16,-2-4-20 0,3-6-152 15,-4-9-44-15,3-8-4 0,6-5 0 16,-5-13-24-16,-1-4-92 15,6-9-84-15,-5-3-188 0,-1-9-348 0,1-13 60 0,1-10-1040 16,-1-10-897-16,-5 11-2551 16</inkml:trace>
  <inkml:trace contextRef="#ctx0" brushRef="#br0" timeOffset="55575.375">10339 7626 9652 0,'0'0'1136'0,"0"0"-347"16,0 0 71-16,0 0 476 16,0 0 72-16,99-70-300 0,-71 64-260 15,0 3-204-15,4-1-160 16,0 4-100-16,-4 0-52 0,0 0-100 16,0 7-36-16,-9-1-196 0,-2 1 0 0,-2 5-64 15,-11 1 64-15,-4 9 160 0,0 4-52 0,-8 2-64 16,-7 7-44-16,-9 2-132 0,0-1-28 15,-4-4-48-15,4-7-28 0,0-2-108 0,4-11-40 16,0-2-120-16,4-6-204 16,0-4-412-16,8-4-644 0,-3-13-880 15,2 5-2953-15</inkml:trace>
  <inkml:trace contextRef="#ctx0" brushRef="#br0" timeOffset="55839.786">10988 7169 7884 0,'0'0'4241'15,"0"0"-2457"-15,0 0-908 0,0 0-296 16,0 0 160-16,0 0 500 0,0 73-224 0,0-41-340 16,-3 5-332-16,3 5-100 0,0 9-36 15,3 6-24-15,5 6-12 0,-4 7-100 16,0 7-72-16,-4-5-72 0,4 4 0 15,-4-2-52-15,0-7-108 0,0-1-136 16,0-6-48-16,0-5-92 0,0-5 4 0,0-9-4 16,0-12-204-16,0-7-64 0,5-6 8 15,2-9-204-15,-3-7-136 16,4-5-148-16,0 1-1413 0,4-22-1351 0</inkml:trace>
  <inkml:trace contextRef="#ctx0" brushRef="#br0" timeOffset="56053.468">11486 7689 4636 0,'0'0'9137'15,"0"0"-7617"-15,0 0-576 0,0 0-32 0,0 0 128 0,80 7-188 0,-64-4-288 16,0-3-244-16,0 0-248 15,4 0-72-15,-5 0-196 0,2 0-416 16,-2 0-312-16,2 0-252 0,-6-3-1252 0,-7 3-3881 16</inkml:trace>
  <inkml:trace contextRef="#ctx0" brushRef="#br0" timeOffset="56220.903">11466 7943 5440 0,'0'0'8909'15,"0"0"-7689"-15,0 0-1216 0,0 0 192 0,0 0 448 16,0 0 712-16,0 0-232 16,0 0-520-16,88 23-336 15,-64-23-268-15,4-6-60 0,0-1-348 0,0-3-204 16,0 1-252-16,4 0-492 0,-13 2-1704 0,9-5-5373 16</inkml:trace>
  <inkml:trace contextRef="#ctx0" brushRef="#br0" timeOffset="56765.512">12450 7200 10076 0,'0'0'2737'0,"0"0"-1321"0,0 0-736 0,-8 96-24 15,12-58 264-15,4 6 112 0,1 4-188 16,-2 0-228-16,1 2-312 0,0 1-108 16,-3 3 16-16,-1-3-4 0,-1 3-100 15,-3 0-40-15,0-4-68 0,-7-2-12 16,2-3-84-16,1-4 8 0,0-6-132 16,0-6-148-16,4-8-48 15,0-4-40-15,0-11-248 0,4-3-292 0,9-3-624 16,-2-9-768-16,1 3-717 0,8-19-2535 0</inkml:trace>
  <inkml:trace contextRef="#ctx0" brushRef="#br0" timeOffset="57240.178">13152 7353 9156 0,'0'0'4053'15,"0"0"-3213"-15,0 0-320 0,0 0-40 0,-72 66 564 16,56-36 232-16,0 1-152 0,0 4-408 16,1 6-348-16,2 4-36 0,5-1-40 15,1 4-72-15,3 0-100 0,-1 2-52 0,1-5-68 32,4-1-88-32,4-6 76 0,5-6-120 0,2-4 76 0,6-9 56 0,2-3 8 15,5-5 148 1,4-11 16-16,0 0-172 0,4-14 0 0,4-8-60 15,3-6-64-15,2-7-20 0,-2-7-28 16,1-3-48-16,0-5 0 16,0-2-28-16,-5 2-56 0,-3 0-28 0,-4-4-28 15,-7 3 188-15,-6 0-36 0,-11 0 88 0,-4 4 120 0,0 6 72 16,-12-1 88 0,-8 4 64-16,1 9 160 0,-5 7 32 15,-1 3 12-15,5 10-72 0,-3-1-64 16,3 7 52-16,3 3-64 15,2 0-36-15,-1 9-64 0,0 7-104 0,0 3-76 0,0 10 0 0,-4 0-12 16,-4 6-88-16,5 2 40 16,-2 2-184-16,-3 3-84 0,1-5-184 15,3-2-396-15,-4 0-260 0,3 0-712 0,6-7-2072 16,-1-5-2177 0,4-4 841-16</inkml:trace>
  <inkml:trace contextRef="#ctx0" brushRef="#br0" timeOffset="57402.145">13180 7624 508 0,'0'0'10437'0,"0"0"-8409"0,0 0-856 0,0 0 88 16,0 0 184-16,87 82-28 15,-67-57-296-15,4 7-348 0,-4 2-176 16,4 5-36-16,-1-4 1 0,2 0-233 0,-1-7-260 31,0-6-68-31,0-3-72 0,-1-3-84 16,1-6-137-16,4-7-207 0,0-3-340 0,0-3-76 0,0-7-292 0,-5-6-1148 15,-2 1-2468-15,3-11-3437 0</inkml:trace>
  <inkml:trace contextRef="#ctx0" brushRef="#br0" timeOffset="57703.773">13996 7099 1096 0,'0'0'10097'0,"0"0"-7293"0,0 0-1868 0,0 0-536 0,0 0 344 16,0 0 544-16,0 0-28 16,-4 83-424-16,8-52-344 0,5 8-88 0,-6 1-16 15,5 4-60-15,-4 5-60 0,-4 2-72 16,4 2-88-16,-4 1-100 0,0 7-8 0,-4-4-44 16,0 4-16-16,-4-1-24 15,5 1-16-15,-6-5-44 0,5-2-16 16,0-3-168-16,4-6-72 0,0-8-16 0,0-5 72 0,0-7-148 15,0-5-124-15,8-8-100 0,-3-2-252 16,2-7-656 0,-3-3-1300-16,8-3-3993 15</inkml:trace>
  <inkml:trace contextRef="#ctx0" brushRef="#br0" timeOffset="58196.578">14666 7654 3392 0,'0'0'7921'0,"0"0"-6125"16,0 0-476-16,0 0-56 0,0 0 140 0,0 0 8 15,83 17-296-15,-47-17-332 0,4 0-308 16,4-7-208-16,0-5-148 0,0 3-116 0,-5-2-4 15,-7-2-180-15,0 4-272 16,-8 0-244-16,0-1-140 0,-8 4-172 0,-5 6-772 16,-2 0-2152-16,-9 0-1637 0</inkml:trace>
  <inkml:trace contextRef="#ctx0" brushRef="#br0" timeOffset="58353.937">14897 7791 9440 0,'0'0'2053'15,"0"0"-373"-15,0 0-32 0,0 0-84 0,0 0-444 0,0 0-228 16,0 0-80-16,0 0 192 16,0 0-284-16,88 19-244 0,-61-16-224 0,6-3-128 15,-1 0-124-15,-1 0-48 0,1-3-332 16,4-3-360-16,0-4-372 0,3 4-516 16,-11 0-2860-16,12-1-4553 0</inkml:trace>
  <inkml:trace contextRef="#ctx0" brushRef="#br0" timeOffset="58879.541">15932 7308 1200 0,'0'0'8832'0,"0"0"-6155"16,0 0-1313-16,0 0-532 0,0 77 340 0,0-45-84 0,0 8-144 16,0 2-68-16,0 6-252 0,0 2-208 15,4 5-24-15,-4-1 60 0,5 3-40 16,-5 4-108-16,0-2-132 0,0 1-51 15,0-2-117-15,0-2 56 0,0-2-48 16,0-2 0-16,0-8-12 0,0-6-12 16,0-9-109-16,4-6-51 0,0-12-92 15,0-1-128 1,3-3-156-16,2-1-52 0,-5-6-172 0,4 0-176 0,-1 0 132 0,1-6-400 16,1-7 124-16,-1-2-456 0,-1-6-576 0,1 2-1005 15,-8-19-2371-15</inkml:trace>
  <inkml:trace contextRef="#ctx0" brushRef="#br0" timeOffset="59162.425">16037 7356 10296 0,'0'0'1493'0,"0"0"-773"15,0 0 84-15,0 0 552 0,0 0-72 0,0 0-316 16,75-39-308-16,-59 39-216 15,4 0-108-15,-8 5 20 0,4 1-60 0,-9 0-136 16,2 7-76-16,-1-1-36 16,-4 4 28-16,-4 3-28 15,-4 4-4-15,-8 2-44 16,0 0-12-16,-8 4-60 0,0-7-16 0,4 1-68 0,-4-4-80 0,0-4-144 16,0-5-52-1,4-4-40-15,0-3-188 16,4-3-104-16,-3-3-280 0,2-6-436 0,2-4-760 15,-2-6-965-15,2-3-1731 0,3 5 2260 0</inkml:trace>
  <inkml:trace contextRef="#ctx0" brushRef="#br0" timeOffset="59636.039">16383 6997 7264 0,'0'0'4285'0,"0"0"-3029"0,0 0-352 16,0 0 452-16,0 0-156 0,0 0-68 0,0 0-264 16,0 0-192-16,75 67-232 15,-70-47-200-15,-1 2-84 0,0 0-36 0,-4 3-116 16,0 4 60-16,-4-4-68 0,0 3-12 0,-5-5-76 15,6-1-56-15,-1-10-76 16,0-1 12-16,4-6-4 16,-4-5-8-16,4 0-28 0,0 0-20 0,0 0-192 15,4-5-120-15,4-9 304 0,4-1 92 0,0-5-16 16,-1 1 48-16,6-3 40 16,-6 0 52-16,2 3 60 0,-2 3 100 15,-3 1 136-15,5 2 76 0,-6 2-16 16,1 5 40-16,0 1-24 0,0 2-68 15,-4-1-8-15,4 4 84 0,0 0-60 16,0 0-28-16,4 0-24 16,-4 7-48-16,-1-2-12 0,6 6 12 0,-5 1-16 15,-1 4-56-15,2 3-16 0,-9 0-72 0,4 0 36 0,-4 6-36 16,0-3-120-16,0 4-224 16,0-3-280-16,-4-4-192 0,4 0-60 15,0-4-320 1,0 1-648-16,0-6-836 0,0 5-2785 15</inkml:trace>
  <inkml:trace contextRef="#ctx0" brushRef="#br0" timeOffset="60953.192">17953 7522 4804 0,'0'0'364'16,"0"0"4332"-1,0 0-3147-15,0 0-101 0,0 0-24 0,0 0 228 0,0 0-288 16,0 0-212-16,0 0-228 0,0 0-140 15,0 0-128-15,0 0-56 0,0 0-79 16,0 0-109-16,0 0-108 16,0 0-88-16,8 2-68 0,4-2-28 15,11 0 60-15,5 0-20 0,4 0-16 0,9 0-72 16,-6 0-24-16,5 0-36 16,3 0 60-16,-2 0-68 0,6-2-4 15,-2-2-12-15,2 1-36 0,5-4-12 0,-4 2 0 16,-1-6-36-16,-2 1-36 0,-10 2-16 15,-3 1-80-15,-4-3-64 0,-12 7-144 16,0-2-12-16,-8 5-197 0,-4-4-147 16,-4 4-568-16,0 0-816 0,-4 0-812 0,-4 4-1613 0,-12-1-3935 15</inkml:trace>
  <inkml:trace contextRef="#ctx0" brushRef="#br0" timeOffset="61191.535">18088 7819 612 0,'0'0'2764'16,"0"0"4320"-16,0 0-5399 0,0 0-561 0,0 0 108 0,0 0 292 15,0 0-284-15,0 0-360 16,0 0-388-16,0 0-120 16,0 0-16-16,60 7 120 15,-25-7 28-15,6-2-164 0,-1-3-192 0,-5-1-108 16,5 3-32-16,0-3-16 0,0-4 4 0,-4 1-156 15,4-1-108-15,0-5-160 0,-5 2-172 0,-3-3-224 16,0 0-252-16,-4 0-636 0,-4 0-756 0,-8 4-1765 16,-4-5-2355-1</inkml:trace>
  <inkml:trace contextRef="#ctx0" brushRef="#br0" timeOffset="61540.575">18443 7224 1552 0,'0'0'8496'16,"0"0"-7063"-16,0 0-561 0,0 0 1028 0,0 0-160 16,92 5-464-16,-64 1-296 0,7 4-328 0,-3-3-232 15,8 5-68 1,-5-2-144-16,2 2 0 0,-1 5-12 15,0-3-48-15,-5 3 12 0,-3 2 8 0,0-3-104 16,0 3-64-16,-8 0-64 0,0 0-68 16,-12 4 48-16,-5-1 84 0,-3 3 52 0,-3 3-52 15,-9 1 0-15,-4 6 4 0,-9 1-4 16,2-3-64-16,-1-1 52 16,0 1-96-16,-4-5-28 0,0-3-8 0,0 1-64 0,1-3-136 15,-1-4-196 1,4-5-100-16,0 3-264 0,8-8-620 0,-4 1-968 15,12-4-1677-15,-4-2-2067 0</inkml:trace>
  <inkml:trace contextRef="#ctx0" brushRef="#br0" timeOffset="62264.4">20316 6959 1592 0,'0'0'1420'16,"0"0"3864"-16,0 0-3316 15,0 0-191-15,0 0-229 0,-4 76-116 16,4-44-172-16,0 7-264 0,0 2-252 0,0 6-100 15,4 8-116-15,0-1-40 0,-4 2-32 16,0 2-164-16,0 3-120 16,0-3-160-16,-4 0-12 0,0-3-64 0,-5-5 4 0,5 1-36 15,1-10 8-15,-1-3-8 16,4-6 0-16,0-7-76 0,0-5-100 16,4-8 40-16,-4-2-160 0,3-4-236 15,-3 1-16-15,4-7-260 0,-4 2-468 16,0-2-332-16,0-2-636 0,0-11-1889 0,0 3-1959 15</inkml:trace>
  <inkml:trace contextRef="#ctx0" brushRef="#br0" timeOffset="62564.32">20363 6975 7400 0,'0'0'4961'0,"0"0"-4409"0,0 0 96 15,0 0-36-15,0 0 388 16,99-51 120-16,-74 49-296 0,3 2-340 0,0 0-164 16,0 2-108-16,-4 5 12 0,-1 5-92 15,-7 4-20-15,1 3 24 0,-10 3 0 16,-7 7-36-16,0 3 20 0,-12 6-20 16,-4 6-24-16,-8 1-76 0,-4-1-48 15,0 1-52-15,-4-5-32 0,4-7-16 0,0-5-88 16,1-2-172-16,3-11-160 0,0 2-104 15,4-8-204-15,1 0-320 0,2-2-440 16,2-1-556-16,2-2-1029 0,6 3-3043 16,-1-3 4693-16</inkml:trace>
  <inkml:trace contextRef="#ctx0" brushRef="#br0" timeOffset="62756.844">20765 7547 8008 0,'0'0'2588'16,"0"0"-1443"-16,0 0-449 0,0 0 56 0,0 0 444 16,9 82 216-16,-18-59-408 0,-2 3-492 15,-2-5-340-15,2-2-164 0,3-1-8 0,0-1-188 16,0-7-132-16,4-1-416 16,4-6-200-16,-4 0-376 15,4-3-976-15,0 0-2361 0,4 0-2043 0</inkml:trace>
  <inkml:trace contextRef="#ctx0" brushRef="#br0" timeOffset="63189.286">21427 7128 4744 0,'0'0'9281'15,"0"0"-7689"-15,0 0-748 0,0 0 100 0,-84 13 120 16,56 2-128-16,4 7-152 15,1 4-320-15,3 2-196 0,0 11-60 0,4-2 20 16,4 8-8-16,4-1-36 0,4 4-27 16,0-4-61-16,4 1-96 0,0-7-8 15,4-6-40-15,4-4 0 0,8-8-4 0,-4-8 52 16,8-2 0-16,4-6-12 0,3-4-173 0,6-7 5 16,-1-12 32-1,4-7-132-15,3-6-108 0,-3-2-64 16,-1-8-12-16,1 2 36 0,1-6-4 0,-5 2 12 15,-4-1 52-15,-9 1-16 16,-3 3 96-16,-4-4 164 0,-8 1 124 0,-4 3 144 16,-4-1 64-16,-11 8 152 0,-2 6 124 0,2 4 68 15,-2 9-12-15,2 8 12 0,-2 4-100 16,6 3-172-16,-6 3-12 0,2 7-124 16,-5 9-8-16,-1 6 8 15,2 7 28-15,-1 3-15 0,0 0-25 16,0 3-132-16,0 0 0 0,-4 1-156 15,1-2-233-15,-1-1-451 0,3-2-348 0,1 1-376 0,5-7-1464 16,3-9-3077-16,3 0-2654 0</inkml:trace>
  <inkml:trace contextRef="#ctx0" brushRef="#br0" timeOffset="63345.408">21323 7482 5044 0,'0'0'1968'31,"0"0"2801"-31,0 0-3257 16,0 0-308-16,0 0 420 0,80 29-172 0,-63-16-144 0,2-1-180 0,1 5-408 15,-1-1-280-15,2 0-64 0,-1 3-132 16,-1 1-123-16,2-1-117 0,-1-5-4 16,-5 7-60-16,2-6-101 0,2-2-91 0,-3-1-116 15,0-2-192-15,4-4-232 0,0 1-388 16,0-5-792-16,-4-2-2992 0,3 0-4657 0</inkml:trace>
  <inkml:trace contextRef="#ctx0" brushRef="#br0" timeOffset="64132.696">23256 7400 4936 0,'0'0'1980'16,"0"0"136"-16,0 0-1624 0,0 0-248 0,0 0 172 15,-84-44 589-15,68 38 203 16,5-1-148-16,-2 0-208 16,-2 5-44-16,6 2 20 0,-2 0 16 0,3 0-136 15,-5 2-124-15,-2 9-152 0,2 5-100 0,2 9-112 0,-1 4 64 16,0 3-16-16,4 1 100 15,0 3 12-15,8-1-160 0,-4-6-140 0,4-7-80 16,0-2 0-16,4-8 0 0,0-5 60 16,4-1-48-16,-1-3 88 15,10-3-100-15,-2 0-136 0,6-9-24 16,3-5 64-16,0-5-100 0,-1-3-12 0,-3-3 48 16,1-2 16-16,-6 6 8 0,1-2 12 15,-4 5 28-15,0 1 88 0,-4 9-4 16,0 1 12-16,-4 7 156 0,0 0 64 15,8 3 160-15,-4 6-4 0,3 1-60 16,6 6-32-16,-6 3-56 0,2 4 28 0,-5-2 109 16,-1-1 71-16,1-1-204 0,-4 0-220 15,5-10-12-15,-5 0-72 16,-1-2-52-16,1-4-8 0,0-3-304 0,5 0-293 16,-5-3-271-16,7-6 80 0,-3-4-760 0,1-6-1368 0,-2 0-2581 15,1-11-2743 1</inkml:trace>
  <inkml:trace contextRef="#ctx0" brushRef="#br0" timeOffset="64388.198">23491 7254 652 0,'0'0'10072'15,"0"0"-8503"-15,0 0-725 0,0 0 364 0,0 0 344 16,0 0-524-16,0 0-256 0,0 0-144 0,79 74 12 16,-66-43 48-1,-5 4-148-15,-1 0-148 0,-3 3-176 0,-4 1-92 16,0-4-80-16,0-7-44 0,0-3-84 15,-4-9 76-15,4-2 8 16,0-9 0-16,0-5 8 0,0 0 52 16,0 0 12-16,0 0 40 0,4-10-64 0,9 1-36 0,-2-10-12 0,6-3 0 15,2-11-56-15,1 3-264 16,1-5-240-16,-2 2-160 16,5 5-56-16,0 0-88 0,0 2-404 15,-1 4-988-15,-6 3-1701 0,7 7-1755 16</inkml:trace>
  <inkml:trace contextRef="#ctx0" brushRef="#br0" timeOffset="64653.867">23985 7407 1136 0,'0'0'10505'0,"0"0"-8741"0,0 0-672 15,0 0 144-15,0 0 68 0,0 0-224 0,0 0-316 16,0 0-124-16,92 54-128 16,-68-66-168-16,3-5-212 0,1-5-132 0,0 0-268 0,0-3-184 15,-4-2-88-15,-4 6-12 0,-4 2 96 16,-5 6 96-16,-6 4 112 0,-5 2 248 15,0 4 176-15,-12 0-28 16,-4 3 48 0,-4 0 0-16,-8 3-96 0,4 10 48 0,-8 6 0 0,4 7 60 0,1 2 28 15,3 4 44-15,-4 3 52 0,8 0-40 16,0-1-84-16,4-2-84 16,8 3-124-16,4-6 0 0,4-7-84 15,4 0 32-15,8-5-20 0,12-6-64 0,8-4-240 16,3-7-164-16,10 0-248 0,2-7-340 0,-7 2-1396 15,16-15-4069-15</inkml:trace>
  <inkml:trace contextRef="#ctx0" brushRef="#br0" timeOffset="65418.419">25228 7200 520 0,'0'0'9656'0,"0"0"-8379"15,0 0-649-15,0 0 472 0,0 0 296 0,0 0-172 16,-92 17-172-16,77 1-180 16,-2 11-256-16,-2 6-24 0,7 2 72 15,0 9-88-15,3-4-112 0,2-5-148 16,7-2-156-16,0-7-160 0,0-9-4 0,4-2-80 0,4-11 80 16,4-3-100-1,4-3-92-15,7-6 0 0,5-7-60 0,4-9-60 16,-4-7-76-16,4-3-76 0,-8 1 52 15,4-1-16-15,-9 3 108 0,2 1-84 16,-5 5 60-16,-1 2 164 0,-7 1 120 0,-3 4 64 16,-5 7 224-16,0 0 224 0,0 5 84 15,0 1 24-15,-5 3-76 0,5 0-164 0,-4 10-132 16,-3 5-84-16,-1 10 60 0,-5 7 72 16,6 7 84-1,-5-5 64-15,3 1-124 0,6-3-232 0,-5-7-24 16,8-6-148-16,0-5-156 0,0-8-160 15,4-3-136-15,8-3 0 0,8-13 108 16,0-2-264-16,8-10-612 0,-9-1-1640 0,9-16-3333 16</inkml:trace>
  <inkml:trace contextRef="#ctx0" brushRef="#br0" timeOffset="65652.36">25726 6684 7736 0,'0'0'6677'15,"0"0"-5365"-15,0 0-608 0,0 0 244 0,0 0 16 16,-36 69 12-16,28-34-96 16,5 6-208-16,-1 3-76 0,0 7 73 0,-1 7-173 0,1-2-168 15,-4 9-224-15,-3-2-104 16,2 0-96-16,-2-3-16 0,3-2-92 0,-1-11-172 0,5-5-197 16,4-11-131-16,0-6-100 15,0-6-164-15,9-6-340 0,3-9-488 16,3-4-716-16,-2 0-1369 15,7-20-1671-15</inkml:trace>
  <inkml:trace contextRef="#ctx0" brushRef="#br0" timeOffset="65952.469">26021 7178 3220 0,'0'0'9721'16,"0"0"-8029"-16,0 0-1200 0,0 0 236 0,0 0 192 0,-76 83 72 15,49-55-76 1,3 5-304-16,3-5-280 0,1 0-100 0,9-6-72 0,-1-3-148 15,12-2-12-15,0-4 0 0,0-5 8 16,8-1-8-16,7 0-4 0,2 0 4 16,3-3 0-16,3 0 8 0,1-1 0 15,4 4-8-15,-4-4-12 0,4 4 0 16,-4-2 4-16,0 6 8 0,-4-5 8 16,-5 2 176-16,-6-1 36 0,-1 3 24 15,-5-3-60-15,-3 2 8 0,0 0 28 16,-7 1 24-16,-1-1-88 0,-8 4-76 15,-5 1-80-15,2-6-136 0,-1-2-80 16,1-1-272-16,2-5-292 0,2 0-68 0,2-11-184 16,5-4-496-16,8-11-800 0,-3-2-2097 15,3 6-1779-15</inkml:trace>
  <inkml:trace contextRef="#ctx0" brushRef="#br0" timeOffset="66240.011">26371 7286 3724 0,'0'0'9145'0,"0"0"-7541"0,0 0-732 16,13 70 420-16,-17-41 152 0,-1-1-200 0,-2-3-388 16,3-2-404-16,0-2-284 0,4-7-168 15,0-2 0-15,0-2-96 0,8-4 84 16,4-2 0-16,3-4-196 0,2 0-36 16,2-10 24-16,1-2-84 0,1-5 8 0,-2-1 0 15,1-1 88-15,-4-4-48 16,-4 4 132-16,0 0 120 0,-8-3-4 15,0 3 8-15,-4 0 208 0,-4-1-96 16,-8 1 48-16,0 1 60 0,-4 5-148 0,0 4-8 16,0 2-16-16,0 4-48 15,0 3-116-15,-4 3-188 0,1 10 8 0,2 0 0 16,-3 2-176-16,1 5-396 0,3-2-940 0,0-1-2132 16,-4 8-2829-16</inkml:trace>
  <inkml:trace contextRef="#ctx0" brushRef="#br0" timeOffset="73170.297">27802 6953 4180 0,'0'0'1280'0,"0"0"4064"0,0 0-3151 0,0 0-565 0,0 0-496 16,0 0 0-16,0 0-152 0,0 0-276 16,-20-25-164-16,5 31-184 15,-6 3-132-15,-3 11-68 0,-4-1-8 0,-4 6-36 16,-3 6 20-16,-1 2 88 0,4 2-36 16,0-5-88-16,4 3-96 15,4-8-72-15,4-2 24 0,8-8 40 16,8-5 0-16,4-3-128 15,0-2-24-15,8 2 160 0,9 6-8 0,7-1 8 16,-1 1-12-16,1 3 8 0,4-3-56 0,-4 0-12 16,-5-1-4-16,-2 1 72 0,-6-4-44 0,-2 4 48 15,-5-1 112-15,0 1 56 0,-4 0 4 16,0 3-100-16,-4-1 4 0,-5 2-72 16,2-2 4-16,-5-1 0 0,4-6-8 15,-4 3-4-15,0-2-276 0,0-4-148 0,0 0-88 16,0-5-96-16,4 0-92 15,-4 0-328-15,1-7-444 0,2-3-640 16,1-6-885-16,4 4-2603 0</inkml:trace>
  <inkml:trace contextRef="#ctx0" brushRef="#br0" timeOffset="73664.834">27850 7252 1736 0,'0'0'4892'0,"0"0"-87"0,0 0-2961 16,-16 70-132-16,8-42-276 0,4 4-216 0,-4-1-256 15,4 1-248-15,0-3-240 0,4-4-244 16,0-2-232-16,0-9-24 0,4 0-196 16,4-8 36-16,0-2 100 0,4-4 32 0,0 0 44 15,8-13-164-15,0-3-196 16,-1-9-64-16,2-1-84 0,3-2-44 15,-9 0 112-15,5-5 88 0,0 5-4 0,-4 1-152 16,-4-1-216-16,0 6 52 0,0 3 424 16,-4 6 208-16,-4 8 48 0,0-2 240 0,-4 7 64 15,0 0 200-15,4 7-200 16,-4 2 312-16,0 7-100 0,0 2-4 0,0 5-40 16,0 3-64-16,0 2-12 0,0 3 96 15,0 5-36-15,-4 6-100 0,4-2-64 0,0 11 176 16,0-3-8-16,0 3-204 15,-4-1-156-15,0 1-16 16,0-3-12-16,-4-4-24 0,0-2-48 16,1-2 0-16,-2-1 8 0,1-8 4 0,-3-1-8 0,2-5 4 15,1-7 64-15,0-5-24 0,1-6 36 16,-6-2 28-16,5-5-64 0,1 0-48 16,-10-3-148-16,2-6-252 0,2-7-184 15,-6-10 120-15,3-5-160 0,0-10 20 0,0-8-284 16,4 2-440-16,4-4-484 15,4 4-488-15,0-1-13 0,4 4-71 16,0 13-2020-16</inkml:trace>
  <inkml:trace contextRef="#ctx0" brushRef="#br0" timeOffset="74138.18">28356 6705 1880 0,'0'0'2488'0,"0"0"2596"15,0 0-3331-15,0 0-353 0,0 0-136 0,0 0 24 16,0 0-188-16,0 0-92 0,0 0-164 15,0 0-192-15,-4 23-48 0,-1-4 116 16,2 6-72-16,-1 7-148 0,0 6-76 0,0 4-31 16,4 5-141-16,-4 0-44 15,0 7-40-15,4 0-52 0,-4 3-116 16,4 0-4-16,-4-3 4 0,4-2-72 0,0-8-48 16,-4-6 12-16,4-2-124 15,0-15-289-15,0-2-199 0,4-5-120 0,0-6-188 16,4-8-516-16,0 0-1164 0,0-4-2025 15,4-14-1163-15</inkml:trace>
  <inkml:trace contextRef="#ctx0" brushRef="#br0" timeOffset="74427.61">28463 7324 1108 0,'0'0'10565'16,"0"0"-8785"-16,0 0-956 0,0 0 136 0,-4 76 412 16,4-52-92-16,0-10-416 0,0 2-484 15,0-6-244 1,8-3 48-16,5-7 52 0,2 0-44 0,5-10 16 15,4-2-116-15,0-11-92 0,0-3-268 0,0 1-76 16,-4-3 12-16,-1 3-136 16,2 2 48-16,-14 7 100 0,1 0 208 0,-8 3 40 15,0 4 64-15,-8-1 8 0,-3 1 12 0,-6 7 172 16,2 2-12-16,-5 0-20 0,-1 2-56 16,2 10-92-16,3 4 4 0,-4 1-4 15,4 1 72-15,4-1-76 0,5-1 0 16,-2-7-272-16,5 1-36 15,0-4-612-15,4-3-344 0,0-3-748 16,12 0-1073-16,4-14-2415 0,5-5 317 0</inkml:trace>
  <inkml:trace contextRef="#ctx0" brushRef="#br0" timeOffset="74754.703">28738 7150 3116 0,'0'0'484'0,"0"0"2604"0,0 0 1309 16,0 0-2997-16,0 0-480 0,0 0 148 15,48 79 68-15,-44-54-220 0,-4 1-104 16,0 0-180-16,4-4-28 15,-4 0 72-15,0-3-320 0,4-6-160 0,0-4-196 16,4-3 8-16,-4-3 64 0,0 1-8 16,4-4-4-16,0 0 24 0,-1-4 16 0,6-2-16 15,-1 0-84-15,0 0-68 0,0 2-92 16,-5 4-84-16,6 0-36 16,-1 7 280-16,-5 2 36 0,2 7 172 0,-1 0-72 31,-4 3-40-31,-1 0-48 0,1-3-44 0,0 0 0 15,5-6 4-15,-5-1 68 0,-1-2 20 0,5-5 124 0,-4-2 36 16,5-2 196-16,2-9 301 0,5-4-257 0,0-7-216 16,4-3-124-16,0-7-80 0,0 0-76 15,0 0-8-15,0-6-164 16,-4 3-80-16,-1 0-100 0,2 0-161 0,-6 3-95 16,-3 4-256-16,5 2-312 0,-10 1-632 15,1 6-956-15,-4 3-2493 16,0 1-3203-16</inkml:trace>
  <inkml:trace contextRef="#ctx0" brushRef="#br0" timeOffset="75360.689">30001 7064 848 0,'0'0'9408'16,"0"0"-7783"-16,0 0-885 0,0 0 360 0,0 0 492 16,0 0-96-16,0 0-500 0,0 0-552 0,0 0-136 15,0 0-24-15,-79 64-4 16,55-39-20-16,4 4-136 0,-4-1-80 15,4-3-44-15,4-2-60 0,0-1-28 0,8-6-24 16,-4-1-20-16,12-4 32 0,-4-2-84 0,4-4-148 16,0 6 184-1,4 1 136-15,4-2 12 0,4 3 4 0,0-1 0 0,4-2 68 16,0 3-24-16,0-6-44 0,0 1 0 16,-4-2 64-16,0 1-64 15,-8 0 4-15,3-2 104 0,-3 2 12 16,-4 0 108-16,0 2-24 0,0 0-48 15,-4 5-12-15,-3-6-36 0,-5 5 8 0,0-1-32 16,0 2-88-16,-4-8-4 0,4 4-108 16,0-7-108-16,4 0-124 0,0-3-48 0,4 0-92 15,0 0-180-15,0-9-220 16,4-4 28-16,0-3-1276 16,12-7-2201-16,0 4-963 0</inkml:trace>
  <inkml:trace contextRef="#ctx0" brushRef="#br0" timeOffset="75687.067">30149 7226 2244 0,'0'0'1148'0,"0"0"3332"0,0 0-2148 16,0 0-695-16,0 0-217 0,0 0 168 15,0 0-176-15,28 80-244 0,-28-58-64 0,-8 3-280 16,3 0-116-16,-2 1-96 0,3-6-212 16,4-6-400-16,0-3-60 15,0-3-84-15,0-4-52 0,4-1 24 0,8-3-108 16,4 0 84-16,0-10-24 15,3-2-72-15,-2-6-40 0,2-2-76 0,-3 1 100 16,5-3 24-16,-6 2 64 0,-2-1 132 16,-2 2 88-16,-3-1 0 0,0 8 124 0,-4 2 0 15,-4 3 96-15,4 7 92 16,-4 0-20-16,0 0-80 0,4 7-204 16,4 6 260-16,-4 5 64 0,0 5-52 0,-1-2-8 15,2 6 32-15,-1-5-12 0,0-3-244 0,0-4-48 16,0-5-184-1,0-1-60-15,-1-5-108 0,1-4-112 0,9-4-248 16,-5-8-312-16,4-7-604 0,0 0-1232 16,8-13-2957-16</inkml:trace>
  <inkml:trace contextRef="#ctx0" brushRef="#br0" timeOffset="76040.016">30619 6782 2540 0,'0'0'5668'0,"0"0"-3084"0,0 0-1115 15,0 0-245-15,0 0 312 0,0 0-88 16,7 66-392-16,-7-34-116 0,0 5-152 0,0 5-40 16,-3 3-136-16,-1 0-224 0,0 2-204 15,0-2-184-15,0-1-40 0,4-3-84 16,-4-6 16-16,4-10 36 0,0 0 60 0,0-8-88 16,0-4-96-16,0-7 4 15,4 0 44-15,4 0 64 0,3 1 8 16,2 2-8-16,2-2 76 0,2-1-44 15,3 3-8-15,-4 1 56 0,4 0-8 16,-5 2 4-16,2-3-4 0,-2 5-28 0,-2-5 40 16,-6 1 0-16,1-1 4 0,0-3 56 15,-8 4 76-15,5-7-28 16,-5 1-8-16,0 1-28 0,0-2 100 16,-9 1 12-16,-3-1-184 0,5 1-112 0,-10-2-240 15,2 2 56-15,-2-4-72 16,2 0-48-16,-1-4-124 0,0-5-192 0,0-3-648 0,-1-5-788 15,6 2-1781-15,3-2-2251 0</inkml:trace>
  <inkml:trace contextRef="#ctx0" brushRef="#br0" timeOffset="76807.186">31189 7292 2692 0,'0'0'3244'16,"0"0"1837"-16,0 0-3501 0,0 0-392 0,0 0-88 15,0 0-92-15,0 0-316 0,0 0-192 16,-84-6-180-16,68 23 40 15,-4 4 12-15,4 8 0 0,0 0-64 0,-4 2-52 16,9-6-8-16,3 1-92 0,-1-10-96 16,5-4-60-16,4-5-148 0,0 0-12 0,0-7 0 15,0 0 12-15,8 0 148 0,5 0 88 16,-2-7 144-16,9-6-128 0,0 1-104 16,0-1-64-16,-4 1-68 0,4 1-28 15,-8 5-64-15,4 6 4 0,-4 0-52 0,-4 10 212 16,4 5 60-16,-5 6 184 15,-2 4-88-15,3 0 28 0,-8 3-112 0,4 4-12 16,0-3 16-16,-1-1-8 16,1 5 40-16,-4 0 36 0,0 3 64 0,0-1 48 0,0 2 76 15,0 1-52 1,-7 1-84-16,-5-1-52 0,-1 0 4 16,2-3 68-16,-6 1-44 0,6-8-52 0,-6-3 40 0,2-3-28 15,-1-6-24-15,4-9 12 16,-3-1-60-16,-2-6-236 15,2 0-104-15,-5-6-88 0,3-10 8 0,2-8-84 0,2-3-348 16,5-11-368-16,5-4-1200 0,3 8-2341 16,0-20-1751-16</inkml:trace>
  <inkml:trace contextRef="#ctx0" brushRef="#br0" timeOffset="77049.641">31619 7445 1044 0,'0'0'7612'0,"0"0"-5580"0,0 77-427 0,0-39 471 16,0 6-208-16,0 4-336 0,0 6-444 15,0 3-352-15,0 4-196 0,0 1-164 0,-4 2-20 16,0-4-176-16,0 1-92 16,-4-4-88-16,0-7 0 0,-4-4-172 0,4-9-192 15,0-5-140-15,1-10 140 16,2-9 32-16,1-7-136 0,4-6-196 15,0-9-352-15,0-10-448 0,0-11-1156 0,9-10-169 16,-2-11-23-16,1 13-1560 0</inkml:trace>
  <inkml:trace contextRef="#ctx0" brushRef="#br0" timeOffset="77266.721">31603 7619 272 0,'0'0'2664'0,"4"-78"-1832"0,0 55 3316 0,4 1-1031 16,0 0-1433-16,4 5-652 15,4 2-92-15,-4 5-32 0,4 2-216 16,3 1-20-16,5 3-184 0,-3 1-116 0,7 3-128 15,-4 0-120-15,-1 3 12 0,1 3 24 16,-8 4-24-16,0-1-24 0,-5 5-112 0,-2-2 0 16,-9 4-84-16,0 3 68 0,-4 0 4 15,-12-1-84-15,-4 6-140 0,-4 1-36 16,-4 0-124-16,-3 3 100 0,-5-2 84 16,-1 3-40-16,-2-4-320 15,3 0-400-15,-4-2-292 0,0-4-404 16,-3-3-933-16,11-7-2675 0,-20-2 769 0</inkml:trace>
  <inkml:trace contextRef="#ctx0" brushRef="#br0" timeOffset="79802.6">17543 8594 9004 0,'0'0'4401'0,"0"0"-3133"0,0 0-184 0,0 0-304 16,0 0-80-16,0 0 44 0,0 0 108 15,0 0 200-15,0 0-316 0,99 32-288 16,-63-26 4-16,0 0-184 0,-1-6-39 16,6 0-45-16,-5 0-136 0,-5-2 44 15,5-8-92 1,0-3-108-16,-4-3-12 0,-1 4-148 0,-3-4-245 15,-3 0-239-15,-5 4-228 0,-5-1-372 0,-7 0-768 16,1 6-1964-16,-9-2-2109 0</inkml:trace>
  <inkml:trace contextRef="#ctx0" brushRef="#br0" timeOffset="80003.91">17897 8426 272 0,'0'0'10937'0,"0"0"-9165"0,0 0-652 15,0 0 28-15,0 0 64 0,0 0-228 0,0 0-316 16,0 0-300-16,0 0-108 0,0 0 48 16,-20 89 12-16,20-61-52 0,0 1 4 0,0 3-152 15,-4 0-120-15,0 3-60 0,0 2-100 16,0-1-60-16,-4-1-88 0,5-1-440 16,3-2-192-16,0-3-104 0,0-7-256 0,3-3-536 15,5-9-857-15,4-4-2895 16</inkml:trace>
  <inkml:trace contextRef="#ctx0" brushRef="#br0" timeOffset="80753.253">18642 8382 2720 0,'0'0'576'15,"0"0"5148"-15,0 0-4600 0,0 0-299 16,0 0 551-16,0 0-12 0,0 0-460 16,0 0-352-16,0 0-300 0,0 0-200 0,-40-29-48 15,40 29-4-15,0 0 0 16,0 0 52-16,0 0 48 0,0 0 12 0,0 0 40 0,0 0 24 16,0 0 64-16,0 0 96 0,0 0 88 0,0 0 88 31,0 0-92-31,4 0-100 0,0 0-148 0,8 0 16 15,4 0-16-15,4 0 108 0,-1 0-160 16,2 3-120-16,3 1 0 16,0 2 12-16,-5 0-4 0,2 4 68 0,-6-4-76 0,-2 0-76 15,-2 4 68-15,-2-1-40 0,-5 4 48 0,-4 4 4 16,0 2 0-16,-13 2-4 0,-2 4-184 16,-2 1-124-16,-7 0 12 15,1-1 100-15,-5 0 72 0,4-3 36 16,0-3 88-16,0 1 72 0,4-4 24 15,4-7 40-15,8-2 24 0,1-2 4 16,3-1-20-16,4-4-144 0,0 3 0 0,4 0 0 0,7 4 124 16,5-1 124-16,4 1 144 15,0-4-48-15,4 0-64 0,0-3-72 16,-1 0-164-16,2 0-44 0,-1-3 0 0,0-4-48 16,-5 1-52-16,1-7-288 0,-4-3-388 15,4 0-244-15,-4-5-596 0,-8 4-2392 16,4-11-3909-16</inkml:trace>
  <inkml:trace contextRef="#ctx0" brushRef="#br0" timeOffset="81202.594">18458 8213 6128 0,'0'0'2584'15,"0"0"-207"-15,0 0-1065 0,-79 19-380 16,59-2 276-16,0 2-76 0,4 3-164 15,0 3-168-15,4 7-280 0,1 0-164 16,-2 6-48-16,9 2-24 0,1 6-112 16,-1 1 36-16,0 0-144 0,4 5 20 15,0-2 28-15,0 1-100 0,4-4 0 16,7-1 0-16,2-6 136 0,2-2-140 0,2-3 88 0,6-6-48 16,1-4 4-16,4-3-48 0,8-5 180 15,-5-9-16-15,14-1 200 16,-2-7-16-16,9-7-168 0,0-7-108 0,3-12-76 15,1-3-132-15,0-6 20 16,0-6-8-16,-8 0-64 0,0-4-132 16,-5-2 36-16,-2 2 20 0,-5 1 52 0,-8-1 24 15,-1 4 88-15,-7 0-40 0,-8-4-12 16,0 3 64-16,-8-2 84 0,-4 0 0 0,-4 3 48 16,-16 0-12-16,0 3 172 0,-8 2 176 15,-3 11-116-15,-1 6 24 0,-4 3-168 16,-1 10-88-16,-2 6-36 15,-1 0-8-15,1 9-76 0,-6 10-124 16,6 0-40-16,-6 6-80 0,6 5-116 16,-1-1-256-16,4 2-292 0,5-3-596 0,7-2-1020 0,-8 12-2701 15</inkml:trace>
  <inkml:trace contextRef="#ctx0" brushRef="#br0" timeOffset="82504.28">20838 8966 6536 0,'0'0'5913'16,"0"0"-4993"-16,0 0-96 0,0 0 0 0,0 0 512 15,0 0-116-15,0 0-144 0,0 0-256 16,0 0-488-16,0 0-284 16,0 0 16-16,-45 63 20 0,49-28 40 15,5-3 8-15,3 3-88 0,-5-6-44 16,6-4-60-16,-2-9 12 0,-3 0 0 0,5-9-28 0,-2-2 4 16,1-2 24-16,8-3-16 0,-3-3-68 15,2-9-152-15,5-8-316 16,0-5-40-16,0-6-104 0,-8-4 72 15,4 0-132-15,-1-4 188 0,-6 8 176 0,-6 2 212 16,1 7 164-16,-8 3 64 0,0 3 280 16,-8 4 72-16,-3 5 100 15,-9 1-252-15,3 3 16 0,-2-1 0 16,-1 4-68-16,0 7-48 0,4 2-24 0,-1 4-68 0,2 3-8 16,4 0-116-16,2 3-120 0,1 0-296 15,4 0-740-15,0-3-1636 16,1 3-3565-16</inkml:trace>
  <inkml:trace contextRef="#ctx0" brushRef="#br0" timeOffset="82660.362">21252 8997 380 0,'0'0'9048'0,"0"0"-7239"0,0 0-297 0,0 0-248 0,91-34-264 0,-70 18-284 16,2 0-252-16,1-3-372 15,-4-3-92-15,4 0-392 16,-1 3-540-16,-2-4-424 0,-5 7-384 0,-4-3-737 0,-1 10-743 15,-2-4-1644-15</inkml:trace>
  <inkml:trace contextRef="#ctx0" brushRef="#br0" timeOffset="82970.067">21499 8718 2544 0,'0'0'1720'15,"0"0"404"-15,0 0-424 0,0 0-440 16,0 0 20-16,-79-42 45 0,66 42-289 16,5 0-132-16,1 11-220 0,2 1-76 0,-3 10 44 15,4 4 52 1,0 2-104-16,1 7-40 0,-1 0 20 0,4 7-124 15,-4-1-148-15,4 3-196 0,-5 1 32 16,5 6-144-16,0 2-12 0,0 1-36 16,0 3-24-16,0 4-16 0,9-1 76 0,-2 4 4 15,1-5 4-15,0-1 0 16,1-7 0-16,2-4-44 0,-3-8 48 16,1-4 40-16,2-7 44 0,-3-5 64 0,1-5-24 15,-2-1-64-15,1-8 16 0,-4 1-76 16,0-4 0-16,-4-6-32 0,0 0 32 15,0 0 208-15,0 0 24 0,-4 0-232 0,-4 0-52 16,-3-4-56-16,-6-2-28 0,-3-7-340 16,1 1-68-16,-6-4-24 0,-3-3 0 31,4 0-192-31,0-3-396 0,-3-3-472 0,7-1-1641 0,8 3-2363 0</inkml:trace>
  <inkml:trace contextRef="#ctx0" brushRef="#br0" timeOffset="83469.821">22662 8629 10188 0,'0'0'2569'0,"0"0"-925"0,0 0-308 0,0 0 92 16,0 0-152-16,4 77-400 16,0-33-288-16,-4 10-160 0,4 6 8 0,-4 7-44 15,0-1-76-15,0 1-160 0,0 3-80 0,-8-3-76 16,1-4 4-1,-2-9-4-15,5-3 0 0,0-13 0 0,0-9-136 0,0-3-144 16,1-12-132-16,3-3-100 16,0-5-124-16,0-6-212 15,0 0-388-15,7-10-712 0,1-9-112 16,1 4-2441-16,2-21-827 0</inkml:trace>
  <inkml:trace contextRef="#ctx0" brushRef="#br0" timeOffset="83787.464">22694 8785 496 0,'0'0'2568'0,"0"0"3672"16,0 0-4820-16,0 0-427 0,0 0 159 0,0 0 124 16,0 0-204-16,0 0-92 0,0 0 220 15,0 0-356-15,0 0-252 0,75 47-152 16,-58-8 16-16,3 5-52 0,-4 1 20 0,0 2-116 16,-1 3-152-16,-3 5-132 15,1-1-24-15,-6 4-84 0,-3-8 24 0,-4 1-12 16,4-10 20-1,-4-3 48-15,4-10-8 16,1-9-36-16,-1-6 4 0,-1-3 40 0,1-8 8 16,-4-2-4-16,4 0 172 0,4-2 96 0,1-15 12 0,6-4-148 15,1-11-60-15,0-12-72 16,4-7-144-16,-5-9-16 0,6-4-44 0,-1-5-128 16,3 2-132-16,-3 6-24 0,5 4 84 15,-1 6-100-15,-1 14 24 16,-3 1-28-16,-3 11-284 0,2 9-124 0,-3 0-632 15,-8 10-728-15,4 3-2729 0</inkml:trace>
  <inkml:trace contextRef="#ctx0" brushRef="#br0" timeOffset="84178.878">23471 9293 4332 0,'0'0'3948'0,"0"0"1117"15,0 0-3745-15,0 0-512 0,0 0 112 0,0 0 4 16,-84 54-120-16,69-32-200 0,-2 3-272 15,2 1-72-15,-2 5-40 16,2 5-36-16,2 2 36 0,-2 3-24 0,7 0-40 16,-4 3-32-16,4-5-4 0,4-1 52 15,0-3 0-15,4-10 96 0,0-2 304 16,4-5-219-16,4-8-173 0,0 0-36 0,4-8-92 16,0 2-48-16,4-4-4 0,-1 0-124 15,2 0-20 1,2-9 36-16,-2-5-137 0,-2-1-231 0,-2-1-108 0,-2-3-160 15,-3 0-248-15,-3 3-404 0,-5 0-540 16,0 0-672-16,-5 7-1873 0,-14-10-1867 0</inkml:trace>
  <inkml:trace contextRef="#ctx0" brushRef="#br0" timeOffset="84341.477">23184 9607 1356 0,'0'0'2128'16,"0"0"6781"-16,0 0-6681 15,0 0-984-15,0 0-464 0,0 0-56 16,0 0 352-16,0 0 204 0,0 0-376 15,88 6-368-15,-60-6-268 0,-1-3-204 0,1-3-64 16,0-4-292-16,-4 4-208 0,-3-3-148 16,2-1-136-16,-7 4-260 0,1 0-520 0,-6 2-896 15,-7 1-1805-15,0 0-1419 0</inkml:trace>
  <inkml:trace contextRef="#ctx0" brushRef="#br0" timeOffset="84472.013">23475 9575 1316 0,'0'0'1984'0,"0"0"-812"0,0 0 5505 16,0 0-4993-16,0 0-704 0,-32 87-120 0,28-66-140 15,4 5-92-15,0-4-36 0,0 4-116 16,0-1-156-16,0 4-84 0,4-4-60 16,0 1-168-16,0-1-8 0,1 0-112 0,2-6-160 0,1 0-528 15,0-10-268-15,0-2-472 16,0-4-1288-16,8-9-3969 16</inkml:trace>
  <inkml:trace contextRef="#ctx0" brushRef="#br0" timeOffset="84831.185">23834 8925 11929 0,'0'0'2248'0,"0"0"-1188"0,0 0 388 16,0 0 128-16,0 0-260 0,84 16-364 15,-52-16-328-15,-1 0-224 0,-3 0-120 16,4-3-123-16,0-4-157 0,-9 1-88 0,5-4-105 16,-4 4-319-16,-7 0-172 0,-2-1-280 15,-2 1-440-15,-2 3-1292 0,-11-1-2909 0,0 4-3871 16</inkml:trace>
  <inkml:trace contextRef="#ctx0" brushRef="#br0" timeOffset="85087.897">24009 8956 5884 0,'0'0'3996'0,"0"0"-1751"16,0 0-1197-16,0 0-272 0,-40 80 300 16,32-52 172-16,0 1-164 0,1 3-120 15,2 0-324-15,1-1-108 0,0 5-68 16,0-3-12-16,0 3-64 0,1 5-92 0,-6-3-56 16,9 0-56-16,-4 1-4 0,0-5-44 0,4-5-27 15,0-4-25 1,0-5-44-16,4-5-40 0,5-2-52 0,-2-4-8 15,5 1 52-15,4-4-64 0,4 1 68 16,4-7-93-16,0 0-111 0,4 0-36 16,0-7-108-16,4-2-88 0,-4-7-180 15,7 0-300-15,-3-6-500 0,0 0-884 0,-8 3-2541 16,8-11-4519-16</inkml:trace>
  <inkml:trace contextRef="#ctx0" brushRef="#br0" timeOffset="85538.578">24691 8915 9792 0,'0'0'5417'0,"0"0"-4345"0,0 0-424 0,0 0 468 16,0 0 204-16,0 0-256 0,0 0-320 16,0 0-440-16,0 0-172 0,0 0-120 15,-45 60 76-15,30-25-4 0,-9 10 97 0,3 3-21 16,-2 6-52-16,-1 2 12 15,0 2 16-15,4-1-16 0,0-3-48 16,4-4 0-16,8-8 0 0,1-7 64 0,7-7-4 16,0-8-24-16,7-8 84 15,5 1 100-15,4-7-172 0,5-2-120 0,6-4-68 16,1-4 56-16,-1-5-84 0,5-7 12 16,4-3-148-16,-4-7-8 0,0-5-64 0,4-1-96 15,-4-3 12-15,-4-3-49 0,-1 0 37 16,1-3-4-1,-4 2 76-15,-7-1 60 0,2-5-40 0,-6 4 40 16,-6-1-4-16,-3 1 272 0,-4 3 0 16,0 6 100-16,-8 3 156 0,-4 11 76 0,0 5 36 15,-3 3-16-15,2 7-60 0,-2 3-172 16,-5 3-120-16,-5 10-76 0,1 6 76 0,-3 3 12 16,3 3 112-16,0 5 28 0,0-5-152 15,0 0-96-15,5 0-316 16,-6 1-284-16,5-4-324 0,-3 3-920 15,10-5-2268-15,-14 8-3113 0</inkml:trace>
  <inkml:trace contextRef="#ctx0" brushRef="#br0" timeOffset="85733.739">24590 9245 5744 0,'0'0'2028'16,"0"0"2181"-16,0 0-2953 0,0 0-52 15,0 0 120-15,0 0 68 0,0 0-4 0,80 70-232 16,-68-47-424-16,0 5-160 0,0-2-72 15,4 2-27-15,-8 1-109 0,4-2-144 16,4-4-64-16,-4 3-96 0,0-7-52 16,0-3-8-16,-1-4-40 0,2-2-20 0,2-4-156 15,-2 0-368-15,2-6-145 16,2 0-111-16,-2-6-8 0,2-7-332 16,-2-2-1024-16,-2 2-2800 0,2-16-4637 0</inkml:trace>
  <inkml:trace contextRef="#ctx0" brushRef="#br0" timeOffset="86286.634">25372 8838 10828 0,'0'0'6569'16,"0"0"-5209"-16,0 0-964 0,0 0-176 0,0 0 12 0,0 0 148 15,0 0-48-15,0 0-140 0,0 0-128 16,0 0-52-16,99-28-12 0,-75 19-88 16,4 2 4-16,-4 1 0 0,-4 3-4 0,0 3 40 15,-5 0 36-15,-2 0-88 0,-2 0 40 16,-3 3 24 0,1 3 36-16,-1 1 84 0,-5 2 64 0,1 1-24 0,0 2-28 15,0 1-24-15,-4 4 40 16,0-3-40-16,0 6 12 0,0-1-8 0,0 7-4 0,0-1 48 15,-4 3-8-15,0 4-4 16,0 4-36-16,1-2 4 16,-1 4-64-16,4 0 36 0,-4 0-48 15,4 1-4-15,0-1 4 0,0-4 4 0,0 2 104 16,0-5 28-16,4-2-3 0,-4-3-85 0,4 2 48 16,-1-3 4-16,-3-3 8 0,4 0-48 0,-4 1 48 15,4-4-48-15,-4-2-48 0,0-6 0 16,4 3 60-1,-4-2-68-15,0-5 0 0,0 1 8 0,0-4 0 16,0-2 36-16,0-2-40 0,0 0 100 16,0 0 24-16,0 0-32 0,0 5 32 0,0-5 24 15,-8 0 136-15,1 0-280 0,-6 0-12 16,1 0-120-16,-3 0-76 0,-5 0-92 16,-4 0-112-16,-8 0 0 0,0-5-89 15,-8 5-107-15,-4 0-144 16,-7 0-192-16,-5 0-388 0,0 5-456 0,-8 1-1144 15,1 2-2193-15,10-1-2927 0</inkml:trace>
  <inkml:trace contextRef="#ctx0" brushRef="#br1" timeOffset="115306.819">16020 2438 1528 0,'0'0'1132'0,"0"0"-1128"0,0 0 4 16,0 0 136-16,0 0 1604 0,0 0 752 0,0 0-1228 15,0 0-456-15,0 0-244 16,-79-57 44-16,67 50-176 0,-4 4 77 15,0-3-5-15,-4 4 16 0,4-5 20 0,-4 3-124 16,0 1-120-16,0-2-176 16,-4 0 36-16,1-1-72 0,-10 3 44 15,1 0-8-15,-3 3 12 0,-1-3 48 16,-8 0-48-16,0 3 12 0,-3 0-24 0,-1 0-80 16,0-4 4-16,-4 4-4 0,0 0 104 0,-4 0-144 15,5 0 0-15,-5 0 56 16,0 0-64-16,0 0 0 15,5 0 0-15,-5 0-8 0,0 0 8 0,4 0-52 16,-3 0-48-16,-5 0 0 0,4 0 92 0,0 0-68 0,4 0 72 16,-4 0-8-16,9 0 0 15,-5 0-76-15,1 0 24 0,2 0 12 16,6 0 52-16,-1 0 0 0,0 0-48 16,4 0-16-16,-4 0-48 0,5 4 112 0,-2 2 76 15,2 4 16-15,-1-3-4 16,4 1 0-16,-4 5-76 0,-4-4 0 0,1 8-12 15,-1-1-52-15,-4-2-36 16,0 10-36-16,0-6 124 0,0 1 0 0,0 3 0 0,5 1 0 16,-5-1-104-16,0 4 16 15,4-1 84-15,-3 3-8 0,2 1-36 16,2 0 48-16,3 2 44 0,0-2-44 0,4 2 0 0,4 2 8 16,-4 2-8-1,5 2-76-15,-1 2 4 0,0-2 68 16,4 5 8-16,-4 3-8 0,8-4-92 15,0 0-20-15,5 1 4 0,2-1 60 0,6 3-12 16,-1 7 12-16,7 0 28 16,1 3-28-16,4 0 52 0,0 3 0 0,4-1 52 0,1 8-40 15,7 0 52 1,-1-1-56-16,2 7 4 0,2 1 144 0,2 2-20 16,2-4 44-16,9 4 48 0,0-3-180 0,4 0 80 0,7-3-128 15,2-2 8-15,2-4 44 16,5-4 12-16,4-3 96 15,7-3 68-15,5-3-100 0,12-1 48 0,3-2-168 16,13-1 116-16,5-2-72 0,6-1-52 16,4-6 0-16,9 0 48 0,-1-6-48 0,5-4-76 15,4-6 76-15,3-6 0 0,0-4-56 16,1-3 4-16,4-6-72 16,-1 0-40-16,0-9 112 0,-3-1 44 15,-1-2 8-15,0-1 0 0,-2-6 164 16,-3 0 124-16,3-7 16 0,-2 1 12 0,-4-3-128 15,-3-1-100-15,-8-3-88 0,-5 0-12 0,-7 1-148 16,-8-5-208-16,-5-2 168 16,-7 4 36-16,-5-11 156 0,-2 1-4 15,-6 0-76-15,-3-8-12 0,-5 2-12 0,-3-1 36 16,-4-6 24-16,0 0-100 0,-8 0 92 0,0-1-132 16,-4-2-60-16,-1-3 152 15,-7 2 24-15,4-2 72 0,-4-1-60 0,-4 8 64 16,0-3 48-1,-4 6-44-15,-4-1 80 0,-1-3-72 0,-6 3 216 16,-9-3 24-16,0-3-76 0,0-1-36 16,-9 1-92-16,-2-4-48 0,-6 1-112 0,-6-4-140 15,3 4 248-15,-4-1-96 0,0 4 12 16,1 2 88-16,-1 11 200 0,-4-1 16 16,3 10-28-16,-3 0 100 15,0 7 268-15,-3 1-20 0,-1 5-36 16,-4 0-140-16,0 0-76 0,-3 2-172 0,-9-2-12 15,0 3-100-15,-8-1-172 0,-4 2-12 0,1-2 48 16,-1 2 24-16,-4 2-64 0,4-1 92 16,-3 4-40-16,3 0 24 15,0 3-12-15,0 4 24 0,0 2 88 0,1 4-12 16,-5 3-64-16,4 0 76 16,0 0 0-16,0 7 0 0,4 2 0 15,1 1-52-15,7-4 40 0,-4 6-72 0,9-2-56 0,-1 3-60 16,8-3-92-16,4-1-20 15,9-3-4-15,2 5-48 0,1-3-256 16,8 2-588-16,1 5-648 0,6-4-1197 0,-3 8-3099 0</inkml:trace>
  <inkml:trace contextRef="#ctx0" brushRef="#br1" timeOffset="116294.69">17463 3884 1148 0,'0'0'3324'0,"0"0"896"16,0 0-2696-16,0 0-387 0,0 0-85 0,0 0 160 16,0 0-56-16,0 0-164 0,0 0-112 15,0 0-368-15,0 0-200 16,-24-11-140-16,24 11-84 0,0 0-88 0,0 0 0 15,3 0-64-15,14 6 64 0,7 4 16 16,12 6 168-16,7-4 76 16,17 5 96-16,0-5 16 0,11-2-104 15,5-1-68-15,3-6-28 0,9-3 8 0,8 0-56 16,0-5 36-16,8-5 36 0,3-3-88 0,-3 1-40 16,-5-4-68-16,-3-1-8 15,-5 1-80-15,-14 4-48 0,-10-4 4 0,-7 7-248 16,-17-1-248-16,-11 1-72 0,-4-1-104 15,-11 4-356 1,-6 0-972-16,-7 1-2209 0,-8-7-2239 0</inkml:trace>
  <inkml:trace contextRef="#ctx0" brushRef="#br1" timeOffset="116547.525">18801 3582 664 0,'0'0'5128'0,"0"0"-2256"0,0 0-1072 15,0 0-411-15,100-5-173 0,-72 12-224 0,8 0-192 16,-4 2-68-16,4 1-40 0,-5 3-92 16,5 2-140-16,0 1-28 0,0 0-148 15,0 6-60-15,-8-2-180 0,-1 2-44 0,-7 0-84 16,-3 4 80-16,-9-1-108 0,-5 3-24 16,-3 4 48-16,-7-1 88 0,-14 8 0 0,-7-1-56 15,-3 0-68-15,-5 0-160 16,0 0 48-16,1-6-52 15,3-7-172-15,0-3-412 16,4-2-580-16,8-7-896 0,8-7-2349 0</inkml:trace>
  <inkml:trace contextRef="#ctx0" brushRef="#br1" timeOffset="117248.669">20088 3796 4820 0,'0'0'4396'15,"0"0"-2343"-15,0 0-741 0,0 0-472 16,0 0 216-16,0 0 256 0,0 0-232 16,0 0-508-16,0 0-176 0,0 0-112 15,0 30-24-15,4-5 144 0,1 8 52 0,-1 7-28 16,0 4-168-16,-4 7-128 0,0-3-80 15,0 2 8-15,3-1-12 0,-3-2 12 16,0-6-60-16,0 3-44 0,0-6 40 0,0 1-44 16,4-4 48-16,-4-3-60 0,0-4-52 15,4 0 28-15,-4-9 32 16,0-2-56-16,4-4 20 0,-4-7 28 16,4 0-24-16,-4-4 8 0,0 3 4 0,0-5-40 15,0 0-48-15,0 0-108 16,0 0 56-16,0 0 92 0,0 0-68 0,0 0 28 15,0-5 36-15,0 5 40 0,0-2-40 16,0 2 48-16,0-3 16 16,5-4-16-16,-5 0-24 0,4-1-60 0,-4-2-88 15,3-3-76-15,1 0-40 16,-4 4-164-16,4-3-128 0,-4-1-568 0,0 0-472 16,0-3-273-16,0 0-727 15,0 4-2304-15</inkml:trace>
  <inkml:trace contextRef="#ctx0" brushRef="#br1" timeOffset="118477.476">20634 3921 3424 0,'0'0'1592'16,"0"0"2300"-16,0 0-2820 0,0 0-424 16,0 0 97-16,0 0 63 0,0 0 40 15,0 0 40-15,-32 80-88 0,25-43-196 0,3 9-76 0,-5 4 68 16,1 4-124-1,5 6-88-15,-9 1-184 0,-1 1-200 0,6 2 0 0,-5-7-172 16,3-9-40-16,6-10 12 0,-1-15 52 16,4-11-52-16,0-6-244 0,4-6-220 15,8 0-384-15,-4-12-352 0,3-4-292 0,6-9-449 16,-9 1-2639-16</inkml:trace>
  <inkml:trace contextRef="#ctx0" brushRef="#br1" timeOffset="118760.749">20658 4029 3372 0,'0'0'248'0,"0"0"12"0,0 0 4252 16,0 0-3344-16,0 0-432 0,0 0 165 0,0 0 667 15,0 0-208-15,0 0-500 16,0 0-240-16,88 83-132 0,-69-49-72 0,2 8-92 0,-1-1-124 16,-5 0-148-16,2 0-52 15,2 1-88-15,-6-7 12 16,2-7 76-16,2-6 12 0,-6-3 176 0,1-6 12 0,0-6-4 15,-4 0-8-15,-4-5-64 16,3-2 84-16,-2 0 212 0,-1-13 136 16,4-6-288-16,3-12-144 0,2-8-64 0,-1-9-60 15,0-2 0-15,0-1-108 16,-5-2-28-16,10 5-124 0,-6 3-120 0,6 4-112 16,-2 6-44-16,2 4-8 0,-2 5-44 0,-2 7-280 15,-6 3-368 1,5 9-560-16,-8 2-765 0,5 5-1879 15</inkml:trace>
  <inkml:trace contextRef="#ctx0" brushRef="#br1" timeOffset="119610.519">21471 4403 836 0,'0'0'1184'0,"0"0"-504"16,0 0-224-16,0 0-444 0,0 0 80 15,0 0 4524-15,0 0-3112 0,0 0-480 16,0 0-135-16,0 0 87 0,0 0-80 15,-12-12 8-15,12 9-184 0,0 3-216 0,-4 0-100 0,1 0-4 16,-2 0-108-16,1 0 44 0,0 0-100 0,-4 0-24 16,-3 0-88-16,2 0-124 15,-3 6-48-15,0 1-40 0,-4 5 76 16,0 4-76-16,-3 6-12 0,-2 4 52 16,6 6-4-16,-5 1-32 15,-1 7 84-15,10 1 52 0,-6 0-44 0,14 0 156 16,-1-6 36-16,4 0 20 0,4-3 16 0,4-7-60 15,4-3 144-15,-1-6 52 16,10 0 20-16,-6-6-36 0,5-3-84 16,1-5-28-16,3-2-96 0,-5 0-40 15,1-2-100-15,1-9-8 0,2-2-120 0,-7-2-76 16,3-1-172-16,-6-3-272 16,-1 0-176-16,-5-3-264 0,-2 0-576 0,-1 5-1168 0,-8-4-3453 0</inkml:trace>
  <inkml:trace contextRef="#ctx0" brushRef="#br1" timeOffset="119774.692">21364 4736 2692 0,'0'0'8665'0,"0"0"-7433"0,0 0-264 16,0 0 580-16,0 0-276 0,0 0-448 0,0 0-204 16,83 0-460-16,-67-8-160 15,-1-6-336-15,2 2-432 0,-2-4-352 0,-2 3-316 16,-2 0-540-16,-3 4-973 0,-3 0-2195 15</inkml:trace>
  <inkml:trace contextRef="#ctx0" brushRef="#br1" timeOffset="119905.703">21551 4645 1828 0,'0'0'1196'0,"0"0"-452"0,0 0 4988 15,0 0-4243-15,-4 86-553 0,4-64-88 16,0 3-20-16,0-2-40 0,0-1 44 0,4 0-128 16,0-3-324-16,0-4-380 0,-1 2-64 15,5-10-152-15,-3-1-476 0,7-6-176 0,-1 0-188 16,6-6-672-16,-6-5-1461 15,6-14-3891-15</inkml:trace>
  <inkml:trace contextRef="#ctx0" brushRef="#br1" timeOffset="120178.342">21905 4089 6368 0,'0'0'2040'0,"0"0"1101"16,0 0-1949-16,0 0-704 0,0 0 224 0,0 0 148 0,0 0-28 16,0 0 0-16,0 0-136 15,16 89-260-15,-8-51-28 16,-4 3-148-16,4 4-88 0,-3 2-96 0,-2 7-72 0,1 0-4 16,-4 3-88-16,0-3-48 15,0 1 64-15,0-8-40 0,0-3-60 0,-4-2-164 16,4-10-24-16,0-4-40 0,0-2-36 15,4-11-120-15,0-2-136 16,4-4-316-16,-4-2-332 0,4-7-841 0,0 0-2755 0</inkml:trace>
  <inkml:trace contextRef="#ctx0" brushRef="#br1" timeOffset="121343.912">22487 4016 888 0,'0'0'832'16,"0"0"-348"-16,0 0 376 0,0 0 132 16,0 0 1600-16,0 0-1060 0,0 0-312 15,0 0-228-15,0 0-203 0,0 0-57 16,0 0-52-16,-75 19-16 0,62-12-52 15,5 2-104-15,-7 4-68 0,2 2-72 0,-2 1-4 16,2 3 0-16,2 4-88 0,-2 2-36 16,2 4 24-16,-1 3-76 0,3 5 12 15,5 5-28-15,1 2-48 0,3 4-60 0,0-4 8 16,0 2-68-16,3-9 4 16,6-5 56-16,3-7 60 15,3-2-12-15,2-8-100 0,-1-2 88 0,-1-4 8 0,2-2 40 16,-2-4-12-16,2 0-24 15,-2-3-36-15,2 0-68 16,-6 0 0-16,6-6-8 0,-6-4-8 0,4-2-152 0,-2-1-300 16,-1-6-208-16,0 0-292 15,-4-4-276-15,-4 2-400 0,3 2-1057 0,-7-6-2423 16</inkml:trace>
  <inkml:trace contextRef="#ctx0" brushRef="#br1" timeOffset="121537.039">22387 4349 520 0,'0'0'5068'0,"0"0"-1948"0,0 0-1592 0,0 0-303 15,0 0 147-15,0 0 16 0,0 0-368 16,0 0-200-16,0 0-204 0,0 0-256 0,60 0-136 16,-48 0-64-16,8-3-88 0,-5-1-72 0,6 2-188 15,-5-4-344-15,0 3-348 0,0 0-152 0,-4-1-108 16,-1 1-408-1,-2-1-561-15,-5 1-939 0,0 3-1316 0</inkml:trace>
  <inkml:trace contextRef="#ctx0" brushRef="#br1" timeOffset="122248.307">22475 4035 2684 0,'0'0'0'16,"0"0"-40"-16,0 0 40 0,0 0 404 15,0 0 2384-15,0 0-1096 0,0 0-644 16,0 0-360-16,0 0 100 0,0 0 105 0,75-44-289 16,-71 44-12-16,0 0 36 15,1 0 36-15,-1 3-196 0,-4-1-24 16,4 3-100-16,0-3-44 0,-1 2-72 0,1-1-28 16,0 3 92-16,5-3-80 0,-1 7 104 15,-1-1-40-15,1 4 12 16,1 0-88-16,-2 2 36 0,1 1-52 0,-4 3 28 15,5 1 12-15,-5 2-40 0,-1-3 4 16,-3 2-92-16,0 6-44 0,0-2-52 0,-3 0-60 16,-6-3 0-16,5 4-28 0,-4-1-36 15,-3-3 28-15,2-2-28 16,1-1 116-16,1-3 4 0,-5-1 4 16,3-2-4-16,-2 0-48 0,3 2 44 0,-5-5-92 15,2 3-12-15,-2-4 28 0,2 1 32 0,3-3 48 16,-5-1-80-16,2-4 68 15,3 2-96-15,1-2 28 0,-2-2 8 16,1 0-88-16,0 0-172 0,0 0-44 0,0 0 208 16,0-2-44-16,1-2 104 0,3 2-440 0,-5-1 96 15,1-4-380 1,4 4-32-16,-3-4-324 0,3 4-405 16,-1-3-591-16,1-1-480 0,-4 1-1348 15</inkml:trace>
  <inkml:trace contextRef="#ctx0" brushRef="#br1" timeOffset="122591.3">22440 4260 1368 0,'0'0'1448'16,"0"0"2868"-16,0 0-2032 0,0 0-671 0,0 0-389 15,0 0 64-15,0 0-32 0,0 0-200 16,0 0-88-16,0 0-24 0,0 0-188 16,71 54-180-16,-60-34-156 0,6-1-128 15,-2 3 0-15,2-1-20 0,-2 2-16 0,-2 0-60 16,6-1 8-16,-6-2-80 0,2-2-116 0,1 1 64 16,0 0 0-1,0-3-64-15,0 0-8 0,-4-4-48 0,4 1 0 0,-4 0 0 16,0-4 36-16,-1 1-112 0,2-4 52 0,-5 4-208 31,-1-4-12-31,2-3 108 0,-5 0-220 0,0 0-208 0,-4 1-104 16,0-4-196-16,0 0-348 0,0-4-672 15,0 1-720-15,0-9-2773 16</inkml:trace>
  <inkml:trace contextRef="#ctx0" brushRef="#br1" timeOffset="123261.829">22889 3889 1420 0,'0'0'6564'0,"0"0"-4684"0,0 0-1028 15,0 0-27-15,0 0 239 0,0 0-44 0,0 0-208 0,0 0-268 16,0 0-216-16,0 0-200 0,0 0-128 15,8 0-108 1,-3-3 36-16,-1 3 72 0,3-2 4 0,1-3 0 0,1 3-4 16,-5-2-64-1,3 4-48-15,1 0 36 0,-4 0 24 0,5 0-60 0,-6 0 48 16,5 0 52-16,0 0-128 16,-4 0 88-16,4 4 40 0,0-2-52 0,-4 3 60 15,4 0 4-15,-1 1 0 0,-2 1-12 16,3 3-76-16,-8-5 88 0,4 6 8 15,0-2 80-15,-4 0 40 0,3 8-116 16,-3-5-4-16,4 4 44 16,-4 3-4-16,5 0-36 0,-5 3 48 0,4 6 132 15,0 2 84-15,-4-2-88 0,4 3-24 16,0-3-64-16,-1 5-24 0,1-2-28 0,0-2-36 16,-4 3 36-16,5 0 40 0,-5-1-12 15,0-2 24-15,4 0-92 0,-4-4 48 16,0 0 56-16,0-6 76 0,0 4-52 15,0-8 12-15,4 2 64 0,-4-5 24 16,0 1 12-16,0-3 0 0,0-1-96 0,0-3-4 0,0 1-28 16,-4-4-32-1,4 0 0-15,0-3-28 0,-4 0 0 0,-1 3-60 16,1-3-132-16,-7 0-204 0,-1 0 76 16,-8 0-272-16,0 0 108 0,-8 0-244 15,-4-6-412-15,0-4-644 16,-4-3-1229-16,4 4-2911 0</inkml:trace>
  <inkml:trace contextRef="#ctx0" brushRef="#br1" timeOffset="123769.742">21862 3956 3220 0,'0'0'104'0,"0"0"16"0,0 0 4804 15,0 0-3256-15,0 0-235 0,0 0-153 0,0 0-348 16,0 0 44 0,0 0-192-16,0 0-484 0,47 26-124 0,-38-24 128 0,2 5-176 15,1-4-44-15,0-1 56 0,-4 3-92 16,4-3 76-16,0 2-72 0,3-4-52 0,2 0-100 16,-6 0-36-1,6 0-220-15,2 0-196 0,-2 0-216 0,-2-4-360 16,1 2-340-16,-4-5-849 0,1 4-2195 15</inkml:trace>
  <inkml:trace contextRef="#ctx0" brushRef="#br1" timeOffset="124515.309">21909 4019 3236 0,'0'0'0'16,"0"0"0"-16,0 0 2096 0,0 0 208 15,0 0-880-15,0 0-632 0,0 0-160 0,0 0-115 16,0 0 163-16,0 0 220 15,0 0-312-15,0 29-196 0,0-13-112 16,0 9-24-16,0 3-104 0,-4 4-52 16,-4 7 4-16,1-1-104 0,-1 3-88 0,3 3 12 15,-7 1-60-15,5 2 72 0,-2 1-192 16,1-3 144-16,1-1 20 0,-1-2-20 16,-1-5-16-16,5-2 76 0,0-3 40 15,1-7-104-15,-1 0 108 0,4-2 0 0,0-1-100 0,0-6 100 16,0 0 8-1,4-3-48-15,3-1 48 0,-3-2 0 16,5-1 12-16,-1-2 52 0,-1-1-52 0,-3 1 104 16,5-5-116-16,-5 3 112 0,0-3 80 15,-1 1 76-15,1-3 48 0,4 0-48 16,-3 0 148-16,3 0-152 0,3-3 104 16,2 1-132-16,2-5-120 0,-3 0-56 15,8-2 28-15,0-1-80 0,3 1-8 16,1-4-68-16,4 4 52 0,0-1-60 0,-3 1 76 15,3 2 12-15,-4 1 36 16,-5-1 92-16,5 1-132 0,-4-1 168 0,0 5-172 0,0-5-4 16,0 4-8-16,-8 3-80 15,-1-3 12-15,-2 3 12 0,-5-4-112 0,0 4 28 16,-4 0-56-16,0 0-60 0,0 0-52 16,0 0-136-16,4 0-132 0,-1 0-308 15,1 0-724-15,0-2-2357 0,5-5-3338 0</inkml:trace>
  <inkml:trace contextRef="#ctx0" brushRef="#br1" timeOffset="125010.941">23555 3629 5016 0,'0'0'2940'0,"0"0"137"0,0 0-1405 0,0 0-132 16,0 0-252-16,15 73-84 0,-11-41-220 16,1-1-192-16,-1 7-240 0,0 4-108 15,0 2-116-15,-1 7-96 0,1 10-36 16,5 2-12-16,-5 3 24 15,0 7-100-15,0 1-8 0,3-2-28 0,-3-2-64 16,5-3-8-16,-5-6-84 0,3-5-4 16,1-5-8-16,0-3 0 0,1-8-4 0,-2-1-56 0,5-7-140 15,0-3-20 1,-4-4 32-16,4-3-12 0,0-6-48 0,-4 0-48 0,4-3-176 16,-4-7-264-16,4 1-360 15,-1-7-880-15,-2-4-941 0,-5-3-1907 16</inkml:trace>
  <inkml:trace contextRef="#ctx0" brushRef="#br1" timeOffset="125544.285">23978 4162 6960 0,'0'0'3280'0,"0"0"-2003"0,0 0-521 16,0 0 12 0,0 0 908-16,0 0-416 0,99 0-356 0,-71 0-360 0,0 0-156 15,0 0-92-15,-1 0-236 16,-3 0-60-16,4-3-172 0,-4 3-188 0,-5-3-360 15,2 3-484-15,-5-3-640 0,-4 3-1309 16,-5 0-3591-16</inkml:trace>
  <inkml:trace contextRef="#ctx0" brushRef="#br1" timeOffset="125728.772">24116 4368 3056 0,'0'0'5424'0,"0"0"-2467"15,0 0-1097-15,0 0-328 0,0 0-272 16,0 0-172-16,0 0-328 0,92 7-340 0,-60-7-188 16,4 0-72-16,4 0-160 0,0-4 0 15,-1-1-208-15,6 0-396 0,-6 3-440 16,5-1-364-16,-9 0-936 0,10 3-2937 0</inkml:trace>
  <inkml:trace contextRef="#ctx0" brushRef="#br1" timeOffset="126232.481">25168 3889 5564 0,'0'0'1548'0,"0"0"1704"16,0 0-1323-16,0 0-169 0,0 0-420 16,0 0-256-16,28 99-140 0,-24-58-164 15,0 3 0-15,1 11-180 0,2-1-100 16,1 2-120-16,-4 8-208 0,4 0-64 0,-3 5-8 15,-5 1-100-15,0 3-52 0,0 0-80 16,0-10 32-16,0 1 4 0,0-10 0 16,0-9-76-16,0-8-36 0,3-8-72 15,1-11 32-15,4-4-44 0,-4-8-348 16,4-6-488-16,0 0-96 0,-4-9 28 0,0-7 148 16,0-6-832-16,4 2-945 15,-8-17-1843-15</inkml:trace>
  <inkml:trace contextRef="#ctx0" brushRef="#br1" timeOffset="126522.774">25144 4029 9808 0,'0'0'1421'15,"0"0"-997"-15,0 0-64 0,0 0 496 0,0 0-16 0,0 0-204 0,0 0-292 16,0 0 32-16,84-45 128 0,-64 43 0 15,-4 2-152 1,4 0-76-16,-5 6-52 0,2 0-36 0,-1 3-116 0,-8 1-72 16,0 0-36-16,-5 5 0 15,1-2 36-15,-4 3 0 0,-4 3-12 0,-3 0-100 16,-5 4-76-16,-4-5-76 16,-1-2-48-16,-2 0-128 0,3 0-88 0,-4-3-80 15,0-4-76-15,0-2-92 16,4-1-196-16,-4 0-325 0,1-6-371 0,6 0-732 0,-6 0-856 15</inkml:trace>
  <inkml:trace contextRef="#ctx0" brushRef="#br1" timeOffset="127187.304">25479 3448 1032 0,'0'0'5288'0,"0"0"-2688"0,0 0-1332 15,0 0-171-15,0 0 555 0,0 0-532 16,0 0-244-16,0 0 40 0,0 0-184 15,76 73-284-15,-72-54-136 0,0 4-140 0,-4-4-36 16,0 2-132-16,0-1-4 0,0 2 0 16,0-3-80-16,0-1 4 15,0-5-24-15,0-3-72 0,-4-3-92 0,4-5-120 0,0 1 120 16,0-3 60-16,0 0-8 0,0 0 0 0,0 0-56 31,0 0-20-31,0 0 116 0,0-5 172 0,4-2 0 16,4-6-76-16,0-2-100 0,0-5 88 0,3 1-52 15,2 0 0-15,-1 3 140 16,-1 4 0-16,-2-2-48 0,2 5 48 0,1 4 12 16,-3 1 176-16,-2 1 28 0,1 3 124 15,5 0 64-15,-6 0-28 0,1 0-48 0,0 7-88 16,1-2-76-16,-2 2 32 16,-3 2 32-16,4 3-44 0,-4-1-108 0,1 1 24 15,-2 1-92-15,-3 3-8 0,0 0 0 16,0-1-200-16,0-2-172 15,0 4-116-15,0-5-244 0,0 1-240 0,0-1-244 16,0-2-384-16,0-3-633 0,4-2-895 16,0-2-2252-16</inkml:trace>
  <inkml:trace contextRef="#ctx0" brushRef="#br1" timeOffset="128751.773">26368 4286 2964 0,'0'0'132'0,"0"0"-28"16,0 0 1304-16,0 0 3068 0,0 0-2912 15,0 0-419-15,0 0-197 0,0 0-92 0,0 0 84 16,20-70 44-16,-20 61-216 16,0-2-168-16,-4-1-128 0,0-1-148 0,-5 1 20 15,6-1-232-15,-9 4-36 0,4 0-4 0,0 2 100 16,0 0-72-1,0 5 36-15,-1 2-136 0,-2 0-24 0,3 0 12 0,-4 5-64 16,-4 8-36-16,5 6-24 16,-6 7 64-16,2 9 24 0,-2 3-40 15,1 3 80-15,4 4-56 0,5-4-20 0,-1-6 76 16,3-7-60-16,1-9 68 0,4-3 60 16,0-3-60-16,9-3-64 15,-1-4 12-15,3-3 52 0,2 1 0 0,2-4-64 0,5-4-8 16,0-5-28-1,4-8-148-15,0 2 48 0,4-7-72 0,-4 3-128 16,-1-3 164-16,-3 3 92 0,-3-2-32 16,-2 2 88-16,-2 1 88 0,-2 3 0 0,-3 1 160 15,-4 5 80-15,-4 0-64 0,4 5 100 16,-4 4 48-16,0 0-76 16,0 0 64-16,0 0-52 0,0 4-76 0,0 5-84 0,0 3 24 15,0 11 72-15,0-2 16 16,0 5 8-16,9-3 52 0,-6 2-28 15,5-6 24-15,0-3 28 0,8 0 108 0,0-4 8 16,0 1-132-16,3-3-60 0,6-3-124 16,-5-2-96-16,4-5-36 0,4 0-72 15,-5 0-76-15,5 0-48 16,0-5-108-16,0-6-88 0,-4 5-48 0,4-2-76 16,-4-3-28-16,-4 2-212 0,0 2-476 15,0-2-1056-15,-8-1-1761 0,-5-2-2151 0</inkml:trace>
  <inkml:trace contextRef="#ctx0" brushRef="#br1" timeOffset="129886.861">28738 3965 2896 0,'0'0'248'16,"0"0"104"-16,0 0 5080 0,0 0-3584 15,0 0-431-15,0 0-333 0,0 0 124 16,-4-76-96-16,-3 66 28 0,-1 4-244 0,-1 3-44 16,1 0-224-16,1 3-332 0,-6 0-112 15,2 6-100-15,-6 7-80 0,2 10 4 16,-2 8 64-16,-2 7 12 0,3 3 16 0,-4 4-52 15,8 0-48-15,0-5-124 16,5-7 52-16,2-12-52 0,5-1 16 0,0-11 36 0,0-3-116 16,8-2-8-1,0-1-60-15,4-3-116 0,8 0-132 0,0-7 68 16,8-8-120-16,4-7-300 0,-5-4-60 0,1 0 196 16,0 1 112-1,-4-1 100-15,-4 1 72 0,0 6 220 0,-8 0 172 16,0 0 44-16,-8 10 256 0,0-2 88 0,-4 6 180 0,0 2-80 15,0 3 176-15,0 0-228 16,0 0 36-16,-4 6 20 16,0 7-356-16,0 3 48 0,0 6 172 0,4 3 0 15,-4 0 60-15,4-3-160 0,0-5-212 16,4-5-12-16,4-2 12 0,0 0-64 0,4-5-172 16,4-1-236-16,4-1-396 0,0-3-528 15,-1-3-412-15,2-4-2725 0,7-5-3654 16</inkml:trace>
  <inkml:trace contextRef="#ctx0" brushRef="#br1" timeOffset="130395.074">29372 3260 4276 0,'0'0'316'0,"0"0"5700"15,0 0-4419-15,0 0-573 0,0 0 104 0,0 0 248 0,0 0-220 16,0 0-212-16,-4 86-156 16,-1-63-208-16,5 2-128 0,0 0 4 15,0 1-56-15,0 2-56 16,0 1 8-16,0-4-24 0,5 4 197 0,-5-3-153 16,4-1-152-16,0-3-100 0,0 0-36 15,0 4-32-15,0-1 20 16,-4 3 0-16,3 5-60 0,-3 0 0 0,4 9-4 15,-4 6-8-15,0 6 4 16,0 7-4-16,0-2-8 0,-4 9-4 0,1-2 0 16,-1-3-84-16,-4-3-88 0,4-6 16 15,4-2 12-15,0-11-76 0,0-3 12 0,0-6 27 16,4-5-15-16,0-4-48 0,0-4 4 16,0-3-68-16,-1-6-56 0,1-1-140 15,-4-2-96-15,5-4-236 0,-1-3-128 0,0 0-500 16,0 0-928-1,0-3-2005-15,-1-10-1343 0</inkml:trace>
  <inkml:trace contextRef="#ctx0" brushRef="#br1" timeOffset="131310.654">29659 3879 888 0,'0'0'5580'0,"0"0"-2412"16,0 0-1427-16,0 0-597 0,0 0-72 0,0 0 4 15,80-47-280-15,-69 47-132 0,1 0-148 16,4 6-104-16,-4 4-40 0,0 2-24 16,-4 5 36-16,4 1 12 0,-8 8 144 15,0-1-244-15,-4 4-76 0,0-1-172 0,-8 4-48 16,-4-3-12-16,4-4-96 0,0-2-40 15,0-7 24-15,4-4-36 16,0-6-96-16,4-3-188 0,-4-3-36 0,4 4 180 16,0-4 52-16,0 0-124 15,8-4-28-15,0-3 268 0,4-1 132 16,4-9 4-16,4-2 0 0,-4-2-4 16,4-2-76-16,-4 1 0 0,4 0 68 0,-4 0 8 15,-4 5 0-15,-1 9 0 16,2-2-60-16,-9 6 60 0,3 4 52 0,-7 0 100 0,4 0 284 15,1 10 112-15,-5-1-104 16,0 5-108-16,0 0-128 0,0 3 28 16,0-1-88-16,-5-3-44 0,5-1-104 0,-4-6-48 15,4 1-24-15,0-4-4 16,0-3-8-16,0 0-16 0,0 0 24 0,13 0-120 0,-2-3 24 16,6-4 24-16,-2-2-64 15,5-4 64-15,5-2 136 16,-2-1-76-16,-3 0 12 0,8 0-32 0,-4 0 96 15,-1-1-48-15,1 5-4 0,1 6 64 16,-10-1 8-16,1 7 204 0,0 0 136 0,-4 0-28 16,0 11-8-16,-3-2 8 0,2 3 96 15,-3 4-60-15,0 7-60 0,-4-1 20 16,0 0 28-16,-4 3 144 0,0-3 48 16,0 4-196-16,0-3-171 0,0-5-33 0,0 2-136 15,0-4-4-15,0-4-96 0,4 1-32 16,4-1 11-1,3-5-343-15,2 2-156 0,-1-6-152 0,8 1-48 16,0-1-216-16,-1 0-784 0,2-3-2380 16,3 0-3137-16</inkml:trace>
  <inkml:trace contextRef="#ctx0" brushRef="#br1" timeOffset="131468.892">31125 4273 13637 0,'0'0'5720'0,"0"0"-4548"0,0 0-316 0,0 0 477 16,0 0-461-16,0 0-620 15,0 0-252-15,0 0-520 0,0 0-264 0,0 0-249 16,0 0-835-16,-12-16-4748 0</inkml:trace>
  <inkml:trace contextRef="#ctx0" brushRef="#br2" timeOffset="151968.952">5525 10851 1148 0,'0'0'2192'0,"0"0"-696"15,0 0-1260-15,0 0 88 0,0 0 992 0,0 0 1512 16,0 0-1367-16,0 0-457 31,-19-69-236-31,11 59 176 0,0 2-160 0,0 1 48 0,-4 0-176 0,4 1 108 16,-8-1 20-16,4 4-152 0,-4 0-100 0,5 3-164 15,-10 0-148 1,5 0-36-16,1 6-24 0,-6 4-96 0,-3 2-60 0,5 7 104 16,-5 4-100-16,-4 6 80 15,0 6-28-15,4 6 24 0,-3 3-76 16,3 5-4-16,3 0-4 0,6 6-48 16,2-1-88-16,9 0 28 0,4 3-4 0,4 0 52 15,9-4 48-15,6-1-48 0,1-11 60 16,8-6 96-16,0-7-36 15,4-9 16-15,-4 0 32 0,8-8-100 16,-4-2-4-16,-4-4 48 0,4-5-52 0,-1 0-76 16,1-5-20-16,-4-9-16 0,4 0-60 15,-4-9-144-15,0-3-276 0,-1-2-300 0,-3-8-424 16,0 3-628-16,-7 4-1172 0,6-16-3045 16</inkml:trace>
  <inkml:trace contextRef="#ctx0" brushRef="#br2" timeOffset="152460.025">6056 10436 5052 0,'0'0'2236'0,"0"0"1633"0,0 0-2909 15,0 0-76-15,0 0 8 0,0 0 236 16,0 0-48-16,0 79-164 0,0-44-160 16,4 7-160-16,0 5-140 0,3 7-40 0,1 6-96 15,1 5 36-15,-5 0 32 0,0 5-180 16,-1 1-96-16,1-5-100 0,0 1-12 0,0-6-12 15,-4-8-88-15,5-9-8 16,-5-9 24-16,4-9-64 0,0-5-120 16,-1-7-52-16,5-5-268 0,-4-6-364 0,5-3-436 15,-2 0-564-15,1-9-812 0,0 6-1929 16,-3-11-1679-16</inkml:trace>
  <inkml:trace contextRef="#ctx0" brushRef="#br2" timeOffset="153427.179">6430 11153 3132 0,'0'0'5856'0,"0"0"-4848"0,0 0-672 16,0 0 92-16,0 0 741 15,0 0 163-15,0 0-288 0,0 0-364 0,0 0-224 16,36 70-144-16,-28-67-60 0,4-3 28 16,0 0-92-16,-4 0 0 0,8-8 108 15,-4-6-168-15,4-5-128 0,-1-6-28 16,2-1-232-16,-6-5-152 16,1 2 44-16,1 1 4 0,-10 0 0 0,1 5 136 0,0 4 40 15,-4 0-64-15,-4 6 252 0,-3 3 4 0,-6 1 260 16,1 6-252-1,-3 3 316-15,-1 0 40 0,0 3-44 16,0 9-112-16,-1 4-108 0,2 7 24 0,-2 2 60 16,6 6 24-16,-1 5-40 0,4 2 4 15,0 3-64-15,-4-3 12 0,9-3 48 0,-1 0-8 16,4-7 32-16,0-2 4 0,0-7-16 16,4-3-36-16,-1-3-88 15,5-4-60-15,0-3-112 0,4 0-36 0,0-2 12 0,4-4-124 16,0 0-212-16,8 0-300 15,-4-10-272-15,3-5-104 0,5-1-456 16,-7 0-1201-16,7-13-2287 0</inkml:trace>
  <inkml:trace contextRef="#ctx0" brushRef="#br2" timeOffset="153749.021">6876 11083 2844 0,'0'0'8000'0,"0"0"-6367"15,0 0-1185-15,0 0 140 0,0 0 692 0,-8 86 196 0,-3-54-32 16,2-1-468-16,1-1-252 15,1-2-272-15,3-3-220 0,0-6-232 16,-1-6 0 0,5-7-144-16,0 1-76 0,0-7-40 0,0 0-156 15,5-3-224-15,7-7 256 0,-5-6 0 16,10-3 12-16,-6-3-212 0,2-3-32 16,-2 3 64-16,1-1 172 0,-3 4 168 0,-2 0 160 15,-3 9 52-15,0 2 88 0,0 1 24 16,0 3 40-16,0 4 252 0,1 0 240 0,2 7 116 15,1 2 84-15,0 7-128 16,0 3-200-16,0 3-160 0,0 0-48 16,-1 4 8-16,-2 0-44 0,3-4-116 0,-4-3-156 15,0-3 0-15,0-1-168 0,-4-5-4 16,3-7-36-16,-3 1-320 0,4-4-416 0,-4 0-396 16,5-4-616-16,-1-5-620 0,0-3-1913 15,0-8-1859-15</inkml:trace>
  <inkml:trace contextRef="#ctx0" brushRef="#br2" timeOffset="153988.404">7112 11125 4760 0,'0'0'6345'0,"0"0"-5445"16,0 0-760-16,0 0 372 0,0 0 736 0,20 70 508 16,-16-54-224-16,-4-1-544 0,0 5-284 15,4-4-200-15,-4-4-272 0,0-3-196 16,0 1-36-16,0-3-72 0,3-7 12 0,-3 0 52 15,0 0 4-15,4 0-84 16,4-7 88-16,5-3 36 0,-2-5 100 16,6-2-136-16,-2-4-156 0,1 2-152 15,4-3-96-15,0-1-64 0,0 4-40 0,-1-3-148 0,2 6-92 16,-1 0-148-16,-5 1-456 0,6 5-856 16,-14 4-1085-16,5-1-2159 0</inkml:trace>
  <inkml:trace contextRef="#ctx0" brushRef="#br2" timeOffset="154588.707">7538 10563 7856 0,'0'0'4965'0,"0"0"-3957"0,0 0-932 0,0 0 52 0,0 0 544 15,0 83 588-15,0-46 104 0,-9 5-500 16,5 5-220-16,1 5-228 0,-1-2-220 15,-4 1-72-15,4 0-112 16,0-7-4-16,4-6 4 0,0-3 36 16,0-9-48-16,8-11-96 0,0-2-100 15,8-3-40-15,3-3 4 0,2-2 96 0,3-2 76 16,4-3-28-16,0 4-20 0,4 2 92 16,-5 1 4-16,1 1-68 0,0 9 80 15,0-1 84-15,-4 5-76 0,-4 6 128 0,-1 1 52 16,-6 0-32-1,2 2-8-15,-7 1-60 0,1 4-4 0,-5 0-72 16,-4 3 88-16,0 0 48 0,0-1-28 16,0 3-20-16,-4-7-40 0,-5 0 28 0,1-5 92 15,1-3 92-15,-6-5 396 0,1-5-192 16,1-2-172-16,-6-1-87 0,2-5-57 16,-1 0-16-16,-4-2-60 0,0-5-72 15,0 0-12-15,4 0-68 0,4 0-136 0,4-5-16 16,4-5 99-16,0 1-63 15,4-7-144-15,4-7 0 0,8-5 108 16,4-7 88-16,5-4-52 0,2-1-72 16,5-2 36-16,0-2-36 0,3-3-236 15,1 2-680-15,-4 4-1048 0,-4 9-1680 16,4-9-2005-16</inkml:trace>
  <inkml:trace contextRef="#ctx0" brushRef="#br2" timeOffset="154785.209">8761 11283 18437 0,'0'0'2720'0,"0"0"-2160"0,0 0-560 0,0 0-244 15,0 0 244-15,0 0 48 0,0 0-48 16,0 0-644-16,0 0-420 0,0 0-992 15,0 0-4004-15</inkml:trace>
  <inkml:trace contextRef="#ctx0" brushRef="#br2" timeOffset="155567.937">9905 10676 2568 0,'0'0'9477'0,"0"0"-7981"0,0 0-912 0,0 0-216 0,0 0 252 15,-84 33 460-15,64-14 60 16,4 6-312-16,-4 11-160 0,5 5-176 16,6 5-76-16,1 12-64 0,0 7-20 0,8 4-28 15,0 4 0-15,0-3-120 0,0 2-40 16,8-5-8-16,0-9-52 0,1-8 12 16,6-12-84-16,-3-12 28 0,4-11-36 0,4-5-4 15,3-7 0-15,5-3-88 16,0-6 28-16,4-13-60 0,0-10 32 15,0-9-92-15,-4-6-172 0,4-10-100 0,-8 0 12 16,0-6 72-16,0 3 96 16,-9-4 64-16,2 1 24 0,-6-1 48 0,-7-2 52 15,-4-5 76-15,0 3-68 0,-7 1 28 16,-6 4-64-16,-2 9 112 0,-2 14 0 16,6 14 248-16,-1 6 120 0,0 15 100 0,0 2 92 15,0 2-68-15,-4 8-336 0,0 9 28 16,-4 11 0-16,-4 3-64 0,4 9-120 15,-3 2-60-15,2 4-148 16,1-3-108-16,1-1-296 0,-1 0-268 16,4 2-304-16,0-6-864 0,8-12-1156 15,-4 8-3189-15</inkml:trace>
  <inkml:trace contextRef="#ctx0" brushRef="#br2" timeOffset="155728.223">9892 11106 9488 0,'0'0'2081'0,"0"0"-777"0,0 0-180 15,0 0 304-15,88 89 252 0,-64-61-160 16,0 4-476-16,0 0-236 16,0 6-212-16,4 1-228 0,3-2-260 0,1-1-108 15,0-2-280-15,4-5-452 0,1-4-452 16,-2-6-408-16,5-6-860 0,-12-3-2269 0,15-8-3895 16</inkml:trace>
  <inkml:trace contextRef="#ctx0" brushRef="#br2" timeOffset="156386.358">11586 10683 9428 0,'0'0'1757'15,"0"0"-385"-15,0 0-272 0,0 0 192 16,0 0 56-16,0 0 60 0,0 0-28 0,0 0-520 16,0 0-860-16,0 0-8 0,-107 51 8 15,75-28 12-15,-9 9 48 0,6-1-60 0,-5 4-80 16,-3 3 28-16,2 0 4 0,-2 3 44 16,2-2-104-16,1-2 96 0,5-2-52 15,3 1-8-15,4-8 64 0,4-3-40 16,8-2 40-16,0-4 0 0,8-10-80 0,1 0-12 15,7-4-44 1,0 1-68-16,7-3 80 0,10-1 132 0,6 8 160 0,5 0 24 16,11 0 48-16,2-1-132 15,6 0 68-15,5-2 52 0,-3-1-48 16,2 0-12-16,1 1-156 0,0-1 68 0,-1-3 40 16,-3-3 60-16,0 0 20 0,-4 0 140 15,-1 0 336-15,-7-6-267 0,-8 0-137 0,0-1 4 16,-8 1-60-16,-4 0-52 0,-4-1 36 15,-8 4 28-15,0 0 176 16,-4 3-32-16,0 0-76 16,0-4 4-16,0-1-16 0,-8-5 36 0,-4-10-100 15,-4-2-212-15,-4-9 0 0,-4-4-108 16,5-6-144-16,-2 0-84 0,2-5-136 0,3 3-36 16,4 1-48-16,3 1-84 0,6 0-256 15,3 6-397-15,0-1-963 0,0 6-1616 0,3 7-1049 16,10-3-3795-16</inkml:trace>
  <inkml:trace contextRef="#ctx0" brushRef="#br2" timeOffset="157319.996">12602 10474 5732 0,'0'0'5745'0,"0"0"-3469"0,0 0-556 16,0 0-252-16,0 0 108 15,0 0-152-15,0 0-316 0,0 0-512 0,0 0-351 16,-24 85-25-16,12-37 32 16,-3 13-56-16,2 5-28 0,-2 7-120 0,2 3-36 15,-6 0 0-15,2 4-12 0,2-4-84 16,-2 1-72-16,1-7-100 0,4-10-120 0,5-13-85 16,-1-12 109-16,8-13 44 15,0-11-104-15,0-9-224 0,0-2-324 0,4-6-660 16,4-7-72-16,3-12 240 15,6-6-204-15,-6-8-457 0,2-8-555 16,2-5 380-16,-7-2 112 0,1-3 1772 16,-6-7 404-16,1 5 676 0,-4-8 212 0,0 4 244 15,0 2 364-15,0 10 296 0,0 7-136 16,0 9-163-16,0 13-365 0,0 5-260 16,0 9-196-16,4 4-156 0,4 2-24 0,1 2-104 15,2 2 104 1,6 7 296-16,2 8-304 0,5 5-212 0,0 10-100 15,4 5-48-15,-5 11 24 0,5 3-48 16,-4 9-100-16,0 3 4 0,-3 2 4 16,-2 1-8-16,-3-3-12 0,-8-9 12 15,4-10 8-15,-4-12 40 0,0-9 224 16,-4-14-188-16,0-2-84 0,0-4 4 0,-4-3 72 16,0 0 84-16,7-10 244 0,-2-9 220 15,3-9-172-15,4-14-208 0,4-12-244 0,-4-9-124 16,4-7-68-16,3 0-80 0,-2 4 28 15,2 2-108-15,1 10 32 16,4 6-36-16,-3 11 12 0,-2 2-76 16,1 6-200-16,-1 6-488 0,2 4-652 0,-5 10-632 15,-4 0-1509-15,-1 9-1767 0</inkml:trace>
  <inkml:trace contextRef="#ctx0" brushRef="#br2" timeOffset="157809.02">13303 11328 8960 0,'0'0'2013'0,"0"0"-481"16,0 0-500-16,0 0-132 0,0 0-140 15,0 0 56-15,0 0-48 16,0 0-260-16,-80 86-108 0,61-57-68 0,-1-1-84 16,4 7-76-16,0 0 64 0,0 2-4 15,4 5 4-15,4 3-4 0,4-4 48 16,0-3 52-16,4-4 0 0,4-4-128 0,4-5-56 16,3-3-52-16,2-6-8 0,2-6 8 15,-2-4 12-15,6-6-96 0,1 0 52 0,1-6 104 16,-2-7-108-16,5-9-60 0,-4-1-60 15,-4-5-328 1,0-3-196-16,-4 1-260 0,-4 2-464 0,-5 0-896 16,-3 8-2024-16,0 5-2077 0</inkml:trace>
  <inkml:trace contextRef="#ctx0" brushRef="#br2" timeOffset="157950.838">13247 11706 12017 0,'0'0'2056'16,"0"0"-868"-16,0 0-688 0,0 0 332 0,0 0 448 15,0 0 88-15,0 0-400 0,0 0-528 16,0 0-440-16,0 0-24 0,76-13-476 16,-64-2-324-16,3 2-160 0,-2-3-328 0,-1 4-1076 15,-9 1-2353-15,6 3-2315 0</inkml:trace>
  <inkml:trace contextRef="#ctx0" brushRef="#br2" timeOffset="158106.647">13406 11614 7672 0,'0'0'5241'0,"0"0"-4145"15,0 0-744-15,0 0 180 0,0 0 324 0,28 73 624 0,-24-54-404 16,0 0-460 0,5-3-196-16,-5 3-116 0,3-7-304 0,-3 1-48 15,9-1-576-15,-2-1-464 0,1-3-416 16,4-1-756-16,-4 0-2641 0,12-7-3071 16</inkml:trace>
  <inkml:trace contextRef="#ctx0" brushRef="#br2" timeOffset="158401.485">13845 10665 13933 0,'0'0'2296'15,"0"0"-1632"-15,0 0-92 0,0 0 48 0,0 0 476 16,80 44-216-16,-60-38-268 0,4-6-296 16,3 0-108-16,1 0-168 0,0-6-40 0,0-7-268 15,0 0-96-15,0 1-200 0,-4-4-156 16,-5 4-316-16,-2-2-504 0,-6 5-724 15,-7 2-876-15,-4 1-2293 0</inkml:trace>
  <inkml:trace contextRef="#ctx0" brushRef="#br2" timeOffset="158618.219">13996 10759 11085 0,'0'0'1836'0,"0"0"-752"0,0 0-668 0,-43 80-48 16,35-48 412-16,4 0 576 15,-5 2-324-15,5 1-316 0,4 4-116 16,0 1-132-16,0 2-100 0,0 2-148 15,0 1-16-15,0-1-20 16,0-2-72-16,9-4-4 0,-1-7 24 16,7-2-20-16,2-6-64 0,2-1 24 0,1-7-72 15,4-2-96-15,0-4-112 0,4-2-96 16,-4-4-48-16,4-3-116 0,0-3-56 16,0-9-116-16,-1-5-312 0,1-5-696 15,-3 3-2452-15,-2-13-4465 0</inkml:trace>
  <inkml:trace contextRef="#ctx0" brushRef="#br2" timeOffset="159101.042">14746 10747 12089 0,'0'0'2068'16,"0"0"-856"-16,0 0-636 0,0 0 68 0,0 0 188 16,0 0 296-16,-92 79-196 0,72-43-304 15,4 8-180-15,0 3-92 0,0 7-64 16,4 4-60-16,0 5-4 0,0 1 17 0,4-5-25 16,4-1-64-16,4-10 88 15,0-10 132-15,4-10 68 0,4-8-236 16,8-5-112-16,0-5-16 15,4-7-80-15,8-3-84 0,4-3 12 16,3-14 72-16,6-8-8 0,-2-6-124 0,1-7-100 16,4-7-32-16,-4 1-64 0,-4-6-12 0,-1-2-72 15,-7 1-37-15,0 1 57 0,-4-8-32 16,-8 4-80-16,-7 1 40 0,-6-1 72 0,-3 2 148 16,0 5-16-16,-12 3 148 15,-4 9 112-15,0 6 124 0,1 10 184 0,-6 6 244 16,1 7 0-1,-3 6-76-15,3 0-208 0,-4 10-100 0,-4 5 4 0,0 8-40 16,1-1 52-16,-6 10-12 16,1 2-76-16,5 5-55 0,-6-1-41 15,1 6-209-15,5-2-359 0,-1-1-128 0,4 0-172 16,4-3-584-16,4-7-1652 0,8-8-2365 0,4-4-795 16</inkml:trace>
  <inkml:trace contextRef="#ctx0" brushRef="#br2" timeOffset="159278.863">14694 11065 8036 0,'0'0'2204'0,"0"0"-223"0,0 0-473 0,0 0-408 16,80 13-368-16,-61-4-92 16,1 10 100-16,-3 0 180 0,2 6 4 15,1 7-64-15,4 0-200 0,-1 0-132 16,-2 3-152-16,3-7-168 0,0 0-184 0,-5-1-24 16,5-9-60-16,4-5-52 0,-4-4-216 15,4-5-232-15,-4-4-236 0,4-4-28 16,-4-8-348-16,0-4-768 0,-5 0-2244 15,1-13-3689-15</inkml:trace>
  <inkml:trace contextRef="#ctx0" brushRef="#br2" timeOffset="159735.082">15546 10563 12477 0,'0'0'4184'0,"0"0"-3164"0,0 0-552 0,0 0-96 0,0 0-88 16,0 0 180-16,0 0 64 15,80-35-368-15,-60 25-160 0,4 1-92 16,0 3-128-16,-5 3-12 0,6 3 48 16,-5 3 184-16,-1 9 72 0,-3 4 296 0,0 3-36 15,-4 0 72-15,-4 4-40 0,-4-2-60 16,4 2-24-16,-3-1-96 0,-2-4-52 0,-3 6-44 15,4-2-28 1,0 3-48-16,4 0-8 0,-4 2 41 16,4 4-41-16,0 1-4 0,-4-1 4 0,4 4 44 15,4 3 100-15,-8 0 20 0,4 1-36 16,-4-1-44-16,0 3-28 0,-1-6 0 0,1 3-52 16,-4-7-8-16,0 1 0 0,5-3-8 15,-1-7-40-15,-4 0 36 0,4-3 0 0,0-5-36 16,0-2 40-16,-4-6 0 15,0 4 8-15,0-5 0 0,0-1 0 16,0-1 0-16,0 4 4 0,0-4-4 16,-8 1-52-16,-5-2 48 0,2 1-4 15,-5 0-136-15,-4 1-48 0,-8-4-165 0,-8 0-175 16,-3 0-212-16,-6 0-260 0,-7-7-500 16,13 2-1096-16,-25-5-2977 0</inkml:trace>
  <inkml:trace contextRef="#ctx0" brushRef="#br2" timeOffset="160931.907">7338 12979 7280 0,'0'0'4197'0,"0"0"-2837"0,0 0-824 16,0 0-272-16,0 0 196 16,0 0 324-16,0 0 136 0,0 0-28 0,0 0-368 15,24 0-204-15,1 0 336 16,6 4-76-16,13-1-248 0,4 0-24 0,4-3-260 16,3 0-48-16,1-3-12 15,0-4 4-15,0-3-4 0,-5 5-172 0,1-8 88 0,-3 3 20 16,-6 1-96-16,-7-1-124 0,-1 0-272 15,-3 4-212-15,-4 0-360 16,-8 6-536-16,-8 0-976 0,-7 3-2513 0</inkml:trace>
  <inkml:trace contextRef="#ctx0" brushRef="#br2" timeOffset="161172.377">7434 13300 10304 0,'0'0'1149'16,"0"0"-549"-16,0 0-112 0,0 0 268 0,0 0 220 16,0 0-268-16,0 0-280 15,0 0-188-15,0 0 404 0,0 0 304 0,104 22-428 16,-48-22-236-16,4 0-36 0,-1 0-12 0,-3-3-40 16,3-4-60-16,-6 1-136 0,3-7-24 15,-5 4-52-15,-3-4-144 0,-5-3-16 0,-2 1-272 16,-2-2-324-16,-3-2-408 0,-8-2-568 15,-8 4-1393-15,0-8-3239 0</inkml:trace>
  <inkml:trace contextRef="#ctx0" brushRef="#br2" timeOffset="161483.999">7769 12693 13609 0,'0'0'1344'0,"0"0"-1344"0,0 0 240 16,0 0-240-16,0 0 704 0,80-3 52 0,-48 3-148 0,3 3-60 15,9 4-156-15,0 2-108 16,3 1-120-16,-2 3-116 0,2 2 48 0,-6 4 52 16,-2 4-12-16,-3 2-48 0,-1 4-84 15,-10 3-4-15,-1 2-124 0,-13 8 112 16,2 2-100-16,-13 4 64 0,0 2-8 0,-13 4 56 15,-2 1 72-15,-5 1-24 0,-5-2-36 16,2 0-12-16,-5-4 8 16,0 2-4-16,-3-4-4 0,3-6 0 0,-4-5-108 15,8-9-4-15,3-5-136 0,6-11-96 16,-2-2-236-16,10-10-528 0,-1 0-744 16,0-10-2057-16,3-12-3063 0</inkml:trace>
  <inkml:trace contextRef="#ctx0" brushRef="#br2" timeOffset="162374.862">10191 13014 5336 0,'0'0'924'16,"0"0"-584"-16,0 0 76 0,0 0 1244 0,0 0-156 0,0 0 81 16,0 0-357-16,0 0-120 15,0 0-160-15,0 0-92 0,-80-56-88 0,65 51-24 0,2 3-48 16,-2-2-152-16,-1 4-104 0,4 0-156 15,-4 6-160-15,0 5-124 0,-4 4-52 16,4 8-56-16,0 5 44 0,1 10 60 16,7 6 4-16,-1 10 4 15,1 3 4 1,5 7 68-16,3 2-76 0,0 2 0 0,3-8 4 0,5-2 120 16,1-11 8-16,2-10 16 0,5-5-64 0,-4-10-8 0,4-2-76 15,0-8 0-15,0-2 0 0,0-4-76 16,4-6 76-16,0 0 100 0,4-9 44 15,0-8-32-15,-1-1-64 0,1-8-44 16,-4-6-4-16,5 0-108 0,-6-1-16 16,1-6 16-16,-3-3 20 0,-2 1 28 15,1-6-64-15,-4-1 4 0,-4-3-128 16,-4 1-44-16,-4-1-68 0,0-4 76 0,-4 8 28 16,-8 0 32-16,0 5 212 0,0 8 12 15,0 4 184 1,0 12-84-16,4 2 36 0,4 6 88 0,-3 7 32 0,2 0-48 15,1 3 136-15,-4 0-144 0,-3 0-188 16,-2 9-12-16,-2 1-224 0,-6 9 4 16,1 3 12-16,1 6 0 0,-2 4-16 15,6 0-72-15,-5 3-52 0,0 3-396 16,4-3-496-16,0 4-732 0,4-8-920 0,-4-2-333 16,8-10-27-16,0 0-1116 0</inkml:trace>
  <inkml:trace contextRef="#ctx0" brushRef="#br2" timeOffset="162543.318">10020 13319 3664 0,'0'0'2332'16,"0"0"-264"-16,0 0-256 0,0 0-95 0,0 0-65 0,0 0-140 15,0 0-192-15,95 70-292 16,-75-51-124-16,8 3-64 0,-3 3-164 16,3 4-140-16,-5-1-216 15,1 1-224-15,-4 2-96 0,4-1-132 0,-4 1-16 0,0-6-72 16,0-2-24-16,3-5-188 0,5-5-416 0,0-3-464 15,4 0-924-15,-8-7-1757 16,8-3-2091-16</inkml:trace>
  <inkml:trace contextRef="#ctx0" brushRef="#br2" timeOffset="163118.915">11498 13230 10544 0,'0'0'1405'0,"0"0"-369"0,0 0-616 16,0 0 244-16,0 0 524 0,0 0 8 0,0 0-376 15,0 0 60 1,0 0-252-16,37 89-148 0,-26-55-136 16,-7 4-112-16,0 1-84 0,0-4-92 0,0-7-56 15,-4 1-120-15,0-10-52 0,0-7-72 16,0-5-224-16,0-1-184 0,0-6-216 16,0 0-364-16,0-6-636 0,-4-1-2585 15,-4-18-2279-15</inkml:trace>
  <inkml:trace contextRef="#ctx0" brushRef="#br2" timeOffset="163275.674">11494 13002 13181 0,'0'0'1976'16,"0"0"-1772"-16,0 0 348 0,0 0 40 16,0 0-144-16,0 0-448 0,0 0-12 0,84-30-160 15,-64 27-128-15,-4 0-820 0,4 1-680 16,-5-2-1121-16,6 4-2743 0</inkml:trace>
  <inkml:trace contextRef="#ctx0" brushRef="#br2" timeOffset="163526.22">11892 13139 12029 0,'0'0'1776'0,"0"0"-1268"16,0 0-280-16,0 0 404 0,-19 72 964 16,11-53 28-16,0-3-628 0,4-4-628 15,0 1-196-15,4-3-40 0,0-1-76 16,0-2-56-16,8 2-64 15,0 4 64-15,4-4 44 0,7 4-40 0,-2-1-4 0,7 1 0 16,-1 0 0-16,1-1-96 16,-4-1 92-16,5 1-56 0,-6-3 48 0,1 4-52 15,-4-3 4-15,0 2-12 0,-8 1 64 16,4 0 4-16,-8 3 0 0,0-4 4 16,-4 4-196-16,0-3-188 0,0-1-32 0,-4-1 44 15,0-5-32-15,-8-4-120 16,4 2-544-16,-8-4-548 0,8 0-956 15,-12 0-2677-15</inkml:trace>
  <inkml:trace contextRef="#ctx0" brushRef="#br2" timeOffset="163975.731">12901 13319 11461 0,'0'0'2124'0,"0"0"-1288"15,0 0 88-15,91 3 284 16,-47 0-200-16,4-3-352 0,-1 0-312 0,-2-6-112 16,-2-1-132-16,-2-2-100 0,2-4-108 15,1-2-52-15,-4-5-136 0,4-2-620 16,-9-3-396-16,1 0-856 0,-8 6-1693 0,0-11-2295 0</inkml:trace>
  <inkml:trace contextRef="#ctx0" brushRef="#br2" timeOffset="164220.651">13279 12753 7128 0,'0'0'6217'16,"0"0"-4957"-16,0 0-604 0,0 0-92 0,-51 86 240 0,46-41 352 16,5 10-128-16,0 8-232 0,9 6-196 15,-2 11-112-15,1-1-220 0,5 3-72 16,-6-5-196-16,1-4-100 0,0-13-300 15,1-12-112-15,-2-16 108 0,5-18 84 0,4-9-48 16,4-12-36 0,0-12-300-16,8-16-204 0,-4-6-608 0,4-13-956 15,0-6-1465-15,-5-4 849 0,-3 16 688 0,8-29-416 16</inkml:trace>
  <inkml:trace contextRef="#ctx0" brushRef="#br2" timeOffset="164734.29">13670 12671 8856 0,'0'0'2209'0,"0"0"-553"0,0 0-572 0,0 0-96 15,0 0 296-15,0 0-396 16,-17 70-288-16,10-25-192 0,-1 8 96 0,4 11 308 16,0 2-160-16,4 8-224 0,-5-1-220 15,5 0-196-15,0 0-12 0,-3-3 12 16,3-7-12-16,0-9-208 16,0-13-184-16,3-9 12 0,6-10 88 0,-1-8-40 0,3-8-40 15,2-6-256-15,2 0-16 16,2-6-4-16,-2-11 248 0,2-2-44 0,2-3-208 15,-3 3 96-15,0 0 328 16,0 6 52-16,1 4 100 0,-6 2 76 16,1 7 80-16,0 0 452 0,0 0 248 0,-1 10-60 15,2 2-184-15,-1 1-200 0,4 3-36 16,-4 0-28-16,4-4-24 0,-1-2-64 0,2-4-24 16,-2 0-108-16,-2-6 20 0,2 0 100 15,2 0 148 1,-6-6-72-16,1-3-64 0,4-7-60 0,-4 0-40 15,0-3-12-15,4-3-72 0,-4-3 0 16,-4 2-84-16,0 1-28 0,-1 4-36 0,-7-1-24 16,0 5 0-16,0 1 88 15,-3 1 84-15,-9 2 280 0,-1 4-268 0,-2 3 60 16,-1 3 148-16,0 0-60 0,0 9 0 0,-4 7-88 16,4 3-72-16,4 9 0 0,-4 5 0 15,4 2 100-15,9-1 20 0,-1 1-32 16,4-6-88-16,0-1-68 0,4-5-16 0,7-2-24 15,9-4-16-15,1-4 112 16,6-1-36-16,1-5 48 16,7-4 4-16,6-3-4 0,-1 0-124 0,3-10-184 15,1-2 16-15,4-4-176 0,-4 0-112 16,3-7-152-16,2 4-348 0,-6-6-756 16,-6 9-2337-16,10-13-1695 0</inkml:trace>
  <inkml:trace contextRef="#ctx0" brushRef="#br2" timeOffset="165456.285">15447 13164 8988 0,'0'0'1228'0,"0"0"-235"0,0 0-145 0,0 0 256 15,0 0 252-15,0 0-208 16,0 0-364-16,0 0-148 0,0 0-140 16,0 0-28-16,-80 76 4 0,72-41 80 15,8 6 0-15,0 3 24 16,0 1-124-16,8-10-148 0,0-4-120 0,4-12-76 15,-4-3-100-15,7-10 4 0,-2-2 36 0,2-4 40 16,6 0 20-16,-1-10-108 16,3-6-12-16,1-6-184 0,-4-3-84 15,0-7-48-15,0 0-48 0,-4 4-28 0,-4-4-52 0,3 6 40 16,-6 4 120-16,-5 3 52 16,-4 7 96-16,0-1 148 0,0 7 120 15,-4-4 92-15,-5 7 8 0,-2-3-108 0,-5 6 48 16,8 0 172-16,-8 0 44 15,4 9-360-15,0 3-16 0,1 8-76 0,-2-1 4 16,5 3-16-16,1-6-68 0,7 0-240 16,-4-4-488-16,4-1-632 0,0-6-1180 15,0 2-2857-15</inkml:trace>
  <inkml:trace contextRef="#ctx0" brushRef="#br2" timeOffset="165767.908">15805 13169 11597 0,'0'0'1740'0,"0"0"-1000"0,0 0-120 16,0 0 476-16,20 67 580 0,-20-45-144 0,-4-2-468 0,1-1-536 15,-2-4-284-15,1-8-244 0,4-1-104 16,0-3-52-16,0-3-76 0,0 0-52 16,9-6-192-16,-2-7 180 0,9-3-20 0,0-2-20 15,4-5-180-15,0 1 8 0,-4 6 112 16,3 4 144-16,-2 5 4 0,-2 3 188 0,6 4 60 15,-10 0 272 1,6 11 140-16,-6 3 132 0,2 3-12 0,-6 2-4 16,1 4-120-16,0-1-40 0,-3 0-52 15,-5 0-20-15,3-3-104 0,-3-7 4 16,0 5-88-16,0-8-108 0,0-5-160 0,0-1-84 0,0-3-112 16,4 0-180-16,-4-3-216 15,4-8-284-15,4-8-232 0,1-2-764 16,-2-2-1172-16,9-18-2745 0</inkml:trace>
  <inkml:trace contextRef="#ctx0" brushRef="#br2" timeOffset="166202.662">16319 12741 12149 0,'0'0'1928'16,"0"0"-1448"-16,0 0-140 0,0 0 264 0,-7 92 840 15,-6-47 68-15,5 9-332 16,1 0-348-16,3 0-136 0,-5 3-136 0,1-1-319 15,8-5-193-15,-3 0-48 0,3-9-289 16,0-7-235-16,7-14-36 0,1-2 180 16,4-8 40-16,0-8 216 0,4-3-36 0,4 0-108 15,4-10-188-15,8 0-244 0,0-3-268 16,3 4 56-16,2 4 132 0,3-2 388 16,-5 7 244-16,5 2 20 0,-5 8 128 0,2 6 204 15,-5 3 284-15,-4 4 40 16,0 2 176-16,-5 3-96 15,-3 1-124-15,1 3-296 0,-6 3 20 0,-2 3 4 16,-6 3 32-16,-3 0 112 0,-4 4-96 0,0 3-40 16,-8-1-60-16,-4-3 36 15,-7-2 60-15,2-4 36 0,-3-7 40 0,1-2 80 16,2-13-108-16,2-4-96 0,-2-5-27 16,6-7-9-16,-2-3-100 0,-2-6 60 0,3-11-132 15,0-1 0-15,8-12-60 0,4-2-24 16,4-3-76-16,12-3-33 0,3-6 9 15,9 3-96-15,0-5 28 16,4 2 56-16,4-1-84 0,1 4-88 16,-2-1-340-16,5 4-276 0,-1-1-516 0,-3 5-1076 15,-8 9-2329-15,8-8-2731 0</inkml:trace>
  <inkml:trace contextRef="#ctx0" brushRef="#br2" timeOffset="166890.046">18168 12608 9972 0,'0'0'1881'16,"0"0"-153"-16,0 0-472 0,0 0 76 15,0 0-168-15,0 0-88 0,0 0 176 0,0 0-284 16,0 0-324-16,0 0-364 16,0 0-196-16,-64 54-24 0,33-10-48 15,-1 3 133-15,4 4 63 0,4-3 56 0,3-3-128 16,6-8-28-16,7-7-68 0,4-5-40 16,4-6-156-16,4-4-4 0,12 2 40 15,0-2 24-15,7 1-16 0,1 0-8 0,4-3 59 16,0 3-51-16,0-4 108 0,-4 1 4 15,0 4-8-15,-8-3 16 0,0 3 36 0,-4 5 52 16,-4 0 49 0,-5 3-45-16,-3 1-16 0,0 2 0 15,-7-1 0-15,-5-6-84 0,0 2-4 16,0-8-80-16,0-2-220 0,0-3-133 0,4-8-15 16,0 2-48-16,5-4-148 0,-6-4-196 15,1-8-452-15,4-4-540 0,4-7-644 0,0 4-1497 16,0-15-1299-16</inkml:trace>
  <inkml:trace contextRef="#ctx0" brushRef="#br2" timeOffset="167234.481">18455 13172 10516 0,'0'0'2325'16,"0"0"-785"-16,20 71-468 0,-16-43 184 0,-4 7 272 16,0 0-104-16,-4-7-348 0,-4-2-576 0,3-10-256 15,1-4-244-15,4-8-4 16,0-4-8-16,0 0-136 0,4-4-44 15,5-5-164-15,3-7 284 0,8-6-60 16,-5-3-40-16,6-1-172 0,-1 1 64 16,-5 6-28-16,2 3 64 0,2 9 24 0,-3 4 20 15,0 3 128-15,4 3 72 0,0 14 308 16,0-2 24-16,0 7-124 0,0 5 0 16,-4 0 24-16,0 5-84 0,-4 6 12 15,-5 1 44-15,1 2-20 0,-3 3 84 0,-5 4 12 16,-9 2-60-16,-2 1-64 0,-6-2 28 15,-2 1-15-15,-1-9-9 16,-5 0-40-16,6-12-72 0,-1-7-36 0,4-5 96 16,0-15-12-16,1-2-96 0,-2-2-448 15,6-15-149-15,-6-8-11 0,6-10-28 16,-2-10-96-16,5-8-376 0,5-8-616 0,-5-6-632 16,4 17-2117-16,-1-33-1987 0</inkml:trace>
  <inkml:trace contextRef="#ctx0" brushRef="#br2" timeOffset="167443.848">18909 12627 11101 0,'0'0'1588'16,"0"0"-924"-16,0 0-140 0,0 0 400 0,0 0 828 0,32 82-200 16,-24-40-332-16,0 4-376 0,4 6-112 15,-4 8-160-15,-1 0-159 0,2 1-193 16,-5 2-116-16,0-3-104 0,0-5-72 0,-4-5-136 15,3-5-325-15,1-9-175 0,-4-11-160 16,9-10-296-16,3-8-772 0,-1-7-952 16,2-10-1109-16,6-19-2223 15</inkml:trace>
  <inkml:trace contextRef="#ctx0" brushRef="#br2" timeOffset="167726.426">19304 13179 12089 0,'0'0'2396'0,"0"0"-1300"0,0 0-680 0,0 83 240 15,0-58 856 1,-4-3 76-16,4-6-512 0,0-7-592 0,0-4-276 16,4-5-148-16,3 0-56 0,10-14-4 15,2-2 0-15,1-9-144 0,4-7-124 16,0-4-124-16,0 3-8 0,-8-3 44 0,0 8 100 16,-4 6 96-16,-4 3 92 0,-4 6 68 0,-4 0 72 15,0 7 28-15,-4 0 120 16,-4 2-76-16,-1 4 88 0,-2 4 88 15,-1 5-200-15,4 7-120 0,-4 3-48 0,0 9 48 16,0 1 76-16,0 2 36 16,0-1-16-16,4-5-96 0,0-6-132 0,5-3-444 15,3-7-84-15,0-5-40 0,0-4-236 16,7-7-960-16,10-6-556 0,-10 1-1549 0,21-20-2511 16</inkml:trace>
  <inkml:trace contextRef="#ctx0" brushRef="#br2" timeOffset="168019.245">19762 13081 9140 0,'0'0'5121'0,"0"0"-3909"0,0 0-660 16,28 66 92-16,-24-44 596 0,0-2 324 0,-4-1-340 15,0-6-580-15,0-7-304 0,0-3-192 16,4-3-148-16,3 0-100 0,1-7-204 16,8-5 252-16,5-8-80 0,-2-2-88 15,1-6-144-15,0 3-76 0,0 2 124 16,0 8 92-16,0 5 56 0,0 4 8 0,-4 6 160 15,-1 9 0-15,-2 4 256 0,-1 9 112 16,-1 4-12-16,-2 2-76 16,-1 1-100-16,3-2-32 0,-2 0-16 0,-1-5 40 15,3-6-12-15,-3-7-52 0,4-2 12 16,4-7 88-16,0 0-107 0,0-13-101 16,4-6-72-16,0-6 72 0,-1-4-61 0,2-6-87 15,-1 0-144-15,-1-3-192 0,-2 0-236 16,2-4-372-16,1 5-724 15,-8 9-2124-15,8-8-2837 0</inkml:trace>
  <inkml:trace contextRef="#ctx0" brushRef="#br2" timeOffset="168840.795">21196 12916 8476 0,'0'0'2236'0,"0"0"-679"0,0 0-257 0,0 0 184 16,0 0-236-16,0 0-140 0,0 0-168 0,0 0-124 15,0 0-108-15,0 0-84 16,-8 12-308-16,-12 11-316 0,1-2 0 0,-6 9-8 15,5-9 4-15,5 2-8 0,2-4-36 16,2-6-36-16,7-4-52 16,0-3-56-16,4 1-116 0,4-1 28 15,7 0 72-15,6 4 24 0,2 0-28 0,1-3 160 16,1 1 52-16,-2 3 0 0,-3-3 4 16,0 2 44-16,-4 0 52 0,-4 2 24 0,-4 1 120 15,0-1 88-15,-4 5-16 16,0-2-48-16,0-2-108 0,-8 3-40 0,0-7-8 15,-1 4-64-15,2-7-48 16,-1-2-244-16,0-1-120 0,0-3-28 16,0-3-112-16,0-7-144 0,1 1-304 0,3-7-280 15,-1-3-732-15,5-3-800 0,0 5-2429 16</inkml:trace>
  <inkml:trace contextRef="#ctx0" brushRef="#br2" timeOffset="169167.736">21443 13016 820 0,'0'0'10645'0,"0"0"-8649"0,0 0-828 0,0 0 80 16,0 0 228-16,0 0 144 0,24 87-176 0,-28-65-556 15,0 4-352-15,-3-8-183 0,-2-1-113 16,5-8-224-16,0-2-16 0,4-5-80 0,0-2-52 16,0 0-12-16,0 0-233 0,4-2-219 15,9-5-160-15,-2-5 388 0,4-5 124 0,6-2-124 16,-5 0-224-1,3 0-148-15,-2 3 108 0,2 1 248 16,-2 5 124-16,-2 7 108 0,-2 0 152 16,2 3 256-16,-6 0 252 0,2 6 188 0,-3 7-92 15,1-1-16-15,-5 7-72 0,3 1-76 16,-3 1-36-16,-4 2-76 0,0-4 0 0,4 0-72 16,-4-6-172-16,0-4-84 0,0-5-156 15,0-1-88-15,4-3-220 0,0-3-180 16,1-10 8-16,2-6-4 0,5-6-548 15,-5-7-1288-15,6 6-2765 0,-1-15-2587 0</inkml:trace>
  <inkml:trace contextRef="#ctx0" brushRef="#br2" timeOffset="169488.973">21918 12547 12793 0,'0'0'2184'0,"0"0"-1728"0,0 0 172 16,0 64 720-16,-9-29 248 0,-3 3-116 15,1 3-592-15,-2 0-399 0,2 1-209 0,-2-1-104 16,5-3-176 0,1 0-60-16,3 1-156 0,0-8-89 15,4-3 61-15,0-2 12 0,8-7 112 0,3-3-76 16,2-7-96-16,6 1-64 16,5-7 52-16,0 3 120 0,4-2 12 0,-4-1 76 0,3 0 8 15,1 0 28-15,-4 0 48 0,1 1-124 16,-1 3 88-16,-9-5 36 0,2 4-76 0,-6-2 80 15,-7 3-64-15,0-5 72 0,-4 2 56 16,0-2 128-16,0 1-24 0,-12 0-80 16,1 4-80-16,-6-3-296 0,-3 2 24 0,-3-4 136 15,-1-2-96-15,-4 0-236 16,4 0-512-16,-8-5-640 0,4-5-644 16,9 3-2201-16,-9-9-2415 0</inkml:trace>
  <inkml:trace contextRef="#ctx0" brushRef="#br2" timeOffset="170184.609">22443 13191 5472 0,'0'0'4572'0,"0"0"-3139"0,0 0-509 16,0 0 72-16,0 0-16 0,0 0 28 16,0 0 76-16,0 0-348 0,0 0-228 15,0 0-88-15,-84 17-124 0,73-4-124 0,-6 6 0 16,6 6 64-16,-2-3 96 15,6 3 60-15,-1-3-228 0,4-3-164 0,0-6-148 0,4-7-184 16,0 1-72-16,8-7 84 16,0 0 136-16,3-7 184 15,6 1 12-15,3-9-12 0,-1-2-8 0,5-1-44 0,-7 2-44 16,2 3-16-16,-3 7-100 0,-4 6 40 16,4 0 0-16,0 9 172 0,-4 7 40 15,0 0 184-15,-4 6 60 0,-1 0-88 16,2 3-84-16,-5 0 0 0,0-1 20 0,0 1-32 15,-4 0 0-15,0 4 32 0,0-1 92 16,-4 4 20-16,-4 0-60 16,-5 3 12-16,2 0 0 0,-6 0-48 15,-2 0-28-15,-1 0-24 0,5-5-8 16,-6-3-4-16,1-2 12 0,1-6-32 0,2-3-16 16,2-7 36-16,-2-2-24 0,-3-4-48 15,1-3-12-15,-1 0-48 0,0-3-256 0,0-13-160 16,4-3-96-16,0-3-128 0,9-7-128 15,7-2-148 1,0-1-376-16,3 1-400 0,9-2-764 16,1 8-765-16,6-10-2139 0</inkml:trace>
  <inkml:trace contextRef="#ctx0" brushRef="#br2" timeOffset="170433.053">22993 12989 10496 0,'0'0'1481'0,"0"0"-1005"0,8 66 276 16,-8-31 456-16,0 14 456 0,-4 3-240 15,-4 9-212-15,8 3-316 0,-4 6-212 16,4 2-132-16,0 4-224 0,0 11-220 0,0-2-104 16,0 4-4-16,0-3-96 0,0-7-88 15,0-9-180-15,0-6-4 0,0-17-48 16,0-9 124-16,0-12-16 0,0-10 112 0,0-13-48 15,4-3-348-15,0-16-452 16,0-9-384-16,0-14-568 0,4 7-1261 16,-4-25-3091-16</inkml:trace>
  <inkml:trace contextRef="#ctx0" brushRef="#br2" timeOffset="170690.685">22981 13153 10912 0,'0'0'1773'15,"0"0"-1121"-15,0 0 60 0,0 0 224 0,0 0 236 16,0 0-172-16,0 0-292 0,88 5-176 16,-68 3-52-16,-1 2-64 0,-6 0-60 15,2 2-124-15,-2-2-48 0,-6 5-84 0,-3 2-92 16,-4 1-8-16,0 5 0 0,-7 2-4 0,-6 1-84 16,-2 2 16-16,-6 1-24 15,2-2-4-15,-5 0 4 0,0-2 84 0,0-3-52 16,0-3 64-16,-3-3 8 0,2-7-8 15,5-2-276-15,-4-4-204 0,5-3-236 16,2-10-248-16,2-2-340 0,2-10-1008 16,6 6-2417-16,3-19-4138 0</inkml:trace>
  <inkml:trace contextRef="#ctx0" brushRef="#br2" timeOffset="171101.774">23742 13147 10949 0,'0'0'4156'0,"0"0"-3792"16,0 0-100-16,0 0-52 0,0 0 268 15,84 57 256-15,-76-31 244 0,-4 2-412 0,-4 4-236 16,0 0-136-16,0-1-12 0,-4-1-108 16,0-8-76-16,0-4-8 15,4-8-140-15,-5-3-320 0,5-4-248 0,-4-3-176 0,0 0-448 16,-3-7-1596-16,-5-8-3897 0</inkml:trace>
  <inkml:trace contextRef="#ctx0" brushRef="#br2" timeOffset="171262.541">23881 12922 14201 0,'0'0'1416'0,"0"0"-1016"0,0 0 4 0,0 0 184 16,0 0-352-16,0 0-236 0,80-16-88 16,-72 13-436-16,4 0-632 15,4 3-448-15,-8-3-1457 0,4 3-4199 0</inkml:trace>
  <inkml:trace contextRef="#ctx0" brushRef="#br2" timeOffset="171520.559">24041 13297 13905 0,'0'0'1696'0,"0"0"-1220"16,-5 67-12-16,5-48 348 0,-3 3 844 0,3-6-88 16,0-4-572-16,0-5-643 0,0-4-341 15,8-3-12-15,4-3-169 16,8-10 9-16,3-6 28 0,5-6-244 0,9-11-88 0,-5 5-60 15,3-1 144-15,-3 3 148 16,-4 10 108-16,0 6-60 0,-5 6 72 16,-2 5 112-16,-6 2 68 0,1 0 128 0,1 9 148 15,-6-2 168-15,-3 6-48 16,5-1-208-16,-6 1-148 0,5 3-100 0,-4 0-8 0,0 0 0 16,0 0-156-16,0-1-272 0,1 2-268 15,2 2-236-15,-3-4-576 0,0 1-1168 16,0-3-2393-16,-4 3-3755 15</inkml:trace>
  <inkml:trace contextRef="#ctx0" brushRef="#br2" timeOffset="172188.958">25957 12391 9248 0,'0'0'2761'16,"0"0"-909"-16,0 0-940 0,0 0-92 16,0 0 532-16,0 0-172 0,-44 67-96 0,29-25-372 15,-2 8-212-15,-2 8-72 0,3 8-28 16,-4 11 100-16,-4 2-3 0,-4 7-145 0,0 2-196 16,-4 1-144-16,-3-3-12 0,3-7-108 15,4-5-112-15,7-17-32 0,6-13-101 16,6-15 85-16,6-14-12 0,3-8-96 0,0-7-432 15,3-7-196-15,10-5-276 16,-2-13-40-16,6-10-872 0,-2 6-1873 16,9-22-2167-16</inkml:trace>
  <inkml:trace contextRef="#ctx0" brushRef="#br2" timeOffset="172476.912">25790 12665 4484 0,'0'0'5368'0,"0"0"-3667"0,0 0-521 16,0 0-312-16,0 0 224 0,0 0 4 15,0 0-244 1,0 0 32-16,0 0 120 16,0 0-364-16,83 95-164 0,-62-51-192 0,-2 8-140 0,1-2-20 15,1 2 144-15,-6 4-108 0,5-5-52 0,-8 3-48 16,4-7-8-16,-4-9-44 0,0-2-4 0,0-8-4 16,0-6 0-16,0-9-4 15,-4-4-60-15,3-5 64 0,-2-4 84 0,3-4-12 16,-1-11 36-16,6-7 52 0,-2-13-64 15,9-10-96-15,-4-9-48 0,1-6-96 16,2-5 56-16,1 0-68 16,-4 1-112-16,3 4-220 0,2 5-64 0,-1 8-12 15,0 12-104-15,-5 3-184 0,5 10-688 16,-11 7-1304-16,6-2-2985 0</inkml:trace>
  <inkml:trace contextRef="#ctx0" brushRef="#br2" timeOffset="172992.674">26723 13186 4788 0,'0'0'4356'15,"0"0"-3204"-15,0 0-123 16,0 0 11-16,0 0 480 0,0 0 8 0,0 0-144 16,0 0-540-16,0 0-272 0,0 0-264 15,0 0-100-15,-45 37-36 0,30-8 36 0,-6 3 52 16,1 6-64-16,1 6 48 0,-5 4-24 16,0 3 24-16,0 0-96 15,4 3 48-15,0-3-52 0,5-7-8 0,6-6 96 0,5-9 192 16,4-3-35-16,4-12-169 0,8 3-88 15,4-11-36 1,0 1-8-16,8-4-76 0,0-3-4 0,0-3-8 16,4-8-40-16,-8-3-48 0,3-10-68 15,1 3-112-15,-4-5-205 0,-4 1-159 0,-4-1-188 16,-4 1-260-16,-8 3-588 0,0 0-1412 16,0 2-2105-16,-15 1-1979 0</inkml:trace>
  <inkml:trace contextRef="#ctx0" brushRef="#br2" timeOffset="173283.477">26539 13487 12405 0,'0'0'2568'0,"0"0"-1612"16,0 0-88-16,0 0 100 0,0 0-4 15,0 0 32-15,88 54-312 0,-65-54-440 0,5 0-244 16,-4 0-48-16,4-9-356 0,-4-1-232 16,1-3-4-16,-2 1-196 0,-3-1-408 0,0 4-588 15,-4-1-532 1,-9 0-429-16,2 7-215 0,-5 0 1212 0,0 3 672 15,-4 0 1124-15,0 3 1004 0,-4 3 1796 0,0 4-368 16,-1 3-295-16,1-4-285 0,1 7-452 16,3 3-308-16,-4 0-156 15,4 3-120-15,0 7-104 0,0-3-48 0,4 2 8 16,-1 0-64-16,1 1-132 0,5-7-244 16,-5-3-232-16,3-2-88 0,1-4-444 15,1-7-128-15,2-6-84 0,6 0 92 16,-2-4-136-16,6-11-276 0,-2-10-816 0,1 5-2432 15,4-25-3141-15</inkml:trace>
  <inkml:trace contextRef="#ctx0" brushRef="#br2" timeOffset="173500.97">27172 12751 13373 0,'0'0'2264'0,"0"0"-1420"0,0 0 288 16,88 18 300-16,-48-11-380 0,0-4-268 0,4 1-324 15,4-4-288-15,-5 0-76 0,2 0-96 16,-2-4-88-16,-3-3-240 16,-5 1-320-16,-3 0-452 0,-4 3-476 0,-8-1-988 0,-8 2-2097 15,-7 2-2447-15</inkml:trace>
  <inkml:trace contextRef="#ctx0" brushRef="#br2" timeOffset="173718.048">27467 12939 11897 0,'0'0'1992'0,"0"0"-1372"15,0 0-52-15,-48 72 376 0,37-43 348 0,-1 2 104 16,-4 4-400-16,4 3-300 16,3 4-136-16,2 2 96 0,-1 1-191 0,0 2-165 15,3-5-92-15,5-4-28 16,0-7-20-16,5-6-4 0,3-2-24 0,7-7 88 15,6-1 20-15,-1-5-152 0,3-4-88 16,5 0-84-16,0-6-60 0,4 0-136 16,0-9-156-16,3 0-48 0,2-7-109 15,-1-3-199-15,3-4-516 0,-3 1-836 16,-8 2-2016-16,16-7-2177 0</inkml:trace>
  <inkml:trace contextRef="#ctx0" brushRef="#br2" timeOffset="174015.125">28396 12732 11489 0,'0'0'2988'16,"0"0"-2132"-16,0 0-516 0,0 0 164 16,0 0 300-16,0 0 248 0,-76 47-100 0,48-15-436 15,0 6-128-15,-3 6 104 0,-1 10 116 16,0 3-84-16,0 4-171 0,4-1-37 0,0 1-112 15,4-4-32-15,4-10-4 16,8-5 40-16,8-8 32 0,4-9 196 0,0-5 0 16,8-4-208-16,5-3-176 0,2-4-52 0,1-6-144 15,8-3-12-15,0-3-4 16,8-10-68-16,-5-2-184 0,1-8-72 16,0 1-72-16,0-3-137 0,-3-1-247 0,-6 1-576 15,-3 3-924-15,-8 9-1804 0,4-9-1337 16</inkml:trace>
  <inkml:trace contextRef="#ctx0" brushRef="#br2" timeOffset="174208.823">28173 13058 7416 0,'0'0'4761'0,"0"0"-3177"15,0 0-656-15,0 0 40 0,0 0 140 0,0 0-80 16,0 0-172-16,0 0-540 0,0 0-232 0,0 0-84 15,47 42-48-15,-43-42-248 16,5 0-12-16,-6 0-124 0,-3 0 8 16,4 0-96-16,-4 0-140 0,4-3-184 0,-4 3-472 15,0 0-312-15,0-4-4 0,0 4-269 0,0-3-1191 16</inkml:trace>
  <inkml:trace contextRef="#ctx0" brushRef="#br2" timeOffset="174734.765">28372 12789 2508 0,'0'0'7300'15,"0"0"-6035"-15,0 0-569 0,0 0 328 0,0 0 364 0,0 0-288 0,83-17-144 16,-75 17-292-16,5 4-80 15,-6 6-76-15,5-1-28 0,1 7-24 16,-6 3-88-16,5 3-120 0,-3 4-40 16,-2-1 0-16,-3 4-36 0,0-1-28 15,0 3 4-15,-4 1-52 16,0-3-20-16,-12 3-16 0,5 0 0 0,-10-1-48 16,-3 1 60-16,1 0-60 0,-6-3 40 15,1 2-40-15,-4-5 60 0,4 2-60 16,-3-6 48-16,-1-3 28 0,4-2-16 0,-4-2 0 0,4-5-12 15,0-2 40-15,1-1-88 0,-1-3-12 16,0-1-4-16,3-3-168 16,2 0-48-16,3-3-180 0,4-3-88 0,-4-1-40 15,8-2 48-15,-4-1-172 0,8 1-224 16,1-5-332-16,-2 2-644 0,5-4-736 16,0 4-1485-16,0-14-1227 0</inkml:trace>
  <inkml:trace contextRef="#ctx0" brushRef="#br2" timeOffset="174987.958">28188 13081 10664 0,'0'0'2861'0,"0"0"-1845"15,0 0-348-15,0 0 88 0,0 0 132 16,0 0 280-16,0 0-132 0,0 0-360 0,0 0-76 16,20 79 140-16,-12-56-156 0,5 2-231 15,-2-3-97-15,1 3-24 16,4 1-4-16,0-4-84 0,0 0-8 0,4 0-40 15,0-3-36-15,4 1-52 0,0-1-8 16,0-3-12-16,-1-1-48 0,5-2-196 16,-4 0-32-16,0 0-172 0,-4-4-161 0,0 4-51 15,0-4-60-15,-8 4-172 0,4-4-468 0,-8 4-988 16,0-7-1640 0,-1 5-1321-16</inkml:trace>
  <inkml:trace contextRef="#ctx0" brushRef="#br2" timeOffset="175535.247">28862 12760 13937 0,'0'0'3796'0,"0"0"-2908"16,0 0-248-16,0 0 12 0,0 0-32 0,0 0-288 16,0 0-332-16,0 0-160 0,0 0 88 15,56-70 64-15,-41 58-152 0,2 2-60 16,3 0 124-16,-5 1 20 0,2 3 28 16,-2-1-24-16,1 4 24 0,-4 0-28 0,-4 3 16 15,0 0 60-15,0 0 96 0,0 0-20 16,-4 0-32-16,4 3-40 0,-4 3 88 15,4 4 32-15,0 3-112 16,-4 3 72-16,4 3-32 0,-4 3-4 16,0 0-36-16,0 3 36 0,0 4 12 0,-4-3 64 15,4 5-76-15,-1 1 48 0,1 0 28 16,1-1-4-16,3 5-8 0,-4 2-40 16,0-1 12-16,-4 2-36 0,3-2 4 0,-3-2-40 15,4 0-4-15,-4 1 4 0,0-8-4 16,0 1 64-16,0-4-12 0,0-3-52 15,-4-2 4-15,4-1 96 16,0-7-44-16,0 1-60 0,0-5-4 16,0-1-12-16,0 0-64 0,0-4 68 0,0-3 4 15,0 3-56-15,0-3-12 0,-3 0-100 16,3 0-132-16,-4 4-72 0,0-4 120 16,-4 0 48-16,-4 3 72 0,-8-3-316 0,0 3-148 15,0-3-76-15,-8 0-240 0,-4 0-348 16,0 0-588-16,0 0-792 0,4-3-2065 15,-11 0-1175-15</inkml:trace>
  <inkml:trace contextRef="#ctx0" brushRef="#br2" timeOffset="190891.755">20088 8243 2612 0,'0'0'0'0,"0"0"-156"16,0 0 156-16,0 0 92 0,0 0 2540 0,0 0-1148 16,0 0-572-16,0 0-328 0,-4 0-80 15,4 0 68-15,0 0 36 16,0 0-40-16,0 0-39 0,-4 0-65 0,4 0-52 16,0 0-16-16,0 0 12 0,0 0-36 15,0 0 264-15,0 0-204 0,0 0-328 16,0 0-28-16,0 2-68 0,0-2-4 0,0 0-4 15,0 0 0-15,0 0 0 0,0 0-8 16,0 0-68-16,0 0 64 0,4 0 12 16,4 0 64-16,-3 0-4 15,6 0-56-15,1 0 224 0,1 0-24 0,2 0-112 16,-2 0-92-16,2 0-100 0,-4 0-28 16,6-2-12-16,-1-5-12 0,4 0-380 15,0 2-436-15,-5-9-856 0,2 5-2105 0,-2-7-2127 16</inkml:trace>
  <inkml:trace contextRef="#ctx0" brushRef="#br2" timeOffset="191284.038">20973 8049 928 0,'0'0'1092'0,"0"0"2116"0,0 0-984 0,0 0-668 0,0 0-416 15,88 25-67-15,-73-19-33 16,2-3 120-16,-2 4-256 0,1-4-260 16,0 3-164-16,4-4-68 0,-3 5-72 15,-2-4-48-15,1 1-80 0,0-1-48 16,4 1-16-16,-5-4 0 0,6 0 40 0,3 0-52 16,4 0-24-16,-5 0-112 0,5-7-100 15,0 0 52-15,0 0-188 16,0-1-252-16,4-5-416 0,-4 4-484 0,0-5-800 15,0 2-1077-15,-9 3-2959 0</inkml:trace>
  <inkml:trace contextRef="#ctx0" brushRef="#br2" timeOffset="204384.883">7052 15446 6596 0,'0'0'4893'16,"0"0"-3801"-16,0 0-440 0,0 0 20 15,0 0 64-15,0 0 72 0,0 0-68 16,0 0-88-16,0 0 72 15,60 0 104-15,-17 3-104 0,5 0-340 16,12 0-20-16,0 4-92 0,0-4-76 0,0 0-28 16,-1 1-120-16,1-2-44 0,-9-2-4 15,1 0-72-15,-4 0-24 0,-8 0-52 16,0 0 52-16,-8-2-136 0,-8 2-236 0,0-4 40 16,-5 1-116-16,-2 0-196 15,-6 3-228-15,-3 0-428 0,-3 0-976 16,-5 0-3409-16</inkml:trace>
  <inkml:trace contextRef="#ctx0" brushRef="#br2" timeOffset="204635.075">7243 15909 5612 0,'0'0'5232'16,"0"0"-4215"-16,0 0-529 0,0 0 88 15,0 0 508-15,0 0 192 16,0 0 8-16,91-11-316 0,-46 0-148 0,6 8-60 16,9 0-256-16,0 3-172 0,3 0-260 15,1 6-72-15,5 5-96 0,-2-5 84 16,-3-4-52-16,-4-2-68 0,-4-2-40 0,-9-11-208 16,1-4-88-16,-8-1-324 0,-9-5-164 15,-3 5-536-15,-7-8-1020 0,-14 10-2693 16,-7-13-1787-16</inkml:trace>
  <inkml:trace contextRef="#ctx0" brushRef="#br2" timeOffset="204925.44">7765 15224 9388 0,'0'0'1476'0,"0"0"-523"16,84-3 43-16,-45 3 24 0,1 6-232 0,4 7-208 15,0-1-292-15,4 4 64 0,-5 3-140 16,6 3-32-16,-10 1-64 16,1 3-32-16,-4-1 92 0,-4 0 24 15,-9 4-52-15,1-1 76 0,-3 4-12 0,-14 0 172 16,1 5 36-16,-8 5-196 0,0 6 60 16,-11 2-52-16,-10-2-72 0,2 3-36 15,-13 0-120-15,0-7-4 0,-8 4-260 16,-4-7 64-16,0 0-344 0,-3-6-340 0,-2 0-232 15,10-9-740-15,-1-7-2001 0,12-8-3075 16,4-4 4096-16</inkml:trace>
  <inkml:trace contextRef="#ctx0" brushRef="#br2" timeOffset="205733.573">10463 15370 1448 0,'0'0'10661'16,"0"0"-8873"-16,0 0-988 0,0 0-108 0,0 0 140 16,-36 63 116-16,31-31-16 0,5 7-204 15,0 11-80-15,0 11-108 0,0 15-196 0,9 12-76 16,2 14-148-16,6 13-8 0,-2 5-28 15,5 13-84 1,5 4-72-16,-6 0 8 0,5-11 64 16,-4-12 28-16,-1-18 32 0,-2-26 40 15,-2-19-100-15,2-23-208 0,-6-12-304 0,2-16-36 16,-5-3-300-16,3-16-240 0,-3-16-480 0,1 6-1544 16,-9-37-3325-16</inkml:trace>
  <inkml:trace contextRef="#ctx0" brushRef="#br2" timeOffset="206075.196">10414 15693 1240 0,'0'0'5824'0,"0"0"-2960"0,0 0-1275 15,45-72-349-15,-30 47-128 0,9 2 12 0,4 1-240 16,0 6-268-16,4 0-228 0,4 4-4 15,3-2 176-15,1 8-216 0,0 3-344 16,-4 3 0-16,0 3 140 0,-4 7-28 0,-4 5 84 16,-4 8-196-1,-5 3 372-15,1 2 92 0,-7 4-84 0,-5 3-72 0,-5 0-76 16,-3 3-52-16,0 3-92 16,-3-3 56-16,-10 3-80 0,-2-3 8 15,-2-2 0-15,-6-3-72 0,-1 0-48 16,-4-7-36-16,-4-4-76 0,4-3-156 15,-4-7-136-15,-3-1-76 0,7-6-48 0,-4-2-80 16,4 1 100-16,0-4-276 0,8 0-600 16,4 0-520-16,4-4-985 15,4 1-2395-15,4 0 344 0</inkml:trace>
  <inkml:trace contextRef="#ctx0" brushRef="#br2" timeOffset="206474.616">11451 15856 9188 0,'0'0'4677'0,"0"0"-3513"0,0 0-436 16,0 0 228-16,75 9 496 0,-47-2-84 15,8-5-148-15,-5 3-488 0,10-3-171 16,-2-2-165-16,5 0 44 0,4 0-80 0,-1-9-80 15,-2-1-112-15,2-3-156 0,-3-3-12 16,0 1-12 0,-4-5-48-16,-4 1-60 0,-4 3-52 0,-4 1-56 0,-5-2-328 15,-3 12-124-15,-3-2-149 0,-2 7-587 0,-7 0-1736 16,-3 10-3501-16</inkml:trace>
  <inkml:trace contextRef="#ctx0" brushRef="#br2" timeOffset="206708.323">11769 16256 8128 0,'0'0'7317'0,"0"0"-5749"0,0 0-1096 0,0 0 72 16,0 0 0-16,0 0 536 0,0 0 252 15,0 0-492-15,0 0-439 0,96 12-209 0,-65-12-44 16,1-3-76-16,0 0-64 0,5-7-8 15,-2 1-116-15,1 3-104 0,0-4-60 16,3 1-145-16,2 2-95 16,-5 1-248-16,3-1-556 0,-3 1-1368 0,-8 3-2893 15,4-3-4899-15</inkml:trace>
  <inkml:trace contextRef="#ctx0" brushRef="#br2" timeOffset="207433.172">13108 15309 6128 0,'0'0'2700'0,"0"0"-243"0,0 0-985 0,0 0-488 16,0 0 32-16,0 0 304 0,0 0-192 0,0 0-288 16,-88 68-260-16,81-43-148 15,-6 3-100-15,2 7-124 0,2 7 464 0,1 2-256 16,4 7-220-16,4 3-76 15,4 9-20-15,13 4 32 0,2 3-48 0,5 3-84 16,0-4 8-16,8-5-4 0,-4-3-4 16,4-14-52-16,-4-9 52 0,4-13 24 0,-4-9 36 15,0-9-48-15,0-7 64 0,-1-7-68 16,4-9-8-16,-3-9-60 0,-3-3 8 16,-1-10-116-16,0 0-16 0,-5-4 64 15,-3-2 8-15,-4-4-8 0,-3 1-88 0,2-4-108 16,-7 0-28-16,-4 0-36 0,0-3 72 15,0 0 76-15,-11-3 108 16,-6 0-48-16,-2 0 36 0,-9-1 48 16,-4 2 52-16,4 5 36 0,-9 6 136 15,6 7-24-15,4 9 24 0,2 11 84 16,1 1 124-16,4 10-136 0,1 7 0 0,2 0 28 16,2 7 32-16,2 10 24 0,6 8-36 0,-1 3-24 15,0 7-148-15,3 7-80 0,2 5-4 16,-1 1-36-16,0 5-72 0,4-1-248 15,-4-1-448-15,4-1-388 16,-4-5-1056-16,4-11-1852 0,0-5-1381 16,0-10-1226-16,0-7 6707 0</inkml:trace>
  <inkml:trace contextRef="#ctx0" brushRef="#br2" timeOffset="207624.927">13387 15852 1032 0,'0'0'3064'0,"0"0"-1644"0,75 46 2836 0,-47-28-2359 15,8 4-157-15,0 3-52 0,4 1-304 0,0 3-424 16,3 2-344 0,5 1-96-16,-4-1-88 0,8 5-40 0,-4-4-148 15,0-1-236-15,-4-5-8 0,-5-4-60 16,1-2-76-16,-8-6-232 0,-4-3-184 16,0-3-216-16,-4-4-412 0,-9-1-1128 15,2-3-3809-15</inkml:trace>
  <inkml:trace contextRef="#ctx0" brushRef="#br2" timeOffset="207800.459">14793 16240 16277 0,'0'0'4220'15,"0"0"-3452"-15,0 0-476 0,0 0-284 0,0 0-8 16,0 0 0-1,0 0-572-15,0 0-784 0,0 0-416 0,0 0-2792 0,-79 0-6185 16</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42:04.886"/>
    </inkml:context>
    <inkml:brush xml:id="br0">
      <inkml:brushProperty name="width" value="0.05292" units="cm"/>
      <inkml:brushProperty name="height" value="0.05292" units="cm"/>
      <inkml:brushProperty name="color" value="#7030A0"/>
    </inkml:brush>
  </inkml:definitions>
  <inkml:trace contextRef="#ctx0" brushRef="#br0">2219 1283 7324 0,'0'0'832'0,"0"0"-352"16,0 0 1224-16,0 0-283 0,0 0-373 0,0 0-296 16,0 0-88-16,0 0-20 15,0 0-76-15,0 0 44 0,0 0-44 0,20 66-120 16,-16-31 0-16,7 9 36 0,-3 11 48 16,-3 6-16-16,3 11-244 0,-1 4-116 15,-3 9-68-15,0 5 8 0,-4-1 4 16,0-1-96-16,0-5-4 0,0-3-48 15,0-11-4-15,0-8 4 16,0-10 40-16,5-11-200 16,-1-11-12-16,0-7-52 0,0-9-24 0,-1-3-208 0,1-8-500 0,0 2-252 0,-4-4-68 15,4-10-444 1,1 1-517-16,-5-23-2575 0</inkml:trace>
  <inkml:trace contextRef="#ctx0" brushRef="#br0" timeOffset="483.501">2279 1396 7036 0,'0'0'1376'0,"0"0"-804"15,0 0 12-15,0 0 448 0,0 0 257 16,0 0-241-16,0 0-168 0,0 0-208 15,0 0-228-15,0 0-192 0,0-19-88 16,3 23-16-16,1-1-136 0,5 3 136 0,6 6 268 16,2 7 0-1,2 8-68-15,5 4-96 0,0 10 96 0,4 4-128 16,0 9 28-16,-1 6-136 16,1 0-108-16,0 3-4 0,-4-2 0 0,4 0-8 15,-4-8 4-15,1-4 4 0,-2-5 56 16,-3-3-48-16,0-3-4 0,0-6 44 0,-4-6-36 15,-4-5 112-15,0-1-52 0,-4-8-64 16,0-2 68-16,-5-4-72 0,1-3 0 0,-4-3 120 16,4 0 72-16,-4-9 236 15,5-7 216-15,-1-12-232 0,4-14-196 16,-5-18-220-16,1-10-144 0,0-13-28 16,0-5-88-16,-4 1 28 0,5 11 160 15,-1 7 72-15,3 12-12 0,1 9-76 0,0 10-8 16,0 6-4-16,0 7-20 0,0 0-28 15,1 8 0-15,-6 2 48 0,5 5-144 0,-4 0-424 16,-4 5-288-16,4 1-616 16,0 4-784-16,0 0-1961 0,0 9-1135 15</inkml:trace>
  <inkml:trace contextRef="#ctx0" brushRef="#br0" timeOffset="789.808">3076 2007 11429 0,'0'0'1448'0,"0"0"-860"0,11 82 112 16,-7-50 600-16,1-1 168 0,-1 1-376 0,3-3-572 0,-3-7-352 31,8-6-168-31,0 0-88 0,0-10 40 0,0 0 48 0,4-6 100 16,4 0 60-16,-1-6 24 15,6-10-88-15,-1-6-84 0,-4-6 36 0,3-5-48 16,-6 3-76-16,-2 0 16 0,-6 1-28 15,-5 4 84-15,-4 6-56 0,0-1 0 0,-13 1 48 16,1 8 4-16,-4-6-68 0,1 8 76 16,-6 2 8-16,6 5 4 0,-2 2 212 15,2 2-224-15,-1 9 0 0,-4 4-88 16,0 1-84-16,4 5-36 0,-4 2-16 16,4 3-60-16,4-4-112 15,5 0-264-15,-2-3-744 0,5-3-608 0,4-7-1857 0,0-4-1819 16</inkml:trace>
  <inkml:trace contextRef="#ctx0" brushRef="#br0" timeOffset="1116.508">3461 1984 9260 0,'0'0'1552'16,"0"0"-883"-16,0 0 295 0,69 76 284 0,-54-47 160 16,-2-1-76-16,-1 1-212 0,-5-4-412 15,-3-5-324-15,5-2-260 0,-1-1-124 16,-5-11-108-16,5 0 108 0,5-6 48 0,2-3 88 15,1-11-96-15,4-4-40 16,0-4-160-16,4-3-60 0,-5-1-80 0,2 1-20 0,-10 5-16 16,6 11 28-1,-6 6-28-15,2 3 148 0,-2 7 188 16,-3 5 224-16,1 7-48 0,-1 0-4 0,-1 3-60 16,-3-3 64-16,0-2-64 0,0-9-16 15,1-1-88-15,2-7 68 0,5-3 196 0,4-6 308 16,0-11 84-16,4-7-284 15,4-6-196-15,-1-5-172 0,-2 0-12 0,-1-1-76 16,-5-1-116-16,2 5-80 0,-2 3-168 0,-2 3-252 16,-6 7-412-16,1 3-612 0,-4 7-844 15,-4 1-2757-15</inkml:trace>
  <inkml:trace contextRef="#ctx0" brushRef="#br0" timeOffset="1660.88">5785 1733 11569 0,'0'0'1252'0,"0"0"-612"0,0 0-244 15,0 0-68-15,0 0 380 16,0 0 324-16,0 0 160 0,99 25-300 0,-54-14-200 0,6-3-188 16,5-4-136-16,4-1-136 15,-4-3-108-15,3-10-124 0,-4-8 0 16,-3-8-88-16,4-6-228 0,-7-12-276 16,2-3-284-16,-12-8-264 0,2 1-720 0,-17 13-2445 15,-5-14-3991-15</inkml:trace>
  <inkml:trace contextRef="#ctx0" brushRef="#br0" timeOffset="1871.948">6211 1139 10032 0,'0'0'1945'0,"0"0"-81"16,-12 74-736-16,12-33 16 15,0 13 232-15,0 7-152 0,0 5-364 0,0 7-336 0,4 0-264 16,0 6-260-16,0-6-112 15,4-6-132-15,0-10-76 0,4-16-132 0,0-15 20 16,8-13 16-16,3-13 68 0,1-10-196 16,4-19-440-16,4-6-552 0,-4-12-740 0,0-7-917 15,-7 9-1339-15,2-24 408 16</inkml:trace>
  <inkml:trace contextRef="#ctx0" brushRef="#br0" timeOffset="2383.147">6629 895 8564 0,'0'0'1736'15,"0"0"-731"-15,0 0 63 0,0 0 128 0,0 0 224 16,0 0 16-16,24 79-204 0,-24-28-228 16,0 7-268-16,0 8-148 15,-4 11-284-15,-3 8-108 0,-2 4-160 0,1 3-36 16,1 4-72-16,3-5-184 0,0-12 12 16,4-11-148-16,0-14 72 0,8-20 24 15,3-11 64-15,2-11 36 0,2-5-52 0,2-7 12 16,-2-7 28-16,1-5-92 15,4-4 40-15,-4-7 72 0,4 1-8 16,-4 0 20-16,0 6 52 0,0 6-28 0,4 3 4 0,-5 7-44 16,9 7 192-16,-3 6 0 0,2 6 152 15,-3 4 52 1,0 2 68-16,0 0 28 0,0-6-40 0,0 0-60 16,3-9-112-16,1-7-40 0,1-3 52 15,3-7 0-15,0-7 84 0,3-10-48 16,-3-4-128-16,4-7-8 0,-4-3-148 0,-5-6 24 15,1 2 36-15,-7 4-24 0,-6-3-108 16,-7 6-92-16,0 4 124 0,-4 5 188 16,0 14 40-16,-8 1 296 0,5 11 48 0,-9 0 108 15,-1 11-492-15,-2 4-40 16,-5 8 40-16,-1 8 200 0,2 7 96 0,-1 6 24 16,1 5-4-16,-2-2 52 0,1 4-60 15,5-7-52-15,6-3-60 0,1-5-76 16,8-8-8-16,0-6-64 0,4-3-44 15,9-3 44-15,2-4-36 0,9-2 88 16,4-3-100-16,8-4-4 0,3-3-72 16,10 0 4-16,-2-3-72 0,5-7-164 0,0 0-192 15,-1-2-284-15,1-4-664 16,-12 6-1320-16,20-13-3329 0</inkml:trace>
  <inkml:trace contextRef="#ctx0" brushRef="#br0" timeOffset="2894.17">9175 1562 10212 0,'0'0'1805'16,"0"0"-1153"-16,0 0-204 0,0 0 316 15,0 0 400-15,0 0-120 0,0 0-192 16,-48 76-120-16,29-29-36 0,-1 7 28 0,-1 9-48 15,10 8-176-15,-1 0-132 0,4-6-88 16,8-4-232-16,0-10-48 16,0-9-48-16,8-11-136 0,4-9 76 0,-1-10-88 0,6-5-48 15,7-7-12 1,0-9-40-16,8-10-232 0,0-14-432 0,3-2-868 16,-10 7-3052-16,2-20-4469 0</inkml:trace>
  <inkml:trace contextRef="#ctx0" brushRef="#br0" timeOffset="3250.041">9482 1841 9368 0,'0'0'5313'15,"0"0"-4281"1,0 0-428-16,-16 80 420 0,12-57 200 0,0-4-132 16,0-5-356-16,4 0-380 0,0-3-356 0,4-4-108 15,9 0 20-15,-2-2 24 0,1 0 64 16,8-3 4-16,0-2-4 0,4 0-108 15,0-9-64-15,0-1 60 0,0-5-56 0,-5-2 44 16,1-2 4-16,1-2 44 16,-2 1-32-16,-6-5-40 0,2 0-48 15,-7-1 12-15,0 1-28 0,-4-3 4 16,0-2-4-16,-4 2 40 0,-4 0 168 16,-3 5 4-16,-2 4 12 0,1 3 124 0,0 10-36 15,1 3 24-15,-2 3 172 0,-3 0-28 16,0 3-180-16,-4 10-4 15,-4 3 4 1,1 2-4-16,-1 8-20 0,4-4-28 0,0 7-36 0,-1-7-160 0,6 3-72 0,3-6-100 16,0 1-324-16,0-1-224 15,8-3-384-15,-4-7-740 0,4-3-1068 16,0-2-2041-16,8-4 33 0</inkml:trace>
  <inkml:trace contextRef="#ctx0" brushRef="#br0" timeOffset="3572.421">9829 1651 3332 0,'0'0'7080'0,"0"0"-5191"0,0 0-765 16,0 0 84-16,48 66 212 0,-40-34 8 0,-5 0-56 15,5 6-380-15,-8-6-320 16,4 0-280-16,1-4-392 0,-1-6-12 0,3-3-208 16,1-6 12-16,5-7 24 0,2-3-36 15,2-3-208-15,2-9 0 16,5-7-164-16,-4-6-36 0,4-3-68 15,-4-4 76-15,0 0 104 0,-5 1 88 16,2 3 176-16,-6 3 40 0,-3-1 196 16,1 7 16-16,-5 6 140 0,-1 7 176 0,1 0 160 0,-4 3 340 0,0 6-96 15,4 4 56-15,-4 6-208 16,0 7-52-16,0-1-112 16,0 3 12-16,0-3-28 0,0 0-168 15,4-2-220-15,-4-8-220 0,5-2-108 0,-1-4-88 16,0 0-60-16,3-6-4 0,1 0-184 15,5-12-264-15,-2-5-484 0,-3 5-2796 16,4-17-3473-16</inkml:trace>
  <inkml:trace contextRef="#ctx0" brushRef="#br0" timeOffset="3966.475">10474 1517 12209 0,'0'0'2572'0,"0"0"-1980"16,0 0 0-16,0 0 596 0,8 74 212 0,-8-44-220 16,-4 9-400-16,-4 3-328 0,1-5-172 15,-2 1-108-15,1-2-172 0,4-8-64 16,0-2-44-16,4-8-36 0,0-5-88 0,0-3-172 15,8-7-84-15,0-3 180 16,8 0 16-16,1-9-64 0,2-8 96 0,1-1-12 0,0-5-24 16,-4 5 188-16,-1 5-4 15,2 0 12-15,-10 9-72 0,1 4 172 16,1 4 160-16,-5 5 568 0,-4 8-272 0,0 5-112 16,0 0-136-16,0 0-12 15,0 3-24-15,0-5-172 0,0-1 0 16,0-6-148-16,0-8-84 0,4 2-52 0,7-7-220 15,-2-4-356-15,6-8-632 0,2-9-324 0,-6 1-2081 16,13-21-2795-16</inkml:trace>
  <inkml:trace contextRef="#ctx0" brushRef="#br0" timeOffset="4183.367">11104 1165 12313 0,'0'0'1808'0,"0"0"-1364"15,0 83 376-15,-8-39 512 16,4 8 156-16,0 0-36 0,-4 9-340 0,4 2-416 0,-1-2-320 16,-2 2-255-16,3 1-121 0,4-7-125 15,-4-6-119 1,4-7-316-16,0-12-36 0,4-7 44 0,4-9-48 16,-5-5 0-16,6-9-80 0,-5-2-636 0,-4 0-684 15,0-7-36-15,-8-5-1905 0,0 2 757 16,-8-5-1852-16</inkml:trace>
  <inkml:trace contextRef="#ctx0" brushRef="#br0" timeOffset="4328.365">10781 1663 6036 0,'0'0'3924'0,"0"0"-2067"0,0 0-297 15,0 0-304-15,0 0-260 16,0 0-292-16,0 0 568 0,0 0-36 16,92-9-328-16,-49 9-296 0,5-6-236 0,-4-4-156 15,4-7-220-15,0 5-36 0,-4-3-304 16,-1-5-408-16,1 4-36 0,-4 2-68 15,0 0-1024-15,-12 4-3316 0,12 1-4133 0</inkml:trace>
  <inkml:trace contextRef="#ctx0" brushRef="#br0" timeOffset="4749.587">11685 1628 6688 0,'0'0'7057'15,"0"0"-5601"-15,0 0-1016 0,0 80 468 0,-8-51 332 0,-7 3-16 16,-2-1-108-16,2-5-300 0,3-1-364 0,4-6-248 15,0-4-204-15,4-2-64 0,4-3-56 16,0-4-172-16,0-6-232 0,8 0 168 16,7 0 196-16,2 0 28 0,7-6-140 0,4 0 40 15,4-4-72-15,-4 7 44 16,4-1 28-16,-1 4 44 0,-4 0-44 16,1 10-80-16,0 3 52 0,-4 6 136 15,1 3 80-15,-6 0 44 0,1 3 88 16,0 0 96-16,-4 5 164 0,0 1 8 15,-4 4 40-15,0 0-64 0,-4 7-76 0,-8 2 64 16,0 7-16-16,-4 4-20 0,-12 1-128 16,-8 4 16-16,-3 1-64 0,-6-1-100 0,1-6 80 15,-4-7 8-15,8-5 76 16,0-14 8-16,9-9 28 0,7-9 48 16,4-7 13-16,0-6 43 0,4-13-176 0,4-10-100 15,0-11-36-15,4-14-96 0,16-6-16 16,4-4-8-16,7 1-48 0,1 3-53 15,5 4 1-15,2 1 16 0,1 1-28 16,4 4-184-16,-4 3-72 0,0-1-96 16,-1 3-340-16,2 1-768 15,-2 2-1216-15,-11 14-2097 0,4-13-1751 0</inkml:trace>
  <inkml:trace contextRef="#ctx0" brushRef="#br0" timeOffset="5538.18">14005 1571 12017 0,'0'0'2512'15,"0"0"-1480"-15,0 0-556 0,0 0 128 16,0 0 604-16,0 0-196 0,0 0-252 16,0 0-380-16,0 0-284 15,0 0 284-15,0 0 0 0,83 20-28 16,-27-17-108-16,3-3-124 0,5-6-120 0,0-17-52 16,-1-3-216-16,1-8-316 0,-4-8-296 15,-4-2-260-15,-4-4-284 0,-16 14-2356 0,-4-17-3025 16</inkml:trace>
  <inkml:trace contextRef="#ctx0" brushRef="#br0" timeOffset="5800.373">14415 1051 11357 0,'0'0'3924'0,"0"0"-3584"0,-40 88-292 0,28-39 268 16,0 11 576-16,4 9 472 15,4 10-196-15,0 4-336 0,4 9-320 16,0 10-144-16,0-4-152 0,4 7-80 0,0-7-28 15,0-5 28-15,0-11-132 0,-4-10 4 0,0-4 40 16,0-13-36-16,0-5 36 16,-4-9-39-16,0-9-9 0,0-4 0 0,0-9 4 15,0-6-4-15,0-7 8 16,4-6-8-16,-4 0-173 0,4-9-155 16,-4-17-304-16,0-12 84 0,4-15-76 15,8-17-200-15,8-13-760 0,4-8-1284 16,-4 17-2997-16,16-34-2546 0</inkml:trace>
  <inkml:trace contextRef="#ctx0" brushRef="#br0" timeOffset="6062.714">14789 1584 1668 0,'0'0'10649'15,"0"0"-8297"-15,32 67-1356 0,-28-39-40 16,4 7 116-16,-4 0 136 0,-4-7 80 16,4-5-276-16,-4-4-476 0,4-10-283 0,4-5-117 15,4-4-136-15,4 0-28 0,4-16 20 16,8-4-84-16,8-11-237 0,-5-7-179 15,1-6-116-15,-4 2 28 0,-4 3-4 16,-12 6 132-16,-4 1-100 0,-8 3 0 0,-8 4 36 16,-7 9 156-16,-6 3 376 15,-3 10 500-15,-4 3 68 0,0 12 24 16,0 4-12-16,0 10-136 0,1-1-68 16,3 3-104-16,4 2-52 0,1-5-148 15,2-3-72-15,1 0-160 0,8-6-180 0,4-4-432 16,0-2-352-16,4-3-932 0,0-1-3161 15,0-6-4459-15</inkml:trace>
  <inkml:trace contextRef="#ctx0" brushRef="#br0" timeOffset="6283.786">15188 1476 12493 0,'0'0'2508'0,"0"0"-1728"15,0 0-340-15,31 82 172 0,-31-49 508 0,0-3 112 0,0 3 64 16,0 2-368-16,-7-4-323 15,3-2-241-15,0-4-220 0,4-8-144 16,-4-6-88-16,4 0 40 0,0-8-24 0,0-3 64 16,4 0-76-16,0-7-148 15,7-2 148-15,6-10 84 0,-2-6 0 16,9-11-24 0,0-5-317-16,4-3-207 0,0-3-72 0,-1-2-276 15,1 12-356-15,-3 2-1004 0,-5 12-2180 0,4-5-2249 0</inkml:trace>
  <inkml:trace contextRef="#ctx0" brushRef="#br0" timeOffset="6725.143">15654 1498 13193 0,'0'0'2332'16,"0"0"-1288"-16,-28 76 148 0,16-48 472 16,4-2-16-16,0-3-551 0,4-7-517 0,0-7-420 15,4-6-160-15,4 1-172 0,8-4-252 16,8-4 72-16,8-8 99 0,7-11-75 15,10-5-208-15,-2-4-308 0,-2-3-272 0,-6 6 4 16,-3 4 232-16,-4 6 188 0,-9 10 216 16,-6 5 212-16,-1 4 264 0,-5 4 200 15,-7 8 696 1,0 7 60-16,0 3-140 0,0 2-88 0,-7 1-164 16,-1 0-48-16,4 0 8 15,-5-6-24-15,9-3-172 0,-4-3-208 0,4-4-108 0,0-2 76 16,0-5-36-16,0-2-52 0,9 0-244 15,3 0-36-15,-1-6 108 0,10-6 16 16,3-4 8-16,0 0-120 0,3-3-96 0,1 3 8 16,-4 4 24-1,0 1 88-15,-4 5 72 0,-4 6 108 16,0 0 64-16,-8 6 260 0,0 1 156 0,-1 5 48 16,-2-1 4-16,-1 3-56 0,-4 3-108 15,0-1 24-15,0 0 61 0,0-1 47 0,0 2-12 16,-4-2-272-16,4-2-152 0,-5-4-72 15,5 1-64-15,0-3-80 0,0-5-172 16,0 2-161-16,0-1-215 0,0 1-140 0,9-2-448 16,-1-2-1004-16,-4 3-2284 0,12-3-1469 15</inkml:trace>
  <inkml:trace contextRef="#ctx0" brushRef="#br0" timeOffset="7208.333">16479 1508 8772 0,'0'0'776'15,"0"0"-776"-15,0 0-492 0,-12 83 248 16,12-65 244-16,0-6 736 0,0 2 168 0,0-8 77 15,0 1-145-15,0-4-172 0,0 0-192 16,0 0 128-16,0 0 196 0,4 4 212 16,-4-1-16-16,0 0-196 0,0 4-80 0,0 6-36 15,0-1-32-15,-4 4-36 0,4 0-136 16,-4 0-108-16,4 0-92 0,0-6-116 16,0-1-152-16,0-1-4 0,0-5-4 15,0-3-8-15,4 0-64 0,8-3-160 16,-1-3-84-16,6-6 24 0,7-4 0 0,4-10-52 15,0-2-120-15,3-7-152 16,5 1 12-16,-8-1 0 0,0 0-4 0,-1 4 108 0,-7 8 212 16,-7 5 148-16,-1 3 140 15,-9 8 88-15,1 4 196 16,-4 0 280-16,0 6 116 0,0 7 0 0,0 3-176 0,-4 0-132 16,-3 3-32-16,3-3 28 15,-5 0-84-15,5-7-184 0,4-2-100 16,0-5-136-16,0-2-144 0,9-2-284 0,6-11 0 15,6-6-64-15,2-6-476 0,-7 1-1660 16,12-13-3353-16</inkml:trace>
  <inkml:trace contextRef="#ctx0" brushRef="#br0" timeOffset="7431.437">17195 854 10768 0,'0'0'2629'0,"0"0"-1689"15,0 0-144-15,-28 79 488 0,21-41 148 16,-5 4-64-16,0 6-192 0,0 5-264 16,4 4-195-16,-4 7-181 0,0-1-124 15,4 4-196-15,-8 0-156 0,5-1-60 0,3-2-48 16,-5 0-84-16,9-7-280 16,4-7-156-16,0-9-137 0,8-13-51 15,12-9-28-15,8-8-404 0,4-11-412 16,8-6-1052-16,-8-7-2757 0,16-12-3582 0</inkml:trace>
  <inkml:trace contextRef="#ctx0" brushRef="#br0" timeOffset="7749.98">17575 1562 14381 0,'0'0'3844'0,"0"0"-3080"0,0 0-92 0,0 0 308 16,0 0 28-16,0 0-23 0,-80 86-209 15,59-64-296-15,2-3-236 0,6-3-188 0,6-7-56 16,3-3 0-16,0-6-72 0,4 0 24 15,0 0-256-15,4 0-108 0,0-3-108 16,7-6 48-16,6-1 208 0,-1-3-53 16,3-2 49-16,-6 2-60 0,-1 7 36 0,-5 3 60 0,-3 3 148 15,-4 0 84 1,4 9 644-16,-4 7 85 0,0 3-245 16,0 3-156-16,0 1-36 0,-4 2-76 0,4-6-68 15,0 0-68-15,0-6-80 0,9 0 0 16,2-1 60-16,6-2 60 0,-2-4-24 15,9-3-84-15,4-3-8 0,0 0-4 16,4-3-8-16,0-7-64 0,0-2-36 0,-4-1-112 0,4-4-140 16,-4 3-148-16,-1-5-245 15,1-1-183-15,0 1-704 16,-8 3-2488-16,4-9-3805 0</inkml:trace>
  <inkml:trace contextRef="#ctx0" brushRef="#br0" timeOffset="7925.084">18451 1692 4244 0,'0'0'9085'16,"0"0"-6557"-16,0 0-664 0,0 0 376 15,0 0-83-15,0 0-197 0,0 0-300 16,0 0-648-16,0 0-656 16,0 0-356-16,-16 16-384 0,-4-16-108 0,-4 0-232 15,-4 0-216-15,-4 0-484 0,8 0-3041 16,-23 0-7232-16</inkml:trace>
  <inkml:trace contextRef="#ctx0" brushRef="#br0" timeOffset="9018.137">3876 4121 9232 0,'0'0'2321'0,"0"0"-1025"0,0 0 1680 0,0 0-1028 0,0 0-712 16,0 0-280-16,0 0-152 0,0 0-256 0,0 0-232 16,0 0-108-16,0 0-75 0,0 82-9 15,8-37-28 1,5 12-12-16,-6 9-76 0,5 11 40 16,0 9-48-16,-8 6-120 15,4 13 48-15,-4 9-12 0,-4 2 20 0,0 7 52 16,0-4-48-16,0-1 0 0,0-7-25 0,0-9-135 0,0-7 124 15,4-9-52-15,0-7-20 0,-1-12-52 16,2-11 24-16,3-10 0 16,0-12 4-16,-4-11-200 0,3-11-112 0,2-5-96 15,3-7-228-15,0-7 124 0,0-9-724 16,3-12-24-16,-2 3-1356 0,2-33-2373 16</inkml:trace>
  <inkml:trace contextRef="#ctx0" brushRef="#br0" timeOffset="9849.684">4773 4382 11657 0,'0'0'1484'15,"0"0"-680"-15,0 0-144 0,0 0 208 0,-84 72 412 0,68-47-96 16,4 1-200-16,8 3-260 0,4-2-244 15,4 3-80-15,4-8-92 0,8 0-152 16,4-6-20-16,8 0-28 0,0-6 0 0,4-3-32 16,0-5-16-16,7-2 24 15,1-7-36-15,0-5 24 0,8-7-8 16,-4-6-64-16,7-4-172 0,-2-6-20 0,-2 0-52 16,1-5-24-16,-1 1-12 0,-2-3 48 15,-6 0-76-15,-3 2-8 0,-4 3-76 16,-8-5-28-16,-8 7 16 0,-8 3 44 15,-4 3 204-15,-4 7 156 0,0 7 248 0,-8 4 96 16,-4 5 76-16,0 6 8 0,-8-3-120 16,1 3-16-16,-6 6-60 0,-3 4 24 15,0 6-84-15,-3 5-36 16,-1 5-16-16,-4 7-12 0,0 1-8 16,1 8-96-16,-6 5 56 0,2 4-12 15,-5 6 0-15,0 3-48 0,4 4 8 0,1-1 32 16,-2 2 48-16,5-2 20 0,8-3 52 15,0-3 9-15,4 0-49 16,5-3 76-16,3 0-88 0,4-6 28 0,4-4-28 0,8-9 12 16,0-3-24-16,4-4-84 0,8-6 36 15,8-3 16-15,8 1-56 0,4-5 40 16,7 4 48-16,5-2-36 16,0-5-8-16,3 4-52 0,2-4-96 0,-1 1 0 15,-1-3-28-15,-2 2 124 0,-6 1-96 16,1 0-12-16,-5 3-12 0,-7 0 8 15,-3-4 72-15,-1 7 40 0,-9-6 60 16,-2 3-60-16,-6-1 52 0,1 2 56 0,-4-4 12 16,-4 2 36-16,0-2 4 15,-4 3-4-15,-4-3 0 0,-3-1 4 0,-6 1 92 16,-3 0-36-16,-3-4 40 0,-1 1-76 16,-8-4-84-16,-4 0-12 15,0-2-36-15,-4-4-48 0,1 0-36 0,3 0-156 0,0 0-12 16,8 0-76-16,4 0-92 15,4-4-124-15,4 4-136 0,0-3-9 0,8 0-3 16,0 1-212-16,5-2-516 0,3-6-684 16,0 4-2120-16,7-10-3209 0</inkml:trace>
  <inkml:trace contextRef="#ctx0" brushRef="#br0" timeOffset="10219.587">6079 5311 6836 0,'0'0'6821'15,"0"0"-5717"-15,0 0-968 0,0 0 216 16,0 70 440-16,-4-35 412 0,-3 3-16 16,3 6-240-16,0 8-228 0,4 8-36 15,0 10 36-15,0 6-111 0,0 10-173 16,0 3-24-16,4 2-64 0,0 2-164 0,3-1-184 16,2-3-52-16,-1-7 44 0,3-12-248 15,-3-13-32-15,5-15 92 16,-6-17-32-16,1-9-100 0,1-13-137 0,-2-3-287 15,5-16 92-15,1-6 48 16,-2-14-976-16,1-8-188 0,-4-7-384 0,0-2-356 0,-4 8-1709 16,-4-27-2543-16</inkml:trace>
  <inkml:trace contextRef="#ctx0" brushRef="#br0" timeOffset="10466.735">6092 5464 10844 0,'0'0'2005'0,"0"0"-997"0,0 0-412 15,0 0-28-15,4-70 388 0,3 57 20 16,6 4-328-16,-2 3-340 0,10 1 52 0,-6 3-40 16,9 2-96-16,0 0-104 0,-1 7 64 15,-2 2-132-15,-5 4 80 0,0 2-56 16,-4 5 108-16,-8-1 0 16,-4 6 108-16,0 6-108 0,-9 2-84 0,-2 2-96 15,-13-1-4-15,-1-5 0 0,2-1-8 0,-5-8-128 16,4-8-144-16,-4-5-176 0,4-7-268 15,1-4-252-15,-1-15-180 0,4-3-280 16,-1-9-160-16,10 2-940 16,-5-26-1985-16</inkml:trace>
  <inkml:trace contextRef="#ctx0" brushRef="#br0" timeOffset="10816.713">6614 4013 7384 0,'0'0'2916'0,"0"0"-743"16,0 0 119-16,0 0-468 0,47 85-456 15,-34-53-100-15,-2 6-116 0,1 4-128 0,-4 2-139 16,4 11-253-16,-1 2-236 15,-2 3-140-15,3 10-64 0,0 2-48 0,0 5-96 16,-1 9 8-16,6 6-56 0,-6-1-52 16,-3 8-20-16,5-1-36 0,-6 1 24 0,-3-6 0 15,5-5-48 1,-5-6-28-16,0-2-20 0,-4-7 72 16,0-10-100-16,0-2-68 0,0-7-88 0,0-7-173 15,0-2-83-15,4-10-60 0,-4-10-288 16,3-6-252-16,-3-6-556 0,4-7-764 0,-4-3-1789 15,4-3-1495-15</inkml:trace>
  <inkml:trace contextRef="#ctx0" brushRef="#br0" timeOffset="11544.68">7462 4749 9924 0,'0'0'2125'15,"0"0"-793"-15,0 0-492 0,0 0 296 0,0 0 408 0,0 0-132 0,95 17-280 16,-50-11-384 0,7-3-164-16,-1-3-168 0,5 0-124 0,-4 0-148 15,-1-3-60-15,-3-3-84 16,-4-1-64-16,-4 1 4 0,-4-5-84 16,-4 5-40-16,-4-2-72 0,-4 1-168 0,-5 0-300 15,-2 2-552-15,-10 1-784 0,-3 4-3396 0,-8 0-3293 16</inkml:trace>
  <inkml:trace contextRef="#ctx0" brushRef="#br0" timeOffset="11747.989">7658 5077 9500 0,'0'0'2505'0,"0"0"-885"0,0 0-48 15,0 0-100-15,0 0-144 0,0 0 136 16,0 0-324-16,0 0-180 0,107 32-255 15,-68-32-197-15,6 0-144 0,-2-4-148 16,2-5-216-16,2-1-12 0,-7-3-168 0,8 1-96 16,-4-1-272-16,-1 0-169 0,6 1-171 0,-2-1-112 15,-8 6-1280-15,10 1-3356 16</inkml:trace>
  <inkml:trace contextRef="#ctx0" brushRef="#br0" timeOffset="12849.588">9526 3810 1188 0,'0'0'7472'0,"0"0"-5003"15,0 0-737-15,0 0-256 16,0 0-100-16,0 0-320 0,0 0-236 0,0 0-216 16,0 0-120-16,0 0-152 0,-4 6-100 0,4 7-72 15,4 9 172-15,0 6 228 0,4 17 136 0,0 9-268 16,0 10-88-16,-4 8 1 0,4 5-89 15,-4 5-116-15,0 6-136 0,0 8-4 0,0 3 4 16,-4 5 56-16,3 2-44 16,1-2-4-16,1 1-4 15,-1-7 112-15,-4-5-8 0,0-8-68 0,0-8-40 16,0-8 0-16,0-9-8 16,0-2 4-16,0-12-32 0,0 0-12 0,0-8 24 15,0-6-60-15,0-6-72 0,0-7 8 0,4-5-56 16,0 0-89-16,-4-8-107 0,4 1-184 15,-1-7-100-15,1 3 108 16,0-3-520-16,1 0-80 0,-1-3 256 0,0-4-316 0,3-2-1548 16,-3-14-2673-16</inkml:trace>
  <inkml:trace contextRef="#ctx0" brushRef="#br0" timeOffset="13735.737">10897 4064 3312 0,'0'0'6088'0,"0"0"-3755"0,0 0-693 16,0 0-144-16,0 0-60 0,0 0-164 0,0 0-272 15,-84 22-224-15,76-6-200 0,-4 3-172 16,4 9-100-16,8 5-24 16,0 1 12-16,0 1-120 0,8 0-52 0,4-7-24 0,7-6-36 15,2-5 4 1,7-4 117-16,7-8-121 0,1-5 28 0,8 0-84 16,0-15 40-16,4-5-44 15,-1-5-184-15,2-2-37 0,-6-3-43 0,-7 2-28 16,0-2 24-16,-4 5 24 0,0-4 12 15,0 1 84-15,-4 0-36 0,-5-1 64 0,1-5 44 16,-7 2-20-16,-2-3 84 16,-2 3 4-16,-6 0 8 0,-3 7 108 0,-4 3 100 0,0 6-84 15,0 6 192 1,-8 4-120-16,0 3-36 0,0 0-148 0,-4 3 232 16,-4 0-184-16,1 6-60 0,-6 7-60 15,-3 6 20-15,-4 6 40 0,1 7 172 16,-5 6 12-16,1 4-52 0,-6 5-48 0,1 3-72 15,-7 8-4-15,-2-1 4 0,2 3-12 16,3 3-144-16,0-2 72 16,8-4 72-16,4-3 8 0,5-3-4 0,3-3-4 0,8-7 0 15,3-3 0 1,9-7 60-16,0-1-52 0,0-9-8 0,4-2 12 16,9-3 36-16,2-3 12 0,5 0-52 15,5-3 0-15,3-1 4 0,3 0-4 16,1 1-8-16,4-4 12 0,0 7-12 0,3-3 4 15,2 2 68-15,-2 2-24 0,-3-3 25 16,0 3-73-16,-4-2-52 0,-4 1 52 16,-4 0 60-16,-4-1 36 0,-1 1 4 0,-6-3 44 15,-2-1-12-15,-7 1 16 16,0-1 20-16,-4-3 40 16,0 4 8-16,-8 2-48 0,-7 1-72 0,-5 3-80 15,-5 1-16-15,-2-9-12 0,-5 5-204 16,0-6-72-16,-4-2-100 15,0-1 0-15,-3-4-161 0,2 0-95 0,-2-6-124 16,7 0-300-16,8-1-16 0,4-3-368 16,4 8-504-16,12-2-1028 0,0-3-2485 0</inkml:trace>
  <inkml:trace contextRef="#ctx0" brushRef="#br0" timeOffset="14042.871">11630 5038 8596 0,'0'0'2377'16,"0"0"-1269"-16,0 0-188 0,0 0 480 15,4 73 212-15,-4-44-236 0,4-1-484 0,3 11-276 16,-3-1-148-16,5 3-76 0,3 4-172 15,-5-1-72-15,1 1-100 0,1 2-8 0,-2-3-40 16,1-2-4-16,-4-1-56 16,0-9-16-16,1-4-44 0,-1-5-16 15,-1-8-144-15,-3-2-88 0,4-9-52 16,-4-4-84-16,4 0-164 0,-4-6-128 16,0-11-1016-16,4-5-704 0,0-7-253 15,-4 4-1307-15,0-19-1328 0</inkml:trace>
  <inkml:trace contextRef="#ctx0" brushRef="#br0" timeOffset="14238.049">11690 5051 8412 0,'0'0'1852'15,"0"0"-947"-15,0 0-225 0,0 0 0 16,0 0 112-16,0 0-16 0,75-54-116 0,-55 48-220 16,-4 3-164-16,0 3-60 0,0 0-44 15,-4 0-32-15,0 0 24 0,-4 6-60 16,-5 1-28-16,2-1 48 0,-5 3-124 15,0 4-12-15,-5 0-152 0,-6 6-192 0,-1-3-20 16,-8 3-52-16,0-4-88 0,-3-2-104 16,-2-3-428-16,-3-4-516 0,8-3-1237 15,-12-3-2667-15</inkml:trace>
  <inkml:trace contextRef="#ctx0" brushRef="#br0" timeOffset="15267.082">10749 3879 4456 0,'0'0'1860'0,"0"0"792"0,0 0-1256 0,0 0-199 15,0 0 59-15,0 0-196 0,0 0-172 16,0 0-84-16,0 0-120 0,0 0-160 16,0 0-88-16,-64-37-228 0,53 37-56 15,-2 3 20-15,-2 6-12 0,-2 4-12 0,2 9-12 16,-1 6-72 0,-5 8 20-16,2 12 4 0,-5 5 48 0,0 7 24 15,1 10-24-15,-1 6-28 0,3 4-32 16,1 3-76-16,8-4 0 0,5-3 0 0,7-6 112 15,0-7-40-15,11 1-72 0,10-4-100 16,3-3 52-16,4 0-88 0,4 1-96 16,3-4 48-16,1-4-112 0,3-2-64 0,1-4-184 15,4-9-216 1,0-3-148-16,8-10-380 0,-4-9-724 16,-8-4-885-16,20-9-2535 0</inkml:trace>
  <inkml:trace contextRef="#ctx0" brushRef="#br0" timeOffset="15617.295">12307 3717 9804 0,'0'0'2229'15,"0"0"-593"-15,0 0 96 0,0 0-160 0,100 29-200 0,-76-10-164 16,-1 4-208-16,5 8-220 16,4 4-147-16,-4 6-121 0,4 4-272 0,-4 6-228 15,-4 3-12-15,-4-1-60 16,-1 5-12-16,-2 2 0 0,-10 1-52 16,1-2-32-16,-8 6 48 0,-4-6-16 15,-3 2 28-15,-10 0 36 0,-2-5-49 0,-5-2-15 16,0 1-44-16,-4-5-76 15,-4-2-72-15,0-7 24 0,0 1-40 0,0-11-72 16,0-2-184-16,1-7-408 0,3-3-568 16,0-6-1196-16,8-7-2145 0,-8-6-2807 0</inkml:trace>
  <inkml:trace contextRef="#ctx0" brushRef="#br0" timeOffset="16191.506">13092 4914 5716 0,'0'0'3196'16,"0"0"-715"-16,0 0-793 0,0 0-84 0,0 0-220 16,0 0-172-16,0 0-196 0,0 0-216 15,0 0-136-15,0 0-116 0,4 3-84 16,-4 8-132-16,4 14-16 0,-1 7 48 0,2 15 265 15,-1 7-169-15,0 10-192 16,0 2-64-16,4 7-68 0,-8-1-52 0,3 5-24 0,-3 0 36 16,0-4-84-16,0 0 280 15,0-6-256-15,5-7-36 0,-5-9-124 16,4-6-20-16,0-5-48 0,0-8 0 16,0-3-64-16,0-10 76 0,-1-3-112 15,1-10-240-15,1-6-357 0,-1 0-99 0,0-10 268 0,4-9-500 16,3-12-764-16,-6-7-456 15,-1-6-685-15,0 5-1895 0</inkml:trace>
  <inkml:trace contextRef="#ctx0" brushRef="#br0" timeOffset="16516.831">13124 5042 10136 0,'0'0'1673'0,"0"0"-685"16,0 0-476-16,0 0 352 0,0 0 412 0,-24-74-220 15,24 62-308-15,0-4-328 16,0 4-108-16,3 1-188 0,10 3-12 0,-1 2 24 0,4 1 24 16,3 5 72-16,5 0 112 0,4 5 160 15,-4 3-112-15,1 5-76 0,-2-1-84 16,-3 8-48-16,0-4-72 16,0 0-4-1,-4 3-96-15,-1-3-8 0,-2 3 0 0,-5-7 4 0,-4 4 40 16,-1 0 28-16,-3 3 20 0,-7 4 12 15,-5-1-8-15,-8 6-40 0,0-3 12 0,-4 4 0 16,0-7-68-16,0 1-4 16,4-11-84-16,1 2-160 0,2-8-120 0,2-4-112 15,-5-2-148-15,4 0-36 16,0 0-276-16,0-8-368 0,-4-6-604 0,7 2-1060 16,-6-14-2937-16</inkml:trace>
  <inkml:trace contextRef="#ctx0" brushRef="#br0" timeOffset="17665.944">14419 3416 6900 0,'0'0'1232'0,"0"0"2793"0,0 0-2289 16,0 0-192-16,0 0-276 15,0 0-76-15,0 0-156 0,0 0-164 0,0 0-332 0,0 0-152 16,3 22 100-16,-3-3 108 0,0 3-171 0,0 4-109 16,4 3-40-16,1 2-44 0,-1 7-76 15,0 0 12-15,0 3 4 0,3 7-28 16,-3 4-12-16,0 1 0 0,5 7-8 16,-5 8-16-16,0 4-96 0,-1 5 144 15,1-1-48-15,0 3-64 0,1 0-44 16,-1 1-8-16,0-4-52 0,-1 0 48 15,5 3-84 1,0 0-108-16,4 5 20 0,0-6 4 0,1 2-48 0,-2-4 56 16,5-2 88-16,-4-8-84 0,0-9-88 0,0-3-32 15,-4-6-112-15,4-10-13 0,-9-3-39 16,6-10-48-16,-5-3-168 16,0-6-92-16,0-7-212 0,0-4-576 0,-1-5-592 15,-3 0-1060-15,4-7-1117 0</inkml:trace>
  <inkml:trace contextRef="#ctx0" brushRef="#br0" timeOffset="21449.829">7143 4460 6764 0,'0'0'6653'0,"0"0"-5153"16,0 0-544-16,0 0-116 0,0 0-44 15,0 0-116-15,0 0-148 0,8 4-100 0,0-4-140 16,4-4-96-16,9 4 196 0,6 0-148 0,9 0 52 15,0 0-116-15,7-3-80 0,-3 3 20 16,8 0-60-16,1 0-8 0,-2-3 8 16,5 0 16-16,-1 3-76 0,5-3-120 15,-8 0-4-15,4 0-180 0,-4-1 304 16,0 4-72-16,-9-3 20 16,1 3-8-16,-8-3-48 0,0 3-64 0,-12 0-24 15,0-3 88-15,-4 3-88 0,-9 0-64 16,-3 0-72-16,1 0-72 0,-5 0-104 0,0 0-148 15,0 0-400-15,0 0-532 16,0 0-904-16,0 0-1877 0,-9-3-2559 0</inkml:trace>
  <inkml:trace contextRef="#ctx0" brushRef="#br0" timeOffset="22435.637">15049 4489 5824 0,'0'0'6581'0,"0"0"-4757"0,0 0-712 15,0 0-472-15,0 0 52 0,0 0 376 0,0 0-180 16,0 0-76-16,114-19-212 0,-69 19-184 16,-2 0-196-16,5 0-112 15,-4 7 76-15,4-5-60 0,-4 3-40 16,-5-3 60-16,2-2-144 0,-2 0 0 16,-3 0-4-16,-4-2-128 0,-4-5 20 0,-4 0-68 15,-4 4-64-15,-8 0-184 0,-5-1-392 16,1 4-496-16,-8 0-1096 0,0 0-2465 0,-15 7-3399 0</inkml:trace>
  <inkml:trace contextRef="#ctx0" brushRef="#br0" timeOffset="22700.086">15176 4848 4196 0,'0'0'7281'0,"0"0"-5233"0,0 0-416 0,0 0-260 15,0 0-116-15,0 0-84 0,0 0-448 16,0 0-356-16,0 0-304 0,0 0 252 16,0 0 148-16,92 3 204 0,-57 0-315 15,-7-3-157-15,4 0-64 0,-4 3 12 16,0-3-132-16,0 4-12 16,-1-4-4-16,-3 0-104 0,4 3-48 0,0-3-40 0,0 0-9 15,0 0-123-15,-4 0-52 16,4 0-84-16,-1-3-192 0,-3-1-120 0,4 1-468 15,0-3-1156-15,-11 0-2509 0,2-7-5351 0</inkml:trace>
  <inkml:trace contextRef="#ctx0" brushRef="#br0" timeOffset="23482.573">16877 3486 6096 0,'0'0'1016'16,"0"0"-236"-16,0 0 3257 16,0 0-1953-16,0 0-492 0,0 0-300 15,0 0-212-15,0 0-352 0,0 0 8 0,0 0 268 0,12 82-396 16,-8-37-84-16,-4 6-47 15,4 6-105-15,-4 10-152 0,0 2-28 0,4 4-80 16,0 10-28-16,-4-1-12 0,4 7 24 16,0 4-96-16,-4-2-8 0,0 5-64 15,0 6 60-15,-4-1-36 16,0 0-12-16,4 4-12 0,-4-6 8 0,4-4 64 16,0-3 4-16,0-9-4 15,4-8-60-15,4-7-84 0,-1-11-12 0,2-10 56 16,3-8-32-16,-5-8 12 0,6-9 12 15,-1-3-149-15,-1-3-143 0,-2-6-588 0,2-4 168 16,-3-3-656-16,1 1-376 0,-1-4-536 0,-5-4-2125 16,5-8-3371-16</inkml:trace>
  <inkml:trace contextRef="#ctx0" brushRef="#br0" timeOffset="24399.261">18168 3965 5888 0,'0'0'116'0,"0"0"2820"0,0 0-1176 16,0 0-539-16,12-79-93 0,-9 53-8 15,2 4-124-15,-1-3-252 0,-4 3-176 0,4-1-68 16,0 4-40-16,0 0 20 16,0 3-108-16,-1 0-76 0,1-3-100 0,1 4-24 0,-5 2-36 15,4 0 12-15,0 1-36 16,-4 2-4-16,0 4 16 0,0 3 0 16,0 3 8-16,0-4 4 0,0 4 24 0,0 0 8 15,0 0-108-15,0 0-60 0,0 4-76 16,0-1-8-16,-13 3-148 0,6 7-36 15,-5 6 32-15,-4 0 52 0,4 6 176 0,-4 6 0 16,-4 9 8-16,0 0 12 0,0 11 0 16,-3 9 52-16,-1 8 20 15,-4-2-84-15,3 7 0 0,1-3-12 0,1-4-160 16,3-2-60-16,0-10 8 0,8-10 104 16,4-6 44-16,4-9 64 0,0-10-60 15,4-3-16-15,-4-3 16 0,4-7-52 16,0-4-52-16,0 3-20 0,0-5-28 15,0 2 28-15,0-2 44 0,4 0 128 0,4-2 24 16,4-5 88-16,4 1-28 0,0-7 40 16,0 1-24-16,0-5-68 0,0 9-8 15,-1-3-8-15,-2 8-156 16,-5 0 40-16,3 3-36 0,2 3 160 16,-5 4 0-16,3 2 52 0,-2 3 44 0,-1 4 4 15,-5 4-12-15,5-1-28 0,-4 6 4 16,-4 0 48-16,0 4-52 0,0 6 4 15,0 3-64-15,-8 10 68 0,1 0-68 0,-6 5-48 16,5 4-76-16,-3 0-48 0,7-2 32 16,-5-5-68-16,5-6 68 0,4-5-120 0,0-10-140 15,0-4-168-15,4-9 180 16,9 0 24-16,-2-7-68 0,2-3-644 16,6-2-524-16,-3-1-705 0,0-3-1847 0,12 0-1375 15</inkml:trace>
  <inkml:trace contextRef="#ctx0" brushRef="#br0" timeOffset="27766.334">18917 4182 5672 0,'0'0'284'16,"0"0"4456"-16,0 0-2955 0,0 0-129 0,0 0-304 0,0 0-220 16,0 0-184-16,0 0-220 0,0 0-64 15,0 0 64-15,0 69-8 0,0-31-220 16,7 4-124-16,-2 2-84 0,3 7 1 16,-4 7-37-16,0-2-4 0,-4 11-116 15,4 5-16-15,-4 5-60 0,0 9-60 16,-4 0-4-16,-4-4-104 0,0 0 12 15,3-8 8-15,-2-8 4 0,3-9-196 0,0-12 87 16,4-11 45-16,0-8-44 16,0-10-52-16,0-3-180 0,8-7-128 15,-4-3-32-15,4-3-240 0,4-3-288 0,-4-10-304 16,8-6-628-16,-8 0-2069 0,3-23-1907 16</inkml:trace>
  <inkml:trace contextRef="#ctx0" brushRef="#br0" timeOffset="28517.438">18924 4184 3676 0,'0'0'144'16,"0"0"456"-16,0 0-184 0,0 0 2836 15,0 0-1476-15,0 0-511 0,0 0-97 16,0 0-4-16,0 0-236 0,0 0-72 0,0 0-36 16,33-42-44-16,-33 37-68 0,8 2-76 15,-4-1-148 1,0 2-56-16,0-5 4 0,3 0-52 0,6-2-4 16,-2-1-56-16,2-1-76 0,2-3-64 15,2 1-68-15,-2 1-16 0,6-1-24 16,-2 0-60-16,5 4-4 0,0 2 68 0,4 0-16 15,0 2 0-15,0 2 0 0,-5 3-52 16,1 0 64-16,4 0 28 0,-4 0-15 16,1 3-37-16,-1 2 124 0,-1 0 44 15,1 1 64-15,-4 0-40 0,3 4-128 0,1-4-16 16,1 7-12-16,-1-1-12 16,4 4 60-16,-4 3 52 0,3 1 200 15,-3 5-32-15,-4 0-160 0,-1 4-48 16,-2-1-72-16,-6 1 0 0,-2 3-28 0,-5-4-40 15,-4 7 4-15,-4-4 68 0,-5 5-16 16,-2-1-52-16,-6 0-8 0,2-1-4 16,-5 2-4-16,4-5-40 0,-4-2 48 0,1-4 0 15,-5-3-4-15,3 3 0 16,-3-6 4-16,-4 0 4 0,5 0 4 16,-9-2 0-16,0-2-8 0,1-2-8 0,-2 0-116 15,1-4 52-15,0-5 24 16,0-1-60-16,9 0 12 0,-5-3-36 0,8 0-36 15,-4-6 56-15,4 2 28 0,4-2-60 16,1-3-96-16,2 5 144 16,2-2-76-16,3 0 172 0,3 2-180 0,-3 2 84 15,4-3-100-15,1 3 52 0,-1-1-172 16,0 0 232-16,0-1-124 0,-1 2-45 16,-3-3-51-16,5 3 132 0,-1 2 16 0,4-4 68 15,-4 4-56-15,4 0 32 16,0-2 16-16,0 2-12 0,0 0-4 0,0 0-32 15,0 0-52-15,0 0-124 0,0 0-36 0,0 0-24 16,0 0-36-16,0 0-116 16,0 0-12-16,0 0-40 0,0 0-128 0,0 0-232 0,0 0-92 15,0 0 96-15,4 0 300 0,0 0-24 16,3 2-689 0,-3-2-951-16,1 4-1944 0,-29-10 84 15</inkml:trace>
  <inkml:trace contextRef="#ctx0" brushRef="#br0" timeOffset="29715.769">20049 3796 5184 0,'0'0'456'0,"0"0"4889"0,0 0-3409 16,0 0-624-16,0 0-76 0,0 0-152 15,0 0-188-15,0 0-216 0,0 0-100 0,80-21-164 16,-65 14-120-16,5-2-136 0,0-1-152 15,0 1-8-15,0-1 0 0,3 1-4 16,-2 0-68-16,-1-5-4 0,-1 8-32 0,-2 0 56 16,-6-1-8-1,2 5-28-15,-9-2-20 0,3 4-76 0,-3 0 0 0,-4 0 8 0,0 0 16 16,4 0 12 0,-4 0-72-16,0 6 156 0,0 4 64 15,0 13 200-15,0 5-40 0,-8 7-76 16,1 13-80-16,-6 6 84 0,1 6-88 0,-3 6-44 15,-5 1 44-15,-1 3-76 0,6-7 76 16,-5-2-48-16,4-11 48 16,4-5 72-16,4-13 236 0,0-7-172 0,8-9-136 15,0-3-48-15,0-7-76 0,0-3-60 16,0 0 0-16,0-3 20 0,8 0 116 16,4-6-12-16,4-7 60 0,3-6-136 0,5-4-176 15,1-2 100-15,-5 0 40 16,-5 7 120-16,2 4-20 0,-10 2 20 0,1 8-60 0,-4 1 24 15,0 3-36-15,1 0 124 0,-1 3 324 16,-4 4-72-16,3 2 20 0,1 1-48 16,-4 6 36-16,0 0-176 0,4 6-32 15,-4 1 44-15,0 2 40 16,0 6 40-16,4 4 92 0,-4 7 100 16,0 2 272-16,0 4-16 0,0-4-212 0,0 3-8 15,0-3-100-15,0-2-48 0,0 3-63 16,0-7-9-16,0 0-40 15,0-6-36-15,0 0-20 0,4-4-40 0,-4-6-40 16,0 1 0-16,0-5 40 0,0-5-44 0,0 0 4 0,-4-4 40 16,4-2 12-16,-4 0 0 15,-4-1 24-15,5-4 4 16,-6 2-28-16,-3-4 12 0,1 3 0 0,-2-3-72 16,-6 0-56-16,-1-3-52 0,-1-3-148 15,2 0-60-15,-1-5-84 0,-1 3 59 16,6-3 25-16,-1 5-96 0,8 0 36 0,4-1-64 15,-4 5-52-15,8-5-328 0,0-2-812 16,0-1-920-16,0 1-2245 0,12-13-2867 0</inkml:trace>
  <inkml:trace contextRef="#ctx0" brushRef="#br0" timeOffset="30714.112">21216 3210 3808 0,'0'0'328'16,"0"0"1284"-16,0 0 2676 0,0 0-2379 15,0 0-645-15,0 0-32 0,0 0 80 0,0 0-380 16,0 0 124 0,0 0-44-16,4 69-164 0,0-37-176 0,0 3-12 0,4 1-196 15,-4 5-124-15,0-4-51 16,0 8-45-16,-4 2 0 0,4 4-16 0,-4 3-68 15,0 3-16-15,0 6 12 0,0 5-72 16,0 1 0-16,-4 8-20 0,4-1 8 16,0-1-12-16,0 6 12 0,-4-2-64 0,4-6 36 15,-4 0-44-15,4-4 0 16,0-2 4-16,0 3-4 16,0 0 0-16,4 0-84 0,0 0 80 0,0 0-8 15,0-7-84-15,-1 1 84 0,6-8-48 16,-5-1 56-16,0-4 0 0,4-4-4 15,-5 4-80-15,1-4 28 0,-4-5 0 0,4-1-12 16,-4-6 12-16,5-6 12 0,-5-4 40 0,4-4-4 16,0-4-60-16,-4-7 8 0,4 0 4 15,-4-8-12-15,0 1 12 0,0-3-24 16,0 0 24-16,0 0-12 16,0 0-4-16,0 0-20 0,0 0-72 15,0 0-76-15,0 0-13 0,0-3-47 0,0-3-12 16,0 0-12-16,0-7-40 0,0-3-192 15,0-3-164-15,0-6-560 0,0-4-992 0,0 0-2425 16,0 7-4611-16</inkml:trace>
  <inkml:trace contextRef="#ctx0" brushRef="#br0" timeOffset="31707.79">22659 4159 1120 0,'0'0'10909'0,"0"0"-8817"0,0 0-1116 16,0 0-248-16,0 0 488 0,0 0 100 16,0 0-260-16,0 0-372 15,0 0-364-15,39 0-28 0,-11 0 232 0,8 0 229 0,8-3-365 16,0-4-180-16,-5 0-64 16,2 2-24-16,-2-4 4 0,-3 2-40 15,0-2-84-15,-1-1-40 0,-3 0-68 16,-8 2-148-16,0-3-108 0,-8 5-109 0,-4 3-111 15,-4-1-172-15,-4 4-392 0,-4 0-1028 16,0 0-1828-16,-8 10-2201 0</inkml:trace>
  <inkml:trace contextRef="#ctx0" brushRef="#br0" timeOffset="31932.964">22662 4464 4924 0,'0'0'7433'0,"0"0"-5357"16,0 0-776-16,0 0 28 0,0 0 124 0,0 0-384 16,0 0-480-16,0 0-272 0,0 0 28 15,0 0 20-15,80 9 184 16,-44-5-135-16,0-4-221 0,3 2-192 0,1-2-52 16,-3 0 4-16,2 0-132 0,-3 0-189 15,0-2-175-15,-1-2-200 0,1 1-212 0,-3-3-596 0,6-1-948 16,-11 4-2429-16,12-9-3915 15</inkml:trace>
  <inkml:trace contextRef="#ctx0" brushRef="#br0" timeOffset="32516.149">23785 3626 4680 0,'0'0'4640'0,"0"0"-1547"0,0 0-1017 0,0 91-440 16,0-52-284-16,9 1-104 0,-1 6-144 15,0 4-212-15,3 0-260 0,2 9-107 0,-2 0 323 16,2 5-84-16,-2 3-284 16,-3-1-176-16,1 8-88 0,-5-2-60 0,0-2-48 15,-1 4-64-15,1-5-44 0,-4-1-4 0,4-5-60 16,-4-3-8 0,4-3-60-16,0-7-48 0,1-3-12 0,2-5 72 15,-3 0 20-15,4-3 28 0,-4-9 0 16,1 3-12-16,2-5-72 0,-7-2-40 15,4-4 28-15,-4-3-12 0,4-4-28 0,-4 1 4 16,0-5 32-16,0-3-44 0,0-2-28 0,0 1-61 16,0-7-143-16,0 4-76 0,0-4-184 15,0 0-420 1,0 0-456-16,0 0-472 0,0-6-740 16,0-5-1753-16,0 3-3295 0</inkml:trace>
  <inkml:trace contextRef="#ctx0" brushRef="#br0" timeOffset="34133.546">26567 4232 5428 0,'0'0'5192'0,"0"0"-3363"0,0 0-161 0,0 0-528 16,79-22 268-16,-51 22-416 0,0 3-260 15,-4 7-216-15,1 9-136 16,-6 6-108-16,-3 10-76 0,-8 3 0 0,-4 6-148 16,-4 4 48-16,0-3-32 0,-8 2-52 15,-3-5-24-15,2-7 12 0,1-7-76 0,0-6-8 16,8-6 12 0,-3-10-16-16,3 0-44 0,0-6-40 0,0 0-112 15,0 0-36-15,3-2-24 0,9-11-20 16,4-9 364-16,4-7 0 0,8-2-4 0,-4-11-108 15,4 0 12-15,0-2 56 0,0 3 40 16,0 3-68-16,-5 5 72 16,-3 8 52-16,0 10 44 15,-8 8 16-15,-4 4-24 0,0 3 48 0,-4 10 160 0,4 5-40 16,-8 8-8-16,0 3-52 16,0 2-24-16,0 1-64 0,0-1 28 0,-4-2-136 0,0-5-24 15,4-8 12-15,0-7-100 16,0 1 40-16,0-7-28 0,0 0 28 0,8 0 72 15,4-3 208-15,0-7 24 16,7-3-120-16,-2-1-52 0,3-6-60 0,-5 4-4 0,2 0-80 16,-6 7-4-16,1-1-60 15,1 4-32-15,-6 2-8 0,1 4 152 16,5 4 36-16,-2 5 248 16,1 7 8-16,0 3 36 0,0 3 112 0,0 3-100 15,-4 5 4-15,0-2 116 0,0-2 37 16,0 2-61-16,-4-6-108 0,0-3-112 0,0-3-44 15,0-4-64-15,0-5-64 16,-4-1-8-16,3-2 0 0,-3-2-120 0,5-2-112 0,-5 0-228 16,8 0-341-16,0-2-39 15,3-5-28-15,6-3-252 0,3-5-640 0,3-4-1072 16,-3 3-1981-16,16-16-1759 0</inkml:trace>
  <inkml:trace contextRef="#ctx0" brushRef="#br0" timeOffset="34427.163">27790 4429 12137 0,'0'0'2028'16,"0"0"-1156"-16,0 0 160 0,-16 92 564 0,12-64-16 16,-4-5-320-16,4-7-396 15,0-7-436-15,4 1-271 0,0-10-109 0,0 3-40 16,8-3 56-16,4 0 92 16,4-3-156-16,8-3-36 0,0-7-196 15,4-7-9-15,0 1 9 16,-5 1 0-16,1-2-36 0,-4 1 36 0,1 4 12 0,-10-2 52 15,-3 2 68-15,-4 2 100 0,-4 4 156 16,0-4 100-16,-8-1-60 0,-3 2 36 0,-6 3-52 16,2 2-32-16,-2 0-40 0,-3 5 24 15,5-1-120-15,-6 3-12 0,6 3-108 16,-5 4-48-16,4 2-76 16,0 4-48-16,4 2 12 0,4-2 0 15,0 6-172-15,0-3-148 0,4 3-236 16,4-3-588-16,0 0-1356 0,4-4-3257 0,12-5-2294 0</inkml:trace>
  <inkml:trace contextRef="#ctx0" brushRef="#br0" timeOffset="34882.782">28428 4317 1084 0,'0'0'5684'0,"0"0"645"0,0 0-4741 15,0 0-420-15,-112 86 484 0,76-51 28 0,0 4-284 16,0 1-252-16,8 4-211 0,4 2-181 15,5-8-236-15,10-6-296 0,6-11-220 16,3-2-48-16,0-5-148 0,7-9-20 16,10-1 24-16,3-4-52 0,8-4-44 15,4-11-40-15,7-10-48 0,-3-7-145 0,4-6-15 16,0-4-96-16,0 0-56 16,-1-2-120-16,2-3-164 0,-2-3-332 0,-7-2-432 15,4-2 52-15,-8-6 352 0,0 0 240 16,-9-1 435-16,-3-2 525 0,-8 0 132 15,1 5 428-15,-1 7 409 0,-8 10 371 0,3 10 128 16,1 12-32-16,-4 8 152 0,0 5-128 0,0 3-228 16,0 3-304-16,0 0-224 15,0 0-168-15,0 0-196 0,0 0-208 16,0 7-4-16,-4 6-192 16,-3 6 0-16,-6 6 196 0,2 13 112 0,-2 6 92 15,-2 7-20-15,-2 3 60 0,-2 4 0 16,3 5-111-16,-4-2 35 0,0-2-68 15,4 2-40-15,4-4-12 0,0-3 36 0,4-7-84 16,0-5-56-16,4-10-40 16,4-3-112-16,0-8-121 0,0-5-59 0,8-3-124 0,1-7-160 15,6 1-12-15,5-7-512 16,-4 0-1412-16,12-10-3129 16</inkml:trace>
  <inkml:trace contextRef="#ctx0" brushRef="#br0" timeOffset="35166.288">29077 4356 7352 0,'0'0'5601'0,"0"0"-3517"0,-19 76-624 0,10-31 416 15,-3 6 172-15,5 9 21 0,-6 0-485 0,5 6-560 16,1 8-388-16,-2-1-200 15,1 6-112-15,0 1-180 0,1-2-144 0,-6-4-40 16,6-11-104-16,3-9-132 0,4-9-148 16,0-11 124-16,0-5 108 0,4-10-12 0,3-6-76 15,-7-4-68-15,4-9-136 16,-4 0-324-16,5-6-76 0,3-10-5 0,-1-9-195 16,5-7-412-16,0-10-648 0,0 9-1840 0,8-31-2229 15</inkml:trace>
  <inkml:trace contextRef="#ctx0" brushRef="#br0" timeOffset="35367.48">29176 4496 1304 0,'0'0'9825'0,"0"0"-7977"15,0 0-932-15,0 0-104 0,0 0 344 0,0 0-200 16,84-67-332 0,-64 64-340-16,5 3-12 0,-2 3-36 0,1 6-4 15,-4 1-72-15,-4 6 28 0,0 4-96 16,-8-2-92-16,-1 4-48 0,-7 1-52 0,0 2 4 15,-7-3 8-15,-5 3 16 0,-4-2 56 0,-5-1-156 16,-2-2 24-16,-1-6-236 16,0 2-112-16,-4-9-124 0,0 0-248 15,0-4-444-15,-4-3-1032 0,9 0-2969 16</inkml:trace>
  <inkml:trace contextRef="#ctx0" brushRef="#br0" timeOffset="36016.733">25978 3686 4332 0,'0'0'5004'0,"0"0"-2767"0,0 0-1277 16,-5 77-52-16,5-46 92 16,0 7 36-16,0 3-104 0,0 7-120 15,0 6-180-15,-8 3-140 0,-3 6-156 16,-2 8-80-16,-2 8-108 0,-2 4-60 0,2 2 8 15,-2 0-96-15,10 1-8 0,7 0-4 16,0-7-72-16,16-2-16 0,7 0-172 0,5-12 16 16,8-4-200-16,8-4 96 0,0-9-136 15,8-7-428-15,0-9-400 16,-9-13-1040-16,37-10-2593 0</inkml:trace>
  <inkml:trace contextRef="#ctx0" brushRef="#br0" timeOffset="36466.577">30559 3721 6624 0,'0'0'5301'16,"0"0"-4813"-16,0 0-144 16,0 0 1020-16,88 47 152 0,-68-33 164 0,-5 0-148 15,6 9-368-15,3 0-272 0,-5 2-284 16,1 3-99-16,1 5 27 0,-2 2 44 15,-7 3-192-15,4 3-172 0,-8-4-120 16,0 8 64-16,0 2-40 0,-8 1-24 16,0 3-36-16,0 0-52 0,-8 3-8 15,-4 3 0-15,-8-3-4 0,0 2-40 16,-8-1-4-16,0-1-36 0,-4 0 12 0,-3-3 8 16,-1 0-56-16,-4-1-36 15,4-2-172-15,0-4-116 0,0-2 56 0,8-4 36 16,0-10-161-16,4 1-119 0,1-6-72 15,7-4-352-15,0-7-448 0,4-2-896 0,0-10-2561 16,8 0-3111-16,-8-7 7236 0</inkml:trace>
  <inkml:trace contextRef="#ctx0" brushRef="#br0" timeOffset="37737.98">2071 8487 8564 0,'0'0'6109'0,"0"0"-4809"16,0 0-572-16,0 0-340 0,0 0 44 15,0 0 548-15,0 0-108 0,0 0-284 16,0 0-296-16,0 0 136 0,104 10 120 0,-49-14-112 16,10-2-131-16,2-1-1 15,-3 1-24-15,0-4-148 0,-4 3-36 0,-4-5 4 16,-1 3-92-16,1-3-8 0,-4 1-48 15,-5-1-84-15,-3-1-108 16,-4 4-52-16,-4-1-109 0,-8 1-207 0,-4 2-160 16,-8 4-224-16,-4 3-548 0,-8 0-1024 0,-1 3-1644 15,-10 13-877-15</inkml:trace>
  <inkml:trace contextRef="#ctx0" brushRef="#br0" timeOffset="37965.512">2295 8756 3208 0,'0'0'8797'0,"0"0"-7853"0,0 0-724 16,-80 16 96-16,72-16 576 0,4 0 492 16,4 3-452-16,0-3-372 0,4 0-236 0,15 0-88 15,13 0 132-15,13 4 248 16,6-1 256-16,9-3-272 0,-1 0-244 16,1 3-200-16,0-3 40 0,-8 0 0 0,0 0-148 15,-1-6-48-15,2 2-12 0,-6-5-84 16,5 3-28-16,-4-7-120 0,-1 0-328 0,-2 0-324 15,-6-2-136-15,-3-1-360 0,-8 0-872 16,-4 4-2201-16,-8-12-2347 0</inkml:trace>
  <inkml:trace contextRef="#ctx0" brushRef="#br0" timeOffset="38349.151">2509 7931 14041 0,'0'0'2132'15,"0"0"-1728"-15,0 0-280 0,0 0-88 16,92-20 288-16,-52 20 76 0,0 0 72 0,8 0-4 16,3 0-36-16,5 14-76 15,4-3-220-15,0 6-16 0,4 5-112 0,-8 4 128 16,-1 2 12-16,-3 4-64 0,-4 0-36 0,-1 6 28 15,-6 0 68-15,-6 3-132 16,1 4-12-16,-12-1 52 0,0 4-48 0,-12 2-4 16,-8 2 48-16,-4 5-36 0,-4-3-12 15,-13 6-8-15,-2 0-104 16,-5 1 64-16,-8-5 48 0,4 2 124 16,-7-7-64-16,-1 3 12 0,0-7 40 0,-1-3-108 15,6-5-4-15,4-4-4 0,-1-7-4 16,7-6-92-16,1-5-32 0,9-5-52 15,-6-6-344-15,9 1-120 0,-3-7-228 0,3 0-380 16,-1-4-1152-16,2-8-3137 16,3 3-3186-16</inkml:trace>
  <inkml:trace contextRef="#ctx0" brushRef="#br0" timeOffset="39082.162">5581 7604 1304 0,'0'0'8560'0,"0"0"-6075"0,0 0-1029 0,0 0-64 16,0 0-32-16,32 67-204 15,-23-27-244-15,-1 5-248 0,-1 9-136 0,1 4-88 16,-4 8-24-16,5 7-28 0,-6 6-168 15,1 7-12-15,0 10-52 0,4 5-20 0,1 6 45 16,-2 2-21-16,5 5-148 0,-5-6-12 16,2 0-12-16,-1-3-60 0,0-7 20 0,0-6-20 15,0-3 72 1,4-13 40-16,-5-8 48 0,6-8-88 16,-2-6-48-16,2-10-84 0,-1-9-25 15,-5-9-87-15,6-5-96 0,-5-5 132 0,-1-6-24 16,1-4-292-16,-3-3-776 0,3 1 4 15,-1-4-444-15,-3-4-916 0,0-8-2457 0</inkml:trace>
  <inkml:trace contextRef="#ctx0" brushRef="#br0" timeOffset="40066.773">6621 8191 8644 0,'0'0'2533'16,"0"0"-813"-16,0 0-424 0,-28 66-424 0,25-36 36 15,3 1 292-15,0 1-108 0,3-3-244 16,5 2-308-16,5-5-196 0,-2-5-112 16,10-2-72-16,-6-2 24 0,5-4-64 0,8-7 28 15,0-6-4-15,4 0-32 0,4-9-52 16,3-11-60-16,2-6-48 16,2-7-124-16,1-6-24 0,-4-3-12 15,0-2-48-15,-5 0-36 0,-3-1 0 16,4 1 44-16,-8 0 28 0,0-2 0 15,-8 6 72-15,-1-2 12 0,-2 1 124 0,-6 3 12 0,-2 6 48 16,-9 3 76-16,0 7 96 0,0 7 16 16,0 5 8-1,-5 0 100-15,-2 7-100 0,-5 3-96 0,-4 0 8 0,-4 0 64 16,-4 13-184 0,-4 6-36-16,-4 7-4 0,1 5 4 0,-5 11 148 15,-5 2-16-15,2 11-20 0,-5 1-40 16,0 7-24-16,1 4 0 0,7-1-48 0,-5 1-4 15,14-3-80-15,-1-7-12 0,12-6-4 0,8-10-20 16,4-3 8-16,4-3-8 16,4-7 48-16,4 5-16 0,3-8 80 15,6 1-112-15,3-4 56 0,-1-3-20 16,6 0 76-16,-1-3 8 0,0 3 0 16,4-4 0-16,4-2-4 0,-5 3 4 15,6-3 8-15,-7 3 88 0,2-4-92 0,-3 8 120 16,-1-5 12-16,-4 4-40 0,-1 0-36 15,-2 4 0-15,-6-4-8 0,-3 7 56 16,1-5 0-16,-9 2 16 0,0-1-40 0,0 0-24 16,-9 0 28-16,-6-2-16 0,2-5 24 0,-6 2-36 15,-2-5-60-15,-3-3-8 16,-4 1-220-16,5-3-4 16,-9-1-148-16,4 0-56 0,-3-4-56 0,3-2-108 15,0 0-64-15,0 0-372 16,7-5-428-16,2 2-860 0,6-1-184 0,6-3-1661 15,3 5-1299-15,4-4 4880 0</inkml:trace>
  <inkml:trace contextRef="#ctx0" brushRef="#br0" timeOffset="40414.196">7641 9299 4356 0,'0'0'496'0,"0"0"4752"0,0 0-3303 0,8 86-549 0,-3-51-128 16,-1 2-148-16,0 2-76 15,-1 2-128-15,1 1-344 0,0 3-228 0,4 2-60 16,-3 0-100-16,-1-2-12 0,-1-1-52 16,5-2-108-16,0-4-12 0,-4-7-60 0,4-5-160 15,-4-7-16-15,0-7-120 0,0-8-124 16,-4-4-76-16,4 0 196 16,-4-10-128-16,0-9-452 0,0-6-840 15,0-10-1024-15,0 7-2201 0</inkml:trace>
  <inkml:trace contextRef="#ctx0" brushRef="#br0" timeOffset="40665.062">7621 9179 3740 0,'0'0'128'0,"0"0"968"16,0 0 932-16,0 0-532 0,0 0-472 0,0 0 8 15,0 0-115-15,0 0-161 16,84 0-92-16,-71 6-216 0,2 3 48 0,-2 4-76 15,-6 0-40-15,-3-1-40 0,0 7-124 16,-4-2-28-16,0-2-24 0,-4 5-64 0,-7-2 24 16,2-1-8-16,-7-2-32 15,4-2-68-15,-4 0-16 0,0-7-152 0,1 1-100 16,-2-5-312-16,2-2-248 0,-2 0-384 16,2-6-572-16,-2-10-1389 0,6 4-3375 15,-6-17 6180-15</inkml:trace>
  <inkml:trace contextRef="#ctx0" brushRef="#br0" timeOffset="41116.925">8135 7657 1304 0,'0'0'1344'0,"0"0"3324"15,0 0-1520-15,0 0-1247 0,0 0-317 16,0 0-420-16,8 79-56 0,-8-55-8 16,5-2-284-16,-1 3-248 0,-4 0-140 0,4 0-56 15,-1 7-56 1,5 1-36-16,0 5 4 0,1 3-28 16,2 9 60-16,2 5 160 0,-2 8-27 0,-3 4-181 15,0 5-112-15,-3 2-108 0,-2 1-44 16,1 2-4-16,-4-1-48 0,0-3-216 15,0-3-81-15,0-3-7 0,4-7-72 16,-4-6-64-16,4-3-272 0,-4-10-332 16,4-3-268-16,-4-6-156 0,4-7-36 0,0-2-696 15,-4-7-1005-15,0-1-3855 0</inkml:trace>
  <inkml:trace contextRef="#ctx0" brushRef="#br0" timeOffset="42415.529">9279 8111 1136 0,'0'0'1004'0,"0"0"-484"16,0 0 4480-16,0 0-2872 16,0 0-399-16,0 0-205 0,0 0-12 0,0 0-240 15,0 0-228-15,0 0-252 0,4-5-160 16,0 5-200-16,4 0-100 0,4 2 72 0,8-2 320 15,8 0-92-15,4 3-276 0,3-3-76 16,9 0-76-16,-4-5-7 0,4 0 23 16,0-3-64-16,-4 1-60 0,-1 1-96 0,-3-3-48 15,-4-1-60-15,0 3-12 0,-4-2-149 16,-4 0-255-16,-4 2-304 16,-5 4-176-16,-2 1-436 0,-5 2-1148 0,-4 0-2717 15,-4 0-4367-15</inkml:trace>
  <inkml:trace contextRef="#ctx0" brushRef="#br0" timeOffset="42656.232">9422 8347 3628 0,'0'0'1448'0,"0"0"4577"0,0 0-3453 15,0 0-676-15,0 0-452 0,0 0-228 0,0 0-244 16,0 0-300-16,0 0-256 15,0 0-172-15,-16 9-180 0,29-9 32 0,6 0 136 16,1 0 12-16,8-3-100 0,0 0-144 0,-4 0-40 16,4-1-20-16,-5 2-12 0,1-5-28 0,4 4-68 15,0-6-52-15,-3-1-304 16,3 4-212-16,-5-3-76 16,-3 2-240-16,0 0-948 0,-4 0-2220 15,-4 5-2913-15</inkml:trace>
  <inkml:trace contextRef="#ctx0" brushRef="#br0" timeOffset="42911.084">9370 8632 1044 0,'0'0'8412'0,"0"0"-5679"0,0 0-593 16,0 0-552-16,0 0-396 0,0 0-140 15,0 0-264-15,0 0-416 0,0 0 20 0,0 0 132 16,92 6 304-16,-56-1-364 16,0-5-172-16,4 0-23 0,-4 2 7 0,3-2 40 15,2 0-128-15,-2 0-188 0,1-7-72 16,-1 1-60-16,2 0-160 16,-5-7-168-16,3 1-173 0,2-1-183 0,-2-3-420 15,-3-3-988-15,-12 7-2708 0,8-11-3345 0</inkml:trace>
  <inkml:trace contextRef="#ctx0" brushRef="#br0" timeOffset="43366.988">10861 7750 1852 0,'0'0'560'16,"0"0"6952"-16,0 0-5399 0,0 0-261 0,0 0-132 15,0 0-504-15,-4 88-124 0,8-52-128 16,8 5-288-16,-1 4-100 16,2 8-52-16,-2 2-60 0,2 5-76 15,-5 6-84-15,3 4-99 0,-7 4-105 16,5-5-16-16,-5-2-72 15,-1-3-12-15,5-5-124 0,-4-5-181 0,0-2-95 0,1-8-112 16,2-6 12-16,1-6-76 0,4-6-160 0,0-7-140 16,4-7-588-16,0-3-1016 15,-4-5-2433-15</inkml:trace>
  <inkml:trace contextRef="#ctx0" brushRef="#br0" timeOffset="44282.247">13789 8032 1460 0,'0'0'10621'16,"0"0"-8733"-16,0 0-508 0,0 0-384 16,0 0 236-16,0 0-108 0,0 0-288 0,0 0-360 15,0 0-96-15,0 0 44 16,0 0 28-16,80 67-100 16,-68-35-156-16,0 3-99 0,-8 3 11 0,-4 7-100 15,0-4-8-15,-4 3-48 0,-4-9-36 16,0-3-61-16,3-9-123 0,5-9-148 0,-3-7 52 0,3-3 0 15,0-4-16-15,3-4-60 16,10-9 240-16,2-2 188 0,2-11-40 16,7-5-120-16,-5-4 160 0,1-3-72 15,5-4 8-15,-1 4 76 0,-1 3 8 0,1 4 4 16,-4 5 184 0,0 10 76-16,-4 3-4 0,-1 7-120 0,-6 6 0 15,-1 0 48-15,0 10 72 0,-1 6 60 16,-7 6-84-16,5 3-60 0,-5 4-40 15,0-4-68-15,0 0-28 0,0-2-48 0,0-7-8 0,0-7-92 16,0-2 28-16,0-4 12 16,0-3 52-16,0 0 0 0,8-3-48 0,3-8 56 15,6-4 88-15,6-8-88 0,1-2-84 16,0 0-52-16,4 0 4 16,-4 5 44-16,4 5-20 0,0 5 12 0,-8 7 68 15,0 3 28-15,-1 7 220 0,-2 5 36 16,-1 4 24-16,-5 6-36 0,1 0-24 0,-3 3-3 15,-5 1 27-15,3 0 36 0,-7-4 144 16,4 0 84-16,0 4-208 16,-4-7-168-16,4 3-132 0,-4-7-60 0,0-2-60 15,0 1-132-15,4-6-220 0,-4-2-172 0,5-6-193 32,-2 0-223-32,9 0-484 0,4-9-812 0,0-10-1856 0,4 0-1145 15</inkml:trace>
  <inkml:trace contextRef="#ctx0" brushRef="#br0" timeOffset="44557.249">14905 8153 3420 0,'0'0'9461'16,"0"0"-7501"-16,0 0-980 0,8 76-388 0,-12-44 320 15,-4 0 372-15,-5 0 128 0,6-10-376 0,3-3-488 16,0-10-316 0,4-2-232-16,0-7-48 0,4 0 0 15,7-3 48-15,6-7 12 0,7-6-12 0,0-9-160 16,-1-4-108-16,5 1-48 0,-8 0 24 0,1-2 48 15,-6 5 112-15,2 6 44 0,-14 3-44 16,1 4 132-16,-4 2 36 0,0 1 148 16,-12 2-16-16,0 0-56 0,-3 5-28 0,-2 2 100 15,-3 2-100-15,5 8-84 16,-2 6 0-16,2 0-8 0,-2 3-4 16,10 0-96-16,-1 0-64 15,4-7-120-15,4 1-356 0,0-2-272 0,8-5-440 16,7-4-1048-16,6-2-2561 0,-1-2-3943 15</inkml:trace>
  <inkml:trace contextRef="#ctx0" brushRef="#br0" timeOffset="44933.443">15423 8045 3800 0,'0'0'9113'16,"0"0"-6249"-16,-56 83-1588 0,32-48-432 0,-4 6 352 15,9 0 276-15,-2-6 85 0,1-9-469 16,12-4-592-16,5-12-280 0,3-5-216 15,0-5 0-15,7 0-72 0,6 0 72 0,6-2 0 16,5-11-48-16,4-9-192 16,4-8-172-16,-4-3-96 0,4-9 0 0,0 1-5 15,0-4 53-15,-1 1 8 0,5-8-132 16,-4-1-212-16,0-5-204 0,-4-5-164 16,0-4 152-16,-8-5-20 15,-1 2-4-15,-2 3 324 0,-6 4 712 0,-7 9 76 0,1 12 660 16,-5 14 60-16,0 9-52 15,0 9 312-15,0 7 24 0,-5 3-44 0,1 0-252 16,-3 13-440-16,-1 2-136 0,-5 11-60 16,2 6 20-16,-1 10 64 0,3 2 60 0,-2 9 148 15,-6 4 69 1,6 7-145-16,-6 3-168 0,2-1-76 0,-1 4-120 16,0-3-36-16,0-4-196 0,0 1-240 15,5-7-125-15,-2-3-255 0,5-3-188 16,5-9-324-16,3-11-984 0,0-9-2737 15,11-16-3971-15</inkml:trace>
  <inkml:trace contextRef="#ctx0" brushRef="#br0" timeOffset="45196.863">16207 8169 8200 0,'0'0'5929'0,"0"0"-5193"15,-15 82-308-15,6-40 504 0,5 8 600 0,-3 4 20 16,-1 6-424-16,4 8-468 0,0-2-176 16,-1 7-107-16,-2 1 23 15,-1 1-144-15,4-1-76 0,-4-8-144 0,4-2-36 16,0-10-156-16,0-4-124 0,4-5-156 16,-4-7-97-16,4-4-127 0,0-1-120 15,0-11-116-15,0-6-400 0,0-7-828 16,0-6-1760-16,0-3-1737 15,0-12 397-15</inkml:trace>
  <inkml:trace contextRef="#ctx0" brushRef="#br0" timeOffset="45453.453">16295 8194 7564 0,'0'0'5825'0,"0"0"-4885"0,0 0-936 16,0 0 148-16,0 0 316 0,76-31 236 0,-52 31-84 16,4 0-360-16,0 0-172 15,-8 3-88-15,-1 3-84 0,-2 4-216 16,-10 2 48-16,-3 4 192 0,-4 3 60 0,-8 3 140 16,-7 7-52-16,-5 3 4 0,-8-1-32 15,0 1-60-15,-4 3-124 0,-4-7-64 16,0-2-52-16,1 0-148 0,-10-10-308 0,2-4-624 15,-9-2-1048-15,12-7-3261 16,-32-3 337-16</inkml:trace>
  <inkml:trace contextRef="#ctx0" brushRef="#br0" timeOffset="45898.065">13586 7426 2844 0,'0'0'364'16,"0"0"4524"-16,0 0-2248 0,0 0-927 0,-68 66-233 15,44-34-140-15,0 7-220 0,-4 5-72 0,5 6-172 16,-1 8-136-16,7 9-52 15,-2 5-100-15,7 10-88 0,4 8-100 0,8 2-108 0,4 7-12 16,12-4-111-16,12-3-89 16,0-6-80-16,8-4-184 0,3-5-121 15,1-8-143-15,4-8-116 0,4-8-108 0,8-11-232 16,7-7-132-16,1-10-372 0,-12-6-1468 16,28-12-4369-16</inkml:trace>
  <inkml:trace contextRef="#ctx0" brushRef="#br0" timeOffset="46224.249">17766 7522 10136 0,'0'0'6741'0,"0"0"-6269"16,43 82-472-16,-30-48-268 0,-6 11 268 15,-3 0 656-15,-4 5 356 0,0 8-4 16,-7 2-472-16,-1 4-216 0,-5 5-152 0,-6 8-160 15,-5-1-8-15,-8-1-108 16,-4 6-52-16,0-2-240 0,-8-3-472 0,1 0-324 16,-5-2-972-16,-5-9-2853 0,18-13-3547 0,-25 17 6273 15</inkml:trace>
  <inkml:trace contextRef="#ctx0" brushRef="#br0" timeOffset="65965.57">649 11309 4972 0,'-4'3'6281'0,"4"0"-4525"0,0-3-496 15,0 0-236-15,0 0-52 16,0 0 88-16,0 0-184 0,8 0-344 16,-1-3-100-16,10 0-40 0,-2-3 12 0,6-4-64 15,-1 0 100-15,4 1-172 0,3 0-60 16,1 2-88-16,9-3-56 0,-2 5-4 15,1-1 108-15,7-1 101 0,2 3-73 16,2 1 80-16,1 0-188 0,8 1-28 16,4-5-48-16,4 0-8 0,7 0-4 0,9-1-48 15,-1-3 40-15,9-1-56 16,0-1 64-16,8 1 0 0,3-1-12 16,9 0 8-16,3 1 4 0,5-1 52 15,3 1 20-15,1 2-72 0,7-3 0 0,-3 1 0 16,7-5 4-16,0 5 0 15,1-3 0-15,7-2 56 0,-3 1-60 0,7-3 4 0,-3 3 80 16,4-3-84-16,3 0-72 0,-4 0 72 16,9 0 0-16,-4 0 4 0,7 1 0 15,0-1 0-15,1 2 80 0,3 1-20 16,-4 3-64-16,0-3-120 16,1 4 72-16,-1-4 48 0,4 0 4 15,1-1 44-15,0 3 36 0,-1-5-12 0,0 2-72 16,0-2-132-16,0 0 120 0,2 0 4 0,-2 0 4 15,0 0 4-15,4 3 8 16,-4 1 4-16,2 2-12 0,-2 0-120 0,0 4 76 16,0 2 44-16,0 0 8 0,1 2 0 15,4-2 64-15,-1 0-24 0,0 1-48 0,-3-2-156 16,3 1 144 0,0-3-40-16,0 1 48 0,1-1 4 0,-1 0 52 15,0 4-52-15,1-1-76 0,-1 1 36 0,-4 0 40 16,9 0 60-16,-1 6-60 0,0 0 8 15,1 0 116-15,3 0-124 0,1 0-92 16,-1 0 84-16,4 0-4 16,4 0-36-16,1 0 48 0,3 0 8 0,-3-4-8 15,3 4-120-15,4-3 72 0,0 0 40 16,1 0 8-16,3 3 48 16,4 0 24-16,0 0-72 0,0 0-36 15,5 0 28-15,-1 0 8 0,8 3 60 0,1 0 0 16,-2 0-60-16,2 1-12 0,3-1-72 15,4-3 40-15,0 3 44 0,4-3 12 16,4 0-12-16,-4 0-96 0,4 0 36 0,5-3 60 16,-1 0 4-16,0-1 68 0,4 1-72 0,0 0-76 15,0-3 76-15,1 3 4 16,2-1 68-16,2 4 24 16,-6 0-96-16,6 0-104 0,3 0 104 0,-5 0 48 15,6 4 60-15,3-1-108 0,-4 0-136 16,0 3 40-16,0-3 88 0,4 1 8 15,-4 2 0-15,0 0-64 0,1 0-24 0,-2 1 88 16,-3-1 0-16,1 1 88 0,-2 2-88 16,2 4-96-16,-6-3 96 0,6-1 48 15,-1 3 64-15,-4-1-112 0,0 1-24 0,0 1 24 16,1 0 0-16,-2-4 96 0,2 4-60 16,-6-1-36-16,1-2-144 15,1-1 96-15,-1 1 48 0,-4-1 64 16,0 1-64-16,-7-4-160 0,-1 3 112 15,0 1 48-15,-9-4 4 0,6 7 68 16,-9 0-72-16,-4-1-60 0,1 2 12 0,-1 2 44 0,-5-2 4 16,2 0 48-16,-1 2-48 0,1 0-24 15,-5-4-49-15,0 4 65 0,0-2 4 16,-4-2-4-16,-3 1 4 16,-5-1-4-16,1 1-116 0,-1-3 68 15,-4 2 56-15,-3-2 4 16,-6-1 56-16,2 1 28 0,-5-1-88 0,-3 0-44 0,4-2 4 15,-5 3 40-15,0-4 8 16,-4-3-8-16,1 0 4 0,-5 0 0 0,1 0-4 0,-1-3-116 16,-3 0 32-16,-2 0 72 15,2 0-88-15,-28 0 40 16,-36-3 52-16,-37 0 8 0,-34 0 0 0,-13-3 0 0,0-1 0 16,0 1 0-16,0-1-12 15,0 0-32-15,0-1 40 0,0-5 8 16,0 1 0-16,0-1-4 0,0-6 4 0,0 0-4 15,0 3-8 1</inkml:trace>
  <inkml:trace contextRef="#ctx0" brushRef="#br0" timeOffset="67364.546">2258 11490 7416 0,'0'0'6685'0,"0"0"-4945"0,0 0-708 0,0 0-796 15,0 0-24-15,0 0 172 0,0 0 148 16,0 0-88-16,0 0-248 16,41 19 368-16,-6-9 72 0,9-1-220 15,8 0-160-15,4 1-120 0,0-7 32 16,-5-3-8-16,5 0-28 0,-4 0-120 15,-5-9-12-15,-2-4-120 0,-6-3-172 0,-3 0-160 16,-4-6-160-16,-8-1-244 0,0 2-440 16,-5 2-652-16,-10 3-1056 0,-5 3-2981 0</inkml:trace>
  <inkml:trace contextRef="#ctx0" brushRef="#br0" timeOffset="67540.079">2745 11578 7672 0,'0'0'4809'0,"0"0"-3925"16,0 0-328-16,-28 73-160 16,28-46 400-16,-4 7 452 0,4 1-352 0,0 3-252 0,0 0-236 15,4 1-136-15,-4-1-160 16,3 3-112-16,-3-6-116 0,0 3-32 0,4-6-112 0,-4-4-236 16,5-5-308-1,-1-8-304-15,0-5-580 0,0-7-1076 16,3-9-3589-16</inkml:trace>
  <inkml:trace contextRef="#ctx0" brushRef="#br0" timeOffset="67948.909">3143 11178 7796 0,'0'0'6245'0,"0"0"-5473"16,0 0-380-16,4 80 376 0,-4-38 804 15,0 8-164-15,0 4-304 0,-4 7-564 0,0-1-260 16,0 4-112-16,-3-2-168 0,7 6-48 0,-5-9-84 16,1 0-28-16,4-9-72 15,0-9-24-15,0-9-48 0,4-7 68 16,1-13 4-16,-2-5-100 16,1-3-24-16,4-4-24 0,0-13 32 0,4-4-272 0,-4-8 48 15,4-3 100-15,0-7-172 16,-4-4 64-16,3 8 252 0,-2 3 304 0,-1 8 12 15,3 5 12-15,-2 8 0 0,-1 4 324 16,0 3 180-16,-1 3 300 0,6 7-80 16,-5 6-176-16,-1 3-56 0,1 2-20 0,1 9-20 15,-2-2-44-15,-3 4-68 16,-4 3-56-16,4-4-88 0,-4 1-64 0,0-3-132 16,0-4-44-16,0-5-80 15,4-8 4-15,-4-2-100 0,5-7-52 0,-5 0-216 16,0-3-288-16,4-3-128 0,0-7-720 15,-1-9-908-15,-3-3-2333 0,4 3-851 0,0-17 3604 16</inkml:trace>
  <inkml:trace contextRef="#ctx0" brushRef="#br0" timeOffset="68366.01">3538 11753 6280 0,'0'0'4564'0,"0"0"-3031"0,0 0-833 15,0 0 64-15,28 73 780 0,-24-41 164 0,-4 6-496 16,0-2-372-16,-4-2-204 0,4 1-160 15,-4-6-168-15,0-3-308 0,4-8-88 16,0-5-108-16,0-3 0 0,0-7-24 0,4-3-48 16,4-7-28-16,3-8 52 0,2-5 172 0,-2-5-76 15,1 0-52-15,0 0 16 0,0 6 88 16,0 2-4-16,-4 4-60 16,0 7 12-16,0 3 148 15,0 3 108-15,-4 3 192 0,4 10 44 0,-4 3 12 0,3 3-96 16,-2 2-28-16,-1 2 12 15,0-4-24-15,0-2-72 0,0-8-124 16,-4 0-24-16,4-5-124 0,-4-4 40 16,3 0 80-16,1 0 4 0,1-4 12 0,-1 1 72 15,8-3-20-15,-5-1-52 0,6-2-12 16,2-1-4-16,2 1-72 0,-2-1 16 0,9 1 0 16,-3-1 52-16,3 0 8 15,-1 4 40-15,-3 4-28 0,0-3-12 0,-8 5-100 16,3 0 96-16,-6 7-4 15,3 3-40-15,-9 3-60 0,1 5-176 16,1 8-156-16,-5 0-352 0,0 5-220 0,0-1-656 16,-5-3-1124-16,-2-8-2085 0,-5 12-2251 15</inkml:trace>
  <inkml:trace contextRef="#ctx0" brushRef="#br0" timeOffset="71999.335">4788 11376 5136 0,'0'0'7329'16,"0"0"-6217"-16,0 0-632 15,0 0-112-15,92-7 164 0,-72 7 172 0,0 0 140 16,-4 7-144-16,0-1-216 0,0 1-188 16,0 1-160-16,-4 6 48 0,4 5 40 0,-8-1-16 15,-4 8 28-15,-1 6-64 16,-3 6-88-16,-7 3-84 0,-5 4-8 15,-4 3-64-15,-5-1-4 0,2 0-72 0,3-3 64 16,-4-5 32-16,4-4 4 0,5-6 48 16,-2-4 4-16,5-5 72 0,1-6 44 0,3-3-56 15,0-5-4 1,4-4 64-16,0 2 24 0,0-4-16 0,0 0-80 16,0 0-44-16,4 3 64 0,3-3 76 15,5 0-28-15,4 4-20 0,5-4-28 16,-6 3-12-16,9 0-44 0,-5-1-16 0,6 2-4 15,-5-1 0-15,4-3-48 0,-5 3 40 16,5 1-84-16,-3-4-64 16,-2 0-280-16,1 0-508 0,1-4-228 0,-6-2-920 0,1 0-2753 15,-4 0-3051-15</inkml:trace>
  <inkml:trace contextRef="#ctx0" brushRef="#br0" timeOffset="73348.503">5721 11700 484 0,'0'0'8340'0,"0"0"-6440"0,0 0-1023 0,0 0-41 0,0 0 120 16,0 0 48-16,0 0-172 16,0 0-152-16,0 0-276 0,-76 83-192 0,68-52 0 15,4 4 52-15,1 0-52 16,3 0 24-16,0-10-64 0,0-5-160 16,0-8-12-16,0-10-64 0,0 3 0 0,0-5 4 15,0 0-28-15,7-5-148 0,5-7 24 16,0-7-264-16,0-6-52 0,4-7-364 0,-4 0 68 15,-1 0 48 1,-2 3 204-16,3 8 288 0,0 5 68 16,0 6 164-16,-1 4 52 0,2 6 284 0,-1 0 304 15,-1 6 20-15,2 4 116 0,-2 6-156 0,2 0-100 0,-5 3-16 16,-1 0 16 0,1 2 4-16,1 2-12 0,-5-1 24 15,-1 1-88-15,1-8-164 0,-4-2-232 0,4 0 0 16,-4-7-108-16,0 0-52 0,0-6-124 15,0 0-300-15,4-3-464 0,0-6-364 16,1-4-184-16,-1-9-1229 0,-1 0-2355 0,1 3 452 16,0-10 4572-16</inkml:trace>
  <inkml:trace contextRef="#ctx0" brushRef="#br0" timeOffset="73948.773">6056 11792 820 0,'0'0'7524'0,"0"0"-5608"0,0 0-911 0,0 0-105 16,12 79 164-16,-12-57 432 0,0-3-236 15,0-3-332-15,-4-3-444 0,4-7-316 16,0 0-168-16,0-6-152 0,0 0 40 0,0-3-124 0,4-10-112 16,3-5 288-16,6-8-216 15,-2-2-192-15,6-4-124 0,-6 7 100 16,1 6 52-16,4 2 184 16,-4 9 144-16,1 4 60 0,2 1 52 0,-7 3 392 15,4 7 76-15,0 1-36 16,-5 5 108-16,-2 3-84 0,3-1-56 0,-4 2-52 0,4-1-24 15,-8 0-28-15,3-3-48 16,1-7-184-16,1 0-64 0,-1 0-212 0,0-2-48 0,4-4 12 16,-1 0-228-16,6-10-176 15,2-2-12-15,2-4-208 0,-2-3-436 0,9-1-408 16,-3-2-181-16,-2 4 213 0,5 2 512 16,-4 2 1044-16,4 8 128 15,-4 3 492-15,-4 3 780 0,-1 6 76 16,-6 8 73-16,3 0-289 0,-8 9-112 0,-1-1-80 15,-3-2-116-15,0-1-32 0,0-7-212 16,0-2-180-16,0-7-164 0,4-3-76 16,-4 0-84-16,4-13-76 0,1-6 0 0,3-10-100 15,-1-5-288-15,1-8-172 0,9-2 28 16,-6-4 196-16,6-6 132 16,-6-3-136-16,6 0-76 0,-6-3 84 15,1-1 180-15,0 7 116 0,-4 7 36 0,0 9 164 16,0 9 88-16,0 10 280 15,-4 9-28-15,0 4 12 0,-4 6 0 0,4 0 184 16,-4 0-168-16,0 12-84 0,0 7-16 16,3 10 24-16,-3 10-100 0,0 2 0 0,0 10 292 15,0 3-88-15,5 6-256 0,-1 0-144 16,0 4-52-16,0-4-96 16,4-3-12-16,-5-5-132 0,1-8-24 0,5-13 36 15,-1-8-76-15,3-7-196 0,2-10-292 16,-2-3-224-16,6-3-52 0,-2-9-1000 15,6-7-988-15,-6 0-3261 0,5-14-626 16</inkml:trace>
  <inkml:trace contextRef="#ctx0" brushRef="#br0" timeOffset="74353.545">7398 11189 15809 0,'0'0'2528'0,"0"0"-1848"16,0 0-240-16,0 0-108 0,80-25 24 0,-64 21 584 16,-4 1-272-16,0-1-315 0,4 4-201 0,-4 0-152 15,-1 0-120-15,-2 4 120 16,-1 8 60-16,-4 8 0 0,-4 11-60 0,0 7-4 16,-4 4-56-16,-8 2 60 15,0 1 0-15,0-4 96 0,-4-6-12 16,8-4 4-16,0-2-84 0,8-7-4 0,0-2 0 15,4-4-88-15,4-4-68 16,12 1 48-16,-5-3 60 0,13-2 44 0,-3 3 0 16,3-5-4-16,0-3-56 0,0 2 56 15,-5-1 0-15,-3-1 0 0,-4 4 8 0,0-1 140 16,-9 1 76 0,6 2-56-16,-9 4 116 0,-4-1-80 0,0 8-88 15,0-2-48-15,-8 8-60 0,-4-5-4 16,-8 5-56-16,0 0-160 0,-4-4-336 15,-8 0-357-15,-4-3-83 0,-7 3-204 0,-9 4-668 16,-12-3-920-16,-8 5-2205 0,17-9-4515 16</inkml:trace>
  <inkml:trace contextRef="#ctx0" brushRef="#br0" timeOffset="75250.111">1860 12795 2752 0,'0'0'548'16,"0"0"5008"-16,0 0-3748 0,0 0-419 16,108-9-133-16,-72 9 64 15,3 0-260-15,2 0-256 0,2 0-180 16,5 0-116-16,0 0-124 0,0-3 160 0,3 3-52 15,1-4-160-15,4-3-112 0,0 4-48 0,8-2-36 16,-1-2 56-16,1-3-56 0,4 4-84 16,3-3-44-16,-3 2-4 15,4-3 48-15,-1 4 56 0,9 0-36 0,-1-4-60 16,9 4-8-16,0 0-4 0,0-1 0 16,4 1 4-16,-5 0-4 15,5 2-4-15,4-2-92 0,-5 0 36 0,5-1 12 16,-1-2 48-16,1 2 8 0,3 0-4 15,-2-1-4-15,2 2 4 0,4-1 8 16,-3 3 96-16,0 2-20 0,-1 2-4 0,1 0-84 16,-5 0 0-16,1 0-84 0,-5 2 20 15,1 2 56 1,0-4 8-16,-4 2 8 0,3-2-8 0,-7 5 4 0,8-5-4 16,-9 0 0-16,1 0 76 15,0 0-16-15,0-5-52 0,-5 3 4 0,5 2-12 16,-4-4-72-16,-1 2 68 0,1 2 4 15,-1-3 4-15,-3 0 8 0,3-1 0 16,-2-3 60-16,-2 1-24 0,1 0-40 0,-4-4 40 16,3 1 0-16,-7 0-44 0,4-1 0 15,-9 0-4-15,1-2 12 0,-4 2-12 16,0 1-60-16,-4-1 52 0,-4 4-40 16,-5-1 40-16,1 1 0 15,-4 3 0-15,-5 3-4 0,-3 0-36 0,-3 0 40 0,-6 0 0 16,-3 0-40-16,-4 3-4 0,-4-3 48 15,-8 0-56-15,0 0-60 0,-4 0-164 16,-4 0-264-16,0 0-92 0,0-3 12 16,-8-3-188-16,-4-7-712 0,0-1-696 0,-4 0-2625 15,0 1-2627-15,0-10 7372 0</inkml:trace>
  <inkml:trace contextRef="#ctx0" brushRef="#br0" timeOffset="75464.726">8326 11785 18281 0,'0'0'2244'0,"0"0"-1744"16,0 0-328-16,0 0-172 0,88 7-256 0,-75-7 36 15,-6 0-12-15,-3 0-232 0,-4 0-172 16,0 0-324-16,0 0-812 0,0-3-1220 0,-4 3-1617 15,4 0-231-15,-3 3 2508 16,-1 2 1236-16,4 12 652 0</inkml:trace>
  <inkml:trace contextRef="#ctx0" brushRef="#br0" timeOffset="75549.455">8434 12056 3616 0,'0'0'7801'16,"0"0"-3981"-16,0 0-2584 0,0 0-976 0,0 0-260 15,0 0-72-15,0 0-80 0,0 0-728 16,0 0-1936-16,0 0-8077 0</inkml:trace>
  <inkml:trace contextRef="#ctx0" brushRef="#br0" timeOffset="77549.2">10793 12052 2508 0,'0'0'1904'15,"0"0"4216"-15,0 0-5063 0,0 0-85 0,0 0 88 16,-40-67 32-16,36 58 268 0,4 2-24 16,0 2-220-16,0-2-120 0,0 0-216 15,8-2 124-15,1-4-211 0,2 0-185 16,5 1-96 0,4-1-96-16,0 4-124 0,-1-1-144 0,2 4-48 0,3 3-68 15,-5-1-40-15,5 4 104 16,-7 4 4-16,-2 2 120 0,-2 7-60 0,-2-1-60 15,-3 7 0-15,-4 6-8 0,-4 2-40 16,0-2-72-16,0 0 60 0,-8 0 52 0,-4-2 8 16,0-1 8-16,0-6 4 0,-3-1-4 15,-2-2-8-15,1-2-48 0,-3-6-36 16,2-2 76-16,2-3-44 0,-1 0 48 16,0 0 4-16,-4-13-72 0,0-2-112 15,0-4 88-15,4-3 40 0,8 0 56 16,0-1 0-16,8 1 12 0,0 2 0 15,8 1 48-15,4 0 12 0,4 7-60 0,0-4 60 16,4 6-60-16,0 4-12 0,-4 3 4 16,4 3 44-16,-5 0 40 0,-6 6 80 0,2 4-84 15,-3 2-72 1,-4 7 40-16,1 4-52 0,-5 2-12 16,0-3-72-16,-9 4 72 0,-2-1 8 0,-1-2-4 15,-1-5-4-15,-2-1 8 0,3-2-80 16,0-5 0-16,-1-3-4 0,6-5 80 15,-1-2 8-15,4 0 52 0,-4-2-52 0,-4-9-80 16,4-1 32-16,0-7-96 0,0 0 36 16,4-3 8-16,4 3 88 0,9 0-60 15,2 2 0-15,5 7 72 0,0 2 0 0,4 1-48 16,-4 1-24-16,0 6 24 16,-4 0-64-16,4 2 112 0,-8 5 172 15,3 3 20-15,-3-1-80 0,-3 5-28 0,-1-2-72 16,-4 1-4-16,0 3 4 15,0-4 84-15,-9 4-36 0,1 0-12 0,-3-4-44 16,3-2-4-16,-1-4-12 0,-2 1 0 16,3-4 4-16,4-3 4 15,-4 0-44-15,4 0-12 0,0 0-24 0,-4-10-88 0,-1-1 40 16,6-9-112-16,-1-2-9 16,4 3 105-16,0-3-92 0,7 5 116 15,6 4 76-15,2 7-48 0,-2 2 32 16,2 4 64-16,-2 0 60 0,2 7 48 0,-2 3 36 15,-5 0-68-15,3 3-4 0,-2-4 48 16,-5 4-48-16,0-4 64 0,-4 1-75 0,0-4 71 16,0 0 16-16,0 0-52 15,-4 1-16-15,0-4-76 0,-1 0 0 0,1 1-4 16,-4-4 0-16,5 0 4 16,-5 0 4-16,3 0-8 0,1-7-4 15,-4-3-164-15,1-2-88 0,-1-4 87 0,-1 0-39 16,5 1 100-16,4 5 20 15,0 3-68-15,0 5-4 0,8-2 40 0,1 1 12 16,-1 3 8-16,-1 0-8 0,1 0-28 0,-3 7 16 16,3-5 120-16,-1 5 4 0,-3-4-4 15,-4 4-44-15,0-1 44 0,0 0-124 16,0 0-12-16,0 4 76 16,-4-1-88-16,0 1-144 0,1-1-312 0,-5 1-552 15,-1 2-884-15,1 1-1040 0,1-3-2209 16,-1-1-1163-16,-5-3 5509 0</inkml:trace>
  <inkml:trace contextRef="#ctx0" brushRef="#br0" timeOffset="78860.653">12881 11131 5196 0,'0'0'1668'0,"0"0"-916"0,0 0 1880 0,0 0-1535 15,0 0-185-15,0 0 8 0,0 0 312 16,0 0-44-16,-28 73-160 0,20-47-280 16,0 2-204-16,0 4-124 0,-4 6 0 0,4 3 36 15,0 4-16-15,0 6-84 16,4 3-148-16,4 3-24 16,-4 4-56-16,4 2-128 0,0 4 0 0,0 5-4 15,0 1-116-15,4 4-52 0,-4-4 76 16,4-3-100-16,-4-5-24 15,5 0 48-15,-2-8 0 0,1-7-12 0,0-3-88 0,0-5 4 16,0-10-4-16,4-3-212 16,-4-4-572-16,4-9 16 0,-4-4-220 15,4-5-316-15,-4-3-505 0,4-4-559 0,0-7-2020 16</inkml:trace>
  <inkml:trace contextRef="#ctx0" brushRef="#br0" timeOffset="79698.878">13415 11408 7868 0,'0'0'404'16,"0"0"2581"-16,0 0-1777 0,0 0-468 0,0 0 128 15,-56 76 432-15,52-57-244 0,4 3-308 16,4-3-336-16,4 4-228 0,8-1 116 0,4 3-80 16,0-2-48-16,-1-9-24 0,5 3 24 0,0-7-60 15,0-1 12 1,4-6-112 0,0-3 100-16,0-3-64 0,4-6-44 0,-5-4-4 0,6-6-88 15,-1-4-44-15,0-3-16 0,0-4-148 16,-1 0 0-16,-3-4-12 0,-1-1-40 0,-2 0 36 15,-1-3 40-15,-4 7 108 0,-5-2 64 0,2 5 100 16,-6 3 8-16,-7 2 80 0,0 0-12 16,-4 5 24-16,0 1 36 0,-4 5 100 15,-4-1-24-15,-3 5-128 0,-2 1-32 0,-2 0 8 16,2 4 116 0,-2 0-16-16,-1 3-48 0,0 0-40 15,-4 9-72-15,4 2 4 0,-4 3 0 0,-4 9 8 16,0 2-4-16,1 7 4 0,2 3 4 15,-7 3 68-15,1 7 28 16,2-3 12-16,-3 2-116 0,1 3 88 0,3-3-88 16,0 0 56-16,4 2-4 0,4-8 64 15,4 0-40-15,4-7-8 0,4-3-68 0,4-9 176 16,0 0-24-16,4-2-76 16,4-1 40-16,4-3-28 15,4 3-8-15,4-4-28 0,0 1-48 0,4-1 36 0,4 1-36 16,0-4 0-16,0 1-8 0,-1 3-4 15,5-4 4-15,-8 5 48 0,4-2 132 16,-3 4-28-16,-6-1-56 0,-3-2-28 0,-4 4 48 16,-1-5-8-16,-6 1 8 15,-1-4 40-15,-4 7-52 0,0-3-108 16,-4 0 0-16,-4-1-168 0,-8 4-16 0,-4-4-72 16,1 1-36-16,-6-3-40 15,-3-1-36-15,0-2-60 0,-3-2-200 0,-1-5-200 16,4 0-288-16,0 0-556 0,4-2-476 0,8-4-1005 15,0 0-3095-15</inkml:trace>
  <inkml:trace contextRef="#ctx0" brushRef="#br0" timeOffset="79979.019">14164 12153 5592 0,'0'0'1236'0,"0"0"2696"16,4 84-2943-16,-4-47 51 15,-4 8 284-15,4 2 116 0,-4 1-184 0,4 0-384 16,0-4-304-16,0 3-212 0,0-5-60 16,0-1-112-16,0-3-84 0,0-3-52 15,0-5-48-15,0-3-48 0,0-4-64 16,0-4-268-16,0-4-88 0,-4-2-104 0,0-3-160 0,-1-7-108 15,2-3-104-15,-5 0-284 16,0-10-444-16,-1-6-981 0,-2-10-1363 16,-1-5-860-16,4 6 4420 0,-8-26 456 0</inkml:trace>
  <inkml:trace contextRef="#ctx0" brushRef="#br0" timeOffset="80184.44">14128 12237 5308 0,'0'0'560'16,"0"0"2760"-16,0 0-2404 0,0 0-140 0,0 0 329 15,0 0 263-15,79-61-172 0,-70 57-312 16,2 1-208-16,-3 3-172 0,0 0-92 0,1 0-100 16,-2 7-40-16,-3-4-12 15,-4 7-12-15,0-4-52 0,0 10-196 16,0-4 0-16,-8 8-60 0,-4-5-4 16,0 5-60-16,-3-5-120 0,-1-2-44 15,-5-4-120-15,6-2-240 0,-5-4-308 0,4 0-408 16,0-3-308-16,0 0-409 0,8-3-1055 0,-12-10-3616 15</inkml:trace>
  <inkml:trace contextRef="#ctx0" brushRef="#br0" timeOffset="80565.89">14690 11081 5276 0,'0'0'1560'0,"0"0"1284"0,0 0-847 16,0 0-445-16,0 0-208 15,28 85-20-15,-21-62-184 0,1 6-112 16,5 1-284-16,-6 3-244 0,1 5-44 15,1 3-100-15,-2 3-28 0,-3 3-48 0,0 8-24 16,-4-1-108-16,4 4-28 0,-4 2-120 16,0 3-12-16,0 4-84 0,4-1-28 0,-4 4 64 15,4 2-36 1,1-1-52-16,-2 2 4 0,1 0-76 16,0-6 36-16,-4-3-48 0,0-12-76 0,4-3-244 0,0-5-188 15,0-9-224-15,1-7-640 0,-2-3-596 16,1-8-709-16,0-4-1995 0</inkml:trace>
  <inkml:trace contextRef="#ctx0" brushRef="#br0" timeOffset="87033.103">15932 10696 2348 0,'0'0'588'16,"0"0"-356"-16,0 0 2920 16,0 0-632-16,0 0-812 0,0 0-459 0,0 0 83 0,0 0 68 15,0-9-316-15,0 9-240 0,0 0-108 16,0 0-68 0,0 0 12-16,0 0-28 0,0 0-52 0,0 0-88 0,0 0-84 15,0 0-100-15,0 0-96 16,0 0-72-16,0 0-88 0,0 0-12 15,0 3-52-15,0-3 4 0,0 6 32 0,0 4-40 16,0 2 189-16,0 7-85 0,4 8-36 16,-4 3-8-16,5 6 32 15,-5 2-48-15,0 3-40 0,0 7-8 0,0 2 0 0,0 8-48 16,0-1-36 0,0 6-4-16,0 3 4 0,-5 5-37 0,5 2-27 15,0 0-8-15,0 3-4 0,0 3 52 16,5 1 24-16,3 2-64 0,-4-2 76 0,3-1-100 15,2 0 16-15,-1 1 44 0,0 0-32 0,-1-7 44 16,6 3 28 0,-2-4-16-16,1 2 88 0,0-2 4 15,4-1 4-15,-4-5-4 0,4-2 48 0,-4-4-52 16,4-6 0-16,-4-3 0 0,0-3 136 16,0-4-24-16,0 0-104 0,0-3-8 0,-1 0-48 15,-2 1 36-15,3-2-40 16,-5-1 44-16,2-4 8 0,-1 0-12 0,-1 0-36 15,1-6-40-15,-3-4 88 0,3 1 48 16,-1-8-48-16,-3-1-4 0,0-5 0 16,0-6-44-16,1-2-40 0,-5-1 4 0,0-3-16 15,0 0 52-15,4 0 36 0,-4 0-108 16,0 0-40 0,0 0-112-16,0-3-120 0,0-7-312 0,0-6-600 15,0-9-616-15,0 6-728 0,0-25-1781 16</inkml:trace>
  <inkml:trace contextRef="#ctx0" brushRef="#br0" timeOffset="87681.616">17192 11309 1420 0,'0'0'1008'16,"0"0"4384"0,0 0-3524-16,0 0-255 0,0 0-229 15,0 0-68-15,0 0 48 0,0 0-108 0,0 0-384 16,0 0-328-16,-25 19-112 0,18-6-36 15,-1 3 120-15,0 5 96 0,0 9-136 0,0 1-136 16,0 11-72-16,4 2-48 0,0 7 24 16,1 6-60-16,-2 3-15 15,1 4-73-15,-4-1-84 0,4 4-12 0,-3-1-96 16,-2-5-13-16,1-4-63 0,8-6-168 0,-4-9-12 16,4-9 0-16,0-7-112 15,4-6-112-15,0-11-160 0,9-3-316 0,2-6-428 16,1 0-148-16,0-9-972 0,0 3-2197 15</inkml:trace>
  <inkml:trace contextRef="#ctx0" brushRef="#br0" timeOffset="88019.884">17865 11423 9516 0,'0'0'4045'15,"0"0"-3281"-15,0 0-676 0,0 0 256 0,0 0 636 16,0 0 512-16,0 0-612 0,0 0-424 16,-88 10-148-16,69 8-148 0,-1 9-24 0,3 1-4 15,-6 7 116-15,7 7-40 16,-5 5-12-16,2 7-24 16,-1 3-40-16,4 3-20 0,0 4 20 0,5-4 4 0,3-7 60 15,-1-5 300-15,9-6-204 0,0-7-108 0,4-10-27 16,9-3-9-16,2-6-16 0,1 1-60 15,8-9 0-15,0-4 4 16,4-2-76-16,0-2-84 0,0 0 72 0,-4-8-48 16,4-2-120-16,-4-3-28 0,-9-3-85 15,5 0-95-15,0-3-136 0,-8 1-112 16,-4-1-208-16,0 3-252 16,-8-3-744-16,0 2-1092 0,-8 7-1937 0,-12-5-2135 15</inkml:trace>
  <inkml:trace contextRef="#ctx0" brushRef="#br0" timeOffset="88332.062">17638 11953 5652 0,'0'0'4532'0,"0"0"-1719"16,0 0-1389-16,0 0-752 0,0 0-156 0,0 0 700 15,0 0 236-15,0 0-380 16,96-6-472-16,-68-4-404 0,0-5-196 0,0-1-36 16,-1-3-236-16,-3 3-280 0,4-4-232 15,-8 2-172-15,-1 1-100 0,2 5-456 16,-10 3-456-16,2-1-457 0,-5 3 121 0,-8 5 876 15,0 2 1428-15,0 0 244 0,0 7 1044 16,-8-1-228-16,0 6-64 0,-4 1 269 16,4 6 91-16,0 6-32 0,-1 1-64 0,2 5-204 15,3 4-224 1,0 4-200-16,0-2-136 0,0 2-68 16,4-1 64-16,0-2-52 0,0-6-208 0,0-4-232 15,4-5-84-15,4-7-272 0,-4-1-96 16,8-10-116-16,0-3-184 0,3-3-88 15,2-17-264-15,7-6-900 0,-9 5-1261 0,9-30-2911 16</inkml:trace>
  <inkml:trace contextRef="#ctx0" brushRef="#br0" timeOffset="88573.276">18507 11303 3636 0,'0'0'9801'0,"0"0"-7789"0,0 0-992 16,0 0-360-16,0 0 208 0,0 0 560 0,0 0-216 16,11 86-556-16,-7-57-280 15,1 8-143-15,-1 1-61 0,-4 6-28 0,4 4-72 16,-4 4-72-16,0 1-8 0,0 7-88 16,-4-2-196-16,-5 2-205 15,1-3-39-15,1-4 12 0,-1 2-88 0,-1-10 84 16,5-4-176-16,1-3-196 0,-1-6-384 15,4-7-328-15,-4-2 88 0,4-8-324 0,0-2-785 16,0-4-2271-16</inkml:trace>
  <inkml:trace contextRef="#ctx0" brushRef="#br0" timeOffset="89848.8">11120 14395 260 0,'0'0'10348'0,"0"0"-8919"0,0 0-649 0,0 0-64 0,91-29 364 15,-70 27-136-15,-6 2-188 16,-2-4-144-16,-2 4-28 0,-3 0-88 0,1 6-188 16,-2 0-60-16,-3 5 0 0,0 1-128 15,0 7 28-15,-4 0-24 16,0 3-40-16,-8 7 16 0,-3-1-96 16,-2 1 44-16,-7 0 28 15,4-8 8-15,-4-1 16 0,1-7-4 0,-5-1-84 0,3-2-4 16,-3-4 92-16,5-3-4 0,-1-3 40 0,-1 0-136 15,2-9-12-15,-1-4-52 0,8-6 56 16,-4 0 4-16,8-6-8 0,8-4-48 16,0 0-208-16,8 1 268 0,8 3 24 0,0 2-24 15,8 1 4-15,4 10 4 0,-4-1 0 16,0 3 0-16,-5 3 40 16,-2 7 64-16,-6 0 32 0,-3 11 52 0,1 1-36 15,-5 7-40-15,-4 3-8 16,0 4-108-16,0 5-4 0,-8-2 8 0,-1-4 40 15,1-2-36-15,1-7 36 16,-2-4-40-16,5-2 44 0,0-7-40 0,0 0 72 16,1-3 36-16,3 0-44 0,-4 0-36 15,0 0-40-15,4 0-148 0,-4-6-180 0,-1-7 96 16,5 4 0-16,0-5 84 16,0 6-60-16,9-3 28 0,-1 5-28 15,3 3 36-15,-2 3-40 0,-1 0 164 16,-1 0 48-16,1 3 68 0,1 8 92 15,-5-3 12-15,-1 5-48 0,-3 3-52 0,0 0-64 16,0 3 0-16,-3-3 44 0,-1 0 32 16,-5-6-12-16,5-1 16 15,-4-3-16-15,1-3-64 0,3 0-8 0,-1-3 76 0,1 0-4 16,-4 0-72-16,1-9-144 16,-6-7-272-16,2-3 84 15,3 0 100-15,-5-3 96 0,10 3 52 0,-1 0-52 0,0 2 12 16,4 8 116-16,0 0-140 0,0 6-12 15,0-1 24-15,4 4-60 0,-4 0-92 0,7 0-168 16,6 0-612-16,-2-3-392 16,6 3-1152-16,2 0-3001 0</inkml:trace>
  <inkml:trace contextRef="#ctx0" brushRef="#br0" timeOffset="90465.561">12693 13744 10760 0,'0'0'1557'16,"0"0"-1237"-16,0 0-244 15,0 0 408-15,0 0 852 0,0 0 172 16,0 0-604-16,0 0-280 0,0 0-192 0,0 0-100 16,0 0 40-16,0 33 96 0,0-15 228 15,0 1-72-15,0 3-208 0,0 0-112 16,0 4-48-16,4 2-40 0,-4 4-43 0,0 3-29 15,0 4-20-15,0 2-16 16,0 3-24-16,0 6-40 0,0 2-44 0,0 8-4 16,0 0-4-16,0 4-52 0,0-1-48 15,-4 1-12-15,4-3-4 0,-4-5-21 16,4-5 33-16,-3-3 40 0,3-3 64 16,0-8-52-16,0 1-36 0,0-6-112 15,0-7-108-15,0-2 60 0,3-4-112 0,1-9 4 16,0-5-128-16,-4-5-404 0,4 0-280 15,1 0-476-15,-5-5-280 16,4-9-476-16,0 5-1653 0</inkml:trace>
  <inkml:trace contextRef="#ctx0" brushRef="#br0" timeOffset="93715.763">13470 14043 7440 0,'0'0'336'15,"0"0"2424"-15,0 0-1587 0,0 0-393 0,-79 54 204 16,63-35 372-16,0 4-60 0,4-4-340 16,8 2-336-16,0-2-264 0,4 1-132 15,11-2-88-15,6 5-64 16,7-5 4-16,8-1 12 0,-4 1-4 0,7-5-8 16,1-6-28-16,-4 0-48 0,0-5-4 0,4-2 0 15,-5-6 4-15,6-4 12 0,-5-6-12 0,4-6-8 16,-5-3-56-1,5-7-44-15,-4-3-28 0,0-7-76 0,-4 1-144 16,-4 0-40-16,-1 3-40 0,-3 3 52 16,-3 3 72-16,-6 7 44 0,-3 3 168 0,-8 0 100 15,0 9 84-15,0 0 108 0,-12 4-20 16,0 2 56-16,0 4-32 0,-3 3 44 16,-1 0 92-16,0 10-120 0,-4 2-124 15,0 11-16-15,-5 2 16 0,2 11 24 0,-5 4 24 16,4 5-52-16,-4 6 40 15,0 2-12-15,4 2 24 0,-3-5-12 16,3 5 8-16,4-9-44 0,-1-1-84 0,10-7 56 16,-1-6-8-16,8-3 8 0,0-8-60 15,4 0-136-15,0-2-24 16,8-5 88-16,8 3-40 0,0-4 52 0,7 3 8 16,5-1 52-16,0-2-8 15,0 0 0-15,-4 0-52 0,4-4 60 0,-4 3 4 16,0 2 0-16,-4-3 44 0,0 3 136 15,-4-2-12-15,-4-2 88 0,-4 2-40 16,0 1 24-16,-1 4-20 0,-7-5-80 0,0 4 28 16,0 0-12-16,0-4-76 0,-7 1 40 15,-1 1-52-15,0-3 12 0,-4 3-12 0,-4-5-20 16,0 3-52-16,0-2 0 0,-8-1-4 16,4-2-204-16,-4 0-36 15,-3-4-160-15,3-1-84 0,-8 1-80 0,4-3-8 16,0 0 56-16,8 0-112 0,0 0-104 15,4-3-296-15,4 1-396 0,5 2-536 16,2-3-629-16,5-8-1879 0</inkml:trace>
  <inkml:trace contextRef="#ctx0" brushRef="#br0" timeOffset="93998.312">14179 14833 2824 0,'0'0'524'15,"0"0"3716"-15,0 0-2152 0,0 0-335 0,21 92-229 16,-21-56-112-16,0 5-148 0,3 3-160 16,-3 7-268-16,4 3-192 15,-4 3-140-15,0 3-60 0,0-2-112 16,4-1-188-16,-4-7-144 0,0-4-80 0,5-13-168 15,-1-4 64-15,-4-9-36 16,4-8 60-16,-1-6-100 0,-3-2-120 16,0-4-276-16,0-4-292 0,0-5-224 0,0-10-740 0,0-6-637 15,-3-4-599-15,3 0-1832 16,-4-18 2241-16</inkml:trace>
  <inkml:trace contextRef="#ctx0" brushRef="#br0" timeOffset="94189.144">14188 14983 2460 0,'0'0'1044'0,"0"0"1652"0,0 0-696 15,0 0-768-15,0 0-184 0,51-74 165 16,-35 69-89-16,5-2-180 0,-6 0-68 16,5 7-308-16,-4-3-140 15,-4 3 12-15,0 3-88 0,-4 0 0 0,-1 4-56 0,-2 6-32 16,-5-1-104-16,0 4-96 16,-5 4-64-16,-6 5-76 0,-1-3-136 15,-8 0-60-15,0-3-340 0,0-3-448 0,-4-7-432 16,4-2-320-16,5-4-833 15,-2-3-507-15,2 0-1976 0,-2-16 4096 0</inkml:trace>
  <inkml:trace contextRef="#ctx0" brushRef="#br0" timeOffset="94490.067">14802 13899 1200 0,'0'0'10309'0,"0"0"-8785"0,0 0-620 0,0 0-132 0,19 87 400 15,-10-52 168-15,-2 6-300 16,1 9-400-16,0 4-284 16,0 4-120-16,0 8-108 0,-4 4-128 0,4 6-4 15,-4 4-104-15,-4 2-4 0,3 1-24 16,-3 0 12-16,0-4-180 0,0-3 68 0,0-6-72 15,-3-7-24-15,3-6-52 0,-4-8 24 16,4-11-28-16,0-10 4 0,0-6-12 16,0-9-304-16,4-7-440 0,-4-6-668 0,3 0-909 15,-3-16-555-15</inkml:trace>
  <inkml:trace contextRef="#ctx0" brushRef="#br0" timeOffset="94740.247">15423 14497 9260 0,'0'0'7413'0,"0"0"-5889"15,0 0-1152-15,0 0-100 0,0 0 232 0,79 0 680 16,-55 0-208-16,4 0-391 0,4 0-333 0,4 0-68 15,-1 0-120-15,-3 0-64 0,5 0-72 0,-5 0-52 16,0 0-200-16,-1 0-213 0,-3 0-339 16,-4 0-224-16,0 0-452 15,-8 3-1512-15,-8 4-3509 0</inkml:trace>
  <inkml:trace contextRef="#ctx0" brushRef="#br0" timeOffset="94940.631">15530 14772 3616 0,'0'0'11441'0,"0"0"-9505"0,0 0-1292 15,0 0-136-15,76 7 120 0,-44-9 428 16,4-9-336-16,3-1-424 0,-3-7-296 0,5-2-40 16,-10-3-396-16,1 6-460 15,-4-2-160-15,-8 11-280 0,-8-1-840 0,-4 7-1712 16,-8 3-2165-16</inkml:trace>
  <inkml:trace contextRef="#ctx0" brushRef="#br0" timeOffset="95107.798">15438 15018 6612 0,'0'0'6449'0,"0"0"-5277"0,0 0-564 16,0 0 8-16,0 0-88 0,0 0 376 15,0 0 236-15,25 69-164 0,6-63-80 16,5-2-92-16,8-4-328 0,0 0-244 0,0-7-64 15,4-4-108-15,-4-3-60 0,3 1-120 0,1-2-220 16,-4-1-148-16,-1-3-332 16,6 6-272-16,-6 1-664 0,-6 5-1392 15,10 3-3425-15</inkml:trace>
  <inkml:trace contextRef="#ctx0" brushRef="#br0" timeOffset="95390.658">16793 13960 14425 0,'0'0'3100'15,"0"0"-2184"-15,0 0-852 16,16 73-64-16,-12-32 132 0,0 10 704 0,-4 10 548 15,4 2-764-15,0 6-280 0,0 4-135 16,-4 7-117-16,0 2-84 0,0 5-4 0,0-2-60 16,-8 1-76-16,4-7-57 0,-4 1-51 15,5-10-220-15,-1-6-204 16,-5-7-92-16,5-10-124 0,4-9-464 0,-4-5-872 16,4-15-1796-16,0 1-3069 0</inkml:trace>
  <inkml:trace contextRef="#ctx0" brushRef="#br0" timeOffset="96501.728">18730 14516 8188 0,'0'0'3053'0,"0"0"-1333"15,0 0-424-15,0 0-436 0,99-35-104 16,-75 31 296-16,-4 1-108 0,0 3-376 0,-8 0-184 16,0 7-104-16,0 5-8 0,0 7-52 15,-4 8-24-15,-8 4-48 0,0 10-28 0,0 3-44 16,-8 1-72-16,-4 2-4 0,0 2 0 16,0-8-12-16,0-4-64 15,0-4 16-15,1-8 12 0,7-10 40 16,-1-1-4-16,5-12 4 0,0-2 8 0,0 0-184 15,0-5-124-15,9-12 104 0,6-5 200 16,1-13 4-16,7-3-124 0,5-6 52 16,-3-4-52-16,3 3 52 0,0 8 8 0,-4 5 56 15,-5 10-40 1,1 6 36-16,-8 5 4 0,-3 6 8 16,-6 2 84-16,1 3 28 0,-4 0 60 0,0 0 112 0,0 8 56 15,0 9-20-15,0-1-148 16,-4 6-112-16,1-3-48 0,-1 0-12 15,4-10 0-15,0-2-12 0,0-3-96 16,0-4 44-16,0 0 4 0,4-4-88 0,3-6 88 16,9-3 60-16,4-2 56 0,0-4-56 0,-1 0-84 15,6 0-64-15,-5 5 40 0,-1 9-16 16,1 2 124-16,-3 3 72 16,-2 6 224-16,2 7-4 0,-2 3 100 15,-2 6-76-15,-2 3-48 0,-3 0 48 0,1 3 124 16,-6-2-111-16,1 2-77 15,-4-2-80-15,0 0-64 0,0-4-68 0,0-3-40 0,0-3-96 16,0-4-88-16,0-1-228 16,0-6-97-16,0-1-87 0,4-4-224 15,4-4-504-15,4-5-1612 0,-4-1-976 16,11-15-1241-16</inkml:trace>
  <inkml:trace contextRef="#ctx0" brushRef="#br0" timeOffset="96800.003">19746 14690 6020 0,'0'0'3952'0,"0"0"-75"0,0 0-2885 16,0 0-288-16,24 76 252 0,-24-59 476 0,0-2-40 16,0-2-488-16,0-6-524 0,0-4-224 0,4-3 16 15,-1 0-172-15,10-3-72 16,-1-10 24-16,8-6 44 0,-1-9-148 0,5-5-140 16,-3-2-100-16,2 4 36 0,-3-1 100 15,-4 7 120-15,0 0 64 16,-9 6-16-16,-2 2 48 0,-5 4 40 0,0 7 196 15,0 0 24-15,-8 2-12 0,-4 4 88 16,-1 4 44-16,2 8-216 0,-5 7-76 0,0 6-44 16,1 11 108-16,2 2 104 0,-2 3 4 15,-2-3-72-15,10-3-148 0,-6-4-24 16,5-4-88-16,4-12-20 16,4-5-100-16,0-7-48 0,4-3-332 15,9-6-184-15,2-10 192 0,9-10-116 0,8-8-612 16,-12 5-1396-16,20-16-3093 0</inkml:trace>
  <inkml:trace contextRef="#ctx0" brushRef="#br0" timeOffset="97032.525">20296 14383 3800 0,'0'0'5328'0,"0"0"-3339"0,0 0-1461 0,0 0-248 0,0 0 388 15,0 0 224-15,0 0 288 0,-76 76-272 16,68-58-432-16,4-2-232 0,0 0-132 15,4-3-100-15,-4-3-8 16,4-3 36-16,0-2-40 0,0-5-140 0,0 0-176 0,0 0-224 0,0 0-16 16,0 0-88-16,4 0 36 15,0-3 264-15,0-3-40 16,4 3-332-16,0-4-480 0,-4 0-365 16,0 1 109-16,0 1 204 0,-1-2-456 15,1 0-1452-15,-4 1 2004 0,-47 63 408 0</inkml:trace>
  <inkml:trace contextRef="#ctx0" brushRef="#br0" timeOffset="97732.306">20427 14535 2964 0,'0'0'588'16,"0"0"480"-16,0 0 1860 0,0 0-1424 15,0 0-492-15,0 0 33 0,0 0-109 0,0 0-104 16,0 0 12-16,0 0-136 0,-44-67-76 15,32 67-16-15,4 0-60 0,-7 0-180 16,2 6-76-16,-2 7-12 0,-2 3 8 16,2 3 16-16,-5 6-28 0,-1 5-64 15,6 1 40-15,-2 7-24 0,2 3 8 16,-1 1-36-16,4-1 40 0,1-3 32 16,6-6 160-16,1-4 36 0,4-9-136 15,0-6-72-15,0-4-84 0,4-5-80 0,4-4-104 16,4 0-68-16,8-4 68 15,4-12 8-15,3-9-8 0,1-6-220 0,4-10-72 16,0-8-96-16,0 2-40 0,1-1-12 16,-6 1-64-16,-3 2-60 0,4-3-128 0,-8 1-52 15,4 0 36-15,-8-5 12 16,0-2 56-16,-4-3-180 0,-1-3-224 16,-2 0-92-16,-5-1-148 0,-4 1-409 15,0 6-35-15,0 3 416 0,0 7 1092 16,0 12 220-16,0 7 664 0,-4 12 544 15,4 4 192-15,0 6-132 0,0 3-19 0,0 0-73 16,0 0-156-16,0 0-160 0,0 6-192 0,0 0-116 16,0 10-132-16,-5 3 52 0,1 6-148 15,0 10 72-15,0 0-36 0,-3 6 0 16,-1 7-64-16,3 3-64 0,-3 9-48 0,1 1 12 16,-1 5 4-1,-1 0-20-15,2 2 16 0,-1-2-24 0,0-2-112 16,-1-3-60-16,6-5-72 0,-1-5-148 15,0-6-184-15,4-8-88 0,-4-5-76 0,4-6-208 16,0-4-296-16,0-6-756 16,0-6-1360-16,0-3-3425 0</inkml:trace>
  <inkml:trace contextRef="#ctx0" brushRef="#br0" timeOffset="98898.854">19961 14474 2180 0,'0'0'352'0,"0"0"-352"16,0 0 428-16,0 0 2776 0,0 0-528 15,0 0-888-15,0 0-567 0,-16-72-133 16,11 61-68-16,-2 6 68 0,3-2-44 0,0 0-128 16,0 7 0-16,0 0-40 15,4 0-112-15,-8 0-200 0,4 0-344 16,-8 7-136-16,1 3-72 0,-6-1 48 0,2 7 4 16,-2 6-4-16,6 4-12 15,-6 5-36-15,6 1 72 0,-2 7-20 0,2-1-4 0,-1 3-12 16,3 0-36-16,2 0 60 15,3 0 40-15,4-5 32 0,0-5-60 0,0-5-32 16,0-6-40-16,8-6 36 0,4-3-48 16,0-8-92-16,3-3 4 0,5 0 80 15,1-10 8-15,3-8-72 16,-1-6-88-16,1-7-96 0,0-4-108 0,-5-3-16 16,6 1-48-16,-9 0 36 15,-1 3 120-15,-2-1 52 0,-9 6 12 0,0 1 20 16,-4 2 104-16,0 4 84 0,-12 0 136 15,-4 6 0-15,-5 0 120 0,2 3-32 0,-1 4-116 16,0 3 76-16,0 3 28 0,4 3 8 16,-3 0-220-16,-2 6-12 0,-3 3-124 15,5 7-24-15,-5 0-60 0,4 6-148 16,-5 0-200-16,6 4-300 16,-1 3-696-16,0-2-1104 0,4-4-2281 0,-8 12-3278 15</inkml:trace>
  <inkml:trace contextRef="#ctx0" brushRef="#br0" timeOffset="99622.473">18662 14179 3096 0,'0'0'600'16,"0"0"636"-16,0 0 3676 16,0 0-2827-16,0 0-397 0,-64 67-292 0,48-45-204 15,-3 7-216-15,-2-1-216 0,1 7-220 0,1-4-108 16,-5 5-24-16,0 2-28 16,-1 4-28-16,6 2-120 0,-1 3-24 0,4 4-72 15,4 4-76 1,4 5-60-16,4 3-4 0,4 3-132 0,12 2-8 15,4 4-16-15,8-5-72 0,3-1 48 16,5 1 52-16,5-10-76 0,3 1-40 0,-1-8-120 16,5 1-88-16,4-9-52 0,4-4-396 15,0-4-840-15,-12-11-1076 0,16 2-2385 0</inkml:trace>
  <inkml:trace contextRef="#ctx0" brushRef="#br0" timeOffset="103315.208">22339 13827 1264 0,'0'0'848'0,"0"0"-676"0,0 0-164 15,0 0 44-15,0 0 40 0,0 0-16 0,0 0-48 16,0 0-24-16,0 0-4 0,0 0 64 15,0-4 16-15,0 4 12 0,-4 0-16 0,4 0-12 16,0 0 40-16,-4 0-36 0,4 0 128 16,-3 4 352-16,3-4 116 0,0 0 24 15,-4 0-152-15,4 3-28 0,0-3 104 0,0 0 180 16,0 0 88-16,0 0-152 0,0 0-132 16,-4 3-68-16,4-3 41 0,-4 3-5 15,4-3 68-15,0 0-44 0,0 0-76 16,0 0-120-16,0 0-84 0,0 0-56 15,0 0 16-15,0 0-4 0,0 0 0 0,0 0-36 16,0 0-28 0,0 0 4-16,0 0 8 0,0 0 28 0,0 0 40 15,0 0 4-15,0 0 68 0,0 0-32 0,4 0-32 0,-4 0-40 32,0 0-76-32,0 0 12 0,4 0-20 0,-4 0-44 15,4 4 4-15,3-4 60 0,-3 3 40 16,1-3-52-16,3 0-24 0,-8 3-64 0,4-3-80 15,-4 0 8-15,0 0 36 16,0 0-48-16,0 3 64 0,3-3 8 0,-3 0-60 0,0 0 88 16,4 3 8-16,-4-3 4 0,4 3-28 15,-4-3-36-15,4 0 16 0,-4 0-4 16,0 3-48-16,0-3 60 16,5 4 4-16,-5-4-64 0,4 3 72 0,-4-3-12 15,0 3-8-15,4-3-16 16,-4 3-48-16,3 0 60 0,-3 0-48 0,4 1 72 15,-4-1-72-15,0 0-4 0,4 0 4 16,-4-3-12-16,0 4 8 0,0-1-4 0,4-3 8 16,-4 2 72-16,0 2-72 0,0-4 60 15,0 3-24-15,0-3-40 16,4 0-8-16,-4 0-4 0,0 3 4 0,0-3 0 16,5 3 52-16,-5 1-52 15,4-1 4-15,-4 0-4 0,0 0-4 0,3 0 4 16,-3 1 0-16,4-1 8 0,-4 1-4 15,4-2-4-15,0 1-4 16,-4 0 4-16,4 1 0 0,-4 3 0 0,4-5 0 0,1 8-12 16,-2-3 4-16,1-1 4 0,0 2-4 15,0 3 4-15,0-2-4 0,0 1-8 0,1 2 12 16,-2 1 4-16,1 3 4 0,0-1-4 16,0 2-4-1,0 1 4-15,3 5 0 0,-2 2 0 0,3 4-4 0,0 0 4 16,-1 5 0-16,2 1 12 15,-5 6-4-15,4-3-4 0,-8 7-4 16,0-1-16-16,0-2-56 0,0 2 68 0,0 4-4 16,-8-7-52-16,4 3 56 0,-8-2-44 15,4-4 40-15,0-1-56 16,-4 2 52-16,-4-4-84 0,4 0-136 0,-4-3-60 16,0-1-64-16,-3-3-36 15,-2-1-88-15,1-5-84 0,1 0-56 0,-5-3-112 16,3-3-108-16,6-6-104 0,-5-8-332 15,12 1-960-15,-12-6-2885 0</inkml:trace>
  <inkml:trace contextRef="#ctx0" brushRef="#br0" timeOffset="107642.254">21196 14360 1304 0,'0'0'6596'16,"0"0"-4060"-16,0 0-811 16,0 0 191-16,0 0 100 0,0 0-280 0,0 0-284 15,0 0-252-15,0 0-372 0,40 89-316 0,-36-54-219 16,0 9-53-16,0 0-32 16,-4 8-4-16,0-2-20 0,0 5-40 0,0-1-48 15,0 0 12-15,0-1-48 16,0 1-60-16,0 4 0 0,0-1-108 15,0-4-12-15,0 1-72 0,0 1-76 0,0-8-24 16,4-3-60-16,-4-8 75 0,0-5 9 16,0-8-24-16,0-7 12 0,0-7-76 15,0-6-108-15,0-3-344 0,0-12-792 0,-4-8-1244 16,4-8-1201-16,-4-7-751 16,4 4 240-16,-8-21 3680 0</inkml:trace>
  <inkml:trace contextRef="#ctx0" brushRef="#br0" timeOffset="107947.194">21216 14440 2096 0,'0'0'1096'0,"0"0"5472"0,0 0-4467 0,0 0-589 0,0 0-320 16,0 0-172-1,0 0-148-15,0 0-176 0,0 0-260 0,0 0-152 16,64-57-24-16,-40 46-64 0,-5 9-36 15,-2-2 4-15,3 2-4 0,-5 2-40 0,2 0-44 16,-6 2-72-16,1 4 36 0,-3 5-40 16,-2 1-8-16,1 4 4 0,-4 3-4 15,-4 0 4-15,0 3-72 0,0-3 68 16,-8 0 4-16,-3-3-44 0,-2-2 36 0,1 0-160 16,-4-3-136-16,-3 2-12 15,-5-4 8-15,-1 0-36 0,-3 1-136 16,4-4-200-16,-3-3-428 0,-1 4-688 0,0-4-957 15,0-3-2419-15,12 3 16 0,-12-3 4913 16</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46:46.745"/>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definitions>
  <inkml:trace contextRef="#ctx0" brushRef="#br0">438 10413 1408 0,'0'0'3248'16,"0"0"-2208"-16,0 0-636 16,0 0 156-16,0 0-132 0,0 0 1392 0,0 0 737 15,0 0-1149-15,12-41-236 0,-8 35-136 0,-4 6-40 16,0-3-256-16,4 3-116 15,-4 0-92-15,0 0-100 0,4 0-148 16,0 3-148-16,3 3 120 0,6 7-20 0,2 6 8 16,2 6 12-16,2 11 12 15,5 5-84-15,0 12-120 0,4 12 92 16,0 11-152-16,0 6-4 0,4 4-84 0,0 5 76 16,0 1 8-16,-1 1-60 0,-3-7-4 15,-3-7-32-15,-6-6 52 0,-3-12 44 16,0-11 8-16,-4-9-4 0,-4-8-4 0,-4-8-88 15,0-9 76-15,3-6-244 0,-7-5-172 16,5-5-396-16,-5 0-44 0,8-5 24 0,-4-16 40 16,0-7-1480-16,0 3-2777 0,-4-29-3159 15</inkml:trace>
  <inkml:trace contextRef="#ctx0" brushRef="#br0" timeOffset="333.807">1043 10588 1616 0,'0'0'9581'0,"0"0"-7633"16,0 0-1248-16,0 0-116 15,0 0 112-15,-52 80 196 0,33-48-300 16,-1 2-408-16,-4 4-184 0,8 4-212 16,-4 6-76-16,0-1-56 0,4 1 8 0,4-4-4 15,0-6 200-15,4-6 140 0,1-10 264 16,2-3 12-16,1-6-48 15,0-1 8-15,4-2-68 0,0 3-28 0,4-7-56 16,5 4 104-16,2-1-88 0,5 1-96 0,4-1 208 16,4 1 100-16,0-1-52 15,-1 0 112-15,2 2 48 0,-1-6-112 16,0 2-12-16,-5 0 96 0,-3-1-196 16,5-3-60-16,-6 0-136 0,2 1-68 0,-2-4-4 0,1 0-184 15,0 0 132-15,0 0-184 16,-4-10-332-16,4-3-164 0,-4-5-392 15,-4 1-1104-15,-5-18-2937 0</inkml:trace>
  <inkml:trace contextRef="#ctx0" brushRef="#br0" timeOffset="685.821">1187 11055 5380 0,'0'0'6697'16,"0"0"-5917"-16,0 0-332 0,0 0 832 0,27 70 280 15,-22-64-408-15,-1-3-728 0,0-3-376 0,4 0-48 16,3-3 136-16,2-9 52 16,2-7 8-16,-2-7-196 0,-2-2-196 15,-3-7-460-15,1 0-56 0,-6 6 84 0,1 4 140 0,-4 6 96 16,0 6 0 0,0-1 128-16,-4 9 164 0,-8 2 96 0,0 0-8 0,1 3-12 15,-2 0 24-15,2 0 240 16,-2 6 252-16,5 6-404 0,5 5-12 0,-1 5 204 15,0 6-4-15,4 4 48 0,0 6 56 16,4 0-96-16,3 4 28 0,6-1-136 0,-1 3 36 16,-5-6-204-16,6-3-4 15,-2-10-8-15,-3-5-24 0,1-8-84 16,-2-5-108-16,1-4 56 0,4-3-108 16,0 0 260-16,0-10-164 0,4-5-280 15,-4-7-572-15,0-8-228 0,0 2-1080 0,-4 3-2105 16,-1-10-1215-16</inkml:trace>
  <inkml:trace contextRef="#ctx0" brushRef="#br0" timeOffset="1919.795">1517 10804 3512 0,'0'0'6296'0,"0"0"-5171"0,0 0-805 16,13 86 196-16,-5-51 228 0,-1-3 364 15,-3 0-296-15,5-3-292 0,-5-8-340 16,3-2-180-16,-3-6-188 16,0-6 60-16,0-4 40 0,0-1-12 0,4-2-140 0,-4-9 228 15,4-7 4-15,0-5-92 16,0-9-304-16,-4-8-92 0,0 0-92 0,0 0 204 16,4 7 76-16,-4 5 104 15,8 8 12-15,-4 4-56 0,3 11 128 16,6 3 120-16,-2 6 296 0,6 7 156 0,-1 10 224 0,-1 5-36 15,1 4-184 1,-3 2-24-16,-2 5 100 0,5 3 24 16,-4 2-140-16,-4 6-92 0,4 4-80 0,-4 3 92 0,-8 3 76 15,4 4 60-15,-8 0-40 16,0-1-100-16,0-3 76 0,-8-5 12 16,0-5 20-16,-4-8-96 0,4-8-64 0,-4-8-12 15,0-7 0-15,1-3-24 0,-2-9-24 16,1-1-48-16,-4-6-172 0,-3 0-148 15,-5-4-156-15,-4-9-12 0,0-6 72 0,0-2-112 16,8-5-72 0,0-2 184-16,9-1-100 0,-2 0 84 0,5 4-48 0,4-1 0 15,1 4 12-15,3 0-100 16,0 0-28-16,0 0-64 0,7-4-316 16,-3-3-256-16,4 0-512 0,4-2-596 0,-4 9-1749 15,0-19-1267-15</inkml:trace>
  <inkml:trace contextRef="#ctx0" brushRef="#br0" timeOffset="3361.93">2299 10392 9676 0,'0'0'2177'16,"0"0"-1293"-16,0 0-196 0,0 0 76 0,43 84 324 0,-26-48 20 15,-2 2-124 1,5 6-240-16,0 8-300 0,-4 2-148 0,8-1-64 16,-8 5-72-16,4-1-36 0,-5-3-64 15,-2-4-60-15,-2-4-44 0,2-13-44 16,-5-6-96-16,-1-9 24 0,-3-8-60 15,0-1 0-15,-4-5-164 0,0-4-248 0,0 0-340 0,0-10-336 16,-11-6-1436-16,-1-3-3049 0,-1 0-735 16</inkml:trace>
  <inkml:trace contextRef="#ctx0" brushRef="#br0" timeOffset="3566.179">2215 10487 2764 0,'0'0'8124'0,"0"0"-7083"15,0 0-589-15,0 0 352 16,0 0 376-16,0 0-28 0,84-55-272 0,-69 52-208 0,2 3-248 16,-2 0-140-16,1 7-148 15,-4 3-60-15,0 6-28 0,-4 3-48 16,-4 6-24-16,0 6-436 0,-4 4-284 16,0 0-136-16,0 1-200 0,0-8-456 0,0-6-848 15,0-12-2061-15,0-4-471 0,4-6 3900 16,-4-6 465-16</inkml:trace>
  <inkml:trace contextRef="#ctx0" brushRef="#br0" timeOffset="3835.884">2486 10476 1540 0,'0'0'808'16,"0"0"4708"-16,0 0-4024 0,0 0-432 0,0 0-195 16,71 74 239-16,-59-61 160 0,-3 0-164 0,-2-7-380 15,1 0-444-15,5-6-224 0,-10 0 96 16,5-6-32-16,0-7-116 15,4-3-320-15,-8-6-348 0,4 0 36 0,-4-6 52 0,0 2 32 16,-4 0-28-16,0 4-296 16,0 3 64-16,0 0 175 0,-8 7 401 15,-4 2 232-15,0 0 632 0,-4 4-231 0,0 6 407 16,5 0-232-16,-2 0 12 16,5 0 124-16,1 6-164 0,3 1-368 0,0 2-180 15,4 4-100-15,0 0-128 0,0 2-92 16,0 4-212-16,4-6-708 0,0-3-937 15,3-3-2759-15,1-7 672 16</inkml:trace>
  <inkml:trace contextRef="#ctx0" brushRef="#br0" timeOffset="4046.748">2829 10188 456 0,'0'0'7720'0,"0"0"-6128"0,0 0-856 0,0 0 53 16,0 0 327-16,0 0 340 0,31 67-344 15,-27-51-404-15,0 0-308 0,4 3-120 16,-3 0-92-16,2 0-40 16,-3-4-148-16,0 2-100 0,0-5 0 0,4 1-24 15,-4-7-68-15,0 0-20 0,0-1-328 16,0-5-92-16,-4 0-164 0,4 0-264 16,-4 0-324-16,4-11-1313 0,-4 5-2967 15,0-10 3708-15</inkml:trace>
  <inkml:trace contextRef="#ctx0" brushRef="#br0" timeOffset="4320.164">2677 9959 1408 0,'0'0'7444'0,"0"0"-5624"15,0 0-827-15,0 0-45 0,0 0 252 0,0 0 16 16,0 0-348-16,0 0-452 0,0 0-376 16,0 0-40-16,0 0-208 0,84-12-428 15,-72 12-488-15,-1 0-1120 0,-6 0-2629 0,7 0-1063 16</inkml:trace>
  <inkml:trace contextRef="#ctx0" brushRef="#br0" timeOffset="4608.105">2971 10153 6368 0,'0'0'2352'0,"0"0"-152"16,0 0-1107-16,0 0 159 0,17 76 232 15,-17-62 132-15,4-6-520 0,-4-1-628 0,0-1-468 16,0-6-212-16,3 0 12 0,1 0 76 15,1 0-24-15,3-9-52 16,0 0 0-16,3-8-160 0,-2-1-108 0,2-5 68 0,1 4 172 16,1 0 40-16,-2 6-28 15,2 1-24-15,-2 5 128 0,1 4 112 16,0 3 88-16,-4 0 292 0,4 7 248 16,-4 2-84-16,0 4-108 0,0 2-36 0,-1 2-104 15,-2-1-108-15,3 3-28 0,-4-6 28 16,0-1-188-16,0-5-76 0,-1-1-136 15,2-6-36-15,-1 0-236 16,0-6-40-16,4-8-208 0,-1-8-452 0,2-6-1288 16,-1-7-2585-16,-4 3-1894 0,3-9 6951 0</inkml:trace>
  <inkml:trace contextRef="#ctx0" brushRef="#br0" timeOffset="4933.444">3310 9725 404 0,'0'0'11937'16,"0"0"-9937"-16,0 0-1456 0,0 0-28 0,0 0 516 0,0 0 448 15,20 92-516-15,-12-54-436 0,1 6-112 16,-2 4 88-16,5 6 140 16,-3 2-316-16,2-1-208 0,-3-1-120 15,0-2-172-15,4-15-24 0,-4-9-96 0,0-8 12 16,4-11-12-16,-4-9 24 0,8 0-28 16,-4-3-8-16,-1-10-56 0,2-7-280 15,-5-1-624-15,-1-5-820 0,-7-2-316 16,0 6-241-16,-3 2-3 0,-9 8 420 15,-8-1 596-15,-1 4 1444 0,-7 2 184 0,1-2 1668 16,-1 3 764-16,8 2-252 0,5 1-255 16,2 3-69-16,9 0-260 15,4 0-624-15,0-3-380 0,12 0-380 0,4-4-12 16,5 0 172-16,6-7 12 0,4-2-112 16,2-4-124-16,-1 1-148 0,-5 0-60 0,-3-3-400 15,0 0-732-15,-3 3-752 16,-10 3-2181-16,-3 0-3423 0</inkml:trace>
  <inkml:trace contextRef="#ctx0" brushRef="#br0" timeOffset="5785.954">549 10176 588 0,'0'0'1420'0,"0"0"4340"0,-95 9-4008 15,54 0-732-15,6 4-351 0,-1 4 115 16,4 2-40-16,-4 2-168 0,1 8-4 16,-1 6-16-16,-4 0 76 0,0 6 36 15,4 4-136-15,1 2-144 0,10 1-104 0,9 2-20 16,8 5-56-16,8 2-32 0,0 1 8 0,0 2-60 16,0-1-24-16,0 2-100 0,0-1 4 15,0 1 52-15,0-1-56 0,0 7-64 16,8 3 64-16,12 5 12 0,12 2 88 15,4-1-100-15,3 1 8 16,2-1 92-16,2-4-92 0,-2-4 112 0,2-5 116 16,1-6-64-16,8-3-84 0,8-7-40 15,11-5-36-15,13-7 160 0,8-7-124 16,11-5-48-16,9-8 0 0,7-9 0 16,9-6 108-16,7-19 152 0,9-6-196 0,7-16-56 15,8-13 32-15,4-7 8 0,5-5 4 16,3-7-16-16,-3-7-36 0,-5-3-64 15,1-4-44-15,-1-6-124 0,0-9 180 16,5-2-20-16,-5-4 24 0,0-1-16 0,-7-2-44 16,-5 4 96-16,-11 2-136 15,-13 4 148-15,-7 2 60 0,-9 0 28 16,-11 4 108-16,-13 3-76 0,-11 6 64 0,-8 4-72 16,-16 3 108-16,-9 2-36 15,-11 5-80-15,-11-2-104 0,-10 1-8 0,-3 3-4 0,-8 4-108 16,0-1 60-16,-12 3-40 15,1 4-60-15,-6 6 112 0,-7 3 40 0,-4 4 4 16,-8 9-132-16,-7 3-72 16,-9 3 124-16,-12 7 84 0,-11 2 0 15,-13 10-156-15,-20 5-152 0,-7 8 148 16,-17 0-164-16,-11 6 16 0,-8 13 112 0,-8 3-44 16,-9 9 240-16,-8 8 8 0,1 5 4 15,-12 9 76-15,4 8 108 0,-8 9 64 16,-5 6-36-16,1 10 220 0,-5 7-320 0,-2 1 84 15,-2 8-148-15,9-1 16 0,4 5 132 16,16-5-148-16,8-5-60 16,19-8-268-16,16-6-92 0,13-8-80 15,11-4-256-15,13-9-296 0,11-8-544 16,20-2-584-16,21-7-345 0,22-3-279 16,21-2-196-16,0-11-1412 0</inkml:trace>
  <inkml:trace contextRef="#ctx0" brushRef="#br1" timeOffset="18802.442">2084 16761 836 0,'0'0'2828'16,"0"0"2260"-16,0 0-3832 0,0 0-147 15,0 0-17-15,0 0 160 0,0 0 92 16,0 0-160-16,0 0-332 0,0 0-168 0,0 0-88 15,-9 0-200-15,14 0-396 0,6 0-76 16,5 0 76 0,16-3 212-16,-1-4 32 0,10 4-108 0,6 0 24 15,-2 0-76-15,-2 3-84 0,-3-4 0 0,-4 1-96 16,-4-1 8-16,-4 2-8 0,-5-4-28 16,-2 2-60-16,-1-3-236 0,-9 1-236 15,1 4-140-15,-3-2-508 0,-5 2-976 16,-4 2-1653-16,0-5-1331 0</inkml:trace>
  <inkml:trace contextRef="#ctx0" brushRef="#br1" timeOffset="19085.333">2151 16808 6704 0,'0'0'2584'0,"0"0"-1344"0,0 0-647 0,0 0 23 15,0 0 424 1,-12 83 372-16,16-57-336 0,4 2-324 0,0 3-208 0,8 4-60 15,-4 1 0-15,8 4-12 0,-4 4-64 16,0 5-160-16,-1 1-248 0,-2 1-28 16,-1-1-44-16,-1 2 60 15,-2-8-172-15,-1-6 20 0,-1-3 28 0,-3-6-24 16,0-7-48-16,-4-6-92 0,5-3-84 16,-5-7-104-16,0 0-4 0,0-3-124 15,0 1-240-15,-5-1-324 0,-3-3-496 16,1 0-817-16,-5-10-687 0,3-2-1188 15,-6-7 2709-15</inkml:trace>
  <inkml:trace contextRef="#ctx0" brushRef="#br1" timeOffset="19255.626">2215 17317 664 0,'0'0'1528'0,"0"0"4080"0,0 0-4040 16,0 0-328-16,0 0 137 15,0 0-9-15,0 0-276 0,84-45-192 0,-61 38-136 16,1-2-236-16,0 5-152 15,0-1-216-15,4-2-36 0,-5 1-124 0,2-1-12 16,-1 1-136-16,0 2-140 0,0-2-148 16,-1 3-256-16,1-3-480 0,-4-1-864 15,0 4-2137-15,-4-3-3363 0</inkml:trace>
  <inkml:trace contextRef="#ctx0" brushRef="#br1" timeOffset="19676.725">2999 17195 2540 0,'0'0'9613'0,"0"0"-8041"0,0 0-1028 0,0 0-76 0,0 0 364 16,0 0 176-16,-83 29-300 16,67-23-272-16,4 4-152 0,-4-1-88 0,4 1-120 15,5 3-68-15,-2-1-8 0,1 4 0 16,4 3-12-16,4-3-36 0,0 3 36 15,0-3-40-15,0-3 40 0,4-4-76 0,0-2-32 16,0-1-156-16,-4-6 16 16,9 0 24-16,-2 0 12 15,1-6-60-15,0-7-116 0,4-3-80 0,0-6-88 16,0-3 12-16,-4 0-52 0,0 2 76 16,0 4 32-16,0 3 132 0,0 6 148 0,4 7 56 15,-5 3 164-15,2 0 500 0,-5 3 392 16,7 4-184-16,-7 5-72 0,5 1-72 0,-5 6 12 15,4 0-120-15,-5 0-44 16,1 4-40-16,0-4 12 0,1 3-100 0,3-3-284 16,-4-4-72-16,-1 2-140 0,5-8-124 15,-4 2-208 1,5-9-120-16,-2 1-204 0,5-3-4 0,0-10 200 0,0-5-924 16,4-11-2805-16,-4 10-2759 0,4-15 6624 0</inkml:trace>
  <inkml:trace contextRef="#ctx0" brushRef="#br1" timeOffset="19869.281">3370 17158 3820 0,'0'0'1120'16,"0"0"4204"-16,0 0-4123 0,0 0-597 0,0 0 392 15,-16 82 668-15,13-60-280 16,-5 3-280-16,-1 0-384 0,1 1-216 16,8 0-36-16,-3-4-124 0,3 0-136 15,0-6-132-15,0-3-76 0,0-3-64 0,3-8-44 16,-3 3-88-16,8-5 0 0,1 0 8 15,2-7-32-15,1-10-64 0,0-1-148 16,4-11-264-16,-4-6-392 0,0-3-880 0,0-4-908 16,-4 11-2601-16</inkml:trace>
  <inkml:trace contextRef="#ctx0" brushRef="#br1" timeOffset="20070.739">3534 16723 1656 0,'0'0'10497'15,"0"0"-9001"-15,0 0-1040 0,0 0 52 16,8 76 460-16,-1-41 464 0,6 10-404 16,-2-1-360-16,6 6-200 0,2-2-148 15,1 6-112-15,4 0-136 0,-4 0-72 0,-4-3-220 0,0-4-160 16,0-5-124 0,-8-14 132-16,-1-6 152 0,-3-6 56 15,1-6-180-15,-5-4-128 0,0-6-240 0,0 0-420 16,-9-6-632-16,-6-7-2965 0,-1 0 25 15</inkml:trace>
  <inkml:trace contextRef="#ctx0" brushRef="#br1" timeOffset="20220.293">3493 17211 1540 0,'0'0'3296'16,"0"0"2308"-16,0 0-4431 0,0 0-569 0,0 0 112 0,0 0 48 16,92 6-16-16,-60-6-380 15,1 0-188-15,2-9-180 0,1-4-112 16,0-6-28-16,-4-3-376 0,-4-1-616 15,-4-2-664-15,-5 6-425 0,-6 7-963 16,-6 2-2308-16</inkml:trace>
  <inkml:trace contextRef="#ctx0" brushRef="#br1" timeOffset="20622.296">1785 17901 1708 0,'0'0'7516'16,"0"0"-5771"-16,0 0-497 0,0 0-48 0,0 0 196 16,0 0-224-16,0 0-408 0,0 0-312 15,0 0-256-15,0 0-196 0,-4 0 8 16,19 3 156-16,13-3 292 0,8 6-24 0,12-4-60 15,8 5-176-15,4-3-88 16,11-4 16-16,4 0-116 0,6-6 56 16,6-5-52-16,5-1-12 0,4-3 0 0,-1-2 8 15,4-2 100-15,-3 0-20 16,8 3 44-16,-4-3-44 0,-1 3-76 16,5 1-12-16,-4-1-68 0,-5 3-20 0,-3 3-96 15,-8 1 36-15,-9 3-60 0,1 3 12 16,-12 0-112-16,0-1-48 15,-9 1 20-15,-7-4 64 0,-4 4 12 0,-4-3-12 16,-8-1-168-16,-1 1-224 0,-7-7-432 16,0 4-504-16,0-4-524 0,-12 0-1957 0,8-6-2395 15</inkml:trace>
  <inkml:trace contextRef="#ctx0" brushRef="#br1" timeOffset="20849.333">4614 17192 7868 0,'0'0'5205'0,"0"0"-3705"0,0 0-1008 0,0 0-212 15,0 0 208-15,0 0 356 0,0 0-172 16,0 0-460-16,0 0-212 0,0 0-84 0,71 45-340 0,-71-39-904 15,4 0-936-15,-4 4-2693 16,0-1-2563-16,-8 10 6537 0</inkml:trace>
  <inkml:trace contextRef="#ctx0" brushRef="#br1" timeOffset="20966.077">4669 17479 5016 0,'0'0'9529'0,"0"0"-7241"0,0 0-2288 15,0 0-72-15,0 0 72 0,0 0 508 0,0 0 176 16,0 0-316-1,0 0-368-15,0 0-36 0,76 15-444 0,-65-18-504 0,-6-4-1320 16,7 4-5385-16</inkml:trace>
  <inkml:trace contextRef="#ctx0" brushRef="#br1" timeOffset="21691.178">6944 16462 156 0,'0'0'10636'0,"0"0"-8491"15,0 0-897-15,0 0 292 0,0 0 36 16,28 64-200-16,-20-34-444 0,0 3-404 0,4 2-164 16,4 6 4-16,-1 0 8 0,2 7 24 15,-6 6-119-15,6 3-97 0,-9 7-28 16,-1 2-60-16,2 4 4 15,-9 3-28-15,0-3-8 0,0 3-64 0,0-3-84 0,0 0 36 16,-5-7-76-16,1-2 16 0,0-7-24 16,1-6-4-16,3-11-69 15,-4-2 45-15,4-9-8 0,0-7-28 16,0-6-60-16,0-4-96 0,-4-6-40 0,4-3-108 16,0 0-88-16,0-3-364 15,0-10-748-15,0-6-1104 0,4-12-1453 16,-4 6-2191-16,0-26 3628 0</inkml:trace>
  <inkml:trace contextRef="#ctx0" brushRef="#br1" timeOffset="22383.28">7557 16786 1292 0,'0'0'7732'0,"0"0"-2579"0,0 0-4305 16,0 0-560-16,0 0 152 0,0 0 516 0,0 0 448 16,0 0-368-16,0 0-560 15,0 0-304-15,52 76 0 0,-40-57 24 16,4 0-76-16,1-2-32 0,-2-3-40 16,-3 0 0-16,4-1-44 0,0-7 0 15,-4 0-4-15,4-3 60 0,4-3 40 16,-4 0-28-16,4-6-72 0,0-3-92 0,-1-4-92 15,1-6-48-15,5-1-36 0,-5-2-28 16,-5-3-84-16,6 0-12 16,-6-7 72-16,1-3-88 0,-4 3-64 0,1-5-60 15,-6 1-68-15,1 1 96 0,0 4 128 16,-8 2 188-16,0 0 176 0,0 3 8 0,-8 5 4 16,0-2 40-16,-4 7 200 0,-4 4 24 15,0 2 176-15,-3 4-16 0,2 6 200 16,2 0 32-16,-2 9-260 0,-3 10-52 0,5 3-24 15,-6 10 0-15,2 7-4 0,-1 2-8 16,-1 3-52-16,6 5-48 0,-5 1-64 16,1 4-68-16,2 0-76 15,2 0-8-15,-2-3 8 0,6-7 0 16,2-3 124-16,1-3-52 0,8-5-72 16,0-8 0-16,0-3-8 0,4 0 8 0,9-6 4 15,-2 0 36-15,1-4-40 0,4-2-12 16,5-1 4-16,-2-2 0 0,5-4-52 15,0 4 56-15,0-7 4 0,-1 2-12 0,5 1-48 16,0-3 12-16,0 4 40 0,0 2-4 16,0 0-60-16,4 5 60 15,0-3-60-15,0 9 72 0,-4-4 4 16,0 1-4-16,-4 0 0 0,-9-1 48 16,2-4-44-16,-6 4 56 0,-3-7 76 15,1 0 36-15,-9 1-16 0,4-1 28 0,-4 1 44 16,-4 2 189-16,-5 0 67 0,-6 1-280 15,-10 4-80-15,1-6-64 0,-11 5-60 0,-1-4 0 16,-12 1-160-16,-8 0-216 0,1-2-205 16,-9 3-187-16,4-3-196 15,0 3-508-15,4 1-1216 0,12-2-2256 0,12-1-2633 16,0 7 5033-16</inkml:trace>
  <inkml:trace contextRef="#ctx0" brushRef="#br1" timeOffset="22989.942">8590 17412 3208 0,'0'0'7004'0,"0"0"-4011"0,0 0-1937 16,0 0-664-16,0 82 188 0,0-50 616 0,0 6 12 15,0 6-452-15,7 4-400 0,-3 2-36 16,5 5-24-16,-1-4-40 0,-1 2-72 16,-3 1-24-16,4 0-76 0,-3-3-44 15,-1-3-40-15,-4-8-108 0,0-7-124 16,4-8-52-16,-4-9 40 0,0-10 24 15,0-6-212-15,0 0-484 0,-4-9-388 16,0-7-692-16,-9-9-1160 0,6 2-2489 16,-10-21 457-16</inkml:trace>
  <inkml:trace contextRef="#ctx0" brushRef="#br1" timeOffset="23234.691">8498 17491 2460 0,'0'0'808'16,"0"0"4508"-16,0 0-3908 0,0 0-475 15,0 0 195-15,43-70 176 0,-30 64-348 16,2-1-148-16,6 1-168 0,-1 3-32 0,-1-1-224 16,2 1-244-16,-1 3 144 0,-1 0-120 15,-6 3 60-15,2 7-64 16,-3 2-48-16,-4 5 24 0,-4 3-12 0,0 5-40 16,-4 0-32-16,0 0 56 15,-8 0-32-15,-4-2-76 0,-4-5-332 0,4-1-140 16,-4-5-112-16,-4 1-140 0,5-7-208 0,-6-2-356 15,6-4-372-15,-5 0-977 0,-1-7-1471 16,10 1-376 0,-6-14 3584-16</inkml:trace>
  <inkml:trace contextRef="#ctx0" brushRef="#br1" timeOffset="23591.096">9279 16479 3208 0,'0'0'8749'16,"0"0"-7113"-16,0 0-940 0,0 0-340 0,31 88 276 15,-18-57 524-15,-5 8-256 0,-1 3-404 16,6 5-264-16,-5 3-32 0,3 11-16 0,2 2-96 16,-2 7-16-16,1 3 52 0,-3 7-64 15,-2-1-60 1,1 0-40-16,-4 4-108 0,5 0-72 0,-2-4-4 16,1-3 4-16,-4-6-44 0,0-11-20 15,1-7 112-15,-1-14 84 0,-4-10-36 16,0-5-112-16,0-11-396 0,0-5-284 0,0-7-628 15,0 0-1172-15,-4-7-3781 0,-5-15 4281 16</inkml:trace>
  <inkml:trace contextRef="#ctx0" brushRef="#br1" timeOffset="24073.451">9801 17018 432 0,'0'0'832'0,"0"0"7416"0,0 0-5955 16,0 0-413-16,87 16-296 0,-59-10-400 16,-3-3-312-16,-1 1-388 15,-1-2-176-15,-3-2-160 0,0 0-148 0,0-2 0 0,-8-2-48 16,4-2 32-16,-4-4-180 0,-4 1-360 16,0-4-428-16,-5 3-240 0,1 1-384 15,-4 3-836-15,0 2-2453 0,0 1-1394 16</inkml:trace>
  <inkml:trace contextRef="#ctx0" brushRef="#br1" timeOffset="24321.856">9741 17345 1136 0,'0'0'6776'0,"0"0"-4600"16,0 0-1219-16,0 0-289 15,0 0 484-15,0 0 196 0,0 0-160 0,0 0-340 16,84 28-252-16,-60-28-120 0,8 0-132 16,0 0-68-16,-1-6-116 0,1 0-24 0,0-1-76 15,0 1-48-15,-4 0-12 16,0-1-72-16,0-2-28 0,0 2-148 16,0 0-136-16,-1 5-324 0,-3-4-360 15,-4 2-256-15,-4 2-572 16,0 2-785-16,-8 0-2155 0,0 0 344 0,-8 2 3993 0</inkml:trace>
  <inkml:trace contextRef="#ctx0" brushRef="#br1" timeOffset="25082.639">10682 16556 1460 0,'0'0'13441'16,"0"0"-11129"-16,0 0-2052 0,0 0-260 0,0 0-332 15,0 0 332-15,0 87 372 0,0-49 112 16,3 4-260-16,5 5-128 0,0 4 52 16,4 7 12-16,0 1-48 15,1 5-24-15,-2-4-88 0,1 4 0 16,-4-1-188-16,0 0-32 0,0-3-288 16,-4-5-12-16,4-7 60 0,-4-7 124 0,0-6 72 15,4-9-152-15,-8-5-452 0,4-8-540 16,-4-3-728-16,0-7-1817 0,0 0-1479 15,-4-3 5132-15</inkml:trace>
  <inkml:trace contextRef="#ctx0" brushRef="#br1" timeOffset="25748.699">12152 17230 3544 0,'0'0'8041'0,"0"0"-6429"0,0 0-1064 16,0 0-64-16,0 0 588 0,0 0 236 15,92-6-88-15,-53 6-516 16,1 0-288-16,8 0-192 0,3 0 8 0,5 0-12 16,0 0 24-16,4 0-100 0,-4 0-144 15,4-3 0-15,0-1-60 0,-5-2-28 0,1 0 28 16,-1-4 56-16,-6 4-80 15,-2 0-28-15,-7-1-72 0,-4 1-72 0,-8 0-212 16,-5 0-200-16,-2 2-160 0,-10 1-340 16,-2 0-796-16,-9 0-956 0,0 0-2157 15,-5-1-963-15</inkml:trace>
  <inkml:trace contextRef="#ctx0" brushRef="#br1" timeOffset="26000.942">12220 17392 1632 0,'0'0'7772'0,"0"0"-6712"0,0 0-455 16,87 0-153-16,-51 0 304 0,4-3 292 15,3 3 132-15,5-3-208 16,4 0-396-16,-4 0-108 0,8-4-228 0,-4-2-204 15,-1-1-36-15,1 1-112 16,-4-5 104-16,-4 2-68 0,0-1-148 0,-8 0-572 0,-4-1-440 16,-8-3-456-16,-5 4-1193 15,-6-2-2907-15</inkml:trace>
  <inkml:trace contextRef="#ctx0" brushRef="#br1" timeOffset="26407.339">12136 16745 7540 0,'0'0'1492'0,"0"0"-136"0,0 0 409 15,7 70-105-15,-10-36-496 16,-9 4-660-16,-1 1-288 0,-2 5-212 0,-5 1-4 0,0-1-4 15,-4 3-160-15,0-2 12 16,0-1-36-16,0 1 124 16,5-6 52-16,-2-6 12 0,2-7 4 0,3 0 136 15,4-7-72-15,3-3-68 0,2-7-8 16,3 0-116-16,4-2 72 16,0-1 40-16,0 1 12 0,4-1 64 0,8 5 48 15,4 0-100-15,8 5 152 0,0-3 24 16,8 5 176-16,0-1-84 0,7-1-28 0,1 0 32 15,0 0 68-15,4-1-92 0,-1 1-88 16,1-3 28-16,0 0-88 16,0-4-24-16,0 2-88 0,-5-6-60 0,-2-2-40 0,-5-3-172 15,0 0-164-15,-4-8-412 16,-5-9-576-16,-3-2-916 0,0-7-2389 0,-8 4-1779 16,-1-12 5296-16</inkml:trace>
  <inkml:trace contextRef="#ctx0" brushRef="#br1" timeOffset="26702.302">12873 16773 9792 0,'0'0'4209'0,"0"0"-3553"0,0 0-552 16,99 54-100-16,-63-32 436 0,1 8 580 15,-2-5-44-15,-3 2-532 16,4 3-244-16,0-2-76 0,-1 1-112 0,1 0-4 0,-4-4 4 15,0 3 0-15,-4-2-12 16,0 2-4-16,0-2-8 0,-8-1-64 16,-5 0-32-16,-2 1 20 0,-6-3 24 0,-3 2 60 15,-4 0-8-15,0 0-88 16,-4 1 88-16,-7 6-60 0,-5-1-40 16,-5 5-100-16,-6-3-48 0,-1 9-28 0,-8-1 124 15,-4-2-240-15,4 2-148 0,-3-4-192 16,-2-4-220-16,6-1-424 0,3-7-749 0,8-6-2315 15,4-6-332-15,4-7 3820 16</inkml:trace>
  <inkml:trace contextRef="#ctx0" brushRef="#br1" timeOffset="35620.638">13953 17331 10000 0,'0'0'4857'16,"0"0"-4113"-16,0 0-496 0,0 0 40 16,103 11 428-16,-63-8 280 0,0 3-452 0,-4-3-248 15,3-3-296-15,-2-3 268 0,-2-6-144 16,1-2-124-16,-4-3 0 0,0-3-60 15,-4 1-212-15,0-3 148 0,-4 3-280 16,-1 1-216-16,-7 2-388 0,-4 0-488 0,1 0-984 0,-10 4-1657 16,-3-1-1787-16</inkml:trace>
  <inkml:trace contextRef="#ctx0" brushRef="#br1" timeOffset="35819.584">14175 16954 1448 0,'0'0'8888'0,"0"0"-7419"15,0 0-533-15,0 0-44 0,0 0 136 0,-63 83 68 16,63-41-88-16,0 8-352 0,0 4-172 16,7 6-112-16,6 1-40 0,-1-1 64 15,-4 3-52-15,4-3-100 0,-1-2-160 0,2-8-84 16,-1-8-120-16,-1-7-100 16,2-16-188-16,-2-9 40 0,2-10-112 15,-2-22-192-15,6-14-136 0,-2-15-588 0,2-12-848 16,-10 9-1605-16,5-38-1427 0</inkml:trace>
  <inkml:trace contextRef="#ctx0" brushRef="#br1" timeOffset="36406.112">14574 16481 2460 0,'0'0'8236'0,"0"0"-6923"0,0 0-685 16,0 0-16-16,0 0 88 0,0 0 928 15,12 67-408-15,-12-19-488 0,0 8-236 0,-4 9 84 16,4 4 108-16,0 4-196 0,0 3-200 15,4 0-96-15,-4 4-108 0,8-4 8 16,-4-3-60-16,0-7-36 0,4-11-144 0,-4-8-116 16,4-15-32-16,-4-10-12 0,0-9-16 15,-4-7-136-15,8-3-124 16,-5-3 60-16,6 0 196 0,-1-5 76 16,0-2 0-16,-5-3-64 0,6 2-56 15,-5-3-32-15,0 8 124 0,0 0 84 0,3 3 80 0,1 0 112 16,5 3 64-16,-2 4 124 15,6 5-100-15,-6 1-80 0,6-1 68 0,-2 4 24 16,-2-4 40-16,-2 5-4 0,1-4-48 16,0-4-80-16,0 1 56 0,0-1 152 15,0-2 72-15,3-1 24 16,-2 0-136-16,2 0-88 0,2-6-88 16,-2 4 0-16,2-4-72 0,-2 0 72 15,1-4-64-15,0-5 64 16,0-4 124-16,1-6-16 0,-2 1-108 15,-7-8-8-15,4 0-4 0,-4 1-48 0,-4 3 8 0,4 0 40 16,-4 6 0-16,0 3-52 0,-4 0 16 16,4 7 48-16,-4 3 60 0,0 3 92 0,0 0 44 15,0 0-8-15,-4 0-76 0,0 3-112 16,-4 3-8-16,0 1 0 0,-3 5 8 16,-2 1 64-16,5 6 36 0,-3 4 48 0,2 2 12 15,1 3 64-15,1 3 36 16,3 2 84-16,4-2 108 0,0-2-132 15,0-4-136-15,7-6-76 0,1-3-56 16,5-6-44-16,-2-3-4 0,5-4 92 16,0-3 4-16,8 0-88 0,-1-10-12 15,5-3-64-15,4-9 56 0,0-3-100 0,5-4-260 16,-2-6-552-16,1 1-576 0,-8 8-1404 16,12-12-3413-16</inkml:trace>
  <inkml:trace contextRef="#ctx0" brushRef="#br1" timeOffset="37158.048">15921 17306 1148 0,'0'0'7188'16,"0"0"-4704"-16,0 0-903 0,0 0-573 0,0 0-56 15,0 0 96 1,0 0 12-16,0 0-116 0,0 0-200 0,0 0-248 16,0 0-240-16,-17 11-168 0,17 20 32 0,0 10 28 15,9 7 100-15,-1 2 80 0,7 1 136 0,-2-6-204 16,2-7-260-16,-2-10-88 15,-2-9-144-15,2-6-12 0,-1-7-36 16,3-6 20-16,1-3 196 0,0-13 64 0,0-9 0 16,1-10-196-16,-2-6-100 0,-3-3 12 15,-4 2 112-15,4 1 36 0,-4 3 88 0,4 3-40 16,-4 6-8 0,3 10-16-16,-7 4 36 0,1 9-24 0,-1 1-32 15,-4 5 132-15,4 0 276 0,0 7-80 16,0 5 308-16,3 7-24 0,2 8-196 15,-5 1-28-15,4 3 40 0,-5 1 8 16,1 3 16-16,0 0-80 0,1 0-68 0,-1-3-172 16,0-4-76-16,0-2-180 0,-1-7-60 15,1-6-88-15,4-4-224 0,-3-6-232 16,-1-3-228-16,3 0-416 0,-3-12-872 16,0 2-1461-16,0-15-2167 0</inkml:trace>
  <inkml:trace contextRef="#ctx0" brushRef="#br1" timeOffset="37540.989">16507 17312 6796 0,'0'0'4108'0,"0"0"-1619"15,0 0-1573-15,0 0-384 0,0 0 272 0,11 83 640 16,-7-51-144-16,1-3-440 0,-1 2-456 0,-4-1-196 15,0-2-60-15,4-6-84 0,-1 0-64 16,-3-6-132-16,4-7-52 16,-4-2-100-16,4-7-84 0,-4 0-60 0,9-7-104 0,-2-5 348 15,1-10 36-15,4-4 72 16,0-2-36-16,0 2 24 16,0 5-60-16,0 1 24 0,3 4 36 0,-2 7 88 15,-1-4-4-15,0 9 4 0,0 2 152 16,-1 2 180-16,-2 0 104 0,-1 6-68 15,-1 3-84-15,1 4 24 0,1 0-36 16,-5 6-16-16,0 0-72 0,-4-1-48 0,3 6 8 16,-3-2-144-16,0 0-12 0,0-3-160 0,0-4-132 15,0-2-100-15,0-3-424 16,4-4-472-16,-4-6-960 16,4 0-2461-16,5-13-1859 0</inkml:trace>
  <inkml:trace contextRef="#ctx0" brushRef="#br1" timeOffset="37685.839">17004 17421 4892 0,'0'0'5952'0,"0"0"-4355"16,0 0-1025-16,0 0 132 0,21 77 612 15,-21-52 44-15,0 3-204 0,-4-2-512 16,-5-1-372-16,5-6-132 0,-3-3-140 0,-1-4-160 16,-1-5-456-16,-2-4-528 15,3-3-516-15,-9 0-960 0,2-10-1281 16,-5-2-163-16</inkml:trace>
  <inkml:trace contextRef="#ctx0" brushRef="#br1" timeOffset="37799.433">16757 17402 92 0,'0'0'2672'0,"0"0"-2136"0,0 0 4792 0,0 0-3088 15,4-73-903-15,13 61-329 0,-2-1-104 16,5-4-436-16,4 5-212 0,1 2-256 16,2-3-28-16,4 4-84 0,1 0-68 0,5-1-248 15,-9 3-1104-15,12-2-2941 0</inkml:trace>
  <inkml:trace contextRef="#ctx0" brushRef="#br1" timeOffset="38185.162">17387 17383 4440 0,'0'0'3992'0,"0"0"237"0,-44 73-3069 16,29-38 68-16,-6 3 420 0,1 3-332 15,9 3-280-15,-6-9-300 16,13-3-260-16,-3-9-244 0,7-10-232 15,0-4-256-15,0-9-148 0,0 0 48 0,0 0 64 0,7-7 108 16,6-11 180-16,-2-8 4 0,1-6-344 16,1-6-224-16,-2 0-40 15,2 2 96-15,-6 5 152 0,9 6 84 16,-4 6 72-16,0 10 4 0,0 2 88 16,0 4-4-16,-4 3 116 0,-1 3 312 15,2 11 304-15,-1 0-128 0,0 9-204 0,-5 3-120 16,6 5-4-16,-1 4 36 0,-4 6 4 15,3 7 8-15,6 3 16 0,-1 6-16 0,-5 6 76 16,6 6-28-16,-2 5-72 0,-3-1 12 16,1-3-72-16,-1-7-52 0,-5-12-72 15,5-13-4-15,-8-9-68 0,4-13-88 0,1-13-108 16,-5-3-88 0,0-6-88-16,4-16-76 0,-4-13 12 15,0-10-248-15,0-12-752 0,-4 10-1684 0,-5-33-3017 0</inkml:trace>
  <inkml:trace contextRef="#ctx0" brushRef="#br1" timeOffset="38616.128">17654 17424 1512 0,'0'0'9280'0,"0"0"-7439"0,0 0-1241 0,0 0-16 0,0 0 112 16,32 82 440-16,-24-52-92 15,-4-2-312-15,4 0-260 0,0-6-228 0,-1-2-244 16,2-5-172-16,3-2-40 0,-5-3-72 15,6-3 12-15,-2-5-192 0,6-2-176 16,-6-6-88-16,10-7 48 0,-6-2-4 0,5-5-272 16,0-2-272-16,-4 0-165 15,4 3 901-15,0 0 480 0,-4 3 12 16,-1-1 296-16,-2 9 312 0,-1 2 177 0,-1-1 151 16,-2 3 8-16,2 1-216 0,-3 0-212 0,1 1-188 15,-1-5-76-15,-1 0-164 16,1-4 88-16,1-3-72 0,-2-2 8 15,-3 0 24-15,-4 0-60 0,0 0 12 16,0 7 12-16,0 0 168 0,-7 5 68 0,-6 4 48 0,1 0-160 16,-3 4 76-16,-1 5-28 0,-1 7 96 15,2 3-192-15,3 6-80 16,0 7-20-16,4 3 48 0,-4 2 60 16,12 5 36-16,-5-3-48 0,5-2-72 15,0-5-88-15,5-3-12 0,7-8-136 0,-4-4-72 16,4-4 8-16,4-7 56 0,4-3-4 15,-5-3-24-15,9-6-16 0,4-7-108 16,0-7-272-16,4 1-192 0,8-6-232 16,-1 0-740-16,-11 3-2417 0,24-10-4275 15</inkml:trace>
  <inkml:trace contextRef="#ctx0" brushRef="#br1" timeOffset="39984.647">19323 16951 5320 0,'0'0'2952'15,"0"0"1353"-15,0 0-2969 0,0 0-260 16,0 0 68-16,0 0-104 0,0 0-208 0,0 0-188 16,0 0-536-16,0 0-20 0,0 0-40 15,0 79 224-15,9-34 8 0,-5 9-8 16,3 6-4-16,1 3-60 0,-8 4-36 16,4 3-40-16,-4 3 4 0,0-4-52 15,0 2-72-15,-4-8 0 0,0-2-12 0,0-14-96 16,0-6-88-16,1-12-132 0,3-10-52 15,-4-13-60-15,4-6-212 16,-4-12-672-16,-1-14-1184 0,-3-12-1993 0,4-12-203 0,-3 12-1027 16</inkml:trace>
  <inkml:trace contextRef="#ctx0" brushRef="#br1" timeOffset="40285.685">19244 16995 1356 0,'0'0'9661'0,"0"0"-8313"16,0 0-912-16,19-78 64 0,-10 52 288 15,2 3 148-15,2 1-108 16,-1 3-220-16,3 0-124 0,1 4 52 0,5 2-40 0,-2 0-176 16,5 7-108-16,-4-1-52 15,3 7-40-15,2 0 4 0,-5 7 0 16,4 2 24-16,-9 4 36 0,6 6 0 16,-6 3-36-16,-2 3 8 0,-6 10 4 15,1 0-48-15,-8 4-4 0,0-2-36 16,0 2 4-16,-8-1-64 0,1 0 48 15,-10-6-60 1,6-1-4-16,-6-5-8 0,2-4-36 16,-2-6-40-16,2-1-92 0,-5-8-236 0,4 2-136 0,4-5 8 0,-4-1-60 0,0-3-424 15,4 0-116 1,0 0-444-16,0-3-952 0,5-4-1793 16,-2 1-2375-16</inkml:trace>
  <inkml:trace contextRef="#ctx0" brushRef="#br1" timeOffset="41366.325">19833 17005 9160 0,'0'0'2069'0,"0"0"-953"16,0 0-360-16,0 0-8 0,0 0 64 16,0 0-68-16,0 0-228 0,0 0-276 15,0 0-232-15,0 0 156 0,32 0-12 16,-15 0-28-16,2-3-124 0,-3 3-40 0,4-3-60 15,0-1 12-15,4 2-104 0,-5-5-248 16,2 1-200-16,-1-1-348 0,-5 1-412 16,2 3-1097-16,-2-3-2803 0</inkml:trace>
  <inkml:trace contextRef="#ctx0" brushRef="#br1" timeOffset="41899.544">20408 16662 3876 0,'0'0'2020'16,"0"0"-1344"-16,0 0 0 0,0 0-480 0,0 0 348 16,0 0 484-16,0 0 352 0,0 0-231 15,0 0-393-15,0 0-216 0,-4-13 32 0,-1 13 140 16,1 0 48-16,0 0-232 0,-4 3-176 16,1 1-200-16,-2 5-40 0,-3 5-112 15,-4 0-96-15,4 10 36 0,-3 1 60 0,-1 0 48 16,4 4 4-16,-1-4 8 15,2-3 36-15,7-3-96 0,-5-6-48 16,9-1-92-16,0-1 28 0,0 1 108 16,0-5-44-16,5 2-80 0,3 0 16 15,0-2 36-15,3-1-20 0,2 4 92 16,-2-4-76-16,2 0 80 0,2-3 0 0,-2 4-4 16,-2 2 0-16,-3-3 8 0,0 1 92 15,1 6 4-15,-6-4 100 0,5 4-12 0,-4-3-112 16,0 2 36-16,-4-3-60 15,0 2 0-15,0-6-48 0,0 2-4 16,0-5 0-16,0 5-52 0,-8-1-212 0,0 0-148 16,1 1-68-16,-2 0-64 0,-3-2-116 0,5-1-132 15,-6-4-180 1,2 0-341-16,3 0-651 0,-1 0-1980 16,1-6-248-16,1 0 3696 0</inkml:trace>
  <inkml:trace contextRef="#ctx0" brushRef="#br1" timeOffset="42892.869">20634 16665 7128 0,'0'0'3072'16,"0"0"-1179"-16,0 0-973 0,0 0-484 16,0 0 236-16,0 0 768 0,0 0-196 0,0 0-400 15,0 0-360-15,0 77-164 0,0-46 0 16,0 1 100-16,0 0-28 0,4-7-196 15,0-3-196-15,0-2-24 0,-4-7-160 0,5-7 12 16,-5-3-48-16,4-3-28 0,-4 0 16 16,7-3 8-16,1-8 224 0,0-3 0 15,4-5-208-15,0-4-176 0,0-3 12 0,-4 4 88 16,4 3 136-16,-5 3 48 16,2 4 0-16,-5 5 24 15,0 1 12-15,0 6-72 0,-1 0 12 0,-3 0 124 0,9 10 312 16,-5 2 224-16,4 7-104 15,-4 3-208-15,3 1-124 0,-3 5-28 0,1-6 28 16,-5 4 12-16,4-5-112 0,0-1-88 16,0-4-120-16,-4-7-16 0,3-2-124 15,-3-7-300-15,4 0-428 0,0-13-884 16,0 1-768-16,5-23-2733 0</inkml:trace>
  <inkml:trace contextRef="#ctx0" brushRef="#br1" timeOffset="43218.552">21009 16421 5260 0,'0'0'3172'16,"0"0"-1012"-16,0 0-1131 0,0 0-233 0,0 0 212 0,12 66 236 15,-12-37-32-15,0 6-296 0,-5 0-232 0,1 3-140 16,-3 0-60-16,3 0-128 16,0 0-136-16,0-3-220 0,0-6 0 0,4-1-84 15,0-9 8-15,0-3 16 0,0-2-40 16,4-9-84-16,4 4 48 0,0-2-36 15,8-1 48-15,-4-2-24 0,4 3 36 16,-1-5-84-16,2 2 8 0,-2-1 100 16,2 2-8-16,-6-1 88 0,1 3-8 15,0-1 4-15,-4 0 12 0,0 4 0 16,-4-1 8-16,1-2 80 0,-2 2-24 16,-3 1-4-16,0-1 4 0,0-2 32 15,0 2-96-15,-3-3-4 0,-2 1-132 0,-3-1-48 16,-4 0-140-16,0-3-236 15,0-3-360-15,1 0-256 0,-6-3-568 0,2-3-893 0,2-3-411 16,6-1-2820-16,-1-6 5284 16</inkml:trace>
  <inkml:trace contextRef="#ctx0" brushRef="#br1" timeOffset="43634.951">21506 16802 8520 0,'0'0'4649'16,"0"0"-3113"-16,0 0-944 0,0 0 88 0,-75 63 296 15,55-41-144-15,5 3-300 16,-2 1-212-16,2 0-172 0,2-4 0 0,5-6 12 16,5 0-160-16,3-10-132 0,0 0-100 15,0-6-52-15,0 0-48 16,3 0 24-16,9-3 308 0,1-6 0 0,2-7-48 15,1 0-148-15,5 0-104 0,-6-3 0 16,2 3 76-16,2 4 152 0,-3 1-92 16,3 5 76-16,-2 4-88 0,-2 2 76 15,2 2 100-15,-6 9 80 0,2 1 72 16,-2 7-4-16,1 3-36 0,1 1 12 16,-6 5 152-16,1-2-4 0,1 6 28 0,-5-5-104 15,-1 5-20-15,-3 3-76 0,0-3-88 16,0 0-12-16,0 3 0 0,0-3-4 0,-3-5 4 15,-6 3-64-15,5-5 56 0,-8-3-52 16,5-3-4-16,-2-6-48 0,-3-6-112 16,5-5-320-16,-1-2-484 0,-5-12-320 15,6-10-728-15,-1-10-665 0,3 7-2231 16</inkml:trace>
  <inkml:trace contextRef="#ctx0" brushRef="#br1" timeOffset="43911.314">21798 16824 4808 0,'0'0'756'16,"0"0"2840"-16,0 0-2508 0,19 82-520 0,-10-50 293 0,-1 6 103 16,-1 1-124-16,-3 5-40 0,5 1-204 15,-1 2-216-15,-5 7-68 0,5 0-36 16,-8 6-12-16,4 1-48 15,-4 2-76-15,0-2-44 0,0-4-96 0,0-4-12 16,0-5-88-16,-4-6-100 0,4-10 56 0,0-10 32 16,-4-10-40-16,4-5-260 15,-4-7-272-15,4 0-328 0,-3-16-188 16,-1-9-869-16,0-7 49 0,-5-10-44 16,1-6-2332-16,5 14 2424 0</inkml:trace>
  <inkml:trace contextRef="#ctx0" brushRef="#br1" timeOffset="44160.755">21809 16881 4052 0,'0'0'324'0,"0"0"3752"0,17-66-2676 15,-9 50-844-15,3-3 165 0,-2 6 231 16,2 0-132-16,-3 4-132 0,5 2-168 16,-2 0-100-16,-3 2-44 0,5 2 4 0,-2 3-16 15,-3 0 36-15,4 3 56 0,-4 0-32 16,4 6-112-16,-4 1-52 0,0 3-72 15,0 2-40-15,-4 2-140 0,-1 1 64 0,1 1-72 16,-4 3-132-16,0 5-116 16,-4-2-84-16,1-3-44 0,-9 3-124 15,4-3-80-15,-4-2-200 0,4-5-488 16,-3-2-624-16,-2-4-1025 0,5-9-1439 16,1 0-179-16</inkml:trace>
  <inkml:trace contextRef="#ctx0" brushRef="#br1" timeOffset="44283.982">21989 16919 8916 0,'0'0'6937'0,"0"0"-5297"16,0 0-612-16,0 0 28 0,0 0-272 15,0 0-384-15,0 0-400 0,0 0-756 16,0 0-288-16,-40-70-88 0,32 58-832 16,-8-14-3417-16</inkml:trace>
  <inkml:trace contextRef="#ctx0" brushRef="#br1" timeOffset="55594.646">17981 16265 1896 0,'0'0'1172'0,"0"0"2688"0,0 0-1988 16,-28 80-232-16,20-52-967 0,-1 4-261 16,2 3-28-16,3-3 244 0,0-4 12 0,0 1-120 15,0-7-48-15,4-6-4 16,-5-3 24-16,5-7-24 0,0-3-168 16,0-3-100-16,0 0-200 0,13 0-112 15,2 0 112-15,10-6 136 0,3-4-60 16,3-2-76-16,1 2 0 0,0-3-132 0,-4 6-20 15,-8 5 144-15,0-1 8 0,-4 3 88 16,-4 3 48-16,0 6-4 0,0 1 4 0,-5 3 0 16,-3-1 40-1,1 4-12-15,-1 0-16 0,-4 0 0 0,0 0 16 16,0 3-4-16,-4-3-60 0,-5-1-28 16,2 2-56-16,-5-2-16 0,0-3-8 15,0-1-152-15,0-2 12 0,0-2-152 0,0-4-160 16,0-3-96-16,0 0-320 0,-4-10-556 15,0-6-1140-15,0-2-2509 0,4 1-547 16,5-15 5172-16</inkml:trace>
  <inkml:trace contextRef="#ctx0" brushRef="#br1" timeOffset="55898.416">18256 16529 3452 0,'0'0'0'0,"0"0"2020"0,0 0 1268 16,0 0-1580-16,0 0-563 0,0 0-209 15,0 0-512-15,0 0 96 0,0 0-84 16,0 0-296-16,39-80-140 0,-35 46-204 16,0-1-128-16,0 0-216 0,-4 9 112 15,0 5 104-15,0 4-80 0,0 4 52 16,0 10 144-16,-8 0 112 0,1 3 0 0,-5 0 68 16,-1 0 36-16,2 10 64 0,-2-1 24 15,6 8-8-15,-1 1-76 16,4 4 72-16,4 7 52 0,0 2 28 0,4 8-40 0,0-2 60 15,3 5 32-15,6-2 72 16,-5 0 40-16,-1-6-36 0,6-8-56 0,-5-7-204 16,-1-10-24-16,5-6-240 15,-3-3 72-15,-2 0 156 0,5-12-40 16,-3-7-88-16,-5-3-360 0,3-10-540 16,-7 10-1017-16,4-16-2491 0</inkml:trace>
  <inkml:trace contextRef="#ctx0" brushRef="#br1" timeOffset="56117.273">18355 15862 3164 0,'0'0'576'0,"0"0"3588"16,0 0-3012-16,24 69 40 0,-16-33 493 15,4 5-61-15,0 7-228 0,0 0-376 16,4 2-244-16,-4 1-152 0,-1 0-228 0,6-1-344 15,-6-2-52-15,2 0-236 0,-2-7-188 16,2-5-324-16,-5-5-260 0,3-10-408 16,-3-1-624-16,1-8-1097 0,-2-5-3043 15</inkml:trace>
  <inkml:trace contextRef="#ctx0" brushRef="#br1" timeOffset="56375.883">18702 16440 3160 0,'0'0'380'15,"0"0"-160"-15,0 0 3684 0,0 0-2540 0,0 0-264 16,44 66-287-16,-44-62-493 0,4-4-60 0,0-6 72 16,0-11 168-1,-1-8-168-15,-3-7-332 0,4-5-204 0,-4-2-412 16,0 1 0-16,0 6 384 0,0 4 220 16,0 5 12-16,0 5-93 15,-7 5-59-15,-1 7 152 0,-5 2 144 0,2 4 65 0,-1 4-5 16,0 5 16-16,4 4 88 0,0 6 12 15,-1 0-64 1,6 6-24-16,3 4-4 0,0-8-136 0,0 4-92 16,0-5-112-16,0-3-180 0,3-5-504 0,6-2-997 15,-5-4-2555-15</inkml:trace>
  <inkml:trace contextRef="#ctx0" brushRef="#br1" timeOffset="56668.855">18842 16218 1956 0,'0'0'1200'0,"0"0"1120"0,0 0 308 0,0 0-1360 16,55 66-300-16,-43-44-11 0,0 3-33 16,-4-2 152-16,0-4-60 0,-4-6-384 15,0-3-392-15,0-4-228 0,-1-3 64 16,-3-3 0-16,5 0 36 0,-1-3-24 16,4-3 200-16,0-4-188 0,8-6-100 0,-1 0-8 15,2 0-168-15,2 1-36 0,1 2 12 16,5 1-4-16,-6 5-36 15,-3 0 104-15,4 4 72 0,-8 1 64 0,0 2 100 16,-4 0 104-16,-4 0 120 0,0 0 44 16,0 0-132-16,-4 0-72 0,0 0-76 15,0-11-20-15,4-1 292 0,0-4-24 0,-4-9-336 16,0-4-348-16,0-3-584 0,0 4-392 16,0-5-460-16,-4 14-1305 0,0-6-3667 0</inkml:trace>
  <inkml:trace contextRef="#ctx0" brushRef="#br1" timeOffset="57951.713">18323 16361 3140 0,'0'0'64'0,"0"0"-64"15,0 0 3204-15,0 0-1216 0,0 0-668 16,0 0-684-16,0 0-288 0,0 0 153 0,0 0 103 16,0 0-52-16,0 0-192 0,-35 60-68 15,35-54 4-15,-4 0-68 16,4 1-128-16,0-7-96 0,0 3-4 0,0-3 16 16,0 0 48-16,0 0-4 0,0-3-60 15,0-4-192-15,0-2-40 0,-4-4 132 0,4-2 36 16,0 2-128-16,0 0-116 15,0 4 4-15,0 2 48 0,0 1 124 16,0 0 96-16,0 2 36 0,0 1 168 0,0-1 48 16,0 4-12-16,0-2-36 0,0 2-68 15,0-3-100-15,0 3 0 16,0 0 0-16,0 0 4 0,0 0 12 0,0 0-8 16,0 0 44-16,0 0 72 0,0 0 68 15,0 0 88-15,0 0 40 0,0 0 48 16,0 0 24-16,0 0 76 0,0 0-40 0,0 0-176 15,0 0-76-15,0 0-12 0,0 0 0 16,0 3 88-16,0-1 20 0,4 9-144 16,0 1 32-16,3 4 40 0,5 7-112 0,-3 2 24 15,6 0-4-15,2 4-20 16,-2 5-12-16,1-2-68 16,4 6 40-16,-4 1-48 0,-1-2-96 0,2 2 48 15,-6-4-28-15,-2-7 4 0,-1-9-40 16,0-9 12-16,-8-4-60 0,3-2-52 0,-3-4-52 15,4 0-20-15,1-4-12 16,-1-5 208-16,4-10-100 0,-4-4 140 0,-4-3-104 16,3-2-100-16,-3-4-24 0,0 4 36 15,0 2 88-15,4 8 40 16,-4 1-28-16,0 8 12 0,4 3 4 0,-4 6-92 16,5 0 12-16,-5 0 64 0,8 0 140 15,-4 6 356-15,3 3-116 0,6 4-88 0,-5 4 12 16,-1 1-48-16,1 5 48 15,1 2 0-15,-5 7-52 0,-1 6 16 0,1 0 8 16,-4 3 28-16,0 7-12 0,0 0 36 16,-7-4 112-16,-6 3 32 0,1-5 4 15,1 0-36-15,-6-9-40 0,6 0-76 16,-6-8-184-16,6-3-4 16,-6-6-56-16,6-7 56 0,-2-2-268 0,2-4-104 0,-5-3-184 15,0-3-376-15,0-4-200 0,0-5-340 16,1-1-877-16,2 1-1719 0,5 2-704 15</inkml:trace>
  <inkml:trace contextRef="#ctx0" brushRef="#br1" timeOffset="59444.3">23065 17056 8068 0,'0'0'2873'16,"0"0"-1793"-16,0 0-376 0,0 0-116 15,0 0 796-15,0 0 0 0,0 0-108 0,0 0-408 16,52 70-264-16,-48-42-176 0,3 4-132 16,-3-1-52-16,0 1-96 0,-4-2-40 0,4-5-100 15,-4-3-8-15,0-6-108 0,0-4-136 16,0-5-76 0,0-1-12-16,-4-6-60 0,-7-3-264 0,-2-10-736 15,-2-7-1028-15,-6-5-736 0,-2-6-2733 16,7 5 3725-16,-12-12-823 0</inkml:trace>
  <inkml:trace contextRef="#ctx0" brushRef="#br1" timeOffset="59565.635">22981 16761 10104 0,'0'0'2293'0,"0"0"-1553"16,0 0-408-16,0 0 12 0,80-7-256 15,-61 4-88-15,-2-3-292 0,3-1-868 0,3-2-901 16,-7 3-2375-16</inkml:trace>
  <inkml:trace contextRef="#ctx0" brushRef="#br1" timeOffset="59814.249">23459 16856 7948 0,'0'0'5025'0,"0"0"-4161"0,0 0-760 16,-16 73 504-16,4-51 728 16,0 0 4-16,4-2-412 0,0-2-420 15,1-5-288-15,7 0-60 0,0-7-136 0,0 0-24 16,7 1-44-16,5-1 44 0,8 0 96 15,-4 1-8-15,4-3-76 0,4 1 48 0,-4-2-48 16,0 1-24-16,0 3 24 16,-5-1 0-16,-2 2-4 0,-2-1 44 0,-3 5-44 15,-3-1 100 1,-1 1-56-16,-4 4-52 0,0 0-88 0,0 0-144 16,-4-1-272-16,-9 2-324 0,6-4-316 0,-6 2-388 15,2-5-1392-15,-5 2-4297 0</inkml:trace>
  <inkml:trace contextRef="#ctx0" brushRef="#br1" timeOffset="60438.747">24399 16973 7900 0,'0'0'4205'0,"0"0"-3489"0,0 0 76 15,0 0-16-15,88 29 208 0,-68-7-76 16,-8 6-308-16,0 4-164 0,-8 3-228 0,4 4-20 15,-8-2-88-15,0-2-4 16,0-3-96-16,0-3-80 0,0-8-32 16,0-4 0-16,0-8 0 0,0-5 112 0,0-4-8 15,0-4-128-15,0-8-224 16,0-8 84-16,4-7 188 0,0-12 20 0,3 1 64 16,2-3-92-16,-1 3-32 0,3 2 128 15,6 8 0-15,-2 6 16 16,2 3 132-16,3 6 76 0,-5 7 12 0,2 6-24 15,-2 0 76-15,-3 3-28 0,0 10 60 16,0 2 64-16,-3 4-88 0,-2 7-88 0,-3-1 28 16,4 1-16-16,-8-1 24 15,0 4-36-15,0-4-60 0,0 0-148 16,0-6-124-16,0-6-156 0,0-3-76 16,0-3-248-16,0-7-136 0,4 0-292 0,-4-7-852 15,8-6-904-15,-4-6-1509 0,0 3-3319 16</inkml:trace>
  <inkml:trace contextRef="#ctx0" brushRef="#br1" timeOffset="60702.843">24985 17084 6096 0,'0'0'5709'0,"0"0"-4109"0,0 0-876 0,36 67-52 16,-28-45 588-16,0 4 164 0,0-8-152 16,-4 2-436-16,-1-10-468 0,2-8-368 15,-1 1-4-15,4-3 4 16,3-9 48-16,2-4 12 0,2-12-60 0,-2-4-24 15,-2-2-304-15,-3-2 8 0,1 2 88 0,-9 2 32 16,4 4 116-16,-4 6 76 0,0 4-40 16,-4-2-4-16,-5 8-20 0,-6 0 68 0,-2 5 4 15,-2-2-64-15,-1 6 64 16,0 0 60-16,4 6-60 0,4 4-100 16,0 6-72-16,0-1-52 0,4 1-48 15,4 3 0-15,0-6-100 0,4 0-512 16,-4-1-932-16,4-1-1144 0,0-6-3025 15,0-2 981-15</inkml:trace>
  <inkml:trace contextRef="#ctx0" brushRef="#br1" timeOffset="60938.308">25284 16859 520 0,'0'0'10409'15,"0"0"-9381"-15,0 0-976 0,0 0 204 0,75 92 268 0,-58-60 368 16,-10 3 200-16,1 3-288 0,-3-1-96 0,-1 1-60 15,0-5-336-15,-4-2-300 16,0-9-8-16,0-2 4 0,0-10 116 16,0-8 88-16,0-2 136 0,3-2-52 15,-3-15-100-15,4-5-72 0,0-13-12 0,0-3-112 0,5-10-72 16,-2 1-88 0,5 0-100-16,1 2-196 0,2 7-276 0,1 3-324 15,0 9-328-15,-4 4-1152 0,8 6-3021 16</inkml:trace>
  <inkml:trace contextRef="#ctx0" brushRef="#br1" timeOffset="61530.86">25730 16802 6432 0,'0'0'7845'0,"0"0"-6517"15,0 0-964-15,0 0-204 0,44 85 308 0,-40-43 168 0,-4-1 144 16,4 4-384-1,-4-4-284-15,0-4-16 0,0-4-96 0,0-8-40 16,-4-6-132-16,4-3-52 0,0-10-20 0,0-3 44 16,0-3 52-16,0-3-224 0,4-13-116 15,4-2 328-15,0-11 152 0,0-2 8 16,4 1-176-16,-4 2-28 16,0 6 76-16,4 3 128 0,0 6 180 0,0 3 8 15,-1 4 24-15,2 3-12 0,-6 3 148 16,1 0-100-16,1 3-84 0,-1 7 48 0,-5 3 8 15,5-1-32-15,-4 4-80 0,0 0-48 16,-4-4-60-16,5-5-112 0,-1-1 100 16,-4-3-100-16,3-3 40 15,-3 0-16-15,8 0 88 0,-4-3 36 0,9-7 148 0,2-2-60 16,1-1-120-16,4-3-4 16,4 0-60-16,0 4 52 0,-5 2-56 15,5 4-44-15,-3 3-16 0,-1 3 0 0,-5 0 124 16,2 9 172-16,-6 7 176 15,1 3 32-15,-3 3-72 16,-6 0-76-16,1 1-20 0,0-5-44 0,0 1-32 16,-4-5-136-16,4-2-104 0,0-5-144 15,1-4-280-15,-2-3-308 0,1-3-244 16,8-7-236-16,0-6-468 0,0 1-1405 0,8-14-2927 16</inkml:trace>
  <inkml:trace contextRef="#ctx0" brushRef="#br1" timeOffset="61939.952">26511 16884 1592 0,'0'0'2048'0,"0"0"3140"16,0 0-2091-16,0 0-1713 0,0 0-620 0,0 0 424 16,0 0 132-16,0 0-352 0,12 77-260 0,-16-49-192 15,0 4-48 1,0-1-40-16,0-2-168 0,1-6-140 0,-2-8-112 16,5-3 4-16,0-5-12 0,0-7-4 0,0 0-104 15,0 0-100-15,5-7-100 0,6-5 236 0,1-7 24 16,4-2-28-16,0-9-132 0,4 2-24 15,0 0-92-15,-1-7-32 0,2 0-128 16,-6-4-12-16,5 1-52 0,1-3-56 0,-6-3 24 16,1 0 76-16,4-8 140 0,-4 2 84 15,1-4 40 1,-2-3 0-16,-3-1 100 0,-4 1 140 0,-4-1 140 16,4 6 188-16,-4 0 244 0,-4 8 132 15,4 9-12-15,-1 6 36 0,2 10 104 16,-1 6-128-16,0 7-220 0,0 4-140 0,0 2 12 15,-4 0 96-15,0 5 108 0,4 4-132 16,-4 7-184-16,3 10 180 0,-3 9-143 16,0 13-173-16,0 2-8 0,4 11-16 0,-4 6-72 15,0 5-12-15,0 8-72 16,0 2-88-16,0 5-81 0,0-2-123 0,0-6-136 16,0-6-100-16,0-9 4 15,0-10 16-15,0-9 28 0,5-14-352 0,-1-6-1044 16,0-9-2056-16,3-3-2669 0</inkml:trace>
  <inkml:trace contextRef="#ctx0" brushRef="#br1" timeOffset="62314.813">27595 16719 10937 0,'0'0'2944'0,"0"0"-1892"16,0 0-600-16,71 74-60 0,-51-40 436 0,-3 4 32 15,-9 3-132-15,-1 1-208 16,-3-4-236-16,0-6-164 0,0-7-120 16,-4-6-120-16,5-9-188 0,-5-3-372 0,0-7-336 15,0 0-504-15,-5-14-940 0,1 1-1429 0,-11-15-4099 16</inkml:trace>
  <inkml:trace contextRef="#ctx0" brushRef="#br1" timeOffset="62440.489">27587 16459 1736 0,'0'0'10777'16,"0"0"-9565"-16,0 0-948 0,83-29-64 16,-55 20-200-16,0 3-280 0,-4-1-712 15,4 4-920-15,0 3-2853 0,-8 0-1474 0</inkml:trace>
  <inkml:trace contextRef="#ctx0" brushRef="#br1" timeOffset="62675.374">27965 16802 6200 0,'0'0'5545'0,"0"66"-3081"15,0-41-1616-15,0-1-144 0,0-3 276 0,0-5-208 16,0-6-336-16,0-4-276 16,4-6-160-16,0 0-136 0,9-3 136 15,-2-6 36-15,6-11-36 0,-2-1-72 0,5-5-16 16,4-3 0-16,-4 4-12 0,0 3 28 15,4 3 8-15,-5 6 64 0,2 10 144 16,-6-1 132-16,5 4 32 0,-3 7 36 0,-2 3-48 16,2 5-36-16,-6 1-28 0,1 3-48 15,-4 6-76-15,0-2-60 0,0 3-48 16,0-1-52-16,-4 3-32 16,0-3-148-16,0-2-348 0,0-1-444 15,4 0-408-15,-8-9-1576 0,7 5-4697 0</inkml:trace>
  <inkml:trace contextRef="#ctx0" brushRef="#br1" timeOffset="63258.9">29552 16265 14969 0,'0'0'2828'16,"0"0"-2048"-16,0 0-532 16,0 0-140-16,0 0 152 0,0 0 96 15,-81-13 168-15,61 26-304 0,1 6-216 0,-1 13 4 0,-4 15 56 16,4 11 56-16,-4 12 40 0,4 6 72 15,1 0-24-15,6 7 8 0,1-4 4 16,4-3 12-16,8-3-135 0,0-6-25 16,5-7-12-16,2-12 40 0,14-7-40 15,2-3-48-15,5-9 36 16,7-4-40-16,2-6 52 0,-1-9 96 0,3-3-44 16,-3-7-112-16,0 0-52 15,-1-14 44-15,-7-2-68 0,0-3-128 0,-7-6-136 16,-6 0-109-16,-6-4-99 0,-5 1-148 15,-4-2-176-15,-13-1-372 0,-6 6-408 16,-5-4-24-16,-4 7 356 0,-4 0 4 0,-8 3 480 16,1 3 243-16,-2-1 593 0,2 5 168 15,-1 3 697-15,8 3 287 0,8 0 248 0,4 6 0 16,8 0-168-16,8 0-276 0,4 0-388 16,0 0-188-16,8 2-36 15,8 4 40-15,12 0 680 0,7 1-276 16,6-3-251-16,6-1-221 0,1-3-136 15,4-3-44-15,-4-3-136 0,4-7 0 16,-5-4-160-16,-3 2-128 0,0-1-105 0,-5-3-199 16,-6 3-204-16,-6 0-292 0,-3 0-528 15,-3 3-1584-15,-10 4-3085 16</inkml:trace>
  <inkml:trace contextRef="#ctx0" brushRef="#br1" timeOffset="63386.057">30037 16926 680 0,'0'0'12065'0,"0"0"-9941"0,20 79-1456 15,-8-44 76-15,0 4 80 0,0 1-92 16,4 2-200-16,0 2-212 0,-4-6-172 16,4 3-148-16,-5-2-308 0,-2-4-904 15,-5-1-504-15,0-9-1420 0,0 14-3249 16</inkml:trace>
  <inkml:trace contextRef="#ctx0" brushRef="#br1" timeOffset="63551.373">30699 17434 12685 0,'0'0'5580'0,"0"0"-4708"15,0 0 208-15,0 0-276 0,0 0-512 0,0 0-292 16,0 0-180-16,0 0-380 0,0 0-408 0,0 0-188 16,0 0-1148-16,-48-70-3085 0,36 64-4655 15,-16 6 9824-15</inkml:trace>
  <inkml:trace contextRef="#ctx0" brushRef="#br1" timeOffset="64572.792">24013 18059 8988 0,'0'0'5921'16,"0"0"-4849"-16,0 0-468 0,0 0 44 0,0 0 20 15,0 0-172-15,0 0-224 0,0 0-164 16,0 0 76-16,0 0 112 16,20 9 160-16,0-9 324 0,4 0-232 0,0 0-232 0,8-2-144 0,-4-2-124 15,4-2 100 1,3 4-15-16,5-5-73 0,-4 0-60 16,8 1-12-16,3-4-36 0,2 0 44 15,7 1 4-15,7-4 0 0,1 1-93 16,3-4 29-16,5 0 56 0,4-1-88 15,3-2 84-15,-3 1-60 0,3-1 72 0,5 0 8 16,-3 3 64-16,2 0-72 0,0 0-44 16,-2 0 36-16,-2 4 4 0,-3-1 4 0,3 4 8 15,1-1-4-15,-5 0 0 16,2 1 4-16,-6 3-4 0,0 0 0 16,-2-5 4-16,-2 6 0 0,-3-2-8 0,-4 0 4 15,-4 4 0-15,-5-2 8 0,-3 1 48 16,0 1-60-16,-4-1-4 0,-5 1-4 15,1 3 4-15,1-3 4 0,-6 0 0 0,1 3 0 16,0-3 0-16,-8 3-12 0,-4-2 0 16,0-3-36-16,-5 5-24 15,-2-2-136-15,-6-2 16 0,-3 4 20 0,-3 0 24 0,-1-3 16 16,-4 3-4 0,0 0 28-16,0 0-4 0,0 0-108 15,0-3-132-15,-9 3-104 0,-3-3-368 0,-8-4-300 16,-3 4-984-16,6 0-1756 0,-22 3-2693 15</inkml:trace>
  <inkml:trace contextRef="#ctx0" brushRef="#br1" timeOffset="66683.486">6801 16033 432 0,'0'0'1040'0,"0"0"7204"0,0 0-6551 16,0 0-577-16,0 0-148 0,-84-18 88 0,69 18-148 15,-6 0-52-15,5 0-108 0,-3 0-112 16,-2 0-180-16,-3 6-12 16,1 3-232-16,-5 1 8 0,0 2-12 15,0 4-96-15,0 7 132 0,4-2-84 0,-4 9 24 16,5 8-140-16,-1 3-44 0,3 10-112 15,-3 6 40-15,5 7-76 0,-1 8 40 16,-1 1-16-16,2 10-48 0,-1-4-12 0,4 4 0 16,0-4 84-1,1 4 16-15,-2 2-28 0,6-3-24 16,2 1 0-16,5 1-72 0,4 1-16 0,0-2 76 16,8-4-28-16,8 0 92 0,1-3-140 15,6 1 76-15,1 2-4 0,4 3 104 0,4 1-64 16,3 2 112-16,5 1 88 0,1-3 24 15,2-1 100-15,-4-1-200 0,10-6 60 16,-1 1 104-16,3 1-28 0,5-4-148 16,8 3-24-16,3-6 20 0,10-5-72 15,-2-7 16-15,5-23 56 0,4-12-12 0,-5-20-132 0,5-3 136 16,0 0 0 0,-5 0-100-16,1 0 112 0,-1 0 40 15,5 0-40-15,0 0-12 0,4 0 12 0,4 0 4 16,7 0 8-16,4 0-12 0,5 0-12 15,-1 0 12-15,9 0 0 0,0 0-132 16,4 0 132-16,-6 0 12 0,-2 0-12 0,4 0-72 16,-9 0-228-16,5 0 300 0,-1 0 100 15,-3 0-96 1,-1 0 4-16,5 0 152 0,-9 0-108 0,2 0 8 16,-6 0 40-16,-4-12-100 0,1-18-48 15,-8-11 40-15,0-9-36 0,-4-1 44 16,-9-3 64-16,5 0-64 0,-9-1 0 0,-3-1 4 15,-4-2 160-15,-5-2-164 0,-7 0 0 16,-4-4 4-16,0-3 12 0,-12 4-8 0,3-7 40 16,-7 1 52-16,-4-5-52 15,-4-2-40-15,-4 2 56 0,-4 2-60 0,-7-1 0 16,-2 0 64-16,-7 3-16 16,0-3 36-16,-7 1-4 0,-6-2-32 15,-6 0 20-15,-5-1-60 0,-4-5 40 0,-8 2-40 16,-5-2-8-16,-2 0 0 0,-5-2 0 15,-3 6 0-15,-5 2 56 0,4 5-8 16,-4 5 56-16,1 3 4 0,2 8 12 0,-3-1-76 16,-3 3 40-16,-1 1-88 0,-8 2-8 0,-3-3-68 15,-5 2 40 1,-7 5 36-16,-5-3 12 0,-4 3-12 16,-7-7-128-16,-5 0-68 0,-3 0-112 0,-5-2 36 15,-8 1-4-15,0 5 192 0,-3 3 32 16,-5 2 52-16,1 10 112 0,0 4 148 15,-4 9-60-15,-2 5 8 0,2 6-8 0,-4 8-200 16,3 0-64-16,1 4-60 16,7 0 64-16,4 10-124 0,5-4 20 0,4-1 40 15,3 0 16-15,4 3 104 16,5 2-96-16,4-1 100 0,-1-1 12 16,4 4 148-16,5 0-160 0,3 3-160 0,8 0-152 15,0 7-188-15,5 2-344 0,7 4-988 0,4 0-892 16,16-4-2389-16</inkml:trace>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7:44:35.529"/>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brush xml:id="br2">
      <inkml:brushProperty name="width" value="0.05292" units="cm"/>
      <inkml:brushProperty name="height" value="0.05292" units="cm"/>
      <inkml:brushProperty name="color" value="#7030A0"/>
    </inkml:brush>
  </inkml:definitions>
  <inkml:trace contextRef="#ctx0" brushRef="#br0">2844 1626 9140 0,'0'0'4693'0,"0"0"-3857"0,0 0-404 0,0 0-244 0,0 0 808 0,0 0-384 15,-12 18-64-15,24-18-152 0,12 0 84 16,16 4 652-16,8-1-508 0,8-3-148 15,8 0-72-15,3 0-160 0,1 0-100 0,-1-3-32 16,-7-7 32-16,0 4-132 16,-8-7-12-16,-4 3-216 0,-4 1 68 0,-9 0-96 15,-7 2-36-15,-8 0-268 0,-4 4-284 16,-4 0-452-16,-4 3-960 16,-4 0-1956-16,-4 3-2349 0</inkml:trace>
  <inkml:trace contextRef="#ctx0" brushRef="#br0" timeOffset="217.098">3199 1749 6280 0,'0'0'2724'0,"0"0"-1892"0,0 0 1369 16,-8 67-565 0,8-42-800-16,0 1 72 0,8 5 76 0,-4 1-136 15,4 7-204-15,-5 1-172 0,6 5-264 0,-9 3-132 16,0 2-76-1,0 1-112-15,0 0-76 0,0-7-68 0,-4-3-28 0,4-6-40 16,-5-6-260-16,5-6-320 16,0-4-356-16,-3-7-672 0,3-2-705 15,0-4-1507-15,-8-6-1564 0</inkml:trace>
  <inkml:trace contextRef="#ctx0" brushRef="#br0" timeOffset="369.928">3219 2248 10076 0,'0'0'1497'0,"0"0"-793"15,0 0-64-15,79-7 352 0,-51 4 100 16,-3 3-228-16,-1 0-68 0,-5 0-164 0,5 0-196 16,-4 0-436-16,-4 0-64 0,4 0-108 15,-5 0-140-15,-6 0-408 0,3 3-288 16,-5 7-660-16,-7 2-584 16,0 1-2021-16,-3 13-1459 0</inkml:trace>
  <inkml:trace contextRef="#ctx0" brushRef="#br0" timeOffset="533.855">3231 2556 2644 0,'0'0'6012'0,"0"0"-5416"0,0 0 528 0,0 0 89 16,0 0 159-16,0 0-264 0,0 0-200 15,0 0-556-15,0 0 88 0,0 0 204 0,4 19 216 16,28-17-216-16,3-2-284 0,6 0-88 0,2-2-112 16,4-4-92-16,2-5-68 15,3-1-172-15,-1-1-72 0,5-3-660 0,0-3-688 16,-13 3-1420-16,17-9-3065 0</inkml:trace>
  <inkml:trace contextRef="#ctx0" brushRef="#br0" timeOffset="955.354">4112 2213 5440 0,'0'0'7293'0,"0"0"-6249"0,-73 95-636 0,45-47 680 0,0 6 556 31,0-1-84-31,9-2-440 0,-1-9-300 0,12-14-392 0,0-5-284 15,8-14-144-15,0-6-196 0,0-3-72 16,12-3-36-16,0-10 140 0,8-9 156 16,4-7-80-16,0-6-220 0,4-6-156 15,-5 3-104-15,5 7 224 0,0 5 24 0,-4 10-40 16,4 9-136-16,-4 7 160 16,0 7 208-16,4 12 80 0,-4 7 48 0,4 5 400 15,-8 4 144-15,3 6-172 0,-3 5 12 16,1 1-76-16,-10 6-48 0,1 5 84 15,-7-2-12-15,-5 8-64 0,0-3 52 16,0 0 32-16,-13-5-12 0,5-2-96 16,-8-6 0-16,1-6-84 0,-2-2-16 0,-6-8-48 15,-1 0-32 1,-4-4-16-16,0-6-36 0,-4-5 49 0,0-7-1 0,0-8-60 0,-3-2-100 16,3-12-109-1,-4-11-107-15,3-6-132 0,10-2 180 16,3-1-64-16,8-5 40 0,12 1-136 0,0 4-28 15,8-3 52-15,4 4-4 0,4 2-112 16,-4 1-672-16,-5 2-1444 0,2 10-2241 16,-9-6-1667-16</inkml:trace>
  <inkml:trace contextRef="#ctx0" brushRef="#br0" timeOffset="1270.302">2621 3137 8432 0,'0'0'1580'0,"0"0"-860"0,0 0 169 0,0 0 431 16,0 0 120-16,0 0 8 0,112-42-344 16,-69 33-296-16,6-4-216 0,2 7-72 15,9-1 8-15,12 1-64 0,7 0-60 0,17-1 24 16,8-2 96-16,7 0-148 15,8-1-292-15,1 0-84 0,0 1-96 16,-4-1-84-16,-9 1-16 0,1-3 60 0,-5-2 88 16,-4-2 36-16,-3 4-60 0,-8 2-88 15,-8 1 28-15,-13 5-28 0,-3 1-256 16,-12 0-96-16,-5 3 132 16,-10 0 84-16,-14 0-616 0,-3 3-708 0,-12 0-624 0,-4 1-1009 15,-4-2-4007-15</inkml:trace>
  <inkml:trace contextRef="#ctx0" brushRef="#br0" timeOffset="1880.641">6586 2108 5916 0,'0'0'8065'0,"0"0"-6773"15,0 0-716-15,0 0-80 0,0 0 560 0,-80 25-28 16,52-6-156-16,5 3-36 0,-5 11-192 15,3-2-108-15,5 7-36 0,5 3-75 0,-2 5-133 16,10-6-112-16,3 5-180 0,0-4-12 16,4-6-132-16,0-3-40 0,4-11-44 15,0-2-64-15,3-8-269 16,10-5-95-16,-2-6-348 0,9 0-396 0,4-10-1008 16,-7-2-1984-16,10-14-1917 0</inkml:trace>
  <inkml:trace contextRef="#ctx0" brushRef="#br0" timeOffset="2157.447">6853 2527 7948 0,'0'0'6317'0,"0"0"-5597"0,36 76-456 15,-25-53 292-15,1-1 512 0,-3-7 120 0,-2-5-396 16,1-7-324-16,0-3-76 0,4-6-40 16,0-7-32-16,4-9-52 15,3-10-112-15,-2-6-156 0,-2-6-136 0,2-1-216 0,-6 1 68 16,-2 0-20-16,-5 5 144 0,-4 7-24 15,0 7 76-15,-9 6 108 0,-2 6 0 16,-14 4 12-16,2 3 0 16,-5 2 76-16,0 4-44 0,-3 4-44 0,3 8-96 15,7 1 8-15,2 6-20 16,3 0 32-16,8 0 28 0,-1 0-100 0,5 4-72 16,0-4-64-16,4-4-448 0,4 1-856 15,5-3-976-15,-5-7-2649 0,15-6-2295 16</inkml:trace>
  <inkml:trace contextRef="#ctx0" brushRef="#br0" timeOffset="2439.434">7215 2251 10000 0,'0'0'2177'0,"0"0"-1253"0,0 0 320 16,0 0 332-16,63 86-200 0,-59-60-100 0,1 5-196 16,-5-6-136-16,0 4-300 0,0-7-328 15,0-6-232-15,4-4-84 0,-4-6-120 16,0-2-12-16,4-4 8 0,0 0-84 15,0-4-180-15,3-5 36 0,6-4 216 16,-2-6-48-16,2-3-72 0,2 0-76 16,-3-1-24-16,1 8 84 0,2-1 124 15,-2 7 16-15,-2 2 132 0,2 4 60 0,-2 3 160 0,1 0 100 16,-3 3-12-16,2 4-12 0,1 2-4 16,-4 0 12-1,0 1-72-15,0 2-84 0,-1-1-28 0,2-2-108 16,-5 1-12-16,4-1-36 15,-4 1-220-15,3-1-416 0,2-3-308 0,3 1-492 16,-1-4-2404-16,6-3-2521 0</inkml:trace>
  <inkml:trace contextRef="#ctx0" brushRef="#br0" timeOffset="2741.969">8100 2063 13877 0,'0'0'2900'0,"0"0"-1636"16,0 0-548-16,-100 74 132 0,68-48 424 0,1 2-408 16,6-3-343-16,1-3-241 15,13-6-136-15,-2 0-144 0,9-7-100 16,4-2-144-16,0 2-96 0,8-6-13 0,5 3 37 16,7 1 88-16,3-1 80 0,1 1 16 15,-4-1 68-15,5 3 4 16,-6 1-12-16,1-1 72 0,-8 7 0 0,4 4 12 0,-8 2 156 15,-1 3 52-15,-7 1 0 16,0 5-48-16,0-2-52 0,-11 7-84 16,-6-5-36-16,6 1-108 0,-6-4-148 0,2-3-232 15,-1-9-196-15,8-3-224 0,0-10-532 16,4-3-1268-16,1-16-3421 16</inkml:trace>
  <inkml:trace contextRef="#ctx0" brushRef="#br0" timeOffset="2899.773">8434 2314 9156 0,'0'0'5109'0,"0"0"-4009"0,0 0-848 16,0 0 380-16,44 86 1020 0,-44-58 184 15,0 1 4-15,-8 3-543 0,0-7-425 16,-4 0-400-16,4-8-460 0,0-2-12 0,1-5-388 16,2 0-276-16,1-7-232 0,0-3-233 15,0 0-547-15,0 0-2116 16,-3-19-3077-16</inkml:trace>
  <inkml:trace contextRef="#ctx0" brushRef="#br0" timeOffset="3038.243">8322 2089 9460 0,'0'0'2937'0,"0"0"-2005"16,0 0-704-16,0 0-48 0,0 0-68 0,81-32-72 15,-66 29-40-15,5 0-204 0,1 3-228 16,-6 0-1836-16,9 3-5965 15</inkml:trace>
  <inkml:trace contextRef="#ctx0" brushRef="#br0" timeOffset="3440.109">8904 2321 14085 0,'0'0'3108'0,"0"0"-1932"0,-63 82-156 16,42-47 544-16,-2 0-67 0,3 3-313 15,4-3-184-15,4 0-408 0,4-6-292 0,4-7-168 16,4-3-132-16,0-3-116 0,4-4-64 16,8-5-36-16,0-7 24 0,8 0 48 0,8-4-16 15,0-15-20-15,0-6-72 16,0-10-196-16,3-10-60 0,-3-5-216 0,0-4-165 16,0-6-207-16,0-4-16 0,-1-3 56 15,-6-5-260-15,-1 2-112 0,-9-3 456 16,-7-1 592-16,-4 2 380 0,0 5 116 15,-4 6 364-15,1 11 328 16,-5 11 20-16,8 14-44 0,-4 13 0 0,4 2 4 0,0 10-40 16,-5 0 96-16,5 3-88 0,0 10-284 15,-8 12-167 1,5 13-13-16,-1 14 12 0,0 7 312 0,0 5 196 16,0 2-404-16,-1-3-336 0,1-2-72 0,4 1-108 15,-3-10-60-15,3-3-24 16,0-5-148-16,0-9-72 0,0-7-144 15,3-6-268-15,6-5-345 0,3-12-631 0,-1-5-740 16,2 0-276-16,-2-5-1113 0,6-17-999 0</inkml:trace>
  <inkml:trace contextRef="#ctx0" brushRef="#br0" timeOffset="3703.476">9228 2346 4244 0,'0'0'5596'0,"0"0"-2931"0,28 67-505 16,-17-35-244-16,1 2-292 0,4 1-316 15,-4-5-296-15,0-5-244 0,0-10-268 0,-1-5-159 16,6-4-89-16,3-6-168 0,3-4-84 15,5-11-52-15,4-3-68 0,0-15-72 0,-4 1-137 16,4-6 1-16,-8-1-12 0,0 6 8 16,-9-3 164-16,-6 5 32 15,-1-1-48-15,-8 0 100 0,-8 3 0 0,-5 8 84 0,-2 2 0 16,-1 12 196 0,0 7 96-16,-4 10-196 0,4 12-96 0,-4 6 60 15,4 13 88-15,-3 4 180 0,2 2 48 16,2 0-71-16,2-1-233 0,2-5-72 15,-2-3-277-15,9-13-247 0,-4-5-148 16,8-11-24-16,0-9-88 0,0-4-588 16,8-4-1584-16,5-17-3909 0</inkml:trace>
  <inkml:trace contextRef="#ctx0" brushRef="#br0" timeOffset="3922.544">9909 2304 9048 0,'0'0'6185'0,"0"0"-5241"0,19 92-740 0,-19-47 256 15,-4 6 536-15,-4 1 532 16,-3-5-160-16,2-3-552 0,-2-9-451 0,7-7-157 16,0-9-148-16,0-6-60 0,4-6-60 15,0-5 0-15,4-2 8 0,4-2-177 16,3-11-39-16,6-9 260 0,3-4 8 0,-1-9-244 16,1-3-156-16,0 0-112 0,0 0-164 15,4 0-96-15,4 0-388 0,0 0-776 16,4-1-532-16,-4 11-1569 15,11-16-4547-15</inkml:trace>
  <inkml:trace contextRef="#ctx0" brushRef="#br0" timeOffset="4437.295">11857 2524 11729 0,'0'0'2428'16,"0"0"-1076"-16,91 25-752 16,-51-18-244-16,8 0 80 0,0-7-64 0,-4 0-148 15,3-7-64-15,1-10-152 0,0-5-8 16,0-6-72-16,4-4-648 0,-9-9-388 0,2-4-520 15,-18 13-1068-15,1-25-3157 16</inkml:trace>
  <inkml:trace contextRef="#ctx0" brushRef="#br0" timeOffset="4633.404">12307 1809 1200 0,'0'0'10113'16,"-12"71"-7517"-16,12-21-1820 0,-4 14-108 15,4 18 1112-15,-4 11 24 0,0-2-188 0,4 5-456 16,-4-4-519-16,4-10-361 0,0-9-280 16,4-9-128-16,0-14-224 0,8-18-113 15,4-12-79-15,0-14 92 0,8-10 184 0,4-18-124 16,3-10-244-16,1-12-532 16,-4-13-396-16,0-7-808 0,-4-9-1649 0,-8 20 741 0,4-46-2372 15</inkml:trace>
  <inkml:trace contextRef="#ctx0" brushRef="#br0" timeOffset="5220.113">12706 1396 8764 0,'0'0'2393'16,"0"0"-933"-16,0 0-452 0,0 0 196 15,39 102 132-15,-31-48-148 0,-4 15 344 16,0 15-292-16,-4 5-132 0,0 2-207 16,0 5-381-16,-4 3-192 0,0-8-148 0,4-8-180 15,-4-7-4-15,4-15-56 0,0-14-60 16,4-12-40-16,4-13 64 0,1-9-60 15,-2-7-160 1,5-3-121-16,0-3 25 0,0-3 56 0,0-7 40 0,4 1 60 16,-1-4-36-16,2 1 24 0,-2 2 60 15,2 7 48-15,-1 0 12 0,-1 3 36 16,-3 0 112-16,4 9 0 16,0 4 236-16,0 3-4 0,1 0 96 0,-2 3-80 15,-3 0 20-15,4 0-88 0,0 0 28 16,0-3-24-16,-1-3-88 0,6-5-40 15,-1-3-56-15,4-5-8 0,-1 0-124 0,5-10-208 16,0-6-52-16,4-3 0 0,-4-6 12 16,4 2-36-16,-4-2 36 0,0 3-28 15,0-1-96-15,-4 5 20 0,-1 1 248 0,-7 5 188 16,0-1 48-16,-4 4 172 0,-4 3 140 16,0-5 156-16,-4 5-24 0,1 0-24 0,-2 4-64 15,-3-5-24-15,0 3-88 16,0 4-100-16,0 0 28 0,0 0 12 15,0 0-24-15,0 0-152 0,0 0-8 16,-8 4 0-16,0-2-12 0,-4 3-64 0,-8 3-20 16,-4 5 96-16,1 3 96 15,-5 5 236-15,4 3 8 0,-4 4 72 0,4 1-83 16,4-1-61-16,0 0-12 0,4 2-4 16,8-5-32-16,4-3-52 0,4-6-24 15,0 0-48-15,8-4-32 0,8-2-20 16,8-1-44-16,8-3 0 15,4 1 4-15,7-7-4 0,2 0 0 0,10-3-112 0,-3-3-176 16,0-7-196-16,0 3-136 0,-5-2-281 16,2-4-439-16,-6 3-792 15,-11 1-1980-15,11-11-2237 0</inkml:trace>
  <inkml:trace contextRef="#ctx0" brushRef="#br0" timeOffset="5852.777">15232 2445 14337 0,'0'0'2456'0,"0"0"-1352"15,0 0-956-15,0 0-136 0,0 0 176 16,-92 3 144-16,72 12 112 0,-4 11-148 0,5 2-124 16,-6 11-124-16,5-1 256 0,5 3 100 15,2-6-184 1,5-3-52-16,8-10-168 0,0-7-160 16,0-8-132-16,4-4 84 15,8-3 104-15,0 0 104 0,9-12 112 0,-2-8-76 0,5-2-36 16,0-3-148-16,-1 3 4 0,2 0 32 15,-1 6-72-15,4 6-48 0,4 6-4 0,-1 8 4 16,5 12 148-16,-4 9-28 16,4 10 112-16,-8 13 40 0,-4 3 96 0,-4 6-76 15,-8 3 76-15,-5 4-60 0,-7 3 68 16,0 2 80-16,-11 2 8 16,-10 1 0-16,-7 2 100 0,0-6 96 0,-7 0-16 0,-1-8 4 15,0-2-100-15,1-14-63 0,3-6-93 16,0-13-64-16,8-9 12 15,4-13 52-15,4-3-160 0,0-19-12 0,0-13-208 16,0-18 52-16,8-11-185 0,0-18-159 16,1-10-184-16,7-10-440 0,0 2-564 15,4-6-992-15,7 34-1288 0,9-30-1101 0</inkml:trace>
  <inkml:trace contextRef="#ctx0" brushRef="#br0" timeOffset="6106.051">15594 2273 12985 0,'0'0'1652'16,"0"0"-1324"-16,0 0 64 0,63 76 348 16,-50-44 336-16,-5 0 88 15,-1 6-176-15,-3 0-364 0,-4 3-296 0,0 6-168 16,-4 2-116-16,-3 1-44 0,-5-2-84 0,3-1-4 0,-2-8 88 16,3-8 16-16,4-9 188 15,-1-9-8-15,5-7-84 0,0-6 128 0,0 0-56 16,0-6-48-16,5-13-16 15,7-6-120-15,-1-13 0 0,6-10-8 0,3-6-176 16,3 0-192-16,5-3-136 0,0 3-232 16,4 6-204-16,4 4-500 15,-4 3-1060-15,-4 12-2001 0,7-6-1579 0</inkml:trace>
  <inkml:trace contextRef="#ctx0" brushRef="#br0" timeOffset="6388.611">16072 2394 11281 0,'0'0'4012'15,"-7"66"-2864"-15,-2-31-576 0,1 3 172 0,4 6 600 16,0-8-128-16,1-11-328 0,-1-6-476 16,4-13-252-16,0-2-160 0,7-4-12 0,9-7 0 15,0-8-52-15,8-9-20 0,0-3-208 16,4-11-156-16,-4 3-152 0,0-4 76 16,-4 5 120-16,-4 5 168 0,-5 1 100 0,-6 6 136 15,-5 2 0-15,0 4 16 0,-9 7 216 16,-2 2 196-16,-1 4 24 0,-4 3-24 15,-1 10-184-15,2 5-132 0,-2 11 8 16,-2 3 28-16,3 5 132 0,0 1-100 16,0 0-108-16,4-6-72 0,0-4-228 0,4-6-284 15,4-6-148 1,4-3 24-16,0-10-64 0,8 0-336 0,8-10-380 16,5-9 132-16,2-9-744 0,-3 5-1185 15,20-24-2123-15</inkml:trace>
  <inkml:trace contextRef="#ctx0" brushRef="#br0" timeOffset="6567.372">16439 2295 6432 0,'0'0'4412'0,"0"0"-2279"0,0 0-205 0,0 0-364 16,28 68-260-16,-28-43 4 15,0 6-20-15,0-2-168 0,-4 2-135 0,-1-2-165 0,1-4-372 16,4-2-324-16,0-8-124 16,0-2-120-16,0-3-24 0,0-4-48 0,9-3-136 15,-1-3-48-15,3-3-84 0,6-9-1 16,-2-7-99-16,9-11-232 15,-3-1-308-15,2-4-628 0,-3-6-864 16,0-3-556-16,-4 8-1469 0,4-12-1979 0</inkml:trace>
  <inkml:trace contextRef="#ctx0" brushRef="#br0" timeOffset="6820.624">16806 2114 4668 0,'0'0'5332'16,"0"0"-3411"-16,0 0-805 0,0 0-48 0,0 0 120 15,0 67 120-15,-4-35-116 0,-5 6-204 16,5 6-92-16,-3 7-112 15,3 10-112-15,-4 5-188 0,3 13-71 16,-3 7-73-16,5 9-24 0,-5 4-96 0,4 2-40 16,-5 4 12-16,5-3-44 0,-3-4-148 0,3-13-72 15,-4-5-144-15,3-10 36 0,1-9-16 16,1-7 4-16,3-13 44 16,0-6-8-16,0-7 0 0,0-11-113 15,0-12-219-15,0-5-84 0,0-2-268 0,3-18-68 16,1-8-140-16,1-10-280 0,3-13-320 15,-4-10-1152-15,-4-8-1801 0,0 15-1295 16,0-42 4680-16</inkml:trace>
  <inkml:trace contextRef="#ctx0" brushRef="#br0" timeOffset="7029.6">16797 2381 5928 0,'0'0'1636'0,"0"0"556"15,0 0-39-15,44-64-913 0,-28 51-348 0,0 4-32 16,0 3 24-16,0 3-204 15,-1-1-196-15,2 4-208 0,-2 0-80 0,6 7-44 16,-10-1-152-16,6 7-8 16,-6 0-144-16,-2 3 16 0,-1 3-24 0,-8-1-64 15,0 8 0-15,-4 0 0 0,-9 5 48 0,-2-2 44 16,-6 2 60-16,-3-2 60 0,-3 0 12 16,3-4-4-16,-4-6 0 0,0-3-232 15,4-6-280-15,5-7-572 0,-1 0-1336 16,-1-3-2697-16</inkml:trace>
  <inkml:trace contextRef="#ctx0" brushRef="#br0" timeOffset="7529.53">18152 2504 12613 0,'0'0'3208'0,"0"0"-2328"0,0 0-868 15,0 0-12-15,-20 90 500 0,16-46 328 0,1 0 588 16,-2 1-520-16,5-9-484 16,0-8-228-16,8-9-184 0,4-13 0 0,4-3-116 15,8-3-8 1,0-12-60-16,8-11-108 0,-4-5-76 0,3-7 88 15,-6-4-4-15,-1 2 88 0,-5 2 36 0,-7 2 152 16,-4 5 8-16,-4 9 0 0,-4 0-172 16,0 3-208-16,-12 3 292 0,-8 4 88 15,-4-1 48-15,-8 1 140 0,0 6-52 16,1 3 12-16,-1 0 84 0,0 3 0 16,8 3-120-16,1 4-72 0,2 2-40 0,5 1-124 15,1-4-204-15,7 4-512 16,-5 0-900-16,9-4-2300 0,4 4-1557 15</inkml:trace>
  <inkml:trace contextRef="#ctx0" brushRef="#br0" timeOffset="7686.263">18578 2651 14053 0,'0'0'2172'16,"0"0"-1420"-16,112 0-492 0,-72-16-100 0,4-6-148 0,-4-3 64 15,-5-11-76-15,-3-5-136 0,0-3-264 16,-4-4-260-16,0 0-624 0,0-2-660 15,-9 5-949-15,-2 10-1191 0,-14-6-1804 0</inkml:trace>
  <inkml:trace contextRef="#ctx0" brushRef="#br0" timeOffset="7918.847">18817 2021 2824 0,'0'0'5016'0,"0"0"-3308"0,0 0-480 0,-48 84-55 0,40-43 131 16,5 7 156-16,3 6-88 15,0 6-120-15,7 1-28 0,6 5-216 16,-5 3-260-16,3-2-264 0,2 3-188 15,-6 0-116-15,1 0-56 16,1-3-28-16,-5-1-84 0,0-3-12 0,-1 1-4 0,1-7 0 16,-4 3-56-16,0-5-40 0,0-1 16 15,0-7 36-15,0 2 36 16,-7-9 0-16,-1-5-136 0,-1-6-56 16,-2-4-104-16,-2-8-80 0,-2-5-52 0,-2-6-52 15,-2-6-60-15,-5 0 32 16,0-10-24-16,-4-9-80 0,-4-9-364 0,0-7-728 15,4 3-1416-15,-12-27-3437 0</inkml:trace>
  <inkml:trace contextRef="#ctx0" brushRef="#br0" timeOffset="8422.423">20152 2482 196 0,'0'0'11461'16,"0"0"-9325"-16,0 0-1008 0,0 0-248 16,0 0 160-16,0 0-180 0,0 0-120 0,0 0-100 15,0 0-100-15,-32 70 60 0,32-28 156 16,0-1-244-16,0-3-244 0,0-9-268 0,4-10-8 16,1-10-140-16,2-2-204 15,1-7 144-15,4 0 100 0,8-10 0 0,-4-6-28 0,4-6-180 16,-4-7-52-16,-1 1 100 15,-2-4 36-15,-1 3-4 16,-9 4 40-16,-3 0-72 0,0-4-92 0,-7 4-120 16,-10-4-340-16,-2 1-28 0,-5 6 228 15,-4-1 192-15,0 10 428 0,0 7 244 0,0 4 436 16,9 2-352-16,-2 12-92 16,1 1-36-16,5 6-88 0,-2 0-12 15,2 0-100-15,7 0-220 16,-1-4-428-16,6-5-576 0,3-1-1432 0,0-6-245 15,0-3-1463-15,12-3 16 0</inkml:trace>
  <inkml:trace contextRef="#ctx0" brushRef="#br0" timeOffset="8652.458">20232 2286 2544 0,'0'0'2816'0,"0"0"-516"0,84-10-84 16,-48 10-487-16,-5 3-397 0,1 10-136 0,0-1-308 16,-4 8-248-16,-4 0-20 15,-5 1-148-15,2 5-48 0,-10-1-36 0,-2 4-92 16,-5-1-36-16,-4 1 148 0,0 2 220 0,-4 5 8 15,-9-5-148-15,2-5-120 16,-2-4-40-16,6-7-96 0,3-8 12 16,4-4 36-16,0-3-3 0,0 0 87 15,0-3-84-15,0-10-280 0,4-9-60 16,3-6-84-16,10-10-52 0,-2-4-60 0,9-3-229 16,0 1-195-16,8 0-224 0,0 2-388 15,4 7-752-15,-8 10-1764 16,20-10-1389-16</inkml:trace>
  <inkml:trace contextRef="#ctx0" brushRef="#br0" timeOffset="9041.792">21068 2174 6340 0,'0'0'7613'16,"0"0"-6385"-16,0 0-952 0,-84 74 288 16,49-36 764-16,-1 6 168 0,0 7 12 0,5 0-316 15,-1 3-379-15,8-7-205 0,8-5-272 16,4-7-276-16,4-7-60 0,8-6-64 15,0-12 56-15,0-4-56 0,11-6-212 0,10 0 128 16,3-13 40-16,8-9 60 0,3-6-84 16,5-10-220-16,4-10-161 0,-4 0-43 15,-1-3 44-15,1-3 84 16,1 1 36-16,-10-5 12 0,1-2 48 16,-4-6-36-16,-4-1 8 0,-4-1 152 15,-8-1 168-15,-4-1 40 0,0 7 120 16,-5 7 116-16,1 10 132 0,0 11 112 0,-4 16-24 15,5 7-116-15,-5 8 76 0,4 4-48 16,-4 0-136-16,0 10-112 0,0 6-12 16,0 13 88-16,0 8 0 0,0 17 105 15,0 4 75-15,-9 8 0 0,1 5-12 0,-3 1-112 16,-2 1-140-16,-2-3-112 16,-2-3-8-16,6-7-152 0,-1-6-56 0,4-6-76 15,4-7-156-15,4-6-97 0,0-10-159 16,4-2-212-16,4-14-348 0,4-6-1424 15,-4-3-2148-15,12-16-2949 0</inkml:trace>
  <inkml:trace contextRef="#ctx0" brushRef="#br0" timeOffset="14021.049">21750 2321 11477 0,'0'0'1920'16,"0"0"-1184"-16,0 0-544 0,0 0 24 0,0 0 188 16,0 0 264-16,0 0-52 0,0 0-264 15,0 0-92-15,0 0 116 0,0 0 80 16,0 0-232-16,48-45-64 15,-37 20-48-15,6 0-112 0,-9-5-8 0,-1 5 8 16,1 0 8-16,-3 0 4 0,-5 6 76 16,0-1-40-16,0 8 28 0,-9-1-4 0,-2 0-64 15,-6 4-8-15,-2 0-48 16,-5 2-28-16,0 4 16 0,-4 3 52 0,5 0-4 16,-2 10 0-16,5 5-52 0,0 4-72 15,1 10 40-15,2 6 44 0,6 10 52 0,-1 2 12 16,3 10 52-16,2-3 8 15,7 3-72-15,0 0-44 0,0-9 44 16,3-4 12-16,10-8 76 16,2-9 56-16,6-7-140 0,-2-4 104 15,5-10-100-15,4-6 4 16,-4 0-12-16,4-12 12 0,0-7-4 0,0-7-8 0,-1-3-248 16,-3-6-296-16,0 0-264 0,1-2-248 0,-6 2-456 15,1-4-1108-15,-8 12-3017 0</inkml:trace>
  <inkml:trace contextRef="#ctx0" brushRef="#br0" timeOffset="14308.582">22045 1991 7096 0,'0'0'2856'0,"0"0"-1427"16,0 0-1233-16,88 0 1020 0,-60 5-56 16,-5 8-272-16,1 4-284 15,-4 1-164-15,-1 5-24 0,-6 5-64 0,-5 4-144 16,-4 4-32-16,-4 1-88 0,-8 8 12 15,-9 2-92-15,2 0-8 0,-5-2-12 16,4-8 0-16,0-4 12 0,4-14 148 0,5-6-36 16,2-7 112-16,5-6 120 0,-4 0 128 15,4 0-32-15,0 0-120 0,0-3-96 16,9-10-128-16,-2-6-92 0,13-6 8 16,0-4 44-16,12-3-56 0,0-2-120 0,7 1-16 15,6 2-60-15,-2-4-36 0,9 4 8 16,4-5-144-16,-5 4-128 15,1 4-384-15,-3 2-600 0,-6 8-624 0,-11 5-573 16,3 3-2559-16</inkml:trace>
  <inkml:trace contextRef="#ctx0" brushRef="#br0" timeOffset="15160.684">24395 1139 8128 0,'0'0'2897'15,"0"0"-2037"-15,0 0-856 0,0 0 4 0,-52 87 580 16,25-46 436-16,-6 6 156 15,6 4-272-15,-1 5-268 0,0 6-128 16,0 7 64-16,4 5-44 0,4 11-212 0,-3 0-108 16,3 2-16-16,8-5-48 0,-1-9 24 15,6-13-36-15,7-6-76 16,0-15 28-16,4-11-80 0,8-9-4 0,0-3-4 0,3-7 84 16,2-5-80-16,-2-4 96 15,9-7 72-15,0-5-76 0,4-8-24 16,4-5-72-16,-4-4-88 0,0 1-96 15,-9-4 76-15,-2 10 48 0,-6 0 60 16,-2 6 124-16,-9 3 12 0,0 0-4 0,-13 4-32 16,-6-1-96-16,-1 1-4 0,-8 0 0 15,0 2 0-15,-4 0 8 0,4 7-8 16,0 0-68-16,-4 4-56 0,4 6-36 0,0 1 0 16,5 6-36-16,-1 2-12 0,4-3-76 15,4 3-96 1,0 3-264-16,4 0-428 0,9 0-388 0,-6-3-864 15,9 7-2813-15</inkml:trace>
  <inkml:trace contextRef="#ctx0" brushRef="#br0" timeOffset="18986.06">6964 3705 9820 0,'0'0'1717'16,"0"0"-385"-16,0 0-84 0,0 0 268 15,-92 22-48-15,77-7-8 0,-5 2-304 0,3 6 52 16,6 5-211-16,3 4-149 0,4 5-268 16,4 8 64-16,0-1-44 0,4 4-236 0,7 0-160 15,6-3-72-15,7-1 0 0,-1-9-132 16,5-7-52-1,8-9 52-15,4-6-60 0,0-10 48 0,3-3-48 16,6-9-12-16,3-7-48 0,-5-7-48 16,9-5 8-16,-4-7-44 0,-1-3-60 0,-3-7 0 15,5-2-52-15,-10-4 24 0,-7 4 76 16,-5 2-60-16,-6 4 200 16,-14 3 68-16,-7 9 8 0,-4 4 76 0,-8 8 116 0,-11 9 12 15,-5 4-68-15,-4 4-16 16,-8 4 12-16,1 10 84 15,-10 9 52-15,2 8-28 0,-9 8-156 16,-4 5-24-16,0 8 24 0,-4 7-12 0,1 5-24 0,3 6 64 16,0 3-52-16,4 0-60 15,9 0-60-15,7-1 60 0,8-11 48 0,11-7-48 16,10-9-48-16,7-10-64 0,7-10 112 16,10-3-48-16,11-3 48 15,0-6 8-15,4-4 64 0,7 1-72 0,1-3 52 0,4-5 8 16,0 5 36-16,-1-3-36 15,1 1-48-15,-4 2 48 0,-1 3 36 16,-2 1 0-16,-9 3-84 0,-5 2 96 16,-2 0-36-16,-6 3-68 0,-6 0 384 0,-2 0-160 15,1-3-96-15,-4 2-48 16,0-1 0-16,1-2 12 0,-5 2 96 0,-5-2 156 16,-3 1-84-16,-7 0-120 15,-6 0-84-15,-7 0-60 0,-7 0-4 0,-9-1-80 0,-4 1-12 16,-4 0-72-16,5-7 12 0,-2-4-12 15,10-3 48-15,-1-2-180 0,9-7 120 16,3 1-60-16,3-3 8 0,9-1-104 16,1 1-192-16,7-1 8 15,4 1-264-15,4-1-404 0,0-3-645 16,4-2-1019-16,4 5-2196 0,3-12-2165 0</inkml:trace>
  <inkml:trace contextRef="#ctx0" brushRef="#br0" timeOffset="20101.852">7817 4879 8352 0,'0'0'5541'0,"0"0"-4377"16,0 0-636-16,0 0 216 0,75-15 640 16,-51 8-272-16,0 1 52 0,1 3-492 15,-6 0-64 1,-3 3-304-16,0 0-196 0,-4 0-104 0,-4 6-4 0,-4 4 76 0,0-1 165 0,-4 7 75 15,0 1-180 1,-8 4-76-16,-9 2-60 0,2 2-48 16,-1 0-20-16,-4 1 68 0,4-7 0 15,1-4 76-15,2 1-64 0,1-3 36 16,9-3-44-16,-5-1 8 0,8-3-4 0,0 0-8 16,0 1 0-16,8-3-96 0,-5-1 84 0,5 0-4 15,0-1 16-15,1 2 0 16,2-1 52-16,-3 4-44 0,1-4-4 15,-6 0 8-15,5 2 84 0,-4-5-12 0,4 7 0 16,-8-3-24-16,5-1 40 0,-2 0-28 16,-3 0-60-16,0 1-8 15,0-1 4-15,0 0 4 0,0 0 60 0,-3 0-12 0,-2 3 0 16,-3-2 12-16,0 2-12 0,1-3 16 16,2 4-16-1,-3-7 0-15,0 3-12 0,1-3-48 0,-2 3 0 0,-3-3-8 16,5 3-52-16,-6-3-12 15,1 0-148-15,-4 0-68 0,1 0-52 0,3-3 24 16,-4 0 12-16,0 0 75 0,4 0-63 16,0-1-160-16,-1-2-476 0,6-1-1060 15,3 1-1784-15,0-3-1001 0,4 2-3863 0,0-6 8632 16</inkml:trace>
  <inkml:trace contextRef="#ctx0" brushRef="#br0" timeOffset="20908.1">6183 3629 7636 0,'0'0'2460'0,"0"0"-823"0,0 0-189 16,0 0 76-16,0 0 40 0,0 0-752 0,0 0-232 0,0 0-20 15,0 0-56-15,-7 92-112 16,2-50-96-16,5 11 0 0,0 8-64 0,0 8-24 0,9 8-88 15,-2 9-56-15,1 8 0 0,0 5-64 16,0 9-208-16,-4 6 96 0,0 0-44 0,-4 7-52 16,0-1 12-16,0 2-100 15,0-9 76-15,0-4-64 0,-4-11-12 16,0-6-172-16,4-13 8 0,-4-10-12 16,4-7-356-16,0-12-64 0,8-8-488 0,0-14-392 15,3-5-921-15,6-14-2179 16,-6-6 424-16,14-3 4316 0</inkml:trace>
  <inkml:trace contextRef="#ctx0" brushRef="#br0" timeOffset="21469.301">8665 3552 1580 0,'0'0'5620'15,"0"0"-1391"-15,0 0-2433 16,0 0-60-16,0 0-76 15,0 0-340-15,0 77-336 0,0-39-52 0,0 9-124 16,0 4-116-16,0 7-155 0,0 5-41 0,0 4-84 16,5 3-36-16,-1 2-84 0,0 8-148 15,-4-1-12-15,3 3-72 16,5 5-52-16,-4 4 4 0,0-2-4 16,1 0-8-16,-1 0-44 0,3 0-4 15,-3-3-36-15,4 0-60 0,1-4-172 0,2-3 88 16,-3-9-64-16,0-9-132 15,-4-7 232-15,4-13-161 0,0-9-51 0,0-7-84 0,-5-8-364 16,6-5-424-16,-5-6-660 16,4-3-644-16,-8 1-632 15,3-4-2493-15,-3 0 1429 0</inkml:trace>
  <inkml:trace contextRef="#ctx0" brushRef="#br0" timeOffset="23206.72">9881 3158 3512 0,'0'0'92'0,"0"0"2264"0,0 0 2052 16,0 0-2451-16,-4 74-401 0,0-46-140 16,-1 1-8-16,1 3-192 0,0 3-276 0,1-3-216 15,3 3-88-15,-4-4-136 0,4 4-48 16,0-1-76-16,0 6 37 0,0 0-13 16,4 8-72-16,3 6-60 0,-3 9-88 0,1 11-84 15,-1 8-12-15,-4 7-12 0,0 10-60 16,0 5-12-16,0 1-108 0,-4 3-84 15,-1 3 72-15,1-3-40 16,0 0 148-16,4 0-72 0,0-6 0 16,0-4-96-16,0-6 92 0,0-3 16 15,0-10-72-15,0-6-124 0,0-3-1 0,0-9 101 16,4-8-4-16,0-2 16 0,1-6 20 16,-1-7 16-16,0-3-40 0,0-7-24 15,3-2-36-15,1-8-96 16,1-1-776-16,-2-8 132 0,1 0 116 0,-4-2 20 0,1-4 16 15,3 0-492-15,-5-3-460 16,5 0-197-16,-4 0-23 0,0 0-136 16,1 0-384-16</inkml:trace>
  <inkml:trace contextRef="#ctx0" brushRef="#br0" timeOffset="23835.13">11104 4032 1148 0,'0'0'2020'0,"0"0"3100"0,0 0-2844 0,0 0-283 15,0 0-361-15,0 0-332 16,0 0-256-16,0 0-8 0,0 0-184 16,0 0-236-16,0 0-112 0,-16 25-136 15,8 2-212-15,-8 13 76 0,4 11 24 16,0 12 0-16,0 8 64 0,0 4 104 0,0 8-131 16,4 3-197-1,-3-1-84-15,-2-2-12 0,5-3-72 0,8-14 60 0,0-12 0 0,0-14 12 16,12-10 0-1,4-11-4-15,5-9-117 0,6-7-63 16,1-3-48-16,8-10 88 0,0-9 32 0,3-7 16 16,1-8-12-16,-4-2-64 0,0 2-72 15,-8-4-12-15,-1 0 60 0,-6 3 84 0,-5-1 100 16,-1 3 0-16,-7-3-24 0,-8 4 36 16,0 0 172-16,-4 9 24 0,-7 2-48 15,-6 5 56-15,2 6 76 0,-5 5-60 16,4 1-12-16,-4 4-24 0,-4 0-88 15,0 6-96-15,1 0-144 0,-5 8-4 16,0-3-192-16,0 6-112 0,0-4-196 16,4 3-260-16,-1 3-624 0,6-7-2544 15,-9 7-3277-15</inkml:trace>
  <inkml:trace contextRef="#ctx0" brushRef="#br0" timeOffset="24833.339">6805 5968 5608 0,'0'0'4860'0,"0"0"-3151"15,0 0-377-15,0 0-92 0,0 0 56 0,15 71-192 0,-2-33-296 16,-2 7-132-16,6 2-184 16,-6 3-12-16,6 8-100 0,-6-1-88 0,1 6-72 15,0 4-60-15,0 5-28 0,-8 5-128 16,0 6-4-16,-4-1-72 0,0 4-100 16,0-3 4-16,-8-4 8 0,4-6 24 0,-4-6-84 15,5-9-48-15,3-15-40 16,0-11 4-16,0-9-104 0,3-11-124 15,5-10-472-15,4-2-288 0,0-8 20 16,4-14-332-16,4-7-889 0,-4 4-2503 16,0-27 16-16</inkml:trace>
  <inkml:trace contextRef="#ctx0" brushRef="#br0" timeOffset="25445.327">7338 6404 3220 0,'0'0'8661'0,"0"0"-7397"0,0 0-548 0,0 0-172 16,0 82 440-16,9-51 224 0,-1 2-200 16,-1-5-156-16,5-6-320 0,1-3-240 15,2-3-80-15,1-9-68 16,9-4-140-16,-6-3-4 0,9 0-96 0,0-13 32 15,4-2 4-15,-1-8 48 0,1-5-88 0,0-4 40 16,0 1-172-16,-4-2-28 16,0 2-12-16,-4 2 76 0,0 7-12 0,-8 0 20 15,0 3 52-15,-4 0 76 0,-9 8 60 0,1 3 120 16,-4 2 152 0,0 1 132-16,-7 3-156 0,-1-2-64 0,-9 4 0 0,2 0-24 15,-5 4 0-15,-8 9-36 16,4 2-60-16,-3 8-64 0,-1-1 0 15,0 9 0-15,0 1 100 0,0 3-16 16,0 3-36-16,0 0 4 0,4 0 8 0,4 0 24 16,4-5 16-16,4-1 32 0,0-5-8 15,8-2 48-15,4-5 108 0,0-1-76 0,0 0-116 16,4-3-88-16,5-3-48 16,-2 2 40-16,9-1-4 0,0 1 0 0,-1-2-48 15,10 3 48-15,-1-1 4 0,4 5-40 16,0-4 48-16,0 6 12 15,0-6 72-15,-5 3 16 0,1 1-28 0,-4-6 60 16,-4 0-20-16,0 1-64 0,-8-2 96 16,4-1 16-16,-8 5-15 0,0-2-61 15,-4 2-8-15,0-5 8 0,-4 4-24 16,-5 0-52-16,-2-1-4 0,-4-2 0 0,-2-2-4 16,-3-6-132-16,1 1-124 0,-2-6-157 15,-3 0-63-15,0 0-72 0,-3-3-76 0,3-5-160 16,0-6-116-16,3 1-152 15,2-2-708-15,10-4-456 0,2 6-793 0,7-9-2811 16</inkml:trace>
  <inkml:trace contextRef="#ctx0" brushRef="#br0" timeOffset="25827.284">8040 6997 7352 0,'0'0'4557'0,"0"0"-3865"0,0 0-284 15,0 0 840-15,0 0-72 16,80-12-412-16,-69 9-272 0,1 3-220 0,-3 0-84 16,-5 0-88-16,-1 6 12 0,-3 3 88 15,0 7 8-15,-3 0-96 0,-5 7-60 0,-5 2-4 0,6-3-44 16,-5 1 8-16,3-4 36 15,2-4-48-15,3-2-8 0,0-4-40 16,4-2-52-16,0-4-48 0,0 3-12 16,8 0 8-16,-1 1 92 0,2-1 60 0,3 0-8 15,-1 1 0-15,2-1 8 0,-2 4 60 16,-3 0 76-16,1-1 76 0,-2 4 184 0,-3-1 0 16,0 5 328-16,-4-5-84 15,0 7-252-15,-4-3-168 0,-3 0-84 16,-6 0-124-16,5-4-12 0,-3-6-72 0,-2 1-160 15,2-4-184-15,-1-3-208 0,-1-6-140 16,2-7-288 0,-2-9-472-16,9-11-1080 0,1 5-1857 0,-1-26-2359 0</inkml:trace>
  <inkml:trace contextRef="#ctx0" brushRef="#br0" timeOffset="26135.236">8562 6153 2632 0,'0'0'1692'16,"0"0"3000"-16,0 0-2587 0,0 0-81 16,16 76-220-16,-8-48-280 0,0 4-168 0,3 1-236 0,-2 4-356 15,2 4-264-15,-3 1-60 0,1 5-52 16,-1 5-72-16,-5 1-132 0,-3 7-76 0,0 1-108 15,0 2 0 1,0 4-60-16,0-1-24 0,0 5 12 0,-3-1-88 16,-1 0-156-16,0-4-24 0,-1 0-40 0,1-5-24 15,0-7 88-15,4-6-92 0,-4-11-32 16,4-2-152-16,0-9-104 16,0-7-592-16,0-6-780 0,0-4-1185 0,0-5-2639 15,0-4 1024-15</inkml:trace>
  <inkml:trace contextRef="#ctx0" brushRef="#br0" timeOffset="26845.166">9256 6705 4112 0,'0'0'1236'16,"0"0"2804"-16,0 0-2528 0,0 0 413 0,0 0-293 16,0 0-60-16,90-19-308 0,-53 19-224 0,2-2-276 15,10 2-172-15,-2 0-152 16,1-4-136-16,-1 1-72 0,2 3-100 15,-2-7-68-15,-6 1-64 0,-2-4-4 16,1 1-8-16,-9-1-220 0,1-3-368 16,-8 4-344-16,-7 0-188 0,-6-1-312 15,-3 7-1144-15,-8 3-2257 0,-11 3-2471 0</inkml:trace>
  <inkml:trace contextRef="#ctx0" brushRef="#br0" timeOffset="27019.225">9503 6934 5316 0,'0'0'1612'0,"0"0"1216"0,0 0-1832 0,0 0-339 0,0 0 639 16,79 25 356-16,-48-25-428 0,1 0-380 15,4-3-392-15,-4-3-240 16,-4-3-212-16,0-1-76 16,-8 3-484-16,-4 0-460 0,-4 1-384 0,-8 6-780 0,-4 0-2449 15,0 4-2087-15</inkml:trace>
  <inkml:trace contextRef="#ctx0" brushRef="#br0" timeOffset="27194.616">9450 7258 132 0,'0'0'3128'0,"0"0"2668"0,0 0-3984 15,0 0-179-15,0 0-145 0,0 0-44 16,0 0-388-16,0 0-36 0,0 0-80 16,0 0 20-16,116 57-80 0,-72-55-220 15,8 3-208-15,-1-5-200 16,5-5-31-16,0-1-89 15,0-6-132-15,0-4-189 0,-1-6-263 0,-3-1-324 0,0 2-388 16,-1-5-660-16,-10 7-1364 0,6-6-3593 16</inkml:trace>
  <inkml:trace contextRef="#ctx0" brushRef="#br0" timeOffset="27502.947">10757 6254 8928 0,'0'0'5601'0,"0"0"-4341"15,0 0-704-15,0 0-320 0,20 86 124 16,-16-48 536-16,0 3 384 0,0 7-360 0,0 2-308 0,0 8-224 15,0-1-156-15,0 7-108 16,-4 3-124-16,0-1 0 0,0 1-220 16,0 3-48-16,-4-4-124 0,0-2-36 0,0-1-96 15,0-5-164-15,0-4-112 16,0-3-520-16,0-4-1148 0,4-16-2501 0,-8 14-3611 16</inkml:trace>
  <inkml:trace contextRef="#ctx0" brushRef="#br0" timeOffset="28906.633">12032 6782 6748 0,'0'0'2424'16,"0"0"133"-16,0 0-717 0,0 0-1116 0,0 0 148 15,0 0 276-15,0 0-88 16,0 0-84-16,88-41-76 0,-68 47-40 0,0 3-336 0,-5 7-184 16,5 0-156-16,-3 6-28 15,-6 3-156-15,-3 4-24 0,-4 6 24 0,-4 0-232 16,0 0-168-16,0 0-52 0,-8-4 0 15,4-5 84-15,1-7-36 0,-1-7-40 16,4-5-40-16,0-7-36 16,0 0-76-16,0-3-196 0,0-7 228 0,11-9 264 15,-3-6 116-15,8-4 180 16,-4-2-44-16,4-1-12 0,0-1 60 16,0 5 76-16,4 3 188 0,0 6 116 0,-4 3 84 15,0 10 100-15,0 0-240 0,-4 6-200 16,-1 0 16-16,-2 9 192 0,-5 3-56 15,0 9-56-15,-1-3-36 0,-3 4-108 16,0 3 48 0,-3 1-40-16,-1-1-80 0,4-6-4 0,-4-6-48 0,4-3-40 15,-5-8 16-15,5 3-16 0,0-5 16 16,0 0-64-16,5 0-48 0,6-7 120 0,6-3 64 0,6-6 52 16,-3 3-52-16,4 1-60 0,1-1-76 15,-2 3 60-15,-7 8 76 0,3-3 100 16,-6 5 24-16,2 0 88 15,-6 7 84-15,3 3 24 0,-1 3 0 16,-2 3-76-16,-5-1-8 0,3 1 20 0,-3 0-12 16,-4 4-48-16,0-5 48 0,0 5-60 15,0-5-184-15,0-3-36 16,0 1-136-16,0-6-244 0,0-4-284 0,0-1-72 16,0-2-168-16,0-2-432 0,13-8-1068 0,-2-5-260 15,5 2-2169-15,12-19-307 0</inkml:trace>
  <inkml:trace contextRef="#ctx0" brushRef="#br0" timeOffset="31319.907">11769 6496 1852 0,'0'0'900'16,"0"0"-892"-16,0 0 216 15,0 0 36-15,0 0-92 0,0 0 1096 0,0 0 716 0,0 0-720 16,0 0-196-16,0 0 192 0,0 0-431 15,-8 13-169 1,4-11 112-16,1 2-12 0,-1 3-248 0,-5 2-24 0,5 1-28 16,-4 2 8-16,1 7-48 15,2 0-40-15,-3 9 32 0,0 1-36 16,1 9-36-16,-2 0 0 0,1 7-88 0,1 5-24 16,7 4-64-16,0 4 0 0,0-1-72 15,3 7-88-15,14-5-76 0,-2 2-96 0,9-1 12 16,1-6-224-16,3 1-300 15,3-8-360-15,9-6-380 0,-4-9-576 0,12-4-693 16,-16-9-2083-16,23-3 1268 0</inkml:trace>
  <inkml:trace contextRef="#ctx0" brushRef="#br0" timeOffset="36313.876">13191 6829 2936 0,'0'0'5968'0,"0"0"-5220"0,0 0-112 0,0 0 225 16,0 0 207-16,0 0 20 0,0 0-100 16,-63-66 228-16,55 66-100 0,4 0-304 15,-4 0-244-15,3 3-148 0,-2 9-112 0,3 7-196 16,-4 7-104-16,-4 10 88 0,4 4-44 16,-4 4-44-16,5 1 92 0,2-4-96 0,1-3-4 15,4-9 0-15,0-3-84 0,4-7 72 16,8-10-136-1,-4-3 60-15,12-6 88 0,0-9 68 16,4-10-60-16,8-10-8 0,-4-9-100 0,3-4-132 16,1 1-92-16,-8-1-32 0,-3 9 44 0,-6 0 120 15,-7 11 192-15,-4 3 12 16,-4 7 100-16,-4-1 84 0,-12 6-96 0,0 4-16 16,-7 3-84-16,-1 0-4 0,-1 0-72 15,1 10 16-15,5 3 52 0,-1 2-144 16,8 5 44-16,4-5-92 0,4 2-112 15,4-9-76-15,12 6-452 0,8-9-868 16,0-1-1144-16,12-4-3185 0</inkml:trace>
  <inkml:trace contextRef="#ctx0" brushRef="#br0" timeOffset="36740.113">13717 6741 3100 0,'0'0'9677'0,"0"0"-8645"0,0 0-652 16,0 0 392-16,0 0 20 0,-87 66-124 15,51-31 132-15,0 7-20 0,0 2-64 16,4 0-152-16,8-3-108 0,13-9-224 0,3-6-232 16,8-11-100-16,8-5-180 0,3-7 280 15,13-6 72-15,0-13 28 0,4-5-4 16,4-14-8-16,8-7-88 0,-4-6-12 0,4-2-100 16,3-5-108-16,-3 1 36 0,1 1 12 15,-6-5-24-15,1 4 36 0,-8-3 36 16,0 3-24-16,-9-3-12 15,-2 0 24-15,-6 0-12 0,-7-1 148 0,0 4-60 16,-4 1 60-16,0 7 72 0,0 9-8 16,0 8-56-16,0 7 104 0,0 9 8 0,0 7-8 15,0 6 100-15,-4 0-116 16,4 0-20 0,0 0-76-16,0 6 0 0,-4 4-12 0,4 9 12 0,-4 6 108 0,0 3 28 15,1 8-52-15,-1 5 52 16,-5 6 12-16,5 8-100 0,-7 4 40 15,3 9-84-15,-5-2-4 0,2 7 0 16,3-3-100-16,-1 1 40 0,6-8-124 0,3-3-64 16,0-3-304-16,7-10-164 0,6 1-40 15,2-7-120-15,6-6-520 0,-1-11-1100 16,-5-9-2437-16,13-15-2411 0</inkml:trace>
  <inkml:trace contextRef="#ctx0" brushRef="#br0" timeOffset="37985.588">14833 6547 9260 0,'0'0'5989'0,"0"0"-4805"0,0 0-1120 0,0 0 24 0,0 0 72 16,80-25 264-16,-68 25-12 15,0 0-188-15,-5 0-52 0,2 6 24 0,-5 2-96 0,4 6-28 16,-4 5 4-16,-4 0-4 16,0 6-64-16,-12 4 200 15,-8 2-148-15,-4 1 28 0,-1 4 36 0,-2-8-28 0,-1 3-36 16,0-5-48-1,8-4-12-15,5-6-12 16,2-3-60-16,9-4-100 0,4-3-112 0,4 1-48 0,13 0 332 0,2-2 112 16,9 6-52-16,4-5-56 15,8 0 0-15,4 1 48 0,-5 2-48 16,-3 0-4-16,4 1 0 0,-12 3 84 0,0 2 64 16,-8 1 12-16,-8 3 124 0,0 1-76 15,-8 2 160-15,0 0 60 0,-4-1-112 0,-12 5-96 16,-1 0 12-16,-6-1-60 15,-5-2-40-15,-8-2-8 16,0 2-28-16,0-7-36 0,-3-1-60 0,3-4-132 0,0-6-124 16,0 2-124-16,4-7-108 15,4 0-84-15,4-9-228 0,8-8-324 0,5-11-1136 16,3 2-1976-16,4-34-3049 0</inkml:trace>
  <inkml:trace contextRef="#ctx0" brushRef="#br0" timeOffset="38213.396">15670 6492 9896 0,'0'0'2189'15,"0"0"-1269"-15,0 0-40 16,96 51 484-16,-72-28-456 0,-5-1-80 0,5 7 76 0,0-4-236 16,0 3-200-16,-4 5-124 0,4-2-220 15,-8 4-124-15,0-4-108 16,-13 4 32-16,-3 7 16 0,-3-2 48 0,-18 2-60 0,-2 6-52 15,-9-1-36 1,-8 2-48-16,0-5-116 0,-3 0-92 16,-2-3-280-16,-2-2-356 0,3-4-1180 0,8-13-1629 15,-16 0-2035-15</inkml:trace>
  <inkml:trace contextRef="#ctx0" brushRef="#br0" timeOffset="39818.849">13427 4679 1892 0,'0'0'9725'0,"0"0"-8189"16,0 0-1100-16,0 0 48 0,0 0 8 0,0 0-124 15,0 0-68-15,0 0 16 0,0 0 792 16,0 0-40-16,91 13-316 0,-35-13-196 0,4 0-88 15,8 0-104-15,3-3-80 16,5 0-28-16,3-4 24 0,1 1-148 0,4-3-68 16,-1-1 28-16,5 1-92 0,0-4-4 15,0 4-92-15,0-4-28 16,3 0-84-16,1 4 16 0,-5-1 20 0,1 4 60 16,-12 2 4-16,-9 4-100 15,-11 0-64-15,-8 0 100 0,-17 7-12 16,-3 0-148-16,-7 2-112 0,-10 3-96 15,2 1-220-15,-9 3-204 16,-4 0-396-16,-4 0-560 0,-9-3-561 0,-2-4-1391 0,-2-3-112 16</inkml:trace>
  <inkml:trace contextRef="#ctx0" brushRef="#br0" timeOffset="40073.024">14029 4566 4984 0,'0'0'6313'16,"0"0"-6197"-16,0 0-116 0,0 0-192 0,0 0 192 0,0 0 872 15,0 0 36-15,107 25 36 0,-55-19 56 16,12 4-68-16,-1-1-180 0,9-2-264 16,-1 2-216-16,1-3-60 0,0 1-28 0,-1-4-8 15,2-3-28-15,-6 0-12 0,5-3-56 16,-9-4-80-16,1-2-172 15,-4-4-296-15,-8 0-404 0,-4-2-220 0,-8-5-484 0,-16 8-980 16,4-13-2549-16</inkml:trace>
  <inkml:trace contextRef="#ctx0" brushRef="#br0" timeOffset="40321.462">15104 4153 272 0,'0'0'6800'0,"0"0"-6008"0,0 0-144 0,0 0 336 16,96 76-28-16,-69-51-155 15,-3-2 47-15,-4 2-68 0,5 1-104 0,-10-1-228 16,1 0-120-16,-8 0-176 0,0 4-76 0,-8 3-24 16,0 0-44-16,-12 0 104 15,-8 6 16-15,-4-3-92 0,-8 2-36 16,4 2-88-16,-8-5-24 0,1 2 48 0,-5-2-140 15,1 1-352-15,-10-3-516 16,6-3-748-16,2-10-1017 0,10-4-2343 0,-1-12 2416 0</inkml:trace>
  <inkml:trace contextRef="#ctx0" brushRef="#br0" timeOffset="41418.9">13797 4464 456 0,'0'0'6160'0,"0"0"-5004"16,0 0-104 0,0 0 36-16,0 0 49 0,0 0-85 0,0 0-400 0,0 0-88 15,0 0-56-15,0 0-24 0,0 0-80 16,-64 9-112-16,64-9-116 0,4 0-76 15,4 0 176-15,5 4 124 16,2-2-80-16,5 5 452 0,1-1-312 0,2 0-200 16,1-2-84-16,8-1-92 0,0 1 76 15,3-2 0-15,10 1-72 0,2-3 36 16,1 0-116-16,8 3 52 0,-5-3-8 0,5 0-40 16,4 0 24-16,-4 0 24 0,4 0-36 15,3 0-20-15,1-3 52 0,0-2-52 0,0 1-4 16,-5 1 4-16,1-3-12 15,-4 2-32-15,-5 1-12 16,-10 0-32-16,-6 3 80 0,-3 0 0 0,-8 0-56 16,-4 0 60-16,-8 0-12 0,0 0 8 15,-4 0-4-15,0 0-52 0,-4 0-16 16,-4 0-20-16,4 0 8 0,-4 0 16 0,0 0-4 16,0 3-160-16,0-3-60 0,0 0-64 15,0 0-12-15,0 0-92 0,-4 3-280 16,0 1-540-16,-4-2-832 0,4 5-565 15,-12-3-1943-15</inkml:trace>
  <inkml:trace contextRef="#ctx0" brushRef="#br0" timeOffset="51435.509">16403 4060 5836 0,'0'0'1600'0,"0"0"888"16,0 0-1532-16,0 0-415 0,0 0 167 0,0 0 276 16,0 0 224-16,0 0-224 0,0-66-104 15,0 66-176-15,0-3-132 16,0 3-64-16,0 0-28 0,0 0 0 0,0 0-48 0,0 3 32 16,-5 4 244-16,2 2-48 15,-1 4-76-15,0-1-291 0,4-2-89 0,-4-4 4 16,4-3-172-16,0 0-36 15,0-3-100-15,0 7 4 0,0-1 96 16,0 3 12-16,0 4-4 0,0 0-8 0,0-1-12 16,0-1 4-16,0 1 8 0,0 1-8 15,0-4 8-15,0 4 48 0,0 0-36 16,0-5 36-16,0 6-36 0,0-1 4 0,0-1 32 16,0 1-40-16,0-1-8 15,0 1 4-15,0 0-4 0,0-4-4 16,0 1-8-16,0-1 0 0,0 1 12 0,0 0-4 15,-4-4-4-15,4 3 0 16,0-2-56-16,0-2 60 0,0 2 0 16,0 0-8-16,-4 2 0 0,4-2-36 0,0-2 44 15,0 2-4-15,0-3-4 0,0-1 0 0,0-3 0 16,0 3-36-16,0-3 36 0,0 0-60 16,0 0 60-16,0 0-100 0,0 0-44 15,0 0 23-15,0 0 9 0,0 0 40 16,0 0-24-16,0 0-4 15,0 0-32-15,0 0-64 0,0 0-304 0,0-3 84 16,0 3 160-16,0-7 72 0,-4 0-100 16,0 2-12-16,0-4-172 0,0-5-100 15,0 7-164-15,4-1-140 0,-4-3 64 16,4 5 136-16,-4-2 76 0,4 1 36 16,0 0 192-16,0 2 100 0,0-2-16 0,0 0-280 15,0 1-232-15,0 1 111 0,0 0 165 0,0 3 120 16,0 2 216-16,0-4 44 0,0 4-96 15,0 0-244 1,0 0 128-16,0 0-64 0,0-3-428 0,0 3-760 16,0-3-936-16</inkml:trace>
  <inkml:trace contextRef="#ctx0" brushRef="#br0" timeOffset="54051.575">16431 4098 612 0,'0'0'2520'16,"0"0"-1948"-16,0 0-180 0,0 0-56 0,0 0 148 16,0 0 1964-16,0 0-1124 0,0 0-392 15,0 0-312-15,0 0-168 0,4-3-27 16,-4 3 63-16,0 3-64 0,0 1-168 16,0 3-140-16,0 5 116 15,0 4 60-15,0 6 16 0,0 3-28 0,0 7 12 0,0 3-40 16,0 6 4-16,4 7-68 15,-4 3 92-15,0 3-52 0,0 3-28 0,0 7-36 16,0 5-24-16,0 1-4 16,0 6 140-16,-4 4 68 0,0-5 68 0,-4-1-224 15,4-5-116-15,0-1 8 0,4-5-80 16,-4-3 0-16,4-2-12 0,0-11 12 0,0-6 48 16,4-6-40-16,4-9 0 0,0-7 0 15,0-6-8-15,0-5-12 16,-1-1-260-16,2-3-40 0,-1-4-192 0,3-11-88 0,-3-1-280 15,5-14-804-15,-6 8-1489 0,-3-23-1947 16</inkml:trace>
  <inkml:trace contextRef="#ctx0" brushRef="#br0" timeOffset="54818.786">16817 4346 1488 0,'0'0'4956'0,"0"0"-480"0,0 0-4015 15,0 0-281-15,0 0 192 0,-15 86 308 16,10-54 368-16,5-4-124 0,0 4-304 0,0-7-228 16,9-6-92-16,-2-3-76 0,5-3 20 15,0-3 92-15,8-4 76 16,-4-3 20-16,8-3-72 0,-1-6-136 0,5-7-88 16,4-2-124-16,5-11-12 0,-1 1-172 15,-1-8-112-15,1 2-16 16,0 2 164-16,-1-6-76 0,-3 3 16 0,0 1-4 15,-8 2 36-15,0 2 4 0,-3-3 20 16,-6 8 140-16,-7 0 0 0,-3 6 64 16,-5 0 160-16,0 6-60 0,-9 1 108 0,-3 3-36 15,1 2-36-15,-9 1 12 16,-1 3-52-16,-3 3-12 0,1 4-12 16,-1 8-24-16,-4 5-4 0,-4 5 28 0,4 4 28 0,0 10 20 15,0 1 24-15,-4 4-12 0,4 4-24 16,0 0-72-1,-4-1-28-15,9-5-72 0,3-4 12 0,0-6 36 16,8-7 4-16,8-3-52 0,0-6 0 16,4-4-12-16,0 1-36 0,4 0 36 15,4-1 0-15,4-1-72 0,0 1 84 0,4 1-4 16,4-4-8-16,0 1-64 0,3 0 28 16,5-1-12-16,-4 1 52 0,4-1-44 0,0 0-8 15,0 4 48 1,0-3-64-16,0 2-8 0,-1 1 76 0,-3-1 8 0,1 4-4 0,-5-2 4 15,-5 5 0 1,2 0 108-16,-6 0 28 0,-3-1-12 16,1 8 132-16,-6-4-72 0,-3 4-24 0,0-5-24 15,-3 5-16-15,-10 0-32 0,2-4 92 16,-6 0-8-16,-2 0 24 16,-1-6 24-16,-8 0 8 0,0 0-32 0,0-7-88 15,-4 2-48-15,0-6-60 0,0-2-12 16,0-3-120-16,0 0-220 0,8 0-232 0,1-6 32 15,11-3-292-15,0-4-128 0,4-3-544 16,8-6-1344-16,0 6-1789 16,0-16-2439-16</inkml:trace>
  <inkml:trace contextRef="#ctx0" brushRef="#br0" timeOffset="55752.068">17801 4914 912 0,'0'0'8912'15,"0"0"-7916"-15,0 0-699 0,0 0 87 16,0 0 80-16,0 0 36 0,0 0 64 0,0 0 44 16,0 0-188-16,76-3-140 0,-72 13-116 15,0 0 104-15,-4 6 72 0,0-2-100 0,-12 10-64 16,0 1-128-16,-4 3-40 0,-3-2-8 15,-2-1 80-15,6 0-80 0,-2-5-12 16,6-4-36-16,2-5 44 0,5 0-84 16,4-5-92-16,0 1-56 0,4-4 44 15,9 3 192-15,-2-3 0 0,6 1 4 16,-2-2 48-16,2-2-52 0,2 4 0 16,-7-1-12-16,4-3 8 0,-4 6 4 0,-4-2 164 15,0 2 36-15,-4 3 164 16,-1 1 140-16,-3-1 172 0,0 7-240 0,-7 0-136 15,-5 1-128-15,0 1-60 16,-4-3 0-16,0 2-12 0,0-4-28 16,-4-1-64-16,9-5-8 0,-6-1-100 0,6-6-208 15,-1 0-400-15,-1-10-220 0,6-5-532 0,3-15 0 16,-4 5-2713-16,8-29-2435 16</inkml:trace>
  <inkml:trace contextRef="#ctx0" brushRef="#br0" timeOffset="56034.715">18292 4140 7444 0,'0'0'1972'16,"0"0"-1236"-16,0 0 517 0,0 0 79 15,0 0 56-15,0 0-224 0,24 70-348 0,-17-38-176 16,1 5-188-16,5 5-68 15,-6 5-36-15,1 8-104 16,0 6 40-16,-3 2-96 0,-2 6-92 0,-3 1 28 16,0 3-76-16,0 0-44 0,-3 0-4 15,-2-3-72-15,-3-3 20 0,4-4-108 16,0-7-60-16,1-4-16 0,3-4-48 0,0-6-36 16,0-5-52-16,3-5-16 0,5-7-568 15,-4-2-12-15,5-8-412 0,-2-5-196 16,5-7-729-16,-4 0-967 0</inkml:trace>
  <inkml:trace contextRef="#ctx0" brushRef="#br0" timeOffset="56305.666">18945 4559 6916 0,'0'0'6801'16,"0"0"-6105"-16,0 0-532 0,0 0 192 16,91 0 348-16,-70 2 164 0,3 3-144 15,-5 1-192-15,5-3-272 0,0 4-184 16,0-5-76-16,0 2-48 0,0-1-124 15,0 0-336-15,-9-3-564 0,6 0-632 0,-10 3-1164 16,-2-3-2177-16</inkml:trace>
  <inkml:trace contextRef="#ctx0" brushRef="#br0" timeOffset="56504.848">18913 4903 9232 0,'0'0'4881'0,"0"0"-4513"0,0 0-164 0,0 0-52 0,0 0 716 16,0 0 560-16,0 0-336 16,0 0-512-16,88 31-236 0,-60-31-64 15,4 0-108-15,-4-6-172 0,3-5-104 0,1 3-388 16,-4-5-236-16,0 3-336 0,-5-3-416 16,-6 7-1280-16,3-7-3741 0</inkml:trace>
  <inkml:trace contextRef="#ctx0" brushRef="#br0" timeOffset="57852.051">20247 4223 5700 0,'0'0'144'15,"0"0"4112"-15,0 0-3287 16,0 0-401-16,0 0-120 16,0 0 204-16,0 0 316 0,0 0 100 0,0 0-288 0,0 0-340 15,0 0-60-15,0 0 8 16,0 56 20-16,0-30 16 0,5 9-88 0,-5 3-16 16,4 3-112-16,-4 4-20 0,0 5-92 15,0 2-8-15,0-2-16 0,0 4-72 16,0 0 48-16,0-3 4 0,-4-3-52 0,4-4 4 15,0-6 0-15,0-3-4 16,0-7-100-16,0-2-84 0,4-4-24 16,4-3-188-16,-4-3-224 0,-1-3-364 0,5-4-600 15,1-3-1052-15,-1-1-1961 0,3-5-3102 16</inkml:trace>
  <inkml:trace contextRef="#ctx0" brushRef="#br0" timeOffset="58566.116">21757 4492 4744 0,'0'0'4032'0,"0"0"-2180"16,0 0-1311-16,0 0-117 0,0 0 216 15,0 0 448-15,0 0-84 0,0 0-272 0,-79 76-52 16,75-43-72-16,1 1 0 0,3 1-84 16,0-3-52-16,0-3-104 15,0-4-108-15,3-9-160 0,5-4-40 0,0-2-52 16,4-7 0-16,0 1-8 0,8-4-44 15,-4-7-104-15,8-9-76 0,-4-3-60 0,-1-4 24 16,2-2-36-16,-1 0-64 16,-5 3 148-16,-2-4-124 15,-5 7 136-15,-1 1 112 0,-3 1 84 0,0 5 4 16,-4-1 0-16,0 1 164 16,-8 1 8-16,-3 6-84 0,-2-2 136 0,-2 4 28 15,2-1 8-15,-6 4-52 0,2 4-200 0,-2 3-8 16,-1 5-40-16,0 1-96 0,0 0-48 0,4 3-68 15,1-4-232-15,2-3-512 0,5 4-684 16,1-6-1264-16,-2-1-2369 0</inkml:trace>
  <inkml:trace contextRef="#ctx0" brushRef="#br0" timeOffset="58851.663">22049 4391 1708 0,'0'0'7984'0,"0"0"-6924"0,0 0-663 16,0 0 403-16,60 66 556 0,-49-39 88 16,-2 0-260-16,-5 2-528 0,3-1-256 0,-3 5-140 15,-4 1-12-15,0 1-88 0,0 0-148 0,-4 0-12 16,1-3 0-16,-1-1-8 0,-5-8-4 16,5-4 0-1,4-7 12-15,0-5 0 0,0-7 124 16,0 0 160-16,0 0-108 0,0-7-92 0,9-5 8 0,2-10-84 15,5-10-8-15,4-6 0 16,4-4-96-16,0 1 12 0,-1 3-52 0,5 0-40 0,0 3-8 16,8 0-100-16,1 3-228 0,-5 4-328 15,0 2-216-15,-1 7-196 0,-8 3-808 16,-2 9-805-16,-5 2-2435 0</inkml:trace>
  <inkml:trace contextRef="#ctx0" brushRef="#br0" timeOffset="59452.523">23355 4298 9048 0,'0'0'1384'0,"0"0"905"16,0 0-1537-16,108-21-384 0,-72 17 52 0,3 4 428 16,-7 0-8-16,0 6-272 15,-4 1-180-15,-4 5-100 0,-3 1-140 0,-6 4 48 0,-2 1-20 16,-6 4 20-16,-7 6-32 0,0 5-80 15,-7 2 4-15,-14 6-84 16,1 1-4-16,-8 5-56 0,1-3-64 16,-1-3 108-16,0-3 12 0,4-2 56 15,4-8 56-15,4-6 160 0,9-5-76 0,2-8-36 16,5-3 24-16,0-3-24 0,5 1-36 0,6 2 204 16,9-3 348-16,7 3-164 15,5-2-208-15,5-4-148 0,2 0-44 0,5 0-4 16,4 0-100-16,-1 0-8 0,2-4-56 0,-1-2-4 15,3 0-220-15,-3-1-476 16,-4 1-372-16,0-3-364 16,-12 2-1348-16,4-6-3769 0</inkml:trace>
  <inkml:trace contextRef="#ctx0" brushRef="#br0" timeOffset="76137.292">25104 4498 6140 0,'0'0'988'16,"0"0"-196"-1,0 0 1048-15,0 0-547 0,0 0 439 0,0 0-156 0,0 0-60 16,0 0-200-16,0 0-328 0,0-66-272 15,8 50-296-15,9-4-188 16,-2-5-60-16,9-4 72 0,8-2-72 16,-4-3-76-16,8-1-84 0,-1 3-12 0,-2 4-84 15,3 2-12-15,-8 7 92 0,-9 6-40 16,1 3-4-16,-12 8-40 0,0 2-32 0,-8 0 24 16,5 5 96-16,-5 8 76 15,0 6 180-15,0 7-12 0,-9 9-168 0,1 9-76 16,-7 11-40-16,-5 11 36 0,-1 4-116 0,-3 6-76 15,1 4-12 1,-1-2-36-16,0 2 20 0,4-4 52 0,4-8 76 16,5-10 96-16,-2-12 4 0,13-11 32 15,-4-10-36-15,4-13-172 16,4-2-24-16,9-10 60 0,-2 0 88 0,9-10-140 0,0-8-108 16,4-5-24-16,4-2 108 0,-4-3 12 0,-5 4 116 15,-2 6-16 1,-2 6 48-16,-6 9-84 0,2 3 12 0,-7 3 124 15,4 13 172-15,-3 5-32 0,-1 8-128 0,-1 6 124 16,1 10 12-16,4 6 112 0,0 6-108 16,4 6 416-16,4 6-212 15,0 2-184-15,0 5-48 0,-4-4 96 0,4 2 100 16,0 0-76-16,-8-2 0 0,3 1 112 16,-6-4-52-16,-1-1-144 0,-4-2 120 15,0-6-124-15,0-2-32 0,0-4-16 0,0-6-32 16,0-8-76-16,-4-4 0 15,-1-8-12-15,-3-3-36 0,-3-6 44 16,-2-6-8-16,-2-7-232 0,-5-3 12 16,0-3-72-16,-4-3 12 0,-4-9-124 15,0-4 52-15,4-3 8 0,-4-6-136 16,5-5-4-16,3-3-308 0,3-6-620 0,6-2-340 16,-1-10-452-16,7 15-1673 0,5-27-1699 15</inkml:trace>
  <inkml:trace contextRef="#ctx0" brushRef="#br0" timeOffset="76490.163">25922 4921 40 0,'0'0'11629'16,"0"0"-9913"-16,0 0-1156 0,0 0 36 0,0 0 712 16,0 0 72-16,0 0-304 15,0 0-396-15,103 7-116 0,-63-7-136 16,0 0-72-16,7 0-140 0,5 0 28 15,4 3 64-15,-1-3-140 0,-2 0-168 0,2 0-72 16,-2 0-36-16,-10-3-4 16,-3-1-72-16,-4 1-252 0,-9-4-324 15,-7 4-76-15,-8 3-224 0,-3 0-676 0,-9 0-1216 16,0 0-1905-16,-24 10-995 0</inkml:trace>
  <inkml:trace contextRef="#ctx0" brushRef="#br0" timeOffset="76694.657">25898 5181 9412 0,'0'0'1641'0,"0"0"-781"0,0 0-320 15,0 0 264-15,0 0 644 16,0 0 104-16,0 0-344 0,112 29-268 16,-65-26-412-16,1 0-132 0,3-3-200 0,-3 0-24 15,8 0-172-15,-4-3 0 16,0-3-60-16,-4-4-196 15,-5 1-112-15,1-4-484 0,-4-3-152 0,-4 0-248 0,-4-3-808 16,-8 0-1861-16,-1-9-2479 0</inkml:trace>
  <inkml:trace contextRef="#ctx0" brushRef="#br0" timeOffset="77010.178">26515 4572 8372 0,'0'0'2184'16,"0"0"-1243"-16,0 0-1 16,0 0 856-16,80 22-84 0,-53-13-456 15,1 1-376-15,9 3-252 0,-5 3 120 0,3-1-24 16,1 1-396-16,-4 0-84 16,-4 6-240-16,0 1 44 0,-4-1 28 0,-9 6-16 15,2 1 12-15,-9 3-24 0,-8 0 16 16,0 5-4-16,-8 5 12 15,-5-1-64-15,-6 4 4 0,3-1-12 0,-5 1-72 16,2-4-24-16,-1-3 8 0,4 0-56 16,0-7-40-16,4 1-48 0,-4-3-36 15,4-3-12-15,-4-7-100 0,4-1 108 16,5-5-120-16,-6-3-212 0,5-1-536 16,-3-6-744-16,-2-3-768 0,6 0-1821 0,-10-3-2655 15</inkml:trace>
  <inkml:trace contextRef="#ctx0" brushRef="#br0" timeOffset="77884.177">28240 4019 964 0,'0'0'4732'0,"0"0"-3964"16,0 0-404-16,0 0 2800 0,0 0-1331 16,0 0-401-16,0 0-416 0,0 0 84 0,0 0-16 15,0 0-64-15,0 0-204 0,-32-35-248 16,29 52 132-16,-1 5 96 0,4 12-348 16,-4 14-104-16,-1 15-64 0,5 14-52 0,-4 9-164 15,0 9-60-15,-3 10-4 16,-5 2 4-16,-4 2-4 0,-1-2-4 0,6 0-108 0,-5-7 64 15,4-5-60-15,0-13 96 16,0-9-76-16,8-9-44 0,0-13-88 0,4-10 88 16,0-10-100-16,8-8-72 15,0-10-124-15,0-7-124 0,4-6-88 16,0-4-76-16,4-11-188 0,-4-8-312 0,0-5-476 16,-1 6-976-16,2-29-2561 0</inkml:trace>
  <inkml:trace contextRef="#ctx0" brushRef="#br0" timeOffset="78517.066">28555 4410 8432 0,'0'0'2380'0,"0"0"-1403"16,0 0 23-16,0 0 364 0,12 82 264 0,0-63-352 15,0-2-480-15,8-5-412 0,-4-3-4 16,7-2-120-16,-2-4 120 0,7-1-36 16,0-2 24-16,3-2-76 0,1-8-156 15,0 1-128-15,4-7 76 0,3-3-84 16,2-2 0-16,-2-6-8 0,5-1-52 0,-4 0-52 15,0-2-80-15,0 1-44 0,-9 1-8 16,1 3 100-16,-12 0 32 0,1 3-108 16,-14 6 20-16,-3 0 92 15,-4 2 72-15,0 6 24 0,-11 2 12 0,-6-1-224 16,2 3 112-16,-9 4 32 0,0 0 80 16,-8 4 84-16,0 9 64 0,-8 6 0 0,4 3 88 15,-8 6-76-15,5 4-28 0,-6 7-8 16,6 1 0-16,-1 2-64 0,8 2-48 15,1-2 64-15,6-2-16 16,9-4 12-16,1-1 16 0,7-7 56 16,3 1 16-16,5-7-48 0,0 1-52 0,0-4-56 15,9 0 4-15,2 0 124 0,6-1-56 16,-2 1-28-16,5-2-44 0,5 1 152 16,-2 1-44-16,-3 3 8 0,4 2 148 15,-5 1 525-15,6 3-345 0,-5-3-232 0,-1 7-92 16,-2-3-52-16,-6-1-68 15,2 0 56-15,-6 2-48 0,-3-2-4 16,-4-3-8-16,0 4-4 0,0-4 0 0,-11 4 4 16,-2-7-8-16,-2 1-4 0,-6-4-108 15,-3-4-64-15,5 1-156 0,-5-7-60 16,4-2 59-16,-4-4-23 0,4-3-232 0,4 0-200 16,-4-12-468-16,4-1-620 15,1-6-708-15,7 2-1869 0,-1-14-2855 0</inkml:trace>
  <inkml:trace contextRef="#ctx0" brushRef="#br0" timeOffset="78925.409">29316 5003 3696 0,'0'0'6456'16,"0"0"-5551"-16,0 0-17 0,0 0 796 15,79 4 152-15,-55-1-604 0,-3-3-360 0,-6 3-440 16,5 0-124-16,-8 4-96 0,0-1-104 16,-4 3 16-16,0 4 60 0,-8 0-96 0,0 7-4 15,-8-6-20-15,0 9-60 16,-4-4 56-16,0 0-52 0,5 0 4 0,-6-6 32 15,5-1-44-15,5 1-48 0,3-3-36 16,-4-4-40-16,4 4-24 16,0-4 0-16,0 3 136 0,4-2 4 15,-1 6 8-15,-3-4 68 0,0 3 32 0,0 1 0 16,-3 4-92-16,-9-2 40 0,-1 1-4 16,2 0-44-16,-9-3-84 0,0 0-88 15,4-4-124-15,0-3-188 0,0-6-160 0,1 0-312 16,2-6-708-1,1-10-984-15,9 3-2377 0,-6-21-2091 0</inkml:trace>
  <inkml:trace contextRef="#ctx0" brushRef="#br0" timeOffset="79238.693">29870 3873 11537 0,'0'0'3164'0,"0"0"-1768"0,0 0 16 16,-8 83 84-16,3-45-64 0,5 6-336 16,0 7-499-16,0 2-221 0,0 12-64 0,0 1-80 15,0 10-136-15,0 7-92 0,-3 2 4 16,-1 5 0-16,-4 1-8 0,-4-1-72 0,4-5 12 15,-4 1-84-15,8-3 20 16,-3-8-68-16,-2-1-160 0,1-1-49 0,0-3 13 16,1-7-172-16,-2 1 48 0,-3-10-112 15,9-8-248-15,-6-7-264 16,9-4-488-16,0-6-620 0,0-7-769 0,0-5-1387 0,0-5-436 16</inkml:trace>
  <inkml:trace contextRef="#ctx0" brushRef="#br0" timeOffset="82918.33">30591 4651 1188 0,'0'0'3064'15,"0"0"1444"-15,0 0-3060 0,0 0-299 16,0 0 71-16,0 0-164 0,0 0 136 15,0 0-160-15,0 0-112 0,-8-16-164 0,24 16-160 16,8-3 280-16,7 3 32 16,6-3-276-16,7 0-324 15,-1 0-128-15,-3-1-116 0,0-2-64 0,0 3 0 16,-5-4-96-16,-3 5-88 0,1-2 40 16,-1-2-124-16,-9 3-272 0,1 3-156 15,-8 0-500-15,-4 0-728 0,-8 3-1020 0,-4 3-2021 16,-8 7-2691-16</inkml:trace>
  <inkml:trace contextRef="#ctx0" brushRef="#br0" timeOffset="83118.755">30476 5029 10636 0,'0'0'1529'0,"0"0"-645"0,0 0-704 16,0 0 212-16,0 0 648 0,0 0 472 0,0 0-500 0,0 0-304 15,83 28-40-15,-47-24-152 0,0-4-184 16,4 0-148-16,-1-7-124 0,6-2-60 16,2-1-132-16,1-2-52 15,3-4-188-15,2 3-280 0,-5-3-448 16,3 4-592-16,-3-1-908 0,-12 7-1989 0,7-7-2691 0</inkml:trace>
  <inkml:trace contextRef="#ctx0" brushRef="#br0" timeOffset="83534.822">31986 4032 4772 0,'0'0'8261'15,"0"0"-6965"-15,0 0-1144 0,0 0-100 0,0 0 604 0,0 0 776 16,0 0 232-16,0 0-580 0,0 73-376 16,0-41-96-1,-5 2-88-15,5 5-160 0,-4 5 1 0,0 4-85 0,-3 6 0 16,3 3 8-1,-9 3-92-15,6 3-196 0,-1 8 60 0,0 1-60 0,-1 5 0 16,-2 2-84-16,-1 3-88 16,0 2 64-16,4-6-12 0,-4-1-4 15,4-7-56-15,0-7 24 0,-4-5-16 16,9-2 3-16,-6-5-39 0,5-7-144 0,0-2-148 16,0-4 12-16,0-3-160 0,4-3-200 15,0-4-412-15,0-3-872 0,0-6-968 16,0 0-3045-16</inkml:trace>
  <inkml:trace contextRef="#ctx0" brushRef="#br0" timeOffset="85886.352">3542 9210 4924 0,'0'0'6461'0,"0"0"-5573"16,0 0-416-16,0 0 220 0,0 0 284 15,80 39-144-15,-49-26-64 0,9-1-52 16,3 4-144-16,10 0-100 0,3-4-212 0,7-2-216 0,1-4-36 16,3-2 68-1,1-4-76-15,-4 0-84 0,-1-4 32 16,-3-2-144-16,0-4-128 0,-8 4-84 0,0-3-404 16,-8 2-296-16,-9 4-160 0,-11 0-1584 0,-11 3-2765 15</inkml:trace>
  <inkml:trace contextRef="#ctx0" brushRef="#br0" timeOffset="86113.247">3753 9722 1252 0,'0'0'6552'16,"0"0"-4348"-16,0 0-1920 0,0 0-144 15,0 0 132-15,0 0 641 0,0 0-105 0,0 0 328 16,103 53-168-16,-62-43-400 0,2-3-116 15,9-5-276-15,-5 3-76 0,2-5-48 16,2 0-12-16,-3-7-40 0,4-3-52 16,-5-3-20-16,9 1-232 0,-7-8-84 0,2 1-1008 15,-11 0-712 1,-8 1-33-16,-9-6-3503 0</inkml:trace>
  <inkml:trace contextRef="#ctx0" brushRef="#br0" timeOffset="86403.608">4020 9134 4912 0,'0'0'832'0,"0"0"1600"16,0 0-1368-16,0 0-252 0,0 0-24 16,0 0 269-16,87-3-201 15,-50 13-76-15,2 6-196 0,8 2-216 0,2 8-292 16,-2 2 88-16,1 5-164 0,0 1 4 15,-8 8-4-15,0-1 76 0,-5 4-36 0,-7-1-40 0,-7 3 0 16,-10 4 88-16,-7 0 124 0,-4 6 168 16,-8-3-280-1,-7 6 36-15,-5-2 16 0,-8-5 0 0,3 1-28 16,-6-8-116-16,3-6-8 0,0-8-12 0,1-4-176 16,3-9-124-16,-1 0-280 15,5-6-256-15,5-4-564 0,2-2-941 0,-2-1-2431 16</inkml:trace>
  <inkml:trace contextRef="#ctx0" brushRef="#br0" timeOffset="87784.123">6474 9410 6984 0,'0'0'68'0,"0"0"2356"15,0 0-1468-15,0 0-247 16,0 0 115-16,0 0-196 0,0 0-156 15,0 0-76-15,0 0-180 0,0 0 52 0,20-9 148 16,12 2 116-16,7-2 176 0,10 3-220 16,-2 2-72-16,1-2-116 0,-1 3-100 0,-2 0-88 15,-2 0-64-15,-2-4-48 0,-2 1 0 16,1-1-100-16,-4 1 0 0,-5 0-48 16,-3-1-128-16,-3 1-340 0,-5 3-228 0,-1 0-256 15,-6 3-440-15,-2 0-753 16,-3 0-1671-16,-8 3-1540 0</inkml:trace>
  <inkml:trace contextRef="#ctx0" brushRef="#br0" timeOffset="88301.226">6833 8899 5672 0,'0'0'284'0,"0"0"2524"16,0 0-1684-16,0 0-256 0,0 0-95 0,0 0 59 0,0 0-128 0,0 0-144 15,0 0-204 1,-24 48-64-16,24-16-76 0,0 9 124 0,0 10-112 16,0 9 76-16,3 13-104 0,5 6 100 0,1 7-96 15,-1 2-28 1,3 8-36-16,2-6-132 0,-2-8 4 0,2-8-4 0,2-16-4 16,-3-12-4-16,4-12-8 0,0-18-168 15,0-6-76-15,1-10 164 0,6-4 24 16,1-18-236-16,4-9-484 0,0-11-472 15,4-11-584-15,-12 11-1093 16,3-28-2927-16</inkml:trace>
  <inkml:trace contextRef="#ctx0" brushRef="#br0" timeOffset="88925.902">7224 8715 2520 0,'0'0'4032'0,"0"0"1329"0,0 0-4121 16,0 0-768-16,0 0-64 0,0 0 212 15,0 0 212-15,-9 67 100 16,9-29-132-16,0 6-244 0,0 7-196 0,0 9-164 0,4 3-108 16,1 8-76-16,-5 5-12 15,3 3 8-15,-3 1-12 0,4-4 4 0,0-6-160 16,0-10 48-16,-4-9 12 0,4-16-8 16,0-7-28-16,-1-11-16 0,6-8-168 15,-5-6-80-15,4-3 88 0,3-10-152 0,6-5-76 16,-1-4 224-16,0-6-136 0,4-5-44 15,-5 5 16 1,2 3 212-16,-2 3 140 0,2 6 52 0,-6 7-12 16,2 3 88-16,-2 3 0 0,1 0 368 15,-3 6 228-15,-6 7 0 0,5 2-116 16,0 5-116-16,-4-1-100 0,-1 3 40 0,6-3-68 16,-9-3-220-16,8-1-16 0,-4-4-276 15,3-5-104-15,-3 0 104 0,9-4 12 16,-2-2-344-16,2 0-480 0,2-8-600 0,2-3-385 15,2-3-327-15,-2 0 136 0,3 2 388 16,-5-1 1176-16,6 3 700 16,-6 1 248-16,1 3 520 0,0-1 704 15,-7 1 664-15,2 3-72 0,-3 0-540 16,-1 0-251-16,-2-1-109 0,3 1-188 0,0-3-368 16,-1-4-240-16,2 1-116 0,-1-7-116 15,3 0-60-15,-3-6-68 0,-3 2-4 16,-1 1 0-16,0 4 0 15,-4 5 108-15,0 2 128 0,-4 3 52 0,-5 3-92 0,-2-2-188 16,-1 4 88-16,-4 0 272 16,-4 0-184-16,4 4 60 0,1 5 76 0,2 3-116 15,1 4-84-15,0 6 48 16,4 3-24-16,4 5 88 0,0-2-40 0,1 1-136 0,3-4-60 16,0 0-112-16,7-6-184 0,1 0-100 15,5-6 124-15,-2-3 48 16,6-1-172-16,-2-5-324 0,5-4-60 15,-1-4-316-15,2-3-800 0,-6-1-1337 16,5-11-2831-16</inkml:trace>
  <inkml:trace contextRef="#ctx0" brushRef="#br0" timeOffset="89184.479">8092 9407 1708 0,'0'0'8152'0,"0"0"-6847"0,0 0-433 15,0 0 164-15,0 0 124 0,83 32-328 0,-71-16-24 16,0 5 44-16,-3 2 32 0,-5 6-156 15,-1 6-256-15,-3 1-228 0,0 1-108 16,0 1-136-16,-7 0-64 0,2-6 16 16,1-1 48-16,0-12 8 15,0-6 92-15,0-7 8 0,4-6 40 0,0 0-48 16,0-2-28-16,4-10-72 0,4-8-24 0,5-9 16 16,2-3-76-16,9-10-40 15,0 5-60-15,8-3-124 0,4 1-12 0,-1 4 24 16,5 0-212-16,1 0-312 15,6 4-332-15,-3-1-756 0,-12 12-1129 16,15-8-3551-16</inkml:trace>
  <inkml:trace contextRef="#ctx0" brushRef="#br0" timeOffset="89758.753">9450 9407 10708 0,'0'0'1557'0,"0"0"-1109"16,0 0-28-16,0 0 292 0,0 0 12 0,0 0-156 15,0 0-100-15,-56 69-56 0,56-36 132 16,4 2 200-16,9 0-136 0,-2-4-324 16,5-2-232-16,0-6-52 0,1-9-100 15,-2-3-136-15,2-5 184 0,2-6 52 16,1-10 88-16,4-2-24 0,-5-10-64 16,2-3-12-16,-6-7-112 0,2-3 120 15,-6 0-108-15,2 0-24 0,-6-1 60 0,1 11 28 16,-8 0 40-16,0 6-68 15,0 6 76-15,-4 1 12 0,-7 5-12 16,-10 1-40-16,1 2-132 0,-3 2 20 0,-1 2 152 16,0 2 16-16,4 5 20 15,-4 6-36-15,4-1-188 0,5 8-36 0,-6-2-24 0,9-2-120 16,4 1-248-16,0-5-1016 16,5-3-1569-16,3 1-3087 0</inkml:trace>
  <inkml:trace contextRef="#ctx0" brushRef="#br0" timeOffset="90022.717">9757 9243 8096 0,'0'0'2476'0,"0"0"-1819"15,0 0-413-15,96 21 320 16,-72-9 244-16,-5 8 8 0,-6 2-120 0,-6 4 188 31,1 2-92-31,-8 7-248 0,0 3-208 0,-4 4-160 0,-3-1-80 0,-6-3-44 16,1 0-40-16,5-10-8 0,-6-9 96 0,5-6 72 15,5-6 100-15,-5-4 200 0,4-3 44 16,0-3-220-16,-5-11-296 16,6 0 0-16,-1-9-60 0,4-5-136 0,0-7 8 15,7-4-56-15,10-3 8 0,7 5-72 16,-1 2-40-16,9 0 0 0,0 4-64 16,0 5-392-16,4 1-316 0,0 2-604 15,-4 10-833-15,7-2-2227 0</inkml:trace>
  <inkml:trace contextRef="#ctx0" brushRef="#br0" timeOffset="90452.185">10422 9338 9580 0,'0'0'3985'0,"0"0"-3513"0,0 0-128 16,0 0 212-16,0 0 172 0,-92 15-44 15,69-8-200-15,-5 5-184 16,0 1 12-16,-4 9-92 0,4 3-80 0,4 11 8 0,4-1 84 15,1 6 104-15,6 0 144 0,5-6-200 16,5 0-228-16,-1-14-4 16,4-1-48-16,0-10-12 0,4-7-172 15,7-3 184-15,2 0 0 0,6-13 148 16,9-9-124-16,0-9-24 0,4-11-296 0,8-6-108 16,-4-6-140-16,4 0 0 0,-5 1 32 15,1-1 152-15,1 3 36 0,-5 0-68 0,-1 0-48 16,-7 0 36-16,0 4 0 0,-8-4 112 15,-4 3 128-15,-9 1 116 0,1 2 48 16,-4 4 200-16,-4-1-36 16,-3 11 4-16,-1 2 196 0,-1 10 40 15,2 10 208-15,-1 2 120 0,4 7-24 0,-4 0-140 16,0 13-296-16,0 3-76 0,0 9-132 16,1 7 108-16,-2 9 108 0,1 7-44 0,0 3-40 15,1-1-48-15,2 7-88 16,-3-2-60-16,4 2-160 0,-3-3-60 15,3-3-76-15,-1-4-108 0,1-2-188 0,0-4-188 16,4-6-232-16,0-7-552 16,4-9-1124-16,0-3-2277 0,8-12-1711 0</inkml:trace>
  <inkml:trace contextRef="#ctx0" brushRef="#br0" timeOffset="90751.091">10669 9499 10856 0,'0'0'1405'0,"0"0"-1073"0,13 70 40 15,-13-45 404-15,3-6 552 16,1-3-16-16,0-9-712 0,0-4-404 16,5-3 92-16,6-10 60 0,2-2-40 15,2-11-12-15,5-5-296 0,0-4-112 0,-5-3-244 16,2-2-28-16,-1 1 84 16,-5 4-24-16,-2 4-36 0,-5 0 36 0,-5 5 80 0,-3 7 44 15,0 0 112-15,-7 7 88 16,-1 6 104-16,-5 3 288 0,2 5-128 0,3 9 12 0,-4 8 48 15,0 10-52-15,0 6 88 16,0 4-28-16,0 2-72 16,0 0-24-16,4-6-196 0,-3 0-40 0,2-6-248 15,5-6-144-15,0-8-216 0,4-8-216 16,0-3-156-16,8-7-436 0,1-10-48 16,6-6-593-16,-3-3-923 0,8-16-1320 15</inkml:trace>
  <inkml:trace contextRef="#ctx0" brushRef="#br0" timeOffset="90951.057">11084 9360 5276 0,'0'0'3252'16,"0"0"-1044"-16,0 0-535 0,0 0-397 16,84 60-364-16,-69-31-104 15,-2 3-192-15,-2 5-36 0,-3-2-108 0,-4 4 112 0,-4-2 48 16,0 2-236-16,0-4-212 0,-4-1-180 0,0-8-4 31,4-7 4-31,-4-7 108 0,4-5-104 0,0-7 64 16,0 0-72-16,4-7-84 0,4-5-116 15,1-7 140-15,10-10 12 0,1 1-372 0,8-7-236 16,0 0 108-16,4 0-88 0,4 0-92 16,7 3-496-16,-15 7-1316 0,24-10-3217 15</inkml:trace>
  <inkml:trace contextRef="#ctx0" brushRef="#br0" timeOffset="91837.308">12435 8975 10872 0,'0'0'1505'16,"0"0"-1377"-16,0 0-128 0,0 0 752 0,91-19 48 15,-59 13-100-15,-4-3-72 16,4 6 24-16,-9-1-184 0,1 4-156 0,0 0-204 16,-7 0-104-16,-6 10 68 0,-3 2 212 15,-8 7 52-15,0 7-76 16,0 5-12-16,-15 8-100 0,-2 2-48 0,-7 7-16 15,1-1-84-15,-1-3 64 0,4-2 32 0,0-7 4 0,8-3-88 16,4-7-12 0,4-6-160-16,4 3-48 0,0-3 60 0,12 0 24 15,4 0 112-15,4-3-64 0,0 3 64 0,0-3 12 16,-1-3 68-16,2 0-16 16,-10-1 48-16,2 4 156 0,-6-3-56 15,-3 3 32-15,-4-1 40 0,0 2-40 0,-11 2-12 16,-2 0-12-16,-6 3-48 15,-5-6-148-15,4-1-12 0,-5 2-120 0,2-11-112 0,3 0-208 16,0-6-272-16,4 0-120 16,0-6-112-16,4-7-248 15,8-6-540-15,-3 3-1369 0,7-16-3947 0</inkml:trace>
  <inkml:trace contextRef="#ctx0" brushRef="#br0" timeOffset="92014.989">13088 9407 13045 0,'0'0'1840'16,"0"0"-1336"0,0 0-52-16,96 44 92 0,-76-27 204 0,-1-9 232 15,1 6-448-15,-3-5-240 0,2-2-144 16,9-1-148-16,0-6-84 0,4 0-88 0,4 0-312 0,-1-6-516 16,2-7-452-1,-5 3-1344-15,3-5-4777 0</inkml:trace>
  <inkml:trace contextRef="#ctx0" brushRef="#br0" timeOffset="92688.428">14586 9296 7248 0,'0'0'1664'0,"0"0"-1056"0,0 0-364 15,0 0 508-15,0 0 753 0,0 0 179 16,0 0-140-16,0 0-888 16,-76-13-312-16,52 26-96 0,-4 3-72 15,1 6-40-15,-1 4 28 0,4-1-28 0,0 0-124 16,8-3-12-16,0-3-56 0,8-6 8 0,4-6 40 16,1-4-44-16,3-1 40 0,3 5-100 15,5-3 112-15,8 5 236 0,0 1-60 16,4-1 8-16,0 4-20 0,0-4-160 15,0 1 84-15,-4 0 36 0,-5 2 48 0,2-2 100 16,-2 3 60-16,2-4 48 0,-6 7-84 16,-3-7-112-16,0 8 24 0,-4-5 0 15,0 1-24-15,0 2-36 16,-8 5-64-16,-3-5-80 0,-2 1-4 16,-2 0-120-16,2-3-40 0,-2-4-48 15,-1-2-72-15,4-4-104 0,-1 0-120 0,2-3-112 16,3-3-76-16,4-10-180 0,-4-6-252 0,8-3-392 15,0-3-708-15,0 5-997 0,3-12-1879 16</inkml:trace>
  <inkml:trace contextRef="#ctx0" brushRef="#br0" timeOffset="93017.953">14753 9366 10092 0,'0'0'1469'16,"0"0"-657"-16,0 0 120 0,8 66 300 15,-8-34-48-15,-4 3 32 0,-4 0-220 0,-3-3-356 16,6-4-232-16,1-2-384 16,4-7-24-16,0-7-224 0,4-1-32 15,5-5-80-15,2-6 252 0,10 0 72 0,-2-6-124 16,5-10-176-16,0-6 16 0,4-3-92 16,-4-5 28-16,-1-2-16 0,2 1 8 15,-5 1 68-15,-1 3 148 0,-3 2 148 0,0 2-108 16,-7 10 112-16,-2 4 88 0,-3 2 24 15,-4 7-60-15,0 0 312 0,0 3 252 0,0 7-52 16,0 6 44 0,0 9-140-16,0 4-120 0,0 6-28 15,0 0-16-15,-4 0-44 0,0-7-112 0,4-6-148 16,-3-6-296-16,3-6-96 0,0-7-140 16,3-3-160-16,9-7-16 0,4-8-32 15,4-14-392-15,-4 7-1280 0,12-32-3397 0</inkml:trace>
  <inkml:trace contextRef="#ctx0" brushRef="#br0" timeOffset="93362.081">15359 8829 10468 0,'0'0'2493'0,"0"0"-1525"0,0 0-868 0,0 0 228 16,0 0 320-16,-24 86 544 0,13-41 132 15,-6-1-420-15,6 9-300 0,-6 2-236 16,2 5-256-16,2 0-112 0,2 1-40 15,3-7-56-15,-1-2-64 0,9-15 84 16,0-9-8-16,0-5-4 0,9-7-20 16,3-7-16-16,-1 1 76 0,5-4-28 15,5 0-60-15,2-3 128 0,1 0-52 0,4-3 52 16,-4 7-164-16,4-4 108 0,-5 4 56 16,1-1-116-16,-7 3 40 0,-2 1 72 15,2 2-40-15,-10 1 52 0,-3-3 48 16,-4 2 236-16,0 2-52 0,-4-2 28 15,-7 1-28-15,-6-5-60 0,2 6-48 16,-5-8-124-16,-4 1-124 0,-4-4-48 16,3-3-48-16,-2 0-200 0,3 0-48 0,-4-7-192 15,8-5-236-15,5-4-328 0,-2 0-460 16,13-3-769-16,1 7-1807 0,3-8-1292 16</inkml:trace>
  <inkml:trace contextRef="#ctx0" brushRef="#br0" timeOffset="94783.378">15925 9474 8704 0,'0'0'1616'0,"0"0"-955"16,0 0-265-16,0 0 92 0,0 0 332 0,0 0 356 15,0 0 24-15,0 0-632 16,0 0-368-16,-92 32-124 0,72-1 24 0,4 11 116 0,0-1 48 15,1 3 12-15,3-2-92 0,7-4-156 16,1-7-28-16,0-7-88 16,4-10-12-16,0-3-24 0,0-9-4 15,4-2-132-15,5 0 208 0,6-6 36 16,-3-7-60-16,4-2 28 0,0-5 36 16,0-2-104-16,-4 0-32 0,0 3 20 0,0 3 44 15,-4 4-32-15,4 7-36 0,-4 5-124 0,3 0 276 16,2 14 88-16,2 5 328 0,-2 9-28 15,2 4-160-15,-6 6-64 16,-1 6 36-16,-4 1-72 0,-4 6-16 16,0 3 24-16,-8 0 0 0,-1 0 16 15,-6 3 56-15,-2-5 16 0,-2-2 76 16,-1-9 20-16,0-6 136 0,4-7-224 0,0-8-168 16,4-8-64-16,4-5 0 0,-4-7-292 15,4-7-472-15,4-9-320 0,0-13 8 0,4-8-36 16,0-14-424-16,4 9-1213 15,8-34-3023-15</inkml:trace>
  <inkml:trace contextRef="#ctx0" brushRef="#br0" timeOffset="95017.982">16232 9474 9520 0,'0'0'916'0,"0"0"-464"0,0 0 333 15,0 0 151-15,71 73 224 16,-59-38 220-16,-4 9-168 0,-4 11-228 0,4 4-80 0,-8 5-216 15,0 8-220-15,0 5-172 16,0 2-116-16,0 4-92 0,-8 1-88 16,4-7-8-16,0-6 0 0,-3-5-276 0,3-14-68 15,4-17-32-15,-5-13 4 16,5-10-52-16,0-9-176 0,0-6-276 0,0-9-32 16,0-10-372-16,5-13-620 0,-1-10-629 15,-4 7-1963-15,0-29-964 0</inkml:trace>
  <inkml:trace contextRef="#ctx0" brushRef="#br0" timeOffset="95237.593">16287 9626 520 0,'0'0'7600'16,"0"-66"-5992"-16,4 46-668 0,4-5-283 0,5 0-117 0,2 3 40 15,-2 5 44-15,-2 2-64 0,1 5-128 16,4 4-64 0,-4 3-12-16,4-1-80 0,-4 4-12 0,0 0-60 0,-4 7-40 15,0-1-4-15,-4 7 4 0,-4 3-88 16,0 5 36-16,-8 6 56 0,-9 4-120 0,-6 4 40 15,-1 0-80-15,-4 0-8 0,4-6-72 16,5-4-132 0,-2-9-88-16,9-3-184 0,4-7-204 0,4-3-168 0,4-3-452 15,8-3-849-15,1-3-1739 0,19-17-1084 16</inkml:trace>
  <inkml:trace contextRef="#ctx0" brushRef="#br0" timeOffset="95441.449">17446 9592 14073 0,'0'0'1728'16,"0"0"-1352"-16,0 0-376 15,9 89 0-15,-9-61 228 0,0-3 532 0,-4 1-76 0,-1-4-512 16,1-5-172-16,1-5-208 0,3-3-28 15,0-5-288-15,0-2-136 0,0-2-196 0,0 0-636 16,-4-6-920-16,0-13-3745 16</inkml:trace>
  <inkml:trace contextRef="#ctx0" brushRef="#br0" timeOffset="95599.239">17419 9238 13281 0,'0'0'1688'0,"0"0"-1348"0,0 0 40 0,0 0 172 0,0 0-136 16,0 0-320-16,79-41-96 16,-66 36-324-16,-1-2-140 15,3 1-656-15,1 2-840 0,-4 1-2429 0,1 3-2203 16</inkml:trace>
  <inkml:trace contextRef="#ctx0" brushRef="#br0" timeOffset="95850.118">17634 9528 5124 0,'0'0'8385'0,"0"0"-7385"0,0 71-744 15,-4-53 72-15,4 1 388 16,-4-6 660-16,4-5-172 0,0-3-724 16,0-5-332-16,8 0-140 0,8-7 200 15,4-9-36-15,4-6-172 0,8-3-208 0,-5-1-160 16,1 0 72-16,0 8 136 16,-4 2-28-16,-4 9 52 0,0 7 136 0,-8 0 12 15,4 7 164-15,-9 5 168 0,6 1 52 16,-9 3 44-16,4 3-196 0,-5 3-124 15,2 0-120-15,-1 4-48 0,-4 2 48 0,4-2-112 0,-4-1-108 16,4-3-172 0,-4 1-396-16,4-1-380 0,0 0-600 0,-4-6-1436 15,3 7-3993-15</inkml:trace>
  <inkml:trace contextRef="#ctx0" brushRef="#br0" timeOffset="97350.975">17881 1739 8856 0,'0'0'3121'16,"0"0"-1065"-16,0 0-1284 0,0 0-444 0,0 0 140 0,0 0 324 0,-40-69 440 15,28 62-220-15,1 4-348 16,-6 0-296-16,2 3-132 0,-9 3-116 16,0 10-120-16,-4 6-4 0,0 13-80 15,-8 9 76-15,4 10 8 0,0 9 68 16,1 10-20-16,-1 5-36 0,4 6 88 0,4 1-40 16,3 4-52-16,6-7 76 0,7-7 16 15,8-7 72-15,0-12 8 0,8-11 40 16,3-7-24-16,10-10-100 0,-1-3-48 15,-1-9 0-15,5-3 64 0,4-7-28 0,-7-3-40 16,2 0-44-16,-3-7-84 16,-4-2-304-16,0-4-124 0,-5-2-260 15,-2-4-232-15,-1-4-380 0,-8 1-836 0,0 4-2321 16,-8-8-1639-16</inkml:trace>
  <inkml:trace contextRef="#ctx0" brushRef="#br0" timeOffset="97591.818">17491 2407 11477 0,'0'0'4144'0,"0"0"-2940"0,0 0-768 0,0 0-12 16,0 0 120-16,0 0 232 0,0 0 56 16,0 0-416-16,84-33-280 15,-65 22-136-15,1-3-136 0,0 2-84 0,-4 2-120 16,0-3-188-16,-4 7-28 0,-8 0 76 16,3 2 108-16,-7 4 64 15,0 0 96-15,0 13 188 0,0 6 24 0,0 9 224 16,0 8 8-16,0 2-68 0,0 9-28 0,0 1-64 15,0 2-72-15,0 5-76 16,0 2-48-16,0-2 60 0,5-3-8 0,-1 3-128 0,8-8-108 16,-5-1-556-16,10-8-1444 15,-6-13-2849-15,10 6-3319 0</inkml:trace>
  <inkml:trace contextRef="#ctx0" brushRef="#br0" timeOffset="98521.552">19538 8862 9428 0,'0'0'1048'0,"0"0"-443"0,0 0 79 15,0-68 300-15,0 49 164 0,-4 4 92 16,-3 5 72-16,-1 1-156 0,-5 2-228 0,2 1-312 0,-6 3-176 16,2 3-60-1,-9 0-172-15,0 3-100 0,-3 7-100 16,-1 8-8-16,0 11-72 0,-4 10 0 16,8 11-100-16,0 10 112 0,3 10 4 0,6 9 56 15,3 7 100-15,7 0 96 16,2-1 84-16,3-1 12 0,3-15 24 0,6-15 40 15,3-7-16-15,4-15-219 0,3-9-113 0,2-8 0 16,3-5 52-16,4-8 64 16,-1-2 92-16,1 0-60 0,0-12-92 15,4-3-64-15,-8-8-8 0,4-2-236 0,-8-4-181 16,-1 1-99-16,-2-1-36 16,-6 1-136-16,-3-2-52 0,-8 9-224 0,0 2-504 15,-4 1-572-15,-11 1-1036 0,2 7-1385 16,-14-2-167-16</inkml:trace>
  <inkml:trace contextRef="#ctx0" brushRef="#br0" timeOffset="98800.534">19336 9382 7596 0,'0'0'3044'16,"0"0"-771"-16,0 0-621 0,0 0-356 15,0 0 84-15,0 0-56 0,0 0-256 0,0 0-176 16,0 0-256-16,91 42-164 0,-67-42-191 16,-1-4-173-16,5-6-108 0,-3-1-100 0,-1-3-229 15,-5-2-291-15,1 0-100 0,1 3-148 16,-6-2-192-16,-2 2-304 15,-2 4-732-15,-3 2-464 0,0 1 167 16,-8 3 229-16,0 3 576 0,0 0 1588 0,0 0 120 16,0 6 1320-16,-4 0-428 15,0 4 104-15,4 2 237 0,0 5 111 0,0 2-304 16,0 3-132-16,4 3-148 0,0 3-100 16,0 4-144-16,4 3-176 15,-4-3-136-15,4 3-56 0,-5-2-128 0,6-3-140 0,-1 3-160 16,3-5-272-16,2-6-436 15,-1 0-604-15,0-6-1100 0,7-3-2565 0</inkml:trace>
  <inkml:trace contextRef="#ctx0" brushRef="#br0" timeOffset="99469.324">21519 9201 9744 0,'0'0'4269'0,"0"0"-3193"0,0 0-824 15,0 0-192-15,0 0 204 16,8 75 344-16,-8-36-24 0,-4 6-136 0,0-6-224 0,0-6-72 15,-5-1-104-15,6-9-48 0,-1-11-8 16,0 1-56-16,0-7 60 0,0-2-8 16,0-1-432-16,-4-3-480 15,0-3-552-15,-4-1-1108 0,-8-15-3045 0</inkml:trace>
  <inkml:trace contextRef="#ctx0" brushRef="#br0" timeOffset="99637.335">21280 8956 13073 0,'0'0'1448'0,"0"0"-804"0,0 0-364 16,0 0 336-16,0 0 124 0,56-69-56 15,-37 56-484-15,1 3-200 0,4 1-324 0,4-1-12 16,4 3-88-16,0 5-468 0,4 2-712 16,-12 0-1248-16,12 2-3337 0</inkml:trace>
  <inkml:trace contextRef="#ctx0" brushRef="#br0" timeOffset="99916.53">21845 9051 4500 0,'0'0'7141'0,"0"0"-6321"15,0 0-720-15,0 0 336 0,-32 80 416 0,17-54 340 16,-2-1-72-16,2-3-420 0,6-2-300 16,2-6-140-16,7 3-148 15,0-1-100-15,0-4 64 0,16-2 12 0,-4 3 20 0,12-1-96 16,0-5 136-16,4 2-52 0,0-3-20 15,4 1-68-15,-5-1 4 16,-3 1 48-16,0-1-60 0,0 0 52 16,-9 7 44-16,2-4-44 0,-6 4-4 15,2 4-36-15,-9-2 88 0,0 1-100 0,0 0-12 16,-4 3-76-16,-4-3-108 0,0-4 8 16,-5 1-156-16,-2-4-52 0,3 1-164 0,-5-7-64 15,-2 4-308-15,2-7-664 0,2 0-1184 16,-5-3-2725-16</inkml:trace>
  <inkml:trace contextRef="#ctx0" brushRef="#br0" timeOffset="100606.005">23754 9051 10876 0,'0'0'889'0,"0"0"-353"15,0 0-124-15,-76-6 252 0,48 6 352 16,4 4 44-16,0 4-320 0,1 6-200 0,3 5-128 0,-1 0 12 16,6 6-52-16,3 7-16 15,0 3 4-15,8 2 8 0,0 1-88 0,4-8-152 16,0-5-128-16,0-6-172 15,8-9-84-15,0-7-16 0,8-3 112 0,-1-10 148 0,6-5-148 16,3-11-248 0,4-10-52-16,-5-4-72 0,1-2 20 15,-4 5 84-15,0 1 188 0,-4 11 104 0,4 5 84 16,-8 6-36-16,4 7 52 0,-4 3 36 16,-1 4 288-16,2 4 440 0,-1 5-40 15,4 3-132-15,-1 8-48 0,2 2-100 0,-6 4-100 16,1-1-100-16,1 3 36 0,-2-1-60 15,-3 0-184-15,4-7 0 0,0-1-256 16,4-3-40-16,0-4-160 0,0-5-232 16,4-1-232-16,0-6-172 15,4 0-560-15,-4-3-1364 0,7-10-4209 0</inkml:trace>
  <inkml:trace contextRef="#ctx0" brushRef="#br0" timeOffset="101168.209">24423 8928 9972 0,'0'0'1561'0,"0"0"-905"0,0 0 84 0,88-10 432 15,-60 20 40-15,0 9-140 0,-9 3-224 16,-2 6-32 0,-2 4-160-16,-6 7-212 0,-1-1-200 0,-5 0-184 15,1-3-48-15,0-4-12 0,0-5-96 16,-4-5-88-16,5-2 0 0,-1-8 0 0,0-8-112 16,-1-3-188-16,5-3-148 0,9-10 624 15,-2-6-40-15,1-4 36 0,0-5-76 0,0-1-12 16,0 4 20-16,-4 3 72 0,0 3 8 15,-1 9-84-15,-2 4-32 0,-1 3 116 16,-1 3 212-16,1 3 152 16,1 7 104-16,-1 3-72 0,-5 5 0 0,5 5-76 15,-3 2-124-15,-1-3 12 16,0 3-60-16,-4-3-52 0,4 3-96 0,-4-2-8 16,0-4-100-16,0-3 8 0,0-3-84 15,0-3-160-15,0-7-396 0,0-3-388 16,3 0-364-16,1 0-492 0,0-7-749 15,0-12-2243-15</inkml:trace>
  <inkml:trace contextRef="#ctx0" brushRef="#br0" timeOffset="101436.702">25069 9106 10392 0,'0'0'2609'0,"0"0"-1325"16,0 0-764-16,43 69 136 0,-34-40 552 0,-1-4 44 15,-1-3-188-15,-3-2-440 0,5-11-316 0,2-2-140 16,-3-4 40-1,9-3 48-15,-2-7-24 0,5-8-96 0,1-4-136 16,-2-6-100-16,1-5-116 0,-4 2-40 16,-4 0 84-16,-4-1 36 0,0 7 16 0,-5-1 44 15,-3 8-108-15,0-5-12 0,-11 8 100 16,-6-1 88-16,2 6-104 0,-9 2 112 0,5 5 0 16,-2 0 76-16,5 2-76 0,0 8-4 15,0 3-144-15,1 6-12 0,2-4 12 16,1 5-100-16,5-1-108 0,-1-3-188 15,3-4-416-15,5 4-572 0,-4-3-1224 16,4-7-2357-16,0-6-1319 0</inkml:trace>
  <inkml:trace contextRef="#ctx0" brushRef="#br0" timeOffset="101671.662">25340 8941 8688 0,'0'0'2080'15,"0"0"-667"-15,0 0-209 0,99-3-380 0,-75 15-216 16,1 1-76-16,-6 6 132 0,-3 3 216 0,-4 3-148 15,-4 1-124-15,-4 6-104 16,-4-1-60-16,0 4-124 0,0-3-124 0,-8-4-64 16,0-5-56-16,0-4-28 0,8-6 60 15,-4-10 16-15,4 0 36 0,0-3-28 16,0 0 4-16,0-6 8 0,0-11-144 0,8-5-104 16,0-10-92-16,4-5 48 15,4-5-96-15,0-5-232 0,3 5-212 0,2 1-300 0,3 6-376 16,-9 10-1084-16,13 0-2829 15</inkml:trace>
  <inkml:trace contextRef="#ctx0" brushRef="#br0" timeOffset="102183.426">25802 8915 3828 0,'0'0'8637'0,"0"0"-7209"15,0 0-896-15,16 77 140 0,-13-49 548 0,6 1-124 16,-5-4-288-16,4-3-500 0,-1-2-228 16,2-2-80-16,-1-5-160 0,-1 0 12 0,1-4 12 15,1-6 24-15,2 0-172 0,1-3-336 16,1-3 248-16,-2-9 60 0,6-1-20 15,-6-6 8-15,6 3 96 16,-6-3 128-16,-3 6-36 0,4 4 32 16,-4 0-8-16,-4 4 24 0,0 3 88 15,0 2 24-15,0 0 256 0,-4 2 196 0,4 9 128 16,-4-3-168-16,0 3-96 0,0 1-68 16,0-2-100-16,0-1-148 0,0-2-24 15,0-4-148-15,4-3-36 0,4 0 160 0,-4 0 24 16,7-7 12-16,6-2-12 15,-2-7-12-15,5 0-88 0,-3 0 0 16,-2 3 88-16,6 0 4 0,-10 4-68 16,6 4 32-16,-6 1 44 0,2 1 172 0,-6 3 64 15,1 0 160-15,0 7 76 16,1 1-4-16,-6 5-100 0,1 4 64 0,0-3-68 16,0 6-32-16,0-7-76 15,0 3-256-15,0-3-4 0,4-4-168 0,-4-3-36 0,8 1 12 16,0-4-232-16,0-3-396 0,4 0-336 15,4-6-692 1,0-4-2664-16,4-9-4141 0</inkml:trace>
  <inkml:trace contextRef="#ctx0" brushRef="#br0" timeOffset="102671.331">26702 9004 13817 0,'0'0'2232'0,"0"0"-1564"0,0 0 352 16,-71 79 560-16,43-50-128 0,0 0-39 0,4-7-517 0,8-3-448 15,4-9-300-15,4-5-148 16,8-1-96-16,0-4-36 16,0 0-16-16,0 0-44 0,8 3-172 15,0-3 184-15,4 3 8 0,4-3-32 16,-4 0 96-16,0 0-16 0,0-3-57 0,0 3 121 16,-8-3-40-16,3 3 40 0,-7 0 12 15,4 0 40-15,-4 0-52 0,5 0 60 16,-5 0 0-16,4 3 240 0,4 3-19 0,-5 1-113 15,5 0-108-15,1-5-48 0,2-2 40 0,1 0-52 16,8-6-25 0,-3-10-183-16,2-6-132 0,5-7-64 0,0-6-72 15,0-7-40-15,-4 2-136 0,4-4-92 16,0-7-88-16,-5-3-148 16,1-4-64-16,1-5-420 0,-6-4-280 0,2 4-13 0,-10-1 549 15,1 10 1256-15,0 7 12 0,0 8 800 16,-8 8 80-1,4 9 281-15,-4 9-33 0,4 3 124 0,-4 10 176 0,0 0-80 16,0 0-168-16,0 0-352 16,-4 7-272-16,0 5-212 0,-4 7-136 0,4 11 36 15,-4 1 48-15,0 11 52 0,1 2-64 16,2 6-136-16,-3 2-96 0,0 8-44 0,1-3-4 16,-2 3-108-16,1 0-148 0,1-2-160 15,3-2-120-15,4-5-40 0,0-3-4 16,0 0 0-16,7-7-264 0,5-6-660 0,1-3-544 15,-6-13-861-15,5 3-3195 16</inkml:trace>
  <inkml:trace contextRef="#ctx0" brushRef="#br0" timeOffset="103287.883">28184 8788 12197 0,'0'0'956'15,"0"0"-956"-15,0 0-380 0,0 0 264 0,0 0 116 16,0 0 1200-16,0 0 64 0,0 0-696 16,0 0-208-16,-79 95-4 15,47-50 68-15,1 6 272 0,3-4 12 0,3-5-316 0,9-11-328 16,4-5-64-16,9-13-112 0,3-7-96 16,0-6 8-16,0 0-32 0,11 0 120 15,9 0 112-15,5 3 160 16,6-3-12-16,5 0-100 0,0 0-48 15,-4 0-76-15,-1 3 76 0,-3 4 48 0,-7-1 136 16,-6 3 64-16,-2 4 36 0,-6 3 72 16,-3 3-36-16,-4-1-100 0,-4 6-24 15,-3-3-48-15,-6 2-52 0,-2-4-48 16,-2-4-48-16,2-2-72 0,-2-6-184 16,6-7-124-16,-2 0-88 0,10 0-148 15,-5-13-300-15,8-3-52 0,0-9-404 0,8-10-772 16,-1 9-2049-16,13-25-1563 0</inkml:trace>
  <inkml:trace contextRef="#ctx0" brushRef="#br0" timeOffset="103600.615">28491 8887 11145 0,'0'0'2408'16,"0"0"-1052"-16,0 0-312 0,32 63 172 0,-28-28-64 16,-4 4 68-16,0-1-280 0,-4 3-208 0,-4-3-99 0,4-7-293 15,1-6-340 1,3-5-84-16,0-11-160 0,0-3-73 15,3-6 49-15,9 0 124 0,8-6-52 0,0-7-72 16,4-8-112-16,0-8-8 16,0 0-16-16,0-6 60 0,-5 4 72 15,-2-1 184-15,-6 3 40 0,-3 1 48 0,1 2 48 0,-9 1 100 16,0 9 124-16,0 7-28 0,0 5 148 16,0 1-120-16,0 3 80 15,0 3-84-15,0 4-260 0,0 8-4 0,0 11 176 16,0 2 64-16,0 10-24 0,0 4 96 0,0-4-147 15,0-3-169-15,0-10-269 0,0-3-119 16,0-9 12-16,7-7 8 16,1-6-192-16,0 0-92 0,8-9-108 0,0-13-504 15,4-3-1032-15,-4-1-2525 0,4-22-2479 16</inkml:trace>
  <inkml:trace contextRef="#ctx0" brushRef="#br0" timeOffset="103916.545">28977 8432 11881 0,'0'0'2132'0,"0"0"-1208"0,0 0-472 16,0 0 152-16,0 0 660 0,0 0 332 16,-3 86-360-16,-5-38-576 0,-1 6-220 15,-2 2-40-15,-2 2 13 0,2-1-325 0,3-3-88 16,0-3-136-16,3-6-205 16,1-1 37-16,4-9 0 0,9-4 108 15,3-6 4-15,3-2 56 0,5-4-20 0,1-3 44 16,3 0-72-16,3-3 176 15,-3-1 8-15,4 1-84 0,-4 0 32 0,0-4-8 16,-1 5 52-16,-6-6-100 0,-6 5 96 16,2-3-76-16,-9-3 84 0,0 2 4 15,-4-4-148-15,-4 2-152 0,-4 0 300 0,-8-1 0 16,-5 4-76-16,-2-4-132 0,-5-3 0 16,0 0 60-16,-4-3-136 15,0-3-224-15,1-6-624 0,-5-4-680 16,4 0-1004-16,4 1-2105 0,-4-5-1603 0</inkml:trace>
  <inkml:trace contextRef="#ctx0" brushRef="#br0" timeOffset="104439.62">29607 8941 11701 0,'0'0'1548'0,"0"0"-1496"15,0 0 176-15,0 0 268 0,0 0 200 16,0 0 364-16,-76-20-20 0,56 37-344 0,5 5-100 16,-6 10 108-16,1 5-4 15,1 5-100-15,-1-1-52 0,8-3-12 16,-1-9-368-16,10-7-168 0,3-6-192 0,0-9-76 0,0-2-24 15,7-5 60 1,2 0 96-16,6 0 76 0,6-9-40 0,-1-7-44 16,3-3-28-16,-3-3-124 0,4 3 88 15,-4 3 36-15,-8 4 0 0,0 5-24 16,0 4 48-16,-4 3 0 0,0 6 148 16,3 7 184-16,-2 3 88 0,-1 3-76 0,0 6-60 15,0 0 36-15,-4 3-160 0,8 5 100 16,-8 2-52-16,3-1 88 0,2 5-76 0,-5-1 40 15,0 2-64 1,0 6 0-16,-4-2-44 0,0 1 8 0,0-1 60 0,-4 3-64 16,-8-2 116-1,-4-1-12-15,-5 1 8 0,2-7-60 16,-1 0 40-16,0-9 8 0,-4-4 52 0,4-6-40 16,0-6-20-16,-3-4-100 0,-1-5-64 0,3-4-180 15,-3-4-156-15,1-12-100 0,3-9-52 16,0-7-28-16,0-9-272 0,12-9-688 0,0-5-1164 15,8 11-2369-15,0-24-1475 0</inkml:trace>
  <inkml:trace contextRef="#ctx0" brushRef="#br0" timeOffset="104704.218">29913 8960 10332 0,'0'0'1829'15,"0"0"-1329"-15,0 0 48 0,32 83 648 16,-28-50 228-16,1 12-44 16,-1 6-376-16,0 3-268 0,-4 7-180 15,4 5 16-15,-4 1-180 0,0 6-208 0,-4 3-112 16,-4 4-60-16,-1 2-12 16,-2 0-8-16,-1 1-76 0,0-7-28 0,0-9 40 0,4-7-72 15,0-6-200-15,4-13-232 0,4-9-12 16,0-9 192-16,0-14 88 0,0-5-140 15,0-4-332-15,7-16-488 16,2-10-476-16,3-15-224 0,-5 9-433 16,14-41-2083-16</inkml:trace>
  <inkml:trace contextRef="#ctx0" brushRef="#br0" timeOffset="104905.373">30046 8972 8796 0,'0'0'1292'15,"0"0"-1060"-15,0 0 312 16,0 0 369-16,0 0-81 0,86-12 48 0,-69 15-140 0,3 6-236 0,-8 1 76 16,-1 2-200-16,-2 7 68 15,-9 0-156-15,0 4-116 0,-9 5-40 16,-6-2-60-16,-9 3-64 0,-4-1 36 16,-4-2-48-16,0-1-164 0,0-6-260 0,0-4-196 15,4 2-236-15,4-9-412 0,5-1-1164 16,3-3-3257-16</inkml:trace>
  <inkml:trace contextRef="#ctx0" brushRef="#br0" timeOffset="105222.682">30695 9099 15661 0,'0'0'2856'0,"0"0"-2340"15,-32 73-432-15,16-41 372 0,0 2 180 16,0-1 256-16,4-8-360 0,4-6-400 0,8-6-132 0,0-3-8 16,12-4-92-16,4 0-20 0,8-3-88 15,0-3-20-15,4 0-80 16,4-13-44-16,-4-2-40 0,0-4 100 16,0-7-28-16,-5 1-84 0,-3-1 96 0,-8 4 112 15,-4 0 84-15,-4 3 100 16,-4 0 0-16,-9 0 12 0,-6 0-12 0,-5 3-144 15,-8-1 152-15,1 5-192 0,3 5 112 16,0 1-64-16,-1 6 144 0,6 0-128 16,3 4-88-16,-1 3-240 0,6-1-884 15,-1 0-796-15,8 0-849 0,-4 1-2567 16</inkml:trace>
  <inkml:trace contextRef="#ctx0" brushRef="#br0" timeOffset="105375.302">30926 9172 12077 0,'0'0'2444'0,"0"0"-1548"16,84 3-192-16,-49-9 188 0,1-10-248 0,-4 1 64 16,3-11-180-16,-3-3-344 0,9-3-184 15,-9-2-540-15,3-1-636 0,-7 0-288 16,-4 3-596-16,-8 10-820 0,-8-7-2657 0</inkml:trace>
  <inkml:trace contextRef="#ctx0" brushRef="#br0" timeOffset="105583.961">31169 8772 8748 0,'0'0'1848'16,"0"0"-1099"-16,0 0 147 0,-44 85 560 0,36-52-88 16,0 5 8-16,4 0-492 0,4 3-328 15,0 7-124-15,0 3-48 0,0 3-40 16,0 10-76-16,0-1 52 0,0 7-124 0,0-1-36 16,0 4-148-16,-8-6-12 0,0-4 0 15,4-5-8-15,-4-8-64 0,0-2 20 16,1-7 44-16,-2-5-88 0,1-2 84 0,0-5 0 15,1-7-148-15,-6-6-244 16,6-4-176-16,-5-5-208 16,-1-4-160-16,-2-3-80 0,-5 0-460 0,-4-13-768 0,4 4-529 15,-8-17-2799-15</inkml:trace>
  <inkml:trace contextRef="#ctx0" brushRef="#br0" timeOffset="106075.552">32224 8560 12465 0,'0'0'1516'0,"0"0"-1148"0,0 0-368 0,0 0-12 16,0 0 12-16,0 0 468 15,0 0 212-15,0 0-200 0,0 0-204 0,-83-7 40 16,47 42 220-16,-4 9 120 0,1 17 24 0,-6 6-124 16,2 11-128-1,-1 5 0-15,4 3-96 0,8 0 96 0,9-4-4 16,6-6-96-16,10-9-156 0,7-13-76 0,0-9 40 16,11-11-88-16,13-4 25 0,4-12 71 15,8-5-68-15,4-7-16 0,4-6-60 16,7-12-8-16,-3-7-309 0,0-11-231 15,0-1-36-15,-12-3-368 0,-8-5-152 16,-4 4-608-16,-9 0-1220 16,-6 9-2425-16,-9-11-3286 0</inkml:trace>
  <inkml:trace contextRef="#ctx0" brushRef="#br0" timeOffset="106341.776">31962 9112 14749 0,'0'0'2500'0,"0"0"-1668"0,0 0-672 16,0 0 284-16,0 0 168 0,0 0 480 15,79 45-80-15,-39-45-343 0,8 0-321 0,0-7-296 16,3-5-52-16,1-8-376 16,0 1-65-16,-4-4-155 0,-4 4-184 15,-4 0-248-15,-9 5-328 0,-3 3-452 16,-7 5-516-16,-6 6-16 16,-11 3 211-16,-4 11 417 0,0 5 1100 0,-12 9 612 15,-4 4 856-15,-3 9 664 0,-2 0-36 0,1 10 9 16,5 0-181-16,-6 2-296 0,10 6-372 15,-1-1-204-15,4 3 0 0,0 0-60 0,0-4 80 0,4 0-148 16,4-3-312 0,0-7-12-16,0-2-588 0,0-3-1020 0,4-14-1296 0,0 7-3625 15</inkml:trace>
  <inkml:trace contextRef="#ctx0" brushRef="#br1" timeOffset="-186178.254">378 11157 4744 0,'0'0'6657'15,"0"0"-5249"-15,0 0-640 0,0 0-160 16,0 0 12-16,0 0 352 0,0 0-68 15,0 0-160-15,0 0-148 0,0 0-40 0,0 0-40 0,56 7-108 16,-32-5-140-16,0 1-108 16,4 4-28-16,-5-5-20 0,9 2-72 15,-4 3-40-15,0-7-12 16,4 3-48-16,0 0-16 0,-1-3 28 0,-3 2 36 0,4-2-36 0,4 4 48 16,-4-4-4-1,8 6 4-15,0-2 8 0,3 3-8 0,2-2 4 16,2 2 4-16,1-5-8 0,4 5-48 15,3-3-4-15,5-1 4 0,-4-1 44 0,8-2 0 16,-1 0 4-16,1 0-4 0,5-2-56 16,-2-1 48-16,5-3-36 0,-1-1-4 15,1 3 52-15,4 1 4 0,0-2 0 16,-1 1 0-16,1 4 0 0,0-3 4 0,0 3 44 16,-1 0-44-16,0 0-8 15,-2 0-44-15,-2 3 32 0,5 1 12 16,0 1-12-16,-5 2-84 0,5-5-16 15,-1 3 16-15,2 1 32 0,2-3 4 16,1-1 48-16,4-2 8 0,-1 0 4 0,1 3 48 16,4-3-36-16,-8 0 52 0,3 4-64 15,-3-4-12-15,-1 0-4 0,5 3 4 0,-4-3 12 16,3 4 4 0,1-4-4-16,0 0-4 0,4 3-4 0,-1-3-4 15,5 0 0-15,-1 0 0 0,5-3 8 0,0-4-8 16,-1 0 0-16,5 5-76 15,-5-5 40-15,4 0 8 0,2 1 40 0,-2 0 4 0,1-3 8 16,3 2 36-16,-3 0-48 16,7 2 112-16,1-5-100 15,3 4 36-15,1-4 32 0,0 1-80 0,7-4-124 16,0 0 52-16,1-3-4 0,4 1 76 16,3-4 4-16,-4 3-4 0,10-3 4 15,2 3 4-15,-4-3 0 0,9 3 80 16,-1-1-88-16,1-2-4 0,4 4-8 0,-2-1 4 15,2 0-4-15,4 0-48 0,-2 1 60 16,6-1 52-16,-5 2-52 0,5-1-60 16,-4-3 12-16,3 4 40 0,-3-1-40 15,-2-2-16-15,6 2 64 0,-5 2 8 0,1 0 0 16,0 4-8-16,-6-4-80 16,6 7 68-16,-4-4 8 0,3 7 0 15,-4-4-4-15,1 7 4 0,-1-2 4 16,1 2-8-16,-4 0-48 0,-5 0-212 0,0 2 104 15,5 2 104-15,-5-1 0 0,1 0 8 16,-1-3 52-16,1 0 24 0,3 0-20 16,-4 0-4-16,1 0-8 0,-1 0-4 15,5 0 8-15,-5 0 4 16,1-3 48-16,3 0-36 0,1-1 72 0,3 2-20 16,-3-3-64-16,-1 3-12 0,4-1-100 15,-3-3 108-15,-1-1-48 0,1 4 52 16,3-3 0-16,1 3 12 0,-1-4 48 0,0 4-60 15,1-4 0-15,-5 2-24 0,9-1 24 16,-5-1 8-16,5 0-4 0,-1 2 68 16,4-2-8-16,1 0 20 0,-1 4-84 15,1-3-72-15,-1-1-16 0,1 4 80 0,-1 0 8 16,0-3 0-16,5 2 8 16,-5-2 4-16,5 3 0 0,-5 0-12 15,1-4-12-15,-1 4 12 0,4 0 12 16,-4 0 40-16,5 0-48 0,0-1 68 0,-1 4-60 15,-4-3-12-15,5 3-40 0,-1-3 40 16,1 3 40-16,-1 0-36 0,0-3-4 16,4 3 12-16,-3 0 0 0,3-3-12 15,-4 3-64-15,4 0 56 0,-3-3 4 0,8 3 4 16,-5 0 64-16,0 0-56 16,0 0-12-16,6 0 4 0,-6 0-112 15,-4 0 0-15,4 0 112 0,-3 3 4 0,3 0 0 16,-4 3 40-16,4 1 44 0,-3-1-88 15,-5 3-88-15,5-2 64 0,-1-1 24 16,5 3 4-16,-1-2 60 0,0-1-60 16,-3 0 4-16,3 1-8 0,-4 0-108 0,1 2 16 15,-1-3 92-15,0 0 0 0,-3 5 136 16,3-3-132-16,1 3-4 0,-5-3 0 16,0 3-96-16,-3-2 16 0,4 1 80 0,-5-1 0 15,0 1-4-15,-3-1 4 16,3 0 4-16,-3 1-4 15,-1-1-12-15,1 1-36 0,-1 0-52 0,-4-3 100 0,5 1 0 16,-1-2 60-16,-3 5-48 0,4-6 4 16,-9 5 52-16,5-3-68 0,-5 2 0 15,-4-3-8-15,5 4-44 0,-5-3 52 16,4 1 12-16,-4-1-12 0,2 0 12 16,-6-1 112-16,0-1-124 15,1 6-88-15,-5-5 16 0,5 1-16 0,-1-1-12 16,-4-3-12-16,6 3 40 0,-6 1-40 0,1-1 48 15,-1 0 56-15,-3 1 4 0,-5-4 8 16,4 3-4-16,-3 1 12 16,0-5 88-16,-5 5 60 0,1-4 28 0,0 4-28 0,-1-5-48 15,1 5-40-15,-5-3 40 0,5-1-68 16,-5 4-40 0,5-5-8-16,-4 1-32 0,-1 4-64 0,-4-4 96 0,1 1-56 15,-4-2-224-15,-1 2 172 16,-3-2 24-16,-1 2 88 0,2-2 48 15,-11 3-36-15,10-3-12 0,-8 2 0 0,3-1 0 0,1-1 76 16,0 1-76-16,-4 1 148 16,-1-1-64-16,1 4-8 0,-9-4-64 0,-15 0 112 15,-20 0 12-15,-23 1-40 0,-17-4 28 16,-4 0-36-16,0 0 8 0,0 0 16 16,0 0-64-16,0 0-48 15,0 0-12-15,0 0 12 0,0 0 0 0,0-4-56 16,0 4 4-16,0-3-92 0,0 3-204 15,0-3-380-15,0 0-552 0,0-4-776 16,0-3-2717-16,0-6-3335 0,0 62 6588 0</inkml:trace>
  <inkml:trace contextRef="#ctx0" brushRef="#br1" timeOffset="-185094.6">836 11855 1032 0,'0'0'10625'0,"0"0"-8681"16,0 0-1156-16,0 0-320 0,0 0-4 16,0 0 316-16,96 19 72 0,-61-15-204 0,6 2-252 0,2-3-160 15,-3-3-152-15,4 0-72 16,0 0-4-16,-4 0-8 16,-4-6-68-16,3-1 56 0,-7-2-160 0,0-5-436 0,0 0-476 15,-4-3-288-15,-8 1-572 16,-4 7-1141-16,-13-8-2887 0</inkml:trace>
  <inkml:trace contextRef="#ctx0" brushRef="#br1" timeOffset="-184876.501">1047 11903 3888 0,'0'0'1144'0,"0"0"3624"0,0 0-3131 0,-20 86-713 0,20-55-92 0,0 7 224 15,9 4 156 1,2 2-116-16,-3 3-240 0,1 5-348 0,-5-2-272 15,-1 4 0-15,1 1-164 0,-4-5 52 16,0 1-52-16,0-7-72 0,0-2-8 0,-4-8-56 16,4-5-8-16,-3-10-52 0,3-6-124 15,0-4-444-15,0-5-316 0,0-1-240 0,0-3-716 16,3 0-1289-16,-3-10-2751 0</inkml:trace>
  <inkml:trace contextRef="#ctx0" brushRef="#br1" timeOffset="-184716.558">1016 12408 1528 0,'0'0'116'0,"0"0"6568"16,0 0-4848-16,0 0-739 15,0 0-5-15,0 0 260 0,0 0 344 16,0 0-352-16,83 28-336 0,-63-21-364 0,4-1-324 16,0 1-260-16,0-1-60 15,4-6-48-15,-5 0-24 0,9 0-252 0,-4-4-256 16,8-2-440-16,0-7-712 0,-12 4-2156 15,16-5-3137-15</inkml:trace>
  <inkml:trace contextRef="#ctx0" brushRef="#br1" timeOffset="-184342.048">1729 12423 5804 0,'0'0'3276'0,"0"0"-271"16,0 0-1089-16,0 0-516 0,0 0 84 15,-88 35-172-15,72-22-312 0,-4 3-364 0,8 3-304 0,-4 7-100 16,4-5-12-16,5 5 0 16,2-8-112-16,1-1-108 0,4-4-208 15,0-7-132-15,0 0 84 0,0-2 24 0,4-4-16 16,5 0 52-16,-2 0-12 16,1 0-48-16,0 0-40 0,4-7 0 15,0-2-36-15,4-4 72 0,-8 1 84 16,4-1-36-16,-4 3-8 0,0 0-16 15,-4 5 60-15,4-2 76 0,-5 7 36 0,-3-4-8 0,5 4-140 16,-5 0 212-16,4 7 212 16,0-1 248-16,0 7-88 0,4-1-84 15,-5 5-40-15,6-2-116 0,-5-2-52 16,4 0-80-16,-1-4-60 0,2 1-140 16,-1-4-196-16,0 1-264 15,3-4-320-15,2-3-572 0,2 0-856 0,-2 0-1757 0,6-10-1667 16</inkml:trace>
  <inkml:trace contextRef="#ctx0" brushRef="#br1" timeOffset="-184138.259">2115 12414 12 0,'0'0'9284'16,"0"0"-6255"-16,0 0-1221 0,0 0-380 15,-63 76 128-15,43-54-108 0,3 7-196 0,6-4-544 16,-1-2-376-16,3-1-176 0,2-6-156 15,7 0 0-15,0-10-120 0,0 1-76 16,0-5-108-16,3 2-64 0,6-4-84 0,3 0-40 16,-1 0-48-16,6-4-64 0,2-8-428 15,5-4-664-15,-4-3-768 0,1-1-1805 0,10-11-2295 16</inkml:trace>
  <inkml:trace contextRef="#ctx0" brushRef="#br1" timeOffset="-183916.344">2394 11919 3360 0,'0'0'576'0,"0"0"1752"0,0 0 2513 0,0 0-3149 0,-12 92-544 15,12-47 52 1,-4 5 136-16,4 4 120 0,0 9-152 0,0 1-432 16,4 2-360-16,0 2-220 0,0-5-240 0,0-3-52 15,0-7-12-15,4-7-292 16,3-11-196-16,-2-10 132 0,3-6 112 0,-5-9-224 15,2-1-396-15,-1-9-552 0,-8 0-392 16,0-2-624-16,0-9-413 16,-4 2-1099-16,-12-7-504 0</inkml:trace>
  <inkml:trace contextRef="#ctx0" brushRef="#br1" timeOffset="-183788.939">2167 12519 2832 0,'0'0'1380'16,"0"0"-480"-16,0 0-668 0,0 0 1840 15,0 0-736-15,0 0 176 0,0 0-107 0,0 0-189 16,0 0-196-16,115 0-232 15,-66-10-336-15,2-6-452 0,1 1-100 16,-4-5-292-16,-4 1-520 0,-9 3-468 0,-3-3-793 0,-12 6-2219 16</inkml:trace>
  <inkml:trace contextRef="#ctx0" brushRef="#br1" timeOffset="-183491.831">948 13169 7200 0,'0'0'4637'16,"0"0"-4405"-16,0 0-80 0,0 0-152 16,0 0 1124-16,79-3 388 0,-35-3-140 15,16-3-248-15,4-3-344 16,11-2-140-16,5 1-124 0,-1 1-108 0,9-1-128 0,-4 1-108 15,4 2-112-15,0-3-12 0,0 4-48 16,-5 2-8-16,4 1-52 0,-3-1-28 0,-5 0 40 16,2 5 48-16,-6-4-172 0,-3 2-232 15,-8 2-96-15,-4-5-68 16,-4 3-112-16,-9-1-240 0,5-2-800 0,-16 4-976 16,7-9-3097-16</inkml:trace>
  <inkml:trace contextRef="#ctx0" brushRef="#br1" timeOffset="-183261.197">3347 12446 16641 0,'0'0'2872'16,"0"0"-2872"-16,0 0-556 16,0 0-100-16,0 0 656 0,79 10 236 0,-72-10 208 15,-2 0-420-15,-5 2-24 0,0 2-456 0,0-1-892 16,0 3-2508-16,-12 7-3557 16</inkml:trace>
  <inkml:trace contextRef="#ctx0" brushRef="#br1" timeOffset="-183108.4">3366 12804 13921 0,'0'0'2664'0,"0"0"-2152"15,0 0-508-15,0 0 392 0,0 0 160 0,0 0-60 16,0 0-496-16,0 0-284 0,0 0-696 0,84 32-536 31,-73-32-1548-31,6-3-5445 0</inkml:trace>
  <inkml:trace contextRef="#ctx0" brushRef="#br1" timeOffset="-181275.237">5143 11722 1172 0,'0'0'6220'15,"0"0"-3292"-15,0 0-1087 0,0 0-245 16,0 0-128-16,0 0 228 0,0 0-296 0,0 0-376 16,0 0-448-16,0 0-332 15,-7-10-124-15,10 26 164 0,5 9 68 0,-4 7-36 0,5 9 36 16,-2 7-23-16,1 3-37 16,0 2-100-16,-4 8-192 15,0 0-8-15,0 3-4 0,-4-1-84 0,0-6-24 16,0-7-64-16,0-5 15 0,0-10 73 15,4-10-64-15,0-6-8 0,0-3-200 16,0-6-264-16,-4-4-104 0,4-3-356 0,-1-3-556 16,-3 0-464-16,5-6-408 0,-5 0-289 15,0-13-1891-15</inkml:trace>
  <inkml:trace contextRef="#ctx0" brushRef="#br1" timeOffset="-181099.048">5164 12172 3616 0,'0'0'756'0,"0"0"276"0,0 0 3480 0,0 0-2951 0,0 0-329 15,0 0-200-15,0 0 108 0,0 0-72 0,0 0 64 0,51-31-204 16,-27 34-112-16,4 3-228 16,-4-3-124-16,8 1-144 0,-4-1-136 15,4-3-116-15,-1 0-68 0,1 0-108 16,0-7 96-16,0-2-112 0,0-3-280 0,3-1-308 16,-3-6-296-16,0 0-648 0,0 0-996 15,-12 0-2265-15,4-10-2359 0</inkml:trace>
  <inkml:trace contextRef="#ctx0" brushRef="#br1" timeOffset="-180900.89">5665 11769 6824 0,'0'0'1444'0,"0"0"2589"0,0 0-3521 0,0 0-244 16,0 0 688-16,-11 70 496 0,11-44-44 15,0 5-404-15,4 1-288 0,-1 4-172 16,5 1-104-16,-4 5-60 0,-4 2-160 15,0 3-220-15,0 2-12 0,0 1-148 16,0-2-132-16,0-4-212 0,0-3-272 0,0-5-312 16,4-8-476-16,5-9-1080 0,-2-6-2217 0,5-10-2355 15</inkml:trace>
  <inkml:trace contextRef="#ctx0" brushRef="#br1" timeOffset="-180475.398">6769 11795 3740 0,'0'0'5280'0,"0"0"-1239"16,0 0-3393-16,0 0-228 0,0 0 996 16,0 0 400-16,0 0-716 0,0 0-568 15,0 0-372-15,-95 56-16 0,63-33-20 16,-5-1-12-16,1 4-100 0,-3-1-12 0,-1 4-64 15,-4 3-20-15,0-3 72 0,0 2 0 16,1 1-52-16,7-7 64 16,0 0 100-16,8-3 12 0,4-5-108 0,4-2 8 0,8-3-8 15,1-5 4-15,6 0 52 0,1-4-48 0,4 1-4 16,4 2 128-16,5 3-132 16,2 1 204-16,9 6 96 0,4-4 88 15,0 4-112-15,4-3-72 0,-4 0-100 0,4-1-100 16,0 4 76-16,0-4 112 15,0 5-100-15,0-4-48 0,-5-1 32 16,1 1-80-16,-4 3-4 0,3-3-8 0,-2-1 0 16,-5 1-52-16,-4-4-20 0,4 1 36 15,-8-1-48-15,3-3-16 0,-3 1-92 16,5-1-224-16,-6-2-196 0,1-2-232 16,5-2-264-16,-6 0-732 0,1-2-2056 15,5-11-2705-15</inkml:trace>
  <inkml:trace contextRef="#ctx0" brushRef="#br1" timeOffset="-180025.7">7662 11531 9628 0,'0'0'2437'0,"0"0"-993"15,0 0-556-15,0 0 120 0,0 0-316 16,0 0-236-16,-88 22-172 0,64 1-20 15,3-2 8-15,-2 12 40 0,3 5-16 0,-4 6 24 16,1 8 28-16,-1 4-56 0,-1 5-120 16,1 2-108-16,5 1 32 0,-1-1 88 15,8-6 76-15,0-6 116 0,8-3 152 16,0-7-212-16,4-3-84 0,4-5 12 16,7-6 32-16,6 2-67 0,-2-8-49 15,5-4-4-15,5 2 12 0,-1-6-20 16,4-4-76-16,-5 1 60 0,5-7-60 15,4 0-68-15,-4-3-4 0,0-6 0 0,0-7-216 16,-4 0-268-16,-5-6-297 0,-6 1-11 16,-2-1-320-16,-7 0-664 0,-4 0-1296 0,-4 2-2645 15,-11-5-2503-15</inkml:trace>
  <inkml:trace contextRef="#ctx0" brushRef="#br1" timeOffset="-179708.904">7458 12169 8584 0,'0'0'2777'0,"0"0"-997"15,0 0-420-15,0 0 28 0,0 0 448 0,0 0-48 16,0 0-628-16,0 0-356 0,92 7-283 16,-68-7-265-16,4 0-196 0,-4-4-60 15,-1-2-72-15,-3 0-316 0,4-4-221 0,-4 4-279 16,0 1-216-16,-4-2-412 0,0 3-696 16,-4 1-428-16,-4 0-213 0,-4 3 1 15,0 0 432-15,-4 0 896 0,0 0 1484 16,-8 0 40-16,4 6 1980 0,0 0 52 0,-1 7 56 15,-2 4-227-15,3 2-285 16,0 0-100-16,4 2-248 0,0 5-284 16,0-1-148-16,0 1 136 0,0 2-120 15,0 1-100-15,0 0-100 16,4-1-196-16,0 1-196 16,0-1-220-16,-1-6-44 0,2 4-80 15,3-6-252-15,-4-6-188 0,7-1-220 0,2-3-252 16,-1-3-1052-16,-5-7-2332 0,14 0-3329 0</inkml:trace>
  <inkml:trace contextRef="#ctx0" brushRef="#br1" timeOffset="-179533.336">8335 12411 13241 0,'0'0'4044'0,"0"0"-3620"0,0 0-416 16,0 0 128-16,4 89 520 15,-4-64 424-15,0 3-456 0,0 2-588 16,0-5-36-16,-4 0-292 0,-1 0-456 0,-3 4-448 16,-3-4-712-16,3-5-2176 0,-8 8-3081 15</inkml:trace>
  <inkml:trace contextRef="#ctx0" brushRef="#br1" timeOffset="-177229.129">10303 11462 3436 0,'0'0'104'16,"0"0"796"-16,0 0 3728 0,0 0-2796 0,0 0-211 15,0 0-461-15,0 0-96 0,0 0 56 16,0 0-88-16,0 0-140 0,0 0-136 16,-40-23-116-16,32 23-88 15,-3 0-136-15,-2 0-124 16,-2 4-48-16,-2-1-96 0,2 2-28 0,2 6-24 0,-2-2-8 15,-2 1-28-15,2-1 0 0,2 4-12 0,2-1-40 16,-1 4-4-16,0-3 56 16,4 3-60-16,0 0 0 0,-4 3 0 0,4-3 12 0,4 3-12 15,-4 2-4-15,0-1-48 16,4 2 52-16,0-3 0 16,4-3-8-16,-4 0-40 0,4 0-24 15,0-4 12-15,0-1 56 0,0 1-56 16,0-3 60-16,0 1 8 0,4-1-4 15,-4 1 4-15,4 0-8 0,-4-2 4 0,4-1-4 0,0 3-64 16,-4-4 64-16,4 1 8 0,-4-1 0 16,4 0-8-16,-4 1 0 0,0-1 60 0,4-3-60 15,-4 0-12-15,0 0-52 16,0 1 64-16,0-1 8 0,4 0 48 16,-4 0-56-16,0-3-12 0,0 4 12 15,0-2-12-15,0 1-64 0,0 1 68 16,4 2 8-16,-4 0 0 0,0-2-40 0,4 3-4 15,-4-5 44-15,0 1 0 16,4 0-52-16,-4 1 40 0,0-4 0 16,4 2 12-16,-4 3 28 0,4-3-28 0,-4 2-52 15,4 2 52-15,0 0 12 0,0 1 36 16,0 1-48-16,0-1-8 0,-1 3 4 0,2-4 4 0,-1 4-4 16,0-1 4-1,-4 1 0-15,4-4-4 0,0 4 4 16,-1-4-44-16,1 4 44 0,0-1 0 0,1 1 0 15,-1-1-48-15,4-3 48 0,-5 4-48 16,1-1 0-16,0-2 36 0,5-1 0 16,-5-3 12-16,0 4-112 0,-4-4 52 0,3 1 12 15,1-4-12-15,-4 2-52 0,4-2 16 16,0 4-308 0,1-4-88-16,3 0-60 0,-1 0-224 0,10-4-308 15,-2-5-572-15,-3-1-1036 0,12-6-2769 0</inkml:trace>
  <inkml:trace contextRef="#ctx0" brushRef="#br1" timeOffset="-176707.18">10893 11500 1032 0,'0'0'4396'15,"0"0"-3668"-15,0 0 132 0,0 0 2108 0,0 0-727 16,0 0-569-16,0 0-568 0,0 0-312 16,0 0-52-16,0 0-140 15,0 0-192-15,-56-35-108 0,40 38-164 0,-4 7-52 0,0 2 4 16,0 7 48-16,-3 3 48 16,2 4-8-16,1 6-92 15,1 2-8-15,2 1 8 0,2 7-76 0,2-1 80 0,6 3-40 16,-1-3-36-16,8 1 100 0,0-7-4 15,0-4 100-15,8-5 28 16,3-1-56-16,2-6 4 0,-2 0-96 0,6-5 56 16,-2-5 16-16,2 1-48 15,2-8-40-15,1 2-20 16,0-4-52-16,0 0-172 0,4-6-8 0,-4-4-80 0,-4-3-168 16,0 0-208-16,-1-6-204 15,-2 3-336-15,-9-3-316 0,0 0-496 16,-4 4-833-16,0 5-1339 0,-12-6 208 0</inkml:trace>
  <inkml:trace contextRef="#ctx0" brushRef="#br1" timeOffset="-176414.962">10697 11830 5896 0,'0'0'2340'15,"0"0"-488"-15,0 0-627 0,0 0 19 0,0 0 136 0,0 0 48 16,0 0-296-16,0 0-460 16,0 0-24-16,0 0 68 15,32 16-164-15,-20-11-292 16,0-1-164-16,1-4-96 0,2 0-136 0,1 0-352 0,0-4-180 15,0-1-176-15,0-2-212 0,0 1-384 0,-4 3-376 16,-1-4-289-16,-6 4 181 0,-1-1 248 16,0 4 428-16,-4 0 504 0,0 0 576 15,0 0 168-15,0 7 1288 16,-4 0 336-16,4 6-508 0,-4 2 112 0,4 8-79 16,-5-1-61-16,5 3-80 0,0 4-180 15,0-1 40-15,0 3 68 0,5-1-100 0,-1-2-44 16,0-2-260-16,0-4-292 0,-1-3-240 15,5-7-200-15,1-5-32 0,-1-1-276 16,7-6-140-16,5-6-364 0,1-7-452 16,-2 0-1136-16,5-15-3529 0</inkml:trace>
  <inkml:trace contextRef="#ctx0" brushRef="#br1" timeOffset="-176250.52">11283 11760 6216 0,'0'0'1548'0,"0"0"1468"16,0 0-1651-16,0 0-113 16,0 0 612-16,0 0-656 0,0 0-636 0,0 0-384 15,0 0-188-15,0 0-124 0,0 0-424 16,80 29-676-16,-80-26-764 0,4-3-2533 0,-4 5-2587 16</inkml:trace>
  <inkml:trace contextRef="#ctx0" brushRef="#br1" timeOffset="-176104.753">11260 11983 3756 0,'0'0'4388'0,"0"0"-2728"16,0 0 389-16,0 0 235 0,0 0-328 0,0 0-444 15,0 0-660-15,0 0-456 0,0 0-164 16,0 0-48-16,51 63-184 0,-35-63-24 0,3-9-712 16,2-2-468-16,-1-1-724 15,-5-1-1980-15,9-3-2809 0</inkml:trace>
  <inkml:trace contextRef="#ctx0" brushRef="#br1" timeOffset="-175858.835">11673 11411 8644 0,'0'0'1808'0,"0"0"9"0,0 0 335 0,0 0-160 0,32 89-460 15,-24-52-324-15,-4 2-412 0,5 3-124 16,-9 2-4-16,3 3-107 0,-3-3-197 0,0 4-184 16,0-6-104-16,-7 2-40 0,2-6-36 15,1-6-88-15,0-4-32 0,4-5-184 16,0-11-265-16,0-2-271 0,4-3-128 16,0-7-260-16,5 0-936 15,2-7-1760-15,-3 0-1217 0,-3-8-1155 0</inkml:trace>
  <inkml:trace contextRef="#ctx0" brushRef="#br1" timeOffset="-175696.507">11777 11890 7884 0,'0'0'2720'0,"0"0"-715"0,0 0-69 15,0 0-196-15,80 0-196 0,-56 0-264 16,4 0-396-16,0 0-308 0,-1-6-200 16,6 0-144-16,-6-4-112 0,1 0-120 15,0-2-56-15,0-1-164 0,-4 0-352 16,0-3-356-16,-1 1-364 0,1-5-804 0,-7 8-2244 15,-2-8-2481-15</inkml:trace>
  <inkml:trace contextRef="#ctx0" brushRef="#br1" timeOffset="-175497.4">12216 11544 6612 0,'0'0'2248'0,"0"0"-812"0,0 0 121 0,0 0 359 0,0 67 68 16,0-39-280-16,4 4-480 0,-1 3-232 0,1 0-196 15,-4 2-160-15,4 5-188 0,-4 3-131 0,-4-1-173 16,-3 4-132-16,3-1 4 16,-5-2-16-16,1-4-100 0,8-6-69 0,0-7-295 15,0-2-228-15,4-8-300 0,5-4-324 16,2-4-1128-16,1-8-2004 0,4-4-3333 16</inkml:trace>
  <inkml:trace contextRef="#ctx0" brushRef="#br1" timeOffset="-175182.211">12745 11519 14573 0,'0'0'1640'0,"0"0"-1632"0,0 0-8 16,0 0 164-16,28 73 1056 16,-16-42 556-16,4 4-860 0,4 3-340 0,0 3-140 15,4-2-144-15,-5 1-132 0,2 2-51 16,-1-4-25-16,-9 0-24 0,1 0-52 0,-3-2-4 16,-2-5 0-1,-7 4-8-15,0-3-4 0,-3-4-76 0,-10 4-61 16,-6-1-135-16,-1-1-144 0,-5-5-104 15,-3 1-104-15,-3-4-104 0,-1-3-424 16,5-4-1136-16,3-5-1976 0,-4-7-1473 0</inkml:trace>
  <inkml:trace contextRef="#ctx0" brushRef="#br1" timeOffset="-174652.152">13657 11915 4912 0,'0'0'5664'0,"0"0"-3711"0,0 0-577 0,0 0-412 15,0 0 56-15,0 0-216 0,0 0 240 16,97 4-252-16,-62-1-348 0,5 0-212 15,3-3-120-15,2 0-112 0,-2 0-100 16,-2-3-84-16,-6 0-76 0,1-4-320 0,-8 1-384 16,-4 0-388-16,-4 2-632 15,-8 1-1893-15,-4 3-1931 0</inkml:trace>
  <inkml:trace contextRef="#ctx0" brushRef="#br1" timeOffset="-174475.478">13769 12166 4560 0,'0'0'6449'16,"0"0"-4229"-16,0 0-712 0,0 0-212 0,0 0-144 15,0 0-72-15,100 19-268 0,-65-19-504 16,2-9-212-16,2-7-96 0,-3-5-304 16,4-3-400-16,0-4-456 0,-4-1-684 15,-8 8-2076-15,8-15-3101 0</inkml:trace>
  <inkml:trace contextRef="#ctx0" brushRef="#br1" timeOffset="-174141.918">14546 11623 10937 0,'0'0'1616'0,"0"0"-200"15,0 0-288-15,88 0 244 0,-56 3 80 16,-4 8-144-16,0-5-204 0,-1 6-376 0,-2 1-228 15,3 3-183-15,-9 0-133 0,5 3-40 16,-8-1-84-16,-4 5-60 0,-4 0 0 16,-8 5-8-16,0 4-52 0,-12 6-136 0,-12 6 88 15,-8 0-1-15,0 7-75 0,-7-3-96 16,2-1 52-16,1-2 152 0,8-8 76 16,5-1 48-16,7-7-48 0,8-7 4 0,4-3 0 15,4-3-4-15,0-7 12 16,8 2 72-16,8-3 0 15,8-2 12-15,4 1 124 0,7-7-36 0,6 0-120 0,2-3-64 16,5-7-60-16,4-5-160 0,0-2-216 16,-4 2-284-16,-1-4-224 0,-2 3-460 15,-18 7-1472-15,13-4-4445 0</inkml:trace>
  <inkml:trace contextRef="#ctx0" brushRef="#br1" timeOffset="-173632.448">16423 11783 9216 0,'0'0'2105'16,"0"0"-413"-16,0 0-432 0,0 0 204 15,0 0 40-15,0 0-256 0,84 40-372 16,-45-33-376-16,9 0-156 0,3-7-64 0,9 0-24 15,0 0 36-15,0-4-108 0,0 1-112 16,3-4-72-16,-3-2 0 0,-4 3-12 0,4-5-168 16,-8 3-188-16,-1-3-252 15,-6 2-252-15,-13 0-136 0,-5 6-444 0,-11-1-1016 16,-7 1-2229-16,-9 3-2011 0</inkml:trace>
  <inkml:trace contextRef="#ctx0" brushRef="#br1" timeOffset="-173433.498">16479 12043 5044 0,'0'0'3916'0,"0"0"-1903"15,0 0-713-15,0 0-216 0,0 0-16 16,0 0 672-16,111 31-316 0,-59-24-460 0,4-4-324 16,3-3-200-16,1 0-48 0,0-3-136 15,-4-7-192-15,0 1-60 0,-5-4 0 16,-3-3-4-16,4-1-208 0,-4-2-480 0,0-2-404 15,-5-2-660-15,-15 4-2104 16,8-9-3921-16</inkml:trace>
  <inkml:trace contextRef="#ctx0" brushRef="#br1" timeOffset="-173125.105">17109 11487 7808 0,'0'0'5313'0,"0"0"-4117"0,0 0-816 0,0 0 412 0,86-3 628 16,-54 3-180-16,0 6-376 0,9 4-384 15,-6-1-140-15,13 7 16 0,-8 0-28 16,4 3-156-16,-5 4-100 0,-2 5-60 0,-9 0-12 16,-1 4-4-1,-11 3-8-15,-4 0-96 0,-4 7 24 0,-8-2-124 16,0 5-76-16,-16-1 200 0,-4 4 28 15,-3-4 52-15,-9 4-4 0,-5 0-140 0,-2-4 12 16,3 1-8-16,-4-7 8 16,8-3 24-16,1-7 0 0,7-6-132 0,3-6-324 15,6-3-384-15,2-4-576 0,2-2-872 16,7-7-2197-16,-4 0-3815 0</inkml:trace>
  <inkml:trace contextRef="#ctx0" brushRef="#br1" timeOffset="-171842.131">18913 11389 3952 0,'0'0'1512'0,"0"0"4053"16,0 0-3805-16,0 0-272 0,0 0-264 0,0 0-128 16,0 0 12-16,0 0-120 0,0 0-80 0,0 0-160 15,0 0-164-15,39 76-208 16,-30-41-12-16,-1 9-119 15,-4 4 83-15,-4-1-72 0,0 4-76 16,0 0-24-16,0 0-80 0,-4 3-64 0,0-4-12 16,-4 1-4-16,-4-1-96 0,4-4 4 15,0-5-12-15,0-6-36 0,0-7-16 0,0-6-104 16,4-6-153-16,4-4-19 16,-4-5-64-16,4-3 0 15,0-1-88-15,0-3-236 0,0 0-520 0,0-9-776 0,0-2-468 16,4 3-1957-16,0-15-1211 0</inkml:trace>
  <inkml:trace contextRef="#ctx0" brushRef="#br1" timeOffset="-171670.776">18952 11868 5896 0,'0'0'4044'0,"0"0"-2007"0,0 0-717 16,0 0 152-16,0 0 140 0,81-19-220 16,-57 19-220-16,0 0-252 0,3 0-136 0,-3-3-188 15,4 3-208-15,0-3-167 16,4-3-169-16,-4-1-52 0,4-3-73 0,3 1-63 15,1-5-216-15,-4 2-388 0,0-1-336 16,-1-2-392-16,-3 2-1052 0,-3 3-2573 16,-1-5-2851-16</inkml:trace>
  <inkml:trace contextRef="#ctx0" brushRef="#br1" timeOffset="-171458.958">19455 11446 8644 0,'0'0'1692'0,"0"0"-799"0,0 0 235 0,0 0 632 16,0 63-44-16,4-31-224 0,4-4-468 16,-4 7-332-16,-1 0-92 0,1 0-24 0,5 0 20 15,-9 3-216-15,4 0-200 0,-4 0-112 16,0 1-68-16,0-1-48 0,0-1-88 16,0-5-228-16,0 0-284 0,0-3-136 0,4-7-236 15,3-3-404-15,6-6-1116 16,-5-7-2081-16,12-6-2143 0</inkml:trace>
  <inkml:trace contextRef="#ctx0" brushRef="#br1" timeOffset="-170975.029">20614 11430 3344 0,'0'0'9149'15,"0"0"-7085"-15,0 0-1056 0,0 0-52 0,0 0 488 0,0 0-472 16,0 0-272-16,-92 48-392 0,57-26-164 0,-5 3-20 0,-3 3-64 16,-2 4-48-16,-2 1 40 0,3 0-40 15,-4 6-8-15,4-1-4 0,1 1-4 16,2-9-52-16,9 3 56 0,4-12 196 16,9 2-24-16,6-10-104 0,2-4-68 15,7 1 0-15,4-7-60 0,0 3 48 16,8 1 12-16,8 3 84 15,3-1 16-15,5-3-28 0,8 0 0 0,0 1 112 16,4-3 48-16,-1-2-100 0,6 4-84 16,-5-2 0-16,-1 3 0 0,1-1-44 0,-4 0 4 15,-4-4-4-15,4 2 120 16,-4 3-63-16,0-4-1 0,-8 0 12 16,4-1-20-16,-8-2 44 15,0 0-24-15,-4 0 0 0,-1 0 0 0,-2 0 16 16,-5 0 20-16,3 0 48 0,-7 0 100 0,4 0 180 0,-4 0-100 15,4-2-108-15,-4-1 28 0,0-4 56 16,0-6 52-16,0-2-296 0,4-11-68 16,-4-2-12-16,0-10-108 0,0 0-40 15,0-7-104-15,0 1-84 0,0-4-112 16,0 1-84-16,0-4-60 0,0 4-165 16,4 5-167-16,1 4-396 15,2 2-928-15,5 11-1504 0,1 10-1149 0,-2-4-2319 16</inkml:trace>
  <inkml:trace contextRef="#ctx0" brushRef="#br1" timeOffset="-170374.421">21774 11274 1136 0,'0'0'9452'0,"0"0"-8395"0,0 0-893 16,0 0-100-16,-8-77 632 0,4 69 716 0,-5 4 44 15,2 1-400-15,-5 3-608 0,-4 0-324 16,-8 13 52-16,1 3-4 0,-5 10 116 0,-8 5 132 16,4 7-24-16,-9 9-100 0,2 4-76 15,-4 10-96-15,-2-1-40 0,2 7-8 0,2-1-68 16,5 1 112-16,5-3 64 0,11-7 36 16,4-7 272-1,12-9 116-15,4-2-132 0,8-11-51 16,8-2-49-16,7-4-24 0,1-6-24 0,12-6-52 15,1-4-20-15,2-3-124 0,5-3-96 16,0-13-36-16,3-3-156 16,2-5-208-16,-6-5-216 0,-2-2-64 0,-9 2 11 15,-9 1 61-15,-7 2-112 0,-4 1-408 0,-12 0-764 0,0-4-1216 16,-8 7-1997 0,-16-9-1627-16</inkml:trace>
  <inkml:trace contextRef="#ctx0" brushRef="#br1" timeOffset="-170042.411">21392 11719 8096 0,'0'0'5549'0,"0"0"-4233"0,0 0-1040 0,0 0 392 16,0 0 820-16,0 0 488 15,83 18-596-15,-52-18-624 0,5 0-331 16,5-3-109-16,-2-3-124 0,1-3-128 0,-3-4-64 16,-2-3-40-16,-3 4-156 15,0-1-204-15,-4-3-149 0,-9 6-131 16,1 1-52-16,-8 2-164 0,-3 2-152 0,-5 5-208 15,-1 0 152-15,-3 0 208 0,0 2 188 16,0 8 592-16,0-1 116 0,0 3 328 0,0 5 128 16,0 2 112-16,-3 0 148 15,3 3 28-15,0 3-96 0,0 0-68 0,0 1-84 16,0 3-28-16,0 0-52 0,0-1-60 16,0 7-24-16,0-3-40 15,0 2-60-15,-4 1-48 0,4 4-24 16,-4-4-52-16,4-1-12 0,-5 1-8 0,5-7 20 15,0 2-48-15,0-8-60 0,5-3-132 0,3-3-476 16,7-3-508-16,-2-4-224 16,2-6-1132-16,5 0-4033 0</inkml:trace>
  <inkml:trace contextRef="#ctx0" brushRef="#br1" timeOffset="-169885.192">22599 12372 18349 0,'0'0'3797'16,"0"0"-2853"-16,0 0-376 0,0 0-376 15,0 0-20-15,0 0 44 0,0 0-216 0,0 0-132 0,0 0-292 0,0 0-436 16,0 0-401-16,4-12-1391 0,-12 2-4724 0</inkml:trace>
  <inkml:trace contextRef="#ctx0" brushRef="#br1" timeOffset="-152158.851">2494 13214 9472 0,'0'0'4109'0,"0"0"-3233"0,0 0-436 0,0 0 52 16,0 0 864-16,0 0-384 0,0 0-132 0,0 0 32 0,0 0-184 16,-21 92-276-16,21-51-168 15,-3 7-84-15,-1 12-156 0,0 10 44 16,0 10-48-16,0 5-12 0,-5 4-28 16,2 3 36-16,-5-3 8 0,3-3-8 0,2-4-36 15,-1-8-132 1,4-11-12-16,0-10 40 0,0-5-28 0,4-12-160 0,0-5-328 15,0-9-228-15,4-9-76 16,4-10-364-16,-4-3-512 0,7-6 172 0,2-16-517 16,-1 3-951-16,-4-28-3736 0</inkml:trace>
  <inkml:trace contextRef="#ctx0" brushRef="#br1" timeOffset="-151913.794">2593 13398 3132 0,'0'0'1404'0,"0"0"1424"0,0 0-1700 16,0 0-68-16,0 0 80 0,96-57-71 0,-72 55-353 15,4 2-88-15,-4 0-324 0,0 8-112 16,-9 9-140-16,2 8-40 16,-6 2 152-16,-3 9-48 15,-8 2-16-15,0 4-36 0,0-8 76 0,-8 5-40 16,-3-8 16-16,-2 1-40 0,-2-6-64 15,-2-4-4-15,-2-6-8 0,-1-4-232 0,3 2-452 0,-2-6-260 16,-1-4-148-16,4-2-301 16,0-2-263-16,1-2-1204 0,2-4-2268 0</inkml:trace>
  <inkml:trace contextRef="#ctx0" brushRef="#br1" timeOffset="-151625.398">2784 13525 3356 0,'0'0'796'0,"0"0"3236"0,0 0-2464 15,100-32-19-15,-72 29-165 0,-4 0-284 0,-4 3-252 16,0 0-204-16,-8 3-216 0,-1 7-216 16,2-1 12-16,-5 7-4 0,-5 6-20 15,1 10-196-15,-4 3 96 0,0 0-100 0,0 3-40 16,-7-3 40-16,-1-10 4 0,0-2 172 16,3-10-88-16,1-5 36 15,1-1 76-15,-1-3 72 0,0-4 76 0,4 0-4 16,-4 0-108-16,4 0-236 15,0-7-60-15,0 1-40 0,0-6 12 0,8 1 88 16,-4-2 60-16,8-1 12 0,-4-3-60 16,7-2-12-16,-2 0-72 0,2 0-76 0,2 0-112 15,2-4-260-15,-3 2-468 0,5-5-648 16,-6 10-1556-16,5-10-3857 0</inkml:trace>
  <inkml:trace contextRef="#ctx0" brushRef="#br1" timeOffset="-151343.47">3315 13712 3252 0,'0'0'5844'16,"0"0"-5224"-16,0 74-464 16,0-52 452-16,0 0 1065 0,0-6-25 15,0-7-736-15,0-6-432 0,0-3-192 16,4 0 28-16,3 0 84 0,1-9 56 0,9-7-48 16,-6-6-184-16,9-3-148 0,-4-3-76 15,-4-5-248-15,0 2-88 0,-4 5 36 16,-5 4 76-16,2 3 144 0,-5 6 76 15,0 4-136-15,-8-1 80 0,-4 4 60 16,0 0 48-16,-4-1 40 0,1 3-88 0,-2 4 0 16,6 0 40-16,-2 0-40 15,2 7-172-15,3 3 20 0,-1 3 88 0,1 1-96 0,1 6-80 16,3-1-88-16,0 3-64 16,4 0 88-16,0-2-320 0,0 0-880 0,0-6-1049 15,8-7-2375-15,-1-1 232 16</inkml:trace>
  <inkml:trace contextRef="#ctx0" brushRef="#br1" timeOffset="-151075.413">3590 13728 1136 0,'0'0'1656'0,"0"0"4808"0,0 0-5364 16,0 0-507-16,0 0 219 0,39 74 300 16,-39-68-144-16,4-3-232 0,-4-3-320 0,0 0-136 15,8-6-56-15,-4-4 204 0,4-6-136 16,4 1-128-16,-4-8-164 0,0 1-180 15,0 2-44-15,-4 2 84 0,0 5-24 16,-4 0 16-16,0 4 48 0,-4-1 92 0,-4 4 8 16,-4-1-88-1,-4 0 80-15,0 5-128 0,-3-1 32 16,-2 3 56-16,5 0 48 0,1 0-4 0,-2 5-116 0,6 2 8 0,3 3 24 16,-1 0-28-16,1-1-136 0,5 4-152 15,-1-4-220 1,4 4-1016-16,0-1-437 0,0-2-2043 0,0-3-1355 0,7-4 5475 15</inkml:trace>
  <inkml:trace contextRef="#ctx0" brushRef="#br1" timeOffset="-150955.631">3805 13655 2036 0,'0'0'7888'16,"0"0"-5827"-16,0 0-921 0,95-6 80 0,-67 3-260 16,-1-7-408-16,-2 1-236 0,-1-7-136 15,4-4-76-15,-8-5-104 0,3 0-456 16,-3-4-728-16,-8 1-760 0,1 6-2129 0,-10-7-3083 15</inkml:trace>
  <inkml:trace contextRef="#ctx0" brushRef="#br1" timeOffset="-150741.895">3987 13281 952 0,'0'0'1760'16,"0"0"4072"-16,0 0-4512 0,0 0-792 16,0 0 169-16,0 0 395 0,-27 85 100 15,27-53-76-15,0 6 32 0,0 3-144 16,0 10-168-16,4 7-192 0,-4 5-164 15,4 7-172-15,-4 0-72 0,0 3-176 0,0-7-52 0,-4-3-4 16,-5-5 0-16,2-7 4 16,-1-4 128-16,-8-5-136 0,4-1-24 0,-3-6-88 15,2-6-132-15,-7-5-116 0,4-1-60 16,-8-6-208-16,0-9-168 0,-4-2-8 16,-8-1-240-16,-3-5-352 15,7-5-1100-15,-28-7-2741 0</inkml:trace>
  <inkml:trace contextRef="#ctx0" brushRef="#br1" timeOffset="-150365.032">2060 14191 5916 0,'0'0'2196'0,"0"0"857"15,0 0-1489-15,0 0-456 0,0 0 72 0,0 0-176 16,0 0-360-16,0 0-208 0,0 0-240 16,0 0-132-16,0 0-64 15,-17-5-148-15,26 5 148 0,6 3 84 0,9 3 288 16,8 1-12-16,12-4 36 0,8 0-52 0,11 0-24 16,5-3-36-1,8 0-40-15,7 0-12 0,1 0-96 0,4 3 36 31,7-3 84-31,-3 4-196 0,7-1 0 0,6 3-8 0,-2-3-92 0,5 0 40 16,7 0 0-16,1-3 64 0,3 0 56 0,1 0 4 16,-4-3-124-16,-5 0-160 0,-3 0 0 15,-13 0-96-15,-3 0 60 0,-13 3-12 16,-3 0-72-16,-8 0-112 0,-8 0-284 0,-4 3-164 16,-9-3-444-16,-15 3-1304 0,8-3-3437 0</inkml:trace>
  <inkml:trace contextRef="#ctx0" brushRef="#br1" timeOffset="-150186.034">5246 14227 6384 0,'0'0'9657'0,"0"0"-8081"0,0 0-648 0,0 0 336 15,0 0 68-15,0 0-275 0,0 0-513 16,0 0-412-16,0 0-132 15,0 0-288-15,0 0-477 0,0 6-611 16,-3-6-1612-16,-13 7-7145 0</inkml:trace>
  <inkml:trace contextRef="#ctx0" brushRef="#br1" timeOffset="-142392.98">29898 12252 8188 0,'0'0'5457'0,"0"0"-5457"16,0 0-420-16,-80-63 340 0,44 53 80 0,-7 3 652 15,-9 4-32-15,-8 3-292 0,-12 3-124 16,-4 10 8-16,-8 4 128 0,-3 11 64 0,-8 4 88 15,-5 6-4-15,-8 9-104 0,-3 10-236 16,-9 7-148-16,-4 7 0 0,-7 6-8 16,0 10 8-16,4 5-24 0,-2 6 24 15,6 7 52-15,8 6 44 16,7 3 28-16,8 10 40 0,5 4 80 0,11 5-56 0,5 3-64 16,10 4 48-16,14-1 12 15,7 4-136-15,12 0-44 0,12 3-8 16,9 1 0-16,6 2-92 0,9-3-16 15,0-3-24-15,17-6 128 0,7-5-188 0,4-8 120 16,7-6 72-16,13-4 4 0,4-9 184 16,11-7-8-16,13-10 68 0,8-4 152 0,7-8 352 15,13-9-492-15,8-10-256 0,7-6 0 16,9-7-148-16,3-9 40 0,5-7 20 16,3-8-84-16,1-5 88 0,2-8-28 0,2-4 64 15,4-3 48-15,-1-13 0 16,1-9-144-16,3-6 144 0,0-10 0 0,1-13 0 15,3-7-4-15,-4-8 8 16,1-14-4-16,-4-2 4 0,-5-11-4 16,-4-4-184-16,-3-9 64 15,-12 2 116-15,-1-4-136 0,-12-3 124 0,-3-1 4 0,-4 1 12 16,-9-3 44-16,-7-3 16 0,-4-1-60 16,-9-3-56-1,-7-2 4-15,-5-1-96 0,-11-4 12 0,-3 5 52 0,-18-1-28 16,-3 4 100-16,-12 2-88 15,-8 4-36-15,-8 3-84 0,-8 9 220 0,-12 7 84 16,-7 6 104-16,-5 7 72 0,-9 6-152 16,-6 2-44-16,-5 7 72 0,0 4-28 0,-3 3-104 15,-1-1 180-15,0 5-168 0,0-2-16 16,-4 1-76-16,-4 0-48 0,5-1 16 16,-9 5-68-16,0-1 128 0,1 3-36 0,-2 3 84 15,2 4 8-15,-1 6 28 16,5 3 64-16,-5 2-84 15,4 5-16-15,-4 3-12 0,0 3-4 0,5 3-32 16,-5 0-36-16,8 3 84 0,-3-3-4 16,3 7-4-16,4-5 0 0,0 1-4 0,5 1 4 15,-1 2 8-15,8-3 0 0,0 3 0 16,8-2 8-16,-3 2 0 0,7 0-8 0,0 3 8 16,0 1 8-16,0 0-16 15,4 2-16-15,0 1-68 16,0 3-4-16,4 3-48 0,0 0 64 0,0 0-16 15,5 0-24-15,-2 3-36 0,2 6-52 16,3-2-508-16,4 2-20 0,0 4 12 0,4-4-500 16,0 4-56-16,8 3-308 0,0-4-265 15,0 1-531-15,0-1-96 16,0 1-960-16,0 0 2361 0</inkml:trace>
  <inkml:trace contextRef="#ctx0" brushRef="#br1" timeOffset="-141076.143">28141 13928 1540 0,'0'0'1016'15,"0"0"5784"-15,0 0-5704 16,0 0-527-16,0 0 971 0,0 0 180 15,0 0-332-15,32 99-456 0,-28-58-384 0,-4 7-176 16,0 6-136-16,0 3-76 0,-8 0 4 16,-1 0-4-16,2-3-72 0,-1 0-88 0,0-6-48 15,-1-4 0-15,6-6-4 16,-5-3-72-16,4-6 52 0,0-4-28 0,4-6-24 16,-4-6-72-16,4-4-140 0,0-4-200 15,0-5-56-15,0 0-84 16,0-7-96-16,4-3 152 0,0-3 8 0,0-9 52 15,4 0-156-15,-1-4-68 0,2-2 436 16,3 2 348-16,0 5 52 0,0 0-52 16,-1 6 388-16,6-1 392 0,-2 6 140 15,5 4 60-15,1 0 72 0,7 0-148 16,-5-1-188-16,5 4-256 0,0-3-212 0,4 3-136 16,-4-4-108-16,3 1-4 0,-3 0-44 0,4-4 40 15,-4-3-172 1,0 4-372-16,0-8-456 0,-4 5-544 15,-4-1-684-15,0 1-1885 0,-12 2-1655 0,-1-6 3604 16</inkml:trace>
  <inkml:trace contextRef="#ctx0" brushRef="#br1" timeOffset="-140857.267">28631 14158 6764 0,'0'0'5569'0,"0"0"-5033"15,0 0-536-15,0 0-76 0,0 0 76 16,0 0 460-16,0 0 316 0,12 66-80 0,-5-35-128 15,-3 8-92-15,1 2-84 0,3 3-76 16,-4 1-104-16,-4 2-136 0,0 0-64 0,0 1-12 16,0 0-68-16,0-3-56 15,0-4 12-15,-8-2-28 0,4-8-176 0,4-3-148 16,-5-2-240-16,5-7-224 0,0-3-268 16,0-7-757-16,0-5-1335 0,5-2-2680 0,-1-4 5016 15</inkml:trace>
  <inkml:trace contextRef="#ctx0" brushRef="#br1" timeOffset="-139242.723">29148 12449 3120 0,'0'0'184'15,"0"0"-184"-15,0 0 2736 16,0 0-980-16,0 0-824 0,0 0 184 15,0 0 857-15,69 73-949 0,-50-45-580 16,5 8 156-16,4-1 48 0,0 2-32 0,0 8-100 16,0-1-188-16,4 0-180 15,0 1-68-15,-4 0 32 0,0-4 16 0,-5 1-4 0,1-2 0 16,-4-1-112-16,4 2 76 0,-8 0-88 16,4 0 48-16,-4 4 4 0,0-1-40 15,-4 1 52-15,0 2 8 16,0 1-8-16,-5 0-4 0,1 2-8 15,1 1 8-15,2 3 152 0,-3-3-88 0,5-3-24 16,-6-1 0-16,5-2-96 0,-3 2 60 16,2-2-64-16,1 2-12 0,0 2 4 15,4-3 8-15,-4 5 112 0,4-3 24 16,-4 0-76-16,0-4-52 0,-1 1 4 16,2-7-12-16,-5 0-84 0,-1-1 84 0,-3-1 8 0,1-1 52 15,-1 3-8 1,-4-3 32-16,4 2-12 0,-4 1-68 15,0 1-4-15,0 3 60 0,0 0-48 0,-4-2-12 16,-5 2 8-16,5-1 4 0,-3 1 100 16,-1-5 24-16,0 1-36 0,0-1-16 15,-4 2 16-15,4-4-92 0,-4 0 88 16,4 0-20-16,0 2-68 0,0-1 52 16,-4-1 16-16,4 3-4 0,1 0-60 15,-2 1 36-15,-3-1-48 0,8-4 12 16,-3 1 56-16,2 0-64 0,1-6-4 15,0 0 12-15,0-4 0 0,4-3 36 0,0-3-40 16,0 0 4-16,-4-3-12 0,4-1 8 16,0-2 0-16,0 0-4 0,-3-1 0 15,3 5 4-15,-4-2 0 0,-1 4-4 0,-3 4 4 16,4-1 0-16,-3 3 0 0,-1 1-4 16,-1-1 4-16,2-3-8 0,-1-2 12 15,4-2 64 1,-5-6-76-16,5-1 0 0,4-5 4 15,-3 1 4-15,3-7-4 0,0 3 8 0,0-3-12 0,0 0-12 16,0 0-316-16,0-3-116 0,0-4 52 16,0-5-52-16,0-1 24 0,-4-4-4 15,4 2-12-15,0-3-124 0,0-1 56 0,0-1-100 16,0 1-256-16,4-3-332 0,-4 0-1000 16,3-1-2313-16,-3 4-1983 15,0-9 6480-15</inkml:trace>
  <inkml:trace contextRef="#ctx0" brushRef="#br1" timeOffset="-135060.256">32830 14427 440 0,'0'0'4804'0,"0"0"-2100"16,0 0-1344-16,0 0-492 0,-16-80 277 0,8 68 255 16,0 2-112-16,-3 3-240 0,-2 1-216 15,2 1-152-15,-2 1-32 16,-2 4-16-16,-2 0-152 0,-2 0-132 0,-5 4-52 15,-4 1-52-15,-4 8-60 0,-4 1-12 16,1 5 12-16,-10 2-76 0,-2 5-56 0,-1 2-40 16,-8 7 20-16,1 4-32 0,-1-2 0 15,-4 8 4-15,8-1 92 16,5-3 52-16,6 1 36 0,5 0 72 0,8-4 388 0,9 3-316 16,-1-6-108-16,3 6-87 0,10-7 3 15,-1 2 8 1,8-5 12-16,0-2-44 0,8-4-64 0,8 0-36 15,3-2 60-15,9-4 36 0,8 0-48 16,5-3-56-16,6-3-4 0,-3-5-12 16,4-1-36-16,-4-3 40 0,-4-4-124 15,-1 0 0-15,-3 0-16 0,-4-6-56 0,-1-1 8 16,1-3-97-16,-8-3-47 0,4 1-24 0,-7-5-88 16,-2 2-120-16,1-3-116 15,-3-2-372-15,-10 1-392 0,5-3-496 16,-12-3-188-16,0-2-425 0,0 2-435 0,-12 3 28 15,0 0 1116-15,-4 7 1852 0,0 1 1304 16,1 8 860-16,3 3-96 0,3 3-204 16,2 0-159-16,3 6 91 0,4 4 4 15,0-1-300-15,0 1-320 0,4-4-436 0,3 1-312 16,6-1-152-16,-2-6-108 16,6 0-172-16,2 0-228 0,1-3-56 15,1-7-332-15,2-2-52 0,-3-1 208 16,-5-3-88-16,-2 4-132 0,-5-1 36 15,-1 3 104-15,-7 4 336 0,0 0 204 16,0 6 356-16,-3 0 32 0,-5 6-72 16,0 10 224-16,-8 6-84 0,0 6-84 0,-4 4 116 15,0 6 68-15,4 4-60 0,0-1-188 0,-3 4-136 16,2-1-88-16,6-4-76 16,-2-1-8-16,2-4-48 0,3-7-136 0,4-5-124 0,4-10-200 15,0-1-200-15,0-5-24 16,0-4-252-16,0-3-608 0,0 0-1172 15,0-3-2913-15,0-4 913 0,0-8 4244 16</inkml:trace>
  <inkml:trace contextRef="#ctx0" brushRef="#br1" timeOffset="-134043.573">31062 13677 3120 0,'0'0'316'0,"0"0"1104"16,0 0 816-16,0 0-988 0,0 0-716 0,0 0-80 15,0 0 532-15,-17-69 189 0,13 66-57 0,-3 0-272 16,3-1-108-16,-9 4-92 15,6 0-12-15,-1 0-44 0,-5 4-80 0,-2-1-200 16,-2 3 44-16,2-1-80 0,-5 9 112 16,-1-1 148-16,6 6-188 0,-9 6-148 15,4 4-96-15,-4 2-100 16,4 5 60-16,9 2-64 0,-2-10 4 16,5-3-12-16,8-5-184 0,0-8 108 0,4-6-96 15,4 1-72-15,8-4-16 0,0-3 196 16,0 0 64-16,4 0-64 0,4-10-48 15,0-3 0-15,0-2 40 0,0-1-40 16,-5-3 0-16,5 0-264 0,-3 0 152 0,-6 3-100 16,1 4 172-16,0-5 152 0,-7 9 8 15,-2 1 4-15,1 0 12 0,-4 4 0 0,0 1 64 16,-4 2-64-16,0 0-8 16,4 0 4-16,-4 2 220 0,4 4 80 15,0 11 4-15,0-2-12 0,4 8 84 16,-4-2-124-16,-4 8-64 0,4 0-72 15,-1-1-24-15,2 4-4 0,-5-1-84 16,0 5 0-16,0-4-12 0,-5-1 0 0,-2 4-8 16,-5-2 8-16,-4-6-64 0,4 5 52 0,-4-3-32 15,0-4 44-15,0-3 8 0,1-2 52 16,-2-2-8-16,2-5-52 0,-6 1-4 16,6-6-60-16,-1-2-72 0,4-6 0 15,-1 5 24 1,2-5 112-16,-1 0 40 0,4-7 8 0,-4-3 24 0,4 1-72 15,0-7-64-15,0-3 16 16,0-1-100-16,0 2 140 0,8-1-44 0,0 0 4 16,0 0 48-16,0 3 68 0,8 2-64 15,0 2-4-15,0-1 16 0,0 1-12 0,4 2 44 16,-1 1-48-16,6-4 0 0,-1 4-12 16,4-4-40-16,0 0 52 15,-1 4-8-15,1-4-4 0,-3 3-72 16,-2 4 8-16,2-1-232 0,-10 2-188 0,5-2-104 15,-8 4-104-15,1 3-344 16,-2 0-552-16,-3 0-685 0,0 0-1843 0,0 0-1148 16,-3 3 5068-16,-6 0-772 0</inkml:trace>
  <inkml:trace contextRef="#ctx0" brushRef="#br1" timeOffset="-128925.942">9888 13566 4772 0,'0'0'2928'0,"0"0"-1684"16,0 0-452-16,0 0 8 15,-39-69 1077-15,22 49-765 0,2 1-300 16,-9 4-244-16,4 2-124 0,-3 6-56 0,2 0 480 16,1 5-156-16,1 2-244 0,-2 0 16 0,1 9 8 15,5 8-148-15,-2 1-36 16,2 11-196-16,-2 6 8 0,6 3-56 16,-5 4-60-16,8-1-8 15,0-3-140-15,0-7-28 0,4-4 160 0,4-13-148 16,0-9 36-16,4-5-12 0,8-11 124 0,0-8 0 15,8-6-84-15,-4-4-88 0,0 1 60 16,0-2-88-16,-4 9 40 16,-5 2 124-16,1 9-64 0,1 4-24 0,-5 6-88 15,7 0-48-15,-3 10 260 0,4 9 12 0,0 0 112 16,1 9-52-16,2 4 88 0,-2 3-140 16,-2 1 132-16,-3 4-68 15,-4 4 4-15,0 4-76 0,-4 3 196 0,0 4 4 0,-12-2-116 16,0 1-20-1,0-3 96-15,0-3-88 0,-4-4 52 16,4-9-40-16,1-7-76 0,-2-6 56 0,2-6 72 16,-2-5-28-16,1-9 164 0,5-2-76 0,-6 0-196 15,2-2-72-15,-1-5 68 16,-1-7-4-16,2-4-124 0,-5-1 20 0,4-10-184 16,0 1 124-16,0-5-208 15,0 2 72-15,5-1-100 0,7 4-52 0,0-1 164 16,0 7-228-16,0 3-32 0,11 3-160 15,1 0 8-15,0 4-308 0,8-2-580 16,-8 8-697-16,12-9-2467 0</inkml:trace>
  <inkml:trace contextRef="#ctx0" brushRef="#br1" timeOffset="-122874.046">12362 14202 14733 0,'0'0'1800'16,"0"0"-1188"-16,0 0-612 0,0 0 52 15,0 0-52-15,0 0 36 0,0 0-36 16,0 0-872-16,0 0-428 0,0 0-780 0,0 0-3189 16</inkml:trace>
  <inkml:trace contextRef="#ctx0" brushRef="#br1" timeOffset="-118111.012">10829 13332 9200 0,'0'0'1228'16,"0"0"985"-16,0 0-725 0,0 0-540 0,0 0-40 16,0 0-44-16,-91-39-180 15,70 39-236-15,-3 4-128 0,-4 5 0 0,5 7-108 0,-5 6-16 16,-4 6 36-16,0 8 408 16,1 5-212-16,3 7-248 0,0-1-104 0,3 4-76 0,5-3-4 15,5 3-72 1,7-4 64-16,3 1-56 0,5-4 68 15,5-6 120-15,10-3 112 0,6-2-24 0,7-12-196 16,0-2-12-16,-1-3 0 0,1-6-4 16,0-7-136-16,3 0 128 0,5-3 0 15,-4-6 12-15,0-4-136 0,5-6-168 0,-9-3-540 16,-1-2-164-16,-7-2-528 16,0-3-740-16,-8 10-2369 0,-8-6-2103 15</inkml:trace>
  <inkml:trace contextRef="#ctx0" brushRef="#br1" timeOffset="-117939.061">10491 13728 6584 0,'0'0'2916'16,"0"0"-1508"-16,0 0-711 0,0 0 35 0,0 0 368 16,0 0-24-16,0 0 12 0,79 11-460 15,-48-11-200-15,10 0-44 0,-1-4-148 0,3-6-236 0,5-3-140 16,0 0-232-1,0-5-496-15,-5 2-316 0,-6 3-916 0,6-6-2857 0</inkml:trace>
  <inkml:trace contextRef="#ctx0" brushRef="#br1" timeOffset="-117625.016">11335 13087 10164 0,'0'0'2713'15,"0"0"-1325"-15,0 0-188 0,0 0-80 16,0 0-152-16,0 0 0 0,0 0-328 0,36 73-152 16,-24-38-132-16,-4 6-112 0,-1 7 48 15,-3 2-36-15,-4 7-132 0,0 7-124 16,-4 3-112-16,-3 0-8 0,-1-1-52 15,-1-2 4-15,2-4-40 0,3-9-12 16,0-10-160-16,0-9 12 16,4-10-40-16,0-6-60 0,0-13-88 0,0-3-152 15,4 0-220-15,0-12-708 0,4-4 340 0,4-10-704 16,-4 7-833-16,3-22-2695 0</inkml:trace>
  <inkml:trace contextRef="#ctx0" brushRef="#br1" timeOffset="-117475.486">11554 13471 5488 0,'0'0'4228'16,"0"0"-2459"-16,0 0-373 0,0 0-56 0,76 32-16 16,-57-23-168-16,2-2-460 0,-1-1-272 15,-1-3-92-15,5-3-60 0,0 0-140 16,4-3-132-16,-4-6-112 0,4-4-256 0,-4-3-340 16,0-3-388-16,-4 0-456 0,-8 3-1200 15,3-9-3593-15</inkml:trace>
  <inkml:trace contextRef="#ctx0" brushRef="#br1" timeOffset="-117244.176">11873 13179 2704 0,'0'0'2736'0,"0"0"-1172"0,0 0-268 0,0 0 324 0,0 0-83 15,0 0-117 1,0 0-272-16,0 0-312 0,12 83-144 0,-8-58-140 0,3 7-96 15,2 0-120-15,-5 6-24 16,0 6-224-16,0 0-88 0,-4 7-12 0,0 4-160 16,-4-2-64-16,0-2-28 0,-5 3-464 0,5-6-228 15,-3-1-428 1,3-6-292-16,4 1-165 0,0-3 81 16,0-2 720-16,0-2 376 0,0-13-404 0,-4 3-1408 0</inkml:trace>
  <inkml:trace contextRef="#ctx0" brushRef="#br1" timeOffset="-116371.225">13128 13572 9276 0,'0'0'572'0,"0"0"3369"0,0 0-2905 16,0 0-380-16,0 0 304 0,0 0 132 16,0 0-324-16,0 0-348 0,0 0-100 15,56-12 108-15,-29 10 332 16,5-3-344-16,-4 3-208 0,8-2-136 15,-4 1 112-15,7 0-64 0,2 3 12 16,2-7-84-16,2 5-48 0,2-5-76 0,1 1-8 16,-8-1-36-16,3 1-40 0,-2 0-168 15,-9 3-296-15,-4-1-148 0,-5 4 36 16,-7 0-344-16,-8 0-772 16,0 4-960-16,-8-1-2493 0</inkml:trace>
  <inkml:trace contextRef="#ctx0" brushRef="#br1" timeOffset="-116076.948">13176 13764 5396 0,'0'0'1916'16,"0"0"-540"-16,0 0-576 0,0 0 104 0,0 0 141 15,0 0-41-15,0 0-316 0,0 0-216 16,0 0 152-16,0 0-4 0,0 0 120 0,47 19 392 0,-27-13-608 16,-3-4-104-16,6 5-36 0,5 0 0 15,4-4-100 1,0 0-148-16,8-3-80 0,-4 0-56 0,7 0-4 0,2-9-56 16,-2-2-40-16,0-1-60 15,2-1-100-15,-2 0-232 0,2-1-228 16,-10 0-40-16,-3 1-376 0,-4 4-776 0,-9 3-1209 15,-2-1-2199-15</inkml:trace>
  <inkml:trace contextRef="#ctx0" brushRef="#br1" timeOffset="-115724.492">13690 13284 496 0,'0'0'8204'0,"0"0"-6148"15,0 0-807-15,0 0-265 0,0 0 188 0,0 0-100 16,0 0-192-16,0 0-140 0,79-3-328 0,-55 15-100 16,4 1-64-16,0 0-136 0,0 7-108 15,-1-6 44-15,6 5-48 16,-6 0 0-16,1-2-44 15,-4 2 32-15,4 0-76 0,-8 3 80 0,-4-3-56 16,0 6 60-16,-8 2 4 0,-8 0 48 0,0 9-44 16,-12 2 40-16,-4-1-44 0,-8 5-88 15,-4 3-24-15,0-4-60 0,-4 3-64 16,0-3-64-16,0-3-124 16,-3 0-4-16,-1 1-136 0,0-8-180 0,1 4-408 0,-1-9-872 15,12-4-2065-15,-4-2-2223 16</inkml:trace>
  <inkml:trace contextRef="#ctx0" brushRef="#br1" timeOffset="-113052.151">16587 13339 572 0,'0'0'3104'0,"0"0"-2700"0,0 0 92 16,23-71 1796-16,-23 49 84 15,4-1-695-15,-4 4-229 0,0 1-420 0,0 1-204 16,0 6 232-16,0-6-140 0,-4 8-196 16,-4-4-200-16,4 3-52 0,-4 1-140 0,0 2 112 15,0 1-136-15,0 3-124 16,-3 0-12-16,-2 0-172 0,-2 3-72 0,-5 6-36 0,-5 10-76 16,1 6-40-16,-3 7 116 0,-1 9-4 15,4 6 36-15,0 7 64 16,0 9 4-16,5 4-88 0,-2 3-28 15,10 2 20-15,-2 3 96 0,6-1-128 16,3-7 136-16,4-7 8 0,4-7 92 16,3-11-52-16,6-8-48 0,2-8 308 0,2-8-108 15,-2-4-140-15,5-2 160 0,4-6 4 16,0-3 44-16,0 0-36 0,0 0-108 16,0-6 60-16,-1-5-64 0,-3-1-20 15,1-1-44-15,-2 1-56 0,-3-7-60 16,-4 2-52-16,0-1-180 0,0-1-344 0,-4-3-376 15,-4 5-380-15,-4-1-580 16,0 4-1240-16,-4 0-2657 0</inkml:trace>
  <inkml:trace contextRef="#ctx0" brushRef="#br1" timeOffset="-112891.752">16458 13681 4576 0,'0'0'2096'0,"0"0"-16"15,0 0-64-15,0 0-535 16,0 0-257-16,0 0 196 0,0 0-312 0,0 0-480 15,0 0-104-15,0 0-164 0,0 0-148 16,88 25-56-16,-72-25-156 0,4 0-136 16,0-3-188-16,0-3-572 0,0-4-488 0,-4 4-452 15,-4-1-965-15,-9 4-1479 0,2-3-208 16</inkml:trace>
  <inkml:trace contextRef="#ctx0" brushRef="#br1" timeOffset="-112726.468">16634 13732 380 0,'0'0'4652'0,"0"0"-2984"0,0 0-384 0,-8 66-128 0,4-41 72 15,4 4 49-15,0 0-265 0,0 2-172 16,4 1 52-16,0 3 116 0,0 0 288 16,0 0-636-16,0-3-400 0,-4-1-148 0,3-2-112 15,2-6-188-15,3-8-144 16,0-3-180-16,-1-5 76 0,6-3-72 0,-1-4-272 16,4-11-804-16,-1 6-1537 15,10-23-2607-15</inkml:trace>
  <inkml:trace contextRef="#ctx0" brushRef="#br1" timeOffset="-112530.965">17072 13633 9068 0,'0'0'2489'0,"0"0"-989"0,0 0-496 0,0 0 276 15,0 0 524-15,0 0-232 0,0 0-444 0,92 13-456 16,-72-13-340-1,-5 3-256-15,6-3-76 0,-1 3-148 0,-1-3 52 16,-2 0-160-16,-2 3-464 0,1-3-412 16,-4 3-328-16,-3 1-2740 0,-9 2-3557 15</inkml:trace>
  <inkml:trace contextRef="#ctx0" brushRef="#br1" timeOffset="-112359.096">17104 13852 6868 0,'0'0'2828'0,"0"0"-35"16,0 0-997-16,0 0-280 0,0 0 84 0,0 0-484 16,0 0-488-16,0 0 156 0,0 0 56 0,0 0-304 15,80 10-304-15,-56-10-196 0,0 0-36 16,8 0-132-16,0-4-112 16,3 1-196-16,1 0-144 0,4 3-532 15,-5 0-800-15,-7 0-2148 0,8 3-2717 0</inkml:trace>
  <inkml:trace contextRef="#ctx0" brushRef="#br1" timeOffset="-111302.29">18415 13119 1396 0,'0'0'2332'15,"0"0"-596"-15,0 0-984 0,0 0-320 16,0 0 1760-16,0 0 445 0,0 0-933 15,0 0-776-15,0 0-208 0,0 0 212 16,0 0 112-16,4-35-472 0,0 44-336 0,0 10 344 16,4 10 296-16,4 6-188 0,-8 10-260 15,3 5-100-15,-7 4-108 0,0 4-60 16,0 2-76-16,0 3-76 16,-7 1-8-16,-5-1-48 0,3 1-76 15,-2-8 28-15,3-1-76 0,0-14 40 16,4-9-40-16,4-10-24 0,0-9-24 0,0-4-36 15,0-2-320-15,0-7-228 0,4 3-212 16,0-3-840-16,0 0-540 0,0 0-421 16,0-13-1559-16</inkml:trace>
  <inkml:trace contextRef="#ctx0" brushRef="#br1" timeOffset="-111114.91">18423 13640 6672 0,'0'0'2168'0,"0"0"-600"0,0 0-459 0,0 0 171 15,0 0 236-15,0 0-244 0,0 0-200 16,91-29-216-16,-63 29-52 0,0-3-88 16,0 3-200-16,4-3-212 0,0-4-72 0,0-2-164 15,4-4-68-15,-1-3-184 0,-3 3-48 16,0-2-184-16,-8 2-372 0,0 0-276 0,-4 0-436 16,-4 4-852-16,-8 2-2405 0,-5 1-3343 0</inkml:trace>
  <inkml:trace contextRef="#ctx0" brushRef="#br1" timeOffset="-110884.585">18857 13223 7716 0,'0'0'4837'0,"0"0"-3969"16,0 0-852-16,0 0 108 0,0 0 804 15,0 0 620-15,4 70-420 0,1-38-556 16,2 7-188-16,1-1-16 0,0 6 76 15,0 0 0-15,4 5-124 0,-4 1-172 0,-1-3-148 16,-2 4-132-16,-1-3-64 16,0-4-28-16,0-2-44 0,0-8-348 0,3-2-400 15,2-7-308-15,3-5-760 0,4-8-328 16,-4-5-1665-16,3-7-1503 0</inkml:trace>
  <inkml:trace contextRef="#ctx0" brushRef="#br1" timeOffset="-109910.744">19925 13103 6976 0,'0'0'2892'0,"0"0"-751"15,0 0-673 1,0 0-8-16,0 0 176 0,0 0-72 15,0 0-540-15,0 0-596 0,0 0-280 0,0 0 36 16,0 0 84-16,8 66 0 0,-8-33-36 0,0 1-48 0,0 5 8 16,0 2-92-16,0 1-52 15,-4 2 0-15,-4 3-48 0,0 1-72 0,0-1 0 0,-4 0-40 16,1-2 4-16,2-4 8 16,1-2 40-16,1-2-12 0,3-1 64 0,-5-4-40 15,5-4-20-15,0-6 64 16,4-3 4-16,0 0-72 0,0-6 60 15,0-3-72-15,0-1 72 0,4-3 0 16,0 0-52-16,1-1 64 0,3-3 88 0,-5 2 44 16,9-2-20-16,-3-2-28 0,2 4-12 15,1-4 16-15,4 0-28 0,0 0 12 16,0 0 0-16,4 0-64 0,0 0 8 16,-4 0-4-16,3 0-4 0,2-4 40 0,3 4 12 15,0-2-48-15,3 2 96 0,1-4-44 16,0 4 32-16,4-2-48 15,-1 2-44-15,1-5 0 0,5 5 4 16,-5 0 40-16,0-2-40 0,0 2-4 0,-1-4 4 16,-3 4 0-16,-1 0 68 15,-3 0 8-15,1 0 97 0,-1 0 355 0,-5 0-176 16,1 0-152-16,-3 0-76 0,-2 0-48 0,-2 0 52 16,-2 0 20-16,-3-3-48 0,4 3-12 15,-4-3-24 1,0 1 24-16,0-2 4 0,0 1 8 15,0-1 0-15,-8 4-12 0,4-3 12 0,-4 3-24 16,0 0 60-16,0 0-8 0,0 0-16 0,0 0 12 16,0 0-12-16,0 0 12 0,0-3 0 15,0-3 0-15,0-7 136 0,0-6-100 16,4-7-168-16,-4-5-48 0,7-7-36 0,-3-4-88 16,5-6 4-16,-5-5-72 0,4 2-36 0,-5-3-52 15,1 3-68 1,1 4 60-16,-1 6-28 0,-4 8-36 15,0 8-12-15,0 3-48 0,0 6-61 16,0 3-503-16,0-2-760 0,0 2-1084 16,0 6-1952-16,-4-8-1857 0</inkml:trace>
  <inkml:trace contextRef="#ctx0" brushRef="#br1" timeOffset="-108777">21499 13525 6460 0,'0'0'884'31,"0"0"400"-31,0 0 1637 15,0 0-1205-15,0 0-244 0,0 0-236 0,0 0-160 16,0 0-144-16,0 0-180 0,0 0-372 0,0 0-168 0,-79 16-164 16,62 13 60-16,1 9 76 0,4 3 24 15,1-3-96-15,2 3-112 0,5-9-80 0,0-9-20 16,4-4 4-16,0-10 84 0,0-6-4 16,0-3-44-16,4 0-88 0,9 0 148 15,-2 0-72-15,6-9-112 16,2-7 36-16,-3-3 136 0,4-4-112 15,-4 1 40-15,-1 0-4 0,2 3 40 16,-9 3-12-16,4 6 56 0,-8 4-8 0,0 3-48 16,0 3-64-16,0 0-24 0,-1 3 148 15,10 10 160-15,-5 3 40 0,3 2 92 16,-2 11-20-16,3 3 48 0,-9 3-100 0,5 3 0 16,-4 0-36-16,-4 3-36 0,0 5 20 15,0-6-68-15,-4-2 56 0,-4 0 4 16,5-3 72-16,-5-3 72 15,-1-7 48-15,1-2-95 0,5-4-77 16,-1-6-12-16,0-7-32 0,0 0-16 0,-1-6 12 16,1 3 52-16,0-3 32 0,-3 0-204 0,-1 0 72 15,-5-3 36-15,2-6-120 0,-6-1-80 16,2-2-16-16,-5-1 36 16,1-6-48-16,2 0-12 0,2 0-172 0,-6-4 36 15,10 4 52-15,2 0 20 16,1 0-45-16,5 0-15 0,-1 0-12 15,4 3-60-15,0-3 24 0,7 4-48 0,5-5-16 16,1 1-36-16,2 3-100 0,1-3-308 16,5-3-652-16,-2 0-1128 0,-3 6-2377 15,7-16-2531-15</inkml:trace>
  <inkml:trace contextRef="#ctx0" brushRef="#br1" timeOffset="-108519.026">22021 13100 7552 0,'0'0'3264'0,"0"0"-1095"0,0 0-481 0,0 0 140 0,0 0-52 16,0 0-520-16,0 0-512 15,0 0 316-15,0 0-327 0,43 95-225 16,-34-54-108-16,-9 7-160 0,0 0-8 15,0 3-104-15,0 2-128 0,0 4-60 16,-9 1-88-16,5-1-8 0,-3-3-60 0,3-4-64 16,0-9-216-16,0-3-173 0,0-8-159 15,4-11-236-15,0-7-684 0,0-2-1304 16,0-7-2269-16,0-3-1263 0</inkml:trace>
  <inkml:trace contextRef="#ctx0" brushRef="#br1" timeOffset="-108336.765">22064 13589 8796 0,'0'0'2505'16,"0"0"-889"-16,0 0-128 0,0 0 200 0,0 0-28 0,84-17-464 15,-52 17-200-15,0 0-132 0,3 4-192 0,6-1-247 16,2-3-181-16,2 0-176 0,-2 0-68 16,1-7-96-16,4-5-112 0,-5-1-193 15,-2 0-295-15,-2-2-268 0,-7-1-324 16,0 0-920-16,-12 4-2224 0,-4-8-3373 15</inkml:trace>
  <inkml:trace contextRef="#ctx0" brushRef="#br1" timeOffset="-108058.518">22694 13062 8976 0,'0'0'2105'16,"0"0"-921"-16,0 0 600 0,0 0 208 0,0 0-588 15,0 0-180 1,0 0-416-16,32 72-168 0,-24-40-32 16,0 6-24-16,0 1-208 0,-4 5-107 0,-4 3-169 15,0 5-40-15,0 2-56 0,0 3-4 0,-4-1-112 16,-4-1 52-16,4-1-109 16,0-4 33-16,4-4 64 0,-4-9-24 0,4-5-40 15,0-7-80-15,4-3-188 0,0-6-120 16,0-7-136-16,8 1-164 15,-4-7-388-15,3 1-728 0,2-4-580 0,-5 0-2141 0,4-7-3303 16</inkml:trace>
  <inkml:trace contextRef="#ctx0" brushRef="#br1" timeOffset="-101466.347">17244 15537 468 0,'0'0'9352'15,"0"0"-4639"1,0 0-3745-16,0 0-604 0,0 0 20 0,0 0 424 0,0 0 568 15,0 0-280-15,0 0-328 16,0-2-268-16,0 2-220 0,0 0-60 0,7 0-12 16,10 0-40-16,6 0 213 0,10 0 19 15,2 0-196-15,9-2-108 0,-5-5-96 16,2 0 0-16,-1 0-60 0,-1 2 0 0,-3-2-108 16,-4 0-220-16,-4 5-161 15,-4-5-267-15,0 7-356 0,-9 0-952 16,-2 0-2496-16,-5 3-2409 0</inkml:trace>
  <inkml:trace contextRef="#ctx0" brushRef="#br1" timeOffset="-101259.65">17403 15754 8172 0,'0'0'6149'15,"0"0"-5001"-15,0 0-880 0,0 0-260 0,0 0 516 16,0 0 384-16,0 0 72 0,0 0-80 0,0 0-300 15,92 12-160-15,-57-12-24 0,10-5-136 16,-6-5-240-16,5-3-40 0,0 4-172 16,-1-4-196-16,2 3-304 15,-2-3-260-15,1 4-244 0,-4 4-788 0,-8-2-1972 0,8 3-2553 16</inkml:trace>
  <inkml:trace contextRef="#ctx0" brushRef="#br1" timeOffset="-100685.844">18539 15189 10784 0,'0'0'1761'0,"0"0"-765"0,0 0-460 16,0 0 236-16,0 0 652 0,0 0-32 15,0 0-376-15,0 0-352 0,0 0-188 16,0 0 52-16,0 0-92 0,7 22-116 16,-3 0 56-16,5 13-96 0,-1 9-183 0,-5 14-61 15,5 2-36-15,1 7-8 0,-5-1 8 16,0 1-12-16,-1 3-61 0,-3-4-11 16,0 1 8-16,0-9-56 0,0-5-100 0,0-8 40 15,0-10-16-15,0-10-24 16,0-9-172-16,4-7-304 0,-4-4-176 15,0-5-192-15,0 0-364 0,0-7-920 16,0-3-1913-16,0-9-1731 0</inkml:trace>
  <inkml:trace contextRef="#ctx0" brushRef="#br1" timeOffset="-100467.937">18559 15744 168 0,'0'0'10881'15,"0"0"-8933"-15,0 0-956 0,0 0-280 0,0 0 660 0,0 0 152 0,75-63-288 16,-59 54-464-1,4 2-172-15,4 1-4 0,-4-1 136 16,3 4-307-16,1 0-97 0,4 0-60 0,0 0-100 16,4 0-60-16,4-1-32 0,0 4-72 15,0-3-4-15,0 3-148 0,0-3 4 16,-4 0-184-16,-1 0-108 0,1 0-125 0,-4-4-143 16,0 1-300-16,-4-3-524 0,-4-1-856 15,-4 1-1708 1,-8-5-1621-16</inkml:trace>
  <inkml:trace contextRef="#ctx0" brushRef="#br1" timeOffset="-100220.394">19204 15135 9700 0,'0'0'3269'0,"0"0"-1949"0,0 0-940 0,0 0 64 0,0 0 776 0,0 0 200 16,0 0-492-16,0 0-572 15,0 0-36-15,0 0 84 16,27 92-36-16,-18-54 156 0,-5 6-124 0,4 5-156 16,-1 1-132-16,2 7-68 0,-5 1-44 15,0 2-88-15,0 0-8 0,-1 1-24 0,1-4-184 16,-4-3-172-16,4-10-64 0,5-3-48 16,-1-10-88-16,-1-1-152 0,1-11-340 15,5-3-508-15,-6-4-444 0,1-5-1033 16,5-7-2447-16</inkml:trace>
  <inkml:trace contextRef="#ctx0" brushRef="#br1" timeOffset="-97608.04">20101 15087 784 0,'0'0'3972'0,"0"0"-2032"0,0 0-264 15,0 0-316-15,0 0-83 0,0 0-45 0,0 0-156 16,0 0-200-16,0 0-152 0,0 0-72 16,0 0 4-16,0-15-20 0,0 15-24 0,0 0-68 15,0 0-12-15,0 0-16 0,0 0-72 16,0 0-40-16,0 0-100 0,0 0-48 15,0 0-48-15,0 0-152 0,4 7-56 16,-1-2 0-16,5 8 184 16,0 2-28-16,1 8-68 0,2 0-16 0,-3 2 0 15,-4 3-64-15,4 4 4 0,0-1 0 0,-4 7-4 16,0 4-8-16,-4 0-8 16,0 5-64-16,0 1 12 0,0 5 12 15,0-1-64-15,-4-2-20 0,0 2 32 0,0-6 16 16,0-1-12-16,1-4-16 15,-2-6 100-15,5-7-60 0,0-5 60 16,0-4 4-16,0-6-52 0,0-7-40 0,0 1 40 16,0-5 12-16,0 2-52 0,0-4 52 15,0 0 48-15,0 0-4 0,0 0-8 0,0 0 0 16,0 0 4-16,0 0 0 16,0 0 8-16,0 0 4 0,5 0 44 0,-5 0 0 0,0 0 16 15,3 0-52-15,9 0 72 16,-4 0 196-16,4 0-72 15,4-4-136-15,0 2 28 0,-1-3-88 0,6 3 48 16,-1-4-12-16,-1 2-48 0,5-2-4 16,1-1 4-16,-1-1 32 0,4 1-32 15,-1-3-60-15,4 4 12 0,1-3 40 0,5 2-4 16,-5 2 8-16,4-2 4 0,3 0 156 16,-3 1-56-1,-1 3-96-15,6-4 0 0,-1 7 56 0,-1-3-52 0,2 0-8 16,-6 3 160-16,5 0-100 15,-4 0-52-15,-5 0 52 0,1 0-48 16,-4 0 36-16,-7 0 24 0,-1 0-8 0,-1 0-4 16,-6-3 25-16,-6 3 35 0,-3 0-44 0,0 0 8 15,-4 0 72-15,0 0 488 16,0 0-160-16,0 0-256 0,0 0-36 0,0 0-96 16,0 0 28-16,0 0 8 0,0 0 0 15,0-3 48-15,0-4 196 16,0-5-48-16,0-4-328 0,-4-7-4 15,0-8-8-15,-3-1 0 0,2-5-96 16,1-2 60-16,-4 1-120 0,4-6-136 0,1 2 28 16,3-2-100-16,0-1-8 0,0 1-88 15,0 5 60-15,0 2-120 0,3 4-17 16,1 8-179-16,-4 3-164 0,4 3-424 0,-4 2-404 16,4 5-584-16,0 3-820 15,1 0-2273-15</inkml:trace>
  <inkml:trace contextRef="#ctx0" brushRef="#br1" timeOffset="-96975.969">21937 15018 6320 0,'0'0'3272'0,"0"0"-1155"15,0 0-673-15,0 0-540 0,0 0 120 16,0 0 240-16,0 0-220 0,16 89-212 15,-12-49-168-15,0 11-24 16,0 6-52-16,0 0-136 0,-4 8-112 0,0-2-184 16,0-3-156-16,0 1-8 0,0-4-88 15,0-10-12-15,0-6-40 0,0-12-244 16,0-8 76-16,0-11-28 0,4-6-120 0,0-4-176 16,4-4-572-16,4-11-404 0,-5-7-876 15,2 5-2973-15,-5-14-1283 16</inkml:trace>
  <inkml:trace contextRef="#ctx0" brushRef="#br1" timeOffset="-96796.805">21933 15449 7432 0,'0'0'1840'0,"0"0"201"15,0 0-449-15,0 0-384 0,0 0 108 16,0 0 28-16,0 0-240 0,0 0-288 16,0 0-216-16,0 0 224 0,76-31-252 0,-48 31-144 0,4 0-136 15,-5 0-76-15,6 0-116 16,-1 0-92-16,-5-4-8 0,6 1-76 15,-2-6-104-15,1 3-260 0,0-7-276 16,0 3-340-16,-4-5-660 0,-5 5-2056 16,1-6-2841-16</inkml:trace>
  <inkml:trace contextRef="#ctx0" brushRef="#br1" timeOffset="-96544.357">22412 15033 10016 0,'0'0'2113'0,"0"0"-545"0,0 0-792 0,0 0 80 0,0 0 580 16,0 0-296-16,0 0-412 0,0 0-172 15,0 0-92-15,11 89 124 0,-3-50 144 0,-4 2-220 16,8 6-256-16,-8-3-87 0,0 7-9 16,0 3-148-16,-4 0-4 0,0 1-8 15,0-4-88-15,0-1-44 0,0-9-89 0,4-3-239 16,4-6-212-16,4-7-184 0,4-6-248 31,7-5-368-31,2-12-892 0,-1-2-1513 16,15-6-1539-16</inkml:trace>
  <inkml:trace contextRef="#ctx0" brushRef="#br1" timeOffset="-95942.617">23112 15363 13773 0,'0'0'1848'0,"0"0"-592"0,0 0-388 0,-83 39 84 16,55-14 188-16,0 3-224 0,4 4-476 16,5 0-196-16,6-7-64 15,9-3-64-15,4-2-116 0,0-8-328 0,4-2-100 16,9-7 100-16,2-3 132 0,2 0 88 0,6-6-4 16,5-8 40-16,-4 0-52 0,4-9-48 15,-4 4-36-15,-1 0 64 0,1 0 56 16,0 6-20-16,-3 1 8 15,-6 5-12-15,1 4 4 0,-4 3 96 16,4 0 12-16,-8 10 208 0,4 2 88 16,0 8-52-16,-4 2-124 0,-4 6-116 0,0 4 84 15,3 6-76-15,-7 3 36 0,5 3 0 16,-5 8 16-16,0 5-4 16,-5-1 12-16,-6 1-24 0,3 1 64 0,-8-1 48 0,4-3 20 15,-4-3-44-15,0-6 108 0,-4-4-28 0,5-4-8 16,-2-7-36-16,6-8 9 15,-6 0-85-15,6-9 4 16,3-4-16-16,-5-3 36 0,6-2 12 0,-5-4-32 16,-1 0-28-16,2-4 24 0,-6-9-96 15,2-2 0-15,-1-7-132 0,0-4 48 16,0 0-40-16,8-2-32 0,-3 6 24 16,6 0 44-16,1 3 4 0,4 3 36 15,0 3 36-15,0 1-97 0,4-1-51 0,4 0-8 16,4-3 80-16,4 0-32 0,7-3 48 15,2 0-28-15,6-6 52 16,1 6-12-16,4-6 0 0,1 2-28 0,-2 0-20 16,1 1 36-16,-4 4 60 0,4 1-52 15,-8 2 4-15,0 2-48 0,-4 4 32 16,-5 2 16-16,-3 1-12 0,-4 3 20 0,1 0-20 16,-6 3-48-16,1 0-40 0,-4 0-72 15,0 0-124-15,-4 0-28 0,0 6-232 16,0 3-500-16,-4 1-804 15,0-4-2204-15,-16 10-4121 0</inkml:trace>
  <inkml:trace contextRef="#ctx0" brushRef="#br2" timeOffset="-90078.296">18559 12614 3316 0,'0'0'744'0,"0"0"-524"0,0 0 2384 16,0 0-1328-16,0 0-396 15,0 0 24-15,0 0-36 0,-92-10-327 0,76 17-221 16,-8 5-12-16,4 4-152 0,-4 7-40 16,-4 5 36-16,4 4 0 0,0 6 16 15,-3 4 48-15,-1-1-12 0,4 6-48 0,-4 2-68 16,0 3 12-1,0 3-100-15,0 2-12 0,0 4-72 16,5-2 84-16,3 5 8 0,-1 2 44 0,6 2-48 16,2-2-4-16,6 0-16 0,3 4 16 15,4-6 40-15,4 0-40 0,7-1-88 16,9-6 36-16,1 0-32 0,-2-2 80 0,5-8-4 16,4 0 8-16,0-2-12 0,4-7-76 15,4-3 84-15,-1-3 0 0,6-4-8 16,-2-6 0-16,10-5-52 15,-2-4-12-15,5-8 76 0,8-5 0 16,0-5 0-16,7-8 76 0,1-7-76 0,-1-5-84 16,6-3-32-16,-10-4-128 0,1-4-64 15,-4-1-116-15,-9-2 40 0,1-2 52 16,-9 0 7-16,2-3 81 0,-6-1-52 0,1-3-4 16,-8-2 68-16,-4-5 116 0,0-1 24 15,-8-5 4-15,0-3 88 0,-4 1 0 0,-5 0 56 16,-2 0-4-16,-5-1 36 15,-4 3 160-15,-4 5 100 16,-9 1 116-16,2 1 53 0,-9 4 139 0,-4 2-184 16,0 0-356-16,-7 4-116 0,-1 3 92 15,-4 0-4-15,-5 6-88 0,2 0-76 0,-5 6-16 16,-4 4-20-16,-4 6 112 0,1 3-8 16,-5 6-20-16,-4 10 16 0,4 0-80 15,-4 16-84-15,1 6-32 0,-1 7-204 16,4 9-229-16,1 7-1091 0,14-11-2212 0,-6 27-1076 15</inkml:trace>
  <inkml:trace contextRef="#ctx0" brushRef="#br2" timeOffset="-89210.654">18495 14855 1472 0,'0'0'656'15,"0"0"5600"-15,0 0-5516 0,-84 26-444 16,56-17 28-16,4 8 140 15,0-2 557-15,1 4 123 0,-1 6-276 0,0 5-272 16,-1 1-152-16,1 7-128 16,1 4-100-16,3 5 36 0,0-3 40 0,0 4-80 15,4-4-136-15,4 3-64 0,0 2 52 16,4-5-64-16,4 5 0 0,4-5-12 16,0-1-164-16,0 2 124 0,8 0-60 0,4-1 12 15,-4 4-40-15,9 0 76 0,-2 2 52 16,5-3 12-16,0 2 280 15,8-2-128-15,3 1-24 0,5-1 24 0,5 0-152 16,-2-5-112-16,1 0-304 0,0-8 180 16,4 1 160-16,-1-3-140 0,2-3-12 15,2 2 0-15,5-2 228 0,0-1 0 16,4-2 64-16,-1-4 76 0,1-3 164 0,4-7 84 16,-4 2-224-16,4-9-152 0,-4-1-4 15,-5-4-8-15,1-6 64 16,0-7-64-16,-1-5-92 0,5-8 88 15,0-6-84-15,-4-3 0 0,4-3-152 16,-5 0-216-16,-3-4-216 0,-4 1 88 0,-5 0 404 16,-2-3 180-16,-5-1 72 0,-4-6-72 15,0 1-100-15,-9-11-4 0,1-2 104 0,-4-1-44 16,-4-7 44-16,0 2 92 16,-4 0 72-16,-5 2-72 0,-3 0-92 0,0 4-40 0,-7 3-48 15,-5 3 88-15,-4 2 0 0,-3 8 64 16,-6 3 216-16,-3-2 24 15,-3 8 180-15,-5 4-104 16,-5-1-28-16,-2 2 4 0,-9 2-168 0,1 3-88 16,-5 2-92-16,0 4 56 0,-4 3-4 15,0 3-60-15,0 4-52 0,0-1-60 0,1 6-16 16,4 5-72-16,-1 2 96 0,0 0-120 16,0 0-120-16,0 6-200 0,5 0-424 15,-1 0-364-15,8 1-317 16,0-1-1023-16,12-3-2312 0</inkml:trace>
  <inkml:trace contextRef="#ctx0" brushRef="#br2" timeOffset="-88861.71">18650 14186 3208 0,'0'0'352'0,"0"0"-116"16,0 0 4620-16,0 0-3124 0,0 0-211 15,0 0-329-15,24 85-228 0,-16-44-76 16,0 7-84-16,0 0-136 0,-4 6-144 0,4 0-148 16,-4-4-144-16,0 2-232 15,0-8-24-15,0-2-184 0,0-7-280 0,3-14-96 0,2-4-60 16,3-8-124-16,-1-9-528 16,6 0-1060-16,-6-9-1933 0,9-21-2251 0</inkml:trace>
  <inkml:trace contextRef="#ctx0" brushRef="#br2" timeOffset="-88694.539">18969 14274 184 0,'0'0'6144'16,"0"0"-4132"-16,0 0-1132 0,0 0-52 0,0 0 581 16,-12 86 63-1,12-51-276-15,-5-3-360 0,5 6-268 0,0 4-192 0,0-2-188 0,5 2-188 16,-1 2-152-1,0 0-348-15,0-3-524 0,0 1-592 16,0-4-1665-16,-4-9-4051 0</inkml:trace>
  <inkml:trace contextRef="#ctx0" brushRef="#br2" timeOffset="-87198.062">10622 17662 2904 0,'0'0'820'0,"0"0"5236"0,0 0-4019 0,0 0-477 15,0 0-444-15,0 0-284 0,0 0-128 16,0 0-236-16,0 0-220 0,0 0 388 16,79 10 304-16,-35-3-324 0,4-5-60 15,0 1-276-15,4 0-12 0,-5 1 0 0,1-4-192 16,4 0 16-16,-4 0-92 0,-5-4-72 16,2 1-28-16,-6 0 28 0,-3-3 0 15,-4 3-64-15,-8-4-132 0,-4 4-160 0,-4-3-424 16,-4 6-148-16,-8-2-552 15,0 2-1552-15,-4 0-2697 0</inkml:trace>
  <inkml:trace contextRef="#ctx0" brushRef="#br2" timeOffset="-86969.393">10701 17856 3860 0,'0'0'1172'0,"0"0"2380"15,0 0-2040-15,0 0-619 0,0 0-301 16,0 0-68-16,0 0 16 0,0 0 8 0,0 0 128 16,0 0 324-16,80 12-68 0,-40-5-404 15,4-3-40-15,-5 1-140 0,6-2-124 16,2-3-224-16,-7 4-120 0,4-4 8 0,-4 0-112 16,-1-4-160-16,2 1-160 15,-6-6-196-15,-3-1-448 16,0 1-460-16,-4-4-1325 0,-12 7-3339 0</inkml:trace>
  <inkml:trace contextRef="#ctx0" brushRef="#br2" timeOffset="-86658.549">11044 17415 1828 0,'0'0'1016'0,"0"0"1640"16,0 0-120-16,87 22-732 16,-50-12-475-16,2 2-445 0,-3 1-52 0,4-1-128 15,0 4-108-15,-4-4-152 0,-4 7-228 16,0-2-16-16,-8 2-60 0,-1 3-28 0,-7 1 88 0,-4 5 52 16,-3 7-76-16,-9 0-124 15,0 6 36-15,0 3-84 0,-13 1 44 16,1-1-44-16,-4-5 72 15,-3 2-60-15,-2-6 36 0,1-7-52 0,1-1-144 16,-1-9-132-16,4 1-224 0,0-9-172 16,0-1-72-16,4-7-468 0,0 3-961 15,0-5-3551-15</inkml:trace>
  <inkml:trace contextRef="#ctx0" brushRef="#br2" timeOffset="-85903.672">12590 17491 2672 0,'0'0'536'0,"0"0"2096"16,0 0 564-16,0 0-1488 0,0 0-499 15,0 0-417-15,-84-57 268 0,80 53-72 16,-3 4-220-16,-2 0-176 0,5 7-240 16,-8 10 12-16,1 4-128 0,2 10 0 0,-2 8-40 15,3 5 28-15,3 1 24 0,1 0-64 16,4-7-76-16,0-10-108 15,0-9-72-15,0-6-52 0,0-10-88 0,0-3 16 16,4 0-28-16,5 0 212 16,2-7-52-16,2-5 64 0,2-7-272 0,-3 0 136 15,0-3 136-15,-4 2-4 0,0 4-8 0,1 0-116 16,-2 10-32-16,1 0-128 0,0 3 84 16,4 3 116-16,0 3 20 0,4 7 68 15,0 2 12-15,0 8 104 0,3-1-24 0,-6 6-20 16,2 3 16-1,-2 4 52-15,-2 3 20 0,-3 1 16 16,-4 1-16-16,-4 1 16 0,0 0 132 0,0 0-8 16,-4 0-4-16,-4-2 0 0,-3-5 12 15,2-3 60-15,-2-2 112 0,-1-4-124 0,3-6-88 16,-2-4-108-16,-1-5-16 0,4-1 16 16,0 0 36-16,-4-2-148 0,0-4-48 15,0 0-8-15,1 0-52 16,-6-4-76-16,-3-5-36 0,1-3-168 15,-2-1 36-15,6-6-128 0,-5 0 100 16,7-4-36-16,5-3-124 0,4-2-64 0,4-2-92 16,0-6-340-16,4-2-1092 0,4 9-2777 15,12-21-3207-15</inkml:trace>
  <inkml:trace contextRef="#ctx0" brushRef="#br2" timeOffset="-85653.766">12925 17173 5188 0,'0'0'1120'0,"0"0"2276"0,0 0-1667 0,0 0 39 15,0 0-80-15,0 0-352 16,0 0-276-16,0 0-180 0,0 0-252 0,67 86-184 16,-63-54-124-16,0 3-76 0,-4 3-96 15,0 3-148-15,0 8-48 0,-4-3-112 0,0 8-100 16,-3-3-68-16,-2 0-240 0,1-6-12 15,4-4-16 1,1-10-160-16,-1-9-288 0,4-5-344 0,0-11-296 16,0-6-465-16,0-6-451 0,7-7-588 15,-3-9-976-15,4-1 3729 0</inkml:trace>
  <inkml:trace contextRef="#ctx0" brushRef="#br2" timeOffset="-85517.383">13024 17605 964 0,'0'0'1892'0,"0"0"-1696"0,0 0 3936 15,0 0-2080-15,0 0-259 0,79-32-237 16,-54 29-4-16,-1 3-112 15,0 0-272-15,4 0-420 0,0 0-252 0,-5 0-100 16,5 0-124-16,0-3-268 0,-4-3-4 16,4-1-132-16,-4-5-324 0,-5 1-352 0,2-1-320 15,-6-1-696-15,-2 5-2693 0,-2-9-4287 16</inkml:trace>
  <inkml:trace contextRef="#ctx0" brushRef="#br2" timeOffset="-85311.407">13455 17265 1448 0,'0'0'7580'0,"0"0"-5539"0,0 0-1165 16,0 0-504-16,0 0 508 0,0 0 592 15,0 0-124-15,3 89-320 0,1-57-368 0,0 6-180 16,0 0-36-16,5 0-48 0,-5 4-116 16,3 2-68-16,-3-3-140 0,0 4-72 15,-4-5-76-15,4 2-136 0,-4-4-80 16,0-3-176-16,0 0-28 0,0-3-124 0,5-7-348 15,-5-6-772-15,4-6-2317 0,-1-10-3355 16</inkml:trace>
  <inkml:trace contextRef="#ctx0" brushRef="#br2" timeOffset="-85148.749">13777 17634 7112 0,'0'0'4245'0,"0"0"-3041"0,0 0-512 0,0 0 60 16,0 0 384-16,84 28 0 0,-68-22-340 0,4-6-508 0,-4 0-200 16,3 0-88-16,2 0-212 0,-1-6-524 0,-5 0-536 15,2-1-524-15,-10 1-1349 0,1 3-4671 0</inkml:trace>
  <inkml:trace contextRef="#ctx0" brushRef="#br2" timeOffset="-84991.197">13904 17792 7128 0,'0'0'6277'0,"0"0"-5133"0,0 0-968 0,0 0 40 16,0 0 564-16,0 0 572 15,0 0-468-15,52 67-504 0,-39-61-256 0,6-3 124 16,1-3-240-16,5 0-8 0,-6-6-196 16,5 0-708-16,-4-7-152 0,0 4-912 15,0-4-3193-15</inkml:trace>
  <inkml:trace contextRef="#ctx0" brushRef="#br2" timeOffset="-84406.705">14450 17256 4096 0,'0'0'300'0,"0"0"4088"16,0 0-2628-16,0 0-307 15,0 0-249-15,0 0 4 0,0 0 116 0,0 0-456 0,0 0-480 16,0 0 132-16,21 70 64 16,-14-29-80-16,6 9-184 0,-5 5-84 15,-5 2-92-15,1 0-32 0,-4 0-112 0,0-2-80 16,0-5-68-16,0-6-100 15,0-6-120-15,0-9 8 0,0-4 16 0,0-5-104 16,0-12-260-16,0 3-336 16,0-11-508-16,0 0-388 0,0-4-805 0,0-9-1303 15,4-2-744-15</inkml:trace>
  <inkml:trace contextRef="#ctx0" brushRef="#br2" timeOffset="-84261.241">14495 17780 1008 0,'0'0'1656'15,"0"0"-1160"-15,0 0 2136 0,0 0 408 0,0 0-891 0,0 0-777 16,0 0-336-16,0 0 132 0,0 0 140 15,28-54-328 1,-5 51-196-16,5 3-152 0,0-4-88 16,0-3-68-16,4 5-216 0,0-7-260 0,3-5-52 0,1 2-72 0,1-7-320 15,-2-3-36-15,1-4-412 0,-4-2-492 16,-8 2-1256-16,4-5-2801 0</inkml:trace>
  <inkml:trace contextRef="#ctx0" brushRef="#br2" timeOffset="-84075.605">14929 17268 7672 0,'0'0'4181'0,"0"0"-2837"0,0 0-632 0,0 0-228 15,0 0 184-15,0 0 364 16,0 0-4 0,-28 90-360-16,28-53-220 0,0 8-16 15,0-1-4-15,4 1-72 0,4-4-172 0,-1 3-184 0,2-2-60 0,-1-4-160 16,-1-1-148-16,6-1-260 0,2-8-152 0,2 1-392 15,2-10-540-15,-3-3-1464 0,12-7-4045 16</inkml:trace>
  <inkml:trace contextRef="#ctx0" brushRef="#br2" timeOffset="-83560.302">15438 17643 3484 0,'0'0'8353'0,"0"0"-6957"0,0 0-696 16,-39 88-4-16,22-52 564 0,-2-1 228 0,-1 3-300 15,4-6-536-15,0-6-420 0,8-7-224 16,1-7-8 0,7-5-8-16,-4-5 0 0,4-2-52 0,0 0-160 0,0-12-224 15,7-4 220-15,1-3 164 0,0-10 48 16,4 4-76-16,-4-4-20 16,4 4-16-16,0 3 36 0,-4 3-12 0,4 3 28 15,-4 7-64-15,0-2-28 0,0 9 40 16,-1-1-36-16,6 3 84 15,-1 3 76-15,-5 5 120 0,6 9-44 0,-2-1-28 16,-3 6 52-16,1 3-24 0,-1 4 24 0,-1-1-28 16,-3 7-20-16,5 4 44 15,-5-1-20-15,-4 6 48 0,0 0-40 0,0 1 92 16,0-1-16-16,0 1 36 16,0-1 0-16,-8-3-12 0,3-3-36 0,-3-2 12 15,-3-8 24-15,-2 1-24 16,2-7 0-16,-6 1-40 0,-2-8-44 0,-1 1-16 15,-4-4-60-15,0 2 8 0,-4-9-8 16,0-1 0-16,4-4-84 0,-4 0-28 16,4 0 100-16,5-4-44 0,6-1 56 0,2-2 0 15,3-3 0-15,3 1-136 0,1 0-60 16,1-3-48-16,3-2 108 0,0-2-24 16,7 4-12-16,2-1 48 0,-1 0-48 15,8 0 24-15,0-2 24 0,0-1-60 0,3 0-12 16,1 0-80-16,5 0-332 0,-6 1-320 15,5-5-796-15,0 4-1340 16,-8 6-2897-16,12-5 1445 0</inkml:trace>
  <inkml:trace contextRef="#ctx0" brushRef="#br2" timeOffset="-65019.961">10327 13183 5940 0,'0'0'1404'0,"0"0"-496"0,0 0-36 0,0 0-84 16,0 0-144-16,0 0 1581 16,0 0-1001-16,0 0-212 0,-28-51-260 0,24 41-8 15,4 7 92-15,0 0-120 0,-4-1-84 16,4 4-116-16,0 0-208 0,0 0-176 15,0 4-68-15,4 2-16 0,8 6 160 16,0 7 60-16,4 4 36 0,3 9-20 16,2 6-28-16,-1 0-100 0,3 6-144 15,1 4 124-15,-3 6-16 16,7 3-116-16,-5 3 36 0,1 4-40 0,4 2 0 16,-4 1-104-16,-5 3 100 0,5 0-52 15,-3-1-8-15,3 1 16 0,-5 1 0 0,-3-1 36 0,5-7-84 16,-6-3-4-16,5-8-32 15,-4-5 32-15,4-6 16 0,-4-9-136 16,0-7-72-16,-4-6-64 0,0-4-48 16,-4-5-76-16,3-6-124 0,-2-4-224 15,-5 0-520-15,0-14-796 0,0 5-1701 16,-4-13-1611-16</inkml:trace>
  <inkml:trace contextRef="#ctx0" brushRef="#br2" timeOffset="-63809.318">5860 13252 1632 0,'0'0'10297'0,"0"0"-8353"15,0 0-1260-15,0 0-240 0,0 0 196 0,0 0 492 16,0 0-152-16,0 0-436 0,0 0-76 16,0 0-60-16,41 92-16 0,-18-41 12 15,1 6-48-15,0 10-152 0,4 9-92 0,-4 0-4 16,-1 6-108-16,1 5 48 0,-3-5-48 0,-6-2-8 16,5-11-64-16,1-5 60 15,-6-13 12-15,5-13 40 0,0-10-40 0,-4-12-40 16,4-3 40-16,-4-10 0 15,0-3 48-15,-4-3-48 16,4-10 124-16,-4-9 144 0,3-6 48 0,2-7-148 0,-2-7-68 16,1-9-4-16,1 1-92 0,-2-4 4 15,6-4-4-15,-2 1-4 16,-3 0 41-16,3 1-41 0,2-5-73 0,-5 7 25 16,0 0 0-16,0 6-28 0,-1 7-32 15,-2 6 100-15,-5 3 8 0,-1 4-120 0,1 6-136 16,-4-1-100-16,1 7-192 15,-5 6-172-15,0 4-276 0,-9 6-864 0,-2 0-1056 16,3 4-2581-16,-16 15-1947 0</inkml:trace>
  <inkml:trace contextRef="#ctx0" brushRef="#br2" timeOffset="-63614.618">6152 13789 744 0,'0'0'12021'0,"0"0"-10469"16,0 0-1212-16,0 0 64 0,0 0 428 15,0 0 444 1,0 0-260-16,0 0-448 0,0 0 268 0,0 0 32 16,0 0-196-16,103-6-296 0,-68-5-220 15,6 3-156-15,-1-3-60 0,-5 2-48 0,5 0-208 16,-8-1-268-16,-1 1-164 0,1-1-160 16,0 1-436-16,-4 2-908 0,-4 1-2261 0,4-1-3367 15</inkml:trace>
  <inkml:trace contextRef="#ctx0" brushRef="#br2" timeOffset="-6086.76">16686 17612 2720 0,'0'0'0'16,"0"0"120"-16,0 0-120 0,0 0 5088 0,0 0-3080 15,0 0-279-15,0 0-689 0,0 0 56 0,-80-45 180 0,76 45 172 16,4 0-128-1,0-3-332-15,0 3-192 0,0 0-72 16,0 0 8-16,0 0-164 0,0 0-191 16,0-3-169-16,8 3-208 0,8-3 0 15,12-4 128-15,0 1 20 0,8-3-148 16,-4 2-12-16,3 1-172 0,-7 2 136 0,0-3-84 16,0 5-28-16,-4-2-21 0,3 2-171 15,-2-2-244-15,-5 2-76 16,-5 2-320-16,2 0-872 0,-6 0-1168 0,-7 6-2981 0</inkml:trace>
  <inkml:trace contextRef="#ctx0" brushRef="#br2" timeOffset="-5872.169">16718 17840 2508 0,'0'0'7240'0,"0"0"-6220"0,0 0-815 0,0 0 415 0,0 0 916 15,0 0-316-15,0 0-248 16,75 3-268-16,-55-6-124 0,4 3-56 16,-4-3-116-16,0 3-184 0,4 0-224 0,-5 0-48 15,6 0-152-15,-1 3 112 0,0 0-396 16,0 1-432-16,3-2-532 0,-7-2-1408 16,4 0-4029-16</inkml:trace>
  <inkml:trace contextRef="#ctx0" brushRef="#br2" timeOffset="-4303.444">18017 17227 1540 0,'0'0'248'0,"0"0"300"0,0 0-328 16,0 0 1840-16,0 0 284 0,0 0-956 15,0 0-764 1,0 0-96-16,0 0 120 0,0 0 373 15,-17-51-201-15,17 48-496 0,0 0 84 0,0 0-140 0,0 3-116 16,-4 0 80-16,4 0-80 16,0 0-64-16,0 0-12 0,0 0 28 15,0 0-96-15,0 0-8 0,0 0-8 16,0 0-120-16,-4 0 128 0,4 0 76 0,0 0-76 16,-3 0 64-16,3 0-28 0,0 0-20 15,-4 0-16-15,4 0-128 0,0 0-12 16,0 0-52-16,0 0-164 0,-4 3-144 0,4 0-216 15,0 0-148-15,0 7-193 0,-4-1-847 16,0-2-504-16,-1 6-668 16,26-61 560-16</inkml:trace>
  <inkml:trace contextRef="#ctx0" brushRef="#br2" timeOffset="370.275">18108 17199 5836 0,'0'0'1600'0,"0"0"-484"15,0 0-132-15,0 0-80 0,0 0 25 16,0 0-169-16,0 0-248 0,0 0 1204 16,0 0-768-16,-48-23-344 0,44 20-24 15,-4 0-120-15,5-3-84 0,-1 3 44 0,-4-4-72 16,-1-2-176-16,2 2 0 0,-1-2-12 16,-5 3 0-16,6 0-36 0,-1-1 36 15,-5 1-24-15,6 0 36 0,-1 6 12 16,-4-5 0-16,4 3 0 0,-4 2-28 0,4 0-8 15,-4 0-12-15,0 0-88 0,4 2-12 16,-4 5-36-16,-4-1-12 16,4 5-84-16,-3-2 8 0,-2 3-32 15,2 4 56-15,-2 0 60 0,2 3-44 16,-2 0 40-16,2 3-76 0,-1 0-28 0,0 7-24 16,4 0 52-16,-4 3 36 0,0-1 36 15,4 4-52-15,0 0-32 0,-4 1 20 16,8-3 68-16,-4 6-52 0,4-4 0 15,1 3 8-15,3-3 40 0,-5 4-32 0,9-6 44 16,-4 6 0-16,4-7 4 16,0 0 52-16,9-7 104 0,2 0-72 0,-3-5 20 15,8-1-32-15,-4 0-64 0,4-3 96 16,0-4-56-16,4-2-48 0,-1-1 56 16,2-3 100-16,3 1-160 0,0-4 4 0,-1-3 48 15,1 0 8-15,0-3 0 16,0-4-52-16,0-2-8 15,-4-4-108-15,-4 1-4 0,-4-4 4 0,-1 0-124 0,-2-1-160 16,-1 3-112-16,-4-3-92 0,-4 1-84 0,0 0-128 16,0 1-412-1,-8-1-452-15,-5 0-668 0,-2 3-53 0,-1 1-283 16,0 5-148-16,-12-5-360 0</inkml:trace>
  <inkml:trace contextRef="#ctx0" brushRef="#br2" timeOffset="711.146">17670 17731 5976 0,'0'0'2340'0,"0"0"-828"0,0 0-259 0,0 0-325 15,0 0-224-15,0 0-116 0,0 0-44 0,0 0-84 16,0 0 448-16,0 0-128 0,47 7-340 16,-22-7-112-1,-1 0-144-15,0 0-60 0,-1 0-124 0,-3-7-96 16,4-1 44-16,0 2-96 0,-4-5-164 16,-4 3-456-16,0-3-380 0,0 5-84 15,-4-3-252-15,-5 5-553 0,2 1-63 0,-5 0 668 16,-4 3 836-16,0 0 596 0,0 6 208 15,-4 1 24-15,0 2 652 0,-1 5 700 0,5-2 112 16,-4 4-251 0,4 0-281-16,0 3-272 0,0 3-232 0,0-3-116 15,4 6-16-15,1-3-60 0,-1 8 60 16,0-5-16-16,4 0-28 0,-5 4-48 16,1-4-152-16,5 4-112 0,-1-4-64 15,-1 0-100-15,1-3-8 0,1 0-88 0,-1-2-72 16,-1-8-64-16,1-2-208 0,-3-4-40 0,6-2-100 15,-3-4-24-15,8-7-4 16,0-6-424-16,0-6-1068 0,-4 4-2305 16,8-23-3099-16</inkml:trace>
  <inkml:trace contextRef="#ctx0" brushRef="#br2" timeOffset="995.373">18514 17570 10736 0,'0'0'2617'0,"0"0"-1789"0,0 0-460 0,0 0 264 16,0 0 588-16,0 0-88 0,0 0-572 16,0 0-364-16,0 0 64 0,0 0 84 0,56 25 88 15,-35-21-40-15,-2-1-112 0,9-3-12 16,0 0-60-16,4 0 24 0,0 0-12 15,-4 0-112 1,3 0-100-16,-3 0-4 0,0 0-4 0,0 0-60 0,0 0 48 16,0-3 0-16,0 3-60 15,-8-4-64-15,0 1-32 0,-9-3-52 0,2 0-416 16,-1-1-236-16,-9-2-364 0,1-1-764 16,-4 1-2444-16,-4 2-5929 0</inkml:trace>
  <inkml:trace contextRef="#ctx0" brushRef="#br2" timeOffset="1728.161">19291 17202 1880 0,'0'0'8524'16,"0"0"-7171"-16,0 0-661 0,0 0-92 0,0 0 240 15,0 0 248-15,0 0 260 16,0 0-224-16,0 0-332 0,0 0-188 0,0 0-188 0,17 35-108 15,-17 3-76-15,3 6-24 16,1 10-72-16,-4 3-16 0,4 0-120 16,-4 4 0-16,0-1-8 0,0 4 0 15,0-5-64-15,-4-1-4 0,4-4-20 0,-4-3-28 16,4-9 28-16,-3-11-28 16,3-9-32-16,0-9 8 0,0-3-36 0,0-10-136 15,0 0-284-15,0 0-300 0,0-7 56 0,0-9-44 16,0-6 312-16,3-3-16 15,1-7-392-15,0 1-200 0,0-1-229 0,-4 6 525 16,0 7 868-16,5 3 24 16,-1 3 440-16,0 4 181 15,-1 3 111-15,1 2 240 0,4 1 252 0,5 0-148 16,-6 0-220-16,10 0-112 0,-2-3-132 0,5-1-104 16,3 1 60-16,5-5-100 15,0 3-184-15,8-2-76 0,-4-3-84 0,1 0-76 16,3 1 0-16,-9-4-48 0,5 0-56 0,0 0 44 15,-4-3-76-15,-1 3-72 16,-7 1-12-16,1 2-160 0,-6-1-308 16,-2 6-192-16,-6 2-184 0,1-5-304 0,-4 9-1276 15,-4-4-3077-15</inkml:trace>
  <inkml:trace contextRef="#ctx0" brushRef="#br2" timeOffset="1956.346">19809 17234 3484 0,'0'0'4904'0,"0"0"-4112"16,0 0-420-16,0 0 300 0,0 0 557 0,0 0 331 15,0 0 4-15,0 0-556 16,0 0-288-16,0 0-108 0,36 83-128 16,-27-52-48-16,-2 4-228 0,1 3-72 0,0 3-136 15,4 7-64-15,0 0-48 0,0 6 24 0,0-1-60 16,-4 1-148-16,4 4 36 0,4-8-300 15,-4 2-96-15,0-5-12 16,3-3-368-16,2-6-952 0,-6-9-2169 0,10 2-2663 16</inkml:trace>
  <inkml:trace contextRef="#ctx0" brushRef="#br2" timeOffset="2119.608">20527 18123 13061 0,'0'0'2608'16,"0"0"-1912"-16,0 0-200 0,0 0 352 0,0 0 372 16,0 0 32-16,0 0-656 15,0 0-596-15,0 0-432 0,0 0-120 0,4-25-48 16,-13 8-608-16,5 2-1972 0,-20-8-7417 0</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8:10:29.944"/>
    </inkml:context>
    <inkml:brush xml:id="br0">
      <inkml:brushProperty name="width" value="0.05292" units="cm"/>
      <inkml:brushProperty name="height" value="0.05292" units="cm"/>
      <inkml:brushProperty name="color" value="#7030A0"/>
    </inkml:brush>
  </inkml:definitions>
  <inkml:trace contextRef="#ctx0" brushRef="#br0">4092 4356 628 0,'0'0'388'0,"0"0"476"0,0 0 6844 16,0 0-5835-16,0 0-517 0,0 0-424 15,0 0 120-15,20-67-132 0,-16 55-52 0,-4-1-208 16,0 0-40-16,0-3 12 15,0 4-104-15,0-4-24 0,0 0 108 16,0 0-248-16,-4 0-132 0,-5-1-60 0,5 3-52 16,-3 0 4-16,-1-2-4 0,-1 4-24 15,-2-1 40-15,-1 0-52 16,3 4 12-16,-2 0 28 0,-1 2 21 0,0 1-21 16,-4 0-28-16,4 2 12 15,-8 1-12-15,0 3 28 0,0 0-52 0,-3 0 0 16,-1 0 12-16,-1 7-84 0,1 2 4 15,-4 4-12-15,0 2 8 0,5 9 0 0,-1-3-84 16,-4 8 72-16,0 3-84 0,0 5 84 16,0 5-60-16,4 5-28 15,-3 1 52-15,-1 6 0 0,8 0-8 0,-4 3 56 16,8-3 4-16,7-3 8 0,6-4 376 16,3-2 592-16,3-5-692 15,10 2-116-15,2-3-96 0,6-1-76 0,-1-1 0 0,3-1 44 16,5-2 28-16,-4-5 0 15,4-3-68-15,0-7 80 0,0-4-72 0,4-2 84 16,-8-4-24-16,-1-2-12 16,1-4 24-16,1-3 4 0,-5 0 20 15,3 0-60-15,-3-5-40 0,4-2-8 16,-4-6-44-16,0 3-40 0,0-6-28 0,-4 1-56 16,0-1-48-16,-4-3-96 0,0-1-136 15,-4-1-84-15,-4-2-256 0,0-3-633 16,-4 5-971-16,-8-2-1960 0,0 4-1561 15,-16-6-2278-15</inkml:trace>
  <inkml:trace contextRef="#ctx0" brushRef="#br0" timeOffset="315.953">3805 4705 6128 0,'0'0'4476'16,"0"0"-2623"-16,0 0-833 16,0 0-256-16,0 0 496 0,0 0 496 15,0 0-184-15,79 42-260 0,-59-40-360 16,0 2-272-16,0-4-243 0,4 0-221 0,-5 0-216 15,2-4-36-15,-1-3-180 0,-1 1-185 16,-2 1-135-16,-2-2-48 0,1 0-76 16,-8 1 24-16,5 0 68 0,-6 6 88 0,-7 0 196 15,4 0 88-15,-4 0 172 16,0 0 24-16,0 9 284 0,0 5 84 16,-4 0 16-16,1 5-28 0,-1 11-60 15,0-1-4-15,-1 2-36 0,1 7-84 0,0 1-12 16,4-1-64-16,-4 3-12 15,4-6-32-15,0 0 24 0,0-9-76 0,4-5-48 16,0-5-52-16,5-3-44 0,2-5-16 16,-3-3-232-16,8-3-108 0,0-2-240 0,4-9-560 15,4-7-1536-15,-4 1-2209 16,8-27-2851-16</inkml:trace>
  <inkml:trace contextRef="#ctx0" brushRef="#br0" timeOffset="746.25">4761 4448 3056 0,'0'0'8349'0,"0"0"-5297"15,0 0-2132-15,0 0-656 0,0 0 212 16,0 0 628-16,0 0-64 0,0 0-548 0,-52-77-172 15,52 59-208-15,8-1 8 16,-1-1-44-16,10 1-4 0,-2 1 76 0,2 1-12 0,3-1 48 16,-1 2-4-16,2 0-8 15,-1-3-24-15,-5 3-28 0,6 3-20 16,-2 0-16-16,1 1 28 0,0 3-100 0,0-2-4 16,0 6-4-16,0 2 4 31,-1-1-4-31,2 4-4 0,-1 0 4 0,3 9 8 0,-3 1 96 15,5 3 64-15,-1 6 156 0,-5 3 181 0,1 3-181 16,-4 10-156-16,0 0-100 0,-4 6 24 16,-9 6-44-16,1-1-52 0,-4-5-48 0,0-3-12 15,0-3 52-15,0-9 0 0,-4-1-52 0,1-6-76 16,-1-3-164 0,0-4-117-16,0 1-215 0,0-7-148 0,-5 1-76 15,6-4-140-15,-5 0-652 0,0-3-1252 16,0 0-2413-16,-8 0-899 0</inkml:trace>
  <inkml:trace contextRef="#ctx0" brushRef="#br0" timeOffset="953.178">5040 4626 3708 0,'0'0'416'0,"0"0"1644"0,0 0 1004 16,0 0-1448-16,-4 63-679 0,4-41 51 16,4 1 160-16,0 2 140 0,4-3-140 15,-5-2-92-15,5-5-76 0,1 1-96 16,2-3-60-16,1-7-8 0,1 0 12 0,-2-2-123 15,6-4-197-15,-2 0-172 0,1-7-68 16,4-2-100-16,4-7-60 16,-4 0-108-16,4-9-84 0,-1-2-168 0,1 0-256 0,4-5-124 15,-3 3-193-15,-1 1-223 16,-1 2-580-16,-7 8-1120 0,8-8-3049 16</inkml:trace>
  <inkml:trace contextRef="#ctx0" brushRef="#br0" timeOffset="1691.925">5869 4023 9868 0,'0'0'2217'16,"0"0"-545"-16,0 0-480 0,0 0-100 16,0 0 100-16,0 0-152 0,0 0-240 15,0 0-212-15,0 0-132 0,-80 89-116 16,72-59-144-16,-1 10-196 0,5 1 0 0,4-7-136 15,0 1 4-15,0-6 20 16,0-8-32-16,9-7-4 0,-1-4-60 0,3-5-88 0,2 2-376 16,2-7-56-16,6 0-616 0,-2-7-540 15,-3-3-2821 1,5-5-3567-16</inkml:trace>
  <inkml:trace contextRef="#ctx0" brushRef="#br0" timeOffset="1965.808">6135 4257 1488 0,'0'0'1484'16,"0"0"5932"-16,0 0-5243 0,0 0-401 0,4 67 68 16,-4-60-344-16,0-4-640 0,0-3-440 15,0 0-232-15,0 0 28 16,0 0-92-16,9-3-120 0,2-4-96 16,1-3-188-16,4-2-72 0,0-4-176 0,0 0-184 15,-4 0-68-15,0 0 116 0,0 1-36 0,-8 2 252 16,-1 4 228-16,-3 2 224 0,0 1 100 15,0 0 64-15,-3 2 0 0,-5 4 152 16,-4 0 188 0,0 0 112-16,0 6-280 0,0 4-12 15,0-1 0-15,1 7-88 0,2-3-112 16,1 3-124-16,0-4-248 0,8 5-160 0,-3-8-772 16,3 0-700-16,0-2-2097 0,0-4-371 0,3-3 1040 15</inkml:trace>
  <inkml:trace contextRef="#ctx0" brushRef="#br0" timeOffset="2282.015">6367 4196 2844 0,'0'0'624'15,"0"0"3464"-15,0 0-1380 16,0 0-547-16,0 0-285 0,0 0-128 0,0 0-160 16,7 74-500-16,-7-65-584 0,-3-2-504 15,3-1-72-15,0-3-88 0,0 0-12 16,0-3 0-16,0 0-16 0,3 0-192 0,5-6-252 15,9-2 196-15,-2-6-276 0,1-2-220 0,0 4-52 16,0-4 156-16,0 3 296 0,-4 3 324 16,-4 8 4-16,0-3 204 15,-1 5 204-15,-2 0 348 0,-1 5 272 16,-4-3-100-16,4 5 216 0,-4-1 40 16,0 1-284-16,0-1-160 0,0 3 16 0,0 1-72 15,0-1-36-15,-8 4-88 0,3 1-296 16,1-3-60-16,1-1-208 0,-1-1-148 15,4-2-432-15,0-4-400 0,0 1-236 0,4-4-568 16,-1-4-1249-16,14-6-2223 16</inkml:trace>
  <inkml:trace contextRef="#ctx0" brushRef="#br0" timeOffset="2466.715">6844 4226 4500 0,'0'0'300'0,"0"0"2716"16,0 0-88-16,0 0-1067 0,21 69-241 0,-21-50 220 0,0 7-20 15,-8 2-304-15,-1 0-512 0,-2 2-408 16,-6 1-292-16,2-2-192 16,-2-4-76-16,6-5-36 0,3-4-100 0,-5-7-80 0,6-6-416 15,3-1-260-15,-8-2-324 16,0 0-820-16,4-5-2616 16,-8-9-3401-16</inkml:trace>
  <inkml:trace contextRef="#ctx0" brushRef="#br0" timeOffset="2624.334">6777 3909 1396 0,'0'0'11369'15,"0"0"-9501"-15,0 0-508 0,0 0 500 16,0 0-552-16,0 0-612 0,84-55-548 16,-73 49-148-16,6 0-344 0,-2 2-208 15,5-2-644-15,0 6-876 0,-8-3-3297 16,-4 6-5031-16</inkml:trace>
  <inkml:trace contextRef="#ctx0" brushRef="#br0" timeOffset="3099.941">6513 4759 1016 0,'0'0'11241'0,"0"0"-9621"15,0 0-1064-15,0 0 252 0,0 0 188 16,-90-25-108-16,62 31-108 0,-4 10-112 0,0 3-236 0,0 7-88 16,4 5-52-16,0 10 76 0,0 7-24 15,0 3-52-15,4 3 24 16,0 4 36-16,1-2-132 0,3-2 48 0,3-3-51 16,6-7-69-16,3 1-28 15,-1-4 12-15,9-3-68 16,0-6 20-16,9-4 0 0,2-3 36 0,6 1 28 0,2-7 8 15,9-3 36-15,0 0 364 0,4-6-180 16,4-1-196-16,-5-5-60 0,6-4-48 16,-1 0-64-16,-8-10-8 0,4-3-60 0,-4-3-48 15,-5-3-96-15,1-4-124 0,-4-5-192 0,-1 0-132 16,-6 2-112 0,-5-2-381-16,-4 2-727 0,-4 4-1896 15,0 6-2013-15,-21-6-3115 0</inkml:trace>
  <inkml:trace contextRef="#ctx0" brushRef="#br0" timeOffset="3264.964">6247 5296 9724 0,'0'0'2549'0,"0"0"-1145"15,0 0 368-15,0 0-216 0,0 0 164 16,0 0-260-16,79 35-496 0,-51-32-456 0,0-3-444 16,0-3-64-16,0-4-440 15,0-3-144-15,-4 1-148 0,-1-4-312 0,1 0-512 0,1 1-500 16,-5-1-928-16,-5 4-2101 15,-2-1-219-15</inkml:trace>
  <inkml:trace contextRef="#ctx0" brushRef="#br0" timeOffset="3396.038">6625 5238 380 0,'0'0'2620'0,"0"0"388"15,0 0 1160-15,0 0-2315 0,-20 79-205 0,16-49-140 16,0 1-176-16,0 4-212 0,1 0-228 16,3 3-156-16,0 0-84 0,-4-1-92 15,4 0-220-15,0-6-208 0,0 1-132 0,7-9-184 16,-3-9-292-16,9-1-404 0,-2-2-68 15,6-11-228-15,2 0-1056 0,-6 0-2193 0,10-13-3491 16</inkml:trace>
  <inkml:trace contextRef="#ctx0" brushRef="#br0" timeOffset="5851.134">11008 4561 468 0,'0'0'2480'16,"0"0"3772"-16,0 0-4560 0,0 0-251 0,-76-30-25 15,60 27 0-15,1-1-384 16,3 4-192-16,-1 0-120 0,-2 4-128 16,3 8-196-16,0 4-148 0,-4 3-40 15,4 7-12-15,4-1 24 0,0 0-36 0,4-3-60 16,0-3-124-16,4-6-44 15,0-4-64-15,0-2-64 0,0-7 64 0,0 0-4 0,8 0-136 16,4-4-56-16,-4-2 44 0,8-3-208 16,0-7-40-1,-4 0-16-15,4 0 16 0,-5 0-24 16,6 1 96-16,-6 5 120 0,2 0 76 0,2 10 40 0,-6 0 172 16,2 0 28-16,-3 13 380 0,0 0 8 15,1 6 64-15,-2 3-60 0,-3 4 96 16,0 2 20-16,0 4-84 0,-4 3-152 15,4 0 0-15,-4 6 36 0,0 1-24 0,-4-2-52 16,-4 5 36-16,0-4 64 16,-4-3-76-16,0-2 52 0,1-5 44 15,-2-5 160-15,2-4-160 0,3 0-168 0,-5-9-124 16,2-1-11-16,3-2-49 16,3-4 8-16,-3 0 40 0,5-6 88 0,-1 0-40 15,0 0-96-15,0 0-68 0,-5-6 20 16,2-3 36-16,-1-7-112 0,0 0 39 15,0-3 13-15,0 0-136 0,8-3 112 0,-4 0-64 16,4-1 4-16,0 2 20 0,8-6-8 16,-1 2-4-16,6 0-120 0,-1-4-184 15,4 7-76-15,-5-3-108 0,6 3-144 16,2 2-348-16,-2 1-792 16,3 3-1124-16,-9 7-2773 0,1-7 825 15</inkml:trace>
  <inkml:trace contextRef="#ctx0" brushRef="#br0" timeOffset="6374.713">11355 4784 4668 0,'0'0'4368'0,"0"0"-2287"15,0 0-1221-15,0 0-488 0,0 0 216 0,0 0 280 16,0 0 44-16,0 0-144 16,0 0-304-16,0 0-44 0,0 0-132 0,23 4-40 15,-18-4-48-15,-5 0 12 0,0 0-40 0,4 0 40 16,-4 0 24-16,0 0 96 16,0 0 236-16,0 0 8 0,0 3-124 15,-4 7 16-15,-1-1-200 0,-6 4-64 0,3 2-92 16,0-2-16-16,-4-3-20 0,0-1-28 15,4-2-48-15,0-5 4 16,4 3 44-16,0-3-36 0,0-2 0 16,0 0-12-16,4 0-56 0,-4-2-152 0,1-5 88 15,3-3-52-15,0 0-48 0,0 1 60 16,0-4-36-16,0 4 100 0,0-1-28 16,3 4 4-16,1 3 20 0,-4-1 52 15,4 4 0-15,-4 0-40 0,0 0 4 0,4 0 20 16,-4 0 64-16,0 0 172 0,0 4 12 15,0-1 0-15,0 0-84 0,0 0-52 16,0 4 0-16,0-4-40 0,0 0 0 0,-8 0-8 16,8 3-4-16,-7-6-180 15,7 4-192-15,-5-4-20 0,5 0 64 16,0 0-88-16,0 0-196 0,0-7 344 0,0 1-28 16,0-3-124-16,5-1-280 15,2 1 164-15,1-1-36 0,0 0-680 16,4 4-560-16,-4 3-737 0,4-1-1755 0,-4 2 804 15</inkml:trace>
  <inkml:trace contextRef="#ctx0" brushRef="#br0" timeOffset="6815.765">11769 4664 4972 0,'0'0'7193'0,"0"0"-5545"0,0 0-520 16,0 0-300-16,0 0 404 0,0 0-264 15,0 0-288-15,0 0-228 0,0 0-280 16,52-80-172-16,-36 64-56 0,0 4-44 0,-4-2-32 16,0 6 32-16,0 5-36 0,-1 0 24 15,-2 3 88-15,-1 0 24 0,-1 0 8 16,1 8 44-16,-3 3 32 16,3 8 76-16,-1-1 24 0,1 8 24 0,-4 2 16 15,5 1-28-15,-2 0-12 0,1 3-88 16,1-1-12-16,-2 1-68 0,5-3-8 15,1-4 0-15,-2-6 100 0,1-4-36 16,0-2-72 0,0-2-8-16,-1-9-64 0,2 2-36 0,2-4-188 0,2-6-232 0,-2-8-380 15,2-2-544-15,-6 0-1012 0,9-12-3549 16</inkml:trace>
  <inkml:trace contextRef="#ctx0" brushRef="#br0" timeOffset="7049.013">12259 4403 4516 0,'0'0'8633'0,"0"0"-6981"0,0 0-884 0,0 0 264 0,0 0 188 15,-67 86 48-15,50-54-128 16,-2 3-456-16,-5 0-224 16,-4 6-192-16,0 0-120 0,-4 3-51 0,0 5-85 15,0-2-12-15,-3 1-4 0,3-4-105 0,0 0-15 16,4-5-80-1,0-4-160-15,8-4-124 0,0-6-76 0,8-1-60 16,0-10-40-16,8-3-88 0,1-5-440 16,3-6-720-16,7 0-900 0,-3-6-2409 0,13-13-1439 15</inkml:trace>
  <inkml:trace contextRef="#ctx0" brushRef="#br0" timeOffset="7290.064">12566 4657 7612 0,'0'0'4181'0,"0"0"-2173"16,0 0-592-16,0 0 4 0,0 0-40 16,84 7-220-16,-65-4-192 0,5-3-432 15,0 3-304-15,4 0-112 0,0-3-120 16,-3 0-52-16,2 0-92 0,-3 0-236 0,0 0-316 15,0 0-224-15,-9 0-316 0,-2 0-588 16,-2 0-952-16,-3 0-2521 0,-8 4-1999 0</inkml:trace>
  <inkml:trace contextRef="#ctx0" brushRef="#br0" timeOffset="7465.295">12654 4848 2532 0,'0'0'5908'16,"0"0"-4008"-16,0 0-519 0,0 0 167 0,0 0-100 15,0 0-140-15,0 0-104 16,0 0 56-16,0 0-16 0,0 0-268 0,52 41-380 0,-33-41-168 16,1 0-151-16,1-3-21 0,-2-4-100 15,-3 1-156-15,0 0-48 0,0-4-316 16,-4 4-401-16,-1 0-187 16,2-1-344-16,-5 4-1008 0,-4 0-4053 15</inkml:trace>
  <inkml:trace contextRef="#ctx0" brushRef="#br0" timeOffset="8299.212">13845 4734 260 0,'0'0'380'15,"0"0"480"-15,0 0 6340 0,0 0-5156 0,0 0-323 16,0 0-241-16,0 0-328 0,-48-70 108 0,32 63-288 16,8 4-108-16,-4 0-184 0,0 3-176 15,4 0-40-15,-7 9-192 16,2 10-128-16,-6 11-68 16,3 8-28-16,0 6 36 0,-4 7 52 0,8-1-88 15,4-6-48-15,0-5-48 0,8-17-64 16,0-6-20-16,0-9-140 0,8-7-204 15,8 0 132-15,3-7 24 0,5-9-220 0,0-6-128 16,4-6-152-16,-3-5-108 0,-6 5 136 0,1-4 224 16,0 7 124-16,-8 6 116 0,0 6 172 15,-4 4 56-15,0 5 100 0,-4 4 152 16,4 4 648-16,-5 5 120 16,2 7-216-16,-1 6-164 0,4 4-52 15,-4 5-204-15,0 5 40 0,-1 2 84 16,1 3 60-16,-4 3 0 0,5 1-52 0,-5 6 60 15,0-1-108-15,0-2 32 16,-5 3-104-16,-2-4-152 0,-1-2 16 0,-4-7 32 16,0-3 77-16,4-7 59 0,-4-6-12 0,4-5-208 15,0-5-60-15,4-5-40 0,-4-4-8 0,5 0-132 32,-6-3-100-32,5-3-8 0,-4-4-101 0,1-2 145 15,-2-10-12-15,1-4-20 0,0-8-4 0,1-7 120 16,2 0-32-16,5 0-100 15,0 2-64-15,0 2-120 0,5 5 60 0,10 1 12 16,-3 2-136-16,8-2-176 0,0-2-512 16,4 3-632-16,-4 4-788 15,8-12-2273-15</inkml:trace>
  <inkml:trace contextRef="#ctx0" brushRef="#br0" timeOffset="8715.555">14383 4635 4256 0,'0'0'508'15,"0"0"4240"-15,0 0-3211 0,0 0-381 16,0 0-260-16,0 0-184 0,0 0 60 0,0 0-88 16,0 0-232-16,48-69-140 0,-36 56-32 15,-1 0-68-15,6 4-24 16,-6 2 48-16,2 4 28 0,-2-1 8 16,6 4 64-16,-6 0-28 0,5 11 0 0,0-3-36 15,0 12-40-15,-4 2-8 0,4 3-64 0,-4 4 24 16,0 3-40-16,0 2 52 15,-4 2 36-15,0 2 28 0,-1 0 176 16,2-3-20-16,-1-3-208 0,0-6-172 16,3-5-36-16,-2-9-112 0,-1-1 40 0,-1-9-48 15,6-2-76-15,2 0-464 0,2-13-332 16,2-6-324-16,1-6-656 16,4-3-1232-16,-8 6-2249 0,8-10-1099 15</inkml:trace>
  <inkml:trace contextRef="#ctx0" brushRef="#br0" timeOffset="8903.013">14909 4473 484 0,'0'0'10525'16,"0"0"-8433"-16,0 0-760 0,0 0-108 0,0 0-56 15,-79 23 72-15,54-8-8 16,1 10-324-16,-4 5-284 0,0 1-80 0,0 1-116 16,0 6-223-16,-3-3-201 15,-1 5-4-15,0-1-48 0,0 0-97 0,4-2-135 0,0 2-72 16,0-7-112-16,5 1-108 15,-1-6-200-15,7-2-224 0,-2-3-368 0,3-3-872 16,4-9-2501-16,0 3-3655 0</inkml:trace>
  <inkml:trace contextRef="#ctx0" brushRef="#br0" timeOffset="10148.664">15423 4613 392 0,'0'0'1420'0,"0"0"1136"0,0 0 1392 0,0 0-2240 16,0 0-303-16,0 0-185 16,0 0-36-16,0 0-156 0,0 0-24 0,0 0-172 15,0 0 112-15,-32-47-188 0,23 47-228 16,2 0-60-16,-1 0-4 0,-4 2-304 15,0 12-160-15,-4 7-8 0,0 5-4 0,1 5 4 16,2 7 4-16,1 0 4 0,0-2 4 16,4-5-4-16,4-8-92 15,4-4-20-15,0-10-72 0,0-6-36 0,8 1 12 16,5-4-64-16,-2-4-12 16,6-5-220-16,2-7-68 0,1-6-60 0,0-4-44 15,0 1-104-15,0 0-4 16,-5 2 292-16,6 1 224 15,-10 10 168-15,6-1 24 0,-6 6 0 0,2 7 76 16,-5 0 380-16,-1 7 268 0,6 2 44 0,-6 10-116 0,1 0-168 16,0 6-48-16,1 5-24 0,-6-2-12 0,1 1 100 15,-4 5 80-15,0-2 16 16,0 3-44-16,0 2-68 0,-4 3-68 0,-3 1-84 16,-2 1-72-16,1-5-60 15,1-2 20-15,3 0-8 0,-5-6 44 0,9-4 16 16,-4-6-36-16,0-4 104 15,4 2 17-15,-3-4-85 0,-1-1-52 0,0-5-36 16,0 1-32-16,-1-1-4 0,1-3-60 16,-3 2 0-16,3-6 0 0,-8 3-8 15,3-3-4-15,2 0-60 0,-5-3 0 0,-4-3-16 16,4-5-8-16,-4-1-36 0,0-7-36 0,0 0 32 31,4-6-81-31,0-1-15 0,4-2-132 0,0-1-16 0,4-2-144 16,4 1-24-16,0-1-80 0,0 2-84 15,4-2-228-15,8 2-460 0,0-2-732 0,0 8-977 16,0-11-2959-16</inkml:trace>
  <inkml:trace contextRef="#ctx0" brushRef="#br0" timeOffset="10394.931">15829 4284 3220 0,'0'0'9065'0,"0"0"-6253"0,0 0-1156 16,0 0-624-16,0 0 276 16,0 0-276-16,0 0 52 0,0 0-231 0,0 0-369 15,0 0-172-15,68 50-152 0,-52-42-156 16,0-1-4-16,0 0-84 0,3-4-172 15,2-3-336-15,-5 0-321 0,3-3-367 0,1-7-840 16,-4 0-2864-16,-4-5-3933 0</inkml:trace>
  <inkml:trace contextRef="#ctx0" brushRef="#br0" timeOffset="10599.356">16188 4168 1696 0,'0'0'10913'15,"0"0"-8573"-15,0 0-840 0,0 0 40 0,0 0 108 16,0 0-232-16,-16 80-467 0,20-55-353 16,-1 0-160-16,6 5-136 0,3 3-116 15,-5 2-96 1,6 7-88-16,-5-1-8 16,-1 4-64-16,1-1-244 0,1-2-336 0,-1-4-225 0,-1-7-59 15,6 1-64-15,-2-7-540 0,-3-5-1268 0,5-1-3813 16</inkml:trace>
  <inkml:trace contextRef="#ctx0" brushRef="#br0" timeOffset="10824.245">16920 5070 3160 0,'0'0'15033'0,"0"0"-12857"0,0 0-2176 16,0 0-564-16,0 0-480 15,0 0 516-15,0 0 516 0,0 0-472 0,0 0-1428 16,0 0-3621-16</inkml:trace>
  <inkml:trace contextRef="#ctx0" brushRef="#br0" timeOffset="12341.49">18323 3946 1840 0,'0'0'8884'0,"0"0"-7235"0,0 0-133 16,0 0-352-16,0 0 172 0,0 0 108 15,0 0-16-15,0 0-204 0,0 0-540 0,0 0-408 16,12-16-276-16,-3 32 0 0,-2 9 132 15,9 14 173-15,0 15-121 0,4 12-28 16,-4 14 0-16,4 8-156 0,-4 8-80 0,-4 2-52 16,7 1-28-16,-2-11 52 0,2-14 108 15,1-14 0-15,1-12 120 0,3-13-20 16,-5-14 4-16,1-4-100 0,0-8-4 16,0-3 4-16,-4-6 0 15,4-2 104-15,0-14-24 0,4-6 76 0,-1-10-112 0,1-10-36 16,-3-5 48-16,3-7-60 15,-5-7 8-15,1-2-8 0,0-5-8 0,0-1 8 16,-8-1-120-16,4 3 0 0,-9 10-4 16,-2 4-44-16,-1 9-28 0,-4 11-33 15,0 5-199-15,0 9-56 0,-4 6-200 16,-8 3-248-16,-4 8-240 0,0 2-672 0,-4 2-2180 16,0 5-1789-1,-11 12-111-15</inkml:trace>
  <inkml:trace contextRef="#ctx0" brushRef="#br0" timeOffset="12513.692">18471 4371 2436 0,'0'0'300'0,"0"0"6680"0,0 0-5071 15,0 0 75-15,0 0-200 0,0 0-352 16,0 0-252-16,0 0-376 0,0 0-304 0,0 0-20 16,24 25-40-16,8-18-24 0,4 0-284 15,-1-1-132 1,5 4-60-16,-1-4-72 0,-2 4-76 0,7-1-320 15,4 4-772-15,-5 0-784 0,-3-1-2672 16,12 4-3053-16</inkml:trace>
  <inkml:trace contextRef="#ctx0" brushRef="#br0" timeOffset="12998.726">19837 4334 9336 0,'0'0'5089'0,"0"0"-4181"0,0 0-756 16,-103-29 364-16,71 29 600 0,-4 0-124 16,0 16-340-16,4 3-208 0,4 9-64 0,1 7 36 15,7 7 96-15,-1 2 48 0,10-2-192 16,3-5-224-16,-1-4-144 0,9-8-44 16,0-6-164-16,9-7-8 0,3-5-212 15,4-4-84-15,3-3 84 16,9-3 36-16,-3-7-112 0,3-6-4 15,-4 1 40-15,-1-5 132 0,-7 1 52 16,0 7 96-16,0 1 40 0,-4 6-12 0,-5 2-16 0,2 3 176 16,-1 6 324-16,-1 7 172 15,6 6-124-15,-5 3-184 0,3 7 32 0,2 2 4 16,-5 7 12-16,-1 0-4 16,1 7-12-16,-3 3 76 0,-5 2 60 15,-5 1-4-15,-7 3 52 0,-3-6 96 16,-5 3-24-16,-1-11-63 0,6-1-73 0,-5-7-120 15,4-7-52-15,4-6-60 0,4-6-24 16,0-7 28-16,4-3-4 0,4-3-24 0,-8 0 0 16,4-3-84-16,-8-6-364 0,5-7 160 15,-10-3-4-15,6-6 28 0,-2-10-52 16,2 0 76-16,3-10-221 0,-1 1 13 16,1-1-88-16,8 4-60 0,0-1-112 0,4 12-336 15,4 0-440 1,5 8-1024-16,-2 10-2021 0,9-5-2363 0</inkml:trace>
  <inkml:trace contextRef="#ctx0" brushRef="#br0" timeOffset="13494.01">20658 4207 4272 0,'0'0'3936'0,"0"0"-731"0,0 0-1705 16,0 0-532-16,0 0 8 16,0 0 448-16,0 0-552 15,0 0-324-15,0 0-352 0,0 0-84 0,-72 16-12 0,60-4 72 16,9 1 36-16,-5 3 64 15,4-7 24-15,4 2 0 0,0-6-40 16,0 1 40-16,0-6-40 0,0 3 36 16,0-3-60-16,0 0-100 0,0 0-124 15,0 0-8-15,0 0-76 0,0 0-56 0,4 0-112 0,-4 0-88 16,4 0 188-16,-4 0-288 16,4 0-84-16,-4 0-112 0,0 0-64 15,3 0-104-15,-3 0-232 0,4 0-916 0,-4 0-2161 16,0 0-2647-16,-19 0 3748 0</inkml:trace>
  <inkml:trace contextRef="#ctx0" brushRef="#br0" timeOffset="13881.564">20264 4784 3496 0,'0'0'9877'0,"0"0"-8229"15,0 0-1144-15,0 0-104 0,0 0 180 0,0 0 428 16,0 0 104-16,0 0-448 0,0 0-416 0,0 0-188 16,11 13 40-16,-11 6 156 0,0 3 60 15,0 7-60-15,-4 0-84 16,-3-1-52-16,-1-3-108 0,-1-2-12 0,5-4-112 16,1-7-204-16,-1-2-184 0,4-7-236 15,0 1-176-15,0-4-268 0,7-4-688 0,6-5-824 16,-5-1-1825-16,7-19-2247 0</inkml:trace>
  <inkml:trace contextRef="#ctx0" brushRef="#br0" timeOffset="14230.222">20686 4286 248 0,'0'0'1120'0,"0"0"-1120"0,0 0-260 15,0 0-168-15,0 0-251 0</inkml:trace>
  <inkml:trace contextRef="#ctx0" brushRef="#br0" timeOffset="14755.568">20686 4286 456 0,'-28'-26'132'16,"32"20"64"-16,-4 6 324 0,4-3-64 0,-4 0-128 0,0 3 296 15,0 0-24-15,0-3-76 0,0 3-84 16,0 0 4-16,0 0 24 0,0 0 2848 15,0 0-1440-15,0 0-687 0,0 0-205 16,0 0 128-16,0-3-72 0,0 3-272 16,0-4-216-16,-4 1-96 0,0 0-184 0,1 0 104 15,-1 3 32-15,-1-3-148 16,-3 3 52-16,0 0-52 0,1 0-88 16,-2 0-36-16,-6 3-16 0,-2 3-32 15,2 7-28-15,-2-1 28 0,-2 5-4 0,3 4-32 16,-5 2 20-16,6 2 28 15,-5 7-40-15,0 0-12 0,4 3-44 0,-3 4 4 16,-5 1-8-16,3 4-48 0,1 4 36 0,5-4-48 16,-2 1-24-16,2-3 84 0,7-1 64 15,-5-6 92-15,6-1-8 0,3-2-136 16,0-4 160-16,0-2-84 16,-1-1 32-16,5-5-36 15,0-1 28-15,0-3 24 0,0-4-28 0,0-2-24 0,5-1 16 16,-1 1-4-16,0-1-88 0,0-3 52 15,0 1-52-15,3-1 56 0,6 0 20 16,-2-1 52-16,6-3 56 0,2-2 76 0,1 0 281 16,8-2-185-16,-3-9-208 15,-2 3-72-15,5-3-76 0,-4-1-8 0,0-1-4 16,0-3-80-16,-5 4-36 16,5-5-112-16,-3 2-84 0,-6 2-73 0,2-3-35 15,-6 4-76-15,2-4-24 0,-6 2-88 16,-3 0-264-16,0-3-472 15,-4 1-896-15,0 3-1864 0,0-9-2497 0</inkml:trace>
  <inkml:trace contextRef="#ctx0" brushRef="#br0" timeOffset="14969.27">20387 4721 4852 0,'0'0'468'0,"0"0"5449"16,0 0-4109-16,0 0-308 0,0 0 176 0,0 0-280 15,0 0-520-15,0 0-76 0,0 0 256 16,84 3-240-16,-56-3-296 16,4 0-163-16,-4 0-105 0,-1 0-132 0,5 0-72 15,-4-3-48-15,0-4-76 0,0 4-80 0,0-3-136 16,0-1-293 0,0-2-219-16,4-1-272 0,-4-2-512 0,-4 2-2160 15,11-5-3313-15</inkml:trace>
  <inkml:trace contextRef="#ctx0" brushRef="#br0" timeOffset="15282.02">21506 4109 7656 0,'0'0'7461'15,"0"0"-6265"-15,0 0-896 0,0 0 260 0,0 0 184 0,0 0 24 16,0 0-144-16,-75 57-256 0,55-27-72 15,1 12-4-15,-2 4 16 0,1 6 68 16,1 6 124-16,-5 5 33 0,3 1-181 16,2 3-108-16,-1-4-52 0,8-5 28 15,4-8 32-15,4-8 160 16,4-8 96-16,4-5-232 0,8-4-84 0,0-5-72 16,8-1-56-16,3-7-40 0,-3-3-24 15,8-2-100-15,0-7-68 0,0 0-132 0,-3-7-52 16,-2-2-128-16,1-3-200 0,-4-2 4 15,-1-2-129-15,-6 2-403 16,-5-3-808-16,-5 1-1172 0,-3 7-2221 0,-3-10-1835 0</inkml:trace>
  <inkml:trace contextRef="#ctx0" brushRef="#br0" timeOffset="15582.535">21364 4711 4728 0,'0'0'4052'16,"0"0"1449"-16,0 0-3873 0,0 0-560 15,0 0 72-15,0 0 264 16,0 0-184-16,0 0-332 0,0 0-35 0,0 0-129 15,0 0-252-15,99-22-316 0,-75 12-156 0,4 1-204 16,-5-4-184 0,1 1-192-16,-3-1-184 0,3-3-89 0,-5 7-291 15,-2-4-692-15,-2 3-812 0,-2 8-512 16,-6-2 155-16,-7 4 657 0,0 0 772 16,0 0 1576-16,-4 6 508 0,-3 4 1196 15,-2 3 72-15,5 3 57 0,-4 3-125 0,5-1-56 16,-1 6-264-16,-1-3-212 0,1 8-184 15,4-4-64-15,-4 4-96 16,4-1-160-16,0 1-160 0,0-4-72 0,-4 3-136 16,4-5-268-16,0-1-36 0,-4-4-340 0,4 2-208 15,0-7-148 1,0-4-356-16,8 1-416 0,-4-7-1240 0,16-3-3001 0</inkml:trace>
  <inkml:trace contextRef="#ctx0" brushRef="#br0" timeOffset="15741.076">22120 4877 12197 0,'0'0'2204'0,"0"0"-1496"15,0 0 84-15,0 0 624 0,-4 79 240 16,-3-60-360-16,3 3-636 0,0-3-452 16,-5 0-156-16,1-3-52 0,-3 0-232 0,2-4-268 15,-6 5-380-15,3-2-388 0,-4-2-872 16,-1-3-2712-16,-6-1-4481 0</inkml:trace>
  <inkml:trace contextRef="#ctx0" brushRef="#br0" timeOffset="16382.345">22603 4632 8824 0,'0'0'5041'16,"0"0"-3537"-16,0 0-1028 0,0 0-68 0,0 0-220 15,43-73 96-15,-15 38-72 0,8-3-144 16,4 0-68-16,0 3-136 0,-5 6 36 15,1 11-100-15,-8 8 24 0,-4 10 64 0,-3 0 112 16,2 15 360-16,-7 8 80 0,0 6-96 0,0 5-8 16,-5 7 84-16,2 1 100 15,-5 2-4-15,-4 1-52 0,3-4-20 0,-2-2-68 16,3-6-84-16,-4 0-84 16,0-7-120-16,7-7-88 0,-2-1-76 15,-1-8 16-15,3-1-36 0,2-5-64 16,2-4-328-16,5-7-356 0,1-9-376 0,2-6-508 0,-7 3-2324 15,12-19-2649-15</inkml:trace>
  <inkml:trace contextRef="#ctx0" brushRef="#br0" timeOffset="16573.666">23268 4356 3436 0,'0'0'9517'0,"0"0"-7965"15,0 0-756-15,0 0-68 0,-96 28 300 0,73-9-120 16,-1 4-84-16,3 2-184 0,2 10-100 15,3 0-40-15,4 3-24 0,-4 4-124 0,4-5-144 16,-4 4-208-16,4-6-12 0,4-2-292 16,-4-5-392-16,8-2-24 15,0-4 8-15,0-7 24 0,4-2-464 0,0-3-1008 16,4-7-2057-16,4-3-1155 0</inkml:trace>
  <inkml:trace contextRef="#ctx0" brushRef="#br0" timeOffset="16834.619">24041 4140 9140 0,'0'0'6005'0,"0"0"-4097"0,0 0-1496 0,0 0-164 16,0 0 344-16,0 0 676 0,-84 95-156 15,56-57-344-15,4 3-295 0,0 6-121 0,1 2-60 16,3 1-124-16,-1 1-8 15,6-1 20-15,2-1-48 0,9-8-128 16,4-6 44-16,4-7-48 0,5-6-112 0,6-5-20 16,6-4-52-16,-1-4-20 0,3-3-208 15,-3-6-49-15,5 0-331 0,-6-6-48 16,5-8-264-16,-8 0-888 0,0 3-2896 16,-8-8-4497-16</inkml:trace>
  <inkml:trace contextRef="#ctx0" brushRef="#br0" timeOffset="17009.997">23873 4536 2480 0,'0'0'7792'0,"0"0"-4571"0,0 0-1561 0,0 0-588 0,0 0 424 15,0 0-4-15,0 0-132 0,0 0-460 16,0 0-207-16,0 0-353 16,45 39-148-16,-10-30-132 0,5-2-60 0,8-7-96 15,-4-3-172-15,8-10-132 0,-1-3-269 16,1-1-231-16,0-1-472 0,-12 3-1696 0,12-10-5153 15</inkml:trace>
  <inkml:trace contextRef="#ctx0" brushRef="#br0" timeOffset="17315.467">25160 4124 8248 0,'0'0'8313'16,"0"0"-6009"-16,0 0-1592 0,0 0-344 0,0 0-4 15,0 0 456-15,-87 10 41 16,55 9-373-16,0 3-284 0,-4 6-120 16,-3 11-12-16,-2 5 52 0,-2 10 140 0,-2 9 16 15,2 4 68-15,0 3-44 0,2-3-52 16,13-4 24-16,5-5 76 16,6-11 272-16,10-6-188 0,7-6-232 0,0-7-96 0,15 2 28 15,5-5-136-15,12-3-72 0,4-3-48 16,5-6-24-16,6-4-12 15,1-5-76-15,3-4-68 0,-6-4-108 0,-2-8-100 16,-3-1-56-16,-9-3-16 16,-3 0-28-16,-7 4-264 0,-5-2-65 15,-8 3-195-15,-8 0-332 0,0-2-284 0,-13 4-1012 16,2 0 100-16,-14-14-3637 0</inkml:trace>
  <inkml:trace contextRef="#ctx0" brushRef="#br0" timeOffset="17500.252">24870 4626 10104 0,'0'0'4589'15,"0"0"-2865"-15,0 0-404 0,0 0 88 16,0 0-112-16,0 0 129 0,0 0-141 0,0 0-340 16,0 0-260-16,96 53-188 0,-73-48-136 15,9-5-168-15,-1 0-192 0,2-7-140 16,-1-3-208-16,0-6-144 0,-5 3-136 0,1-2-120 16,-4 2-184-16,-4 0-297 15,-8 0-747-15,-4 7-936 0,-4 0-1528 16,-4 2-173-16,-4 4-391 0</inkml:trace>
  <inkml:trace contextRef="#ctx0" brushRef="#br0" timeOffset="17632.171">25200 4629 980 0,'0'0'6704'0,"0"0"-4036"0,0 0-663 0,-28 69-409 0,24-39-168 0,0 1-132 15,0 7 56-15,1 0 40 0,3 4-280 16,-4 2-172-16,4-4-211 0,0 2-173 16,0-3-48-16,0-4-108 0,0-9-268 15,0-1-132-15,0-6-204 0,0 0-292 0,0 0-460 16,-4-1-469-16,-1-5-1127 15,-3 6-5069-15</inkml:trace>
  <inkml:trace contextRef="#ctx0" brushRef="#br0" timeOffset="17781.391">25722 5334 5592 0,'0'0'13677'16,"0"0"-11285"-16,0 0-1335 0,0 0-393 0,0 0-468 15,0 0-84-15,0 0-112 0,0 0-484 0,0 0-508 16,0 0-321-16,0 0-1127 0,-79-55-4884 16</inkml:trace>
  <inkml:trace contextRef="#ctx0" brushRef="#br0" timeOffset="25966.937">4028 6286 8928 0,'0'0'4445'0,"0"0"-1969"0,0 0-1344 0,0 0-412 16,0 0 192-16,0 0 232 16,0 0-692-16,0 0-24 0,0 0 144 0,-24-22-388 15,20 25-124-15,0 3-48 16,0 7-8-16,-5 6 68 0,-2 4 12 0,-1 8 40 16,0 4 41-16,-4 3-165 0,0 7 0 15,-3 2-48-15,-2 4-25 0,-3 3-75 0,4 1-20 16,1-3-28-16,2 0 52 15,2-8 32-15,6-6-8 0,5-12 32 16,0-7-92-16,4-6-4 0,0-7-12 0,0-4 24 16,0-2-60-16,8 5-36 15,5-5-16-15,-2 2 152 0,6 2 76 0,2-4 56 16,1 3 8-16,-3 0 0 0,2 0-8 16,-3 4-84-16,4 2-12 15,-4 7 96-15,-1 6 88 0,-2 6 168 0,-1 8-96 0,-5 5 48 16,-2 3 28-16,-1 7-128 15,-4-3-96-15,0 2-4 0,4 1-8 0,-4 0-52 16,4 0-60-16,-4-4-8 0,4 1-16 16,-1-10 124-16,1-3-160 0,5-7-24 0,-1-2-112 15,-1-6-108 1,6-8-440-16,2-2-552 0,-3-4-460 16,4-6-372-16,-4 0-701 0,12-13-2631 0</inkml:trace>
  <inkml:trace contextRef="#ctx0" brushRef="#br0" timeOffset="26448.92">5546 6432 7596 0,'0'0'5881'0,"0"0"-4421"15,0 0-492-15,0 0 372 0,0 0 204 0,-88-47-524 16,68 47-312-16,-7 6-244 0,-1 13-208 16,-4 6-108-16,0 10-28 0,-4 12 12 15,3 5 28-15,6 8 85 0,-1 3 191 16,8 4-52-16,5 6-140 0,2 6-76 16,5 1-72-16,8-4 28 0,0-2 32 0,0-11-36 15,8-9 24-15,5-13-96 16,2-12-48-16,5-4-276 0,0-9 276 0,4-7 132 15,4-5-132-15,0-4-228 0,0-4-304 16,0-8-72-16,0-4-29 0,-9-3-123 16,-3-1-96-16,-4 1-252 0,-8 1-412 0,0 2-436 15,-4 3-364-15,-4 3-777 0,-12-1-2151 16</inkml:trace>
  <inkml:trace contextRef="#ctx0" brushRef="#br0" timeOffset="26577.506">5287 7111 1384 0,'0'0'6320'0,"0"0"-3368"16,0 0-1063-16,0 0-537 0,0 0-248 0,0 0 156 15,0 0 196-15,0 0-12 0,0 0-428 0,0 0-272 16,83-19-196-16,-59 19-232 0,0 0-147 16,-4-6-69-16,4-3-100 0,0-4-96 15,-4 1-305-15,-1-8-303 0,2 5-396 0,-5-5-276 16,-4 1-828 0,-5 7-2256-16,-3-4-1301 0</inkml:trace>
  <inkml:trace contextRef="#ctx0" brushRef="#br0" timeOffset="26732.167">5486 7109 5612 0,'0'0'4828'0,"0"0"-3591"0,0 76-313 0,0-44 276 16,0 3 268-16,4-1 176 0,4 2-304 15,0-2-404-15,0-5-200 0,-1-1-224 0,6-5-476 16,-1-5-36 0,-1-1-684-16,9-6-188 0,1-1-524 15,-2-3-984-15,-3-3-2405 0,5-4-4031 0</inkml:trace>
  <inkml:trace contextRef="#ctx0" brushRef="#br0" timeOffset="27168.725">6339 7089 8476 0,'0'0'4733'0,"0"0"-3209"0,0 0-552 0,0 0-4 15,0 0 40-15,95 26 16 16,-59-19-300-16,-4 2-244 0,3-4-324 0,1 0-104 15,1 1-52-15,-1-6-160 0,-1 0 60 16,5-4-228-16,-5-5-520 0,2-3-340 16,-1-4-440-16,-12 6-1000 0,8-9-2605 15</inkml:trace>
  <inkml:trace contextRef="#ctx0" brushRef="#br0" timeOffset="27511.321">7199 6848 3952 0,'0'0'5884'0,"0"0"-3671"0,0 0-985 16,0 0-8-16,-20 83 228 0,12-48-80 16,5-1-256-16,3 1-276 0,-4 4-236 15,4-7-144-15,0-2-228 0,4-7-228 0,3-4-96 16,1-9-64-16,1-4 40 0,6-3 8 0,2-3-44 15,2-9-128-15,5-7-108 16,-4-9-52-16,8-5 52 0,-9-1 32 0,2-1 64 16,-2 2 108-16,-3 0-8 0,0 5 48 15,-7-1 60-15,-6 7 88 0,-3 6 112 16,0 1 84-16,-12 2-196 16,-4 5 16-16,0-2 92 0,-3 0-8 15,-2 7-100-15,2 0-4 0,-1 7-332 0,0 5 52 0,0 5 120 16,4-1 116-16,4-2-164 0,4 3-124 15,0-4-736 1,4-7-1444-16,0 4-2937 0</inkml:trace>
  <inkml:trace contextRef="#ctx0" brushRef="#br0" timeOffset="27801.059">7566 6766 9248 0,'0'0'2349'0,"0"0"-849"0,0 0 100 0,0 0-92 15,0 0-232-15,88 38-176 16,-77-19-228-16,5 3-320 0,-7 3-136 0,-2 4-100 16,-3 3-60-16,-4 3-120 0,0-1-124 15,0 1-12-15,-4-3-48 16,4-3 48-16,-4-8-100 0,1-4 52 0,3-10-24 16,0-1 72-16,0-6 36 0,0 0-36 15,0 0-156-15,0-13-52 0,7-10 112 16,5-4-24-16,0-12-52 0,4-6 48 15,0-2-192-15,0 0-64 0,0 0 72 16,3-2-136 0,2 5-76-16,-1 2-456 0,-1 2-972 15,-2 8-1244-15,-2-3-4493 0</inkml:trace>
  <inkml:trace contextRef="#ctx0" brushRef="#br0" timeOffset="28419.718">8259 6284 7976 0,'0'0'52'0,"0"0"4197"15,0 0-2681-15,0 0-112 0,0 0-236 16,35 88-236-16,-26-43-316 0,-9 5-196 0,0 7-116 16,0 4-88-16,0-1 4 0,0-2-88 0,-9-2-120 15,6-2-64-15,-1-3-160 0,0-6 28 16,4-4-104-16,0-13-156 0,0-2 60 16,0-13 108-16,0-6-24 0,4-5-48 15,0-2 0-15,-1 0-24 16,6-7 320-16,3 1 224 0,-1-3-12 0,6-4-40 15,-2 0-84-15,2 4-52 0,-2-1-36 0,1 1 0 16,0 6 80-16,-4-1-32 0,0 4 52 16,-3 0 48-16,-2 0 84 0,-3 4-8 15,0 2 120-15,-4-3 12 0,0 4-84 0,0 2-52 16,0-3 12 0,0 4-12-16,-8-1-40 0,1 4 4 15,-6 1-60-15,2-6-28 0,-6 5-48 0,2-4-44 16,-2-2-4-16,6-1-84 0,-2 1-64 15,2-4-192-15,-1-3-236 0,-1 0-48 0,6 0-200 16,-1-6-292-16,-1-1-184 0,9-3-592 16,-4 5-2025-16,4-6-1751 0</inkml:trace>
  <inkml:trace contextRef="#ctx0" brushRef="#br0" timeOffset="28824.54">8801 6845 9836 0,'0'0'2241'0,"0"0"-1025"0,0 0-228 0,-12 91 76 16,4-58 68-16,4-5-136 0,-4 1-452 0,4-6-308 16,0-1-176-16,4-7-60 15,-4-5-208-15,4-3-76 0,0-4-612 0,0-3-372 16,0 0-704-16,0-7-3405 0</inkml:trace>
  <inkml:trace contextRef="#ctx0" brushRef="#br0" timeOffset="28983.561">8717 6686 10816 0,'0'0'2845'16,"0"0"-1089"0,0 0-732-16,0 0-44 0,0 0-580 0,0 0-168 15,0 0-232-15,0 0-464 0,92-41-696 0,-72 31-908 16,12-15-3277-16</inkml:trace>
  <inkml:trace contextRef="#ctx0" brushRef="#br0" timeOffset="29220.455">9211 6378 7688 0,'0'0'2588'16,"0"0"-1067"-16,0 0 155 15,-24 81 288-15,16-48-48 0,1 9-396 0,7-1-356 16,-4 6-320-16,4 4-4 0,0 4-87 15,0-1-161-15,0-1-168 0,0 1-220 16,0 0-96 0,-4-3-108-16,4-7-36 0,0-8-24 0,0-7-24 15,0-10-60-15,0-7-52 0,4-5-128 0,0-7-260 16,3-5-45-16,1-7 21 0,1-6-124 16,-2-8-408-16,1-2-960 0,-4-5-1900 15,0 11-981-15,-8-3-1599 0</inkml:trace>
  <inkml:trace contextRef="#ctx0" brushRef="#br0" timeOffset="29388.75">8988 6785 10676 0,'0'0'2441'16,"0"0"-1349"-16,0 0-180 0,0 0 156 0,0 0 60 0,0 0-128 15,0 0-456-15,0 0-140 16,0 0-168-16,0 0 116 0,36-7-108 0,-8 7 540 16,0-3-504-16,8-3-208 0,-5 0-72 15,5-4-60-15,0 4-100 16,-4-5-240-16,4 3-556 0,0 2-420 15,-4-5-968-15,-8 5-2873 0,3 0-4671 16</inkml:trace>
  <inkml:trace contextRef="#ctx0" brushRef="#br0" timeOffset="29925.791">9885 6378 11237 0,'0'0'2684'0,"0"0"-1240"16,0 0-164-16,0 0-148 0,80-19-500 16,-57 3 132-16,1 1-276 0,0-4-280 15,0 2-48-15,-1-2-36 0,-2 7-116 0,-5-1-8 0,-4 7-8 16,-5 6-116-16,-3 0-84 0,0 3 208 16,-4 9 60-1,0 8 320-15,-8 6-112 0,-3 5-172 0,-2 1-96 16,-6 2-100-16,3 5-20 0,0-5-16 15,4 2-96-15,0-4 84 0,0-1 52 0,4-6 0 16,8-3-4-16,-4-6-8 0,4 1-92 16,0-5-8-16,4 1 112 0,4-4-16 15,0 8-36-15,-4-3 0 0,4 3-36 16,0 5 172-16,0 4 12 16,-4 2 0-16,4 7 72 0,-1 4-20 0,2-1 32 15,-1 6-36-15,-1 0 40 0,1 0 24 16,-3 1-4-16,-1 3 4 0,0-7-52 0,-4 0-60 15,4-3-24-15,-4-6-36 16,0-3-64-16,0-10-48 0,0-3-148 0,0-7-312 0,0-3-312 16,0-2-488-16,0-4-416 0,-4 0-712 15,0 0-2813-15</inkml:trace>
  <inkml:trace contextRef="#ctx0" brushRef="#br0" timeOffset="30434.297">11123 6766 10981 0,'0'0'1784'0,"0"0"-4"0,0 0-508 16,88 25 92-16,-48-16-284 15,0 1-256-15,0-1-344 0,3 1-212 0,-2-7-108 16,2 0-160-16,-3-3-56 0,-3 0-80 16,-2 0-208-16,-3-6-612 0,-4 3-708 15,-13 0-2228-15,-2-1-4761 0</inkml:trace>
  <inkml:trace contextRef="#ctx0" brushRef="#br0" timeOffset="30598.71">11275 7038 3452 0,'0'0'6960'0,"0"0"-5351"16,0 0-469-16,0 0 548 0,0 0-456 15,0 0-156-15,88 46-36 0,-53-38-408 0,5-1-264 16,4-3-284-16,4-4-84 16,8 0-320-16,7-7-172 0,-11 0-1080 0,24-5-3064 0</inkml:trace>
  <inkml:trace contextRef="#ctx0" brushRef="#br0" timeOffset="31265.899">13662 6372 2540 0,'0'0'6556'0,"0"0"-3895"0,0 0-909 0,0 0-360 16,0 0-120-16,0-69-148 0,0 58-56 15,0 3-308-15,0 1-84 0,0 3-100 16,0 1-164-16,0 3-68 0,0 0-140 0,-5 0 52 16,-6 7 61-16,-5 8-317 0,-4 4-105 15,-4 17 57-15,-4 8 48 0,0 10 40 0,0 10 81 16,1-1 3-16,3 4-76 0,0-7-48 16,7-6-257-16,2-10 1 15,7-9-24-15,8-13 88 0,0-9-28 16,0-7 0-16,0-2-84 0,4-4-76 15,0 0 124-15,7 0 96 0,-2 0 72 0,-1 0 0 16,7 0 88 0,-2 3 0-16,-2 3-36 0,6 4 36 0,-2 5 108 0,2 8 260 0,-2 9 60 15,-2 6-120-15,-6 3-104 0,1 6-20 16,-4-3-12-16,0 2-124 16,4-4-4-16,-8-5-40 15,4 1-8-15,0-9-80 0,0-1 36 0,0-9-76 16,8-3-24-16,-4-3-56 0,4-7-312 15,0 1-328-15,4-7-524 0,4 0-856 0,-5 0-2080 16,9-10-2889-16</inkml:trace>
  <inkml:trace contextRef="#ctx0" brushRef="#br0" timeOffset="31959.35">14514 6617 5684 0,'0'0'1108'0,"0"0"1332"0,0 0-776 16,0 0-263-16,0 0-313 16,0 0 92-16,0 0-56 0,0 0-144 15,0 0-136-15,0 0-76 0,-75 28-176 16,62-9-148-16,-2 6-52 0,3 3 12 0,0 11 32 15,0 2-92-15,8 4-112 0,-4 2-28 16,4 0-68-16,4 2-28 0,0-5-12 0,0-2-96 16,0-7-68-16,4-7-64 0,4-6-88 15,4-6-244-15,4-6-120 0,7-7-124 0,2-3-56 16,3-10-360 0,3-12-788-16,-7 3-2336 0,8-16-3105 0</inkml:trace>
  <inkml:trace contextRef="#ctx0" brushRef="#br0" timeOffset="32269.367">14809 6861 8672 0,'0'0'2160'16,"0"0"-311"-16,0 0-105 0,0 80 300 0,0-55-208 0,8-6-460 16,-4-4-676-16,8-2-432 0,0-7-100 15,4 1-20-15,0-7 12 16,4 0-148-16,3-2-12 0,1-12-12 0,1-2-160 0,-1-6 0 15,-5 0-44-15,-3 0-4 16,-4 0-28-16,0 2 28 0,-4 1 88 0,-4 4 8 16,0 5 124-16,-4 0 0 0,0 1-72 15,-8 3 72-15,0-1 72 0,-8-3-72 16,-3 1 0-16,-5 3-72 16,0-1-4-16,-1 1 16 0,1 3 52 0,1 3 4 15,7 0-40-15,0 0-152 0,4 3 12 16,4 0-100-16,0 7-148 15,4-4-212-15,4 7-352 0,0 0-740 0,0-7-1268 16,0 9-3101-16</inkml:trace>
  <inkml:trace contextRef="#ctx0" brushRef="#br0" timeOffset="32815.426">15223 6684 6960 0,'0'0'2464'0,"0"0"-387"16,0 0-705-16,0 0 700 0,0 0-276 0,0 0-180 16,0 0-472-16,36 72-228 15,-36-46-220-15,0 2-200 0,0-3-179 16,-4 4-157-16,0-7-160 0,0-2-36 0,1-9-100 15,3 0-45-15,0-5-111 16,0-4-232-16,0-2-196 0,0 0-40 0,7-5-248 16,6-9 352-16,2-4 112 0,2-1-68 0,-2-2-128 15,1-3 172-15,-4 2 216 0,0 6 188 16,-4 4 164-16,0 5 148 16,0 1 152-16,-4 6 104 0,-1 0 136 0,2 3 300 15,-1 4-32-15,0 5-204 0,0 1 48 16,0 3-112-16,0-1-36 0,-1 6-92 15,-3-10 40-15,0 5-76 0,5-3-48 0,-5-1-107 16,0 1-221-16,0-3-12 0,0-1-121 16,0-5-63-16,0 2-180 0,0-6-392 15,4 0-372-15,0 0-796 0,4-6-2240 16,3-7-2017-16</inkml:trace>
  <inkml:trace contextRef="#ctx0" brushRef="#br0" timeOffset="33051.907">15738 6769 8896 0,'0'0'2509'0,"0"0"-1125"16,0 0 16-16,0 0 128 0,16 66-24 16,-16-40-132-16,0 2-388 0,0 7-264 15,0 4-144-15,4-2-4 0,-4 5-51 16,0 0-145-16,0 2-108 0,0 0-52 16,-9 1-44-16,1 2-52 15,-3 0-60-15,-6 1 0 0,2 0 24 0,-1-3-84 16,-4-8-104-16,0-2 32 0,4-6-72 15,0-4-16-15,0-9-44 0,4-6-52 16,1-7-120-16,-2-3-193 0,1-6-127 0,0-13-304 16,0-10-168-16,1-9-780 0,2 5-1948 15,1-30-3197-15</inkml:trace>
  <inkml:trace contextRef="#ctx0" brushRef="#br0" timeOffset="33206.218">15626 6563 4196 0,'0'0'9725'0,"0"0"-7805"0,0 0-828 16,0 0 348-16,80-77-188 0,-60 58-296 0,-1 4-432 16,5-2-524-16,-3 1-12 15,2 7-196-15,-3-4-208 0,4 4-392 0,0 6-408 0,-1-1-732 16,-6 4-3000-16,3 0-5113 16</inkml:trace>
  <inkml:trace contextRef="#ctx0" brushRef="#br0" timeOffset="33482.408">16263 7136 13225 0,'0'0'5860'16,"0"0"-5380"-16,0 0-480 15,0 0-272-15,0 0 272 0,0 0 8 0,0 0 152 0,0 0-84 16,0 0-76 0,100-30-160-16,-76 16-308 0,0 2-628 0,-4 3-1268 15,7-8-4225-15</inkml:trace>
  <inkml:trace contextRef="#ctx0" brushRef="#br0" timeOffset="33964.461">17566 6753 6644 0,'0'0'532'0,"0"0"2564"0,0 0-1087 16,0 0-857-16,0 0-112 15,0 0-20-15,-92-29-188 0,81 29-32 16,-6 0-68-16,6 7-116 0,-1 3-96 15,0 12-104-15,8 3 0 0,0 13-48 0,0 9-16 16,4 8-44-16,0 2-76 16,4-4-76-16,4-5-108 0,0-12-48 0,4-8-132 0,-1-12-76 15,6-7 0-15,3-6-156 16,3-6-188-16,5-9-60 0,4-15-508 0,0-6-1016 16,-8 4-3093-16,8-21-4327 15</inkml:trace>
  <inkml:trace contextRef="#ctx0" brushRef="#br0" timeOffset="34198.688">17857 6273 11025 0,'0'0'2844'16,"0"0"-1340"-16,0 0-420 0,0 0 160 0,0 0-172 0,0 0-224 15,-16 96-188-15,16-58-196 0,4 3-60 16,4 7-16-16,0 3 13 0,-4 2-97 15,0 6-160-15,-4-3-144 0,0 1-40 16,0-6-68-16,4-4-84 0,-4-8-201 16,8-12-127-16,4-4-104 0,0-10-208 15,8-3-396-15,0-7-632 0,3-3-1056 16,-2-3-2025-16,10-13-2319 0</inkml:trace>
  <inkml:trace contextRef="#ctx0" brushRef="#br0" timeOffset="34530.034">18236 6791 5004 0,'0'0'5600'15,"0"0"-3171"-15,0 0-625 0,0 0-436 16,0 0-56-16,0 0-12 0,0 0-220 0,-88 86-104 16,72-57-100-16,0-7-111 15,4 0-221-15,5-9-232 0,2-1-164 0,1-9-136 16,4 1-12-16,0-1 0 16,0-3-4-16,0 0-92 0,4 0-160 15,1 0 52-15,2 0-76 0,5 0 0 16,0-7 124-16,4-2 0 0,-4-4-113 0,4 0 85 15,0-2-44-15,0-2-64 16,-5 5 36-16,2-1 12 0,-2 4 72 0,-2 5 64 16,-5 1 20-16,0 0 28 0,0 3-64 0,0 0 124 15,-1 3 356-15,1 4 8 0,0 0-8 16,1 1-40-16,-1 6-112 16,4-5-32-16,-5 0 37 0,1 1-101 15,4 3-12-15,1-7-96 0,2 4-12 16,-3-7-60-16,8 0 0 0,-4 0-172 0,4-3-109 15,0 0-219-15,4-3-172 0,0-3-324 0,-4-1-884 16,0 1-1216-16,0-1-2657 0</inkml:trace>
  <inkml:trace contextRef="#ctx0" brushRef="#br0" timeOffset="35116.475">18957 6607 10888 0,'0'0'2665'0,"0"0"-817"0,0 0-528 16,0 0-128-16,0 0-448 0,-87 25-132 16,55-3-84-16,0 4-88 0,0 5 24 0,4 1-100 15,0 0-120-15,4 3-60 16,4-7-28-16,4-2-56 0,4-1-44 0,8-5-56 16,0-5-112-16,4-3-56 0,4-1-76 15,4-2-84-15,8 1 24 0,4-4 0 0,-1-3 20 16,9 0 112-16,-3-3 100 0,-1 4 60 15,0-4-60 1,-9 0-4-16,2 3 16 0,-6 0 56 16,-3 3 4-16,-4 4 72 0,-4-1 272 0,0 4 0 15,0-1-112-15,-4 4-112 0,-4-3 16 16,-3 0-76-16,2-4-12 0,1-2-48 16,1-4-136-16,3-3-360 0,0 0-156 15,-1-10-340-15,5-2-1068 0,0-11-752 16,5 7-2441-16,3-18-2495 0</inkml:trace>
  <inkml:trace contextRef="#ctx0" brushRef="#br0" timeOffset="35432.119">19319 6543 6340 0,'0'0'5005'16,"0"0"-3249"-16,0 0-32 0,0 0 252 0,0 0-292 15,0 0-196-15,0 0-648 0,-51 76-304 16,27-47-35-16,4-4 119 0,0 1-196 15,4-1-288-15,0-6-136 0,8 1-84 0,4-5-28 16,4 1-80-16,0-3-76 0,12 3-96 16,4-4-25-16,8-2 49 0,0 4 24 15,3-3 132-15,1-4-8 0,4 5 68 16,-8-2 76-16,0-3 40 0,-4 2 8 0,-4 4 48 16,-4-5 136-16,-4 3 316 0,0 1 44 15,-4-2-91-15,0-1-177 16,-4 4-116-16,0 0-28 0,-4 2-36 0,-8 1-48 0,-4 1 20 15,-7 2-68-15,2-1-100 16,-3-1-164-16,0-6-232 0,1 0-161 16,3-3-171-16,-1-3-348 0,-3-3-936 0,13 2-2392 15,-13-8-3061-15</inkml:trace>
  <inkml:trace contextRef="#ctx0" brushRef="#br0" timeOffset="36215.58">20065 6235 9976 0,'0'0'2409'0,"0"0"-1529"15,0 0-244-15,0 0 468 0,0 0 36 16,0 0-284-16,79-72-360 0,-62 59-212 0,-2 3-60 16,-4 4-64-16,6 3-152 0,-6 3 4 15,-2 3 112-15,-1 10 100 0,0 6 72 16,-8 6-64-16,0 6-96 16,-4 4 48-16,-12 4-112 0,0 1 4 15,-1 2-72-15,-2-1 4 0,-1 1-8 0,1 2 0 16,2-6 0-16,-3 0 60 15,5-6-48-15,3-3 64 0,3-7-4 0,2-6-68 16,3-7-4-16,4-2-124 0,0-4-60 16,0-3-12-16,0 0-172 0,4 0-248 0,3 0 232 15,2 0-12 1,-5 4 0-16,4-2 96 0,3 8 76 0,-2 6 12 16,-1 0 164-16,3 9 48 0,2 3 112 0,-2 7 340 15,1 0 156-15,0 1-176 16,4 1-196-16,0-2-24 0,-4 0 44 15,0 1-84-15,0-1-72 0,-1-2-92 0,-7 3 40 16,5-4-36-16,-9 0 100 0,0 0 48 0,-4-4 60 16,-8 1-24-1,4-1-72-15,-9-3-120 0,6-2-4 0,-6-8-204 16,2-2-532-16,-1-4-624 16,8-4-1336-16,-7-5-7585 0</inkml:trace>
  <inkml:trace contextRef="#ctx0" brushRef="#br0" timeOffset="38930.116">11821 8944 3392 0,'0'0'9241'16,"0"0"-7741"-16,0 0-688 0,0 0-360 15,0 0 304-15,0 0-168 0,0 0-264 0,0 0 424 16,0 0 348-16,96 0-360 0,-53-3-320 15,1 0-196-15,-4-1-164 0,0 1-56 16,-9 0-124-16,1 0-60 0,-8-1-36 0,0-2 0 16,-3 3-356-16,-2 3-620 0,-6 0-1180 15,-2 0-2237-15,-11 0-2567 0</inkml:trace>
  <inkml:trace contextRef="#ctx0" brushRef="#br0" timeOffset="39114.443">11821 9394 3908 0,'0'0'5328'0,"0"0"-3339"0,0 0-553 0,0 0-556 0,0 0 264 16,0 0 152-16,107 45-280 0,-55-45-384 16,4 0-248-16,4-3-348 0,4-7-36 0,3-3-284 15,1 1-312-15,4-1-720 16,0-3-704-16,-20 7-1221 0,27-4-2987 0</inkml:trace>
  <inkml:trace contextRef="#ctx0" brushRef="#br0" timeOffset="39598.875">13777 8432 6948 0,'0'0'5981'0,"0"0"-5293"15,0 0-320-15,-12-79-356 0,5 60 368 16,-2 0 388-16,5 10 356 0,-4 0-400 0,1 2-364 16,-1 4-100-16,-1 3-76 0,-2 10-184 15,-1 5-272-15,-4 16 164 16,-5 11 108-16,2 11 64 0,-1 12 160 0,-4 1-40 15,4 8-60-15,-8 1-12 0,4-2 0 16,0-7-64-16,5-5 40 0,2-10-44 0,1-10-44 16,8-13-60-16,1-9-92 0,3-8-192 0,4-5-364 15,0-6-456-15,0 0-488 0,8-3-308 16,-1-6 828-16,2 2 771 16,6-3 141-16,-7 1 104 15,8 5 28-15,-8 4 88 16,5 0 316-16,-2 11 601 0,-3 3 15 15,5 5-76-15,-6 4-92 0,-3 9-4 0,0 3-120 0,0 3-88 0,-4 7 0 16,0 2 84-16,0 4 84 0,0 1-152 16,0 0-128-16,0 6-168 0,0-4-200 0,0 0-72 15,0-3-196-15,0-7-60 16,0-6-276-16,9-6-208 16,-2-10-292-16,1-2-388 0,4-8-916 0,0-9-2041 15,0-3-2303-15</inkml:trace>
  <inkml:trace contextRef="#ctx0" brushRef="#br0" timeOffset="40693.83">14953 8817 4092 0,'0'0'612'16,"0"0"128"-16,0 0-164 0,0 0 2320 0,0 0-1292 15,0 0-291-15,-5-83-365 0,5 64-172 16,0-3-52-16,0-3-40 0,0 0-116 15,0 2-168-15,0 4-136 0,0 0 28 0,0 6-16 16,-4 7-80-16,4 3 128 16,0-1-24-16,0 4 20 0,-3 0-72 15,3 0-76-15,0 4-172 0,-4 2-184 0,-4 7-88 16,4 5-52-16,-5 9 176 0,6 6 48 16,-5 9 92-1,0 3-40-15,-4 2 40 0,0 7 4 0,-4 4-44 16,-4-1 44-16,-4 3-4 0,4-4-116 0,1 2-12 15,2-13 48-15,2-7 0 0,6-12 28 16,5-12 48-16,0-7-40 0,4 0-24 16,0-7-172-16,0 0-32 0,4-3 4 0,5-8 240 31,2 5 36-31,5-7 100 0,0 1-96 16,-4 3-4-16,0-1-12 0,0 10-64 0,-4 0 76 15,0 6 276-15,4 7 328 0,0 10-204 0,-4 4-140 16,0 6 36-16,-4 2 28 0,4 0-64 15,-5-1-64-15,-3-2-96 0,5 4-16 0,-5-8-84 16,4-3-88-16,0-2-84 0,-4-5 0 16,4-1-16-16,4-8-108 0,-5 0-100 0,1 1-452 15,1-6-428-15,3-2-396 0,0-2-893 16,-5 0-1487-16,6 0-1328 16</inkml:trace>
  <inkml:trace contextRef="#ctx0" brushRef="#br0" timeOffset="41614.111">15594 8883 5884 0,'0'0'2560'0,"0"0"-864"16,0 0-343-16,0 0-45 0,-32-66-124 0,20 56 44 15,5 4-180-15,-2 2-252 0,1 4-136 16,-3 0-128-16,-2 7-272 0,2 9-64 0,-1 7-48 15,-1 8-12-15,-2 7-4 0,2 3-56 16,2 3 8-16,-1-3 16 0,4-3-40 16,0-8-60-16,4-5-56 0,4-12-56 0,-4-4-36 15,4-5-24-15,0-4-72 0,4 0-164 16,4-7-112-16,4-5 300 16,4-10-168-16,0-4-72 0,3-9-192 15,-2 0-16-15,-2-3 52 0,2 9 120 16,-2 4 204-16,-2 6 12 0,-2 9 52 0,6 7 0 15,-6 3 96-15,1 7 132 0,0 11 320 16,4 5 200-16,-9 8-88 0,6 1-116 16,-1 4 12-16,-4-3 24 0,0 7-24 0,-4 1-116 15,0-1 28-15,-4 1 88 16,0 4 84-16,0 3 96 0,-12 0-12 16,0-1-36-16,-4 1-92 0,0-4-12 15,0-2 12-15,0-3-84 0,0-9-112 0,0-2-64 16,1-4-20-16,6-12-40 15,1-2 12-15,0-7 52 0,5-3-112 0,-5 0-88 16,3-7-304-16,-3-5 272 0,-3-7-272 16,-2-3 108-16,6-11-48 0,-5 2 48 15,8-4-72-15,-1 3 196 0,5 4-76 0,0 3 36 16,5 2 64-16,3 4-40 0,3 0-8 0,6 3 8 16,-2 0-72-16,5-3-184 15,1 3-180-15,2-3-248 16,1 3-384-16,0-3-764 0,-8 3-2009 0,8-3-1939 15</inkml:trace>
  <inkml:trace contextRef="#ctx0" brushRef="#br0" timeOffset="42069.709">15861 8903 8172 0,'0'0'2252'0,"0"0"-1055"16,0 0-837-16,0 0 216 0,0 0 432 16,32-71 124-16,-21 56-428 0,6-1-400 0,-2 6-28 15,6 1 52-15,-1-1-88 16,-5 7-56-16,6 3-44 16,-1 0-56-16,-1 6 68 0,-3 7 20 0,4 6 76 15,-8 3-72-15,4 6-64 0,-4 2 84 16,0 4-84-16,-1-2 24 0,2 3-36 0,-5 1 8 15,-1-3-32-15,2 3-16 16,-1-8-48-16,0-2-12 0,-1-10-4 0,-2 0-120 16,3-10-96-16,0-3-40 15,-1-3-272-15,6-9-552 0,-2-7-780 0,-3 3-2185 16,5-19-3275-16</inkml:trace>
  <inkml:trace contextRef="#ctx0" brushRef="#br0" timeOffset="42245.239">16312 8766 9108 0,'0'0'1580'16,"0"0"-911"-16,0 0-53 0,0 0 128 0,-80 58 276 15,59-37-96-15,2 2-356 0,-1-1-112 0,-1 3-144 16,2 1-136-16,-1-1-120 0,1 1-56 16,2-1-104-16,1-4-120 0,4 3-292 15,1-3-292-15,2-5-208 16,9 1-656-16,0-8-1169 0,0-3-2863 15</inkml:trace>
  <inkml:trace contextRef="#ctx0" brushRef="#br0" timeOffset="42693.086">16746 8851 11385 0,'0'0'1756'0,"0"0"-1132"0,0 0 240 0,-73 67 472 15,45-35 300-15,1 6-80 0,3 0-516 0,4 0-272 16,5-3-184-16,6-6-219 16,5-4-365-16,0-6-101 0,4-6-35 0,0-6 4 15,4-2-100-15,5-5-36 0,2 0-48 0,5-3 72 16,4-6-72 0,0-10-16-16,0 0-36 0,0-7-148 15,0 1 112-15,-4 3 120 0,0 3 0 0,-1 0 12 16,-7 7 36-16,5 5 60 0,-9 0 16 15,3 7 12-15,-3 0 60 0,5 0 88 16,-5 7 284-16,3 2 64 0,1 3 112 0,1 7-40 16,-5 7-184-16,3 0 20 0,1 3-8 15,-4 2 68-15,0 7-20 0,-4 0 20 16,0 4 4-16,0 2-16 0,-4 0-60 16,-4-2 0-16,0-2-64 15,1-1-20-15,-2-1-16 0,1-9-68 16,1-4-28-16,-1-3-40 0,-1-6 0 0,2-3 41 15,3-3 35-15,-4-8-12 0,-1 2-72 0,2-4-24 16,-1 0-293-16,-5-9-95 0,2-5 12 0,-5-1 180 16,4-8-256-1,0-8-28-15,0-4-232 0,-4-6-236 0,8-7-572 0,-4 3-712 16,4 8-1965-16,4-17-855 16</inkml:trace>
  <inkml:trace contextRef="#ctx0" brushRef="#br0" timeOffset="42867.97">16945 8756 9548 0,'0'0'3065'0,"0"0"-1713"0,0 0-60 16,0 0 164-16,0 0-52 0,0 0-124 0,91 35-632 16,-70-35-464-16,3-3-172 15,-1-3-12-15,1-7-316 0,0-3-544 16,0 1-632-16,-5-2-1280 0,2-5-4093 0</inkml:trace>
  <inkml:trace contextRef="#ctx0" brushRef="#br0" timeOffset="43060.326">17307 8499 6444 0,'0'0'7461'15,"0"0"-6169"-15,0 0-788 0,0 0 412 16,0 0 600-16,0 76 120 0,0-47-512 0,4-4-600 0,-4 8-172 15,4-5-99-15,-4 3-161 16,0 1-92-16,0 3-184 16,0-3-217-16,0 3-343 0,0-3-328 0,-4-4-380 15,0-5-1380-15,4 5-3637 0</inkml:trace>
  <inkml:trace contextRef="#ctx0" brushRef="#br0" timeOffset="43575.291">17809 8363 8824 0,'0'0'2557'0,"0"0"-645"16,0 0-668-16,0 0 140 16,9 86-92-1,-1-48 44-15,-1 6-268 0,5 4-396 0,-4 2-132 16,0 4 56-16,0 1 61 0,0 1-185 0,0 5-132 0,-4-1-112 15,4 4-60-15,-4 0-120 0,0-1-48 16,-4 0-48-16,3 0-36 0,-3 1-36 0,5-7-136 16,-1-3-204-16,0-6-169 0,8-10-27 15,0-6-128-15,0-10-428 0,-1-6-888 0,2-7-2328 16,-2-9-3077 0</inkml:trace>
  <inkml:trace contextRef="#ctx0" brushRef="#br0" timeOffset="44317.637">18650 8947 7948 0,'0'0'1852'0,"0"0"-99"0,0 0-341 16,0 0-76-16,0 0-12 0,0 0-80 0,0 0-464 15,-83 35-224-15,62 0-84 0,6 3-20 16,-2 10 40-16,6 2-28 0,3-2-72 16,-1-6-88-16,6-9-228 0,-1-10-76 0,4-7-184 15,0-10-208-15,4-2-12 0,3-4-24 16,10-7 172-16,-2-5-112 16,5-11-252-16,1-3-72 0,-2-5 96 15,1 2 136-15,0 1 128 0,0 3 156 16,-8 6-36-16,4 6-12 0,-4 7 84 0,0 3 64 15,-1 3 76-15,6 9 376 0,-6 10 232 0,6 7-148 16,-6 5-84-16,6 5-52 16,-6 2-116-16,-3 3 28 0,1 3-76 0,-1 1 64 15,-5 2-16-15,-3-3 140 0,0 4 44 0,0 0 160 32,0-3-64-32,-7-5-168 0,-6-1-28 0,2-5 24 15,-6-5-60-15,6-3-52 0,-5-11-68 16,4-2-63-16,0-7-1 0,-1-3-72 0,-2-3-281 15,2-3-143-15,-6-6-160 0,3-4 132 16,0-6-12-16,4-3-4 0,-4-7 76 0,5 1-16 16,2-7 52-16,1 0-276 0,5-2-64 15,-1-2-324-15,4 1-772 16,4-1-624-16,3 11-2313 0,10-14-987 0</inkml:trace>
  <inkml:trace contextRef="#ctx0" brushRef="#br0" timeOffset="45273.214">20459 8662 7916 0,'0'0'2784'0,"0"0"-411"0,0 0-621 15,0 0-432-15,0 0-152 16,-83-42-316-16,59 42-284 0,-1 12-248 0,-6 7-172 15,-1 6-64-15,4 14 52 0,-4 6 24 16,4 8 84-16,0 5 136 0,4 2 216 16,1 1-180-16,6-2-160 0,2 2-40 0,6-4-43 15,5-6 71-15,4-7 80 0,0-9 356 16,17-6-328-16,-2-10-172 16,9-6-60-16,0-7-72 0,4-3 36 15,4-3-72-15,-4-9-12 0,-5-4-120 0,5-6-72 16,-4-3-172-16,-3-8-132 0,-6 5-268 15,-2-6-197-15,-6 5-503 0,-3 1-1032 16,0 6-2164-16,-12 0-2685 0</inkml:trace>
  <inkml:trace contextRef="#ctx0" brushRef="#br0" timeOffset="45446.772">20116 9051 10965 0,'0'0'2272'15,"0"0"-1116"-15,0 0-108 0,0 0 108 0,0 0 372 16,0 0 156-16,0 0-352 0,76 36-371 15,-48-30-297-15,4 0-60 0,4-6-252 0,0 0-208 16,-1-6-144-16,-3-4-92 0,4 1-88 16,-8-3-124-16,0 1-192 0,0-2-144 15,0 1-153-15,-4 3-167 0,-5-4-584 0,-2 6-1368 16,-2 2-3417-16</inkml:trace>
  <inkml:trace contextRef="#ctx0" brushRef="#br0" timeOffset="45865.755">20490 9093 7080 0,'0'0'2712'0,"0"0"-1255"15,0 0 43-15,0 0 180 0,0 0-104 16,0 82-236-16,0-56-448 0,0 5-216 16,0 1-136-16,0 3 0 0,4 0-64 15,1 0-196-15,-1-3-144 16,4-1-124-16,-4-6-12 0,3 1-160 0,2-6-340 16,3-5-160-16,-1-5 96 0,2 2-164 15,-2-8-348-15,6-1-704 0,-10 0-836 0,14-3-2501 16</inkml:trace>
  <inkml:trace contextRef="#ctx0" brushRef="#br0" timeOffset="50764.576">19575 8918 7988 0,'0'0'1972'16,"0"0"2421"-16,0 0-2677 0,0 0-168 0,0 0-252 31,0 0-276-31,0 0-264 0,-80-9-136 0,56 15-144 0,-1 4-147 16,2 3-125-16,-1 5-8 0,0 1-40 15,4 10-24-15,-3-1-32 16,2 4-88-16,6 7-4 0,2-1 40 0,2 0 0 16,7 0-48-16,4 2-12 0,0-1-96 15,4-4 108-15,4-3 0 0,3-7-96 0,6-6-72 16,3-2 60-16,3-9 20 0,1-1 88 16,4-7 4-16,4 0-4 15,4-13-80-15,-5-3-100 0,1-6-100 0,-4-3-157 16,0 2-247-16,-7-2-232 15,-2 3-372-15,-10 5-596 0,-6-2-828 0,1 11-1993 0,-8-3-1319 16</inkml:trace>
  <inkml:trace contextRef="#ctx0" brushRef="#br0" timeOffset="50930.741">19355 9175 928 0,'0'0'8700'0,"0"0"-6431"0,0 0-457 0,0 0-264 15,0 0-252-15,0 0-264 0,0 0-192 16,0 0-140-16,0 0 256 0,0 0-4 15,56 17-320-15,-24-17-227 0,-1-4-213 0,1-5-192 16,5-1 0-16,-5 1-328 16,0-4-425-16,3 4-307 0,1-4-536 0,-8 4-1524 15,8-4-4725-15</inkml:trace>
  <inkml:trace contextRef="#ctx0" brushRef="#br0" timeOffset="52331.061">21113 8297 3360 0,'0'0'7384'15,"0"0"-6215"-15,0 0-41 0,0 0-60 16,0 0 184-16,0 0-72 16,0 0-232-16,0 0-244 0,0 0-136 0,0 0-112 15,0 0-52-15,87-87-60 0,-47 55-28 16,-4 4-144-16,0 0-76 0,-5 5-52 15,-3 0-44-15,0 4-88 0,-3 5-20 0,-2-5-16 16,-3 5-8-16,0 1 8 0,-4 4-36 16,-4 3 52-16,-4 6-64 0,-4 0-36 15,-4 15 48-15,0 7 160 0,-8 10 12 0,-8 13 112 16,0 6-120-16,-8 9-4 0,0 4-76 16,0 3-84-1,1-8-36-15,2 1 48 0,5-5-48 0,-3-4 184 16,6-10 12-16,5-7 24 0,1-8 24 15,3-7-48-15,4-6 0 0,0-3-72 0,0-8-64 16,4 5 48-16,3-1-32 0,1 1 32 16,1-1 0-16,-1 7 88 0,7 3-36 15,-2 3 84-15,-2 6-8 0,2 4 8 16,2 3 148-16,2 6-96 0,-6 0-36 16,6 0-4-16,-6 0 148 0,-3-1 64 0,4-1-76 15,-4-1 88-15,-4 0 56 0,0-4-56 16,0 1-4-16,-4-1-72 0,0-5 24 15,0 0-28-15,0-4-56 0,-4 0-140 16,0-6-8-16,-4-3-56 0,-1-1-56 16,-2-5 100-16,-1-1-220 0,-4-3-216 15,1 0-140-15,-2-3-124 0,2 0-200 16,-6-6-476-16,5-7-1576 16,4 4-3913-16,1-19 1009 0</inkml:trace>
  <inkml:trace contextRef="#ctx0" brushRef="#br0" timeOffset="53030.281">22451 7775 5216 0,'0'0'1184'16,"0"0"-324"-16,0 0 8 0,0 0 2121 16,0 0-1117-16,0 0-512 15,0 0-284-15,0 0-156 0,0 0-12 0,0 0 96 16,12 49 80-16,-7-9-204 0,-5 14-148 15,0 10-76-15,-5 5-11 0,5 5-149 16,-4 2-60-16,0-1-120 0,4 5-112 0,0 0-48 16,0-1 4-16,0 7-60 0,0 0-100 15,0 6-48-15,0 3 48 16,0 0-48-16,8 0-40 0,-3-2-44 0,2-1-12 0,1-3 24 16,3-7-136-16,2-3 4 0,-5-9-112 15,-1-7-60-15,2-5-49 0,-1-11-39 16,3-9-120-16,-3-6-116 15,5-13-120-15,-6-6-244 0,6-9-632 0,-1-4-1036 16,-5-7-2601-16,6-12-1643 0</inkml:trace>
  <inkml:trace contextRef="#ctx0" brushRef="#br0" timeOffset="55512.008">23316 8708 3728 0,'0'0'212'0,"0"0"308"16,0 0 3968-16,0 0-2752 0,0 0-555 15,0 0-169-15,0 0-4 0,0 0 4 0,0 0-192 16,0 0-188-16,52-53-220 16,-37 41-76-16,-2-2-40 0,6 2 88 0,-6-1-12 15,2 0-136-15,5 4-140 0,-4-1 104 16,0-2-188-16,-4 5 0 0,4 1-12 15,-1 0-4-15,-2 6-72 0,-1 0-8 0,-1 6 76 16,6 7 8-16,-6 9 80 0,2 6 56 16,-2 5 0-16,2 4 0 0,-9 4 24 0,3 1 0 15,-3 2-88-15,0-2 28 16,-4-4 44-16,4-4-136 16,0-5 56-16,5-7-64 0,-6-2-120 15,5-8-88-15,0-3-64 0,-4-5-108 0,4-4-28 16,0 0-196-16,4-4-264 0,0-12-576 0,0-2-1068 15,4-8-2593-15,-4 4-1507 16</inkml:trace>
  <inkml:trace contextRef="#ctx0" brushRef="#br0" timeOffset="55691.959">23858 8553 1472 0,'0'0'4248'15,"0"0"-3508"-15,0 0-140 0,0 0 1048 16,0 0 693-16,-96 26-713 0,72-8-480 15,-4 5-324-15,0 2-28 0,-4 4-156 0,1 3-12 16,-1 0-156-16,4 2-184 0,0 1-152 0,0 1-136 16,4-5-76-1,8 1-132-15,-4 0-192 0,12-7-452 0,1-6-864 16,3-7-808-16,4 1-2853 0</inkml:trace>
  <inkml:trace contextRef="#ctx0" brushRef="#br0" timeOffset="55951.195">24292 8451 5928 0,'0'0'780'0,"0"0"-144"0,0 0 4057 16,0 0-2713-16,0 0-856 0,0 0-28 15,-80 80-60-15,56-45-156 0,5 3-28 0,-2 3-164 16,6 4-224-16,-2-1-112 0,6-3-72 0,2 1-120 15,1-4-52-15,5-6-44 16,3-7-56-16,0-6-8 0,3-3-100 0,5-7-168 16,5-2-196-16,2-1-232 15,-2-6-200-15,2-3-364 0,5-7-796 0,-8-2-2000 16,8-7-2725 0</inkml:trace>
  <inkml:trace contextRef="#ctx0" brushRef="#br0" timeOffset="56117.413">24073 8801 11413 0,'0'0'2380'0,"0"0"-1140"0,0 0 208 0,0 0-80 15,0 0-148-15,0 0-152 16,0 0-484-16,0 0-216 0,99 6-116 0,-67-6-152 16,4 0-100-16,0-10-88 15,4 1-204-15,0 0-388 0,-1-4-228 16,1 3-284-16,-12 1-1228 0,16-4-3505 0</inkml:trace>
  <inkml:trace contextRef="#ctx0" brushRef="#br0" timeOffset="56499.916">25463 7943 11669 0,'0'0'2364'0,"0"0"-1416"0,0 0-80 16,0 0 200-16,0 0-136 0,-104 32 92 16,69 3-336-16,-1 12-360 0,-4 14-56 15,5 6 68-15,-2 5 196 0,1 2 244 0,4 2-223 16,4-7-21-16,0 2 56 0,9-11-196 15,3-5-92-15,4-11-64 0,12-9-48 0,0-4-20 16,0-9 20-16,12-3-48 16,4-6-60-16,3-1 0 0,9-1-84 0,0-9-12 0,4-2 0 15,4 0-132-15,1-13-36 16,-2-1-208-16,1-6-216 0,-4-2-144 16,-4-4 0-16,-4 1-177 0,-5 0-355 15,-6-1-336-15,-6 3-744 0,-7-2-676 0,0 3-1169 16,-7 6 309-16,-17-6-364 15</inkml:trace>
  <inkml:trace contextRef="#ctx0" brushRef="#br0" timeOffset="56764.808">25256 8522 6624 0,'0'0'3952'0,"0"0"-1947"16,0 0-413-16,0 0-292 15,0 0-232-15,0 0-208 0,0 0 68 0,0 0-100 16,0 0-144-16,0 0-204 0,71 21-92 16,-39-23-168-16,-4-5-220 0,4-5 0 0,-4-2-464 15,0 3-196-15,-4-3-64 16,-4-1-100-1,-4 4-240-15,-8 3-592 0,0 4-524 0,-8-3-281 16,0 7 341-16,-4 0 316 0,-8 5 1180 0,0 1 624 0,-4 2 428 16,4 6 1260-16,5 5 332 0,-6-1-271 0,5 8-229 15,1 0-152-15,3 2-208 0,-1 4-76 16,1-1-108-16,0 5-88 16,4-5-32-16,0 1-96 0,0-3-164 15,0-4-292-15,4 0-268 0,0-3-36 16,5-5-256-16,-2 2-304 0,5-7-172 0,4-2-212 15,0-7-436-15,0 0-1284 0,0-3-2541 16,0-9-4343-16</inkml:trace>
  <inkml:trace contextRef="#ctx0" brushRef="#br0" timeOffset="57366.44">26192 7953 7020 0,'0'0'7257'16,"0"0"-6445"-16,0 0-724 0,0 0-88 16,0 0 740-16,0 0 40 15,92-42-132-15,-68 37-376 0,0-2-224 16,0 4-48-16,-5 3-160 0,-2 0-40 0,-6 10 200 15,-2 6 0-15,-1 3 248 0,-8 9-24 0,0 4 24 16,-13 3-88-16,1 3 0 0,-8 3-36 16,5 0 12-16,-2-3-132 0,2-3-4 15,2-3-8-15,2-3 8 0,3-1-12 0,0-3-60 16,4 4 8 0,-4-4 56-16,4 7-4 0,0-4 12 15,0 2 68-15,0-2 116 0,4 4-48 0,0-4-44 16,0-2-88-16,4 2-8 0,4-6-32 15,4 1-24-15,4-4-76 0,-1 0 12 0,6-3-124 16,-1 3-36-16,-1-3 24 16,-2 3 76-16,3 3 8 0,-5 0 76 15,-2 7 100-15,-5-1 296 0,-1 1 76 0,1 3-4 16,-4-1-8-16,1-2 56 0,-5 3 76 16,4-4 72-16,-4-2-428 15,0 2-136-15,0-2-208 0,0-4 4 0,0 0-4 16,-9-3-236-16,5-2-244 0,4-9-264 15,-4 3-548-15,4-3-212 0,-4-4 184 16,4-2 120-16,0 3-25 0,0-5-71 0,0 0 0 16,0 0 1504-16,0 0 300 0,0 0 1320 15,0 2 525-15,0-2-93 0,0 0-312 16,0 4-264-16,0-4 40 0,0 3 48 16,-7 0-48-16,-1-1-299 15,-5 2-781-15,-2-1-436 0,-5 1-84 0,-4-4-452 16,-4 3-825-16,3-3-2363 0,-26 0-11209 0</inkml:trace>
  <inkml:trace contextRef="#ctx0" brushRef="#br0" timeOffset="59524.306">7048 5114 7264 0,'0'0'6613'0,"0"0"-5197"0,0 0-1088 0,0 0-192 16,0 0 320-16,0 0 392 0,0 0 308 16,0 0-392-16,0 0-212 0,0 0 84 0,43 17 60 15,-19-14-136-15,1-1-160 0,-1-2-155 16,4 0-89-16,-5 0 24 16,5 0-80-16,-4 0-24 0,4 0-76 0,-4 0-8 15,4-2-40-15,-5-4-136 16,5-1-228-16,-4-3-209 0,0 2-243 15,1-6-64-15,-2 4-428 0,-3 1-864 0,-5 3-1616 16,-2-1-917-16,-9 1-2598 0</inkml:trace>
  <inkml:trace contextRef="#ctx0" brushRef="#br0" timeOffset="59767.641">7132 5403 5612 0,'0'0'8253'0,"0"0"-6737"0,0 0-940 16,0 0-460-16,0 0 164 16,0 0 44-16,0 0 248 0,0 0 444 0,0 0-264 15,95-12-312-15,-63 9-144 0,4 3-64 16,3 0-36-16,-3 3 0 16,5 0-76-16,-2 4-84 0,1-5-36 15,-1 2-84-15,2-4-112 0,-2 0-72 0,1 0-160 16,-3-6-188-16,2-7-308 15,1 0-368-15,-12-1-1228 0,4-7-3041 0</inkml:trace>
  <inkml:trace contextRef="#ctx0" brushRef="#br0" timeOffset="60059.925">7892 4801 3788 0,'0'0'9929'16,"0"0"-8197"-16,0 0-1092 0,0 0-124 16,0 0 664-16,0 0 460 0,0 0-260 15,0 0-492-15,32 83-339 0,-19-53-41 16,2 3 84-16,1 1-72 0,4 5-168 0,4-2-160 16,0 4 12-1,0 1-96-15,-1-1-48 0,1 1 28 0,0-1-88 16,1-2-4-16,-1-6-108 0,-5-3 16 15,1-5-36-15,1-3-72 0,-2-3-148 16,1-3-152-16,-5-3-76 0,2-4-196 0,-6 0-209 16,6-4-395-16,-9-3-552 0,-1-2-900 15,2 0-1565-15,-5-2-1023 0</inkml:trace>
  <inkml:trace contextRef="#ctx0" brushRef="#br0" timeOffset="60317.053">8434 4820 7612 0,'0'0'2992'15,"0"0"-1139"-15,0 0-973 0,0 0-16 0,0 0 260 16,0 0 424-16,0 0-208 16,-91 37-392-16,67-10-396 0,-1 3-136 15,2 9-64-15,-5 5-48 0,-3 1-60 0,-1 2-84 16,-5 7-112-16,1 0-48 0,-3 0-132 15,-5 4-76-15,0 1-352 16,-3-1 32-16,2 2-60 0,2-3 36 0,-2-2-176 0,10-2-416 16,-5-1-428-16,12-5-800 15,0-6-601-15,8-6-2771 0,5-10 3108 16,-6 4 1724-16</inkml:trace>
  <inkml:trace contextRef="#ctx0" brushRef="#br0" timeOffset="76329.491">3852 11797 6368 0,'0'0'6413'0,"0"0"-5113"16,0 0-756-16,0 0 160 0,0 0 544 0,0 0-56 15,0 0-352-15,0 0-296 0,0 0-116 16,32 77 136-16,-12-48-52 0,0 0-148 16,8 5-60-16,0 8-96 0,0 2 48 15,3 4-63-15,1 5-57 0,4 10 56 0,1 5 16 16,-2 8 116-16,-3 3 64 16,0 4-204-16,-4-1-124 0,0-2 0 15,-1-4 24-15,1-6-24 0,-4-3-24 0,4-6-36 16,-4-8-8-16,4-6 4 15,-4-5 8-15,-1-3-8 0,-2-12-4 0,-1-2-100 16,-5-5 60-16,2-4-72 0,-2-3-52 16,-7-7-56-16,1 0-52 0,-5-3-108 15,-1-3-84-15,1-3-173 16,-4-6-147-16,0-11-296 0,4-1-716 0,-4-15-1216 0,0-2-2037 16,-4 7-4283-16</inkml:trace>
  <inkml:trace contextRef="#ctx0" brushRef="#br0" timeOffset="76780.362">4733 11865 5160 0,'0'0'1040'0,"0"0"2060"16,0 0-2572-16,0 0-60 0,0 0 757 0,0 0 603 0,0 0-432 15,0 0-376-15,-91 50-312 0,74-28-136 16,-2 5 76-16,-5 4-168 0,0 7-96 0,-4 7-88 16,-4 2 0-1,-4 7-40-15,-4 6-48 0,-4 7-48 0,1 6-100 16,-6 4-48-16,-3-1 40 0,1 6-48 15,-1 1-4-15,0-1 60 0,1-5 0 16,3-1-48-16,4-4-12 0,5-5-4 16,-2 1 4-16,5-5-12 0,5-3 12 15,-1-3 84-15,0 0-72 0,4-6 48 0,8-7-56 16,0-9-4-16,0-7 8 0,8-2-8 0,4-10 0 16,0-6 0-1,4-1-4-15,4-6-44 0,-4-3-64 0,4 4-8 16,0-4-152-16,0 0 4 0,0 0-112 15,0 0-116-15,0 0-72 0,0-4-164 0,0 1-292 16,4-9-360-16,4-5-472 0,1 4-1385 16,-2-12-3007-16</inkml:trace>
  <inkml:trace contextRef="#ctx0" brushRef="#br0" timeOffset="77650.012">5379 13011 4048 0,'0'0'1576'0,"0"0"3572"0,0 0-3591 16,0 0-701-16,0 0 60 0,-13-70 324 15,5 61-148-15,1 2-204 0,-2-2-120 0,1 5-288 16,-3 1-60-16,-2 0-140 0,-2 0 4 16,-2 3-64-16,-2 0-144 15,-1 3-72-15,-1 7-8 0,-2 2 0 0,-1 7 0 0,0 0-44 16,0 6-48-16,1 7-28 16,-1 0 24-16,0 10 40 0,3 0-36 0,2 2 84 15,3 3 12-15,0 1 80 16,7-1 92-16,6 4-36 0,3-4 8 15,0-2 4-15,0-4-24 0,3-3 20 0,10-2 16 16,-1-5 24-16,4-5-4 0,3-4 64 16,-2-3-24-16,7-6 36 0,-5-4-12 0,5-3 33 31,4-3 187-31,-4-3-64 0,4 0-100 0,0-3-96 0,-5-3-44 16,2-3-40-16,-5-1-60 15,-1 0-48-15,-2-2 32 0,-6-1-44 16,2 0-132-16,-6 0-208 0,1-2-120 0,-4 2-84 15,1-3-149-15,-5 3-267 0,0-2-348 0,-9-2-1016 16,1 2-2368-16,-8 2-1757 0</inkml:trace>
  <inkml:trace contextRef="#ctx0" brushRef="#br0" timeOffset="77805.927">5127 13421 1044 0,'0'0'7792'0,"0"0"-5451"16,0 0-905-16,0 0 20 0,0 0-56 0,0 0-144 15,0 0-460-15,88 31-400 0,-72-31-196 16,-1 0-152-16,6 0-48 0,-5-3-592 16,0-3-908-16,-5-4-784 0,6 0-2081 0,-10 3-3195 15,1-1 7052-15</inkml:trace>
  <inkml:trace contextRef="#ctx0" brushRef="#br0" timeOffset="77980.951">5379 13484 1708 0,'0'0'496'0,"0"0"5428"0,0 0-3348 0,0 76-1187 15,4-47 107-15,-1-2 48 0,1 6-8 16,0-5-296-16,4-2-324 0,1 3-292 16,-2-3-108-16,-3-1-112 0,8 0-136 15,-8-3-168-15,4 0-100 0,0-3-108 0,0-3-52 16,0-4-208 0,-4-2-268-16,4 0-284 0,-4-7-232 0,3-3-976 15,2-3-2068-15,3-4-1857 0</inkml:trace>
  <inkml:trace contextRef="#ctx0" brushRef="#br0" timeOffset="78300.075">6183 12633 444 0,'0'0'10152'0,"0"0"-7979"15,0 0-889-15,0 0 572 0,0 0-268 16,0 0-120-16,0 0-300 0,0 0-328 16,92 16-160-16,-68-9-131 0,8 2-77 0,0-3-108 15,0-3-88 1,3 1-116-16,1-1-76 0,0-3-36 0,-1 0-48 0,-3-3-96 15,0-4 24-15,0 1-112 0,-4-3-188 16,0-4-272-16,-8 3-97 0,-4 0-223 16,-4 3-516-16,-4 5-1616 0,-8-1-3537 15</inkml:trace>
  <inkml:trace contextRef="#ctx0" brushRef="#br0" timeOffset="78513.628">6251 13002 12909 0,'0'0'2360'15,"0"0"-1508"-15,0 0-160 0,0 0 660 0,0 0 40 0,0 0-364 16,0 0-372-16,95 12-120 16,-67-12 157-16,4 0-321 15,0 0-348-15,4-3-24 0,-1-4-204 0,2-2-340 16,3 0-161-16,-1-1-51 0,-3 3-392 15,-8 2-1124-15,4 5-3732 0</inkml:trace>
  <inkml:trace contextRef="#ctx0" brushRef="#br0" timeOffset="79864.546">8000 11808 6168 0,'0'0'5233'0,"0"0"-4257"0,0 0-440 0,0 0 36 0,-20-74 484 16,12 62 580-16,1 2-224 0,2 4-300 15,1 0-376-15,4 2-208 0,-4 4-4 16,4 0-12-16,-4 0-184 0,0 4-228 16,-3 8-100-16,-10 10-184 15,-2 11 76-15,-5 14 96 0,-4 10-108 16,0 9 116-16,0 11-40 0,0 2 36 0,0 7-164 15,0 0 4-15,0-4 48 16,9-6 116-16,2-12 8 0,6-10 124 0,3-16-124 16,3-9-4-16,5-14 0 0,0-2-100 0,0-10-68 15,0 1-52-15,5-4 96 0,3 0 64 16,7-7 24-16,1-2-124 0,5-4 72 16,-10 1 80-16,5 1-4 15,-8 9-60 1,0-1-52-16,0 3-96 0,1 5 220 15,2 12 100-15,-3 2 168 0,-4 6-132 0,4 4 36 0,0 2 20 0,-8 8-20 16,4-1-12-16,0 3-40 0,-4 4-68 16,4-1-40-16,-4 6 36 0,0 2 0 0,0 2-48 15,0-1-8-15,-4 2-100 0,0-2-28 16,4-5-24-16,-4 0-36 0,4-11 16 16,0-1-128-16,0-11 40 15,4-3-88-15,4-3-756 0,-1-9-736 16,6-7-1048-16,-5 0-2933 0,3-9-443 0</inkml:trace>
  <inkml:trace contextRef="#ctx0" brushRef="#br0" timeOffset="81431.883">8709 12512 1084 0,'0'0'1448'16,"0"0"4564"-16,0 0-4188 0,0 0-483 16,0 0-165-16,0 0 72 0,0 0-136 0,0 0-204 15,0 0-392-15,0 0-180 16,0 0 0-16,36-63-88 0,-28 50-40 16,4 0-8-16,0-2-76 0,-4 2-24 0,4 1-16 15,-4 1-32-15,3 3-48 16,-7-3 8-16,9 8-12 0,-9-3 0 0,0 3-52 15,3 1 4-15,-3 2-12 0,5 0 60 16,-1 0-16-16,3 0 16 16,6 5 92-16,-6 4-44 0,6 4-36 0,2 7 56 15,-3 2-68-15,0 6-100 0,0 4 64 16,1 0 36-16,-6 7 0 0,1-2-80 16,0 3 20-16,-4-4 48 0,0-1 12 0,-1-7 0 15,2-2 0-15,-5-7 0 16,0-3-56-16,3-3 40 0,-3 0-104 15,5-7-32-15,-5 0 16 0,0 1-136 0,-4-5-164 16,4-2-248-16,-4 4-312 16,3-4-372-16,1 0-444 0,0-4-497 0,-4-8-1707 0,5 3-1272 15,-1-14 5056-15</inkml:trace>
  <inkml:trace contextRef="#ctx0" brushRef="#br0" timeOffset="81727.247">9183 12319 6856 0,'0'0'1064'0,"0"0"1836"0,0 0-1743 15,0 0-389-15,0 0 368 0,0 0 292 16,0 0-292 0,0 0-476-16,-95 38-288 0,74-16-136 0,-2 7-40 0,-5 2-32 15,0 4-68-15,-4 3 28 16,4 7 0-16,-3-5-116 0,-1 9 68 0,0-5-28 15,4-2-40-15,0-2 0 0,4-4-8 16,5-5-72-16,6-2-60 0,-2-7 8 0,6 0-36 16,1-9-28-16,4 1 4 0,0-6-64 15,1-4-112-15,3-2-140 16,0 3-56-16,0-5-132 0,0 0-160 16,11 0-204-16,-3 0-292 0,4-11-885 15,4 3-1919-15,-4-3-992 0,4-8 4549 0</inkml:trace>
  <inkml:trace contextRef="#ctx0" brushRef="#br0" timeOffset="83512.932">9941 12223 3556 0,'0'0'1188'15,"0"0"2800"-15,0 0-2356 16,0 0-471-16,0 0-225 0,0 0 160 16,0 0-56-16,0 0-56 0,0 0-432 0,0 0-220 15,0 0-132-15,-88 7-88 16,67 9-12-16,6 0-16 0,-5 6-32 15,4 3-44-15,0 5 0 0,4 0 44 0,4 3-40 0,0-2 48 16,4 1-8-16,4 0 8 16,0-4 4-16,4 0-4 0,4 2-56 15,0-9 72-15,4 2 24 0,0-7-88 0,4-1 36 16,-1-2-36-16,2-3 76 0,-1-1-80 16,3-6-8-16,-2 1 0 0,-2-1-12 0,6-3-52 15,-6-3 16-15,1-4-300 16,0-2-460-16,-4-1-212 0,0-3-192 15,1 4-304-15,-6-4-825 0,-3 4-2643 16,-4-7-399-16</inkml:trace>
  <inkml:trace contextRef="#ctx0" brushRef="#br0" timeOffset="83732.68">9797 12490 3424 0,'0'0'1408'16,"0"0"1772"-16,0 0-1832 0,0 0-200 0,0 0 13 15,0 0 31-15,0 0-276 0,0 0-420 0,0 0 100 16,0 0 32-16,0 0-24 0,67-3-136 16,-46 3-120-16,-1-3-88 0,-1 3-48 15,-2-3-124-15,2 0-88 0,1-1-12 16,-3 1-136-16,-2 3-128 0,5-3-372 0,-4 0-396 16,0 3-348-1,0 0-984-15,-4-3-3097 0</inkml:trace>
  <inkml:trace contextRef="#ctx0" brushRef="#br0" timeOffset="84604.371">11076 11826 2772 0,'0'0'196'16,"0"0"-196"-16,0 0 5772 0,0 0-4324 0,0 0-379 16,-28-62 99-16,20 48-68 15,0 5-160-15,-4 2 56 0,0 1-200 16,0 3-200-16,1 3-232 0,-6 0-216 15,2 0-100-15,-6 9-48 0,1 7 4 0,-3 10 8 16,3 6 100-16,-4 9 40 0,0 6-4 0,0 10-36 16,4 6-28-16,0 8 116 0,4 2-116 15,4 4 104-15,0-5-28 0,5 2-64 16,3-8 16-16,4-9 96 0,0-3 12 0,4-12 112 16,7-8 108-1,-3-8-156-15,4-7-176 0,4-3-48 16,0-7 52-16,4-3 44 0,0-6 28 0,4 0-24 15,4 0 32-15,-4-12-32 0,-1-4-16 16,1-3-144-16,0-3-144 0,-3-5-256 16,-2 0-176-16,-3 2-108 0,-4 0-172 0,-8 1-232 15,0 2-468-15,-4 3-792 0,-4 3-813 16,-12 4-1803-16,-4-1 568 0,-4 3 3224 16,-4 3 881-16,0 2 291 15,1 2 0-15,3 3 31 0,4 0 1989 16,4 3-1744-16,4 7 100 0,4-1 6060 0,4 0-4471 15,4 1-529-15,0 3-148 0,4-4 128 16,4 4-4-16,8 0-196 0,0-4-436 16,4-3-304-16,0-3-156 0,3-3-88 0,5 0-36 15,0-6-92-15,-4-6-104 0,4-4-392 16,0-3-420-16,-5 0-160 0,2-1-272 16,-1 1-468-16,-8 4-964 0,-1 2-1681 0,-7 3-107 15,1 4 1113-15</inkml:trace>
  <inkml:trace contextRef="#ctx0" brushRef="#br0" timeOffset="84742.236">11155 12360 1144 0,'0'0'1500'0,"0"0"-876"16,0 0 1060-16,0 0 2952 0,-43 83-3087 0,35-58-301 0,0 4-64 16,4-1-40-16,0 7 88 0,4-4-352 15,0 1-344-15,0 3-88 0,0-3-56 16,4 0 28-16,0-1-248 0,4-1-172 0,0-2-208 16,3-6-52-1,6-3-356-15,-2-3-752 0,9-9-628 0,1-7-2821 16,-6 0-4675-16</inkml:trace>
  <inkml:trace contextRef="#ctx0" brushRef="#br0" timeOffset="85063.759">11877 11404 12585 0,'0'0'4628'0,"0"0"-4208"0,0 0-416 16,0 0 320-16,0 0 636 0,0 0 572 16,0 0-924-16,0 0-556 0,4 67-52 15,0-26 280-15,0 14 168 0,3 4 161 0,2 5-101 16,-5 6-160-16,0 3-32 0,0 3-160 16,-1 4-36-16,-3 5-36 15,4 5-32-15,-4 2-52 0,4 2-60 16,-4 5-24-16,0-4-36 0,4 0 12 0,-4-6-24 15,9-6-52-15,-2-4-32 0,1-9-76 16,0-7 28-16,4-2-52 0,-4-11-169 16,0-5-63-16,1-8-160 0,-2-4-404 15,-3-7-516-15,4-8-1000 0,-4-5-2049 16,-4-3-2995-16</inkml:trace>
  <inkml:trace contextRef="#ctx0" brushRef="#br0" timeOffset="86662.568">13470 12071 1160 0,'0'0'1252'0,"0"0"3128"0,0 0-2588 15,0 0-228-15,0 0-327 0,0 0 123 0,0 0-340 16,0 0-4 0,0 0-36-16,0 0-272 0,0 0-48 0,-64-60-264 15,49 69-248-15,-1 10-148 0,0 7 12 16,0 9 0-16,4 6 100 0,0 7 120 15,4-4 52-15,0 1 40 0,4-4-80 0,4-3-120 16,0-12-120-16,0-7-4 0,0-7-12 16,0-10-136-16,4-2-36 0,4 0-40 15,8-5-96-15,0-11 84 0,4-7 28 16,0-5-164-16,0-4 20 0,-4 1 116 0,-1-1 164 16,2 4-80-1,-6 4 104-15,-3 6 36 0,1 5 0 0,-2 7-36 16,-3 6-40-16,4 0 88 0,-4 4 208 15,5 8 352-15,2 3-172 0,-3 8-180 16,4 2-44-16,0 7 96 0,-4 3 72 0,4 3-96 16,-8 4-64-16,4 2 48 0,-8 7 52 0,0 0-28 15,0-4-12-15,-4 1 60 16,-8-4 100-16,4-6 232 0,-4-6-188 16,4-4-216-16,0-8-160 0,0-5-11 15,-4-8 23-15,5-2 52 0,-6-5-124 16,2 0-88-16,-2-5-253 0,-2-4-35 15,2-7-76-15,-2-6-168 0,3-8-140 0,0-1 0 16,0-10-316-16,-1 0-840 0,10-8-960 16,-1 9-2637-16,4 5-1111 0</inkml:trace>
  <inkml:trace contextRef="#ctx0" brushRef="#br0" timeOffset="86890.318">13956 12026 3332 0,'0'0'4736'16,"0"0"-1527"-16,0 0-1121 0,0 0-188 15,0 0-44-15,88 67-360 0,-64-48-340 0,0 3-180 16,3 1-304-16,-2-1-247 0,-5 1-205 0,0 2-180 16,-1 0-40-16,-6-3-148 0,-2-3-81 15,1 0-223 1,-3-6-228-16,-2-6-68 0,5 0 0 0,-3-7-212 15,2-7-1436-15,-3-6-2437 0,0-13-3867 16</inkml:trace>
  <inkml:trace contextRef="#ctx0" brushRef="#br0" timeOffset="87077.78">14308 11989 8292 0,'0'0'6401'0,"0"0"-5233"0,0 0-572 0,-97 92 76 0,65-58 456 15,-3 8 140-15,-1-2-144 0,0 2-504 16,0 0-340-16,8-4-96 0,-3 0-184 0,3-4-40 16,4-2-128-16,-1-3-136 0,6-3-184 15,3-4-268-15,4-3-312 16,0-4-540-16,8-5-988 0,0-4-2505 0,4-6-2931 16,0 0 6560-16</inkml:trace>
  <inkml:trace contextRef="#ctx0" brushRef="#br0" timeOffset="87813.145">15008 12106 3220 0,'0'0'472'15,"0"0"4624"1,0 0-3916-16,0 0-71 0,0 0-41 0,0 0-72 16,0 0 124-16,-8-69 28 0,1 62-340 0,-1 3-220 15,-5 1 84-15,2 3-76 16,-2 3-376-16,-2 8-108 0,-2 4-112 0,2 11 0 15,-1 8 72-15,0 7 104 0,4 8 8 16,4-2 108-16,-4-6 128 0,8 1-128 16,1-14-200-16,-2-5-92 0,5-15-88 0,0-2-44 15,0-1-104-15,0-5-180 0,12-7 32 16,0-5 376-16,8-7-208 0,-1-4-56 0,6-6-24 16,-9-2-24-1,3 6 96-15,-2-1 24 0,-2 10 76 16,1 6-52-16,0 8 28 0,0 2 148 15,-4 2 320-15,4 10 164 0,0 9-12 0,-4 4-64 16,4 3-188-16,-4 1-60 0,-4 5 48 16,0 2 40-16,-4 2-16 0,-1 3-24 15,-3 3 12-15,0 1 28 0,-7 2 20 0,-5 1 72 16,0 0 0-16,-4-4 52 0,5-5-3 0,-6-1-49 16,6-7-112-1,-2-5-68-15,5-7 32 0,1-7-56 16,-2-2-28-16,5-7-24 0,0 0 0 15,0-3-12-15,-3 0-72 16,-1-3-184-16,-5-10-324 0,-2-6 144 0,-1-6-1 0,0-7 1 16,0-6-208-16,0-4-40 0,4 1-60 0,4-6-224 15,4 3-240-15,4-8-928 0,0 2-1884 16,0 12-2589-16</inkml:trace>
  <inkml:trace contextRef="#ctx0" brushRef="#br0" timeOffset="88015.534">15200 11851 9732 0,'0'0'4029'15,"0"0"-2901"-15,0 0 16 16,0 0 544-16,0 0 36 0,87 27-184 16,-67-27-371-16,4 0-565 0,4-4-324 15,-5-2-232-15,5-7-48 0,0 1-304 0,-3-1-228 16,3-3-221-16,-1-3-171 0,1 0-484 15,0 0-1368-15,-8 3-2464 0,0-10-2409 16</inkml:trace>
  <inkml:trace contextRef="#ctx0" brushRef="#br0" timeOffset="88198.794">15622 11522 5136 0,'0'0'1368'15,"0"0"3245"-15,0 0-2869 0,0 0-624 0,0 0 272 16,0 0 40-16,0 0-16 0,-20 96-248 15,20-63-300-15,0 6-256 0,8-1-88 16,-4 1-136-16,0-2-207 0,0 8-181 0,0-1-36 16,-1 4-145-16,2-4-147 0,-5 4-332 15,4-7-440-15,-4 0-376 0,4-3-1268 0,-4-2-2669 16,4-9-3191 0,0 3 7888-16</inkml:trace>
  <inkml:trace contextRef="#ctx0" brushRef="#br0" timeOffset="89308.899">16124 12191 6080 0,'0'0'2492'0,"0"0"277"0,0 0-913 15,0 0-320-15,0 0 4 0,80-8-260 16,-52 4-300-16,0-3-316 0,-1 4-248 15,-2-2-120-15,3 1-116 16,-5 1-180-16,1-1-100 0,-4 1-108 0,-1 0-100 16,2 0-380-16,-10 0-284 0,2 3-360 0,-5 0-1268 15,-1 0-3073-15,-7 3-2419 0</inkml:trace>
  <inkml:trace contextRef="#ctx0" brushRef="#br0" timeOffset="89499.078">16252 12408 2784 0,'0'0'1460'16,"0"0"5008"-16,0 0-4439 0,0 0-793 15,0 0 232-15,0 0-248 0,0 0 96 0,95-4-368 16,-63-3-356-16,0 1-348 0,4-2-144 0,-4-3-100 16,-1 3-120-16,1-6-188 0,0 3-392 15,4-3-312 1,-4-2-396-16,-1 4-1144 0,1-1-2749 15,-11 3-3162-15</inkml:trace>
  <inkml:trace contextRef="#ctx0" brushRef="#br0" timeOffset="89913.113">17076 12026 5852 0,'0'0'7585'0,"0"0"-5661"0,0 0-1132 0,0 0-440 16,0 0 208-16,0 0 472 16,0 0-156-16,0 0-744 0,0 0-132 0,40-76-132 15,-20 51 68-15,0 0 52 16,4 3-72-16,-5-1-28 0,5 7 100 15,1 3 0-15,-5 3 8 0,-1 5-4 16,1 2 8-16,1 3 100 0,-2 6 172 0,1 3-136 16,0 7-52-16,-4 3 40 0,4 4-40 15,-1 2 16-15,2 1-16 0,-5 2 28 16,3 1-16-16,2 2 40 0,-6 1 24 0,2 0-16 16,3-4 76-16,-9 1 124 15,5-1 68-15,-8-2-144 16,4-5-124-16,-4 0-144 0,4-6-48 15,-4-2-24-15,0-4-72 0,-4-2-212 0,-1-4-336 16,6-3-188-16,-1-3-120 0,0-7-448 0,4-5-1368 16,-4 2-2657-16,0-16-2943 0</inkml:trace>
  <inkml:trace contextRef="#ctx0" brushRef="#br0" timeOffset="90147.693">17781 11750 3952 0,'0'0'6576'0,"0"0"-4547"0,0 0-1081 0,0 0-212 16,0 0 376-16,-92 45 156 16,64-24-136-16,1 6-340 0,-4 4-300 0,-6 4-136 15,1 0-136-15,1 4-60 0,-5 4-12 16,-4 2-4-16,-4-1-20 16,4 5-28-16,-3-2-96 0,-2 0-44 0,2 1-104 15,7-4-132-15,0-3-52 0,4-2-84 16,12-11-200-16,5-5-176 0,6-7-128 0,10-13-676 15,3-3-944-15,3-7-2917 0,1-2-983 16,13-13 5748-16</inkml:trace>
  <inkml:trace contextRef="#ctx0" brushRef="#br0" timeOffset="90892.818">18984 11372 7596 0,'0'0'1648'0,"0"0"917"0,0 0-1053 15,0 0-244-15,0 0 280 0,0 0 164 16,0 0-220-16,0 0-600 0,0 0-308 0,0 0 76 16,60 71-151-16,-43-30-169 0,-2 9-156 15,-2 11-28-15,-2 2 0 16,2 4-56-16,-6 3-88 0,1-7-12 16,4 1-12-16,-4-8-64 0,0-1 68 0,4-7 0 15,0-10 8-15,4-4 112 0,-4-4-100 16,0-5 60-16,-1-10-64 0,2-5-4 15,-2-6 4-15,6-4 112 0,-6-7 316 16,6-9-232-16,2-9-72 0,-2-7-44 0,2-10-84 16,-3-8-4-16,4-4-64 0,-4-4-56 15,0-8-60-15,4-1-48 0,-4-3-52 0,3 1 52 32,-2-1-52-32,-6 3-24 0,2 4-24 0,-5 8 27 15,-1 11 21-15,-3 9 48 0,1 10-72 0,-5 6 108 16,0 9-84-16,0 0-100 0,0 8-304 15,-9 2-908-15,-2 0-596 0,-1 0-548 0,-4 12-2157 0,-1-5-1995 16</inkml:trace>
  <inkml:trace contextRef="#ctx0" brushRef="#br0" timeOffset="91093.085">19053 11804 6764 0,'0'0'2880'0,"0"0"-291"15,0 0-993-15,0 0-532 0,0 0 360 0,0 0 196 16,0 0-156-16,79 4-412 0,-51-8-392 16,0-3-176-16,4 2-95 0,-4-4-133 0,-4 2-188 15,4 0-68-15,0 2-72 16,-5-2-84-16,5 0-225 0,0 1-287 0,0 3-160 16,4-1-140-16,-4 1-336 15,-4 1-1564-15,8 2-4065 0</inkml:trace>
  <inkml:trace contextRef="#ctx0" brushRef="#br0" timeOffset="91813.072">20479 11915 8460 0,'0'0'2885'0,"0"0"-1885"0,0 0-768 0,0 0-224 16,-52-76-8-16,44 60 216 16,-3 4 488-16,2 2 184 0,1 4-4 15,0 3 200-15,1 0-264 0,2 3-172 0,-3 0-252 16,-3 0-140-16,-2 3 16 0,1 9 12 16,-3 10 36-16,-1 14-40 15,-5 11-60-15,6 10 12 0,-5 3 52 16,4 4 152-16,0-4-20 0,8-8-136 0,0-11-212 15,3-10-68-15,5-15-108 0,5-3-88 16,3-10-24-16,4-3 112 0,8-3 48 16,4-13-64-16,4-6-96 0,0-6 4 15,-1-5-8-15,1-2 80 0,-8 5-4 16,1 0 40-16,-2 8-52 0,-7 6 12 16,-4 10 12-16,0 3-24 0,-1 3 160 15,2 6 136-15,3 7 304 0,-5 6-72 16,2 3-256-16,-1 9-40 0,0 5 64 15,-5-2-76-15,6 5-52 0,-5 5-4 0,0 0 80 16,-4 1 100-16,0 3 36 0,0 2 36 0,-8-2-24 16,-4 0-16-16,0-4-32 15,-1 1 9-15,-2-8 15 0,2-1 8 16,2-8-92-16,-1-5-16 0,4-9 0 0,0-7-24 16,4-3 52-16,-4-4 44 0,1 0-36 15,-6-6-144-15,-2-7-48 16,-6-9-156-16,5-4-16 0,1-9-104 15,-6-3-100-15,6-6-5 0,-2-4-103 16,6-3-140-16,-2 0 24 0,9 4-396 16,4 3-276-16,0-1-724 0,17 3-608 0,7 1-1893 15,-5 10-2187-15,17-15 5336 0</inkml:trace>
  <inkml:trace contextRef="#ctx0" brushRef="#br0" timeOffset="92064.209">21216 11655 116 0,'0'0'7132'0,"0"0"-1807"0,0 0-4253 16,0 0-20-16,0 0 356 0,0 0 180 0,0 0-172 16,0 0-424-16,28 86-416 15,-48-51-160-15,-1 3-28 0,2 6 245 0,-1-2-173 16,1 5-144-16,-5 3-76 16,7 2-24-16,2-4-32 0,2-1 8 15,2-2-48-15,7-11-48 0,4-5-20 0,4-7-64 0,7-6 60 16,6-3-72-16,7-4-12 0,4-6-136 15,7-3-92 1,1-9-48-16,0-7-88 0,-1-3-120 16,-3-3-112-16,-8 0-49 0,1-3-35 0,-14 6-396 0,-3-4-1136 15,-3 7-2816-15,-5-9-2233 0</inkml:trace>
  <inkml:trace contextRef="#ctx0" brushRef="#br0" timeOffset="92222.317">21021 12008 7988 0,'0'0'5561'0,"0"0"-3613"0,0 0-592 0,0 0-572 16,0 0 108-16,-24 73 456 0,32-64-212 0,8 4-380 16,3-7-319-16,13 0-157 0,0-6-112 15,4 0-168-15,4-6-104 0,4-10-128 16,0-3-180-16,-4-3-245 0,7-4-231 16,-6-3-560-16,-6 8-2908 0,9-14-5337 15</inkml:trace>
  <inkml:trace contextRef="#ctx0" brushRef="#br0" timeOffset="92496.782">22021 11448 11897 0,'0'0'5228'16,"0"0"-4496"-16,0 0-240 0,0 0 164 0,-100 74 532 15,72-39 20-15,-3 9-431 0,3 6-389 16,0 5-72-16,3-1 56 0,1 6 4 15,5-2 12-15,6-2-136 0,2-5-72 0,7-10-48 16,4-2 12-16,4-7-44 0,7-7 8 16,10-3-24-16,-1-2 36 0,4-8-120 15,-1-3 0-15,5-3-108 0,0-2-60 0,0-4-52 16,-4 0-80-16,1-6-76 16,-6-4-92-16,1-3-148 0,-1 0-160 15,-6-6-77-15,-5 4-499 0,-5-4-704 0,1 0-848 16,-4-4-1497-16,-7 2-987 0</inkml:trace>
  <inkml:trace contextRef="#ctx0" brushRef="#br0" timeOffset="92644.716">21918 11890 4024 0,'0'0'248'0,"0"0"7837"0,0 0-5893 15,0 0-972-15,0 0-324 0,0 0 396 16,0 0-72-16,0 0-68 0,0 0-544 0,0 0-364 16,75 38-100-16,-55-38-144 0,-1 0-144 0,-2-6-236 15,3-4-192-15,-1-2-148 16,-2 2-168-16,-6-2-372 0,2-1-860 15,-5 6-700-15,-5 0-1229 0,1 5-51 0,-4-1-171 16</inkml:trace>
  <inkml:trace contextRef="#ctx0" brushRef="#br0" timeOffset="92780.373">22116 11868 2388 0,'0'0'1148'0,"0"0"4812"0,0 0-3715 0,-35 79-681 0,27-48-348 0,-1 5 48 16,5-1 124-16,-3 6 0 0,-1 3-272 16,4-2-296-16,-5 5-88 0,5-5-63 0,1-1-221 15,3-3-300 1,0-6-148-16,0-4-76 0,7-5-92 15,2-7-88-15,3-3-133 0,-1-4-315 16,9-9-324-16,1 0-272 0,-2-7-848 0,1 1-2708 16,4-19-4509-16</inkml:trace>
  <inkml:trace contextRef="#ctx0" brushRef="#br0" timeOffset="93399.277">22610 11474 7656 0,'0'0'8485'16,"0"0"-6821"-16,0 0-1664 0,0 0-232 0,0 0 232 0,0 0 764 15,0 0 172-15,0 0-432 16,40-73-504-16,-20 50-88 0,0 2 76 0,5-2 8 0,-2 4-128 16,5 4 128-16,-4 2 4 15,-4 0 12-15,3 4-8 0,-6 2 80 0,-2 0 28 0,-2 4-52 16,-6 1-52-16,-3 2-8 16,0 0-60-16,-4 0 12 15,0 2 48-15,0 5 12 0,0 6 48 0,-4 6 148 16,-7 13-84-16,-6 2-64 0,2 10 12 15,-6 7 112-15,-3 7 36 16,5 5-12-16,-9 5 48 0,4-2 400 0,0-5-39 0,5-9-289 16,2-3-144-16,6-11-76 0,7-9-36 15,-1-4-12-15,5-10-16 0,0-2-44 16,5-3-4-16,-1-4-44 0,7-6-292 16,2 3-12-16,-2-3 100 0,5 0 20 0,4 0 3 15,-4 0 21 1,0 0 0-16,0-3 88 0,-4 3 24 0,-1 3 80 15,2 7 16-15,-5 2 16 0,-1 5 80 0,2 5-48 16,-1 3 12-16,-4 0 28 16,-1 7-80-16,5-3 64 0,-4 3-68 0,5-3-4 15,-5 2 0 1,7 1 40-16,-3-4-40 0,1 4 0 0,-2-3 48 0,1-2 24 16,-4 0-60-16,5-2 0 15,-6 0 100-15,1 1-100 0,-4-4 48 0,0 1-60 16,-7-1-148-16,-2 0-20 0,-7-3-196 15,-4-3-160-15,1-1-28 0,-9-2-96 0,4-6-312 16,-4-1-1024-16,4-6-2036 0,-12 0-2469 16</inkml:trace>
  <inkml:trace contextRef="#ctx0" brushRef="#br0" timeOffset="94357.392">6984 14525 7808 0,'0'0'6837'0,"0"0"-5429"0,0 0-1064 15,0 0-80-15,0 0 244 0,0 0 472 16,0 0-8-16,0 0-344 0,0 0 228 0,92-3 300 16,-45 6-575-16,1-3-337 15,5 3-124-15,-10-3-116 0,0 0-4 16,-6 0-4-16,-1 0-8 0,-4 0-168 16,-4 0-40-16,0-3-313 0,-5 3-223 15,-3 0-340-15,-5 0-528 0,-2 0-1056 0,-9 7-2201 16,-4 5-3443-16</inkml:trace>
  <inkml:trace contextRef="#ctx0" brushRef="#br0" timeOffset="94546.708">7243 14879 4864 0,'0'0'5964'0,"0"0"-4267"16,0 0-153-16,0 0-16 15,0 0 24-15,0 0-200 0,0 0-468 16,0 0-420-16,0 0-244 0,0 0-12 0,24 11 584 15,0-8-108-15,4 4-467 0,4-7-217 0,4 4-24 16,3-4-109-16,6 0-183 16,2-4-636-16,9 4-640 0,-17-3-2804 0,34 3-5193 15</inkml:trace>
  <inkml:trace contextRef="#ctx0" brushRef="#br0" timeOffset="96879.806">9099 14586 4136 0,'0'0'7145'0,"0"0"-5813"16,0 0-540-16,0 0 96 0,0 0 340 15,0 0 128-15,0 0-192 16,0 0-288-16,0 0-296 0,0 0-204 0,0 0-80 0,0 0-64 15,0 0-36-15,0 0-100 0,0 0 40 16,45 3 240-16,-17-6 232 16,7 0-75-16,1-1-265 0,0 2-100 0,-1-3-56 15,6 3-4-15,-5-4 12 0,3 0-72 0,2-1-48 16,-2 0 0-16,1-2 12 0,4-1-16 16,0 1 8-16,-1 0-4 0,1-5 0 15,0 5 0-15,-8-1-12 0,0 4-36 16,-13 0-24-16,1 3 64 0,-7-1-76 15,-6 4-16-15,1 0-32 16,-7 0-12-16,-1 0 12 0,-4 0 8 0,0 0 52 16,0 0 60-16,0 7-72 0,0 2 84 15,-9 7 48-15,1 0-48 0,-3 3-68 16,-2 0 20-16,-6 4 44 0,2-4-72 0,-2 0-80 16,-1 6-29-16,-8-3 77 0,0 6 60 15,0 2 40-15,-4 2-52 0,-4-1-64 16,-3 4-8-16,3 3 48 0,-4 0 84 0,0 0 48 15,1 1-44-15,2-1-4 16,-3-1-12-16,1-2-28 0,3 1 40 16,4-5 12-16,0-3 36 0,1 0-36 0,3-1 60 15,3-2 12-15,1 0-8 0,0-3 20 16,5 4-48-16,2-5 0 0,2 0 0 16,-1-2 16-16,8-7-16 0,0 1 0 0,4-1-40 15,0-5 65-15,0-1-25 16,4-3 0-16,0-3 0 0,0 0 40 15,0 0-40-15,0 0 36 16,0 3-24-16,0-3 0 0,0 0-12 0,4 0-36 16,4 4 40-16,4-1-44 0,12 0 428 0,0 3-148 15,8 0-8-15,0 1-64 0,3-7-24 16,5 3-92-16,4-3 56 0,0-3-12 16,8-4-60-16,-1-5 24 0,5-1-48 15,0 1 12-15,0-4-60 16,0 3-12-16,-5 1 60 0,1 1 0 0,-8 3-48 15,0 1 88-15,-8 0-40 0,-1 4-12 16,-7-1 24-16,-4 4 12 0,-4-2-24 16,0 2-56-16,-12 0 0 0,0 0 4 0,-4 0-8 15,0 0 48-15,-4 0-44 0,0 0 8 16,0 0-12-16,0 0-4 16,0 0-104-16,0 0-48 0,0 0-160 0,0 0-104 0,-4 0-220 15,4 0-136 1,-4 0-192-16,0 0-589 0,-4 0-2159 15,-4 0-4045-15,44 0-1095 0</inkml:trace>
  <inkml:trace contextRef="#ctx0" brushRef="#br0" timeOffset="97579.943">10701 14452 4912 0,'0'0'1288'0,"0"0"2560"16,0 0-2583-16,0 0-761 0,0 0 96 15,0 0 512-15,0 0 16 0,0 0-108 0,0 0-400 16,-83 25-320-16,66-12-40 0,2 6-32 16,-1 0-8-16,0 6 56 0,-4 1-16 15,5 3-76-15,-2-1-72 0,2 8 36 0,-2 6-24 16,6-2 12-16,-2 8 0 16,2-1 48-16,3 8 48 0,-1-5 124 0,5 4-60 15,0-3-112-15,4-3-88 0,0-1-36 16,4-5 16-16,4-5-16 0,1 2 12 15,2-7 52-15,6-4-76 0,-2-2-36 16,5-5 76-16,5-4-32 0,-2-2-56 0,1-5-48 16,4-4 36-16,0-3-172 15,4-3-292-15,-1-9-76 0,5-4 24 0,0-9-224 16,0-6-468-16,4-4-1244 0,-8 3-3037 16</inkml:trace>
  <inkml:trace contextRef="#ctx0" brushRef="#br0" timeOffset="97865.946">11335 14532 4136 0,'0'0'11421'16,"0"0"-9493"-16,0 0-1212 0,0 0 136 0,0 0 176 0,-96 26-24 16,68-7-131-16,4 6-485 15,5 6-204-15,-1 4-4 0,-1 4-48 0,6 5-20 16,7 3 20-16,-4 4 24 0,4 0-48 15,4 0 16-15,0 0-4 0,4-7-40 16,0-3-76-16,8-6 4 0,0-3-8 16,4-3 0-16,4-7-12 0,0-3-36 0,3-6 40 15,2-1 4-15,3-6-68 0,-5-2-136 16,5-1-92-16,0-3 80 0,-3-7 16 0,2-2-112 16,-3-4-84-16,0-6-269 15,-4 1-75-15,-5-8-404 0,-2 3-1088 16,-1 5-2816-16,-8-7-3133 0</inkml:trace>
  <inkml:trace contextRef="#ctx0" brushRef="#br0" timeOffset="98047.012">11144 15018 10376 0,'0'0'4697'0,"0"0"-3929"0,0 0-348 0,0 0 216 16,0 0 764-16,0 0 468 0,0 0-504 15,0 0-515-15,79 25-353 16,-55-25-156-16,4 0-196 0,0-10-144 15,0-2-96-15,-4-1-48 0,4-4-268 16,-5-2-156-16,1 1-261 0,-3-1-119 16,-2 3-264-16,-3 4-804 0,-8 2-2228 0,0 3-2073 0</inkml:trace>
  <inkml:trace contextRef="#ctx0" brushRef="#br0" timeOffset="98212.718">11466 15040 808 0,'0'0'9772'0,"0"0"-8115"0,0 0-889 0,-4 79 12 15,4-54 284-15,0 1 104 0,0 0 72 0,4-1-284 16,0 3-280-16,1-5-196 0,-1 2-160 16,-4-3-152-16,3-4-168 0,1-1 0 15,0-5-108-15,0 1-112 0,-4-6-188 0,4-4-304 16,0-3-364-16,4 0-352 0,0-3-1064 16,0-6-2405-16,-4-2-3383 0,8-7 8045 0</inkml:trace>
  <inkml:trace contextRef="#ctx0" brushRef="#br0" timeOffset="98554.379">11928 14503 3512 0,'0'0'10841'0,"0"0"-9225"0,0 0-900 0,0 0 4 15,92 9 136-15,-68 1 324 0,0 3-104 16,0 3-428-16,4 3-224 0,-5 2-71 0,5 2-49 16,0 6 0-16,-4 2 8 0,1 2-32 15,-2 1-112-15,-3 4-44 0,-4 4-4 16,0-1-60-16,-4 1-56 0,-4-2-4 16,0 2-48-16,-8-1-48 0,0-3-40 0,0 4-20 15,-8-5-36 1,-4-2 8-16,0-3-80 0,-3-3-28 0,-2-4-133 15,1-3-171-15,0-5-88 0,-4-9-84 16,5-1-216-16,-6-3-784 0,-3-1-1344 16,1-3-2893-16,3 0-1035 0,-8-3 6173 0</inkml:trace>
  <inkml:trace contextRef="#ctx0" brushRef="#br0" timeOffset="119962.301">3736 16300 8324 0,'0'0'4361'0,"0"0"-4001"16,0 0-360-16,0 0-192 0,0 0 192 16,0 0 880-16,0 0 108 0,0 0-4 0,-23 70-328 15,18-54-208-15,5 0-60 0,-3 3-4 16,3-3 36-16,0 3 24 0,0 4-48 16,0-4-128-16,0 2-44 0,0 5-52 15,0-1 12-15,0 3-28 0,0 4-44 0,0 6 8 16,3 0-32-16,-3 7-76 15,0 0 60-15,0 5-12 0,0 4-52 16,0 0 4-16,0 7 48 0,0-4 0 16,0 2-52-16,0 2-8 0,0-4-4 0,0 0-44 15,0 1-12-15,0-5 56 0,0-5 4 16,5-3-12-16,-5-1-88 0,4-9 28 16,0 3 64-16,0-3-44 0,0-3 40 15,0-3-96-15,-1-4 96 16,1-3-88-16,1-6 40 0,-1-3-24 0,4 0 72 15,-8-4-64-15,4-3 16 0,-4-3-12 16,3 4-4-16,-3-7 16 0,0 0-40 0,0 0-48 16,0 0-108-16,0 0-88 0,0 0-152 15,4 0-184-15,-4-7-344 0,4-2-588 16,1-4 140-16,-1-9-1057 0,0 6-3439 16,-4-16 1284-16</inkml:trace>
  <inkml:trace contextRef="#ctx0" brushRef="#br0" timeOffset="120762.465">4971 16729 4296 0,'0'0'1600'16,"0"0"2544"-16,0 0-3264 0,0 0-59 0,0 0-49 16,0 0 284-16,-39-70 292 0,27 63-392 15,-4-2-116-15,1 3-268 0,-2-1-148 16,2 4-68-16,-6-3-232 15,-3 6 76-15,5 0 220 0,-5 0-152 16,0 0-208-16,3 3 112 0,-2 3-108 0,-1 4-52 16,0-1 60-16,4 7-24 0,-3 0-48 15,-1 7-12-15,-1 4-40 0,1 5-68 0,5 7-4 16,3 2 48-16,0 7-8 16,4-1-40-16,0 4 76 0,8 3-12 15,0-4-4-15,4 5 52 0,0-4-48 0,0-3 52 0,4-4 4 16,8-4 4-1,0-1 72-15,4-7 52 0,0-4-16 0,7-4 40 16,1-3 48-16,1-5 52 0,3-1-52 16,0-2 24-16,-1-1-48 0,0 2 12 0,1-5-112 15,0-2 60-15,0-4-80 0,-3 0-40 16,-1-3-12-16,-9 0-48 0,5-3-24 16,-4-3 72-16,0-7-292 0,1-1-124 15,-6 0-160-15,1-5-224 0,-8 0-316 0,4-1-500 16,-8 1-1108-16,0 0-2665 0,0 3-1475 15,-4 0 6248-15</inkml:trace>
  <inkml:trace contextRef="#ctx0" brushRef="#br0" timeOffset="120924.425">4808 17306 1592 0,'0'0'9128'0,"0"0"-7391"0,0 0-829 0,0 0-160 15,0 0 388-15,0 0 212 0,0 0-364 0,0 0-504 16,21 0-328-16,-10 0-56 0,6-6-84 15,-6-1-12-15,6-2-348 0,-2 0-408 16,-2-4-272-16,2 3-256 0,-3-2-720 16,-4 2-905-16,0 4-2075 0,0-1 460 0,-4 5 4041 15</inkml:trace>
  <inkml:trace contextRef="#ctx0" brushRef="#br0" timeOffset="121112.582">4996 17227 3312 0,'0'0'236'0,"0"0"1316"0,0 0 3132 0,0 0-3523 15,0 0-325 1,0 0 100-16,16 77 184 0,-12-58-4 0,0 0-212 15,3 3-96-15,2 3-212 0,3 3-136 16,-5 2-16-16,6 4-60 0,-1-3 8 16,-5 5-48-16,1-4-160 0,1 0-24 0,-2-4-156 15,1-3-4-15,-4 1-8 0,5-7-112 16,-5-6-28-16,-1-5-60 0,1-3-188 16,0-3-244-16,0-2-364 0,5 0-64 0,-5-9-544 15,3-8-284-15,1-4-2277 16,-4 5-2339-16,0-19 5336 0</inkml:trace>
  <inkml:trace contextRef="#ctx0" brushRef="#br0" timeOffset="121577.251">5697 16554 3400 0,'0'0'4'0,"0"0"-4"0,0 0 4464 15,0 0-3308-15,0 0-420 16,0 0-76-16,0 0 101 0,0 0 175 0,0 0-76 15,0 0-300-15,0 0-268 0,0 7-88 16,0-7 76-16,0 0-64 0,0 0-64 16,0 0-152-16,0 0-16 0,0 0-72 0,0 0 0 0,0 0-164 15,-4 0-512-15,4 2-692 16,-4-2-2541-16,1 4-2331 16,-6-4 4637-16,29-6 1690 0</inkml:trace>
  <inkml:trace contextRef="#ctx0" brushRef="#br0" timeOffset="122212.3">5712 16498 2408 0,'0'0'1696'16,"0"0"-96"-16,0 0 1052 0,0 0-1680 0,0 0-300 15,0 0 156-15,0 0 445 0,0 0 159 16,0 0-240-16,0 0-348 0,0 0-292 16,5 6-160-16,-5-6-28 0,4 0 56 15,-4 0 28-15,0 0-100 0,0 2-92 0,0-2-68 16,0 4 32-16,0 2-12 0,0 1-8 16,0 5-16-16,0 1-64 15,0 6 16-15,0 0-24 0,0 3-64 16,0 4 24-16,0 2-8 0,0 3-52 15,8 11-8-15,-4 3 44 0,3 5-36 16,2 11 60-16,-1 2-24 0,0 4-36 0,-1 5-4 16,6 2-4-16,-5 6-4 0,-1-4 0 0,6 0 24 15,-2-7 24-15,-3-1 88 16,5-12-40-16,-6-5 52 0,1-7-52 0,1-5-12 16,-1-7 40-16,-5-1-112 15,5-2-4-15,0-7 64 0,-3 0-24 16,2-3-40-16,-3-2 0 0,4-5-8 15,-4-3-4-15,-4-2-4 0,5-4-52 0,-5-1 0 16,0-2-12-16,0 0-16 16,0 0-20-16,0 0-52 0,0 0-108 0,0 0-136 15,0 0-112-15,0-2-48 0,0-4-4 0,0 0 36 16,0-5-424-16,-5-4-844 0,-3-4-1052 16,0 3-3237-16,-12-16 413 0</inkml:trace>
  <inkml:trace contextRef="#ctx0" brushRef="#br0" timeOffset="123349.474">7076 17142 9336 0,'0'0'4217'16,"0"0"-3301"-16,0 0-360 0,0 0-392 0,0 0 452 0,0 0 748 15,0 0-188-15,0 0-288 0,92-7-212 16,-61 3-224-1,5 4-88-15,4-2-48 0,0-1-48 0,0-4-96 16,-5 5-88-16,1-5-24 0,0 1-60 16,-8 0 0-16,0-1-156 0,-8 0-4 0,-1 2-108 15,-2-2-156-15,-6 0-64 0,2 4-212 16,-5 0-248-16,-1 3-636 0,-7 0-1428 16,0 3-3177-16,0 14-1443 0</inkml:trace>
  <inkml:trace contextRef="#ctx0" brushRef="#br0" timeOffset="123612.491">7243 17430 12349 0,'0'0'2316'0,"0"0"-1144"0,0 0-292 15,0 0 176-15,0 0 104 0,0 0-252 0,0 0-344 0,0 0-212 16,0 0-108-1,0 0 60-15,0 0 389 0,88 0-121 16,-57 0-232-16,1 0-88 0,-4 0-96 0,4 0-20 0,0 0-64 16,0 0-72-16,0 0-4 15,-1 0-80-15,1 0-28 0,0-3 4 0,4-3-12 16,1 0-136-16,2-1-104 0,-3-2-224 16,-1-1-145-16,-3-3-111 0,4 4-264 15,-4-4-960-15,-8 4-2772 0,4-5-4229 0</inkml:trace>
  <inkml:trace contextRef="#ctx0" brushRef="#br0" timeOffset="126312.892">9076 16742 2732 0,'0'0'1600'0,"0"0"3808"0,0 0-4091 0,0 0-905 16,0 0 140-16,0 0 776 0,0 0 132 0,0 0-300 16,8 76-408-16,-8-42-168 15,0 7-112-15,0 4-52 16,0 3-60-16,-4 3 20 0,0 3-60 0,0 0-72 16,-5 6-104-16,2 0-68 0,-1 1-68 15,0-1 0-15,0 1 0 0,4-8-8 0,0-2-60 16,0-7-28-16,4-12-8 15,-4-3-40-15,4-6-72 0,0-11-100 16,0-2-148-16,0-5-100 0,0 1-152 16,4-6-204-16,-4 0-272 0,8 0-628 15,-4-8-384-15,4-5-1013 0,-4 1-3179 0,0-20 5892 0</inkml:trace>
  <inkml:trace contextRef="#ctx0" brushRef="#br0" timeOffset="127037.93">9741 16827 8584 0,'0'0'5001'16,"0"0"-3317"-16,0 0-768 0,0 0-624 0,0 0 220 15,0 0 716 1,0 0-96-16,0 0-324 0,0 0-468 0,0 0-340 15,0 0-132-15,28 0 32 0,0 0 100 16,4 0 268-16,7 0 0 0,9 0-120 16,5-3-136-16,-2 3 60 0,-3-3 124 15,4 3-112-15,-5 0 16 0,-2-3-40 0,-6 3-48 16,-3 0 36-16,-4 0-48 0,-8 0-12 16,0 0-84-16,-9 3-28 0,2 3 40 15,-9 1-48-15,-1-1 8 16,-3 3 88-16,-4 7 36 0,0 3 84 15,-4 3-36-15,-7 7-44 0,-2 0 4 16,-6 2 0-16,-5-2-8 0,0 6-12 0,-4-1 4 0,-8 2-4 16,4 2-48-16,-4 0-24 15,-3 0 76-15,2 3-80 0,2-2-32 0,-1-4 48 16,4-1 24-16,4-5 40 0,9-3 4 16,-2-8-36-16,10-2 40 0,2-6 88 0,1-1-16 15,5-5-60-15,3-2-12 0,0-2 0 16,0 4-96-16,3-2-28 15,9 3 124-15,4-3 268 0,5 5 88 16,2-2-92-16,5 0-44 0,0-3-12 0,4 2-15 16,-1-4 99-16,5 0-12 0,-4 0-88 15,5 0-96-15,-10 0-32 0,6 0-4 16,-10 0-52-16,5 0-8 0,-4-4-4 16,-4 4-44-16,-5 0 48 0,6-2-88 0,-10 2 40 15,6 0-72 1,-6 0-48-16,-3 0-148 0,1 0-97 0,-5 0-87 15,3 0-84-15,-3 0-236 0,0 0-172 16,0 0-580-16,1-5-1012 0,-1 3-2093 16,-4-4-3151-16,0-5 5625 0</inkml:trace>
  <inkml:trace contextRef="#ctx0" brushRef="#br0" timeOffset="127377.804">11032 16761 132 0,'0'0'12089'0,"0"0"-10137"16,0 0-1408-16,0 0-52 0,0 0 376 15,-75 35 284-15,54-10-212 0,6 3-408 16,-2 4-276-16,6 6-96 0,2 7-12 0,-2 2 12 16,7 4 24-16,0-1-48 0,0 8-40 0,0-4 16 15,4 6-104 1,0-2 0-16,0-5-4 0,4 1-4 16,0-9 0-16,0-3-8 0,7-11-128 0,-2-6 4 15,-1-9-64-15,7-3-360 0,2-10-576 16,7-3-140-16,-1-16-932 15,5-9-1861-15,-4 3-3471 0,8-27 6072 0</inkml:trace>
  <inkml:trace contextRef="#ctx0" brushRef="#br0" timeOffset="127671.466">11479 16830 4500 0,'0'0'10369'16,"0"0"-7701"-16,0 0-1752 15,0 0-496-15,0 0-100 0,0 0 488 0,-88 51 240 0,71-22-328 16,2 3-355-16,7 6-161 0,-4 6-8 0,8 11-4 16,-4-3-32-16,8 9 8 0,-4 3-36 0,4-8-60 15,0 2 0-15,4-11 40 16,0-5-4-16,4-10-36 0,-1-4 24 16,6-9-88-16,-5 1 76 0,8-5 0 0,-4-2-76 15,8 0 0-15,-1-4-8 0,5-3 0 16,-3 1-4-16,7-4-8 15,-5-3-120-15,5-3-216 0,-4-6 32 0,-4-1-36 16,-1 0 36-16,-2-2-68 0,-10-1-105 16,1 4-215-16,-3-7-188 0,-5 3-496 0,0 1-1340 15,0-1-2533-15,-16 0-2867 0</inkml:trace>
  <inkml:trace contextRef="#ctx0" brushRef="#br0" timeOffset="127853.672">11395 17383 6504 0,'0'0'7817'0,"0"0"-5901"0,0 0-1140 0,0 0-8 16,0 0 688-16,84 3 232 16,-61-3-207-16,1 0-525 0,0-3-388 0,4-7-252 15,-4-5-316-15,-1-1-72 0,1-3-208 16,-3-4-152-16,-6 2-212 0,1 1-240 16,-4 4-237-16,1 7-491 0,-2-1-1112 0,-7 7-2164 15,0 3-1725-15</inkml:trace>
  <inkml:trace contextRef="#ctx0" brushRef="#br0" timeOffset="128012.425">11726 17293 548 0,'0'0'2072'0,"0"0"2928"16,0 0-863-16,0 0-2897 0,0 0-372 15,3 80 44-15,5-58 184 0,-4 4-56 0,0 0-144 0,5 2-244 16,-6 3-232-16,5 1-100 16,-4-3-40-16,0 3-32 0,-4-4-104 15,4-1-144-15,-4-6 0 0,0-5-180 0,0-3-324 16,5 0-296-1,-2-11-528-15,-3 2-504 0,0-4-2032 16,0-6-3433-16</inkml:trace>
  <inkml:trace contextRef="#ctx0" brushRef="#br0" timeOffset="128334.804">12104 16919 3544 0,'0'0'7541'0,"0"0"-3681"0,0 0-3268 0,0 0-380 16,91 57 76-16,-66-38 516 0,-1 1 524 0,-1-1-380 16,1 3-480-16,-4 3-224 0,4-2-84 15,-4 2-36-15,-4 4-28 16,0-1 28-16,-9 3-4 0,-2 1-48 15,-5 3-8-15,0 4-60 0,0-1-4 0,-12-4-8 16,0 1 4-16,-1-6-48 0,2-4-20 16,-5-5 12-16,0-5-64 0,-4-3-192 15,4-5-384-15,0-7-124 0,0 0-92 16,-4-12-532-16,5-8-736 0,-2-2-1965 0,2 3-1827 16,-5-12 2217-16</inkml:trace>
  <inkml:trace contextRef="#ctx0" brushRef="#br0" timeOffset="128846.127">12798 16506 340 0,'0'0'1200'0,"0"0"-340"0,0 0 6288 16,0 0-5119-16,0 0-661 0,0 0-4 16,0 0-76-16,0 0-36 15,0 0-72-15,0 0-452 0,23 64-408 0,-19-36-24 16,4 8 8-16,-4 2 260 16,4 2-52-16,0 9-208 0,0 1-36 0,0 7-96 0,0 10-52 15,3 3-20 1,-2 4-16-16,3 5 1 0,0 0-77 0,-4 3-8 15,-1-2-12-15,5 2-49 0,1 1-11 0,-2-7 72 16,6-4-124-16,-2-7 52 16,1-12-184-16,0-8 208 0,-4-10-60 0,0-14-208 15,-4-4-148-15,0-4-136 0,0-4-40 16,-4-2-24-16,0-4-16 0,0 0-412 16,3-3-960-16,-7 0-1152 0,5-6-3393 0,-5-7 4133 15</inkml:trace>
  <inkml:trace contextRef="#ctx0" brushRef="#br0" timeOffset="135586.707">13630 17195 12745 0,'0'0'4044'15,"0"0"-3100"-15,0 0-524 0,0 0-296 16,0 0 124-16,0 0 220 0,0 0 120 15,0 0-368-15,0 0 184 0,103 4-76 16,-55-11-84-16,0-5 12 0,4 2-84 0,-8-2-100 16,0-1-72-16,-8-3-4 0,-5 4-128 15,-3-1-160-15,0 0-160 0,-8 1-124 16,-4-2-320-16,0 1-448 0,-8 1-1100 0,0 2-2253 16,-8-2-2899-16</inkml:trace>
  <inkml:trace contextRef="#ctx0" brushRef="#br0" timeOffset="135832.161">13900 16773 3676 0,'0'0'7168'16,"0"0"-5227"-16,0 0-885 0,0 0-396 0,0 0 336 15,0 0 112-15,0 0-164 16,4 89-300-16,5-58-212 0,3 7-232 0,-5 1-80 15,2 2-32-15,3 0-80 16,-5 5-8-16,-3-6 0 0,5-2-52 0,-5 3-24 16,-1-2-96-16,-3-4-36 0,4 0-100 15,-4-3-200-15,4-7-124 16,-4 0-260-16,4-6-528 0,0-3-756 0,1-5-1705 0,-5-6-2039 16,4-2 4708-16</inkml:trace>
  <inkml:trace contextRef="#ctx0" brushRef="#br0" timeOffset="143444.916">20814 828 328 0,'0'0'912'0,"0"0"-168"0,0 0-16 16,0 0-284-16,0 0-444 15,0 0-52-15,0 0-220 0,0 0 152 0,0 0 116 16,28-26 4-16,-28 24 4 0,4-2 64 0,-4 2-56 16,0-2 64-16,0 2 380 15,0-3 588-15,0 3-260 16,0-5-108-16,0 7-80 0,0-3 16 0,0 1 156 15,0 2-92-15,0 0 8 16,0 0-24-16,0 0 76 0,0 0 65 0,0 0-5 16,0 0-168-16,0 0-132 0,0 0 80 0,0 0-44 15,0 2-140-15,0-2-116 0,0 0-112 16,0 0-76-16,-4 0-88 0,4 0-4 16,0 0 4-16,0 3 4 0,0-3 8 0,0 0 0 15,0 0 0-15,0 0-4 16,0 0 4-16,0 0-4 15,0 0 0-15,0 0 0 0,0 0-4 0,0 0-4 16,0 0-8-16,0 0-56 0,0 0 52 16,0 0-100-16,0 0 36 0,0 0-52 15,0 0 68-15,0 0-44 0,0 0-8 0,0 0 36 16,0 0-12-16,0 0-28 0,0 0-36 16,0 0-12-16,0 0-12 0,0 0 60 15,0 0-24-15,0 0-64 0,0 0 16 0,0 0 8 16,0 0 40-1,0 0-40-15,0 0-64 0,0 0-164 0,0 0-92 16,0 0-132-16,0 0-77 0,0 3-3 16,0 1 260-16,0-2 100 0,0-2 44 15,0 0 152-15,0 5 152 0,0-5-88 0,0 0-168 16,0 0-272-16,0 0-80 0,0 0 104 16,0 0-12-16,4 0 40 15,-4 0 152-15,0 0 188 0,0 0 92 0,0 0 48 0,0 0 88 16,0 0 56-1,0 0 80-15,0 0 152 0,0 0 184 0,0 0 156 16,0 0-16-16,0 0-52 0,0 0 4 16,0 0-20-16,0 0-88 0,0 0-132 15,0 0-76-15,0 0-27 0,0 0-25 0,0 0 24 16,0 0-24-16,0 0-28 0,0 0-52 16,0 2-12-16,0-2-52 0,0 4 80 15,0 2-4-15,0 1 52 16,-4 2-64-16,4 0-52 0,-4 8-12 0,4-2 36 15,0 4 40-15,0 6-40 0,0 1 16 16,0 9 72-16,0-1 0 0,-5 11 12 0,5 3 0 16,-4 7-36-16,-4-3-88 0,5 3-76 15,-5 2-76-15,4-7 12 16,-1 1 116-16,1-3-4 0,0 0-116 0,1-4 80 16,3-2-84-16,-4-7 8 0,4-7-8 15,0-3 96-15,0-2-100 0,4-5-52 16,-4-1 44-16,3-8-4 0,1 1-48 15,-4-8-104-15,0 2 28 0,0-4-68 16,4 0-72-16,-4 0-12 0,0 0-104 0,0-4-88 16,0-2-88-16,5-7-156 0,-1-2-364 15,0-7-389-15,0-1-487 0,-1-5-1132 16,5 3-2108-16,-4 6 5088 0</inkml:trace>
  <inkml:trace contextRef="#ctx0" brushRef="#br0" timeOffset="144195.394">21463 952 3208 0,'0'0'820'16,"0"0"2764"-16,0 0-1508 15,0 0-980-15,0 0-475 0,0 0 227 16,0 0-56-16,0 0-4 0,-80-13-104 15,61 20-128-15,2 2-216 0,-2 7-12 16,-5 7 60-16,4 2 80 0,-1 7-20 16,2 6-24-16,-1 3-88 0,8 6-64 0,-8 4-16 15,8 0-32-15,0 0-100 0,4-4 0 16,0-3 8-16,8-4-56 0,0-9-28 16,8-6 40-16,0-3 44 0,4-6-32 0,4 0-28 15,0-3 16-15,0-3-28 16,0-2-60-16,-4-3 60 15,4-3-56-15,-4-2-4 0,4 0-68 0,-1 0-264 0,2-7 0 16,-2-1-160-16,2-2-212 16,-6-3-228-16,1-3-260 15,-3 0-504-15,-9-3-1016 0,0 4-1973 0,0-4-1071 0,-4 6 5248 16</inkml:trace>
  <inkml:trace contextRef="#ctx0" brushRef="#br0" timeOffset="144332.009">21319 1369 928 0,'0'0'8680'15,"0"0"-6871"-15,0 0-641 0,0 0-200 0,0 0 148 0,0 0 20 16,92 27-280-16,-72-21-320 16,-4-6-252-16,4 0-204 0,4 0-80 0,-5 0-176 15,5-8-432-15,-3-2-324 0,3 0-392 16,-9-2-736-16,2-1-2113 0,-6 3-1903 16</inkml:trace>
  <inkml:trace contextRef="#ctx0" brushRef="#br0" timeOffset="144486.755">21547 1327 2492 0,'0'0'5000'16,"0"0"-2448"-16,0 0-1479 0,0 0-405 16,-44 80 256-16,40-55 272 0,0 4-4 0,0 2-240 15,4-3-320-15,0 4-272 0,0-7-160 16,4 0-200-16,4-1-84 0,-1-6-152 0,6-5-436 16,-2-3-176-16,6-10-188 0,2 0-504 15,1-10-1133-15,-3-3-2615 0,6-15 608 16</inkml:trace>
  <inkml:trace contextRef="#ctx0" brushRef="#br0" timeOffset="144709.042">21901 1054 4396 0,'0'0'2004'0,"0"0"3281"15,0 0-4489-15,0 0-488 0,0 0 152 0,0 70 684 16,0-42 280-16,4 8-408 0,0 2-404 15,-4 3-280-15,5 3-84 0,-5 0-140 0,0 3-108 16,0 2-4-16,0 2-84 0,-5-4-48 16,-3-2 24-16,0-4 16 0,1-3-164 15,3-3-216-15,-1-10-144 0,1 0-240 0,0-9-200 16,4-2-760-16,0-8-1049 0,4-6-3155 0</inkml:trace>
  <inkml:trace contextRef="#ctx0" brushRef="#br0" timeOffset="145120.205">22902 1002 9068 0,'0'0'7185'16,"0"0"-5965"-16,0 0-1220 15,0 0-336-15,0 0 336 0,-73 71 148 0,41-46 252 16,-3 4-92-16,-9 2-184 0,0 1 0 16,1 6-64-16,-6 1-60 0,2-1-48 15,-1 3 48-15,8-6 24 0,5 0 272 0,10-7 12 16,5 1 48-16,9-10-60 15,3 3-124-15,-1-3-88 0,9 0-12 0,0-2 16 16,0 2-40-16,13-5 24 16,2 3-60-16,9 2 136 0,4-3 24 15,0 0-100-15,8-1 28 0,0-2-28 0,-1 0-4 16,2-4-64-16,-1 1-8 0,-1-3-48 16,-3 0-304-16,0-5-328 0,-4 1-224 15,4-3-192-15,-4 0-976 0,-4 0-2472 16,-1-10-3777-16</inkml:trace>
  <inkml:trace contextRef="#ctx0" brushRef="#br0" timeOffset="145645.25">23901 1254 4196 0,'0'0'8641'16,"0"0"-7405"-16,0 0-808 0,0 0 368 0,4 73 612 0,-12-51-80 15,-8 3-316 1,-3 1-348-16,-2 2-224 0,-3-2-100 16,1-1-132-16,-5 1-88 0,4-7 4 0,0-4 24 15,0-2-28-15,1-7-72 0,-1-6-40 0,3 0 36 16,-3-3-44-16,1-6-84 16,3-4-196-16,-1 0-12 0,2-9 72 0,3 0-60 15,4-3-160-15,0-5-76 0,8 9 220 0,4 2 40 16,0 3-16-16,9 6 48 15,6 4 40-15,5 3 36 0,8-4 12 16,4 7 48-16,4 0 12 0,-1 0 76 0,1 0 112 16,4 7 76-16,-4 2 156 0,4 5 140 15,-4-2-32-15,-5 3-72 16,1 2-48-16,0 2-160 0,-8-3-36 16,4 3-64-16,-4-7-64 0,3 4-8 15,1-6-4-15,0-4 0 0,0-3-4 16,4-3-4-16,4 0-48 0,-4-9 8 0,8-4 4 15,-8-6-24-15,4 0-28 0,-1-3-60 16,-3-1-20-16,-4 2 32 0,0-2 36 16,-4-3 12-16,-8 1 76 0,-4-3 12 0,-8 3 20 15,-4-1-16-15,0 4 16 16,-12 3 164-16,-4 2 40 0,0 5 56 16,-7 2-148-16,-5 7-32 0,-4 3-76 0,-9 0 0 15,-6 6-12-15,-5 7-84 16,-4 4-76-16,0 2-48 0,-3 0-52 15,-1 3-256-15,4 3-284 0,-3 0-780 0,14-6-2728 16,-19 10-4105-16</inkml:trace>
  <inkml:trace contextRef="#ctx0" brushRef="#br0" timeOffset="147086.719">15064 16742 11193 0,'0'0'3080'16,"0"0"-1416"-16,0 0-796 0,0 0-160 0,0 0 84 16,0 0 232-16,0 0-316 0,0 0-328 0,0 0-124 15,0 0-24-15,108-42-88 0,-61 29-144 0,9 5-36 16,0-3-72-16,0 8 28 0,8-3 80 15,0 3 84 1,3-1 60-16,1-2-144 0,-5 3-40 0,-3-3-32 16,-4-4 60-16,-8 4-124 0,-4 0-180 15,-8-1-172-15,-8 4-112 0,-4-4-52 0,-13 5-124 16,2 2-628-16,-13 0-1236 0,0 0-2033 16,-9 2-1063-16,-19 11 2568 0</inkml:trace>
  <inkml:trace contextRef="#ctx0" brushRef="#br0" timeOffset="147528.468">15176 16849 132 0,'0'0'676'16,"0"0"7828"-16,0 0-6579 0,0 0-449 0,0 0-444 16,0 0-120-16,0 0 36 15,0 0 380-15,0 0-248 0,92-9-376 0,-57 3-224 16,9 6-76-16,0-4-48 0,0 4-76 0,-5 0-72 15,2 0-160-15,-10 7-44 16,-3-1-4-16,-4 3-4 0,-4 4-56 16,-9 3-36-16,2 1-76 0,-9 8 48 0,-4 3 76 15,0 4-64-15,-12 3-96 16,0 3 52-16,-8-3 80 0,0 3 72 0,0-6 4 0,1-4 4 16,-6 0 60-16,5-2 8 15,1-1-72-15,-1 0 4 0,3 1-4 16,2-7 0-16,3 4-4 15,0-11-8-15,4 1-48 0,8-4-16 0,-4-5-48 16,4-1 40-16,8-3 48 0,8 3 36 16,4-3 368-16,4 3-52 0,4-3-84 0,7 0 4 15,-3 0-32-15,8 0-8 0,-5 0-48 16,6 0-52-16,2 0-24 0,6 0 16 16,-2 4-40-16,1-4-48 0,4 3-4 0,-1-3 0 15,2 0-56-15,-6 0-88 0,1-3-204 16,-5-1-112-16,-2-2-76 0,-1-1-84 0,-9 1-80 15,-3-3-124 1,-4 2-688-16,-12 1-1712 0,1-3-4565 16</inkml:trace>
  <inkml:trace contextRef="#ctx0" brushRef="#br0" timeOffset="156536.232">18698 16373 3064 0,'0'0'796'0,"0"0"-588"15,0 0 4648-15,0 0-2944 0,0 0-419 16,0 0-269-16,0 0 32 0,0 0-160 16,0 0-68-16,0 0-256 15,0 0-192-15,-28 54-12 0,28-32 120 16,-4 8-88-16,4-3-188 0,0 9-20 0,4 2-64 0,0 3-48 0,4 6-60 15,4 2-51 1,-4 4-45-16,4 7-28 0,-4 1-84 16,0 2-4-16,-5-2-8 0,6-1-4 0,-5-6-44 15,-4-7-52-15,4-2-20 0,-4-7 23 16,4-10 1-16,-4-3 32 0,4-6-32 0,-1-5-60 16,1-8-88-1,-4 1-184-15,4-4 40 0,-4-3-4 16,0 0-48-16,0 0-116 0,0 0-232 0,5-7-400 0,-5-2-56 15,4-1-4-15,-4-6-420 16,0-3-1029-16,0 3-3203 0,0-6 3116 0</inkml:trace>
  <inkml:trace contextRef="#ctx0" brushRef="#br0" timeOffset="157027.548">19598 16472 3220 0,'0'0'456'16,"0"0"4964"-16,0 0-3996 0,0 0-139 16,0 0-69-16,0 0 132 0,0 0 116 0,-87-54-160 0,75 54-424 15,4 0-300-15,-5 0-40 16,2 0 112-16,-1 0-112 0,-4 6-140 0,4 0-60 16,0 7-168-16,-8 3-112 0,4 6-56 15,1 1 0-15,-6 2 8 0,6 2 88 16,-2 6-28-16,2 2-12 0,-1 3-12 0,4 0 36 15,-1 7-8-15,6-4-16 16,-1 3 37-16,4 5-1 0,-1-5-32 16,5-3 20-16,0-3-12 0,0-6 12 0,9-4 12 15,3 1 52-15,-1-10-52 0,6-3 48 16,-1-4 100-16,3-2 8 0,5-4-44 16,-3 1-100-16,2-4-96 0,1 0 0 15,0-3-12-15,0 0-4 0,-5 0-128 0,6-3-16 16,-5 0-104-1,4-7-172-15,-9 1-204 0,6-7-93 0,-2 0-239 16,-3-1-612-16,0-1-1200 0,-4 2-3029 16,0 0-3939-16</inkml:trace>
  <inkml:trace contextRef="#ctx0" brushRef="#br0" timeOffset="157320.069">19822 17002 6704 0,'0'0'5329'16,"0"0"-3261"-16,0 0-1132 0,0 0-244 0,0 0 152 16,0 0 312-16,0 0-280 15,0 0-504-15,0 0-276 0,79-71-84 0,-67 63-12 16,0 2-108-16,-4 1-40 0,-4 5 148 16,4 0 24-16,0 7 100 0,-4 9-4 0,4 3 76 15,-5 3-36-15,2 4-48 16,-5 2 36-16,0 4 60 0,4-3-64 15,-4-3-32-15,0-5-28 0,0-5-76 16,4 0-8-16,0-10-24 0,-4 1-136 16,0-4-48-16,4-3-244 0,-4 0-188 0,0-3-136 15,4-7-140-15,-4-2-516 0,0-4-920 16,0 2-2005-16,0-11-3587 0</inkml:trace>
  <inkml:trace contextRef="#ctx0" brushRef="#br0" timeOffset="157478.015">19953 16712 5296 0,'0'0'872'0,"0"0"3344"0,0 0-2323 15,0 0-249 1,0 0-48-16,0 0-352 0,0 0-612 0,0 0-272 16,0 0-360-16,75 11-336 0,-54-11-320 0,-5-6-604 15,-1-1-864-15,6-3-2793 0,-10 1-3542 16</inkml:trace>
  <inkml:trace contextRef="#ctx0" brushRef="#br0" timeOffset="157862.561">20515 16230 2304 0,'0'0'2440'16,"0"0"3749"-16,0 0-3793 0,0 0-720 0,0 0-16 15,0 0-344-15,-8 74-144 0,8-59-304 0,0 1-244 16,0 3-160-1,0 3-88-15,4 4-48 0,0 2-23 16,-1 7-77-16,1 4-56 0,1 5-88 0,3 4-76 16,-4 2 4-16,0 2-12 0,3 4 0 15,2-2-60-15,-5 0-100 0,0 3 16 0,3-3-48 16,-3-6-113-16,0-1-123 0,5-9-68 16,-5-6-32-16,0-3-264 0,3-7-380 15,-3-6-724-15,0-4-1904 0,-4-2-1733 0,0-3-743 16</inkml:trace>
  <inkml:trace contextRef="#ctx0" brushRef="#br0" timeOffset="186277.33">15347 17706 3100 0,'0'0'1512'0,"0"0"-1160"0,0 0-348 16,0 0-4-16,0 0 156 0,0 0 1900 15,0 0-536-15,0 0-692 16,-12-27-400-16,8 23 60 0,4 4 109 0,-4-3-21 0,1-1 40 15,-6-2-180-15,5 3-116 0,0 0 36 16,-4 1 40 0,5-3 100-16,-6-1 8 0,5 6-60 0,-4-3-104 15,4 0-76-15,-3 3-28 0,-2 0-4 16,5 0-44-16,-3 0-4 0,-1 0-84 16,-1 0 0-16,5 0-88 0,-3 6 88 0,-1 0-100 15,0 1-48-15,-4-1 0 0,4 7 44 16,0-4 4-16,-4 8 0 0,4-6 44 0,0 3-44 15,4 2 0-15,-4-4 12 16,4 1 0-16,-4 0 52 0,8 2-60 16,-4 4 36-16,0-3-32 0,4 8-8 0,0-3 88 15,4 2-88-15,0-2 12 0,4 5 88 16,-1-4 36-16,2 0-36 16,3-3 0-16,-1-3-28 0,2-3-72 0,2-1-4 0,-2-5 0 15,-2-1-108-15,2-2 100 0,2-2-160 16,-3-2 36-16,0 0-128 0,4-6-108 15,-4-2-512-15,0-3-388 16,1-5-560-16,-6 7-965 0,5-10-2019 16</inkml:trace>
  <inkml:trace contextRef="#ctx0" brushRef="#br0" timeOffset="186460.162">15470 17898 4528 0,'0'0'236'0,"0"0"2600"0,0 0-568 15,0 0-719-15,0 0-229 0,0 0-108 16,0 0-148-16,0 0-108 0,45 72-240 16,-45-59-356-16,3-1-196 0,-3 1-116 15,4 0-48-15,-4-4-160 0,0 1-16 0,0-3-124 16,0 0-228-16,0-5-288 0,0-2-448 0,-4 3-792 16,1-3-3257-16</inkml:trace>
  <inkml:trace contextRef="#ctx0" brushRef="#br0" timeOffset="186627.2">15474 17786 5168 0,'0'0'272'16,"0"0"2940"-16,0 0-1052 0,0 0-979 0,0 0-809 15,0 0-320-15,0 0-52 0,0 0-164 16,0 0-480-16,0 0-1085 0,88-9-3147 15</inkml:trace>
  <inkml:trace contextRef="#ctx0" brushRef="#br0" timeOffset="187622.534">16893 18014 628 0,'0'0'0'15</inkml:trace>
  <inkml:trace contextRef="#ctx0" brushRef="#br0" timeOffset="194369.683">16080 17761 6048 0,'0'0'2976'16,"0"0"-1516"-16,0 0-891 0,0 0-157 0,0 0 1112 0,0 0 228 0,0 0-580 15,0 0-528-15,0 0-172 0,0 0 12 16,0 0 60 0,0 0-24-16,-4 73-76 0,8-51-176 0,0 1-68 15,5 2-68-15,-6 0-84 0,1 0-48 16,-4 1 0-16,0 2-96 0,4-6-40 0,-4 2-48 16,0-10-60-16,0-3-164 0,0-3-148 15,0-4-188-15,0-1-140 0,0-3-160 16,0 0-500-16,0 0-964 0,-8-13-3557 0</inkml:trace>
  <inkml:trace contextRef="#ctx0" brushRef="#br0" timeOffset="194593.809">16001 17561 1408 0,'0'0'5596'0,"0"0"-3960"0,0 0-744 15,0 0-28-15,0 0 53 0,0 0-313 16,0 0-604-16,0 0-24 0,0 0-284 16,0 0-453-16,71-25-607 0,-67 27-1204 0,4 8-2960 15</inkml:trace>
  <inkml:trace contextRef="#ctx0" brushRef="#br0" timeOffset="195676.682">16084 17592 4060 0,'0'0'1796'0,"0"0"-312"0,0 0-160 0,0 0-56 16,0 0-235-16,0 0-389 0,0 0-244 16,0 0-92-16,0 0 88 15,0 0 88-15,0 0-128 0,-4 16-124 0,4-3 20 0,4 6-24 16,0-3 116-16,4 7-44 15,-4-4-120-15,4 2 8 0,-4 2 12 0,4 2-84 16,-4 0 72-16,-4 7-164 16,4 0-24-16,-4 3-64 0,4 0-12 15,-4-3 16-15,0 2-16 0,0-2 64 16,0-2 4-16,0-3-72 0,0-4 80 0,0-1 48 16,0-10 16-16,0 1-52 0,0-3 64 15,0-7-12-15,0-3-56 0,0 0 4 0,0 0 64 16,0-3 24-16,0-4 36 0,0-5 144 15,0-4 44 1,4-6-36-16,0-3-164 0,0-5-124 16,0 2-48-16,-4 2 48 0,3 1 0 0,2 0-52 15,-1 3 48-15,0 0 0 0,0 0 0 16,0-1 0-16,0 1-96 0,3 0 96 0,2-1-88 16,-1 1 84-16,-1 3 4 15,6 0-44-15,-5 0-52 0,-1 3 92 0,6 3-56 16,-5 4 0-16,-1-1 4 0,1 10-184 0,5-3-44 15,-6 3 76-15,1 0-4 0,5 3-172 16,-6 3-120-16,5 1-36 16,0 2-156-16,-4 1-244 0,0 2-288 15,0 1-513-15,0-1-1087 0,-4 8-1684 0</inkml:trace>
  <inkml:trace contextRef="#ctx0" brushRef="#br0" timeOffset="196203.231">16510 17691 4912 0,'0'0'2616'0,"0"0"-1088"0,0 0-544 16,0 0 77-16,0 0 259 16,0 0-68-16,0 0-328 0,0 0-368 0,8 86-100 15,-8-61-108-15,0 3 72 0,0 4-32 16,4 0-64-16,1 0-152 0,-1-4-72 0,0 4-100 16,-1-6 8-16,1-4-8 0,0-7-64 15,5-2-108-15,-5-3-52 16,3-10 12-16,-3 0 24 0,8 0 64 0,-4-6 116 15,0-6 4-15,0-8-164 0,4-2-96 0,-4-7-124 16,0-3-92 0,0 0-36-16,0 0 112 0,0 1 96 0,4 5 44 15,-4 1 48-15,-4 3 124 0,4 3 44 16,-4 0 48-16,0 5 56 0,-1 6 84 0,-3 2 40 16,4-1 12-16,-4 3 88 0,5 2-28 15,-5 2-76-15,0 0 92 0,4 2 8 16,0 9 88-16,0 1 16 0,0 4-92 15,-4 6 28-15,3 0-192 0,-3 1 112 16,0 2-96-16,4-6-140 16,-4 4-64-16,4-8-124 0,1 1-48 0,-1-3-180 15,0 0-428-15,-4-4-460 0,4-3-880 16,-1-3-2757-16</inkml:trace>
  <inkml:trace contextRef="#ctx0" brushRef="#br0" timeOffset="196551.809">16845 17694 3160 0,'0'0'5012'0,"0"0"-3860"0,0 0-348 16,0 0 577-16,0 0 395 0,0 0-252 16,8 86-592-16,-8-67-544 0,0 3-156 0,4-3-132 15,-4-3-100-15,0 3-80 0,0-3-72 16,5-3 24-16,-5 0-48 0,0-7-76 15,3-3-48-15,-3-3-4 16,4 0 40-16,0-9 100 0,0-2 100 0,0-1 56 16,4-1 8-16,-4-3 0 0,4 5 0 15,4-3 88-15,-5 1-76 0,2 4 80 16,-1-1 20-16,3 4-24 0,-2-1 52 0,-1 7 36 16,0-3-24-16,-1 3-4 0,2 0 68 0,3 0 132 15,-5 7-240 1,2 2-48-16,-5 4 92 0,4 3-92 0,-5-4 52 15,1 7-112-15,-4-3-60 0,4 4-52 16,0-5-128-16,-4 2-404 0,5-2-276 16,-5-2-208-16,4-7-432 0,0 1-1073 15,-1-4-2703-15</inkml:trace>
  <inkml:trace contextRef="#ctx0" brushRef="#br0" timeOffset="196929.309">17379 17729 5500 0,'0'0'2708'0,"0"0"-1192"0,0 0-548 16,0 0 149-16,0 0 255 0,0 0-216 0,0 0-336 16,0 0-304-16,0 0-176 0,0 0-60 0,0 0-128 15,-68 29-80-15,57-14 80 16,-6 4-28-16,2 3 48 0,2 1-96 0,2-4-24 15,-1-3-40-15,7-4 36 16,1 2-44-16,4-8-4 0,0 0-72 16,0 1-4-16,9-1 24 0,-1-3 52 15,0 2-48-15,3 0-32 0,2-3 80 0,-2 2 200 16,6-1-196-16,-10-3 0 0,5 3 0 16,0 0-4-16,-4 0 124 0,0 4-60 15,-4-1-64-15,1 0 0 0,-5 1 0 0,0 2 72 16,0 1-60-16,0 3-12 15,-9-4-212-15,5 0-64 0,-4-2-36 0,1-1-68 16,-6 0-44-16,2-1-56 0,-2-3-60 16,-2 1-284-16,-2-3-324 0,2 0-624 15,-2 0-1165-15,-6 0-2351 0</inkml:trace>
  <inkml:trace contextRef="#ctx0" brushRef="#br0" timeOffset="197660.6">17964 17942 12 0,'0'0'6892'15,"0"0"-4752"-15,0 0-1052 16,0 0-211-16,0 0 151 0,0 0 8 16,0 0 48-16,0 88-236 0,4-56-220 0,5 4-88 15,-1-5-76-15,3 1-124 0,2-7-132 16,-2-3-208-16,-3-9 0 0,5-3-60 15,-2-8-4-15,2-2 52 0,-2 0 12 0,1-12 24 0,4-4-12 16,-4-6 84-16,0-7-32 16,-4-2-64-16,0-5-4 15,-4 3-184-15,0-3-36 0,0 4 124 0,0 4-12 16,-4 1 24-16,0 6-48 0,-4 5-40 16,-8 6-16-16,0 1 132 0,-4 2-28 0,0 4-40 15,-4 3 52-15,5 0 12 0,-2 3 56 16,6 8-48-16,-2 4-56 0,9 8-64 15,1-2 12-15,-1 8 148 16,4-4-132-16,0-3-32 0,0 1-236 16,4-6-804-16,3-9-1245 0,2 2-2211 0,3-7-1092 15</inkml:trace>
  <inkml:trace contextRef="#ctx0" brushRef="#br0" timeOffset="197925.983">18271 17868 8080 0,'0'0'1632'15,"0"0"-1088"1,0 0-52-16,0 0 333 0,45 90 443 16,-38-62-160-16,1 0-412 0,0 5-204 0,1-1 48 0,-6-1 180 15,5-3-72-15,-4 1-152 16,5-7-124-16,-6-6-160 0,5-7-100 16,-4-2-112-16,4-7-40 0,-4 0 40 0,0-3 164 0,4-7 204 15,0-3-24 1,-4-5-96-16,3-5-152 0,2-2-96 15,3-3-148-15,-5-1 0 0,2 0-144 0,-1 0-56 16,0 4-168-16,-1 0-92 0,2 6-316 16,3 3-472-16,-5 4-852 0,2 1-2041 15,3 3-2259-15</inkml:trace>
  <inkml:trace contextRef="#ctx0" brushRef="#br0" timeOffset="198316.613">18789 18002 4576 0,'0'0'5488'0,"0"0"-4832"0,0 0-656 15,0 0 0-15,0 0 309 0,0 0 527 0,0 0-256 0,0 0-568 16,0 0-8-16,0 0 288 16,28 35 92-16,-20-48-152 0,1 1-144 15,-1-5-88-15,-1-1-104 0,1 2-60 0,-4-3-128 16,1 0-28-16,-1 2 64 0,-4 5 64 0,0-1 112 15,0 7-72-15,0-1-144 16,0 1-52-16,0 3 168 0,-4 3 176 16,-1 0 4-16,1 0 180 0,0 0-24 15,0 3-40-15,-3 7-116 0,-1-1 180 0,-1 4 164 16,1 3 68-16,-3 3 36 0,-2 3-52 16,6 0 8-16,-5 4-60 0,-1 2-52 15,2 7-88-15,3 1-4 0,-1-3-8 16,6 3-16-16,-1-4-40 0,4-7-136 15,0-2 0-15,0-11-148 16,4-3-56-16,-1-2-124 0,6-7-64 0,3 0-64 16,-1-13-120-16,2-2-188 0,2-8-276 15,-7 4-885-15,8-16-2399 0</inkml:trace>
  <inkml:trace contextRef="#ctx0" brushRef="#br0" timeOffset="198880.892">19033 17859 3828 0,'0'0'5812'0,"0"0"-4700"0,0 0-1024 0,0 0-76 0,0 0 609 0,0 0 315 16,0 0-180-16,0 0-488 15,0 0-92-15,0 0 284 16,24 28 96-16,-17-5-16 0,-3 3-72 0,9 5-144 16,-9 4-28-16,3 0-48 0,-3 7 0 15,0-4-136-15,0-4-60 0,0 1-4 16,1-9-32-16,-1-1 44 0,-1-6 76 0,-3-2-72 15,4-9 12-15,-4-2 120 0,4-2-72 16,-4-4-60-16,0 0-64 0,0-4-4 0,4-2 4 16,-4-2 60-16,0-9 64 15,4 1-72-15,0-6-4 0,4-1-48 16,-4-2-4-16,4 3-120 0,0 0-36 0,0-3-104 16,4 3 32-16,-1-1-120 0,2 4-144 15,-1 0-176-15,4 0-8 0,-4 3-216 16,-1 3-252-16,6 1-416 0,-6 5-577 15,-2 1-1171-15,-1 3-2012 0</inkml:trace>
  <inkml:trace contextRef="#ctx0" brushRef="#br0" timeOffset="199467.044">20423 17792 3484 0,'0'0'4976'15,"0"0"-3692"-15,0 0-508 0,0 0-107 0,0 0 191 16,0 0 256-16,0 0-136 15,0 0-172-15,0 0-180 0,-75 80-100 0,66-48 112 0,1 2 108 16,4 8-164-16,1-4-164 16,-1 0-236-16,4-7-124 0,0-6-60 15,4-8-272-15,-1-8-84 0,5-2-140 16,5-7-264-16,-2 0-156 0,6-14-216 16,-2-5-824-16,-2 5-1893 0,2-22-1519 0</inkml:trace>
  <inkml:trace contextRef="#ctx0" brushRef="#br0" timeOffset="199727.614">20518 17977 9080 0,'0'0'2261'0,"0"0"-1389"0,0 0-336 0,28 85 308 0,-20-60 488 16,5-6-8-16,-6-6-352 0,10-6-732 0,-2-7-240 16,6-7 0-16,-2-8 196 0,5-5-140 0,0-5-56 15,-9-7-88-15,6 4-72 0,-5-7-76 16,-4 7 124-16,-5-2 48 0,2 8 4 0,-5 6-104 15,-4 4 64-15,0 5 100 16,-4 1 48-16,-5 6 12 16,-6 0 16-16,2 0-76 0,-2 6-88 0,-1 4-84 15,4 3 156-15,0 6 16 0,4 0-8 16,0 0-92-16,0 0-48 0,5-3-132 0,3-7-172 16,0 1-468-16,0-7-744 0,0 0-1293 0,3-3-2435 15</inkml:trace>
  <inkml:trace contextRef="#ctx0" brushRef="#br0" timeOffset="200019.304">20857 17875 8068 0,'0'0'2328'0,"0"0"-1399"0,0 0-541 16,0 0 200-16,0 0 384 0,20 76 236 0,-20-57-72 16,0 0-492-16,0-3-284 0,0-3-108 15,0-4-252-15,0 1-140 0,0-10-160 0,0 0-4 16,0 0 40-16,4-3 4 15,0-7 172-15,4 0-76 16,1-5-52-16,2 2 4 0,1-3 96 0,4 0 108 16,-1 0 8-16,2 4 100 0,-1 3-12 15,0-2-72-15,0 9 84 0,-4 2 0 16,3 0 216-16,-2 6 36 0,-6 3 28 0,5 3-96 16,-3 2-72-16,-5-1-12 0,-1-1 36 15,1 1-236-15,0-4-12 0,-4 1-312 16,4-4-100-16,-4-2-216 0,0-2-268 0,0 2-260 15,0-4-848 1,5 0-2985-16</inkml:trace>
  <inkml:trace contextRef="#ctx0" brushRef="#br0" timeOffset="200218.549">21304 17901 9128 0,'0'0'2093'0,"0"0"-1401"16,0 0-344-16,0 0 276 0,36 85 524 0,-29-57 128 0,1 1-304 15,-3 7-324 1,3-3-76-16,-5 3 60 0,-3-1 84 0,4 3-200 16,-4-5-260-16,0-3-256 0,0-4-152 15,0-5-104-15,0-7-112 0,0-4-140 0,-4-7-144 16,-3-3-172-16,-2-7-504 0,-3-13-1144 0,5 6-2673 16,-10-22-1083-16</inkml:trace>
  <inkml:trace contextRef="#ctx0" brushRef="#br0" timeOffset="200368.396">21343 17580 11969 0,'0'0'1788'0,"0"0"-1380"16,0 0 20-16,0 0 52 0,0 0 112 16,0 0-188-16,0 0-404 0,0 0-340 0,0 0-176 0,88-32-572 15,-80 29-1272-15,5 3-3369 0</inkml:trace>
  <inkml:trace contextRef="#ctx0" brushRef="#br0" timeOffset="200920.211">21790 18123 10152 0,'0'0'2073'0,"0"0"-757"0,0 0-844 16,0 0-220-16,0 0 104 15,0 0 200-15,0 0 72 0,0 0-628 0,0 0-188 16,0 0-240-16,0 0 176 0,19 8-332 16,-2-10-432-16,-2-1-812 0,6-11-2885 15</inkml:trace>
  <inkml:trace contextRef="#ctx0" brushRef="#br0" timeOffset="201402.688">22582 17654 4120 0,'0'0'2568'0,"0"0"-544"0,0 0-652 16,0 0-548-16,0 0 169 0,0 0 43 15,-88 11-116-15,77 3-276 0,-4 5-152 0,6 2-136 16,1 11-16-16,4 3-80 0,4 9 8 16,0 5 72-16,4-2-104 0,8 0-36 15,0-6-200-15,4-6-40 0,0-5-244 0,-1-15-16 16,6-5-4-16,-1-8-100 0,3-4-300 15,-3-15-92-15,5-4-248 0,-1-15-636 0,-9 8-1577 16,13-29-2683-16</inkml:trace>
  <inkml:trace contextRef="#ctx0" brushRef="#br0" timeOffset="201610.973">22842 17279 8324 0,'0'0'2304'0,"0"0"-1351"15,0 0-209-15,-4 63 404 0,-1-25 336 0,1 3 164 16,0 6-428-16,4 4-468 0,-3 3-200 16,3 0 16-16,0 0-104 0,0-4-196 15,0-4-268-15,0-9-172 0,3-2-36 16,5-9-292-16,1-3-140 0,-1-11-88 0,3-5-40 16,2-5-76-16,2-2-300 0,-2-2-504 15,2-11-652-15,2-4-905 0,-6 5-791 0</inkml:trace>
  <inkml:trace contextRef="#ctx0" brushRef="#br0" timeOffset="202302.39">23057 17767 5544 0,'0'0'2524'0,"0"0"-916"0,0 0-319 15,0 0-181-15,0 0-100 16,0 0 0-16,0 0-364 0,0 0-288 0,0 0-196 16,0 0-68-16,0 0-84 0,0 6-8 15,0-6-76-15,0 0-40 0,0 0 4 16,0 0 112-16,0 0 44 0,0 0 68 0,0 0-24 15,4-3-24 1,-4 3-52-16,0-3 100 0,0 3-24 0,0 0 0 0,0-3-80 16,0 3 0-16,0-3-8 15,0 0-8-15,0 3-156 0,4 0-72 16,-4 0-4-16,0 0 64 0,0 0 172 0,4 0 4 16,-4 3 12-16,3-3-8 0,-3 3 0 15,0-3-4-15,4 0-4 16,-4 0-4-16,0 0 8 0,0 0 8 0,0 0-8 15,0 0-40-15,0 0-160 0,0 3-4 0,0-3-12 16,0 0-24 0,0 0-168-16,0 0-112 0,0 0-120 0,0 0 24 0,0 0 76 15,0 0 35-15,-4 0 209 16,4-6 128-16,-3-1 168 0,3 1 296 0,-4 0-244 16,4 0-52-16,0-4-52 0,0 7-24 15,-4-3-80-15,4 1-76 0,0 3 76 0,0-2 156 16,-4 4 76-16,0-2 92 0,-1 2 64 15,1 0 104-15,1 0 89 0,-1 0 51 0,0 0 76 16,-4 0-4-16,3 0-100 16,-2 2-16-16,-1 9-48 15,4-2-80-15,-4 3-104 0,4 8-48 0,-4 2-60 16,4 3 72-16,0 7 112 0,4-1 12 16,0 5 104-16,0-2 64 0,0-2 128 0,0-3-196 15,0-10-264-15,8-7-124 0,-4-2-188 16,8-7 76-16,-4-3-76 0,3-3 188 15,2-10 112-15,2-6-112 0,2-6-108 0,-6-4-152 16,6-2-88-16,-9-1 28 0,3 3 132 16,-2 4 12-16,-1 6 100 15,-1 0 68-15,-7 6 8 0,4 4 8 0,-4 2 120 16,0 4 136-16,0 3 64 0,0 0 36 16,-4 6-140-16,0 4-64 0,4 2 28 15,-3 5 72-15,3 1 52 0,0 6-52 16,0-3 36-16,3 2-88 0,1-2-52 0,0-2-156 15,5-6-208-15,-5-3-116 16,7-4-144-16,-3-3-52 16,5-3-92-16,-2-6-68 0,6-10-264 0,-2-6-868 15,1 6-2321-15,4-15-1835 0</inkml:trace>
  <inkml:trace contextRef="#ctx0" brushRef="#br0" timeOffset="202569.885">23403 17649 9592 0,'0'0'2489'0,"0"0"-1465"0,0 0-504 16,-35 74 192-16,18-43 476 0,2 1-72 16,-2 0-244-16,2-7-288 0,6 0-228 0,2-6-96 15,3-2-160-15,0-4-100 0,4-7-148 16,4 0 84-16,3-4 4 0,6 3-16 16,-1-5 72-16,8 0-180 0,-1-7-136 0,-2 4 8 15,3-4 88-15,-5 7 4 0,-3 0-4 16,0 0 84-16,-4 0 132 0,-4 7 8 15,-4 3 160-15,0-1 64 0,0 4-28 0,-4-1-96 16,-7 4-96-16,2-3-4 16,-3 0-112-16,5-1-172 0,-1-6-176 15,-1-2-260-15,5-4-576 0,4-4-776 16,0-5-465-16,0 0-431 0,4-17-1468 0</inkml:trace>
  <inkml:trace contextRef="#ctx0" brushRef="#br0" timeOffset="202851.849">23639 17712 7596 0,'0'0'3056'0,"0"0"-1783"0,0 0-681 0,0 0 276 15,0 0 616-15,0 0 16 0,8 71-616 16,-12-52-488-16,4 0-172 0,0 0-64 0,0-3-48 16,0-4-24-16,11 1-88 0,-3 4 172 15,5-5 48-15,2 1-220 0,5 2 8 0,-4 1-16 16,4 0-32-16,0-3-44 0,-4 3 68 15,4-3-80 1,-5 2 20-16,2-2 16 0,-6 3 8 0,-2-4 4 16,-1 1 12-16,-4 0-76 0,-4-1-208 15,0 1-4-15,-8 4 100 0,-5-5-236 0,2 4 84 16,-6-7-268-16,2 4-8 0,-5-4-452 16,0-2-556-16,4-1-877 15,-12-6-2219-15</inkml:trace>
  <inkml:trace contextRef="#ctx0" brushRef="#br0" timeOffset="204078.862">25025 17531 5744 0,'0'0'4016'0,"0"0"-2427"0,0 0-757 16,0 0-268-16,0 0-40 0,0 0 544 15,0 0-232-15,-48 77-408 0,28-48-228 16,4 2 76-16,0-1-112 0,1-2-88 16,-2-6-76-16,9 3-100 0,1-9-68 0,-1 0 108 0,8-3 56 15,0-4-48-15,0 1-36 16,0-7 84-16,8 0-172 0,-1 3 64 16,-3-1 12-16,0-3 0 0,5 4 100 0,-1 0 92 15,-1 5-16-15,1-6 12 0,-4 2 72 16,5 0-56-16,-6 1-4 0,5-2-92 15,-8 5 4-15,4-3 48 0,0 6-44 16,-4-1-12-16,0-1-4 16,0 4-240-16,-4 0-36 0,0 0-64 15,-4-4-36-15,1 5-184 0,-2-8-60 0,5-3-248 16,0-2-92-16,0-2-625 0,1-2-667 16,-5-2-1040-16</inkml:trace>
  <inkml:trace contextRef="#ctx0" brushRef="#br0" timeOffset="204260.956">25196 17919 7684 0,'0'0'2316'0,"0"0"-1179"0,0 0-353 0,-8 80 240 16,5-61 252-16,-1-3-280 0,4-7-580 0,-5-3-416 15,5-6-316 1,0 0-480-16,5-2-204 0,2-15-264 0,1-1-385 15,0-5-963-15,8-18-3300 16</inkml:trace>
  <inkml:trace contextRef="#ctx0" brushRef="#br0" timeOffset="204514.818">25563 17262 5500 0,'0'0'1484'0,"0"0"-704"16,0 0 892-16,0 0-67 0,0 0-129 15,8 80-368-15,-8-39-308 16,0 10 20-16,0-1 240 0,0 4-124 0,3 0-168 16,2-3-200-16,-1 0-236 0,0-7-172 15,0-2-160-15,3-4 0 0,1-2-136 16,-3-9-132-16,3 2-92 0,-4-3-8 0,3-4-32 16,-7-3-220-16,4-4-332 0,-4-2-332 15,0-6-396-15,0-5-256 0,-4-2-29 0,-3 0-123 16,-5-2 200-16,-4-11 272 15,4 6-208-15</inkml:trace>
  <inkml:trace contextRef="#ctx0" brushRef="#br0" timeOffset="204635.278">25451 17748 4000 0,'0'0'2576'0,"0"0"-768"16,0 0-592-16,0 0-104 0,0 0 9 0,0 0 131 0,0 0-232 16,0 0-224-16,0 0-252 0,0 0-344 15,92-10-200-15,-68 10 0 0,4-7-164 16,-4-1-364-16,4-3-332 15,4 0-592-15,-8-3-1137 0,8-1-3839 0</inkml:trace>
  <inkml:trace contextRef="#ctx0" brushRef="#br0" timeOffset="204775.385">25978 17840 1800 0,'0'0'10837'0,"0"0"-9565"0,0 0-1056 0,0 0-212 16,4 77 376-16,-1-68 304 0,1 1-180 0,0-4-504 15,4-3-604-15,-4-3-156 0,8 0-156 0,-4-3-772 16,0-3-1413-16,0-4-4815 16</inkml:trace>
  <inkml:trace contextRef="#ctx0" brushRef="#br0" timeOffset="205256.468">26659 17310 5988 0,'0'0'2832'0,"0"0"-659"0,0 0-657 0,0 0-240 15,0 0-76-15,0 0-44 16,0 85-324-16,0-46-336 16,8 2-100-16,-5 3-48 0,1 7 32 0,4 3 16 0,-3 1 8 15,-1-5-24-15,0 4-172 0,-1-7-88 16,1 2-120-16,4-9-40 0,-4-5-192 16,5-3-108-16,-6-6-140 0,5-4-40 15,0-2-84-15,1-12-140 0,-2 2-332 16,5-10-348-16,-3 0-188 0,2-4-741 15,-3-2-807-15,4-16-3056 0</inkml:trace>
  <inkml:trace contextRef="#ctx0" brushRef="#br0" timeOffset="205531.356">27396 17380 340 0,'0'0'9852'0,"0"0"-8051"0,0 0-1541 0,0 0-96 0,0 0 40 16,0 0 436-16,0 0 200 0,-80 22-396 16,56-9-268-16,-4 6-60 0,0 3 8 15,5 3 52-15,-1 6 152 16,-1 2 176-16,5 5 124 0,5 0-68 16,2 3-88-16,6-2-64 0,-1-2-36 0,4 2-112 15,0-8-28-15,4-2-96 0,0-7-136 16,8-2-80-16,3-8-104 0,2-2-208 15,2-5-40-15,2-1-140 0,7-4-100 0,-5-6-384 0,9-7-548 16,-8-6-1016 0,0 6-1685-16,-4-9-2099 0</inkml:trace>
  <inkml:trace contextRef="#ctx0" brushRef="#br0" timeOffset="205719.163">27368 17764 8384 0,'0'0'1528'0,"0"0"-1052"0,0 0-268 0,0 0 321 15,0 0 343-15,0 0 52 0,0 0-440 0,0 0-320 16,83 22-24 0,-70-13 128-16,-6-2-52 0,1 3-116 0,5-1 4 15,-10 0-28-15,1 1-12 16,0 4-64-16,0-3-52 0,-4 3-364 0,0-6-516 16,0 3-512-16,0-5-737 0,0 0-999 15,-4-4-2784-15</inkml:trace>
  <inkml:trace contextRef="#ctx0" brushRef="#br0" timeOffset="205935.868">27475 17605 328 0,'0'0'7992'0,"0"0"-6452"15,0 0-1244-15,0 0 40 0,0 0 453 0,0 0-137 16,0 0-200-16,0 0-300 16,0 0-140-16,0 0-12 0,0 0-36 15,72 3-876-15,-64-3-893 0,4 0-1363 0</inkml:trace>
  <inkml:trace contextRef="#ctx0" brushRef="#br0" timeOffset="206635.862">27782 17215 3980 0,'0'0'4132'0,"0"0"-2644"0,0 76-143 0,0-36-161 16,0 12-124-16,0 2-68 0,4 0-208 16,-4 0-240-16,4-4-208 0,-4-5-120 0,4-1-192 15,0-5-24-15,0-4-264 0,0-4-364 16,4-2-284-16,0-4-308 0,0-6-624 15,4-6-573-15,-4-4-755 0</inkml:trace>
  <inkml:trace contextRef="#ctx0" brushRef="#br0" timeOffset="207423.494">28316 17376 5092 0,'0'0'2888'0,"0"0"-684"0,0 0-427 16,0 0-421-16,0 0 52 0,0 0-72 15,0 0-296-15,0 0-160 0,0 0-240 16,0 0-172-16,0 39-112 0,0-27-172 16,8 4-24-16,4 3-12 0,4 0-28 15,0-2-56-15,8-3-52 0,0 3 0 16,-1-8 72-16,5 4-72 0,0-6 48 15,0-1 28-15,0-3-76 0,0 0 0 0,-4-3-12 16,-5 0-4-16,2 0-56 16,-5 0 8-16,-4 0 40 15,-5 3-48-15,-3-3 0 0,0 0-40 0,-4 0 100 16,0 0 8-16,0 0 68 0,-4 4-76 16,-3 2 0-16,-9 3-76 0,0 4 16 0,-8 3 0 0,-1 0 12 15,-2 1 48-15,3-3-4 16,-4-1-72-16,4 0-8 0,0-3-100 15,1 3-100-15,3-7-96 0,-1 2-124 16,2-3-128-16,7-3-36 0,0 2-312 16,4-4-456-16,8 0-932 0,-5 0-1485 0,5-6-607 15</inkml:trace>
  <inkml:trace contextRef="#ctx0" brushRef="#br0" timeOffset="207748.6">29172 17112 9792 0,'0'0'2625'0,"0"0"-1373"16,0 0-428-16,0 0-28 0,0 74 612 15,0-45-80-15,-3 3-428 0,3 2-468 0,0 4-188 16,0 7-48-16,0 6-12 0,7 9 36 16,-7 1-220-16,5 2-156 0,-1-3-196 15,0 0-252-15,-4-6-404 16,0 0-408-16,4-2-700 0,-4-8-988 0,4-13-1777 15</inkml:trace>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8:15:15.428"/>
    </inkml:context>
    <inkml:brush xml:id="br0">
      <inkml:brushProperty name="width" value="0.08819" units="cm"/>
      <inkml:brushProperty name="height" value="0.35278" units="cm"/>
      <inkml:brushProperty name="color" value="#00B050"/>
      <inkml:brushProperty name="tip" value="rectangle"/>
      <inkml:brushProperty name="rasterOp" value="maskPen"/>
    </inkml:brush>
  </inkml:definitions>
  <inkml:trace contextRef="#ctx0" brushRef="#br0">7418 3988 8896 0,'0'0'1516'16,"0"0"-755"-16,0 0-377 0,0 0 104 0,0 0 140 15,0 0 204-15,0 3 56 0,0 2-16 16,-3 2-144-16,3 0-212 0,0 2-104 16,-4 1-64-16,4-1-64 0,0 4-20 15,0 0-44-15,0 2-60 0,0 4-96 16,0 4 60-16,0-2-76 0,0 3-48 15,0 4 4-15,0 1-4 16,0 5-12-16,4 4-124 0,-4 3 24 0,3 1 40 16,-3 3-28-16,4 2-48 15,-4-3 84-15,4 3 4 0,0-1-16 16,0-2 16-16,1 1-16 0,-1-1-72 0,-1 0 72 16,1-2-20-16,0-1 44 0,0 3-96 15,-4-2-40-15,4-1 64 0,0 0 0 0,-4 3-76 16,5-2 48-16,-5 3-16 0,3-1 32 15,-3-3-52-15,0 0-52 0,0 1 128 16,0-8 12-16,0 1 92 0,0 0 8 0,-3-3 0 16,-2-4 0-16,1 2 0 0,0-5 0 15,0 0-64-15,0 0-64 0,0-2-72 16,4-1 196-16,-3-3-48 0,3-2 40 0,0-3-52 16,0-1 16-16,0 4 48 0,0-5 0 15,0-2 12-15,0 3 0 16,0-8 64-16,3 2-68 0,-3-1 40 0,4 1-48 15,-4-1-16-15,0 0-32 16,4 1 48-16,-4-1 4 0,4 1 8 0,-4-1-4 16,0 0 44-16,0 1-44 15,4-1 4-15,-4-3 52 0,0 0 0 0,0-3-52 16,0 3 0-16,0-3 36 0,0 0-32 16,0 0 56-16,0 0 80 0,0 0-52 15,0 0-24-15,0 0-24 0,0 0-48 16,0 0-4-16,0 0-8 0,0 0-56 0,0 0 52 15,0 0 0-15,4 0 12 16,1 0 12-16,-2 0 264 0,5-3-36 0,0 3-92 16,-4-3 32-16,4 0-68 0,0 0-36 15,0 0-12-15,-1-1 60 0,6 1-24 16,-1-3 12-16,0 0-24 0,0 2-36 16,8-5-52-16,-5 2-88 0,6 1 40 15,3-3 40-15,-1 2-4 0,1-3-128 0,0 5 40 16,4-5 96-16,0 4 0 15,-5-5-56-15,5 6 48 0,0-4-40 16,0 2 52-16,-4 3 0 0,4-2-8 0,0-1 0 0,-3 5-92 16,-2-2 92-16,5 1 8 0,-4 0-76 15,0 3 68 1,4 0-80-16,-5 0 76 0,5 0 0 16,-4 0-40-16,0 0 12 0,0 0 40 0,0 0 0 15,-4 3 0-15,4 0 0 0,-9 1 44 0,6-4-40 16,-1 2-8-16,-5-2 4 0,2 5-12 15,-2-5 12-15,2 0 0 16,2 0 72-16,-3 0-68 0,5 0 4 0,-2-5-8 16,1 3 8-16,-1-5 0 0,5 4-8 0,-3-3 0 15,-1 3 8-15,-1-4 108 16,2 1-112-16,-1 3-4 0,-1-1-8 0,-2-2-56 16,2 3 56-16,-3 3 0 15,0-3 4-15,-4 3-48 16,4-3 40-16,-4 3 12 0,0-3 0 0,-1 3 12 0,2-4 0 15,-2 4 40-15,-3-3-4 16,5 0-32-16,-2 3 68 0,-3-3-68 16,5 3-12-16,-2 0 8 0,-2-3-12 0,-1 3-8 15,-1 0-8-15,1 0 4 16,-4 0 12-16,1 0 52 0,-1 0-48 0,-1 0 8 16,1 0 64-16,-4 0-64 0,4 0 76 15,-4 0 12-15,0 0-4 0,0 0 32 0,0 0 8 16,0 0-36-16,4 0-40 0,-4 0-8 15,0 0-4-15,0 0 4 0,0-3-4 16,0 3 12-16,4-4 52 0,-4-2-48 16,0 3-4-16,4-4-48 15,-4 1 4-15,0 0-4 0,0-7-12 0,0 4-8 16,5-7 4-16,-5 0-108 0,0-1 36 0,3-2-12 16,-3 0-48-16,0 1 12 15,4-5 36-15,0-2 4 0,-4 0 20 16,4 3-36-16,-4-8 96 0,0 5-4 15,4 0 0-15,-4-4 4 0,0 4-84 0,0-4 12 16,0-2-8-16,0-5-4 0,0 3-88 16,0-6 28-16,4 1-60 0,-4 0 8 0,0 3-64 15,0-1 100-15,0 5 104 0,0 2 60 16,0 1 128-16,0 6-120 0,0-4-8 16,0 1 16-16,0 0 40 0,0-1-52 15,0-2-8-15,0 2-60 0,0-6 16 16,0 1-4-16,0-4-124 0,0-1 24 0,5 3 80 15,-2 0-20-15,5 1 44 16,0 4 44-16,-4 3 4 0,4-1 0 16,-4 7 4-16,4-4 120 0,-4 9-20 15,-4 0 56-15,0 1-8 0,0 4-24 0,0-1 72 16,0 1 0-16,0-4-88 0,0 0-108 0,-4-6-4 16,4 1-124-16,0-2-64 15,-4-2 188-15,4 3-76 0,0-2-72 16,0 1 148-16,0 4 4 0,0 0-4 0,0 3 176 15,0 4-168-15,0 0 140 0,-4-1-36 16,0 1 16-16,0 2 112 16,0 0-64-16,0-2-176 0,-4-1-44 15,0 1 32-15,5-3-52 0,-6 1 12 0,5-1-8 16,-4-1-20-16,1 0 16 16,2-2 64-16,1 2-48 0,0 4 48 0,0-1 48 15,0 4 4-15,0-1-28 0,1 4-24 16,3 0 80-16,-4 0-76 0,4 0 44 15,-5 3-40-15,5 0 4 0,-4 0 100 0,4 0-100 16,0-4 0-16,-4 4-8 0,4 0 4 16,0 0 92-16,0 0 0 0,-4 0 36 15,4 0-12-15,0 0-72 0,-4 0-40 0,4 0 76 16,0 0-16-16,-3 0-12 16,3 0-60-16,0 0-112 0,-4 0-12 0,0 0 48 15,4 0 68-15,-5 0-68 0,1 0 28 16,-4 4 36-16,5-4 12 0,-1 3 0 15,0-3 12-15,-5 3-8 0,1 0-4 16,1-3-8-16,-6 3-56 0,2 1 28 16,-1-1 28-16,-4 0 8 0,4-3 0 15,-8 3-4-15,4 0 8 0,0-3 52 16,-4 3 24-16,0-3-80 0,0 4-8 16,-4-1 0-16,-4 0-32 0,1 0 40 15,-1 0 56-15,-4 3-56 0,4-2-12 0,-4-1 8 16,4 0-4-16,-3 0-4 0,-1-3 12 15,0 4 4-15,0-4-4 16,0 0-84-16,-4 0 8 0,0 0 64 0,0 0-36 0,0 0 36 16,1 2 12-16,-1 3-52 15,-1-3 44-15,2 1 8 0,3 0 0 16,0-3-4-16,0 3 0 0,4 0 4 16,0-3 68-16,5 0-68 0,-1 0-52 15,0 0 40-15,3-6 12 0,-2 3 4 16,7 0 48-16,-4-4-44 0,4 1-8 0,-4 0-4 15,5-1 4-15,-2 1 0 16,6 0 84-16,-6 0-28 0,2-1-56 0,2 1-52 16,2 3 48-16,3 0-8 0,-5-1-28 15,6 1 40-15,-1 0 4 16,4 0-4-16,-5 0 0 0,2-1-12 0,3 2 12 0,-4-3-8 16,4 3 16-16,0-1-8 0,-1 3 60 15,5-3-56-15,-3 3 72 0,3 0-68 0,-4-4-8 16,0 4-100-16,4 0 52 15,-8 0 44-15,8 0-4 0,-4 0-56 16,1 0 56-16,-2 0-56 0,1 0-8 0,4-2 20 16,0 2 44-16,-4 0-56 15,4 0 12-15,0 0-24 0,0 0-36 0,0 0 0 0,0 0-40 16,0 0-24-16,0 0-76 16,0 0-164-16,0 0-240 0,0 0-592 0,0 0-600 15,0 0-285-15,0 0-695 16,0 0-1612-16,0 0 2704 0</inkml:trace>
</inkml:ink>
</file>

<file path=ppt/ink/ink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8:15:27.583"/>
    </inkml:context>
    <inkml:brush xml:id="br0">
      <inkml:brushProperty name="width" value="0.08819" units="cm"/>
      <inkml:brushProperty name="height" value="0.35278" units="cm"/>
      <inkml:brushProperty name="color" value="#00B050"/>
      <inkml:brushProperty name="tip" value="rectangle"/>
      <inkml:brushProperty name="rasterOp" value="maskPen"/>
    </inkml:brush>
  </inkml:definitions>
  <inkml:trace contextRef="#ctx0" brushRef="#br0">9589 3657 1752 0,'0'0'1956'0,"0"0"-1956"0,0 0 2292 15,0 0-1420-15,0 0-508 0,0 0 116 0,0 0 364 16,0 0 104-16,0 0-72 0,0 0-139 0,0 3-185 15,0-3-100-15,0 4-120 0,0 2-64 16,-4 1 24-16,4 2-60 16,-3 0-68-16,3 8-112 0,-4-2-52 0,4 7-112 0,0 0 108 15,0 3-8-15,0 2-152 16,0 4 48-16,0 1 28 0,0 3 8 0,0 0-8 16,0 0-12-16,4 0 48 15,-4 3-28-15,0 0 80 0,0 0 0 0,0 6 0 16,0 1-80-16,0 3-112 0,0-1 76 15,0 0-140-15,0 5 104 0,0-5 16 16,0 4 132-16,0 0-44 0,3-4-56 16,-3 4 104-16,4-4-88 0,1 4 72 0,-5 1-64 15,4-2 80-15,-4 1 0 16,4 0 76-16,-4 0-12 0,4-1-64 16,-4-2 60-16,0-8-56 0,4 2-8 15,-1-7-48-15,-3-6 0 0,4-4 52 0,5-6 0 16,-5 1-88-16,0-8 76 0,3 1 12 0,-3-1 44 15,4 1-44-15,1 0-128 16,-5 0 64-16,3 3 0 0,1-1-24 0,1-2 24 16,-5 3 64-16,3 3 100 15,1-7-20-15,-4 5-80 0,-4-1 12 16,5-4 40-16,-5-2 64 0,4 3 0 0,-4-4 36 16,0-3-60-16,0 4-4 0,0-3-80 15,0-2-4-15,0-1-4 0,0-1-4 0,0 0 0 16,0 0 4-16,0 1 0 15,0-1 4-15,0 3 12 0,0-3 60 0,0 0-12 16,0 1 0-16,0-4 24 0,0 3 108 16,0-3 84-16,0 0 0 15,0 0-24-15,0 0 0 0,0 0 12 0,0 0 0 16,0 0-80-16,0 0-60 0,0 0-16 16,0 0 56-16,0 0 20 0,0 0 28 0,0 0 48 0,0 0 40 31,0 0-16-31,0 0-64 0,0 0-36 0,0 0-8 15,0-3-4-15,0 3-40 0,0 0-36 0,3 0 12 16,-3 0-36-16,0 0 12 0,4-4-40 0,0 4 104 16,4 0 68-1,1 0-132-15,-2-3 60 0,5 3 40 0,-4 0-116 16,4 0-60-16,-4 0 88 0,0 0-88 16,4 0 52-16,0 0 84 0,-5 0-100 15,6 0 64-15,-5 0-52 0,3 0 28 0,2 0-28 16,-6 0 40-16,5 0-100 15,-3 0 4-15,2 0 44 0,2 0-48 0,-5 0 0 16,3 3 0-16,-3-3 124 0,1 4-76 0,-2-4-44 16,1 6 48-16,0-3 44 0,0 3 76 15,0-3 184-15,0 4-112 16,0-1-60-16,0 1-172 0,0 0-12 16,0-5 0-16,0 4 64 0,0 0 16 15,0-1-80-15,0-3-4 0,0 2-68 16,0-2 72-16,-4-2 12 0,3 4-4 0,-3-2 0 15,5-2-4-15,-5 0 80 16,-4 0-8-16,4 5-76 0,0-5-8 16,-4 0-40-16,3 0 40 0,-3 0 8 15,0 0 0-15,0 0 8 0,0 2 4 0,0-2 40 16,0 0-44-16,0 0 52 0,0 0-52 16,0 0 4-16,0 0-4 0,0 0 4 15,0 0-4-15,0 0 0 0,0 0 0 0,0 0-8 16,0 0-4-16,0 0-44 0,0 0-24 0,0 0-40 15,4 0-12-15,-4 0-44 16,4 0 32-16,0 4 88 0,5-1 48 0,-2 0 108 16,1-3-108-16,1 2-72 0,2 2 0 15,1-4 72-15,1 3-4 16,-2-3 4-16,1 4 0 0,4-4 68 16,1 0-68-16,-6 0-108 0,1 0 96 0,0 0-48 15,0 0 0-15,-1 0 56 0,2 0 4 16,-2 0-148-16,2 0 148 0,-1 0 20 0,4 0-20 15,-1 0-12-15,2 0 12 0,-2 0 0 16,6 0 124-16,-2 0-124 0,5 0-52 16,-4 0 40-16,0 0 12 0,4 0 0 15,0 0-48 1,0 0 44-16,0 0-132 0,-1 0 136 0,5 0 0 16,0 0 12-16,0 0-12 0,0 0-40 0,0 0 36 15,4 0 8-15,-4 0 4 0,4 0 40 16,-4 0-48-16,4 0 0 0,-4 0-4 15,0 0 8-15,7 3 44 0,-3-3 196 16,8 0-160-16,-1 0-84 0,2 0-60 0,2 0 60 16,-3-3 4-16,8 3-4 0,-5 0-4 15,6-4 4-15,-2 1 0 16,5-3 0-16,0 0-172 0,-1 0 168 0,1-5-4 16,-3 5-132-16,2-1 140 0,1 1-108 15,-4 0 8-15,-1 0 76 16,2 3 12-16,-2-4 12 0,1 4-8 0,-4 0-68 15,0 3 8-15,3-3 64 0,-6 3-52 16,2 0 56-16,1 0 0 0,-4 0 32 0,0 0-20 16,-1 3 24-16,2-3-32 0,-2 3-4 15,-3-3 0-15,0 0 0 16,-1 3 84-16,-3-3-84 0,0 3 0 0,0-3-44 0,1 4 44 16,-1-1-4-16,-1-3 4 15,1 6 8-15,-5-3-8 0,6 0 0 16,-1 1-128-16,-5 3 124 0,6-5 0 0,-6 2 4 15,1 2-52-15,0-4 52 0,0 3-12 16,0-3-32-16,0-2 44 0,0 4 4 16,0-4 0-16,0 3 76 0,-5-3-64 0,5 3 32 15,4-3 0-15,-4 0-44 16,0 2-4 0,3 2 88-16,-3-4-88 0,4 0-72 0,0 3 72 15,-4-3-72-15,4 0 72 0,0 0-36 0,0 0 32 0,-1 0 8 16,1 0 36-16,0 0-40 0,0 0 0 15,5 0 24-15,-6-3-16 0,1 3-12 16,0-4 4-16,4 4-8 0,-1 0-52 16,-3 0-4-16,4 0 52 15,4 0 12-15,-4 0 0 0,0 0-68 16,4 0 68-16,-1 0 8 16,2-2 100-16,-2 2-108 0,-3 0-8 15,3-3 4-15,2 0 4 0,-1 3 0 0,-1 0 0 0,2-4 64 0,-2 4-64 16,5 0 0-16,-4 0 24 15,4 0-12-15,-5 0 0 0,5 0-12 0,-4 4 0 16,3-4-24-16,-2 0 24 0,2 3 36 16,-3 0-36-16,4-3-4 0,0 2-4 0,-4 2-52 15,4-4 52-15,-1 0 4 0,5 0-4 16,-4 0 8-16,0 0-52 16,0 0-20-16,0 0 72 0,-1 0 4 15,2-4 8 1,2 2 136-16,-4 2-52 0,6 0-36 0,-6-3-56 0,2 3-8 15,2 0-56-15,-3-3 56 0,3 3-40 0,2 0 40 16,-1 0 0-16,-5 0-76 0,6 0-44 0,-6 0 124 16,4 0-4-16,-2 0-4 15,-2 3 16-15,1-3 16 16,-4 0 24-16,3 0 28 0,-2 0-16 16,-1 0-60-16,-1 0 0 0,5 0-12 0,-4 0-36 15,0 0 48-15,0 0-44 0,0 3 36 0,-1-3-128 16,-3 2 120-16,1 2 4 0,-2-4-44 15,1 3 52-15,4 1 8 0,-5-4-4 16,2 0 60-16,-1 3-56 0,3-3 8 16,1 0 64-16,0 0 8 0,4 0-76 0,-1 0-8 31,-2-3-112-31,2-1 112 0,1 1-12 16,0 3 0-16,-1-4 8 0,6 2 0 0,-6-1-144 15,1 3 72-15,0-3 76 0,0 3-112 0,3-4 16 0,-2 2 92 16,-2 2 4-16,1 0-52 15,4-5 52-15,-5 3-8 0,6 2 8 16,-1-4-4-16,-1 4-52 0,1-2 56 16,0 2 40-16,0-4-36 0,3 4-8 0,-3-2 4 0,0 2-4 15,4 0 0-15,0 0 4 0,0 0-48 16,-1 0 96-16,1 0-12 0,0 0-36 16,-1 0-4-16,5 0-4 0,-4 0 8 0,4 0 0 15,-1 0-80-15,-3 2-20 0,4-2-24 16,0 4-36-16,0-4 108 0,-5 0 52 15,5 0 12-15,0 0 0 16,-4 0 36-16,3 0-44 0,-2 0 52 16,-1 0 32-16,-1 2-16 0,1-2-68 15,0 0 64-15,-5 0-68 0,2 4-8 16,3-4-64-16,-5 0 72 0,1 0 116 0,-1 0-116 16,2 0 64-16,-2 0 20 0,1 0-80 0,-1 0-4 15,-2 0-76-15,2 0 68 0,-6 0-72 16,2 0 80-16,1 0 68 15,0 0-68-15,-1 0-8 0,2 2-4 16,-2-2-40-16,-2 5 44 0,2-3-40 0,0 2 48 0,-2-1 0 16,-1 0 0-1,-1-1 0-15,2 2-64 0,-6-4 64 0,5 0 76 16,-4 0-64-16,-1 0 52 0,1-4-64 16,-3 2 0-16,-1-1 16 0,-5 0-8 15,1 3 64-15,0 0-28 0,0 0-40 0,0 0-8 16,-4 0 4-16,0 0-12 0,-5 3-48 15,-2 0 56-15,-6-3 4 16,2 0-8-16,-6 2-56 0,5-2 64 0,-8 0 52 16,1 0-44-16,-1 0 0 0,3 0 4 15,-3-5 112-15,0-2 24 0,-4-2-104 16,4-3-44-16,0-5-72 0,-4 1 20 0,5 3 4 16,-5-2 48-16,0-4 0 0,0 3 0 15,0 0-56-15,0-3-32 16,0 0-24-16,0 0-24 0,0-4 48 0,3 1 40 0,-3 0-12 15,0 0 60-15,0-3 0 16,0 2 4-16,0-2 0 0,-3 0 52 16,-2 2-56-16,1-5 12 15,0 2-12-15,-4-6 100 0,1 1-12 16,-2-4-88-16,1-3-52 0,-3-4-60 0,2-2 16 0,1-3 84 16,0-1 24-16,5 0 12 15,3 0-16-15,-4 4 80 0,4 3-76 0,0 3 196 16,0-4-92-16,0 4-108 0,0 0 60 15,0 4 128-15,0-6 0 16,0 7 4-16,0-6-200 0,0 4 96 16,0 1-20-16,-4-6-76 0,4 3 0 0,-5-1-12 15,1 0-100-15,-4 0 112 0,1-1 60 16,3 2-52-16,-5-2-8 0,1 4 76 16,1 1 8-16,3 2-80 0,0 1 192 0,-1-2-60 15,-3 5 24-15,5 3-12 16,-1-1-28-16,0 1-68 0,0 2-40 0,4 2-12 0,-4-2-8 15,-1 4-44-15,-2 0 4 16,7 3-4-16,-8 0 44 0,4 0-32 16,0 7 32-16,0-4 0 0,-1 3-48 0,2 1 56 15,-1 3 60 1,0-1-60-16,4 1-76 0,-4 3 76 0,4-4 4 16,-4 7 4-16,4-3 4 0,0 3 0 0,0 0-4 0,0 0-8 15,0 0-4-15,0 0 0 0,0 0-8 0,0 0-48 31,0 0 12-31,0 0-28 0,-4 0 28 0,4 0 40 16,-5 0-64-16,5 3 72 0,0-3 44 16,0 0-36-16,-3 0-8 0,3 4-12 0,0-4-48 15,0 0-4-15,0 0 56 0,0 0 0 16,-4 0 0-16,4 3 8 0,-4-3 56 16,0 0-48-16,0 3-8 0,-3 0-48 15,2 4 44-15,-3-7-8 0,0 6 4 16,1-6-4-16,-2 3 4 0,-3 0 0 15,1-3 4-15,-2 3-48 0,2-3-32 0,-6 0 76 16,2 3 8 0,-2-3-72-16,-2 0-16 0,-1 4 44 0,-1-4 40 0,-2 0-4 15,-1 3-44-15,-4 0 40 16,4 0 8-16,-4 0 0 0,-4-3-44 16,4 7 40-16,-4-7-80 0,1 3 4 0,-1 0-40 0,0 0 48 15,-4 1 64-15,1-2-60 16,3-2 8-16,-4 3 4 0,4-3 52 15,-5 4 0-15,6-4-56 0,-5 0 60 16,4 0-44-16,-4 0 44 0,1 3 4 16,3-3 44-16,-4 0 68 0,-1 3-104 0,2-3 40 0,-1 3-44 15,0 0 60 1,-3-3-64-16,3 7-4 0,-4-7-8 0,4 7-64 0,-4-5 72 16,5-2-4-16,-2 3 4 0,-3 1 0 15,5-4-56-15,-1 2 48 16,-4-2 12-16,4 0 12 0,0 0 36 0,0 0 0 15,1 0-44-15,-1 4-4 16,0-4 0-16,0 0 0 0,0 0 0 0,0 3 52 16,1-3-52-16,-1 0-24 0,0 4-76 0,-1-4 36 15,-2 0 64-15,3 0 0 0,-3 0-4 16,-2 0 4-16,2 3 8 16,-1-3-4-16,-4 0 12 0,0 0 44 15,5 0-60-15,-10 0 0 0,6-3-12 16,-5 3-36-16,4 0 44 0,-4 0-120 15,1 0 60-15,-1 0-48 0,-5 0 0 0,6 0-72 0,-1 0 96 16,-3 3-12-16,3 0 16 16,-5-1 32-16,2 5 40 0,-1-4 12 15,4 4 76-15,-3-3-72 0,-1 1-4 0,0 2 12 16,0-5 36-16,4 5-48 16,-4 0-44-16,1-2-68 0,3 0 112 0,-3 1 0 0,-1 0 8 15,-1-3 4-15,1 4-12 16,1-1 0-16,-1-3 8 0,0 3 80 15,1-6 48-15,3 7-72 0,0-7-4 0,0 3-48 16,1 0 32-16,2-3-44 16,2 3 0-16,-1-3-12 0,0 0-24 0,5 0 32 15,-6 0-4-15,6-3 0 0,-1 3 8 0,0-6-64 16,-4 3 116 0,8-1-64-16,-4-2 20 0,0 0-8 15,5-1 0-15,-5 4-4 0,3-3-8 0,-2 3-52 0,-1-1-132 16,5-3 32-16,-6 5 40 0,2-1-40 15,-5 0 28-15,4-1 48 16,0 2 88-16,0-3 48 0,-4 3 24 0,5-5-72 16,-1 4 76-16,-4-3-76 0,4 3-36 15,0-4 36-15,-4 4 24 16,5-3-24-16,-5 3-76 0,4 0 28 0,-4-1 48 31,1 1 60-31,-2 3-60 0,2-4-124 0,-1 4 120 0,-4-2-68 16,0 2 68-16,5 0 4 0,-2 0-16 0,-2 0-8 15,3 0 12-15,-4-4-52 0,0 4 64 0,1-3 0 16,-1 3-40-16,0-2 40 16,-4 2 8-16,0-3 44 0,1 3-52 0,3 0 4 15,-4 0-4-15,4 0 112 0,-4 3-100 16,0-1 44-16,5 1-56 0,-5 1-12 16,0 2 12-16,4-3-4 15,-4 1 0-15,5-1-4 0,-1-3 8 0,0 3 4 16,4-3 48-16,-3 0-52 0,-1 0 8 15,4 0-4-15,-4 0 8 0,1 0-8 0,-2 0 0 16,1 0-4-16,1 0 0 0,-1 0-52 16,-4 0 48-16,4 0 4 0,1 0 96 0,-1 0-96 15,-1-3-4-15,2 3-116 16,-5 0 116-16,5 0 4 0,-1 0-160 0,0 0 96 16,0 0-40-16,0 0 16 15,-3 0-24-15,2 0 36 0,2 0 76 16,-1 0 4-16,1 0 4 0,-2 0-8 15,1 0 164-15,5 0-92 0,-1 0 20 0,-4-3-40 16,0 3-44-16,4-4-12 0,-8 4 4 16,5 0 0-16,-5 0-52 0,0 0 0 15,4 0-24-15,-4 4 72 16,-4-1-132-16,5 0 128 0,-1-3-56 0,0 2-60 16,1 2 108-16,-1-4-32 0,0 0-52 15,1 0 92-15,2 0 8 0,-3 0-8 16,5 0 44-16,-1 0-36 0,0 0 4 0,0-4 72 15,5 2 0-15,-5-1 12 0,0 3-40 16,4-3-48-16,-3-1 8 16,-2 4-4-16,6-3 80 0,-5-1-80 0,4 2-4 0,-4-2-12 15,5 1-76-15,-2 1-12 16,2-1-12-16,-2-1 60 0,6-3-8 0,-5 4 8 16,4 0 44-16,0 0 8 0,1-4 84 15,-1 4 4-15,4-3 48 0,-4 3 40 16,4-3-36-16,1-1-12 0,3 1-64 0,-4 0-16 15,4-1-48-15,0 1 0 16,1 3 0-16,-2-3-8 0,1 2-68 16,5 1 68-16,-6-3-144 0,6 6 88 0,-1-3 0 15,0-1-60-15,0 1 36 16,0-1 24-16,4 2 52 16,-4-4-56-16,5 2 68 0,-5 2 0 0,4-3 16 0,0 3-12 15,-1-5 8-15,1 4 124 16,1 1-36-16,3-2-36 0,-4 4-12 0,5-3-40 15,-2 3-12-15,1-4-8 0,-3 4 4 16,3 0-4-16,-1-3-92 0,2 3 76 16,-1 0 24-16,3 0 64 0,2 0-16 0,-1 0 40 15,4-3-88-15,-3 3 0 0,2-4 144 16,-2 4-68-16,6-2 84 16,-3 2-60-16,5 0 0 0,3-3 48 0,-1 3-48 15,1 0-36-15,0-3-16 0,0 3 40 16,4 0-24-16,-4 0 8 15,4 0-20-15,0 0 20 0,0 0 16 0,0 0 0 0,0 0 12 16,0 0-28-16,0 0 28 16,0 0 24-16,0-4 12 0,0 4 0 15,0 0-24-15,0 0-64 0,0 0-36 16,0-3 36-16,0 3-48 0,0 0 0 0,0 0-48 16,0 0-24-16,0 0-28 0,0 0 0 15,0 0 28-15,0 0 8 0,0 0 52 0,0 0-36 16,0 0 36-16,0 0-164 15,0 0-296-15,0 0-312 0,4-4-700 0,-4 4-4149 16,-4 4-3771-16</inkml:trace>
</inkml:ink>
</file>

<file path=ppt/ink/ink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8:18:18.060"/>
    </inkml:context>
    <inkml:brush xml:id="br0">
      <inkml:brushProperty name="width" value="0.08819" units="cm"/>
      <inkml:brushProperty name="height" value="0.35278" units="cm"/>
      <inkml:brushProperty name="color" value="#0070C0"/>
      <inkml:brushProperty name="tip" value="rectangle"/>
      <inkml:brushProperty name="rasterOp" value="maskPen"/>
    </inkml:brush>
  </inkml:definitions>
  <inkml:trace contextRef="#ctx0" brushRef="#br0">22184 3476 8008 0,'0'0'4413'31,"0"0"-3185"-31,0 0-784 0,0 0-256 0,0 0 128 0,0 0 180 15,0 0 296-15,0 0-88 0,-60 64-332 0,52-48-108 16,-3 3-52-16,2 0-4 0,1 0-32 16,1 6 56-16,-1 4 28 0,-1-1 48 15,1 4-60-15,1 0-124 0,-1 5-16 0,-1 2-60 16,2 5-48 0,-1 7 0-16,0 3-12 0,-1 0-60 0,2 6 60 15,3 1 0-15,0-1-64 16,-4 0 64-16,4 1 12 0,0-5-4 0,0 2 4 15,0-1 8-15,0 0 68 16,4-2-4-16,0 1-8 0,0-1-64 0,0-1 160 16,0-4 208-16,8 4-288 0,-4-3-80 15,0 0-8-15,4 0 8 0,-4-4 0 0,0 1-4 16,4-3-44-16,-5-1 48 0,6 0 0 16,-5 0 84-16,0-2-84 0,0-4-24 15,0 0-48-15,-1-3 72 0,1 0 12 0,1 0-12 16,-1-3-72-16,0-1 12 15,4 1 0-15,-5-3-4 0,5 3-44 16,1 0-36-16,-5-1 144 0,3 1 4 0,-3 3 0 16,0-4 4-16,0 4-4 15,1-3 56-15,-1-3-60 0,0-1 0 0,-4-2 0 16,3 2-48-16,1-6 40 0,0 5 0 16,-4-6-40-16,4 2 44 15,1-4-48-15,-1 0-8 0,0-4 60 0,-1 1-12 0,1-3 4 16,0-1-56-16,0-2 52 15,-4 0 20-15,0-4-8 0,4 0 0 16,-4 1 8-16,0-4 0 0,0-3 4 16,0 0 72-16,0 0-36 0,0 0-36 0,0 0 40 15,0 0-52-15,5 0-172 16,-5 0 72-16,0 0 16 0,0-3-64 0,0 3 12 16,4 0-12-16,-4 0 36 0,3 0-60 15,1-4 148-15,0 4-28 0,4 0 52 16,1 0-8-16,-2 0-4 0,5-3-72 0,0 3-4 15,4 0 80-15,0 0 4 0,0 0 4 16,4 0 4-16,-1 0-4 0,5 0 8 16,4 0 4-16,0-2 36 0,0 2-32 15,4 0-4-15,0-4 0 0,7 4 0 16,-3-3-12-16,1 3 0 0,2 0 4 0,1 0 4 16,-4 0 4-16,4 0-8 15,0 0-4-15,-1 0-4 0,6 0-56 16,-6 0 60-16,5 0-52 0,4 0 48 15,0 0 0-15,-1 0-56 0,2-3 56 0,2-4 4 16,5 4-64-16,-4-3 24 0,4-1 40 16,-5 1 0-16,5 3 0 0,0-3 8 15,0 2 4-15,0 1-8 0,-1 0 64 16,1 0-60-16,0 0 36 0,0 3-44 16,0-3 8-16,-1-1-8 0,5 1-12 0,-1 0-76 15,1-3 16-15,0 3 8 0,-4-4-12 16,4 1-8-16,0 0-4 0,-1-1 80 15,-3 1 8-15,4 3-4 0,0 0 4 16,-1-1 0-16,1 2 0 0,0 2 52 0,3-5-52 16,-3 3 0-16,4 2 0 15,-1-4 4-15,2 4 0 0,-1 0 0 16,-1 0 0-16,1-2-4 0,0-2-4 0,-1 4 0 16,-3-2-8-16,4-3 8 0,-4 5 0 15,3-2 8-15,-3 2 0 0,0-4 56 0,0 1-56 16,0 3 0-16,0-3 44 15,-1 1 28-15,5-2 12 16,-4-3-88-16,4 4 0 0,-1-3-16 0,1-4 12 16,7 4-80-16,-7-3-4 0,7 2-36 0,-2-3-124 15,2 1-16-15,-3 0 92 0,4-1 60 16,-4 1 100-16,3 2-44 16,-3 1 56-16,4-3 52 0,-1 2 8 15,1 1 80-15,0 3-128 0,0-4-4 0,-1 3 52 16,1-1-8-16,4 2-44 0,-5-3 76 15,5-1-84-15,-4 3-12 0,4 2-76 16,-9-4 84-16,5 1-88 0,-5 3 84 0,6-2-56 16,-6-2 64-16,1 4 4 0,-1-5 0 15,1 0-4-15,4 1 4 0,0-1 8 16,-5-2 40-16,6 3-52 16,2-4 0-16,-4 4-8 0,2-4-68 0,-2 4 0 0,0 0 72 15,-2-1-96-15,-5 1 52 16,-1 3 12-16,-3 0 32 0,-4-1 8 15,-1 1 64-15,5 0-4 0,-8 0 24 0,4-1-28 16,-5 2 40-16,1-1-100 16,0-1-12-16,-4 1 12 0,-4 0 0 15,-1 3 64-15,2-3 20 0,-6 3-20 0,-3-3-60 16,0 3 72-16,-1 0-28 0,-3-4-44 16,-4 4-4-16,0 0 0 0,0-3 12 15,-4 3 52-15,0-4-56 0,-4 2-4 16,4-1 4-16,-4 0-4 0,4-1-8 15,-1 2-4-15,2-3 0 0,-5 3 4 0,4-4-72 16,-5 2 64-16,-2 4 0 0,2-2 4 16,-7-3 8-16,0 5 0 15,-4 0 88-15,0-2-4 0,-4 2 56 0,-4 0 8 0,4 0 24 16,-4 0 28-16,0 0-4 0,0-4 16 16,0 4-28-1,0-3-12-15,0 0 12 0,0 1-24 0,0-2-152 16,-4-6-8-16,0 1 0 0,1-1-48 15,-6 1-88-15,1-4 124 0,4 0-60 16,-3 0-4-16,-2-2 32 0,5-1 40 0,0-6-56 16,0 0 48-16,4-8-208 15,0 5 208-15,0-3-112 0,0-4-112 0,4 0 28 0,0 4 192 16,5-4-120-16,-5 3 128 16,-1 4-4-16,1-4-48 0,0 4 56 0,-4 0 0 15,0-2-12-15,0 0-92 0,0-2-4 16,0-3 104-16,0 1-44 0,-4-4 44 15,0-4-240-15,-3-5 136 16,2-1-40-16,-3 1-96 0,4-3 172 0,0 1 72 16,1 2 4-16,-6 6 248 0,5 1-100 15,-4-2-24-15,5 4-12 0,-1 0-100 0,0 5 196 16,-5-3-204-16,5 5 252 0,0-4-204 16,1 2-48-16,-1 0 56 15,4-3 4-15,0 5-64 0,0-4-76 0,0 4 16 0,0-4-4 16,7 3 64-1,1-3-72-15,-3 4-4 0,3-1 64 0,-1 1 12 16,-3 3 12-16,4 0 0 16,-3 2 64-16,-1 4-16 0,-1 0 40 0,-3 3-44 15,4 3-48-15,-4-2 108 0,0-2 24 16,0 2-140-16,4-4-76 0,-4 3-132 16,0-3 204-16,4-1 0 0,-4 1 0 0,4 4-4 15,-4-5 0-15,0 1 8 16,0 3 8-16,0 1 44 0,0-1-4 0,0 3 12 0,0-2-60 15,-4 5 0-15,0-3 64 16,0 1-60-16,0-1 56 0,1 1-60 16,-6-2 16-16,5-1-32 0,-4-2-76 15,1 2 88-15,3 2 0 0,0-3-108 0,-5 7 112 16,5-4 88-16,1 3 76 0,-1 1-152 16,0 3 72-16,0-1-20 0,0 4 8 15,-1-3-20-15,5 3-48 0,-7-4-4 0,3 3-52 16,0-1-56-16,-4-2-116 15,-1 0 76-15,6 1-76 0,-5 4 116 16,-4-4 108-16,4-1 0 0,0 3-4 16,-4-2 4-16,4 4 0 0,0-2 0 0,0-2 0 15,0 2 64-15,0 1-4 16,0-1-60-16,0-2 0 0,-4 3-48 0,0 0-152 0,-3-3 52 16,2 3-64-16,-2-1 200 15,-2-2 12-15,6 3-52 0,-6 3-60 0,2-3 12 0,-1-1 100 16,0 1 0-1,0 3 64-15,0 0-56 0,0-3 4 16,0 0-12-16,0 3-8 0,-4-3-92 0,0 3 88 16,0-3 12-16,1 0 12 0,-5-1-12 15,-8 1-4-15,0 3-48 16,0 0 40-16,-4 0 12 0,-8 0-8 16,5 3 0-16,-10 4 4 0,2-1 0 0,-9 3-56 15,4 1-16-15,-4-4 76 0,1 5-4 0,-5-3 0 16,0-2-60-16,1 1 64 15,-5 0 0-15,0 0 12 0,1-2-12 16,-2 2 0-16,-3-4-8 0,1 1 8 16,-1 2 8-16,-3-4 0 0,-1 2 44 0,-4 3-52 15,0-5-8-15,1 2 0 16,-1-1-80-16,-4 0 76 0,0-1-4 0,1 2 12 16,-1-1-8-16,0 4 4 0,-3-4 8 15,-5 0 0-15,4 0-16 0,-7 4-8 0,-1-1-64 16,0 0 36-16,-3 1-48 15,-1-1-48-15,1 0-92 0,-1 1-228 0,1-4 52 16,3 0 100-16,0 0 88 0,5 0 24 16,-5 0-24-16,0 0 64 0,4 1 76 15,-3-1 88-15,3-3 0 16,-4 3 12-16,1 0 64 0,3 0-76 0,1 1-68 0,-1-1 16 16,4 1 52-16,0-1 64 0,5-1-60 15,-1-2-4-15,1 3-104 16,3-3 104-16,-3 4 76 0,2-4 36 0,2 0-108 15,-1 0 0-15,-3 2 56 16,3 2 28-16,0-1 40 0,4-3-12 0,-3 4 76 16,7-1-28-16,-4 0-164 0,4-1-36 15,1-2 32-15,-1 4 4 0,5-1-12 16,-1-3-96-16,0 3 108 0,4 1 48 16,-3-4-36-16,3 3-24 0,-5 1 24 0,6-4-12 15,0 0 64-15,-1 2-52 0,0 1 80 16,0-3-80-16,4 3 36 15,0-3-48-15,0 4-60 0,1-4-120 16,-1 2 172-16,4-2-68 0,-4 5-24 0,5-3 48 16,-1 2 52-16,0-1 4 0,1 0 0 15,-1-3 72-15,3 2-48 0,2-2 32 0,-1 0-60 16,1 4 228-16,2-4-176 0,2 0-40 16,-2 0 92-16,6 0 60 15,-1 3-164-15,0-3 0 0,0 0 0 0,4 0 0 16,1 0 76-16,3 0-16 15,4 0-20-15,-4 0 36 0,4 0-52 16,4 0 40-16,-4 0-52 0,5 0 52 0,-1 0 48 16,3 0-36-16,1 0 64 0,5 0-140 0,-6 0 8 15,10 0 68-15,-6-3-68 0,2-1 40 16,3 4-32-16,4-2 132 0,-4-1-36 16,5 3-104-16,-2-3 120 0,1 3-4 15,0-4-60-15,5 4-52 0,-1 0 40 16,-5-2 12-16,5 2-12 15,0 0-40-15,4-5 76 0,-4 5-44 0,1 0-44 16,3 0-12-16,0 0 4 0,-4 0 4 16,4 0 4-16,0 0-4 0,0 0-4 0,0 0-68 15,0 0 64-15,0 0-52 0,0 0-12 16,0 0 0-16,0 0-88 0,0 0-88 16,0 0-236-16,0 0-412 15,0 0-600-15,0 0-2617 0,-9 0-3255 16,18 0 6004-16</inkml:trace>
</inkml:ink>
</file>

<file path=ppt/ink/ink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8:14:23.629"/>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002060"/>
    </inkml:brush>
    <inkml:brush xml:id="br2">
      <inkml:brushProperty name="width" value="0.05292" units="cm"/>
      <inkml:brushProperty name="height" value="0.05292" units="cm"/>
      <inkml:brushProperty name="color" value="#FF0000"/>
    </inkml:brush>
  </inkml:definitions>
  <inkml:trace contextRef="#ctx0" brushRef="#br0">4043 4112 9548 0,'-7'-23'816'0,"7"11"705"16,-8-5-601-16,4 2 12 0,-5-4 484 0,-2 6 8 16,-1 1-332-16,0 2-128 0,-4 1-188 15,-4 2-140-15,0 3-124 0,-4 4-72 16,-3 0-76-16,-1 7-84 0,-4 9-156 15,-4 3-112-15,-5 6-12 0,-2 10 0 16,0 4-4-16,-2 5-56 0,-2 7-76 16,3 2-108-16,0 4 88 0,7 1 44 0,6-4 16 15,4 1 24-15,6-8-64 0,14-6 40 0,-2-6 24 16,9-4 8 0,0-9 4-16,13 2 56 0,6-6-44 0,5 1 48 15,8 0 272-15,3 2-52 0,10 2-148 0,-2 0 0 16,-2-1 88-1,2 0 12-15,-7 4-124 0,0 0 36 0,-5-1 16 0,-3 3-92 16,-3 1 68-16,-5 2 97 0,-5 1-125 16,-7 4 36-16,1-3 40 0,-5 6-40 15,-4 2-76-15,0 0 236 0,-13-2-112 16,1 1-72-16,-8-1 36 0,1-4 24 16,-5-3-44-16,-4-7 32 0,0-3-36 0,-4-3-72 15,0-3-8-15,0-4-160 0,-3-1-100 16,-1-5-108-16,-5-4-72 0,6-2 11 15,-1 0 45-15,8-2-84 0,0-4-36 0,9-5-100 16,2 5 0-16,10 0-56 16,3-1-524-16,4 1-904 0,0 0-884 15,4 4-1397-15,3-9-1303 0</inkml:trace>
  <inkml:trace contextRef="#ctx0" brushRef="#br0" timeOffset="408.93">4342 5273 8884 0,'0'0'2225'16,"0"0"-1877"-16,0 0-132 0,80-16 556 16,-56 13 704-16,-12 0-360 0,0 3-172 0,0 0-204 15,-8 6-216-15,0 1-188 0,-4 2-128 16,0 4-8-16,0 10-16 0,-13 2-12 0,2 7-156 15,-9-1-16-15,0 4 0 0,0 0 60 16,-4-4 0-16,9-5-8 0,-2 0-44 16,6-8-8-16,3-1-12 0,3-2-124 15,1-5-64-15,4-4-96 16,4 1 0-16,5-1 96 0,6 0 188 16,2-2 12-16,7 2 136 0,-5-3-124 0,5 0 88 0,0 0 36 15,-5 0 148-15,2 1 136 16,-10 2-124-16,2 4-36 0,-5-1 24 15,-5 3-64-15,1 5 60 0,-4-1 52 16,0 3 20-16,-4 3 4 0,-3-3-100 16,-1 3-16-16,-8 0-32 0,0-3-100 15,0-3-108-15,-5 3 0 0,2-5-216 16,-1-6-188-16,1-2-204 0,-2-1-212 16,1-5-164-16,-4 0-140 0,1-13-652 0,3 0-1060 0,-8-13-2453 15</inkml:trace>
  <inkml:trace contextRef="#ctx0" brushRef="#br0" timeOffset="623.738">5115 4870 14497 0,'0'0'2104'16,"0"0"-1380"-16,0 0-204 0,84-9 220 0,-60 5 428 15,-4 4-704-15,0-3-328 16,-5 3-136-16,6-3-160 0,-5 3-96 16,3-3-200-16,-2 3-216 0,-2 0-316 0,-2 0-648 15,-6 6-1412-15,-7 7-2961 16</inkml:trace>
  <inkml:trace contextRef="#ctx0" brushRef="#br0" timeOffset="816.471">5104 5257 184 0,'0'0'8736'0,"0"0"-5743"0,0 0-745 16,0 0-40-16,0 0-124 0,0 0-328 15,83 10-476-15,-59-10-271 0,0 0-201 16,8 0-168-16,-4-3-180 0,4-4-232 0,-4 1-184 16,0 0-44-16,0-4-120 0,3 1-168 15,-3-1-268-15,4-3-252 0,-4 1-285 16,4-4-1127-16,-9 7-3756 0,5-1-6753 15</inkml:trace>
  <inkml:trace contextRef="#ctx0" brushRef="#br0" timeOffset="1649.894">6788 4371 6048 0,'0'0'1716'16,"0"0"-368"-16,0 0-92 0,-19-73-19 0,11 54-197 15,3 4 4-15,2 2-168 0,-1 0-120 16,0 7-112-16,0 0 8 16,0 3-128-16,4 3-140 0,-4 0-12 15,-1 0-12-15,5 6 8 16,-3 7-96-16,-1 2-124 0,-4 12 12 0,4 3-76 0,-3 9-32 16,-6 9 8-16,1 8-60 0,0 4-4 15,-4 5-8-15,0 4-124 0,1-3 40 16,2-2 44-16,-2-3-20 0,3-7 72 15,3-10-8-15,5-9-32 0,-3-7-60 0,7-8-84 16,0-8-52-16,0-5 4 16,0-1 32-16,0-6-20 0,0 0-44 0,0 0 32 15,4 0 56-15,3 0 88 0,2 0 88 16,3 0 40-16,-1 0-28 16,2 6 124-16,-2 1-48 0,6 2 96 0,-6 10 100 0,6 1 52 15,-2 7-116-15,-3 5 52 16,0 3-124-16,0 7 100 0,0-3-164 0,-8 5-80 0,4 0 72 15,0 0-76 1,-5 1-64-16,6-1-8 0,-5-6 12 16,4 0-16-16,-4-6-60 0,3 0-196 0,-2-7-272 15,3-3-180-15,0 1-116 0,-1-2-348 16,6-4-988-16,-5-4-2701 0,3-4-2794 16</inkml:trace>
  <inkml:trace contextRef="#ctx0" brushRef="#br0" timeOffset="2978.387">7825 4861 8500 0,'0'0'2120'0,"0"0"-703"0,0 0-189 16,39 79-160-16,-22-58-32 0,3-1-272 16,-5-4-320-16,2-3-184 0,-2-7-8 0,5-6-44 15,-4 0-8-15,4 0 24 0,-5-9 0 16,6-1-64-16,-5-6 72 0,0 1-32 15,0-8-192-15,-1-3-8 0,-2-2-4 16,-1 0-132-16,-1-4 12 0,-2-3 24 16,-1 2-60-16,-5 6 24 0,-3-2 36 15,0 3 4-15,0 4 88 0,-7 3 8 16,-2 4 8-16,-6 2 100 0,3 6 80 0,-1 1-40 16,-2 3 36-16,2 3-180 0,-2 0 96 0,-1 0-28 15,0 7 80-15,0 2-56 0,0 4-8 16,0 6-40-16,1-1-48 15,-2 8 0-15,2-1 0 0,2 4-108 16,2-1 108-16,3 5-44 0,-1-2 44 0,5 1 8 16,0 2 104-16,4-1 8 0,0 2 28 15,4-4 0-15,0 1-60 0,5 0-28 0,2-4 100 16,1 0-36 0,1-2-4-16,-2-3 16 0,6-1 48 0,-2-7 0 15,5-2-28-15,-1-6-84 0,2 2-60 16,-1-6-12-16,-1 0-8 0,5-3-4 0,-3 0-108 15,3-3-64-15,-1-6-316 16,1-1-420-16,0-3-728 0,-3 4-2204 16,6-10-2581-16</inkml:trace>
  <inkml:trace contextRef="#ctx0" brushRef="#br0" timeOffset="3151.567">8848 5147 13073 0,'0'0'2660'16,"0"0"-1804"-16,0 0-544 0,0 0-88 0,-15 69 0 15,2-47-12-15,6-3-212 0,-5 3-88 16,0-3-236-16,0 4-412 0,-4-1-360 0,8 1-968 16,0-8-2593-16,-8 11-3938 0</inkml:trace>
  <inkml:trace contextRef="#ctx0" brushRef="#br0" timeOffset="4043.857">10064 4559 9896 0,'0'0'3121'16,"0"0"-1961"-16,0 0-224 0,0 0-68 16,0 0-4-16,0 0 80 0,-76 29 56 0,60-14-248 15,0 1-228-15,4 0-144 0,1 3-76 16,2 4-72-16,5 2-60 0,4 7-28 0,0 2-20 15,4 8-52-15,9 5-60 16,2 5 36-16,5-2-48 0,0 1-4 16,4-4-44-16,4 1-88 0,-4-6-8 15,4-8 12-15,-4-5-52 0,-1-4 96 0,5-6-116 16,-4-9-104-16,0-1-192 0,-4-5-112 0,4-4-76 16,0 0-128-16,0-13-316 15,-5 0-1140-15,-2 0-2245 0,3-12-2631 0</inkml:trace>
  <inkml:trace contextRef="#ctx0" brushRef="#br0" timeOffset="4417.361">10657 4540 9052 0,'0'0'1732'15,"0"0"-651"-15,0 0 391 0,0 0 140 0,17 86-176 0,-13-55-216 16,-4 4-416-16,4 4-324 0,-1-2-64 16,1 5-60-16,-4 2-160 15,4 0-60-15,-4 1-136 0,0 3-48 16,0-4-112-16,0-2-148 0,0-8-280 0,4 2-176 16,0-11-228-16,1-6-376 15,-1-7-956-15,3-5-1745 0,1-7-1663 0</inkml:trace>
  <inkml:trace contextRef="#ctx0" brushRef="#br0" timeOffset="5375.78">11295 4559 8280 0,'0'0'1800'0,"0"0"-947"0,0 0 35 16,0 0 532-16,0 0-124 0,88-6-176 0,-76 14-364 16,-5 6-168-16,6 2-168 0,-9 6-84 0,3 3-160 15,-3 4-48-15,-4 2-128 0,0 5-12 16,-11 2-208-16,3 0-164 0,-5 0-4 15,2-7 76-15,-2 1 128 0,2-3 96 0,3-8 48 16,-4 3 40-16,4-8 52 16,0-4-44-16,4-2 40 0,4-4-32 15,0-3 44-15,0 3 16 0,0-2 12 16,8 2 136-16,4 0 172 0,0 4-148 16,7-7-24-16,-2 3 84 0,7-2-24 0,4-4-24 15,-5 0-100-15,5 0-48 0,4-7-64 16,0 4 76-16,-4-3-52 0,0-1-32 15,-4 1-40-15,0 3-84 0,-5-4-52 16,1 1-84-16,-4 3-260 0,0-3-288 16,-4-1-152-16,-3 4-136 15,-6 0-332-15,1 0-604 0,-4 3-829 0,0-4-2871 0</inkml:trace>
  <inkml:trace contextRef="#ctx0" brushRef="#br0" timeOffset="5777.221">12064 4346 11129 0,'0'0'2776'0,"0"0"-2040"16,0 0-548-16,0 0 4 0,60 67 500 0,-44-42 688 16,0 1-156-16,-1 6-396 0,2 3-304 15,2 0-120-15,1 2-196 0,-3 5-48 0,-2-1-76 16,-3 7-72-16,0-1 64 15,0 4-16-15,-3 1-48 0,-6-2 0 0,1-3 72 16,-4 1-80-16,0-7-4 0,-7 0 0 16,-2-5-48-16,-3-5-72 15,0 1-200-15,0-7-144 0,-3 1-260 16,-2-8-212-16,-3-1-264 0,5-4-836 0,-2-8-2365 16,-2-2-3623-16</inkml:trace>
  <inkml:trace contextRef="#ctx0" brushRef="#br0" timeOffset="6701.83">13168 5181 5652 0,'0'0'5765'0,"0"0"-4061"16,0 0-736-16,0 0-388 0,0 0 228 15,0 0 148-15,0 0-108 0,0 83-264 16,-9-61-276-16,2 1-172 0,-1-1-124 0,0 0 40 16,-4-3-52-16,0 3-44 15,3-3-16-15,-6-3-16 16,7 0-144-16,-4-7-276 0,4 1-152 0,0-4-168 0,1 1-216 15,-2-5-616-15,5 3-1189 0,-8-5-3495 0</inkml:trace>
  <inkml:trace contextRef="#ctx0" brushRef="#br0" timeOffset="7227.426">14299 4734 2660 0,'0'0'7672'15,"0"0"-5959"-15,0 0-445 0,0 0 140 16,0 0-224-16,0 0-280 16,0 0-132-16,0 0-92 0,0 0-200 15,-60 79-60-15,52-47 56 0,4 7-24 0,4 1-132 0,0 8-88 16,4 3-36-16,8 3-76 16,4 0 0-16,5-4-20 0,-2-2-92 0,5-7 4 15,0-2-12-15,0-8 0 0,-1-5-60 16,-2-4 52-16,3-3-140 0,-5-6 76 15,5-4-88-15,0-6-340 0,-3-3-124 0,2 0 0 16,-3-9-276-16,4-7-592 16,-8 3-1028-16,4-15-2957 0</inkml:trace>
  <inkml:trace contextRef="#ctx0" brushRef="#br0" timeOffset="7576.44">14805 4766 9928 0,'0'0'2141'0,"0"0"-965"15,0 0 120-15,0 0-48 0,83-7-144 16,-66 7-236-16,3 0-360 0,-4 2-336 0,4 5-24 16,-1 3-84-16,-3 0-4 0,0 5-52 15,-4 8-4-15,-4 2-4 0,-4 10-48 0,-4 3-88 16,0 6-64-16,-4-2 4 0,-4 2 12 15,-4-2 96-15,4-7 24 0,0-5 64 16,-3-3 60-16,6-8 16 0,1-6-16 0,4-4-56 16,0-6-4-16,0 0-92 15,4 0 92-15,9 1 88 16,2 2 160-16,5-3-40 0,4 3-36 0,1-6-36 16,2 4-96-16,1-1-36 0,3-3-8 15,-3 0-80-15,-3 0-64 0,3 0-72 16,-1-7-448-16,-2 1-528 0,3-7-744 0,-13 4-2289 15,13-7-4679-15</inkml:trace>
  <inkml:trace contextRef="#ctx0" brushRef="#br0" timeOffset="7833.847">15790 5114 10736 0,'0'0'2989'15,"0"0"-2229"-15,0 0-608 0,0 0-64 0,0 0 404 16,7 87 544-16,-7-68 8 0,0 6-644 0,0-3-332 16,-4 3-68-16,1 4-60 0,-6 0-40 15,-3 2-112-15,5-2-48 0,-6-4-312 0,5-9-48 16,5-3-108-16,-1-13-220 15,4 0-568-15,0-10-2833 0,0-15-2151 0</inkml:trace>
  <inkml:trace contextRef="#ctx0" brushRef="#br0" timeOffset="8527.588">15526 4524 2612 0,'0'0'9177'0,"0"0"-7285"16,0 0-1256-16,0 0-156 0,0 0-204 0,0 0 292 15,0 0 624-15,0 0-60 0,96 0-628 16,-68 7-232-16,-4 2-24 15,-4 0-52-15,3 3 12 0,-6-1-12 0,-2 1-48 16,2 1-40-16,-10 3 28 0,1 0-64 0,-3 6 76 16,-5 0-76-16,0 10-72 15,-9 3-4-15,-2 6-80 0,-6 1-28 16,-2-1 16-16,-1 4 8 0,-5-5 16 16,6-1 60-16,-1-7 12 0,0-1 4 15,4-9 44-15,4-3 4 0,4-2-44 0,4-9-8 16,0-4-8-16,4 3-164 0,4-7 172 15,4 3 24-15,8 0 148 0,3-1 144 0,2 2-120 16,7-4-136-16,-4 0-48 0,8 0 60 16,-4 0-68-16,0 0 4 15,-9 0 0-15,5 0 4 0,-8 0 72 0,0 3 0 16,-8 4 28-16,0-1 20 16,0 4 64-16,-8 2 388 0,0 1-87 0,0 6-289 15,0-3-136-15,-4 3-12 0,-4 0-52 16,-8 3-4-16,4-3 0 0,-4 0-4 0,-4 0 4 15,0 4-4-15,-4-4 0 0,-4 3-4 16,4-6-68-16,1-1-72 0,-1-2-40 16,11-7-60-16,2-2 3 15,3-4-63-15,4 0-136 0,4 0-192 0,0 0-128 16,0-4-296-16,0-2-416 0,8 0-624 0,0 3-1064 16,4-10-3245-16</inkml:trace>
  <inkml:trace contextRef="#ctx0" brushRef="#br0" timeOffset="9262.025">16447 4610 11341 0,'0'0'1408'15,"0"0"-756"-15,0 0-268 0,0 0 148 16,67 69 312-16,-54-43 188 0,-2 0-140 0,1 2-396 16,-3 1-200-16,-2-1-148 15,-3 4 40-15,0-1-116 0,-4 4 28 0,0 0 24 16,-4 1-16-16,-4 2-32 15,1-4-64-15,-6-2 0 0,2 0 36 0,-6 0-48 16,6-4-60-16,-6-2-188 0,2-1-268 16,-2-6-92-16,2 0-64 0,2-3-96 15,2-6-328-15,-1-8-760 16,4 3-2141-16,0-5-3779 0</inkml:trace>
  <inkml:trace contextRef="#ctx0" brushRef="#br0" timeOffset="9798.317">17698 5210 9732 0,'0'0'1909'0,"0"0"-937"16,0 0-204-16,0 0 132 0,-24 79 36 16,16-57-56-16,0 3-252 0,0 0-304 15,-4 2-172-15,0 1-140 0,0-6-12 16,-4 4-88-16,4-6-24 0,5-6-236 16,3-1-244-16,0-7-200 0,4-6-196 0,0 0-628 15,0 0-1253-15,0-6-3499 0</inkml:trace>
  <inkml:trace contextRef="#ctx0" brushRef="#br0" timeOffset="10389.557">18733 4714 7340 0,'0'0'1584'16,"0"0"-368"-16,0 0-339 16,0 0 75-16,0 0 304 0,0 0-52 15,0 0-204-15,0 0-272 0,0 0-40 0,0 0-140 16,-56 28 0-16,45-9-20 0,-1 8-120 16,4 5-124-16,0 9 8 0,4 1-44 15,4 4-28-15,0 6 24 0,0 1-36 16,8 2-52-16,0-5-44 0,4-2-16 15,0-4 4-15,0-9-16 0,0-4-84 0,4-5-4 0,-4-3-96 16,4-11-44-16,0 1 20 16,0-7-288-16,-1 0-68 15,6-6 88-15,-2 0-160 0,1-6-164 0,1-6-388 16,-2-5-568-16,-7 2-1224 16,8-14-3037-16</inkml:trace>
  <inkml:trace contextRef="#ctx0" brushRef="#br0" timeOffset="10636.196">19108 4677 11189 0,'0'0'2000'0,"0"0"-832"0,0 0-256 16,0 0 396-16,0 0 120 0,0 0-196 15,0 0-348-15,20 91-312 16,-12-52-168-16,0 2-40 0,-4 3 25 0,0 4-109 15,0 0-112-15,-4 2-124 0,0 1-44 16,0 0-84-16,0-3-60 16,4-4-209-16,-4-9-243 0,4-6-272 0,4-8-96 15,0-10-280-15,4-8-816 0,-5-3-744 16,10-7-2689-16</inkml:trace>
  <inkml:trace contextRef="#ctx0" brushRef="#br0" timeOffset="11007.967">19790 4689 9260 0,'0'0'1901'0,"0"0"-953"16,0 0 244-16,0 0 444 0,0 0-112 0,0 0-256 16,0 0-504-16,0 0-428 0,43 72-152 15,-43-49-48-15,0 3 20 0,-3-1-88 0,-5-3-68 16,3 0-64-16,1-3 56 0,0-3-52 15,0 1 0-15,4-5-100 16,0 4-12-16,0 0 24 0,4 3 72 16,9-3-20-16,-2 3 8 0,1-3 28 15,4-4 8-15,5 1 40 0,-2-4 12 16,1-2 12 0,-1-1-4-16,6 0 56 0,-9-1-52 0,-1 1 100 0,-2-4 108 15,-5 4-36-15,-1 1 52 16,-3 3 56-16,-4 3 16 0,0 1 156 0,0 6 84 15,-7 2-280-15,-9 1-96 0,0-4-76 0,-5 3-96 0,2-5-8 16,-1-3-88-16,0-3-76 16,0-6-216-16,4-2-260 0,-3-3-284 15,2 0-388-15,2-12-892 0,2-1-2489 16,2-15-3179-16</inkml:trace>
  <inkml:trace contextRef="#ctx0" brushRef="#br0" timeOffset="11243.902">20312 4645 5640 0,'0'0'4980'16,"0"0"-2847"-16,0 0-465 0,79 41-320 16,-51-29-280-16,-4 7-220 0,4 0-268 15,-5 4-272-15,1-1-184 0,-3 4-124 0,-6 2-4 0,2 4 0 16,-10 6-8-16,1 4-124 15,-8 2 60-15,0 7 28 0,-4-1-124 0,-11 1 0 0,-2-3 60 16,-2-7 12-16,-9-6-72 0,0-4-324 16,-8-1-380-1,1-8-788-15,7-4-1408 0,-21 5-4133 16</inkml:trace>
  <inkml:trace contextRef="#ctx0" brushRef="#br0" timeOffset="11766.236">21407 5156 9412 0,'0'0'1873'0,"0"0"-961"0,0 0-80 0,0 0 196 16,8 76 124-16,-8-54-68 0,0 3-436 15,-4-1-324-15,-4-3-148 0,1-2-108 0,-2-1-68 16,1 2-88-16,0-7-48 0,5-4-272 16,-5 1-636-16,3-3-708 0,1-1-1372 15,-4-3-3465-15</inkml:trace>
  <inkml:trace contextRef="#ctx0" brushRef="#br0" timeOffset="12342.405">22627 4492 10424 0,'0'0'2633'16,"0"0"-1033"-16,0 0-628 0,0 0 132 0,0 0 28 15,0 0-316-15,0 0-252 16,0 0-232-16,-80 74-64 0,76-52 40 0,0 9 32 16,0 1 28-16,4 9-28 15,0 1-60-15,0 5-64 0,4 1-55 16,0 0-53-16,0-1-8 0,3 1-4 0,-3-4-48 16,5 1-48-16,-1-8 0 0,3 1-72 0,2-6 12 15,-2-6-52-15,6-7-69 0,-2 0-367 16,5-6 12-16,1-4-12 0,2-2-200 15,1-4-88-15,0-3-428 0,4 0-1116 16,-9-3-2305-16,13-10-3111 16</inkml:trace>
  <inkml:trace contextRef="#ctx0" brushRef="#br0" timeOffset="12750.968">23268 4492 7596 0,'0'0'2912'15,"0"0"-931"-15,0 0-753 0,0 0 112 16,0 0-16-16,12 74-168 0,-4-43-116 16,-5 1-204-16,1 6-176 0,1 0-84 0,-1 4-136 15,-4 2-76-15,4 0-96 0,-4 0-111 16,0 1-105-16,0-3-52 15,0-5-12-15,0-2-36 0,0-6-37 0,0-7-39 0,0-6-204 16,8-4-196-16,-1-5-232 0,2-3 60 16,-1-4-56-1,3 0-284-15,-3-4-236 0,5-9-872 0,-6 5-1028 0,6-18-3065 16</inkml:trace>
  <inkml:trace contextRef="#ctx0" brushRef="#br0" timeOffset="13117.515">23886 4489 6004 0,'0'0'5789'0,"0"0"-4545"0,0 0-584 0,0 0 152 15,0 0 300-15,87 9-108 0,-71-2-168 0,4-1-380 16,-4 4-232-16,4 3-28 0,-5 0-72 15,-2 1-120-15,-5 7 0 0,-4 0 8 16,-4 8-12-16,0 3-36 0,-12 2-88 0,-1 2 16 16,2-2 108-16,-5 5 0 15,0-8 8-15,4-2 64 16,0 0 40-16,4-11 220 0,4-1 48 16,1-5-48-16,3-6 0 0,0 1-236 0,3-4-20 15,9 4 156-15,0-5 48 0,8 5-12 0,0-4-24 16,4 0-72-16,-1-3-112 0,1 0-60 15,-3 0-4-15,3-6-104 0,-5 3-236 16,1-8-240-16,-4 3-152 0,4-5-76 16,-4 1-276-16,0-5-1152 15,-1 2-2617-15,2-8-4243 0</inkml:trace>
  <inkml:trace contextRef="#ctx0" brushRef="#br0" timeOffset="13500.187">24782 4359 5472 0,'0'0'4832'0,"0"0"-3095"0,0 0 155 0,0 0 176 16,0 0-344-16,0 0-392 16,0 0-388-16,0 0-212 0,0 0-124 15,0 0-120-15,68 76-63 0,-72-47-121 0,-5-1-40 0,-6 8-56 16,3 2-52-16,-4-7-84 15,0 1-24-15,4-7-36 0,0 0 36 0,5-8-48 16,2-2-8-16,5 2-76 16,0-9 0-16,0 5 0 0,8-3 0 15,0 3 24-15,8-4 0 0,0 1 52 16,4 0-44-16,-4-1 44 0,4-3-76 16,-5 4 12-16,-2-1 64 0,-2 1 0 15,-3 2 8-15,-4 4 12 0,-4 0 60 0,0 4 24 0,0-1-8 16,-12 2-80-16,1-2-8 15,-6-2-88-15,-7-1-92 0,1-1-112 0,-1-5-96 16,-4-1-121-16,0-2-111 16,4-4 68-16,0-3-292 0,5 0-520 15,6-10-1084-15,5-2-2417 0,1-17-4371 16</inkml:trace>
  <inkml:trace contextRef="#ctx0" brushRef="#br0" timeOffset="13790.266">25404 4302 10496 0,'0'0'2237'0,"0"0"-1193"15,0 0-28-15,59 80 168 0,-47-52 44 0,1 7-128 16,-2-1-288-16,-3 4-416 0,4 4-176 15,-8-4 0-15,4 3-88 0,-8 0-32 0,4 1-96 16,-4-2 4-16,-4 2 52 0,-8 3-52 16,-8-1-8-16,0 0-60 15,-3 1-100-15,-9 0 0 0,-1-4-180 16,1-3-116-16,-3-7-84 0,-1-6-152 0,0 2-316 16,4-12-736-16,8-2-1220 0,-8-9-3105 0</inkml:trace>
  <inkml:trace contextRef="#ctx0" brushRef="#br0" timeOffset="14337.037">26328 5073 11373 0,'0'0'2560'0,"0"0"-1272"0,0 0-532 16,0 0 220-16,0 0 252 0,0 0-144 16,-13 74-300-16,6-53-356 0,-1 5-220 0,-4-4-88 15,0 0-120-15,4-3 0 0,0 1-168 16,-4-8-224-16,4 2-364 0,4-3-244 15,-3-1-248-15,3-3-760 0,-1-2-1884 16,5-1-3437-16</inkml:trace>
  <inkml:trace contextRef="#ctx0" brushRef="#br0" timeOffset="14684.102">27217 4346 1108 0,'0'0'12133'0,"0"0"-9929"0,0 0-1540 16,0 0 16-16,0 0 548 0,-84 48-156 15,63-26-200-15,2 4-260 0,3 2-296 16,0 7 0-16,4 7 12 0,4-1-60 15,-4 6-23-15,9 4-89 0,-6 3-12 0,5 3-48 16,0 0-32-16,4 0-60 16,0-7 68-16,0-1 12 0,8-8-20 15,4 0-64-15,0-9-12 0,4 0-36 0,0-10-12 16,4-3-24-16,-1 0-28 16,2-9-164-16,3-1-16 15,0-6-109-15,3 1-183 0,6-4-148 0,-6-4-64 0,5-5-648 16,-8 0-1244-16,4-8-3093 0</inkml:trace>
  <inkml:trace contextRef="#ctx0" brushRef="#br0" timeOffset="19957.008">27778 4594 8324 0,'0'0'1384'0,"0"0"-544"16,0 0 845-16,0 0-673 0,0 0-96 15,12-70-8-15,-4 44-128 0,4-2 164 16,0-4-448-16,0 1-60 16,0 2-28-16,0 7-100 0,-8 2 136 0,4 8 96 15,-4 5 72-15,-4 4-136 0,0 3-156 0,0 0-152 16,0 3-96-16,0 8-20 0,0 1 92 15,0 9-84-15,0 6 64 0,0 8-40 16,0 2-24-16,0 5 124 0,0 5-99 16,0 1-5-16,4 3-76 0,-1 3 64 15,-3 0-68-15,0 0 0 0,0 0-4 16,4-4 4-16,-4-3-60 0,5-5 56 0,-1-7-153 16,0-9-51-16,4-4 136 0,3-10-88 15,-2-5 16-15,2-3-160 16,2-4-172-16,-2 0-172 0,1-11-40 0,4-1-112 15,-8-4-528-15,4-3-1020 0,-4 6-2917 0,-8-12-2783 16</inkml:trace>
  <inkml:trace contextRef="#ctx0" brushRef="#br0" timeOffset="20475.821">28352 4340 13033 0,'0'0'1172'0,"0"0"-1172"0,0 0 0 15,0 0 912-15,96-23 224 0,-73 20-104 16,1 3-484-16,-4 0-252 0,1 0-160 15,-2 0-12-15,-3 7-124 0,0 0 0 0,-9 1-8 16,-2 5 4-16,-5 4-144 0,0 5 136 16,-12 3 0-16,-8 7-60 15,-8 2-188-15,-3 4-48 0,-1 1 44 0,-5-4 264 0,10-7 28 16,-1-2 56-16,8-11-8 16,3 2-72-16,10-8-4 15,-1-3-4-15,8-2-120 0,0-2-64 0,8 5 4 0,8-7 184 16,3 4 60-16,9-2 104 15,0-2-80-15,8 0-68 0,1 0 56 0,-2 0 52 16,-3 3-124-16,0 4 236 0,-4 3 136 16,-5 1-176-16,1 6-72 0,-11-1 36 15,-2 3 52 1,-3 0 68-16,-4 0 16 0,-4 3 36 0,0 1 20 0,-4 3-104 16,-4-5 32-16,-3 2-100 0,-5-2-8 0,0-1-64 15,0-5-8-15,-5 2-16 16,2-8-84-16,3 0-8 0,-4 1-164 15,0-7-20-15,0 0-128 0,4 0-116 0,0-3-204 16,4 0-132-16,5-6-128 0,-2-7-496 16,1 4-1560-16,8-19-3393 0</inkml:trace>
  <inkml:trace contextRef="#ctx0" brushRef="#br0" timeOffset="20841.4">29125 4479 13565 0,'0'0'1460'0,"0"0"-1412"0,0 0 220 0,99-31 724 16,-74 21 244-1,-2 4-336-15,1 0-236 0,0 3-268 0,-4 3-56 16,0 0-144-16,0 0-192 0,-9 9 8 16,2 4-4-16,-9 2-8 0,-4 9-60 0,0 3 60 15,-13 9 48-15,-6 1-48 0,-5 8-8 16,-4 3-112-16,-4-4 20 0,0 1 100 15,4-4 12-15,13-10 88 0,-2-2-28 0,10-7-72 16,3-6-12-16,4-7-84 0,0 1 96 16,8-3 0-16,8-2 168 15,3-1 128-15,13-4 44 0,0 0 112 0,4 0 56 16,4-6-139-16,4 0-129 16,-5-5-80-16,2 5-52 0,-6 0-108 0,-3-1-96 15,0 5-76-15,-8-2-120 0,4 4-37 16,-9 0-191-16,2 0-248 0,-6 0-64 15,2 0-212-15,-6 0-644 0,-2 0-1172 16,-2 0-2949-16</inkml:trace>
  <inkml:trace contextRef="#ctx0" brushRef="#br0" timeOffset="21257.84">30057 4264 8444 0,'0'0'2200'0,"0"0"-1351"16,0 0 983-16,0 0-396 0,0 0-404 16,96 57-192-16,-72-38-28 0,4 7-96 0,-4-1 136 15,3 3-128-15,1 4-284 0,-8 1-344 16,0 0-88-16,-8 3-8 0,-8 2 52 0,-4 3 32 15,0 0-84-15,-12 0-24 0,-4 6-100 16,-8-1 76-16,-3-5-196 0,3-3-24 16,-4-3-248-16,7-9-100 15,2-7-148-15,3-7-32 0,0-9-272 16,4-3-860-16,4-3-2353 0,0-19-3691 0</inkml:trace>
  <inkml:trace contextRef="#ctx0" brushRef="#br0" timeOffset="28544.217">30954 3264 8200 0,'0'0'960'15,"0"0"1777"-15,0 0-2033 0,0 0-500 0,0 0 220 16,-81 50 552-16,70-41 176 0,-1 2-376 16,4-5-256-16,4 3-136 15,0-2-24-15,4 0 52 0,0-5 240 0,0 2-332 16,0-2-60 0,0 2 108-16,4 3 148 0,0-1-140 0,4 0-68 15,4 0 20-15,-1 1 136 0,6 2-164 0,-1-6-151 16,4 4-77-16,0-4-72 0,-1-3-4 15,5 0-68-15,-3 0 63 16,3-3-63-16,4-7-88 0,-5 4-32 0,5-4-64 0,-4 1 60 16,-4 0-72-16,-4 2 96 15,0 1 4-15,-8 2 116 0,-1 2 4 16,-3 2 0-16,0 0 44 0,1 0 4 16,-5 6-8-16,0 0 16 0,0 3-4 15,0 1 144-15,-9 6 20 0,5 3-80 0,-7 3 32 0,-2 3-72 16,-2 8 16-16,-2 0-4 15,-6 9-52-15,3 3 48 0,-8 3-52 0,4 2-4 16,1 0 12-16,-1-1 0 16,3 2 88-16,6-4-52 0,-1-3 60 15,8-5 0-15,0-4 40 0,3-7-28 16,5-6-120-16,0-9-48 0,9-4-96 0,3-6-88 16,8-3 36-16,-5-5-204 15,9-5 56-15,0-6-180 0,1-3-212 0,-6 0 108 16,1 0 144-16,-4 3 100 0,-4 6 336 15,-4 1 36-15,0 3-88 0,-8 6 12 16,0 0 88-16,0 3 160 16,-4 7 212-16,-4-1-100 0,0 4 0 0,0 6 24 15,4-1 0-15,-4 1-88 0,4 4-8 16,0 3-68-16,4-1-8 0,0 0 24 16,0 7 48-16,4 0 12 0,0 3-40 0,0 2 16 15,0 8 60-15,0-1 12 0,-1 4-84 16,2-1 8-1,-1 4-32-15,0-3-16 0,0 0 4 0,4-4-15 0,-5 1-25 0,2-4 4 16,-1-3-52-16,0-3 12 0,0 1-56 16,-4-3 4-16,4-1-4 0,-4 0 4 15,0 0 0-15,0-3 52 16,-4 2-52-16,-4-1 52 0,-1 1 0 0,2-4-12 16,-1 3-48-16,0-5-52 0,0-3 52 15,0-3 64-15,0-6 44 0,0 1-24 16,0-9 84-16,0-2-56 0,-4-3-104 0,0 0 0 15,0 0-4-15,-4 0 8 0,1 0 72 16,-2 0-36-16,2-3-48 16,-6-2-4-16,6 0-8 0,-1 3-72 0,0-5-148 15,0 1-8-15,4-1-100 0,0-2-109 16,0-1-159-16,0-2-4 0,4-1-24 16,-4 1-12-16,1-1-188 0,2 0-492 15,-3-1-904-15,1 9-1584 0,-6 2-1921 0</inkml:trace>
  <inkml:trace contextRef="#ctx0" brushRef="#br1" timeOffset="76882.126">5589 8671 4576 0,'0'0'1744'16,"0"0"-664"-16,0 0 1448 15,0 0-1199-15,0 0-249 0,0 0-276 0,0 0-28 0,0 0 100 16,0 0-32-16,0 0-64 16,-4-47-116-16,4 49-208 15,0 4-8-15,0 5 44 0,0 3-12 0,4 9-184 0,5 5-60 16,-5 8-68-16,-4 5-160 0,3 6 92 15,1 1-100-15,0 3-48 0,-4 0-16 16,4-1-68-16,-4-6-4 0,5-2-84 0,-5-7-296 16,0-6-128-1,4-10-36-15,0-10-80 0,-1-6-424 0,1-3-868 0,0-3-2109 16,4-15-2027-16</inkml:trace>
  <inkml:trace contextRef="#ctx0" brushRef="#br1" timeOffset="77202.107">5992 8753 11297 0,'0'0'1320'0,"0"0"-720"16,0 0-280-16,0 0 200 0,0 0 204 0,76-6 56 0,-65 6-164 16,-2 6-224-16,-5 4-144 15,3 2-24-15,-3 4-100 16,-4 3 12-16,0 7-84 0,0 2-52 0,-4 4-120 15,-7 3 112-15,2-3-92 0,-6 2 48 16,2-5 52-16,2 0 64 0,-1-1 36 0,3-5-52 0,2-1 16 16,7-3-56-16,0-3 104 15,3 0 12-15,14-3-24 16,-2-4 36-16,6-3 48 0,3 0 0 16,4 1-60-16,0-7-36 0,0 0 24 15,-5 0-76-15,5 0-36 0,0-7-124 16,-4 1-72-16,-9-4-300 0,6-2-288 0,-10 2-256 0,2-2-712 15,-9 2-1344-15,-4-2-2733 0</inkml:trace>
  <inkml:trace contextRef="#ctx0" brushRef="#br1" timeOffset="77497.887">5155 8651 1228 0,'0'0'7864'0,"0"0"-6480"0,0 0-443 16,0 0 151-16,0 0 284 0,0 0-160 0,-83 25-500 16,70-2-224-16,6 6-204 0,3 6-76 15,0 6-76-15,4 6 52 0,0 1-40 16,0 3-36-16,4 0-100 0,0-1-24 0,3-2 12 15,6-3-172-15,-5-7 36 16,7-3-140-16,-2-7-224 0,2-2-244 0,5-10-228 16,1-7-564-16,-2-2-645 0,-3-4-2463 15,12-10-772-15</inkml:trace>
  <inkml:trace contextRef="#ctx0" brushRef="#br1" timeOffset="77715.27">6458 8560 11489 0,'0'0'2148'16,"0"0"-1436"-16,48 83-244 0,-32-50 264 0,-4 16 500 16,0-2-476-16,-8 5-260 0,-4-5-124 15,0 3-360-15,-4-2-12 0,-1-7-40 0,-2 0-72 16,-1-2-136-16,-5-8-148 0,2-2-52 15,-1-4 0-15,-4-3-144 0,0 1-500 0,-4-7-516 16,5-1-1373-16,-13 2-2151 0</inkml:trace>
  <inkml:trace contextRef="#ctx0" brushRef="#br1" timeOffset="78768.539">3394 8775 7736 0,'0'0'4281'0,"0"0"-3081"0,0 0-360 0,0 0-28 0,0 0 196 15,-84-6-280 1,72 9-216-16,-3 4-104 0,2 2-72 0,-2 7-76 16,2 4-24-16,6 5-4 0,-1 2-48 15,8 9-36-15,0 2-24 0,0 0-12 16,0 6-40-16,8 0-68 0,3 5-4 0,-2-2-8 15,6-2-116-15,-2-5 116 0,2-1-76 16,6-7-100-16,-2-7 36 0,5-3-52 16,0-5 28-16,-4-2-60 0,4-5-56 0,0-3-268 15,0-7-280-15,0 0-224 16,-1-4-416-16,5-12-916 0,-11 4-2005 16,7-17-2019-16</inkml:trace>
  <inkml:trace contextRef="#ctx0" brushRef="#br1" timeOffset="79000.419">3757 8849 8476 0,'0'0'1848'0,"0"0"-791"15,0 0 303-15,0 0 344 0,11 79-140 16,-11-47-548-16,0 2-496 0,0 8-232 0,0 2-140 15,0 4-148-15,0-1-160 0,0-2-116 0,0-8-244 16,0-1-216-16,0-14-160 16,0-6-508-16,4-7-600 0,1-5-1913 0,7-4-1051 0</inkml:trace>
  <inkml:trace contextRef="#ctx0" brushRef="#br1" timeOffset="79349.1">4127 8791 9020 0,'0'0'1925'15,"0"0"-677"-15,0 0 244 0,0 0 52 0,0 0-120 0,0 0-344 16,0 0-660-16,0 0-356 0,-11 80-64 16,2-52-112-16,1 1-24 15,1 3-212-15,-1-4-100 0,3-3 124 0,1-6 176 16,4-2 24-16,0-2 12 0,0-3-100 0,0 2-120 15,9-1 20-15,2 0 120 16,1-1-32-16,8-2 160 0,0-1 64 0,4 1 0 16,0-4 68-16,-4 0 32 0,-1 0-88 0,2-2 128 15,-5 2 112-15,-4 1-28 16,-1 2 68-16,-6 0-80 16,3 7-12-16,-8 1 64 0,0-3-92 0,0 5-32 15,-4 1-128-15,-9-4 72 0,6 0 0 16,-9-4-84-16,4 1-124 0,-4-3-88 15,0-4-112-15,0 0-188 0,0-6-132 0,-4 0-504 16,4-6-532-16,0-3-1381 0,-11-13-1759 16</inkml:trace>
  <inkml:trace contextRef="#ctx0" brushRef="#br1" timeOffset="79575.868">4342 8801 328 0,'0'0'8188'0,"0"0"-6428"0,0 0-275 16,0 0 279-16,0 0-168 15,0 0-260-15,0 0-368 0,80 75-432 16,-68-55-264-16,0 9-164 0,-4-1-20 16,0 11-88-16,-4 1-8 0,-4 2-228 15,0 2 4-15,0-2 56 0,-8-1-20 0,-1 1-140 16,2-5-264-16,-5-2-64 0,0-3-468 15,0 0-700-15,1-10-1201 0,-10 6-1343 16</inkml:trace>
  <inkml:trace contextRef="#ctx0" brushRef="#br1" timeOffset="80306.37">7020 8693 7748 0,'0'0'2588'0,"0"0"-1167"0,0 0-333 16,0 0 260-16,0 0-160 0,0 0-32 15,-80 67-380-15,72-42-280 0,0 7-116 0,5 2 16 16,3 8-112-16,0-1-40 16,0 7-32-16,7-1-92 0,5 0 16 0,-3 5-24 0,6-1-64 15,-2-6-48-15,2-5-4 16,5-5-108-16,-4-6 16 16,4-10-112-16,-5-6-52 0,6-7-72 0,-1-6-100 15,-1 0-136-15,1-3-140 0,1-13-272 16,-6-3-732-16,2 3-1444 0,-2-20-3261 0</inkml:trace>
  <inkml:trace contextRef="#ctx0" brushRef="#br1" timeOffset="81149.192">7406 8813 1748 0,'0'0'7880'0,"0"0"-6099"0,0 0-897 16,0 0-216-16,0 0 208 0,0 0 328 0,0 0 96 15,0 0-192-15,0 0-492 0,0 0-256 0,-12 77-152 16,12-52-32-16,0 1 8 15,4 5-64-15,-4 1-68 0,4 0 44 0,-4-4-84 0,4 4-8 16,1-3-4-16,-5-1-96 16,4-2-28-16,-1-8-108 0,1 2-252 15,0-8-196-15,0-5-52 0,5-5-320 0,-2-2-640 16,1-9-748-16,0 4-1781 16,4-25-2211-16</inkml:trace>
  <inkml:trace contextRef="#ctx0" brushRef="#br1" timeOffset="81532.081">7901 8676 11281 0,'0'0'1740'0,"0"0"-960"0,0 0-44 0,0 0 8 0,0 0 376 15,0 0 188-15,0 0-504 0,15 77-412 0,-15-58-244 16,0 3-108-16,0 1-40 0,-7 3-12 15,3-1-36-15,0 0 4 0,-1-3 44 16,1 1 0-16,4-5-60 0,0-5-60 0,0 0-56 16,4-3 4-16,9-1-12 15,-6-3-12 1,10-3-104-16,2-3 28 0,1 0 48 16,4 0 112-16,-1 0-36 0,2 0 72 0,-5-3 76 15,-1 3 40-15,1 0-36 0,-3 0 92 0,-6 3 0 0,1 7 128 16,-3-1 0-16,-5 5 48 15,-1 5 100-15,-3-1 36 0,0 5-112 16,0 2-52-16,-7 0-24 0,-6 1 28 16,2-1 192-16,-6 0-124 0,-2 1-144 0,2-7-148 15,-2 0-24-15,-1-6-72 0,3-1-40 16,-2-5-180-16,3-7-248 0,-3 0-244 16,6-10-316-16,-2-6-660 0,6 0-1216 0,1-16-3321 15</inkml:trace>
  <inkml:trace contextRef="#ctx0" brushRef="#br1" timeOffset="81781.509">8510 8721 10616 0,'0'0'1981'0,"0"0"-897"15,0 0-196-15,0 0-44 16,52 67 316-16,-48-48 108 0,3 6-628 0,-2 0-316 0,-1 5-140 15,-4 1-100-15,0 4-72 0,-4 4 0 16,-8-2 36-16,0 2-48 16,-4-1-12-16,-4 0-96 0,0 0 20 0,0-3-96 15,-3-3-76-15,-1-7-120 0,-1-3-68 0,5-6 52 16,5-13-64 0,-2-3-268-16,6-6-1088 0,3-4-1044 0,-8-18-2965 15</inkml:trace>
  <inkml:trace contextRef="#ctx0" brushRef="#br1" timeOffset="82018.554">8729 8506 12105 0,'0'0'2208'0,"0"0"-1412"0,0 0-380 0,0 0-16 16,0 0 80-16,0 0 432 0,80-3-444 16,-60-1-232-16,-5 2-160 0,2-2-76 15,2 1-176-15,-6 0-332 16,2-1-64-16,-2-3-432 0,-2 5-608 16,-3-1-1560-16,-4-4-3537 0</inkml:trace>
  <inkml:trace contextRef="#ctx0" brushRef="#br1" timeOffset="82232.913">9040 8257 9412 0,'0'0'4197'0,"0"0"-2953"16,0 0-628-16,0 0-252 0,0 0 380 15,0 0 744-15,0 71-280 0,0-43-620 0,0 4-292 16,0 0-164-16,0 5-84 0,0 3-48 15,0-3-136-15,0 1-60 16,0-3-316-16,0-4-216 0,0-1-532 0,0-5-680 16,4-10-632-16,0-5-1333 15,-4 3-2043-15</inkml:trace>
  <inkml:trace contextRef="#ctx0" brushRef="#br1" timeOffset="83683.996">9503 8966 5016 0,'0'0'6473'16,"0"0"-4885"-16,0 0-872 0,0 0 572 15,0 0 36-15,82-25 32 0,-57 18-356 16,3 4-312-16,-4 0-220 0,-1-4-228 0,5 4-240 16,-8 0 0-16,0 0-112 15,0 3-180-15,-4 0-76 0,-4 0-480 0,0 0-552 16,-4 6-972-16,-4 4-2045 0,-4 3-2163 0</inkml:trace>
  <inkml:trace contextRef="#ctx0" brushRef="#br1" timeOffset="83865.537">9542 9340 6368 0,'0'0'4344'16,"0"0"-2851"-16,0 0-737 0,0 0 300 0,0 0 108 0,0 0-536 15,96-9-304-15,-65-7-324 0,5-6-276 16,4 0-516-16,0-4-600 16,-12 10-1661-16,12-9-3295 0</inkml:trace>
  <inkml:trace contextRef="#ctx0" brushRef="#br1" timeOffset="84982.244">10609 8826 6308 0,'0'0'1796'0,"0"0"-360"0,0 0-272 16,0 0 185-16,0 0 71 0,0 0-188 0,0 0-336 16,0 0-80-16,0 0-68 0,0 0-76 15,0 0 8-15,-59-38-80 16,55 47-400-16,-4 7-92 0,0 7 4 16,4 5 20-16,0 7 28 0,1 4-24 15,3 5-16-15,0 6-8 0,7 1-72 16,1-3-40-16,0 3-72 0,4-7-76 0,0-2-48 15,-1-7-60-15,6-10-52 0,-6-3-232 16,6-9-324-16,-2-4-168 16,2-9-236-16,3 0-552 0,-5-3-972 0,2-19-2553 0</inkml:trace>
  <inkml:trace contextRef="#ctx0" brushRef="#br1" timeOffset="85382.134">10972 8874 1500 0,'0'0'9449'16,"0"0"-7945"-16,0 0-764 0,0 0 392 15,0 0 168-15,0 0-256 0,0 0-288 16,84-19-232-16,-76 19-80 16,4 0-160-16,-8 0-164 0,4 0-120 0,-4 7 8 0,0-1-8 15,-4 6 172-15,0 4 0 16,0 6-52-16,-4 1-44 0,-4 5-28 0,-5-5 24 15,6-5-8-15,-1 1-4 0,4-5-60 16,4-6-64-16,0 3-132 0,0-5-4 0,4 2 80 16,4 3-16-16,4-2 112 0,4-2 12 15,4 2 12-15,-1 0-56 16,5-2 56-16,-3-1 64 0,-1 1 44 16,-5-1 104-16,2 4 20 0,-6-1-12 0,1 4 24 15,-3-4 64-15,-2 7-88 0,-7-3-12 16,4-1-76-16,-4 4-32 0,0-4-40 15,0 2-60-15,-8-2-36 0,0 1-64 0,0-3-204 16,-4-1-36-16,0 1-64 16,0-7-64-16,-8 0-108 0,5 0-92 0,-2-3-200 15,2-6-412-15,-2-4-548 16,2 4-1040-16,-1-16-2441 0</inkml:trace>
  <inkml:trace contextRef="#ctx0" brushRef="#br1" timeOffset="85699.08">11873 8782 11789 0,'0'0'1932'0,"0"0"-1172"16,0 0 112-16,0 0 172 16,0 0-208-16,0 0-228 0,79 42-312 0,-75-34-136 15,-4 9 160-15,0-2-72 0,0 4-4 16,-4 4-232-16,-3 5-12 15,-1 1-4-15,-1 2-92 0,-2 1 8 0,3-3 28 16,-1-1 0-16,5-5-4 16,-3-1-32-16,7-6-52 0,0-3-52 15,0-4 4-15,11 4 24 0,2-7 172 0,6 1 88 16,5-2-12-16,4-1-4 16,4-1 40-16,4-3 48 0,-1 0 0 0,2 0-72 15,-1-3-64-15,3-4-24 0,-7 1-112 0,0 0-96 16,-4-4-484-16,-4 1-204 15,0-1-296-15,-8 4-844 0,0-7-2817 0</inkml:trace>
  <inkml:trace contextRef="#ctx0" brushRef="#br1" timeOffset="85965.846">12622 8772 11161 0,'0'0'1256'16,"0"0"-604"-16,0 0-168 0,0 0 100 16,0 0 632-16,71 71-60 0,-58-52-520 0,-2-1-324 15,1 8-228 1,-3-1-8-16,-2 7 12 0,1-1-88 0,-8 7-8 16,0 4-68-16,0 5-12 0,0 1-24 15,0 3 4-15,-8 0-4 0,-4-7 24 0,0 1-24 16,-3-4-140-16,-5 3-376 0,-4-6-200 15,-1 4-184-15,-6-4-516 0,7-13-1405 16,-28 13-4379-16</inkml:trace>
  <inkml:trace contextRef="#ctx0" brushRef="#br1" timeOffset="87427.898">13315 8950 11985 0,'0'0'1228'0,"0"0"-184"0,0 0-576 0,0 0 124 15,0 0 316-15,0 0-72 0,0 0 356 16,0 0-332-16,0 0-184 0,84 44-188 0,-56-44-108 16,0 0-172-16,-4 0-136 15,-1 0-72-15,1-2-8 16,-4-5-152-16,1 1 16 0,-6-1-136 16,1-2-408-16,-4 2-344 0,0 1-328 0,-4 3-948 15,-4-3-2301-15,-4 6-2699 0</inkml:trace>
  <inkml:trace contextRef="#ctx0" brushRef="#br1" timeOffset="87583.431">13466 9144 10304 0,'0'0'1929'0,"0"0"-1417"0,0 0-64 16,0 0 584-16,0 0 104 0,0 0-256 0,0 0-404 15,0 0-240-15,84 41-24 0,-60-41-212 16,0-6-60-16,3-4-452 0,1-6-468 0,4 1-436 15,-8-2-892-15,12-5-3249 0</inkml:trace>
  <inkml:trace contextRef="#ctx0" brushRef="#br1" timeOffset="87804.684">14044 8750 11837 0,'0'0'1112'0,"0"0"-232"0,0 0-196 0,0 0 188 16,0 0 272-16,0 0-24 16,-75 74-192-16,70-47-312 0,1 2-128 0,4 0-96 15,0 3-108-15,0 2-40 0,9-2-76 16,-1-1-20-16,-1-1-148 0,1-2 0 0,1 1-196 16,2-4-48-16,-3-6-108 0,1 0-336 15,2-6-408-15,-3-7-252 0,5-3-1208 0,-2-3-2713 16,-3-9-3083-16</inkml:trace>
  <inkml:trace contextRef="#ctx0" brushRef="#br1" timeOffset="88101.939">14315 8826 9460 0,'0'0'2409'16,"0"0"-1573"-16,0 0-236 0,0 0 580 0,88-29 220 15,-69 29-172-15,6 0-248 0,-5 0-304 0,-1 4-220 16,1 2-300-16,1 0-156 0,-6 7-48 15,-2-1-16-15,-2 7 60 0,-3 4-4 0,-4 6-40 16,-4 6-184-16,-4 3 60 16,-8 4 60-16,-4-2 36 0,0 2 64 0,-4-1 8 15,5-3 4-15,-2 1 52 0,10-6 32 0,-1-7 4 16,3-3-76 0,5-4 108-16,0-4 16 0,13-5 24 0,-2 0 0 15,6-4-48-15,2-3 132 0,5-3-36 16,0 0-76-16,4-9-132 15,4-7-236 1,-4-3-20-16,4-7-420 0,-4-2-472 0,-4 0-760 0,-5 2-2200 0,5-9-3913 16</inkml:trace>
  <inkml:trace contextRef="#ctx0" brushRef="#br1" timeOffset="88431.41">15152 8725 10528 0,'0'0'2733'0,"0"0"-1577"0,0 0 20 16,0 0-96-16,0 0-284 0,0 0 56 16,0 0-148-16,0 0-460 0,0 0 40 0,0 0-52 15,0 0-72-15,39 85-52 16,-42-59-96-16,-1 0 0 16,-4-1 52-16,-1-3-64 0,5-3 0 0,4-3-8 0,0 0-140 15,0-1 0-15,0-2-48 16,9 0 52-16,7 3 128 0,0-4 4 0,-1 2-96 15,10-2 8-15,-10 1 28 0,5-5 68 16,0 6-84-16,-8-5 40 0,4 4 48 0,-8-4 48 16,0 4 16-16,0 0 132 0,-8 3 0 15,0 3-60-15,0-4-4 16,-12 5-72-16,0-1-60 16,-4 0 0-16,1-6-364 0,-6-5-192 0,1-1-144 15,1-7-292-15,-1 0-572 0,8-7-1252 16,-8-14-3301-16</inkml:trace>
  <inkml:trace contextRef="#ctx0" brushRef="#br1" timeOffset="88632.461">15610 8725 12597 0,'0'0'1692'0,"0"0"-920"0,0 0-216 0,0 0 160 16,0 0 456-16,60 72-280 0,-56-49-460 15,0 0-300-15,0 2 4 0,-1 6-132 0,-3 4-4 16,0 3 0-16,-3 10-84 0,-9 0-28 16,-4 5-144-16,-4 5-312 15,-4 1-176-15,-8 2-280 0,-3 3-524 16,3-14-1204-16,-28 24-3277 0</inkml:trace>
  <inkml:trace contextRef="#ctx0" brushRef="#br1" timeOffset="102849.429">7832 8662 1084 0,'0'0'1004'15,"0"0"-392"-15,0 0-104 0,0 0-64 16,0 0-80-16,0 0 0 0,0 0 16 0,0 0 180 15,0 0 144-15,-7 2 88 0,7-2-140 16,0 0-408-16,0 0-76 0,-4 0 4 16,4 0 784-16,-4 4 212 0,4-4-472 0,-4 0-335 15,4 0-65-15,-4 0 88 16,-1 0-48-16,1 0-68 0,1 0 0 16,3 0-12-16,-4 0 12 0,0 0 12 0,0 0-12 15,4 0 36-15,-4 0-12 0,4 0 60 16,-4 0 64-16,4 0-12 15,0 0-40-15,0 0-84 0,0 0-56 0,0 0-48 16,0 0-28-16,0 0-84 0,0-4-56 16,0 4-8-16,0 0-52 15,0 0-20-15,0 0-40 0,0 0-40 0,4-2 28 16,0 2 60-16,0-5 64 0,4 3 0 16,-5 2-72-16,6-4-44 0,-5 4 36 15,4-2 80-15,-1 2 76 0,1-4-16 0,1 2-60 16,2-3-8-16,-7 3 0 15,4 2 0-15,1-4-68 0,-5 4 12 0,-1 0-48 0,-3 0-40 16,0 0 16-16,4 0 136 16,-4 0 12-16,0 6 36 0,4 5 104 0,-4-3-100 15,4 6-52-15,-4-2-76 0,0-2 12 16,0 0-24-16,0-1-136 0,0-3-80 16,0 4-100-16,0 0 76 15,0-4-4-15,0 3-72 0,0-2 32 0,0-4 4 16,0 0-104-16,0 0-144 0,0-3-168 15,0 3-149-15,0-3-335 0,0 0-456 16,0 0-412-16,5 3-392 0</inkml:trace>
  <inkml:trace contextRef="#ctx0" brushRef="#br1" timeOffset="162297.44">5147 11592 4272 0,'-8'-3'6180'16,"8"3"-5223"-16,-3 0-457 15,3 0-12-15,-4 0 164 0,4 3 380 16,-5 2 16-16,1 9-16 0,0 1-232 0,-4 5-164 0,8 2-80 15,-3 3 0-15,3 7-76 16,0 3-160-16,0 2-28 0,0 9-84 16,3 1-24-16,1 4-180 0,4 3-4 0,-4 3 0 15,1 0-60-15,-1 3-16 0,-1-2 28 0,-3-7-112 16,4-7-24-16,0-6-108 0,0-9-128 16,5-14-156-1,-2-3-216-15,1-7-352 0,0-5-684 0,0 0-2037 16,4-24-2407-16</inkml:trace>
  <inkml:trace contextRef="#ctx0" brushRef="#br1" timeOffset="162675.772">5654 11884 9020 0,'0'0'5269'0,"0"0"-5141"0,0 0-64 15,0 0-64-15,79-10 392 0,-59 10 340 0,-5 0 60 16,2 0-368-16,-6 0-248 16,6 0-52-16,-9 7-48 0,3-1-76 0,-2 10-12 15,-5 3 8-15,-4 3-132 0,0 3-100 16,0 7-40-16,-13-3 52 16,5-1 44-16,-3-2 136 0,-6 2 40 0,2-6-104 15,-5 4-20-15,-1-3 16 0,6-4 28 16,-1-5 84-16,4 0 112 0,4-5 16 15,5-5 20-15,-2 2-84 0,5-6 24 0,0 3 40 16,5 1 36-16,6 2 184 0,1 3-12 16,4 1-124-16,4-4-24 0,0 4-40 0,4-4 88 15,-4-3 60-15,-1 0-36 0,5-3-188 16,-3 0-72-16,-2 0-100 0,5 0-84 16,-4-6-372-16,0-7-700 15,-8 7-1116-15,4-16-3949 0</inkml:trace>
  <inkml:trace contextRef="#ctx0" brushRef="#br1" timeOffset="162979.307">6462 11881 7536 0,'0'0'4001'0,"0"0"-3473"0,0 0-80 15,0 0 472-15,0 0 396 0,0 0 276 16,0 0-188-16,0 0-612 0,0 0-412 0,0 0-196 15,0 0-184-15,-4 53 0 0,-4-40-48 16,4-3 36-16,-4-1 8 0,4-3-72 0,4 0-44 16,0 1-16-16,0 3 12 15,0-1-84-15,8 3 96 0,5 2 0 16,2 2 24-16,1-4-20 16,4 1-68-16,-4 0 52 0,-1 0 24 0,-2-1 88 15,-5 1 12-15,-1 4 112 0,-3-3-100 0,0 5 128 16,-4 0 8-16,-4 1 0 0,-3-1-52 15,-5 0-68-15,-8-3-28 0,-4 3-272 16,-8 0-100-16,-4-3-276 0,-7-1-568 0,-6 1-1468 16,-7 0-2737-16,13-6-723 0</inkml:trace>
  <inkml:trace contextRef="#ctx0" brushRef="#br1" timeOffset="163364.737">4645 11639 1528 0,'0'0'2996'0,"0"0"1916"16,0 0-2911-16,0 0-1101 0,0 0-248 15,0 0 88-15,-76 86 120 0,53-54-304 16,3 6-264-16,-1 4-192 0,6 2-12 16,-1 7 0-16,0 2 0 0,0 8-12 0,4 5-72 15,4 1 68-15,4 0-60 16,4-1 52-16,0-2-64 0,4-10-136 15,4 0-4-15,8-6-60 0,0-8-104 16,8-1-96-16,4-11-284 0,4-2-988 0,8-10-333 16,3-7-2675-16,-11-9-976 0,28-9 5505 0</inkml:trace>
  <inkml:trace contextRef="#ctx0" brushRef="#br1" timeOffset="163682.926">6893 11753 6748 0,'0'0'4593'16,"0"0"-4105"-16,0 0-336 0,95 44 196 0,-63-27 700 15,-4-1 624-15,4 5-100 16,-4 2-552-16,0 3-300 0,0 2-204 0,0 4-232 15,-9 3-112-15,1 7-28 0,-8-1-32 16,0 3-52-16,-8 3-60 0,-4 0-8 0,0 5 4 16,-4-5-8-16,-4 2-96 0,-8-2 8 15,0 4-72-15,-7-4-24 0,-1 1-24 0,-8-1-40 16,0 1-112 0,-9-3-196-16,-2-3-116 0,0-2-308 15,-6-3-784-15,1-4-1164 0,12-11-3253 16</inkml:trace>
  <inkml:trace contextRef="#ctx0" brushRef="#br1" timeOffset="165219.568">6290 11776 2916 0,'0'0'1720'16,"0"0"3424"-16,0 0-3943 0,0 0-497 0,0 0 28 16,0 0 216-16,0 0 40 15,0 0-216-15,0 0-332 0,0 0-188 16,0 0-28-16,0-9-64 0,4 9-156 0,5 0 148 16,-1 0-104-16,3 0 52 0,6 0 36 15,-6 2-60-15,6 1 48 0,-6 3 40 16,2-1 8-16,-2-3-124 0,1 2-44 15,-3 2 40-15,2-4-36 0,-3 2-4 0,0 3-4 16,0-1 0-16,0-4-60 0,0 5-28 16,-4 3 0-16,-1-4 28 0,2 4-80 0,-1 3 4 15,-4-4 36-15,0 4 12 0,0 3 28 16,0-4-28-16,0 4-76 16,-4-3-76-16,4-1 12 0,-5-1 4 15,2-3-68-15,-1-2-20 16,4 5 20-16,-4-5 12 0,0-4-164 0,0 2-152 0,0 3-4 15,1-1-144-15,-2-4-144 0,1 5-273 16,4-4-1083-16,-4 1-1704 0</inkml:trace>
  <inkml:trace contextRef="#ctx0" brushRef="#br1" timeOffset="166382.063">8139 11795 4984 0,'0'0'184'15,"0"0"1364"-15,0 0 1088 0,0 0-1216 16,0 0-147-16,0 0 31 0,0 0-8 0,0 0-224 16,0 0-404-16,0 0-292 15,-51-12-104-15,38 18-36 0,6 2-36 0,-10 9-76 16,6-1-24-16,-1 3-28 0,0 3-8 16,-4 7-16-16,4 3-36 15,-4 5-8-15,4 5-4 0,0 5-84 0,8-2 68 16,0 2 16-16,4-2 0 0,4-1 100 15,8-2-100-15,4-4 0 0,5 0-100 16,2-6-48-16,1 0-24 0,0-4-212 16,4-3-304-16,0 1-584 0,0-7-1000 0,4 1-1893 15,-13-12-2111 1,17 5 3861-16</inkml:trace>
  <inkml:trace contextRef="#ctx0" brushRef="#br1" timeOffset="167598.129">2139 11862 1736 0,'0'0'2960'0,"0"0"-1632"0,0 0 3076 16,0 0-3091-16,0 0-477 0,0 0-312 15,0 0-28-15,0 0 88 0,0 0-92 16,-83 60 0-16,66-41-148 0,2 6-108 0,-2 0 4 16,2 4 0-16,2 3-52 0,2 0-100 15,-2-1-80-15,2 4 68 0,3-2-72 0,4 0-4 16,0 3-4-16,4 2-44 16,4 0 48-16,12 3 0 15,0 1 4-15,3 3-152 0,5-1 136 0,4 0-128 16,0-5-36-16,-4-1 0 15,4-10-52-15,4 1-36 0,-4-4 64 0,4-3-456 0,0-3-448 16,0 1-548-16,-4-8-1305 0,11 7-3175 16</inkml:trace>
  <inkml:trace contextRef="#ctx0" brushRef="#br1" timeOffset="170195.852">3860 11792 4152 0,'0'0'180'0,"0"0"1696"0,0 0 232 0,0 0-736 15,0 0-416-15,0 0-223 0,88 54 103 16,-72-38-32-16,3 3-164 15,-2 0-236-15,-2 3 68 0,2 3-44 0,-6 0-76 16,2 4-164-16,-5 3-12 0,-5 3-88 16,1 0-36-16,-4 1 36 0,0 1-76 15,-4 1-12-15,-3 0 0 16,-6 0-112-16,-2 4-52 0,-2-8-12 0,-2 2 12 16,-5-2-24-16,4-2-192 15,-8-3-112-15,4-1-220 0,-3-6-208 0,2-3-464 16,1 1-697-16,0-11-971 0,5-2-1984 15,6-5 4840-15,-2-2-663 0</inkml:trace>
  <inkml:trace contextRef="#ctx0" brushRef="#br1" timeOffset="174113.305">8717 11978 1160 0,'0'0'940'0,"0"0"-928"16,0 0 160-16,0 0-172 0,0 0 168 0,0 0 2880 15,0 0-1288-15,0 0-384 0,0 0-576 0,0-6-128 16,0 6 169-16,0 0 83 15,0 0-52-15,0 0-144 0,0 0-144 16,0-3-76-16,0 3-28 0,0 0-52 16,0-3-124-16,8 3-16 0,4-2 92 15,4-2 44-15,4 4-4 0,-1 0-184 0,2 0-88 16,-1 0-72-16,-5 0 96 16,2 6-72-16,-6 0-92 0,2 5 56 0,-5-3-64 15,-1 9-4-15,-3-2-72 16,-4 8 68-16,0 5-4 0,-4 1-148 15,-7 2-76-15,-2 1 12 0,-2-1 36 0,-2-5 92 16,2 0 80-16,-5-1 8 0,-1-2-52 16,2-5 8-16,-5 1 40 0,4-3 4 15,0 0 8-15,4-6-8 0,4 0 8 16,9-5 4-16,-1-1 84 0,0-4-80 16,4 0-4-16,0 0 132 0,8 0-136 15,3 2 0-15,9-2 236 0,5 0 64 16,2 0-28-16,1 0-64 0,3 0-32 0,-3-2 8 15,0-4 0-15,-4 0-176 0,1-1-8 0,-1-3-40 16,-1 1-220 0,1-4-320-16,-4-3-600 0,-4 0-532 0,0 1-1384 15,-4-11-4209-15</inkml:trace>
  <inkml:trace contextRef="#ctx0" brushRef="#br1" timeOffset="174456.064">9402 11900 4396 0,'0'0'7501'0,"0"0"-6501"0,0 0-604 0,0 0 176 15,0 0 112-15,0 0 148 0,0 0 276 16,0 0-336-16,0 0-348 0,0 0-128 16,0 0-196-16,32 47-88 0,-40-30 60 0,1 2 4 15,-1-5-16-15,-1 0-12 16,1-2-48-16,5 2-8 0,3-5-128 15,0 1 40-15,0 2-40 0,3-2-64 0,14-1 52 16,-2 1 136-16,2-1-100 0,6-3 108 16,-3 1-144-16,0-4 136 0,0 3-52 15,0 0 0-15,-5 1 64 0,2-1 60 0,-10 7 40 16,6-4 24-16,-9 5 112 16,-4 0-52-16,0 3-8 0,-4-1-16 0,-9 3-76 0,2-3-12 15,-9-3-72-15,0-1-248 16,-4 1-456-16,-4-7-244 15,0 0-436-15,-4-6-596 0,1 0-2133 0,6-6-3499 16,-10-13 7524-16</inkml:trace>
  <inkml:trace contextRef="#ctx0" brushRef="#br1" timeOffset="174697.382">9969 11772 4548 0,'0'0'8037'0,"0"0"-6929"16,0 0-560-16,0 0-132 0,83 71 480 0,-67-46 372 16,-8 3-176-16,-4 1-376 0,-1 6-212 15,-3 0-132-15,-3 0-152 0,-1 6-176 16,-8 0-44-16,0 4-60 0,-4-5-40 0,-4 2 4 16,1 0-40-1,-9 2-12-15,-4-3-208 0,-5 4-272 0,-6 0-204 16,-1-4-364-16,-4-6-608 0,1-1-1004 15,14-14-3013-15,-22-2 421 0</inkml:trace>
  <inkml:trace contextRef="#ctx0" brushRef="#br1" timeOffset="175700.391">2789 12119 6232 0,'0'0'2636'16,"0"0"-1304"-16,0 0 73 0,0 0-697 0,0 0-84 16,0 0 104-16,0 0 120 15,0 0-164-15,0 0-80 0,0 0-88 0,87-38-152 0,-71 38-228 16,0 0-136 0,-4 6 0-16,0 4-12 0,-5 2-64 15,2 4 4-15,-5 6 56 0,0 7-120 0,-4-3-204 16,0 5 24-16,-4-2 4 0,-4-1 84 0,0 1 76 15,0-7 64-15,-4 1-48 0,0-1 60 16,0-6 76-16,1-2 100 0,2-3 0 16,1-2 0-16,4-6 40 0,4 1-116 15,0-1-24-15,0-3-88 0,0 0-124 16,12 3 148-16,0 4 64 0,4-1 328 16,4-3-100-16,-1 3-104 0,6-3-120 0,-5 1 72 15,4-4-28-15,-5 0-48 16,2-4-4-16,3-2-232 0,-9 0-548 15,1-7-724-15,-4 3-1085 0,4-13-3799 0</inkml:trace>
  <inkml:trace contextRef="#ctx0" brushRef="#br1" timeOffset="176062.727">3354 11989 8188 0,'0'0'1904'0,"0"0"-1104"0,0 0 89 16,0 0 391-16,0 0-172 0,0 0-324 0,0 0-332 16,0 0-300-16,0 0-24 0,0 0 44 0,32 60-72 15,-32-31-100-15,-4-4-4 0,-3 0 0 16,2 0-4-16,1-6-80 0,0 0-36 16,4 1-28-16,0-4-72 0,0 0-104 15,4-3 48-15,8-1-48 0,0 1 96 16,8-4 224-16,0 4 4 15,0-4-52-15,4 1 56 0,-5 0 88 0,5-3 92 16,-3-2 300-16,-6 4-40 0,-2-2-164 0,-2 2-88 16,-7 1 16-16,0 0 100 0,1-2-92 15,-5 3-24-15,0 2 12 0,-5-1-64 16,-3 4 36-16,1 0-72 16,-10-3-100-16,2 2-136 0,-6 1-124 15,-3 0-116-15,1 0-228 0,-9 0-352 0,4-4-412 16,-7 5-912-16,7-8-1889 0,-13 4-2639 15</inkml:trace>
  <inkml:trace contextRef="#ctx0" brushRef="#br1" timeOffset="176788.922">11319 12100 6352 0,'0'0'6353'15,"0"0"-5069"-15,0 0-788 0,0 0-308 0,0 0 696 16,0 0 672-16,0 0-380 0,100-10-168 16,-72 7-444-16,4 0-268 0,-1 0-204 0,1 0-92 15,-4-4-72-15,-5 4-64 0,2-3-36 16,-9 2-340-16,3 2-388 0,-6-2-288 16,-2 1-944-16,-3 3-2365 0,-8 0-3223 0</inkml:trace>
  <inkml:trace contextRef="#ctx0" brushRef="#br1" timeOffset="176945.709">11402 12366 9036 0,'0'0'4413'0,"0"0"-3969"0,0 0-164 0,0 0 0 0,0 0 852 0,0 0 288 16,96 20-368-16,-64-20-508 15,4-7-348-15,4-8-196 0,3-2-84 0,2-2-248 16,2-3-636-16,-3 3-568 0,4 0-880 15,-16 7-2981-15,8-5-2327 0</inkml:trace>
  <inkml:trace contextRef="#ctx0" brushRef="#br1" timeOffset="178001.89">13128 11957 3556 0,'0'0'6008'0,"0"0"-4255"0,0 0-777 0,0 0-208 16,0 0 212-16,0 0 220 0,0 0 24 16,0 0-204-16,0 0-388 0,-80-32-164 15,64 35-12-15,4 10-28 16,-4 3-192-16,1 5-152 0,2 12-84 0,1 5 12 0,1 3 112 16,6 10-40-1,1 5-12-15,0 5-64 0,4 3 0 16,0 3 4-16,8 0 48 0,1-4-52 0,6-6 88 15,5-3 16-15,1-10-8 0,-2-6-104 16,9-3-60-16,0-10-172 0,4 0-60 16,4-6-164-16,-5-5-232 0,5-8-64 0,1-3-504 15,2-3-780-15,-11 0-936 0,8-12-2877 16</inkml:trace>
  <inkml:trace contextRef="#ctx0" brushRef="#br1" timeOffset="183993.268">13539 11906 4480 0,'0'0'796'16,"0"0"2748"-16,0 0-2044 15,0 0-71-15,0 0-145 0,-17 72-76 16,13-49-96-16,-3-1-144 0,3 4-80 0,4 3-208 16,0-1-88-16,4 7-36 0,3 0-76 15,1 3-152-15,0 4-44 0,0-1-64 16,0 1-100-16,0-2-60 15,-4-5-60-15,4-3-84 0,-4 0-24 0,4-10-28 16,-4 0-108-16,0-5-208 0,0-6-104 16,0-1-220-16,4-6-312 0,-4-4-772 0,4-4-1292 15,-1-17-2281-15</inkml:trace>
  <inkml:trace contextRef="#ctx0" brushRef="#br1" timeOffset="184484.152">14327 11767 1632 0,'0'0'9068'0,"0"0"-7899"0,0 0-641 16,84-20 252-16,-60 14 616 15,-1 2-212-15,1-1-376 16,-4 1-248-16,1 1-76 0,-6 3-40 0,-3 0-132 15,0 0-164-15,-4 0-108 0,0 7-32 0,-4 2 56 16,0 3 12-16,0 7 72 0,-4 6-12 0,-4 8-136 16,-4 5-4-16,-4 0-60 15,-4 6-20-15,0-3 8 16,0-6-32-16,4-3 104 0,5-6 4 0,-1-7 48 16,8-7-48-16,-5-2 0 0,5-1-124 15,0 1 76-15,9-1-16 0,2 2-20 0,1-3 44 16,8-4 40-16,4 3 12 0,0-7 88 15,4 0-92-15,4 0 68 0,-5 0-16 16,1 0 16-16,-4 0 32 16,0 0-20-16,-3 0 36 0,-6 6 48 0,2-4 36 0,-6 4-12 15,-3 1 0 1,-4 0 24-16,4-2 24 0,-8 6-36 16,0-5 0-16,0 4 0 0,-3 3 8 0,-6-1-44 15,-7 4-52-15,-4 3-120 16,-4 0-44-16,-8 0-16 0,0 0-72 0,-7-3-100 15,-1 3-220-15,-4-3-112 0,-3 3-84 16,-2-3-16-16,-3 3-40 0,1-3-228 16,3 0 4-16,4 2-1004 0,9-5-608 15,-13 6-2221-15</inkml:trace>
  <inkml:trace contextRef="#ctx0" brushRef="#br1" timeOffset="194281.19">3450 14958 8264 0,'0'0'1564'0,"0"0"-167"0,0 0-961 0,0 0-168 16,0 0 440-16,0 0 604 0,0 0 192 16,0 0-384-16,0 0-336 0,-4 14-240 15,0 3-112-15,4-1-48 16,0 6-100-16,0 6 8 0,0 1-240 15,0 6 108-15,4 7-64 0,0 5 28 16,4 4-112-16,-5 6 0 0,2 4 48 0,-1-1-60 16,0 0-12-16,4-3-36 0,-4-6-172 15,3-4 24-15,-2-8-28 0,7-11-280 16,-5-3-324-16,6-8-364 0,2-5-320 16,2-6-672-16,-2 1-1005 0,9-7-3927 15</inkml:trace>
  <inkml:trace contextRef="#ctx0" brushRef="#br1" timeOffset="195247.497">4135 15249 7264 0,'0'0'1168'16,"0"0"-624"-16,0 0 104 16,0 0 448-16,0 0 153 0,0 0-249 0,0 0-288 0,-88-35-256 15,80 32-76-15,5 0-48 0,-5-3-4 16,0 2-28-16,3 2-60 0,1 2-52 15,1-5-40-15,-1 5 4 0,0 0-8 0,0 0-20 16,4 0 0-16,-4 0 40 16,4 0-4-16,-5 0 28 0,1 0-52 0,4 5-12 15,-3-3-48-15,-1 2-72 0,4-1 0 0,-4 0-4 16,0 3-4 0,4 1-60-16,0-1 52 0,-4 0-44 0,4 4 56 15,0-1 48-15,0 4-48 0,0 1 0 16,0 0 4-16,0 5 36 15,0 4-40-15,0 0-12 0,0-2 8 0,0 2-4 0,4-4-64 16,0-3-80-16,4-1-8 0,-5-5-4 16,6 0 52-16,-1-1-100 0,3-6 12 15,-2 0 8-15,3 1 56 16,-1-4-64-16,2 0 36 0,-2-7 64 0,6-5-40 0,-2-1-148 16,-2-3 20-16,-2 0 56 15,1 0 44-15,0 1 92 0,-4 2 76 16,0 3 0-16,-4 0 0 0,4 8 0 0,-4-1 8 15,0 3 4-15,4 0 280 16,0 5 36-16,0 5 148 0,-4 6-12 16,4 3-8-16,0 3-80 0,-1 0-116 0,-2 5-12 15,-1 1 52-15,4 0 8 0,-4 3-72 16,-4 1-12-16,3 0-4 16,-3 3-60-16,4 0 88 0,-4 0-52 0,0 0-60 15,0-3 36-15,0-4 8 16,0-2-44-16,-4-3-52 0,1-4 16 0,-1-5 8 15,-4 0-8-15,4-5 60 0,-5-2-16 16,2-7-20-16,-1 2-124 0,-5-2-48 16,6-2-124-16,-5-2 12 0,0-5-108 0,4 3 24 15,-4-5 132-15,5 3-36 0,-2-5 76 16,1 1-124-16,-3-5-64 0,2 1-8 16,1 0 192-16,4 1-108 0,4 2-28 15,0 2 80-15,0-1 20 0,0-1-36 16,4 1-64-16,4-1 24 0,-3 3 28 15,3-2-88-15,-1 2 36 16,-3 1-52-16,4 0-112 0,0 2-116 16,0-3-264-16,0 1-280 0,0 0-520 0,4-4-725 0,-8 7-1927 15,8-7-1408-15</inkml:trace>
  <inkml:trace contextRef="#ctx0" brushRef="#br1" timeOffset="195962.785">4561 14754 3980 0,'0'0'5056'0,"0"0"-3880"0,0 0-480 0,0 0-63 16,0 0 355-16,0 0 260 0,0 0-56 0,0 0-372 15,0 0-204 1,0 0-104-16,4 76-64 0,0-41-76 0,5 4-112 15,-5 1 36-15,3 7 36 0,1 5-60 16,1 5-148-16,-1 4-124 0,-5 2-12 16,5-3 12-16,-4-3-88 0,5-2-36 15,-5-14 124-15,-1-4-48 0,1-11 48 0,0-7-8 16,0-5-44-16,0-10-84 0,-4 0 24 16,0-4 52-16,4 0 56 0,0-6 0 15,-4-6-60-15,8-4-208 0,0-4-336 0,0-2 52 16,0-3-300-16,-4 6 792 15,4 0 64-15,-4 6-236 0,3 3 84 16,2 4 104-16,-5 3-80 0,4 3 128 0,-1 3 76 16,2 3 276-16,-1 4-116 0,0 3 96 15,-1 3-8-15,2-1-100 0,-5 1-48 16,0 3-16-16,0-3-36 0,-1 4-112 0,1-5-12 16,0-1-72-1,-4 1-28-15,5-5-76 0,-1-5-48 16,0 2-260-16,0 0-160 0,-1-7-152 0,1 2-596 15,4 2-360-15,5-4-597 0,-10 0-571 16,13 0 68-16</inkml:trace>
  <inkml:trace contextRef="#ctx0" brushRef="#br1" timeOffset="196462.629">5330 15281 5092 0,'0'0'4748'0,"0"0"-4272"0,0 0-424 0,0 0 336 0,0 0 641 15,0 0 339-15,0 0-336 16,0 0-476-16,-84-54-100 16,77 54 108-16,-5 0-188 0,0 3-132 15,0 7-28-15,4 5-216 0,-4 4-56 0,4 7 56 31,0 3 8-31,5 3-8 0,-1-4-16 0,4 1-68 16,0-4-44-16,0-9-36 0,0-3 12 0,7-6-88 0,-3-7 104 16,0 0-28-16,4 0 76 0,4 0 88 0,-4-11 88 0,7 2-80 15,2-4 4-15,-6 4-12 16,6-1-136-16,-6 4-16 0,6 6-24 0,-6 0 176 16,6 3 124-16,-6 3 244 0,1 7-56 31,4 3 40-31,-4 4-48 0,1-2-44 0,-2 4-48 15,-3 3 52-15,4 4-16 0,-8 3 24 0,4 6 88 0,-4 0-4 16,-4 7-60-16,0 2 0 16,-4 1-40-16,-4-4-32 15,1 0-40-15,-2-5 36 16,-3-7 12-16,5-4-60 0,-1-6-28 0,-5-6-20 0,6-6-4 16,-1-4-36-16,-5 0-84 0,6-6 0 0,-5 0-424 15,-1-6-68-15,-2-4 16 0,-1-2 84 16,0-7-76-16,4 0 48 0,0-3-64 15,-1-4-172-15,2 1-68 0,-1 0-688 0,4-5-572 16,-4 2-909-16,4 6-1591 0</inkml:trace>
  <inkml:trace contextRef="#ctx0" brushRef="#br1" timeOffset="196781.083">5390 15079 1684 0,'0'0'8844'0,"0"0"-7443"0,0 0-605 0,0 0 364 15,0 0-336-15,0 0-256 0,92 14-216 16,-76-14-228-16,4-3-48 16,0-3-76-16,-1-4-212 0,1-2-924 15,-3-4-456-15,-6 7-2345 0,1-14-3731 0</inkml:trace>
  <inkml:trace contextRef="#ctx0" brushRef="#br1" timeOffset="196967.579">5717 14805 7776 0,'0'0'3953'16,"0"0"-2929"-16,0 0-28 0,0 0 600 15,0 0-4-15,0 0-376 0,0 0-576 16,0 79-320-16,4-56-108 0,4 2-188 15,0 4-24-15,-5-1-224 0,6 1-268 0,-1-1-768 16,0 0-428-16,-5-5-1256 0,1 2-3285 0</inkml:trace>
  <inkml:trace contextRef="#ctx0" brushRef="#br1" timeOffset="197262.257">6148 14704 11717 0,'0'0'2944'0,"0"0"-2172"0,0 0-384 0,0 0 16 16,-5 87 444-16,5-51 380 0,0 5-404 16,0 4-356-16,5 5-188 0,2 5-44 15,5 6-164-15,4 4-68 0,-4 5 92 0,4 0-48 16,-4 0-48-1,-1 0-12-15,2-3-4 0,-1-4-116 16,-5-2-40-16,2-4 36 0,-1-6-20 0,-4-8-104 16,-1-1-84-16,6-13 12 15,-5-10-88-15,0-7-220 0,-4-8-280 0,4-4-476 16,-4-10-832-16,0-19-3281 0</inkml:trace>
  <inkml:trace contextRef="#ctx0" brushRef="#br1" timeOffset="197440.778">6526 15221 860 0,'0'0'14065'15,"0"0"-12281"-15,0 0-1000 0,0 0 204 16,0 0 204-16,0 0-28 0,0 0-328 0,92-3-495 16,-77-4-265-16,1 1-76 15,5-3-144-15,-6-1-377 0,2 1-295 16,-6 2-248-16,1 0-588 0,-4 7-1364 0,-4 0-2817 15,-4 7-2975-15</inkml:trace>
  <inkml:trace contextRef="#ctx0" brushRef="#br1" timeOffset="197598.816">6578 15459 11521 0,'0'0'1536'0,"0"0"-1384"0,0 0 436 15,0 0 576-15,0 0 236 0,0 0-256 0,0 0-412 0,0 0-104 16,0 0-52-16,92-16-576 0,-77 0-12 15,5 3-540-15,-4-3-248 0,0 1-616 16,0 5-1348-16,0-2-3865 0</inkml:trace>
  <inkml:trace contextRef="#ctx0" brushRef="#br1" timeOffset="198464.314">7522 14744 3392 0,'0'0'5932'15,"0"0"-4019"-15,0 0-629 0,0 0-316 16,0 0 136-16,0 0 56 0,0 0-128 0,0 0-224 15,16 93-176-15,-8-58-80 16,-4 2-24-16,-1 5-72 0,6 5-88 0,-5-2-124 16,0 2-124-16,0 4-44 0,0-1-68 15,-1 2-8-15,5-5-64 0,-3 0-20 16,-1-1-24-16,0-5-28 16,-4-10 0-16,4-2-8 0,-1-9 44 0,1-5-24 15,-4-1-68-15,0-6-180 16,4-1-156-16,-4-4-164 0,0-3-140 0,4 0-156 15,-4 0-272-15,0-3-388 0,5-4-548 0,-5 1-817 16,4-17-2363-16</inkml:trace>
  <inkml:trace contextRef="#ctx0" brushRef="#br1" timeOffset="199156.25">8019 14553 6536 0,'0'0'3992'16,"0"0"-3091"-16,0 0-581 0,0 0-76 16,0 0 716-16,0 0 656 0,0 0-256 15,0 0-668-15,0 0-316 0,9 77-68 16,-5-39-20-16,4 3-28 0,-4 8 100 0,3 1-64 16,-2 1-76-16,-1 3-72 0,0-1-64 15,-4-1-32-15,4 2-52 0,-4-4-64 16,0-6-8-16,0 1-16 0,0-10-20 15,0-9-28-15,0-8-12 16,0-4 24-16,0-11-36 0,0-1-100 16,0-2-40-16,4 0 92 0,-4-2 108 0,3-8-24 15,5 0 124-15,-3-3 132 16,3-6-132-16,-1 1-124 0,6-1-24 0,-5 3-16 16,-1 3 156-16,5 3-140 0,-3 1-16 15,2 5 88-15,-3 1 28 0,1 3-104 16,2 0 152-16,-3 3 56 0,1 8 192 0,2 1 204 15,-3 1-228-15,5 6-4 0,-6 0-8 0,1 0-112 16,0 1 60-16,0 1-72 16,-4-2-88-16,4-3-136 0,-4 0 24 0,3-4-48 15,-3-2-164-15,1-6-288 0,-1 2-428 16,0-6-708-16,0 0-1068 0,0 0-1837 16,-1-10-1023-16</inkml:trace>
  <inkml:trace contextRef="#ctx0" brushRef="#br1" timeOffset="199442.623">8702 14722 11789 0,'0'0'2132'0,"0"0"-1484"16,0 0-380-16,0 0 460 0,0 0 852 16,0 0-364-16,0 0-588 0,7 76-296 15,-3-47-160-15,0 3 60 0,0 9-100 16,9 3-56-16,-6 8-16 0,5 4-36 16,0 8-24-16,0-1-84 0,-4 1 76 15,-1 0-68-15,2-5-20 0,-1 2-200 0,-1-4-292 16,-3-4-176-16,5-4-192 0,-1-5-484 15,-4-12-1232-15,-1 6-3325 0</inkml:trace>
  <inkml:trace contextRef="#ctx0" brushRef="#br1" timeOffset="207280.081">15710 11690 5500 0,'0'0'600'0,"0"0"4409"0,0 0-3609 16,0 0-152-16,0 0 84 15,0 0-112-15,0 0-124 0,0 0-288 0,0 0 16 0,0 0-4 16,63 16-316-16,-39-13-188 16,-3 3-96-16,2-2-64 0,-3 2-32 0,4 1-112 0,-5-2-12 15,-2 2-84 1,-2-1-16-16,-2 1-80 15,-5 3 20-15,-1-1-12 0,-7 7 16 0,0 0-128 0,0 6 16 16,-7-1-52-16,-9 6-12 0,4-2 16 16,-8 0 32-16,0 0 60 0,0-2 64 15,-3-2 36-15,2-2 124 0,-3-2 40 0,0 2 36 16,5-6-28-16,-1 0 16 16,3-4 60-16,9 1-16 0,1-7 28 0,-1 0-12 0,8-3 24 15,0 3 0-15,0-3-88 16,0 0-60-16,12 0 0 15,-1 3 364-15,9-3-56 0,5 0-100 0,2 0 148 0,5 0-124 16,-4 0-40-16,4-3 4 16,-4 0-76-16,0-3-44 0,0 2-76 15,-5-2-124-15,5 0-96 0,-8-4-292 16,5 4-332-16,-6-3-312 0,1-1-892 16,-8 3-2400-16,0-9-4561 0</inkml:trace>
  <inkml:trace contextRef="#ctx0" brushRef="#br1" timeOffset="207529.297">16495 11737 2460 0,'0'0'8477'16,"0"0"-6693"-16,0 0-244 0,0 0-140 15,0 0-32-15,0 0-164 0,83 48-320 0,-71-29-404 16,0 7-188-16,0 2-56 0,-4 4-80 16,-4 6-56-16,-4 3-76 0,0 6-24 15,-8 5-100-15,-8 2-168 0,-4 0-172 0,-3 3-184 16,-9-3-192-16,0 0-300 0,-9-4-412 16,-2 5-996-16,11-17-2881 0</inkml:trace>
  <inkml:trace contextRef="#ctx0" brushRef="#br1" timeOffset="-212016.193">10056 11525 7036 0,'0'0'6025'0,"0"0"-4565"0,0 0-852 16,0 0-228-16,0 0 172 0,0 0 276 0,0 0-368 16,0 0 36-16,64 0-212 0,-41-3-124 15,1 0-24-15,0-4-124 0,-3 4 52 0,-2 0-52 16,5-3-4-1,-7-4-8-15,2 1-80 0,-3-1-92 0,-4 1-348 16,-1-5-312-16,2 3-560 0,-5-3-928 16,-1 2-2097-16,-3-2-1987 0,1 2 5308 0</inkml:trace>
  <inkml:trace contextRef="#ctx0" brushRef="#br1" timeOffset="-211798.273">10382 11201 4104 0,'0'0'1356'0,"0"0"2656"0,0 0-2383 0,0 0-293 0,0 0-12 16,0 0-284-16,0 0-296 0,0 0-216 15,0 0 52-15,0 0 228 0,0 0-240 16,40 82-220-16,-31-50-176 0,-2 3-172 0,1 7-112 16,0-1-48-16,-3 7 12 0,2-4-200 15,-3 0-148-15,4 1-252 0,1-4-192 0,-2-3-576 16,1-3-720-1,0-3-1805-15,1-9-1731 0,-2 2 3892 0</inkml:trace>
  <inkml:trace contextRef="#ctx0" brushRef="#br2" timeOffset="-171544.099">17957 7004 6856 0,'0'0'4321'0,"0"0"-3141"15,0 0-296-15,0 0-568 16,0 0 132-16,0 0 208 0,0 0 216 0,0 0-128 16,20 70-356-16,-20-45-76 0,0 4 84 15,-9 2 52-15,2 1 56 16,3 3-84-16,-4 0-112 0,0 7-36 0,3 5-140 0,2 0-48 16,-1 8-84-16,0 1-76 0,4 8 64 0,-4 2-36 15,0 7 0-15,-5 4 48 0,6 3 48 16,-5 2 12-1,-4 6 16-15,0 2-4 0,0 6 4 16,4 2 8-16,0 0-72 0,0 4 84 0,0 2-96 16,1-2-140-16,3 2 140 0,-5 5 0 15,5 1-112-15,0 2 112 0,1 1-96 0,-1 3 88 16,0-2-68-16,0 6 16 0,-1-2 48 16,5 0-36-16,0 2 40 0,0 1-68 15,0-4 76-15,0 4-12 0,9 0 4 0,-1-1-128 16,-1 1 76-16,6 2-28 15,-5-2-132-15,7 3 0 16,-3 0 32-16,4 3-20 0,-4 2 60 0,4 5-16 16,0 0 92-16,0 2-40 0,-4 0-76 15,4 5 64-15,0-5 64 0,0 4-28 16,4 2 28-16,-5-2 56 0,2 0-96 0,2 2 100 16,1-2-64-16,0 0-24 0,-4-1 24 15,4 4 64-15,0 4 8 0,0-1 28 0,-4 4-28 16,3-2-16-16,2 4-72 0,-1 1 72 15,-1 6-28 1,-2-4 32-16,2 5 4 0,-3-2 0 0,5 1 24 0,-2-3 28 16,1-4-52-16,4-2 0 15,-4-2 0-15,4-5-16 0,-4-4 4 0,-1-2-124 16,-2 0-28-16,3-4-20 0,-8-6 76 16,3 0 56-16,-6-6 52 0,2-4 0 15,-3-8-4-15,5-5-4 0,-6-6-8 16,1-2 16-16,1-7 12 0,-6-7 0 15,5-6 48-15,-8-7-60 0,4 2-24 16,-4-11-24-16,0 1-28 0,0-7 72 16,0-1-60-16,-4-4-212 0,-4-5-64 0,5-3-188 15,-2-3-28-15,1-3 20 16,0-6 104-16,0-4 60 0,0-3 144 0,4-6 100 16,-3-3 116-16,-1-7 0 0,4 1-4 15,-4-7-136-15,4 0-144 0,-5-4-396 16,1-9-301-16,-4-2-3 0,5-4-120 0,-5-10-688 15,-1 8-892-15</inkml:trace>
  <inkml:trace contextRef="#ctx0" brushRef="#br2" timeOffset="-169533.077">17686 6632 9500 0,'0'0'4245'0,"0"0"-3409"0,0 0-256 16,0 0-580-16,0 0 4 0,0 0 224 15,0 0 148-15,0 0-188 0,0 0-188 16,0 0-68-16,0 0 4 16,76 3 16-16,-65 1-28 0,2-4-24 15,-1 0 100-15,3 0 36 0,1-4 128 0,0 4-40 16,-4-6-72-16,4 3 20 0,4-4 44 16,-5 5-64-16,6-5 36 15,3 1 12-15,-4-1-96 0,3 1-4 0,1 3 8 0,4-4 44 16,4 1-4-16,0 0-36 0,4 3-12 15,4-4 8 1,0 1-4-16,-1 3 44 0,6-4-48 0,-2 0-56 16,5 2 56-16,4 2 84 0,0-3-80 15,0-1 68-15,-1 1-68 0,1 2 32 16,0 2-28-16,3-2 124 0,1 1-124 0,0 3 52 16,4 0 64-16,-4 0-108 0,4 0-4 0,0 0-4 15,-1 0-4-15,5 3-4 0,0 1 8 16,3-2-16-16,1 2-24 15,-1-2 32-15,2 2 48 0,2-2-44 0,1 3 52 16,0-3-44-16,-1 2-4 16,5 2 0-16,0-4 0 0,-1 3-4 0,1-3 48 15,0 2-52-15,4-1-48 0,-1 0 40 16,1 0 8-16,0 0-4 0,-1 1 0 0,5-1-8 16,-5 0 0-16,1 0-60 0,4 0 8 15,-5 3 64-15,5 1 64 0,0-4-64 16,-1 0 0-16,1 3 4 0,0-2 8 0,0 2-12 15,-1-3-36 1,1 1-76-16,0-2 112 0,0 1 4 0,-1-3 56 16,5 0-60-16,3 0 0 0,-3 0 88 15,4 0-88-15,-4 0-48 0,3 0 48 0,-3 0 0 16,-1 4 0-16,4-4 40 16,-3 3-40-16,0-3-112 0,0 0 104 0,0 0-44 15,0 0-32-15,3 0 76 0,-4 0 8 0,5 0 64 16,-1-3-64-16,1-1 60 0,4 1-60 15,-5 1-4 1,6-2 4-16,-2 1 0 0,1 0 52 0,-1 0-52 16,1-1-88-16,-1 1 84 0,1 0 4 15,3-3 4-15,2 3 0 0,-2-1-4 0,4-2 0 16,1 0 0-16,3 0 72 0,-3-1-68 16,0 1 0-16,3-1-4 0,1-2 0 15,-1 3-100-15,1-5 100 0,-1 3 8 0,5-2 52 16,-1 3-60-16,1-1-4 0,0 1 0 15,-1 0 8-15,5 1 0 16,0 1-4-16,-1-6-72 0,0 2 68 0,1-1-80 16,4 3 84-16,-1-2 0 0,-3 0 4 15,8-1-12-15,-5 4-24 16,0-4 24-16,1 1-32 0,-1-1 36 0,-3 4-116 0,0-4 32 16,-1 3 84-16,4 2-44 15,-3-4 48-15,4 4 0 0,-5-1 16 0,5 0-8 16,-5-1-8-16,5 1 12 0,-9 3-12 15,5-2-60-15,-1 1 48 16,-3-3-64-16,4 4 76 0,-5-3-80 0,-3 3 72 16,3-4 16-16,-3 5 48 0,-1-2-56 15,-3 1-72-15,3-3 60 0,-3 2-120 16,0-2 32-16,-5-1 96 0,5 1-76 16,0 0 72-16,-5 0-20 0,5-4 28 15,-1 4 12-15,-3-1 40 0,-1-2 16 16,-2 3-68-16,2-1-4 0,-3 1-68 15,-1-4 56-15,1 7-56 0,-1-3 64 16,1 3-44-16,-5-4-24 0,1 5 72 16,-4-3-56-16,0-1 48 0,-1 6 12 0,-4-6-60 15,1 4 60-15,-4-3 8 0,-1 3 48 16,2-5-48-16,-6 4-8 0,5 1 48 16,-5-2-40-16,1 1-4 0,0-4 8 0,0 4 52 15,-1 0-64-15,-3 0-8 16,-4-1-4-16,-4 1 8 0,-8 0 4 15,-21 0 0-15,-14 0 4 0,-17 0 60 16,-4-4-52-16,0 4 80 0,0-3 8 16,0 2-12-16,0-2 16 0,0 0-16 15,0 0-76-15,0 2 76 0,0-2-16 0,0 0 4 16,0 3-28-16,0-1 4 16,0 1-4-16,0 0 4 0,0 3-44 0,0 0 56 0,0 0 48 15,0 0 236-15,0 0-140 16,0 3-72-16,0-3-68 0,0 0-68 15,0 3-48-15,0-3-252 0,0 4-184 16,0-4-560-16,0 3-1228 0,0-3-4469 0,0-13-111 16</inkml:trace>
  <inkml:trace contextRef="#ctx0" brushRef="#br2" timeOffset="-158494.481">19686 7657 2764 0,'0'0'260'15,"0"0"-260"-15,0 0 0 0,0 0 4240 0,0 0-3204 16,0 0-220-16,0 0-76 15,0 0 88-15,0 0-95 0,0 0 103 16,0 0-72-16,-75-66-100 0,67 63-16 16,-5 0-128-16,6 0-104 0,-6-1 60 0,5 4 56 15,1-3-60-15,-1 3-96 0,-1 0-16 16,1 0-52-16,1-3 4 0,3 3-16 16,0 0-24-16,-5 0-64 0,2 0-72 15,-1 0-64-15,0 6-64 16,-4 1-8-16,0 5-8 0,-4 1-36 0,4 3 44 0,-4 3 12 15,4 0-4-15,0 3-8 16,0 0 60-16,0 6-52 0,5 2 44 16,-6 1-52-16,5 8 48 0,-3-1-48 0,6 3 48 15,-3 4-36-15,4 2 40 0,4 0-4 16,0-2 0-16,0-1 28 16,4 1 20-16,4-7-24 0,1 0 28 0,2-5-40 15,6-2 16-15,-2-6 20 0,1-3-24 16,0 0-64-16,0-6-4 0,0 0-4 15,4-2-12-15,-8-6-96 0,4-2 20 16,-1 1 80-16,-2-7-100 0,2 0-320 0,2 0-164 16,-2-2-148-16,2-9-512 0,2-4-1168 15,-3-1-2157-15,-4 0-2387 16,4-6 4484-16</inkml:trace>
  <inkml:trace contextRef="#ctx0" brushRef="#br2" timeOffset="-158136.485">19742 8257 392 0,'0'0'4076'0,"0"0"1004"16,0 0-3375-16,0 0-177 0,0 0-164 0,-8 77-128 15,8-61-80-15,8 3-380 0,-1-6-308 0,2-1-196 0,-1 1-60 16,3-3-40 0,2-3-108-16,2-5 56 0,2-2-8 0,-2 0-36 0,6-2-76 15,-6-12 0-15,1 1-136 16,4-2-24-16,-4-4-76 0,-1-3-24 15,2-1 100-15,-6 2 12 16,2-2 24-16,-5 4 48 0,-4 0 76 0,-1 2 24 16,-3 5 112-16,0-1-48 15,-3 4 100-15,-9 2-16 0,-4-2-72 0,4 6 8 0,-4-3 44 16,0 2-144-16,4 4 84 0,0 0-92 16,-3 0 8-16,2 10 56 15,-2 2-4-15,2 4-56 0,2 0-4 0,3 3 0 16,-5 3-100-16,6-2-24 15,-1 2-48-15,-1-3-136 0,1 0-212 0,5-3-140 0,-1-3-244 16,4-4-492-16,0 1-644 16,0-10-845-16,7 0-2011 0,-3 0 348 0,9-4 4389 15</inkml:trace>
  <inkml:trace contextRef="#ctx0" brushRef="#br2" timeOffset="-157702.452">20108 8128 1812 0,'0'0'928'16,"0"0"1780"0,0 0 1204-16,0 0-2247 0,0 0 3 0,0 0-112 0,0 0-16 15,0 0-336-15,0 0-336 0,36 89-348 16,-36-63-52-16,0-1-160 16,-4 0-100-16,0-3-136 0,4 1-72 0,-3-11-12 15,3-2-84-15,0-4-52 0,0-3 24 16,0-3-24-16,0 0-108 0,0 0-264 15,3-6 224-15,5-7 160 0,0 1-52 16,1-8 4-16,-2 1-16 0,5-4 12 0,-5 2 76 16,6-2 12-16,-1 1 0 15,-4 3 92-15,4 3 0 0,-1 4-4 16,-2 2 0-16,3 0 12 0,-5 8 148 0,1-5 76 16,1 7 100-16,-5 0-100 0,0 0 100 0,3 7 60 15,2 2 20-15,-5 4 4 0,4-1-88 16,-5 7-64-16,-3-3 0 15,4 3-72-15,0 3 12 0,-4-2-88 16,0 2-108-16,0-7-8 0,0 5-80 0,0-7-8 16,0-4-76-16,0-3-84 0,0 1-136 15,0-4-152-15,0-3-256 0,0 0-80 16,0 0-124-16,4 0-204 0,5 0-260 16,-2-3-404-16,5-7-905 15,1-2-1759-15,2-1 1524 0,-2 0 2280 0</inkml:trace>
  <inkml:trace contextRef="#ctx0" brushRef="#br2" timeOffset="-157463.454">20646 8226 4112 0,'0'0'692'15,"0"0"5493"-15,0 0-5069 0,0 0-348 0,5 71 152 16,-5-50 460-16,0 8-84 0,0-4-312 16,0 4-316-16,0 2-136 0,0 1-4 0,4 1-52 15,-1-2-132-15,-3 1-160 0,4 2-76 16,0-2-32-16,-4-1-64 0,0-1-8 15,4-5-4-15,-4 4-4 0,0-7-44 16,0-3-28-16,0 0-20 0,0-3-52 0,-4-4-84 16,0-3-112-16,-3-2-280 15,3-3 92-15,-5-4-36 16,-3 0-240-16,0-6-424 0,-4-8-864 0,0-2-701 0,1-9-2851 16,3 3 600-16,-16-19 4965 0</inkml:trace>
  <inkml:trace contextRef="#ctx0" brushRef="#br2" timeOffset="-157286.908">20574 8029 2388 0,'0'0'1108'0,"0"0"5476"0,0 0-4615 15,0 0-613-15,84-63-556 0,-64 50-268 0,4-4-204 16,-8 6-264-16,0-3-64 0,0 6-380 0,-1-2-580 15,-6 3-444-15,3 1-953 0,-8 4-3479 16,-1 2 2716-16</inkml:trace>
  <inkml:trace contextRef="#ctx0" brushRef="#br2" timeOffset="-155528.735">21360 8122 2252 0,'0'0'1292'0,"0"0"1812"0,0 0-792 0,0 0-800 15,0 0-415-15,0 0 79 16,0 0 136-16,0 0 28 0,0 0-156 0,0 0-436 0,0 0 8 15,-65-39-324-15,54 42-152 0,-5 4-56 16,0 1-4 0,-5 6 12-16,6 5-8 0,-5 3 32 0,4 4-60 15,0-1-24-15,4 6 20 0,0-1-56 16,8 1-72-16,0-2-56 0,4-4-12 16,0-3 4-16,13 0-60 0,-2-6 12 0,5-3 40 15,8-3 0-15,0-3 0 16,0-5-44-16,0-2-20 0,3-7-172 15,-3-7-160-15,0-3-136 0,1-5-232 0,-1-3-356 16,-5-1-724-16,1-7-1220 0,-8 12-3025 16</inkml:trace>
  <inkml:trace contextRef="#ctx0" brushRef="#br2" timeOffset="-155297.465">21602 7636 10704 0,'0'0'2029'0,"0"0"-869"0,0 0-44 0,0 0 168 0,0 0-124 16,0 0-244-16,0 67-312 0,5-36-176 15,-1 7-24-15,3 0-12 0,1 6 12 16,-4 1-88-16,0 3-196 0,1 2-120 16,-5 2 0-16,0-2-48 0,0 1-136 15,0-7-216-15,0-6-200 0,4-9-284 0,3-3-152 16,1-14-520-16,5-3-1136 0,-2-9-2549 15,1 0-1995-15,12-7 6404 0</inkml:trace>
  <inkml:trace contextRef="#ctx0" brushRef="#br2" timeOffset="-154919.933">21985 8057 4876 0,'0'0'808'0,"0"0"4829"0,0 0-4237 15,0 0-152-15,0 0 408 0,0 0 36 16,-67 84-284-16,54-56-328 0,-2 4-248 15,7-4-212-15,-5 0-120 0,6-2-159 16,3-3-173-16,0-4-84 0,-1-6-84 16,5-4-4-16,0-6-92 0,0 0-96 15,0-3-89-15,5 0-83 0,-1 0 144 0,7-3-24 16,2-6-48-16,-2-4 12 16,1-7-100-16,4 2 36 0,0-4-72 0,-4-1-40 0,0 2 76 15,0 1 120-15,-4 7 36 0,0 4 52 16,0 2 72-16,-5 7 88 15,1 0 12-15,1 0 348 0,-1 7 156 0,0 2 16 16,0 4-92-16,0 7-72 16,-4-6-36-16,0 5-52 0,0 0 24 15,0 2-48-15,0-10-120 0,3 3-124 0,-3-5-108 16,4-2-76-16,1-4 16 0,3-1-164 16,0-2-388-16,-1 0-92 0,6 0-116 0,6-9-656 15,-2-7-800-15,7-1-1497 0,-1-4-1043 16,5-4-87-16,-8 6 5011 15</inkml:trace>
  <inkml:trace contextRef="#ctx0" brushRef="#br2" timeOffset="-154582.518">22408 7978 1056 0,'0'0'8128'0,"0"0"-5175"0,0 0-1217 16,0 0-724-16,0 0 108 0,0 0 72 16,-60 65-128-16,40-37-228 0,-1 0-172 15,2 4-88-15,-1-3-16 0,8-4-184 0,0-6-252 16,4 1-124-16,4-12-8 0,4 3-92 0,0-5-32 15,0-4 8-15,4 4-80 16,4-2-116-16,4-1 88 0,4 1 48 16,0-4 28-16,7 0 44 0,1-4 16 15,4-3-52-15,-4-1-84 0,1 2-28 16,-2-1 40-16,-3 0 24 0,-4 4 84 0,-4 3 0 16,-4 0 24-16,0 0 88 0,-4 3 120 15,0 6 216-15,0 2 8 0,-4-3-64 16,0 6 4-16,0 2 20 15,0 3-24-15,0 0-8 0,-4-1-28 0,-4 2-28 16,0-1-44-16,0-4-76 16,0-2-84-16,4 1-12 0,1-9 0 0,-2-2-48 15,1-3-184-15,4 0-400 0,0 0-104 0,0-6-160 16,0-7-340-16,0-6-712 0,0-6-3685 16,4-1-2307-16,12-11 7760 0</inkml:trace>
  <inkml:trace contextRef="#ctx0" brushRef="#br2" timeOffset="-154281.546">22861 7994 8356 0,'0'0'2833'0,"0"0"-565"0,0 0-40 16,0 0-340-16,0 0-592 0,0 0-340 0,-32 77-368 16,21-62-272-16,3 0-120 0,-1 6-88 15,2-7-96-15,-1 3-4 0,4-1-4 0,4 0-4 16,0-4-12-16,0 1-48 0,0 1-12 15,4-6 12-15,4 5-28 16,8-7-32-16,-4 0-4 0,4-2-80 16,3-1-80-16,2 1 40 0,-2-4 12 0,1 0 48 15,-3 3-12-15,-6-3 48 0,1 5 72 0,0-1 16 16,-4 3 48-16,-4-1 8 0,0 0-8 16,-4-4 4-16,0 5-80 15,0 0 40-15,-4 0 48 0,-4-1 0 0,-3 0-12 16,-2 1-296-16,1-1-176 15,-4 0-444-15,-3-3-656 0,-5 4-860 16,-1-1-2117-16,5 0-2167 0,-19 1 6376 16</inkml:trace>
  <inkml:trace contextRef="#ctx0" brushRef="#br2" timeOffset="-150487.32">18714 7267 496 0,'0'0'9668'0,"0"0"-7567"16,0 0-481-16,0 0-480 0,0 0-524 0,0 0 92 16,-48 74-12-16,28-30-124 15,-4 13-188-15,0 9-100 0,-4 4-76 0,0 4-44 16,0 2-68-16,0-7-96 0,4-2 0 15,1-6-72-15,11-14-40 0,0-6 104 0,4-9 0 16,4-9 0-16,4-5-92 16,0 2-60-16,4-8 24 0,8 4-12 15,4 0 12-15,4 3 24 0,4 3-36 16,0 0 84-16,4 1 16 0,0 5 48 16,0 1 0-16,-5 6 192 0,-3 0-132 0,0 6 64 15,-4 0 36 1,-5 4 64-16,-2 3 84 0,-9 2-160 0,0 5-100 0,0 1-48 15,-12 5-4-15,0-1-68 16,0-4-28-16,4-1-72 0,-4-7 72 16,8-7-72-16,0-6-36 0,4-10-56 0,0-6-192 15,4-6-332-15,8-7-632 0,0-6-716 16,8-6-421-16,-4-3-3459 0</inkml:trace>
  <inkml:trace contextRef="#ctx0" brushRef="#br2" timeOffset="-149653.208">24216 7457 8708 0,'0'0'1900'0,"0"0"-303"16,0 0-269-16,0 0-96 0,0 0-24 0,0 0-280 15,0 0-308-15,0 0-88 0,0 0-172 0,0 0-100 16,0 0-140-16,60-33-68 0,-56 47 316 15,-1 12-12-15,-3 9-184 0,-7 9-52 16,-5 7-52-16,-8 7-68 0,1 1-88 16,-6 2-120-16,5-4 64 0,5-6 32 15,2-6 52-15,2-10-16 0,3-4 64 16,3-5-88-16,5-7-20 0,0-4 44 16,0-2-44-16,0-1-128 0,5-2-84 15,3-3 72-15,-1 1 172 0,6 2 40 0,-2 4-16 16,5 2 16-16,-4 3-128 0,0 3 104 15,1 3-56-15,-2 6 128 16,1 2 8-16,-4 2 64 0,4 0 80 16,-4-1-4-16,4 1 88 0,-4-2 72 0,0-5-160 15,-1 0 24-15,2-2 24 16,-5-1 16-16,4-3-28 0,-5 3 12 0,1-2-100 0,0-5 16 16,-4 6-100-16,0-6 36 15,0 1 28-15,0 0-64 0,0-3 36 16,0-3-44-16,0 0 0 0,-4-7-4 15,0-3 0-15,1-3-132 0,-5 0-344 16,4 0-324-16,-5-13-216 0,2-2-572 16,-1 2-1148-16,8-25-2985 0</inkml:trace>
  <inkml:trace contextRef="#ctx0" brushRef="#br2" timeOffset="-149270.044">24794 8101 5792 0,'0'0'6153'0,"0"0"-4721"0,0 0-772 15,0 0-116-15,0 0 468 0,0 0 156 0,0 0-288 16,0 0-484-16,0 0-100 15,0 0-36-15,80 7 60 0,-44-7 60 16,7 0-156-16,5-2-104 0,3-3-20 0,9 5 44 16,9-2 104-16,-2-4 20 15,9 3-24-15,0-4-48 0,-1 4-40 0,1-3-84 0,-4 0 4 16,3 2-64-16,-3-3-4 16,-8 4-8-16,-4-2-4 0,-9 1-44 15,-7 2-28-15,-8-3 28 0,-4-1-60 0,-4 3-16 16,-8 0-72-16,-5 1-96 0,-2-5-172 15,-9 0-148-15,0 1-92 16,-4-4-220-16,0 1-616 0,-8-4-1128 0,-5 1-2849 16,2 2-2203-16,-9-6 7605 0</inkml:trace>
  <inkml:trace contextRef="#ctx0" brushRef="#br2" timeOffset="-149000.804">26017 7778 3220 0,'0'0'6240'16,"0"0"-3035"-16,0 0-2097 0,76 23-436 16,-49-17 316-16,1 4 80 0,0-1-232 0,0 1-8 15,-3 3-308-15,3-5-200 0,-9 6-112 16,1-5-72-16,-1 4-88 16,-6-3-48-16,-5 2-8 0,-8 1-104 0,0 2-220 0,-12 5 184 15,-4-1 52-15,-8 6-40 16,-8-3-60-16,-4 3 84 0,-4-5 100 0,-3-1-76 0,-13-1-160 15,-4-1-60 1,-7-4 36-16,-6 2-204 0,-10-2-440 16,-1-4-812-16,-3-2-2265 0,19-1-2431 0,-36-6 2633 15</inkml:trace>
  <inkml:trace contextRef="#ctx0" brushRef="#br2" timeOffset="-148661.504">24798 7643 3116 0,'0'0'5180'0,"0"0"-3016"0,0 0-683 0,0 0 295 16,0 0-232-16,0 0-828 0,0 0-436 16,0 0-144-16,-96 75-132 0,68-50 72 15,0 7 48-15,5 0-76 16,-1-1-36-16,7 2 84 0,-2-5 20 15,3 7-104-15,4-3 48 0,4-4-60 16,0 2 100-16,8-3 12 0,4-4 0 16,8 2-12-16,4 1 60 0,8-4 28 0,0 3-16 15,8-3 52-15,3 3 84 0,5 1 12 16,4 0-48-16,0-7-4 0,-1 3 76 16,5-3 0-16,1-3-124 0,2 0-120 15,-3-4-100-15,-1-2-144 0,2-4-176 16,-2-3-280-16,1 0-260 0,-4-3-304 0,0 0-932 15,-5 0-2797-15,-11-3-5231 0</inkml:trace>
  <inkml:trace contextRef="#ctx0" brushRef="#br2" timeOffset="-147995.205">28212 7400 3100 0,'0'0'548'16,"0"0"6785"-16,0 0-5297 0,0 0-788 16,0 0-224-16,0 0 460 0,32 64-380 15,-19-22-264-15,2 8-176 0,2 11-136 0,-6 8-40 16,-3 5 24-16,0 4-52 0,-4 6-80 16,-4-2-115-16,0 0-165 0,-12 1-44 15,4-3-56-15,-3-7-72 0,-2-13-28 16,5-10 28-16,4-8-37 0,1-17-39 0,3-6-44 15,0-6-148-15,0-6-148 16,3-2-244-16,1-5-28 0,-4 0 32 16,4-2-276-16,-4-11-760 0,4-7-1188 15,-4-5-2065-15,0 4-987 0,-8-24 4896 16</inkml:trace>
  <inkml:trace contextRef="#ctx0" brushRef="#br2" timeOffset="-147751.482">28236 7597 9068 0,'0'0'2913'16,"0"0"-1505"-16,0 0-860 0,0 0-232 0,0 0 592 15,88-61 292-15,-68 56-316 0,4-2-312 16,0 7-252-16,0 0-124 16,-5 0-60-16,1 7-132 0,-4 3-4 0,-7 5-116 0,-6 1-48 15,-3 9 156-15,-3 4-100 0,-10 6-68 16,-2 3 40-16,-9-1 12 0,-1 2-112 15,1-4-124-15,1-7-88 16,3-2-20-16,0-7-232 0,4-6-412 16,5-3-468-16,-2-5-617 0,5-1-1027 0,8-4-2064 15,0 0 3928-15</inkml:trace>
  <inkml:trace contextRef="#ctx0" brushRef="#br2" timeOffset="-147383.156">28858 7696 5464 0,'0'0'584'16,"0"0"3616"-16,0 0-2667 0,0 0-445 0,0 0 400 0,0 0 216 16,0 0-540-16,0 0-432 15,0 0-312-15,0 0-4 0,-92-13-44 16,72 26-16-16,1 6-184 0,-6 2-52 16,5 9 40-16,5 1 0 0,-2 4 36 0,6 1-40 15,3-8-20-15,-1 1-64 0,9-11-60 16,0-1-12-16,0-8 0 0,9-3-160 15,3-3 16-15,-1-3-164 16,10-3 16-16,3-9-12 0,0-8-40 16,-1-1-88-16,1-5-100 0,0 1 152 0,0-1 116 15,-8 5 104-15,0 4 48 0,-4 4-12 16,-5 7 112-16,2 3 12 0,-5 3 236 0,4 0 112 16,-1 3 160-16,-3 6-4 0,5 1-60 15,-1 7-28 1,-1-3-48-16,-3 5 0 0,0-2-28 0,1 2-12 0,-5-4-96 15,4 2-148-15,0-6-84 0,0 0-84 0,-1-5-88 16,1-3-96-16,-4 1-220 16,4-4-452-16,1 0-56 0,-1-4-732 15,0-5-1440-15,-4 3-4093 0</inkml:trace>
  <inkml:trace contextRef="#ctx0" brushRef="#br2" timeOffset="-147113.578">29176 7678 9024 0,'0'0'1796'0,"0"0"-547"16,0 0 615-16,0 0-272 0,0 0-476 15,0 0-168-15,0 0-380 0,56 69-220 0,-56-41-68 16,0 4-68-16,-8-1-52 0,1 2-100 16,-2-8-52-16,5-3-8 0,0-4-8 0,4-7 0 15,-3-2-52-15,3-5 60 0,0-4 0 16,0 0 108-16,0 0 28 0,3-4 72 15,5-5-48-15,5-4 12 16,2-10-100-16,5-2-72 0,1-7-208 16,2 2-112-16,1-3-180 0,0 2-180 0,0 5-224 15,-1 0-240-15,1 1-648 0,1 6-980 0,-5 4-2985 16,-1-5-170-16</inkml:trace>
  <inkml:trace contextRef="#ctx0" brushRef="#br2" timeOffset="-146132.56">21009 9249 1252 0,'0'0'1420'0,"0"0"6412"16,0 0-6043-16,0 0-525 0,0 0-20 0,0 0 88 16,0 0-140-16,0 0-180 0,0 0-248 15,-4 69-320-15,8-34-76 0,-1-3-52 16,1 0-48-16,1 0-72 0,-1-5-112 15,-4-4-84-15,4-4-64 16,-4-9-56-16,0-1-124 0,0-6-260 0,0-3-168 16,0-3-352-16,-4-6-528 0,0-4-2600 0,-5 1-4181 15</inkml:trace>
  <inkml:trace contextRef="#ctx0" brushRef="#br2" timeOffset="-145985.914">20961 9080 6584 0,'0'0'960'16,"0"0"2212"-16,0 0-1755 0,0 0-293 16,0 0 132-1,0 0-408-15,0 0-560 0,0 0-288 0,0 0 0 16,79-4-756-16,-62 4-652 0,-6 4-1245 0,-3-1-5227 0,5 1 5192 16</inkml:trace>
  <inkml:trace contextRef="#ctx0" brushRef="#br2" timeOffset="-145696.259">21224 9257 1528 0,'0'0'9280'16,"0"0"-8059"-16,0 68-313 16,0-49 568-16,0 6 188 0,0-2-152 15,0-8-512-15,0-2-484 0,0-4-344 16,0-6-72-16,4-3-52 0,-1 0-48 0,6 0-60 0,-1-3 48 16,0-9-224-16,8-4-132 0,-4-3-136 15,4 3-92-15,-4-3 124 0,-1 3 148 16,2 6 64-16,-2 4-4 15,2 3 24-15,-2 3 176 0,1 3 64 16,4 3 432-16,0 7 4 0,0 0-76 16,-4 3 12-16,4 0-48 0,-4-1-16 0,4 4-76 15,-4-3-32-15,-1 4 32 0,2-5-36 16,-2 2-72-16,-3-5-124 0,5 1-172 16,-6-4-408-16,6 4-332 0,-5-7-284 0,7-3-988 15,-6 0-3169-15,10-3-2955 0</inkml:trace>
  <inkml:trace contextRef="#ctx0" brushRef="#br2" timeOffset="-145012.067">22499 8934 836 0,'0'0'1160'15,"0"0"1356"-15,0 0 2728 0,0 0-3655 0,0 0-357 0,0 0 308 16,0 0 76-16,0 0-188 15,0 0-276-15,0 0-140 0,0 0-192 16,-36-38-88-16,32 35-16 0,0-3-239 0,-4 2-77 16,4 1-124-16,-4-1-8 0,0-1-52 15,0 2-32-15,-3-1-64 0,-2 2-24 16,2-3-36-16,-2 5-12 0,-2 0 0 16,3 0-36-16,-4 5-4 15,-5 1-8-15,2 2-60 0,-5 9 52 16,-4 2-40-16,-4 3 36 0,0 4-60 0,-3-1 68 0,-1 7 0 15,4-4-8-15,4 1 12 0,4 0 4 16,0-4 80 0,12 0 0-16,0-6-80 0,4-3-4 15,4 0-8-15,4 0-4 0,0 0-24 16,8-1 36-16,8 2 96 0,3-2-36 0,6-2-52 0,6 0-8 0,9-4-4 16,1 1-4-16,-2 0-40 15,6-4-24-15,-6 3 64 0,1-2 8 0,-5 2-48 16,1 4 48-16,-4-3-8 15,-4 5 8-15,0-2 48 0,-8 6-48 16,0-3 72-16,-4 0-12 0,0 3-48 16,-4-3 36-16,-5 0-40 0,1-1 4 0,-3 1 0 15,-5-3 64-15,0 3-72 0,0-4 8 16,-5 1 36-16,-6 0 4 0,-1 3-52 16,-4-3-8-16,-4 0 4 0,-4-4-68 0,-4 1-40 15,0-1-44-15,-7 0-48 16,-5-5-112-16,-1-4-84 0,2 0-144 0,3-10-125 15,4 0 1-15,1 1-76 16,10-3-124-16,6 5-388 0,2-2-828 16,9 2-1960-16,4 0-3605 0,0-1 4713 15</inkml:trace>
  <inkml:trace contextRef="#ctx0" brushRef="#br2" timeOffset="-144642.427">22773 9464 2800 0,'0'0'1212'0,"0"0"6737"15,0 0-5501-15,0 0-824 16,0 0-284-16,24 89-164 0,-24-63-108 16,0 5-128-16,0-2-340 0,-3 3-188 0,3-4-107 0,0-5-109 0,0-1-88 15,3-3-52-15,1-7-56 16,1-2-8-16,3-3-52 0,-4-5-24 15,3-2-100-15,6 0-193 16,-5-6 133-16,7-7 36 0,2-2 4 0,-2-5-16 16,-2 2-12-16,6-5 24 15,-3 5 124-15,0 1-4 0,0 2 40 0,-4 5 44 16,4 0-4-16,-4 5 8 0,0 1 48 16,0 4 124-16,-5 0 132 0,2 6 52 15,3 7-4-15,-5-1 0 0,1 5-59 0,1 5-49 16,-1 0-52-16,-5 3-120 0,5 1-72 0,-4-4-8 15,1 0-40-15,-1-3-156 0,0-2-345 16,-1-3-595 0,1 0-328-16,4-9-592 0,-3 2-3100 0,-1-7-6177 0</inkml:trace>
  <inkml:trace contextRef="#ctx0" brushRef="#br2" timeOffset="-143209.614">29726 7252 5548 0,'0'0'80'0,"0"0"4644"0,0 0-3179 15,0 0-405-15,0 0 92 0,0 0 68 0,0 0-120 16,0 0-260 0,0 9-372-16,0 13-80 0,0 10 0 0,4 9-40 0,0 7-24 15,-4 5-60-15,5 8-64 16,-1-1-24-16,3 0-100 0,-7 5-32 0,0-5-88 15,4-4-36 1,-4-4-60-16,0-12-4 0,4-8-20 0,0-9 24 16,5-7 48-16,-6-10-48 0,5 0 52 15,0-6 8-15,4 0 0 0,-4 0-44 16,4-9-320-16,-4-4 8 16,0-3-156-16,-4-6-336 0,-4-1-564 0,0-2-1224 0,-4 10-3369 15</inkml:trace>
  <inkml:trace contextRef="#ctx0" brushRef="#br2" timeOffset="-143045.058">29559 7582 7352 0,'0'0'2712'15,"0"0"-575"-15,0 0-833 0,0 0-152 16,0 0 500-16,0 0-172 0,84-26-440 16,-52 20-340-16,4-1-248 0,-1 0-184 0,-3-1-156 15,0 2-112-15,0-5-64 16,-4 3-168-16,-4 1-404 0,-1 0-396 0,-2 0-556 15,-5 5-2204-15,-1 2-3537 0</inkml:trace>
  <inkml:trace contextRef="#ctx0" brushRef="#br2" timeOffset="-142883.604">30201 7597 1812 0,'0'0'9385'0,"0"0"-7449"0,0 0-500 0,-13 86 152 0,6-61-52 16,3 1-204-16,-4-4-488 0,3-3-352 15,1-6-480-15,1-4-12 0,3-2-136 16,0-7-84-16,-4 0-280 0,4 0-548 16,0-3-100-16,0-1-1084 0,0-11-3373 0</inkml:trace>
  <inkml:trace contextRef="#ctx0" brushRef="#br2" timeOffset="-142715.839">30109 7388 4680 0,'0'0'8797'0,"0"0"-6985"16,0 0-1184-16,0 0 364 16,0 0 336-16,0 0-492 0,83-10-392 15,-62 7-324-15,3 3-120 0,-5-3-144 0,-3 0-300 16,5 3-544-16,-2 0-352 0,-3 0-888 16,-4 0-2393-16,-4 13-3743 0</inkml:trace>
  <inkml:trace contextRef="#ctx0" brushRef="#br2" timeOffset="-142448.609">30407 7597 3208 0,'0'0'1864'0,"0"0"2832"0,0 67-3263 0,-3-48 351 16,3 4 132-16,0-7-52 15,0-4-636-15,0-5-488 0,3-5-360 0,1 2-132 16,5-4 44-16,3-4 52 0,0-3-88 16,4-7-256-16,0-5-184 0,-1-4-132 0,6 0-100 15,-6 2-52-15,1-2 36 16,0 1 136-16,-4 6 60 0,-4-3 52 15,-4 4 48-15,-4 2 136 0,0 0 160 16,-4 4 100-16,0 2-24 0,0 7 268 0,-4 0-96 16,4 0-212-16,-8 7-172 15,5 5-16-15,-2 4-8 0,-3 3 124 0,5-3-16 0,-2 3-108 16,1-3-52-16,4-3-144 16,1-4-344-16,-1 3-312 0,0-5-464 15,4 0-1116-15,0-5-2541 0,0-2-3487 0,11-2 8380 0</inkml:trace>
  <inkml:trace contextRef="#ctx0" brushRef="#br2" timeOffset="-142126.538">30794 7543 3740 0,'0'0'8845'16,"0"0"-7089"-16,0 0-1224 0,0 0 412 0,-11 81 696 16,2-60-108-16,1-2-272 0,1 0-368 31,3-3-384-31,4-9-275 0,0-2-233 0,0-1-12 15,0-1-85-15,0-3 9 0,4 0-104 0,3 0-64 0,5-7-72 16,4-5-52-16,0-1 40 16,0-2-16-16,0 1 40 0,0 0-28 0,-1-3 36 0,2 4 12 15,-1 4 88-15,0 2 72 0,-5 1 72 16,6 6 64-16,-6 0 296 0,2 3 36 16,-5 7 88-16,-1 3 8 15,-3 2-132-15,1 2-64 0,-1-2 0 0,0 4-12 0,-4 1 12 16,0-5-16-16,4 1 4 0,-4-3-84 15,0 0-72-15,0-4-64 0,0 0-72 16,0 1-4-16,0-4-176 16,0-3-372-16,0 4-600 0,0-4-192 15,0 0-1504-15,0 4-4273 0</inkml:trace>
  <inkml:trace contextRef="#ctx0" brushRef="#br2" timeOffset="-141471.686">31619 7534 6808 0,'0'0'5849'0,"0"0"-4145"16,0 0-1108-16,0 0-484 0,0 0 268 0,0 0 728 0,-56 85 60 15,49-59-280-15,-2 0-284 0,5-4-188 16,4-7-48-16,0-5-124 0,0 0-84 0,0-7-40 16,0 0 28-16,8-3 12 0,4 0-160 15,0-3-112 1,8-6-132-16,0-7-96 0,0-4-64 16,0-2 36-16,-5 1-64 0,6-3 28 0,-5 9 80 0,-4-1 128 15,-5 3 76 1,1 1 120-16,-8 5 148 0,0 4 224 0,0 0 96 0,-8 0-100 0,1-1-48 15,-5 4-136 1,0 0 48-16,-4 0-112 0,4 7-120 0,-4 3 0 16,0-1 0-16,4 0-48 0,0 1-96 15,4-1-116-15,0 1-452 0,0 0-236 16,0-3-620-16,0 1-2408 0,0-4-3961 16,4-2 3430-16</inkml:trace>
  <inkml:trace contextRef="#ctx0" brushRef="#br2" timeOffset="-141353.363">31794 7610 848 0,'0'0'6612'0,"0"0"-863"0,0 0-4501 0,100 3-456 16,-64-6 480-16,-4-3-152 15,4-4-400-15,-5-2-316 0,1-7-312 16,0-1-92-16,4-1-592 0,-4-5-724 16,-4 1-1072-16,-8 6-2925 0,-1-7-3907 0</inkml:trace>
  <inkml:trace contextRef="#ctx0" brushRef="#br2" timeOffset="-141049.324">32105 7289 6200 0,'0'0'2224'0,"0"0"2225"15,0 0-3377-15,0 0-516 0,0 0 352 0,0 0 564 16,-76 80-308-16,73-58-152 16,-1 0-252-16,4 7-184 0,0 0-164 0,0 3-32 0,0 6-88 15,0 3-88-15,0 1-56 16,0 5-15-16,4 0-61 0,-1 4-60 0,1-3-12 0,0-1 4 15,5 4 0-15,-1 0-4 16,-5 0-4-16,9 0-12 16,-3-4-44-16,-6 1 0 0,9-4-37 0,-8-6-11 15,0-3-4-15,0-7 4 16,0-5 48-16,-4-4-4 0,0-3-8 0,0-7-108 16,0 1-152-16,-4-4-264 0,-4-3 92 15,-4 0 164-15,-4-3-68 0,1 0-108 0,2-6-276 16,-6-3-516-16,-2-10 24 15,1-3-1412-15,-3-7-2569 0,3 4-71 16,-8-19 4748-16</inkml:trace>
  <inkml:trace contextRef="#ctx0" brushRef="#br2" timeOffset="-140196.548">32607 7404 2844 0,'0'0'7852'16,"0"0"-6491"-16,0 0-693 0,0 0 32 0,0 0 648 0,0 0 60 15,79 9-232-15,-66 4-160 16,-1 3-280-16,-5 3-108 16,2 2-104-16,-5 5-72 0,-4 0-48 0,0 0-76 15,0-4-48-15,0 0-99 0,0-2-173 0,0-6-8 16,0 0-4-16,0-9-8 16,0 2-49-16,0-3-11 0,0-4 60 0,0 0-52 15,0 0-80-15,4 0-220 0,0-7-232 0,-1 0 216 16,10-4 232-16,-5-3-24 0,3-2 16 15,2 0-16-15,-2-3 24 0,1 4 100 16,1-5 44-16,-2 8 4 16,2-4 4-16,-2 7 44 0,1-1 40 15,0 0 56-15,0 4 100 0,-4 0-8 16,0 3-40-16,0-1 44 0,-4 1-68 0,-4 3 0 16,4 0 36-16,-4 0 20 0,4 3-44 15,-4 4-64-15,3 1 161 0,6 6-121 16,-5 5-4-16,4 0 0 0,-4 0-44 15,-1 0-52-15,1 3 12 16,5-3-12-16,-5 0 0 0,0 1-56 0,0-1 0 0,-1-1-4 16,1 1 0-16,0 1-4 15,1-5-4-15,-1 2-4 0,0 1-60 0,-4-2-36 16,4 0-52-16,-4 0-92 0,0 1-285 16,0-6-339-16,0 3-100 0,3-4-276 15,5-2-836-15,-8-1-2652 0,9-1-4529 0</inkml:trace>
  <inkml:trace contextRef="#ctx0" brushRef="#br2" timeOffset="-139988.956">33396 7982 116 0,'0'0'14457'0,"0"0"-11829"0,0 0-1452 16,0 0 360-16,0 0-60 0,0 0 125 0,0 0-393 0,0 0-472 15,0 0-400-15,0 0-296 16,0 0-40-16,16 15-168 16,-16-15-168-16,0 0-256 0,0 0-328 0,0 0-240 15,-4-3-717-15,-5 3-2395 0,-2 0-4797 16,19-12 2153-16</inkml:trace>
  <inkml:trace contextRef="#ctx0" brushRef="#br2" timeOffset="-129726.442">25089 7017 11345 0,'0'0'2504'0,"0"0"-1488"0,0 0-436 15,4 67-52-15,-4-34 100 0,0 6 44 0,0 2-300 0,-4 4-136 16,-5-1-172-16,-2 1-64 16,-1-7-12-16,4-3-76 0,0-7-12 0,4-6-12 15,0-5 0-15,0-10 40 0,4-3-16 16,0 0-24-16,0-4-100 0,4 0 168 0,0 0 44 15,4 0 0-15,4-8-76 16,0-6 76-16,4 2-8 16,0-8 8-16,-5 5 48 0,6-2-44 0,-6 5-4 15,-2 2 0-15,2 4-4 0,-7 3 4 16,4 3 88-16,-4 0 160 0,1 0 40 0,-1 6-104 16,-1-3-36-16,1 4 88 15,-4 2-52-15,0 1 28 0,0 3-76 0,-4-1-12 16,1-3-28-16,-6 5-20 15,1-2-4-15,0-2 40 0,1-4-28 0,-6 3 52 0,5-2-40 16,-7-4-80-16,2 4-16 16,-2-7-72-16,-1 0-368 0,4 0-68 15,0 0-72-15,4-3-224 0,0-8-288 0,4 1-776 16,4-1-1357-16,0-6-2179 0,4 5 1540 16,4-6 2229-16</inkml:trace>
  <inkml:trace contextRef="#ctx0" brushRef="#br2" timeOffset="-129543.266">25340 7388 4016 0,'0'0'560'0,"0"0"6389"0,0 0-4917 16,0 0-496-16,0 0-204 0,0 0-24 0,4 73-172 16,-4-63-400-16,-4-3-468 0,0-3-268 15,0 0-64-15,-4 2-56 0,4-2-212 0,-4-4-516 16,0 0-256-16,0 0-1052 0,0 0-3361 15,4-7-3807-15,0-4 8960 0</inkml:trace>
  <inkml:trace contextRef="#ctx0" brushRef="#br2" timeOffset="-129399.937">25391 7217 1420 0,'0'0'144'0,"0"0"8260"0,0 0-6319 0,0 0-309 16,0 0-4-16,0 0-604 0,0 0-572 15,0 0-596-15,80 7-24 0,-68-7-1000 16,0 0-764-16,4-5-2453 0,-8 3-5259 16,8 2 9316-16</inkml:trace>
  <inkml:trace contextRef="#ctx0" brushRef="#br2" timeOffset="-129182.956">25766 7461 3724 0,'0'0'576'0,"0"0"6193"0,0 0-4157 0,-12 70-664 0,12-48-480 16,-4 0-328-16,0 4-168 16,4-3-164-16,-4 2-244 0,0 0-224 15,1 0-72-15,-6-2-112 0,1-4-72 0,4 0-84 16,-3-4-12-16,3-5-40 0,-1-4-8 0,1-3 48 16,0-3-72-16,0 0-308 0,-3 0-436 15,-6-3-104-15,5-6-388 0,-7-7-780 16,2 0-1084-16,2 0-2853 0,-2-12 209 15</inkml:trace>
  <inkml:trace contextRef="#ctx0" brushRef="#br2" timeOffset="-129033.13">25766 7103 4560 0,'0'0'7709'0,"0"0"-6189"0,0 0-280 15,0 0 544-15,0 0-344 0,80 6-528 16,-68-6-628-16,3 2-284 0,-2-2-552 15,2 0-560-15,-3 0-896 0,4 0-4693 16</inkml:trace>
  <inkml:trace contextRef="#ctx0" brushRef="#br2" timeOffset="-114252.304">18005 12452 3152 0,'0'0'768'0,"0"0"4764"0,0 0-4268 16,0 0-39-16,0 0-329 0,0 0-156 15,0 0 160-15,0 0 48 0,0 0-28 0,0 0-136 16,-5-3-116-16,10 3-96 16,-1 0-204-16,0 0-172 0,3 0-196 15,6 0 100-15,2 0 24 0,10 0-116 0,2 0-8 0,1 0-4 16,4 0-48-16,4 0 40 0,4 0 0 15,4 0-48-15,3 0 52 16,5 0 8-16,8 0-4 0,4 0-4 16,0 3 4-16,7 1 4 0,5-2 0 15,3 2 0-15,1-1 0 0,12 0 0 16,0 0-52-16,7 0 4 0,0-3 40 0,10 0-4 16,1 0 0-16,6 0 8 0,8-3 4 15,-1 0 4-15,8-3 8 0,2 2 0 0,6-5 60 16,-3 3-72-16,3-1-24 15,4 1 12-15,5-1 0 0,-1 0 12 16,4 5 4-16,4-4 8 0,1 2 0 0,4-3-12 16,-1 5-12-16,0-4 0 0,1 0-80 15,3-1 88-15,5 0 0 0,2-2 4 0,-2 2 0 16,-1 1 0-16,1 0-92 0,-1-3 8 16,1-1 84-16,-1 3-12 0,0-2-40 15,1 0 52-15,2-1 12 0,-2 1-12 0,-1-1 0 16,1 4-12-1,-1-4 8-15,1 4 4 0,-5-3 8 0,4 2-4 0,1 0 32 16,-5 5-36-16,0-5-60 16,-3 4 60-16,3-4 0 0,0 5 0 15,-4-5 48-15,5 1-36 16,-4 0-4-16,-1 2-8 0,-4-6-8 0,4 5 0 0,-3-2 8 16,-1-3 12-16,0 4 40 0,1-3-44 15,-5-1-8-15,-3 0-40 0,-1 1 24 16,1-4 8-16,-1 1-4 0,0-1 8 15,-3 0-4-15,4-2 0 0,-9 4-152 16,1-1 48-16,-5-1-132 16,1 3 56-16,-5 2 40 0,0-3 12 0,-3 3 12 15,-1-3 60-15,0 5 64 0,-7 0 0 16,0-3-4-16,-5 2-52 0,5-3 52 0,-9 1-8 16,1-1 8-16,-4 4 4 0,-1-3 0 15,1 2 8-15,-5 4 40 0,-3-3 4 16,-1 3-52-16,-2 3 72 0,-2-4-72 0,-3 4-8 15,3 0-40 1,1 0 36-16,-1 0 12 0,1 0 8 0,3 0 0 16,-3 0-8-16,-1 0 0 0,2-7-4 15,-2 2 0-15,1-2-4 0,-1 1 8 16,-3-4 72-16,-4 3-72 0,-5 5 0 0,-3-1 4 16,-5 3 60-16,1 0 8 0,-4 0 92 15,-5 3 8-15,2 3-24 0,-2-3 0 16,-3 4-84-16,-4-4-56 0,0 3-4 0,-17-2-4 15,-15-1 0-15,-11-3 0 0,-17 0 4 16,0 0 0-16,0 0 0 0,0 0-4 0,0 0 8 16,0 0 64-1,0 0-72-15,0 0 4 0,0 0-4 16,0 0 88-16,0 0 60 0,0 0 0 0,0 0-100 16,0 0-40-16,0 3-4 0,0-3-4 15,0 0 64-15,0 2 68 0,0-2 104 16,0 0-116-16,0 0-120 0,0 0 0 0,0 0-144 15,0 0-68-15,0 0-56 16,0 0-92-16,0 0-108 0,0 4-64 16,0-1 8-16,0 4-240 0,0-1-632 15,0 1-1392-15,0-1-4045 0,0 0 1662 0,0-45 5170 16</inkml:trace>
  <inkml:trace contextRef="#ctx0" brushRef="#br2" timeOffset="-98115.214">19272 12986 10136 0,'0'0'1609'16,"0"0"-825"-16,0 0 960 0,0 0-784 0,0 0-144 16,0 0 152-16,-32-67-136 15,28 64-176-15,4 3-56 0,-5 0-48 0,5 6-220 16,-7 6-64-16,3 7 172 0,-4 11-184 0,-5 3-148 16,2 13-32-1,-5 4-68-15,4 4 40 0,-4 3-48 0,0-5-48 16,1-5-28-16,2-5-56 15,2-8-16-15,3-5-56 0,3-10-16 0,5-7-12 16,0-5-64-16,0-7-60 0,13 0-108 16,2-7 180-16,5 1-60 0,4-3 96 15,0 2 76-15,0 1 60 0,-4 6 24 0,-5 3 88 16,6 10 176-16,-5 9-4 0,-4 3 12 16,-5 10 40-16,6 3 84 0,-9 4-52 15,3-4-36-15,-3 0-32 0,4-3-44 16,1-3-68-16,-5-4 8 0,-1-2 0 0,5-4-68 15,-4-6 68 1,0-4-84-16,1 1-80 0,-5-7-204 0,4-3-120 16,-1-3-100-16,1 0-28 0,4-6-296 15,-4-3-488-15,1-7-880 0,-2 3-1653 16,5-12-1391-16</inkml:trace>
  <inkml:trace contextRef="#ctx0" brushRef="#br2" timeOffset="-97071.552">27742 7111 10900 0,'0'0'2041'0,"0"0"-1085"0,0 0-208 15,0 0 812-15,0 0-24 0,0 0-448 31,0 0-424-31,0 0-224 0,-83 71-48 0,58-29-4 0,-6 8 4 0,3 4-28 16,0 0-72-16,-4 0-63 0,5-1-217 16,3-1-12-16,3-8-48 0,1 0-97 15,8-5 81-15,1-4 56 0,2-2 4 0,2 0-8 16,7-8-112-16,0-2-56 16,0-4-40-16,7-10 36 0,6 3-192 0,2-5-76 0,5 0-12 15,5 0 132-15,3 1 224 0,0 5 108 16,-1 3 148-16,4 5-12 0,-3 12 156 15,-3 5 112-15,-1 6 12 16,-4 6-40-16,-5 9-120 0,2 0-132 0,-10 2-124 0,1 0 0 16,0-1-64-16,1-4-32 15,-9-5 88-15,3 1 8 0,-3-5-48 16,4-3-84-16,-4-2-16 0,4-4-168 0,4-3-112 16,-4-7-160-16,4 2-260 15,0-9-288-15,0-2-800 0,-4-7-1880 0,4 5-2257 16</inkml:trace>
  <inkml:trace contextRef="#ctx0" brushRef="#br2" timeOffset="-96188.444">33547 6756 9128 0,'0'0'2193'0,"0"0"-537"15,0 0-296-15,0 0-136 0,0 0 208 0,0 0-328 0,0 0-268 16,0 0-280-16,0 0-180 15,80-28-8-15,-72 41 12 0,4-1 132 0,-4 10-52 16,-8 7-204-16,0-1-251 16,-12 7 79-16,-4 7-24 0,-8-1 16 15,0 3-72-15,1 0-4 0,-1-2-60 16,3-5-12-16,1-1-25 0,9-4-35 0,-1-4 32 16,8-3 88-16,-1-2-72 0,5-4-172 0,0 4-24 15,0-2 268-15,5 2-96 16,-1 5 100-16,0 1-4 0,0 3-40 0,0 10 28 15,-1-2 24-15,5 8 124 16,-3 3 84-16,-1-4-52 0,0 4 4 16,3-6-52-16,-3 2-24 0,5-5 12 15,-5-5-32-15,0-1-60 0,3 2 0 0,-3-7-8 16,0 4-4-16,0-4-40 0,-4 2-112 16,-8-1-132-16,-7-4 96 0,-5 4-168 0,-8-4-112 15,-8-2-100-15,0-1-256 16,-12-3-840-16,16-8-1384 0,-28-5-3553 0</inkml:trace>
  <inkml:trace contextRef="#ctx0" brushRef="#br2" timeOffset="-95176.55">19515 13541 7900 0,'0'0'2072'0,"0"0"-523"0,0 0-345 0,0 0 148 16,0 0-76-16,0 0-296 0,0 0-228 15,0 0-268-15,0 0-188 0,43 86-60 16,-31-61-64-16,1 4 76 0,-6 6-76 16,6 7 24-16,-5 8 12 0,-5 4 16 15,1 9-84-15,0 1-140 0,0-4-48 16,-4 0-100-16,4-9-72 0,1-6 108 16,-1-10-84-16,3-10-100 0,1-6 24 0,-4-9-84 15,4-7 20-15,4-3-312 0,-4-3 148 16,-4-7-216-16,4-9-548 0,-4-6-736 15,0 3-913-15,-4-19-2787 0</inkml:trace>
  <inkml:trace contextRef="#ctx0" brushRef="#br2" timeOffset="-94926.184">19575 13509 10164 0,'0'0'1857'16,"0"0"-1141"-16,0 0-140 0,0 0 592 15,0 0-56-15,0 0-244 0,0 0-372 16,0 0-272-16,0 0-124 0,79-38-12 16,-71 38-88-16,-4 0-148 0,-4 0-28 15,0 10 164-15,-8 6 12 0,0 6 8 0,-12 3-8 16,1 10-104-16,-6 0-56 16,1 0 96-16,5-3-84 15,-1-7 24-15,3-3-184 0,6-9-228 16,3-3-248-16,8-8-216 0,0-2-416 0,0 0-529 0,8 0-1291 15,16-2-1432-15</inkml:trace>
  <inkml:trace contextRef="#ctx0" brushRef="#br2" timeOffset="-94597.544">19921 13468 7660 0,'0'0'2064'0,"0"0"-944"0,0 0-23 0,0 0 283 0,0 0 80 16,-63 71-128-1,46-40-280-15,6 7-220 0,-2 0-68 0,5-3-136 16,1 0-164-16,3-7-232 0,4-2-120 16,-4-13-112-16,4-5-124 0,0-4-96 15,4-4-36-15,3-4 24 0,1-4 24 16,5-9-176-16,-2-5-144 0,2-3-68 0,-5-4-24 16,3-3-80-16,-3 4 32 0,4 0 152 15,-4 5 76-15,0 8 188 0,-4 2 252 0,0 3 76 16,0 8 124-16,0 2 180 15,0 0 112-15,0 2 300 0,0 10-44 16,0 1-116-16,-1 4-64 0,6 2-36 0,-5 2-116 0,0 2-48 16,0-4-48-16,-4-3-172 15,4 0-148-15,-4-7-144 0,0 1-112 16,0-7-188-16,0-3-356 0,0 0-152 16,0 0-384-16,0-3-1432 0,0-7-3477 15</inkml:trace>
  <inkml:trace contextRef="#ctx0" brushRef="#br2" timeOffset="-94358.63">20041 13506 7584 0,'0'0'2472'0,"0"0"-1115"0,0 0-89 0,0 0 452 16,0 0-208-16,0 0-344 16,0 0-388-16,75 73-188 0,-71-50-124 0,-4-2-184 15,0 5-76-15,0-1-96 0,0 0 8 0,-4 1-56 16,0-7-64-16,-3-3 0 15,7-4 44-15,-4-5 64 0,4-3-44 0,0-4-64 16,0-6-208-16,7-7-112 0,1-4 88 16,9-8 156-16,2-3-84 0,1-4-136 15,4-7-320-15,0-1-164 0,3-2-220 16,1-2-1056-16,-11 12-2401 0,11-19-3435 0</inkml:trace>
  <inkml:trace contextRef="#ctx0" brushRef="#br2" timeOffset="-94134.048">20487 13078 11069 0,'0'0'2472'0,"0"0"-1140"0,-8 63-164 16,8-28 472-16,0 3 184 16,0 6-348-16,8 4-587 0,-1-3-293 15,6 2-112-15,-2-5-148 0,2-1-152 0,-5 0-172 0,3-5-12 16,-2-5-132-16,3-6-120 0,-5-3 20 0,1-9-44 15,1-4-40-15,-2-5-181 0,1-1-259 16,-4-3-120-16,-4 0-536 16,0-7-956-16,0 1-2224 0,-8-3-2577 0</inkml:trace>
  <inkml:trace contextRef="#ctx0" brushRef="#br2" timeOffset="-93978.016">20324 13503 5092 0,'0'0'6953'16,"0"0"-5293"-16,0 0-772 15,0 0 412-15,0 0 300 0,0 0-288 0,80-19-124 16,-49 10-456-16,5-8-280 0,0-5-172 16,3 0-280-16,-7-1-136 0,0-2-204 0,0 6-100 15,-8-3-232-15,-4 3-392 0,0 3-472 16,-4 1-1076-16,-4 2-1413 16,0 0-1275-16</inkml:trace>
  <inkml:trace contextRef="#ctx0" brushRef="#br2" timeOffset="-93818.927">20842 13344 10104 0,'0'0'3073'0,"0"0"-1449"0,0 0-756 16,24 89-160-16,-16-57 660 16,-5 0 160-16,1-1-256 0,-4 1-516 15,4-3-340-15,-4-4-187 0,0-3-229 0,0-3-277 16,0-9-111-16,0-4-172 0,0-3-160 16,4-3-136-16,-4-3-404 0,0-10-624 0,4-5-936 15,-4-6-1265-15,5 6-239 0,-5-16-440 16</inkml:trace>
  <inkml:trace contextRef="#ctx0" brushRef="#br2" timeOffset="-93704.754">20877 13262 6128 0,'0'0'3036'0,"0"0"-815"15,0 0-349-15,0 0-148 0,0 0-604 0,0 0-492 16,0 0-364-16,79 0-264 16,-62 0-164-16,-6 0-308 0,10 0-552 0,-5-4-592 15,0 1-932-15,0 0-2097 0,3 3-1483 0</inkml:trace>
  <inkml:trace contextRef="#ctx0" brushRef="#br2" timeOffset="-93437.697">21212 13471 1668 0,'0'0'10361'0,"0"0"-7989"16,19 80-936-16,-10-59-432 0,-1 2-156 15,0-7 224-15,-1-4-112 16,2-5-412-16,3-4-376 0,-1-3-76 0,6-10 172 16,-1-2-268-16,-1-8-340 0,2-1-160 15,-6-5-148-15,1 4-56 0,-8 0 64 0,1-1 80 16,-1 4 0-16,-4 1 0 0,-4 5 156 15,-5 0 392-15,-6 4 12 16,2 6 440-16,-2 3 272 0,-2 3-116 0,-2 8-28 0,2 9-124 16,6-1-84-1,-6 3-4-15,6-2-12 0,3-1-124 16,-4-3-220-16,8-7-64 0,4-3-192 0,0 0-76 16,0-6-196-16,0-2-52 0,4-5-236 0,8-5-120 15,0-8-640-15,4 1-852 0,3-3-473 16,-6 3-1387-16,10 0-792 0</inkml:trace>
  <inkml:trace contextRef="#ctx0" brushRef="#br2" timeOffset="-93271.742">21435 13414 3100 0,'0'0'5768'0,"0"0"-3055"0,0 0-285 16,0 0-588-16,40 76-360 15,-32-57-344-15,-4 0-88 0,0-3-168 0,0-2-284 16,0-6-192-16,3-2-152 0,2-6-92 16,3 0 169-16,3-8-209 0,2-5-120 15,3-6-352-15,3-7-133 0,1 1 21 16,4 2-12-16,0 1 24 0,-4 7-12 15,0 2 32-15,-1 3 140 0,-2 7 156 0,-5 3 136 16,0 3 272-16</inkml:trace>
  <inkml:trace contextRef="#ctx0" brushRef="#br2" timeOffset="-91465.129">21989 13446 1104 0,'0'0'2544'16,"0"0"1812"-16,0 0-1948 0,0 0-671 15,0 0-181-15,0 0-148 0,0 0-316 16,0 0-40-16,0 0-260 0,0 0-320 0,0 0-80 16,0 0 16-16,-12 54-56 0,8-38-156 15,-4 0-12-15,4-1-108 0,0 4-76 0,0-2-48 16,0 2 36-16,1 0-132 0,3 0 132 15,-5 3-112-15,1-3 40 16,4-1-40-16,0 2-48 0,0-4 24 0,0-7-36 16,0 0 36-16,0 2 0 15,0-9 0-15,0 2-96 0,4-4-116 16,1 0-208-16,2 0-316 0,-3 0-400 0,4-4-616 16,-4-2-1013-16,0-10-2507 0</inkml:trace>
  <inkml:trace contextRef="#ctx0" brushRef="#br2" timeOffset="-90820.451">22459 13398 1532 0,'0'0'1356'0,"0"0"4244"15,0 0-3376-15,0 0-1207 0,0 0-29 0,0 0 236 16,0 0-36-16,0 0-16 16,-83 18-224-16,70 2-116 0,6 6-144 15,-1-1-36-15,4 0-76 0,4 4-136 0,0-6-112 16,0-4-156-16,0 0-88 0,8-10-84 16,-1-4-92-16,1 0-4 0,5-5 20 15,6-5 28-15,-3-6-172 0,4-5-120 0,0-7-40 16,-4-2-60-16,4-4-64 15,-4 4-40-15,-1-4-100 0,2 4 24 0,-6 0 132 0,-3 6 176 16,-3 2 196-16,-5 3 116 0,0 3 156 16,0 3 104-1,-9 1 64-15,-2 3-60 0,-1 1 44 0,0 3-48 16,0 0-84-16,4 3-128 0,-4 3-48 16,4 4-148-16,0-1-76 15,5 4-136-15,-2-3-436 0,5-3-2024 0,0 1-2801 16,0-4-1295-16</inkml:trace>
  <inkml:trace contextRef="#ctx0" brushRef="#br2" timeOffset="-90705.514">22670 13430 2648 0,'0'0'116'0,"0"0"6824"0,0 0-5003 0,88 13-797 16,-56-13-84-16,3-7 60 0,1-6-236 16,-4-5-272-16,5-8-608 0,-5-2-40 0,-1-4-1120 15,-4-3-852-15,-6 9-2921 0,7-16-3362 16</inkml:trace>
  <inkml:trace contextRef="#ctx0" brushRef="#br2" timeOffset="-90457.127">22921 13023 2764 0,'0'0'900'0,"0"0"3564"0,0 0-2120 0,0 0-903 16,0 0-493-16,-40 89 148 0,40-57-172 0,0 7 160 15,0 1 44-15,4 8-224 0,0 6-152 16,0 0-148-16,0 3-116 15,1 0-120-15,-5 3-112 0,4-2-108 0,-4-4-52 16,0 0-92-16,0-7-4 16,0-2 0-16,-4-4-48 0,-1-3-48 15,-3-3-136-15,-3-7-184 0,-2-2-52 0,1-3-24 16,-3-11-84-16,2-3-144 16,-2-2-224-16,-1-7-600 0,-5-7-1140 0,10-2-1941 15,-17-14-739-15</inkml:trace>
  <inkml:trace contextRef="#ctx0" brushRef="#br2" timeOffset="-89547.998">21611 13458 1808 0,'0'0'912'16,"0"0"876"-16,0 0 3636 16,0 0-3655-16,0 0-349 0,0 0-72 0,0 0 0 15,0 0-156-15,0 0-188 0,0 0-312 16,0 0-264-16,-4-25-132 0,-1 25-64 16,5 0 16-16,0 0-92 0,0 3-8 15,0 7-12-15,0 6 68 0,0 3-116 0,5 6 32 16,-1 3 64-16,-4 2-64 0,0 1-8 15,0-5-100-15,0 2 36 0,0-9-48 16,0 0 0-16,0-7-4 0,0-2-8 16,0-7-72-16,0 1 36 0,0-4-4 15,0 0-20-15,0 0-48 0,0 0-64 16,0 0-72-16,0-4-100 0,0-2 76 16,4-3 84-16,-1-7-160 0,5-3 172 0,-4-3 24 15,5-7-148-15,-2 4-112 0,1-1 124 16,5 0 148-16,-2 1-28 0,-3 3 4 15,5 0 84-15,-2 0 40 0,1 2 48 16,0 5 12-16,-4-2 60 16,-4 9 40-16,0 1 52 0,-1 3 8 0,-3 1 40 15,4 0-16-15,1 3 4 0,-5 0-28 16,4 0-12-16,0 0-24 0,0 0-64 0,3 0 188 16,2 6-76-16,3 1-64 0,-5 3 16 15,6-1-12-15,-5 4 8 0,3-1-80 16,-3 1-4-16,5 0 12 0,-6 3-56 0,1-4 4 15,1 1 52-15,-5 0-56 0,3 0 8 16,-3 3 64-16,0-1-16 0,0 2-60 0,1 2 0 16,-5 0 0-16,0 2-60 0,0-1-112 15,0 2 48 1,0-3 28-16,-5 0-16 0,5-6-68 16,0-1-20-16,-4-1-68 0,4-6-140 0,0 2-72 15,0-5-116-15,0 3-172 0,0-3-388 16,0-2-308-16,0 0-488 0,0 0-1065 0,4 0-3479 15</inkml:trace>
  <inkml:trace contextRef="#ctx0" brushRef="#br2" timeOffset="-88750.691">23439 13265 6432 0,'0'0'2620'15,"0"0"13"-15,0 0-1453 0,0 0-720 0,0 0 444 0,0 0 632 16,0 0-492-16,0 0-260 16,80 10-228-16,-72 12-136 0,3 6-76 0,-2 7 88 15,-5 7-4-15,-4-4-160 0,0 3-168 16,0-6-100-16,0-4-88 0,0-8-56 15,0-7-52-15,4-7 0 0,4-9 60 0,-1 0-96 16,2 0 20 0,3-9 116-16,4-11-188 0,-1-2-88 0,2-10 4 15,-2 1 68-15,2-4 40 0,-2 0 124 0,2 3 60 16,-6 6 64-16,1 7 4 0,0 7 0 16,-8 6 4-16,4 2 4 0,-4 4 80 0,4 0 128 15,-4 0 192-15,4 7-128 16,-4 6-52-16,3-1-56 15,2 4-56-15,-5 7 52 0,0-1 12 0,0 3 16 0,0 0-104 16,-4 4-24-16,0-4-60 16,0 0-268-16,3-1-560 0,1-10-524 15,5-3-892-15,-5-5-972 0,11-6-2049 16</inkml:trace>
  <inkml:trace contextRef="#ctx0" brushRef="#br2" timeOffset="-88118.793">24320 12833 4456 0,'0'0'2344'16,"0"0"3801"-16,0 0-4137 0,0 0-940 0,0 0-164 15,0 0 4-15,0 0-180 0,0 0-260 16,0 0-468-16,0 0-64 0,43-67 16 16,-26 45 44-16,-2 3-80 0,2 6-52 0,-6 4-12 15,-3 6-64-15,1 3 116 0,2 6 96 16,-7 10 160-16,0 6-100 0,0 6 40 16,-4 4 60-16,0 7-24 0,-8-1-40 15,0 3-48-15,-4-3-48 0,0 4 0 16,1-1-4-16,2 0 4 0,1-3 0 0,-3-2 60 15,2-5 64-15,5-6 60 0,0 1-88 0,0-8-44 16,4-1-52 0,0-2-76-16,0-2 28 0,4 3-12 0,4-3 8 15,-3 6 4-15,3-4 36 0,3 8-36 16,-2-4 44-16,2 6-8 16,-3-3 12-16,5 4-16 0,-6-4 12 0,5 0 4 0,-4 0-4 15,0-3-4-15,0 4-64 16,-4-4 64-16,4 0-52 0,-8 0-28 0,5-3-12 15,-5-1-304-15,0 2-68 0,0-5 76 16,-5-2-76-16,1-1-76 0,0 1-168 16,0-6-304-16,0-2-620 0,-3-2-773 15,2 0-2491-15,-7-9 1792 0</inkml:trace>
  <inkml:trace contextRef="#ctx0" brushRef="#br2" timeOffset="-87395.875">25121 13290 680 0,'0'0'10733'16,"0"0"-8557"-16,0 0-1136 0,0 0-132 16,0 0 260-16,0 0-224 0,0 0 120 15,99 3-488-15,-63-3-364 0,7-6-200 0,-2-3-12 16,-2-1-108-16,-3 0-64 0,-4-2-308 15,0 2-396-15,-4 1-440 16,-8 3-1120-16,-8-1-3401 16,-8 7-1355-16</inkml:trace>
  <inkml:trace contextRef="#ctx0" brushRef="#br2" timeOffset="-87233.528">25213 13516 1356 0,'0'0'8652'0,"0"0"-6863"0,0 0-865 16,0 0-412-16,0 0 340 0,0 0 284 16,0 0-64-16,95 3-624 0,-63-3-448 15,4 0-44-15,-5-7-156 0,5 4-416 0,0-3-608 16,1 0-912-16,-10-1-3081 0,9-2-743 0</inkml:trace>
  <inkml:trace contextRef="#ctx0" brushRef="#br2" timeOffset="-86563.461">26583 12747 1188 0,'0'0'2020'16,"0"0"3432"-16,0 0-4004 0,0 0-631 0,12-66-277 16,-8 56 244-16,-4 4 528 0,0 3-332 15,0-1-324-15,0 4-128 0,-4 7-100 16,-4 2-100-16,4 10-56 0,-8 10-144 0,3 6 8 15,-2 10 124-15,-1 5 88 0,-4 4 60 16,-3 4-72-16,2-1-152 16,-7-3-84-16,9-4-88 0,-6-3-12 15,10-11-4-15,2-8 4 0,1-12-64 16,8-3 56-16,0-7-92 0,0-6-8 16,0 0-4-16,0 0-36 0,0 0-100 0,0 0-160 15,8 0 196-15,1-6 188 0,-2 3 24 16,5-1 4-16,4-2-4 0,-4 6-76 0,1 0-136 15,-2 6 212-15,6 11 232 16,-6 5 44-16,5 6-16 0,-4 5-52 0,0 0 28 16,-5 3-64-16,2 2-36 0,3-3-24 15,-5 4 12-15,2-2 36 0,-5 1-12 16,4 0-148-16,-1-3 0 0,-3 0-124 16,1-6-196-16,3-3-236 0,-1-5-360 15,1-3-452-15,1 2-936 0,-1-10-2713 0,-1-4-3003 16</inkml:trace>
  <inkml:trace contextRef="#ctx0" brushRef="#br2" timeOffset="-86017.4">27384 12953 1120 0,'0'0'2140'0,"0"0"6357"0,0 0-6581 16,0 0-788-16,0 0-208 0,0 0 396 16,0 0-360-16,0 0-388 0,0 0-212 15,-80 13-24-15,64 7-24 0,1 2 72 16,2 6 144-16,5 7-220 16,1 0-180-16,3 3-32 0,4 4-92 0,0-5-4 15,4 2-8-15,3-4-48 0,5-4 52 16,0 1-104-16,0-6 52 0,4 2 0 15,0-6-64-15,0 0-156 0,0 1-268 0,4-7-288 16,-1-1-300-16,1-2-588 0,-8-6-1504 16,12-5-4473-16</inkml:trace>
  <inkml:trace contextRef="#ctx0" brushRef="#br2" timeOffset="-84771.717">27913 13055 2536 0,'0'0'1356'0,"0"0"-720"0,0 0 3524 16,0 0-2608-1,0 0-315-15,0 0-45 0,0 0-160 0,0 0-204 16,0 0-212-16,0 0-100 0,0 0-12 16,-51-47 124-16,39 53-228 0,0 7-4 15,0 6 208-15,-4 6 28 0,0 10-68 16,4 0 0-16,0 3 48 0,4-1-104 16,0-1-152-16,4-4-188 0,0-7-120 0,4-9-48 15,0 0 4-15,4-10 8 0,4 0-12 16,1-1-136-16,2-5-8 15,5 0-100-15,4-7 0 0,0-3-124 0,-4-6-132 16,4-3-12-16,-5 0 56 0,2-3 76 16,-6 6 108-16,6 0 72 0,-10 4 16 0,1-1 0 0,1 7 68 15,-9-1 116-15,4 1 136 16,-4 3 60-16,0 3-20 16,0 0-4-16,0 0-12 0,0 0 184 0,0 3-124 0,3-1-156 15,-3 9 120-15,4 1 160 16,0 4-40-16,-4 0 4 0,4 3 8 15,-4 0-100-15,4-3-216 0,-4-4-232 0,5 4-356 16,-1-5-304-16,-4-3-232 0,3 3-1060 16,1-5-3349-16</inkml:trace>
  <inkml:trace contextRef="#ctx0" brushRef="#br2" timeOffset="-84589.811">28208 13306 4400 0,'0'0'664'0,"0"0"6161"0,0 0-4605 16,0 0-792-16,0 0-112 0,0 0-136 0,4 77-376 15,-4-62-472-15,4 1-332 16,0 0-124-16,5-3-268 0,-2-1-476 16,1 1-488-16,-4 0-824 0,5-4-2461 0,-5-2-2883 0</inkml:trace>
  <inkml:trace contextRef="#ctx0" brushRef="#br2" timeOffset="-84038.46">28706 13300 2848 0,'0'0'0'0,"0"0"0"0,0 0 5084 16,0 0-2660-16,0 0-1007 15,0 0-597-15,0 0-92 0,0 0-28 16,0 0 8-16,0 0-152 0,0 0-256 0,-4 69-60 16,4-59-28-16,-3 0 32 15,-1 3-44-15,0-1-76 0,-5 4-48 16,2 0-28-16,-1 0-48 0,-5-1-136 0,2 1-52 15,3 0-380-15,-5 0-464 0,10-7-196 16,-1 1-884-16,-4-10-2725 0</inkml:trace>
  <inkml:trace contextRef="#ctx0" brushRef="#br2" timeOffset="-83683.61">29249 13183 4728 0,'0'0'8869'16,"0"0"-7085"-16,0 0-1556 0,0 0-40 0,0 0 340 0,0 0-200 15,0 0-328-15,0 0-128 0,0 0-864 16,83-25-524-16,-63 14-1532 0,-4 5-5801 15,4-7 8513-15</inkml:trace>
  <inkml:trace contextRef="#ctx0" brushRef="#br2" timeOffset="-83511.278">29802 13132 2196 0,'0'0'872'16,"0"0"7797"-16,0 0-6141 0,0 0-1604 0,0 0-572 0,0 0-352 15,83-20 0-15,-62 14-64 16,7 0-236-16,-4-1-588 0,4 1-844 0,4 0-1125 16,-4 0-2891-16,-9-1 2656 15,13 4 2233-15</inkml:trace>
  <inkml:trace contextRef="#ctx0" brushRef="#br2" timeOffset="-83405.185">30244 13093 1880 0,'0'0'1004'0,"0"0"6684"0,0 0-5555 0,0 0-1037 16,0 0-184-16,0 0-280 0,0 0-344 0,0 0-288 15,0 0-984-15,0 0-924 0,80 4-3045 16,-64-14-2495-16</inkml:trace>
  <inkml:trace contextRef="#ctx0" brushRef="#br2" timeOffset="-82819.571">30965 12814 1500 0,'0'0'2256'0,"0"0"3412"0,0 0-3615 15,0 0-785-15,0 0-132 16,0 0 180-16,0 0-184 0,0 0-456 15,0 0-204-15,-79 76-88 0,66-38-136 16,2 6 196-16,-1 5 220 0,0-5-200 0,8-6-192 16,0-2-140-16,0-15-132 15,4-9-48-15,0 2-72 0,8-11-64 0,0-3-404 16,4 0 32-16,4-3 52 0,8-11-156 16,-4-5-72-16,8-2-212 0,-5-8-316 15,1 4-380-15,-3-4 48 0,-1 7 275 0,-5-1 529 16,-3 8 580-16,-4-2 208 0,-4 5 212 15,0 3 720-15,-4 5 373 16,0 1 3-16,0 3-60 0,0 0-84 0,0 3-96 16,0 8-116-16,0 3 100 0,0 5-300 15,0 6-248-15,0 2 84 16,0 1 208-16,0 1-164 0,0-7-340 0,0 0-292 16,0-6-84-16,0-4-352 0,4 2-208 15,4-5-140-15,0-6-172 0,0 1-540 16,4-4-1268-16,-5-7-3497 0</inkml:trace>
  <inkml:trace contextRef="#ctx0" brushRef="#br2" timeOffset="-82369.386">31236 13103 3312 0,'0'0'380'0,"0"0"6576"0,0 0-4123 0,0 0-693 16,0 0-412-16,0 0-244 0,9 69-432 15,-9-39-268-15,4-2-164 0,-4 0-220 16,0 4-179-16,0 0-221 0,0-3 0 0,0-1-97 0,4-5-183 16,0-2-184-16,-1-4-8 0,5-5-104 15,1-6-148-15,2-2-136 0,5-4-140 16,0 0-516-16,4-10-224 0,0-2 172 0,4-7 92 16,-4 0-177-1,-1-4 229-15,6 2 436 0,-9-5 872 0,-1 3 116 0,-2-2 780 16,-5 3 476-16,-4 0 192 0,-1-2-339 15,-3 10 31 1,-3 1-120-16,-5 3-180 0,-5 7-44 0,2 3-44 16,-6 0-36-16,2 7-492 0,-5 1-124 15,0 5 60-15,4 6 16 0,-4 1 60 16,4 2 24-16,5 0-164 0,2-3-96 16,1 0-48-16,4-5-64 0,4-2 112 0,4-3 64 15,4 0 72-15,1 1 0 0,6 0-64 0,-3-4-20 16,8 4-4-16,0-7-36 15,3 3-12-15,1-4-4 0,4-2 4 16,-3 0-60-16,3 0-152 0,-1-2-184 0,1-7-160 0,0-5-208 16,-1 2-508-1,-2-3-552-15,-9-2-1361 0,12-5-3515 16</inkml:trace>
  <inkml:trace contextRef="#ctx0" brushRef="#br2" timeOffset="-82095.061">31806 12741 5308 0,'0'0'1156'0,"0"0"4581"16,0 0-4181-16,0 0-756 0,0 0-4 0,68 67 184 0,-48-45-32 15,-4 4-316-15,4 2-260 16,-1 0-40-16,2 4-84 0,-1 0-124 0,-9 3-64 16,1-3-60-16,-3 3 0 0,-9-4-112 15,0 1-132-15,-4-1-164 16,-9 5-160-16,-6-4-92 0,-5-4-164 0,-4 4-500 0,-4-4-668 16,8-5-2337-16,-12 5-3239 15</inkml:trace>
  <inkml:trace contextRef="#ctx0" brushRef="#br2" timeOffset="-81113.867">27866 14240 1332 0,'0'0'1200'16,"0"0"4932"-16,0 0-4592 0,0 0-95 15,0 0-77-15,0 0-108 0,0 0-8 0,0 0-196 16,0 0-348-16,0 0-212 0,0 0-112 16,-4-26-88-16,0 33-172 0,-4-1-120 15,-4 7 0-15,0-1 84 0,0 7 72 0,4 4-64 16,0 5 64-16,8 3-36 0,-4 5 36 0,4-1-48 15,0 6-64-15,0 1-48 16,0-5-44-16,0 5-68 0,4-4-36 16,4-7-136-16,0 4-196 0,4-9-384 15,0-3-232-15,3-8-376 16,6-3-648-16,-10-6-1097 0,6 1-3079 0</inkml:trace>
  <inkml:trace contextRef="#ctx0" brushRef="#br2" timeOffset="-80385.702">28519 14379 236 0,'0'0'6144'16,"0"0"-2060"-16,0 0-2771 0,0 0-237 0,0 0 32 0,0 0 272 15,-80-70-312 1,69 64-232-16,-1 3-216 0,-1 3-188 16,2 0 48-16,-2 3-184 0,2 6-88 0,-5 11-72 15,4 1 60-15,0 12 88 16,4 2 116-16,0 3-32 0,0-4-160 0,8 1-100 16,-4-5-108-16,4-11-12 0,0-7-48 0,0-3-12 15,4-5-64-15,4-1-84 0,4-3 24 16,-4 0-60-16,7-7-48 0,6-2-100 0,-5-10-128 15,3 0-96-15,2-4 20 0,-6-2 40 16,1 3 144-16,-4 6 56 16,1 0 56-16,-6 3 108 0,1 7 204 0,-8 0 60 15,4 3 104-15,-4 3 60 16,0 0 232-16,0 0 180 0,0 3-140 16,5 3-236-16,-5 7 60 0,4-1-84 0,-4 4 8 15,3 3 16-15,1 3-16 0,0 1 28 16,0 0-112-16,4-4-148 0,-3-1-12 0,-2 1-160 15,1-3-244-15,-4-3-236 0,0 3-204 16,4-3-348-16,0-4-976 16,-4-3-2501-16,4-6-3515 0</inkml:trace>
  <inkml:trace contextRef="#ctx0" brushRef="#br2" timeOffset="-80205.42">28798 14583 80 0,'0'0'1484'0,"0"0"2700"0,0 0 1249 16,0 0-3521-16,0 0-528 16,0 66-84-16,0-47-48 0,0 3-284 15,0 2-168-15,8-3-440 0,-4 2-280 0,0-2-80 16,0-2-84-16,0 1-288 0,4-1-368 16,-4-4-228-16,0 5-348 0,-1-8-628 15,-3 1-1117-15,0 3-2783 0</inkml:trace>
  <inkml:trace contextRef="#ctx0" brushRef="#br2" timeOffset="-78728.731">29125 14281 3288 0,'0'0'12'15,"0"0"5456"-15,0 0-3063 0,0 0-853 0,0 0-368 16,0 0 32-16,0 0 32 0,0 0-276 16,0 0-168-16,0 0-200 0,0 0-112 15,4 3-64-15,-4-3-144 0,0 0-176 16,4 0-108-16,0 0 0 0,3 0 0 0,2 3 104 16,3 4-100-16,4-1-4 0,0 1-8 15,-5-5-4-15,5 5 8 0,5-5-8 16,-10 5-52-16,5-4 52 0,0 1-56 0,1-1 68 15,-6 1 0-15,1-4 0 0,0 0-12 16,-4 2-48-16,0-2 8 0,-1 0 4 16,-2 0-12-16,-1 0 12 15,-4 0-52-15,4 0-20 0,-4 0-16 16,0 3 0-16,0-3 24 0,0 3-20 16,0 1 32-16,0 3-96 0,0-1 48 0,-8 2 100 15,3 6 48-15,-2-5 16 0,-5 4 32 16,0 0-48-16,0-1-4 15,-3 1-96-15,-2 3 16 0,-3-1-176 0,1-2-64 16,-2 4-36-16,6-2 64 16,-1-2 72-16,0-1-40 0,4-6-136 0,4 5-256 15,0-9-252-15,-1 4-168 0,6-6-408 16,3 5-745-16,-4-3-947 0,0-2-2648 0</inkml:trace>
  <inkml:trace contextRef="#ctx0" brushRef="#br2" timeOffset="-78020.939">29483 14497 2460 0,'0'0'248'0,"0"0"-248"0,0 0 2736 16,0 0 528-16,0 0-1068 0,0 0-959 15,0 0-341-15,0 0 120 0,0 0-64 0,0 0-84 16,0 0-164-16,-51 25-180 16,35-15-80-16,-5 2-120 0,6 4-112 0,-5-4-76 15,4 5-52-15,0-1-12 0,0-3-72 0,4-1-88 16,0-2 0-1,4-4-20-15,5 0-152 0,-2-3-288 16,1 1-200-16,4-1-332 0,0-3-312 0,0 3-532 16,0-3-1097-16,9 0-1695 0</inkml:trace>
  <inkml:trace contextRef="#ctx0" brushRef="#br2" timeOffset="-77572.293">29906 14262 9852 0,'0'0'2445'16,"0"0"-1345"-16,0 0-364 0,0 0 392 0,-84 35-72 15,64-20-208-15,-4 8-188 0,0 2-264 16,0 4-28-16,5 6 40 0,-1 0-28 0,4-4-24 16,7-3-124-16,2-2-148 0,7-10-84 15,0-4-132-15,4-5-40 16,3-3-112-16,14-4-108 0,-1 0-100 0,8-11-112 16,0-3-192-16,4-9-192 0,-5-3-420 15,-3 1-92-15,0 3 196 0,-4 3 484 16,-8 6 211-16,-5 1 373 0,2 5 236 0,-9 1 336 15,4 3 721-15,-4-1-57 16,0 1-336-16,0 3 60 0,-4 0-52 0,4 0-68 16,-5 3-204-16,5 4 44 15,-4 2 232-15,4 7-116 0,-3 3-40 16,-1 9-212-16,0 2 76 0,-4-2 8 0,8 3 0 16,-4-2-340-16,-1-3-52 0,5-4-420 15,-3 0-392-15,3-3-292 0,0-6-588 0,0-3-1276 16,3-1-3725-16</inkml:trace>
  <inkml:trace contextRef="#ctx0" brushRef="#br2" timeOffset="-77309.42">30061 14602 1228 0,'0'0'5804'0,"0"0"-2500"0,0 0-1667 15,0 0-409-15,0 0 120 0,80-4-200 0,-64 4-320 16,-9 0-328-16,2 4-288 0,-5 5-64 15,0-2 0-15,0 5-24 0,-4 1-12 16,-4 3 12-16,-4 6 12 0,-1 1 52 16,-2 2 156-16,-1 0-160 0,3-2-60 15,2-4 24-15,7-4 12 0,0-5-52 16,0-1-96-16,0-2-4 0,12-1-8 16,0-3-156-16,8-3-152 0,3 0-112 0,1-9-148 15,8-4-288-15,0-6-640 0,-8 5-1192 16,12-7-3965-16</inkml:trace>
  <inkml:trace contextRef="#ctx0" brushRef="#br2" timeOffset="-76915.094">30714 14332 12169 0,'0'0'2268'0,"0"0"-1280"0,0 0 4 16,0 0-120-16,0 0-164 15,92 15-176-15,-68-9-264 0,-4 1-168 0,3-1-52 0,2 0-48 16,-1 1 0-16,-8 0-72 0,0-2-40 16,-9 2-12-16,-3 0-96 0,-4-1-40 15,0 4 148-15,-8-1 112 0,-7 7 224 16,-9 3-112-16,0 0-16 16,-8 4-20-16,-4-5 72 0,4 4-32 15,-3-3-116-15,-1 1-160 0,8-4-164 0,0 0-304 16,8-4-304-16,12-6-428 0,0-2-740 15,8-4-2513-15,4-4-3487 0</inkml:trace>
  <inkml:trace contextRef="#ctx0" brushRef="#br2" timeOffset="-76738.748">31077 14558 1696 0,'0'0'1876'16,"0"0"2900"-16,0 0-1815 0,0 0-1369 15,0 0-144-15,0 0-400 0,-92 69-244 0,72-50-200 0,-3 0-356 16,3 0-172 0,-4 1-76-16,-1-2-148 0,6 1-152 15,-1-2-604-15,1-3-372 0,2-3-608 0,6-3-2013 16,2-1-2295-16</inkml:trace>
  <inkml:trace contextRef="#ctx0" brushRef="#br2" timeOffset="-76448.096">31408 14509 5728 0,'0'0'716'16,"0"0"896"-16,0 0-888 0,0 0-76 0,0 0 672 16,0 0-187-16,0 0-813 0,84-19-320 15,-69 16-720-15,-3 0-569 0,-3-4-1171 0,-2 4-3364 16,1-3 3917-16</inkml:trace>
  <inkml:trace contextRef="#ctx0" brushRef="#br2" timeOffset="-76277.996">31790 14497 5412 0,'0'0'4664'0,"0"0"41"0,0 0-2633 0,0 0-436 16,80 0-588-16,-56-4-732 0,-1-2-316 15,-2 0-36-15,3-4-292 16,0-2-216-16,-1 2-516 0,-3-3-1100 0,-3 4-2957 16,2-4-3331-16</inkml:trace>
  <inkml:trace contextRef="#ctx0" brushRef="#br2" timeOffset="-75489.616">32456 14087 11201 0,'0'0'1988'15,"0"0"-1528"-15,0 0-196 0,0 0 560 16,0 0 560-16,0 0-8 0,0 0-348 0,4 83-500 15,11-64-196-15,2 0-40 16,7-3-144-16,0 0-24 0,3-7-112 0,1 1 48 0,4-4-60 16,-1-3-64-16,1 0-96 0,1-3-144 15,-1 0-56-15,-9 0 176 16,-3 0 40-16,-4 0 32 0,-7 0 12 16,-6 0 28-16,-3 6 72 0,0 1 92 0,-7 3 192 15,-10 5-12-15,2 4-112 16,-9 0-88-16,0 4 100 0,-1-4 24 0,1 0 0 15,1-3-88-15,-1 0-48 0,0-1-60 16,5-2-76-16,2 0-68 0,6-4-64 16,-2-2-308-16,5-1-420 0,8-2-268 15,-3-4-680-15,3 0-1116 0,0 0-3117 16,3-4 329-16</inkml:trace>
  <inkml:trace contextRef="#ctx0" brushRef="#br2" timeOffset="-75296.772">32870 14427 2868 0,'0'0'1904'0,"0"0"1464"0,0 0-547 0,0 0-601 15,0 0-292-15,0 0-208 0,0 0-676 16,0 0-612-16,0 0-184 0,0 0-100 16,-96 70 12-16,77-55 96 0,-5 1-256 15,4-3-12-15,-5 4-120 0,10-5-80 0,-5 4-368 16,0-7-584-16,4 4-556 0,1-3-932 0,2-4-3017 15,-2 0-811-15</inkml:trace>
  <inkml:trace contextRef="#ctx0" brushRef="#br2" timeOffset="-74530.962">33408 14116 1120 0,'0'0'720'0,"0"0"584"0,0 0 1848 16,0 0-528-16,0 0-996 0,0 0-495 15,0 0 87-15,-88-45 128 0,68 45-112 16,1 0-180-16,-1 6-356 0,-5 7-104 0,6 6-16 0,-5 4-124 15,0 5-76-15,4 3 0 16,4 2-48-16,0-5 108 0,8 4-160 16,-4-4-120-16,9-5-64 15,3-5-36-15,0-5-60 0,0-2 0 0,0-5-72 16,7-3-24-16,1-3 20 0,8 0-20 16,4-7-232-16,4-6-88 0,0-2-12 0,0-4-52 15,3-6 96-15,-3 2-36 0,0 4 64 16,-3-3 20-16,-2 3 0 0,1 0 64 15,-8 3 152-15,0-1 120 0,-8 5 148 16,4-4 28-16,-8 4 108 0,0 2 140 0,0 4 44 16,0-1-48-16,0 4-40 0,0 3-12 15,0 0-36-15,0 0-88 16,0 6-84-16,-4 4 0 0,0 7 32 0,-4 2 64 16,0 2 40-16,4 8-128 0,-4-1 16 15,1 1-72-15,3-7-112 0,-1 0-96 0,1-3-76 16,4-6-180-16,0-1-172 15,0-1-100-15,0-3-272 0,0-3-684 16,0-3-1096-16,0 2-2061 0,0-4-2331 0</inkml:trace>
  <inkml:trace contextRef="#ctx0" brushRef="#br2" timeOffset="-74330.064">33440 14268 3052 0,'0'0'1264'16,"0"0"2120"-16,0 0-664 0,0 0-907 15,0 0-229-15,0 67-80 0,-4-49-156 16,0 6-428-16,4-6-304 0,-5 1-244 16,5 0-284-16,0-3-88 0,0 0-64 0,5-4-168 15,-1 1-264-15,0-3-312 16,4-3-544-16,3-5-736 0,-2 1-1913 16,6-6-1063-16</inkml:trace>
  <inkml:trace contextRef="#ctx0" brushRef="#br2" timeOffset="-74118.718">33727 14341 2764 0,'0'0'4588'0,"0"0"-451"0,0 0-2725 0,0 0-688 15,0 0 304-15,-80 23 144 0,56-17-80 16,0 3-496-16,4 1-312 0,1 3-196 16,6-7-88-16,-2 0-56 0,7 1-92 0,3-1-104 15,-3-3-8-15,8 0-24 0,0-3-4 16,0 3-104-16,8 1 28 0,1-1 364 0,2 0 0 15,1 3 128-15,1 1-4 16,2-1 32-16,-2 0 4 0,2-3-84 16,1 4-12-16,0-4-64 0,0-3-40 15,0 0-588-15,0 0-432 0,-1-7-576 0,-6 1-1437 16,7-6-2775-16</inkml:trace>
  <inkml:trace contextRef="#ctx0" brushRef="#br2" timeOffset="-73684.279">33786 13972 680 0,'0'0'7916'16,"0"0"-3887"-16,0 0-2765 0,0 0-312 15,0 0 52-15,0 0 100 0,68 71-208 0,-64-49-316 16,5 0-224-16,-9 7-72 16,0-1-12-16,0 5-152 15,0-5-8-15,0 3-112 0,0 1 0 0,0 0-60 16,0 0-40-16,0 2-60 0,0 2-136 0,0 2-108 16,0-1-188-16,-9 2-28 15,-10-2 108-15,-6 5 0 0,-10-7-92 0,-1 0-252 16,-1-3-400-16,10-11-1048 0,-17 8-2501 15</inkml:trace>
  <inkml:trace contextRef="#ctx0" brushRef="#br2" timeOffset="-72963.744">27224 15687 6384 0,'0'0'4132'0,"0"0"-1207"0,0 0-713 16,0 0-920-16,92-35-88 0,-56 26 124 16,3-4-348-16,6 4-248 15,-2-1-308-15,5 1-179 0,3-2-125 0,2-1-120 16,-9-1 0-16,-1 5-217 0,-3-6-343 0,-4 3-344 16,-8-3-184-16,0 4-568 15,-12 1-2720-15,-4 2-3941 0</inkml:trace>
  <inkml:trace contextRef="#ctx0" brushRef="#br2" timeOffset="-72648.116">27455 15687 10200 0,'0'0'2469'16,"0"0"-941"-16,0 0 12 0,0 0-124 15,0 0-300-15,0 0-428 0,0 0-328 0,0 0-188 16,88 25-84-16,-76-21-88 0,-4-1-112 0,-4 4 4 15,0 2-16-15,-4 4-36 0,-4 5-208 16,-8 7 108-16,-8 8 100 0,-4-1 48 16,-4 3 100-16,-4 0-36 15,4 0 36-15,1-4 8 0,-1 1-40 16,8-4 44-16,3-6 176 0,10 2 180 16,-1-10-148-16,8 0-208 0,4-2 0 15,7-2 0-15,14-4 188 0,3-4-16 0,7 3-88 16,6-5-24-16,2 0-8 0,5 0-52 15,4-7-4-15,-4 1-96 0,-1-4-292 16,1 1-436-16,-4-1-436 0,-8 3-1156 0,12-7-3517 16</inkml:trace>
  <inkml:trace contextRef="#ctx0" brushRef="#br2" timeOffset="-71947.001">32591 12586 4624 0,'0'0'848'16,"0"0"3760"-16,0 0-2727 0,0 0-513 0,0 0 244 15,0 0 136-15,0 0-492 0,0 0-332 16,0 0-16-16,0 0-188 0,0 0-84 0,0 0 8 16,28 92-147-16,-20-51-145 0,4 6-148 15,-4 3-44-15,0 9-160 16,0-2-36-16,0 6-88 0,4 4-128 16,-5-1-160-16,2-3-125 0,-1 4-71 15,-8-3-172-15,0 0-348 0,0-1-972 0,0-19-2832 16,-12 23-4789-16</inkml:trace>
  <inkml:trace contextRef="#ctx0" brushRef="#br2" timeOffset="-70913.812">28384 15570 3560 0,'0'0'848'0,"0"0"3664"0,0 0-2019 0,0 0-865 15,0 0-460-15,0 0 120 0,0 0-192 16,0 0-288-16,0 0-52 0,0 0-128 0,-5-51-84 15,-2 51-44-15,-5 0-132 16,-4 0-52-16,0 4-184 0,0 6-132 0,-4 8-44 16,0 4 44-16,0 13 84 0,1 3 48 15,2 7 28-15,6 2-12 16,-2 4-52-16,5-7-92 0,4-5-4 16,4-7-108-16,0-13 56 0,0-7-32 0,8-3-88 15,1-5-44-15,-1-4 68 16,3 0-84-16,6-4-84 0,2-9-40 15,-3-2-76-15,0-3 88 0,0-1-48 0,-4-4-80 0,0 4 16 16,0 0 68-16,-4 3 140 0,0 5 124 16,-4 3 124-16,0 4 56 15,-4 2 120-15,0-2 48 0,0 4 12 16,0 0-12-16,0 0 12 0,0 6-140 16,4 4-92-16,0 3 152 0,3 0-96 0,-3 5 28 15,5 1-76-15,-5 3 28 0,4 2-40 16,-5-6-88-16,6 1 16 0,-1 0-512 15,-4-6-548-15,0 3-544 0,3-3-484 0,-3-4-789 16,1 1-2267-16</inkml:trace>
  <inkml:trace contextRef="#ctx0" brushRef="#br2" timeOffset="-69830.631">28671 15998 836 0,'0'0'1824'0,"0"0"6813"0,0 0-6765 0,0 0-956 0,0 0 172 16,0 0 268-1,0 0-532-15,0 0-340 0,0 0-152 16,0 0 4-16,39-25-56 0,-22 13-160 0,-2-1-120 16,-2 3-8-16,-2 1-40 0,1 3-40 15,-7 2-60-15,-2 1-12 16,1 3-24-16,0 3 84 0,-4 9 100 0,4 5 88 0,-4 2-16 15,0 6-60-15,0 4-4 0,0-4 8 16,-4 3-8-16,4-4-8 16,0-3-12-16,0-2-64 0,0-6 16 15,0-1 8-15,0-5-8 0,0-4-52 0,0-3-48 16,0 0 36 0,4 0-88-16,4-10-320 0,0-5-312 0,4-4-664 0,-4 2-940 15,4-11-3241-15</inkml:trace>
  <inkml:trace contextRef="#ctx0" brushRef="#br2" timeOffset="-69672.875">28806 15777 5424 0,'0'0'428'16,"0"0"5041"-16,0 0-3509 0,0 0-1068 0,0 0-272 15,0 0-128-15,0 0-392 0,0 0-100 0,0 0-544 16,76 6-852-16,-61-10-1116 0,10-5-2773 0</inkml:trace>
  <inkml:trace contextRef="#ctx0" brushRef="#br2" timeOffset="-69493.931">29224 15735 6004 0,'0'0'6641'0,"0"0"-4557"15,0 0-724-15,0 0-432 0,84-6-380 16,-56-4-352-16,-1 3-196 0,1-5-632 0,-3 3-636 16,-1-1-676-16,-13 8-1945 15,6-3-2495-15</inkml:trace>
  <inkml:trace contextRef="#ctx0" brushRef="#br2" timeOffset="-69338.688">29204 15919 4636 0,'0'0'2528'0,"0"0"2645"16,0 0-3437-16,0 0-676 0,0 0 64 0,0 0-512 15,0 0-240-15,0 0-24 0,0 0-16 16,104 7-220-16,-76-14-112 16,-1-3-372-16,1 1-460 0,-3 0-712 15,-5-1-1352-15,4 3-4813 0</inkml:trace>
  <inkml:trace contextRef="#ctx0" brushRef="#br2" timeOffset="-68732.302">29874 15537 1356 0,'0'0'1356'0,"0"0"6408"16,0 0-6103-16,0 0-193 0,0 0-72 0,0 0-12 16,80 21-152-16,-68-6-404 0,-5 10-336 15,-3 7-96-15,-4 6-80 0,0 0-20 0,0 7-16 16,-4-5 0-16,0-4-48 15,1-4-96-15,3-7-136 0,0-9-60 16,0-7 0-16,0-2-60 0,0-7-28 0,7 0-204 16,10 0-128-16,-2-10 152 0,5-5 92 15,4-8-84-15,-4-2 76 0,4-3 56 16,-4-1 28-16,4-1 48 0,-4 5 4 16,-4 3 56-16,-4 4 52 0,4 6 4 15,-8 1 0-15,-4 8 132 0,-1 0 52 16,1 3 32-16,-4 0 64 0,9 3 72 0,-5 6 52 15,0 4-140-15,3 6-184 16,1 1-8-16,-4 5-68 0,5 1-8 0,-6 2-100 16,1 0 4-16,-4 1-284 0,4 0-332 15,-4-1-352-15,0-5-888 16,0-4-2744-16,0 3-4553 0</inkml:trace>
  <inkml:trace contextRef="#ctx0" brushRef="#br2" timeOffset="-68034.53">31180 15424 4136 0,'0'0'5864'0,"0"0"-4315"16,0 0-661-16,0 0 184 0,0 0 336 0,0 0-204 16,0 0-376-16,0 0-480 0,84-70-196 15,-60 48-4-15,0 2 24 0,-4 1-36 16,-4 7-72-16,0-1-56 0,-8 7 92 15,0 3-96-15,-8 3 68 0,0 3 140 0,0 7 96 16,-4 11 156-16,-8 9-192 16,0 5-76-16,-8 5-96 0,0 5-100 15,0-1-8-15,5 2-44 0,-2-9 4 16,6-2 0-16,7-7 0 0,-1-5-16 16,5-5-8-16,0-5-28 0,9-2 28 0,-1-5 64 15,-1-1-56-15,1-2 4 0,1 1-64 16,-2 3-60-16,1-4 48 0,0 6 124 15,0 0 12-15,0 8 48 0,0-1-44 16,1 3 4-16,-2 6 52 0,1-3-56 16,0 3 44-16,0-2-36 0,0-2-12 15,0 2 0-15,3-4-8 0,-2-3-4 0,3 0 0 16,-5 0-24-16,2 0 36 0,-1-1 48 16,0 1-44-16,-5 0 60 0,6 0 84 0,-9 3 168 15,0-3-80-15,0-1-104 16,0-1-132-16,-9-3-64 0,2 3-376 15,-5-7-400-15,0 2-436 0,-4-6-492 0,4 0-1232 16,-8-3-3977-16</inkml:trace>
</inkml:ink>
</file>

<file path=ppt/ink/ink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8:21:46.27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28229 9912 7372 0,'0'0'5377'0,"0"0"-4153"16,0 0-288-16,0 0 8 0,0 0 136 0,11 87 456 0,-11-57-280 16,-7 12-364-1,-2-1-296-15,1 6-220 0,-3 7-83 0,-2 4 59 16,1 2-36-16,-3 1-52 0,-1-2 124 0,4-7-156 15,0-2-136-15,4-9 0 16,4-6-96-16,4-9-48 0,0-5-84 0,0-4-4 16,0-4-104-16,0-7-172 0,4-3-132 15,0-3-249-15,0 0-279 0,-1-9-572 0,1-1-756 16,1-3-1740-16,3-8-293 0</inkml:trace>
  <inkml:trace contextRef="#ctx0" brushRef="#br0" timeOffset="405.421">28125 10303 8732 0,'0'0'3101'15,"0"0"-2561"-15,0 0-540 0,0 0 0 0,-83-20 0 16,58 18 968-16,-3-3 392 16,0 5-428-16,-3 0-568 0,-5 0-228 15,-5 0 144-15,-6 0-192 0,-5 0-88 0,-4 0 136 16,-4 0-108-16,0 5-28 0,-7-3-88 0,-1 2 24 15,-3-1-48-15,-1 0-64 0,-4-3 24 16,1 3-36-16,-5-3-12 0,0 0-116 16,5 0-48-16,-9 0 96 0,5 0 52 0,-2 0 128 15,1 0-12-15,1 0 100 16,-1 0 136-16,1 0-36 0,-5 0-96 16,0 0 124-16,0 4-128 0,-3-1-352 0,0 3 304 15,3-3 48-15,8 3 84 16,0-2-84-16,5-1 12 0,3 0 24 0,5 0 104 15,-6 0 52-15,5 0-132 16,5 1 56-16,4-1-4 0,-5 0 40 0,8 0 164 16,-1 4-4-16,10-5-48 0,-1 2-108 15,4-1-56-15,12-3-12 0,0 0-88 16,9 0-8-16,6 0-52 0,2-7-120 16,3 1-360-16,8 0-188 0,-5 0-276 15,5-4-488-15,0 1-657 0,5 2-635 0,7 1-1456 16</inkml:trace>
  <inkml:trace contextRef="#ctx0" brushRef="#br0" timeOffset="730.44">25503 9999 4196 0,'0'0'388'0,"0"0"108"16,0 0 24-16,0 0 1536 15,0 0 72-15,-92 37-579 0,53-22-613 16,-6 5-388-16,-2 2-228 0,-5 3-40 0,0 1 76 16,5-1 40-16,-6 5 8 0,6-3 0 15,-1 5-12-15,1-3-116 0,2 2-36 16,2 1 88-16,2-3-140 0,6-1 88 16,3 1 72-16,8-3 0 0,8-7-36 15,9 0-152-15,7-1-124 0,7-2-36 16,17 3 0-16,12 4 8 0,11-5-4 15,13 8 280-15,4-3-148 0,8 2-48 0,3 0-80 16,-7-3-8-16,4 4-196 16,-8-1-264-16,0 3-584 0,-1-2-376 15,-19-3-188-15,24 5-2861 0</inkml:trace>
  <inkml:trace contextRef="#ctx0" brushRef="#br1" timeOffset="151667.989">9490 3591 3892 0,'0'0'1184'0,"0"0"-156"0,0 0-168 0,-4-93 48 16,12 62-336-16,-4-4 12 15,4 3-80-15,0-3-40 0,-4 4 1009 16,0 2-665-16,0 3-40 0,-4 4 108 0,0 3-64 16,0 4 184-16,0-1-204 0,0 5-328 15,0 6-80-15,0 2-12 16,-4 3-12-16,4 0-40 15,0 3 160-15,-4 6 404 0,4 4-408 0,0 3-208 0,-4 6 28 16,4 6-200-16,0 7-36 0,-4 10-60 0,4 6 12 16,-4 9 48-16,4 0 40 0,0 4-88 15,0-1-8-15,4 1-4 0,0-1 0 16,0 1 8-16,4-3 28 0,-4-2-36 0,0 5-4 16,4 2-8-16,-4 4 4 0,0 4 4 15,0 5-52-15,0 1 52 0,-1 5 4 16,2-3 0-16,-5 4 0 0,4-4 60 0,-4-2-48 15,0 0 156-15,4-4-120 16,-4-3-48-16,4-4-12 16,0-2-40-16,-4-3 4 0,3-11-24 15,1 2-60-15,1-7 68 0,-5-4 16 0,4 3 44 16,-4 1-8-16,0-3-48 0,0 2-12 16,-4 1-16-16,-1 0 76 0,1-8-48 0,1 2 0 15,3-7 12-15,-4-7-40 0,4-3 40 16,0 1 44-16,0-3 0 0,0-2-44 15,0-4 0-15,0 2 40 0,0-7-44 0,0 1 44 16,0-7-40-16,0-2-12 16,0-1-4-16,0 0-8 0,0-3-24 15,0 0 32-15,0 0 52 0,0 0 0 16,0 0 0-16,0 0-60 0,4 0 60 16,-1 0 12-16,6 3 68 0,-1 0 16 0,-4 0-84 15,3 0 8-15,1 1-8 0,-3-1 8 16,3-3 4-16,-4 3 48 0,3 0-56 15,1 0 0-15,-3 1 0 0,3-1 4 0,-5 1 40 16,5-2-44 0,-4 1 0-16,5 0-4 0,-2-3 48 15,5 0 4-15,1 0-40 0,2 0 148 0,5 0-52 0,0-6-60 16,4-3 52-16,4-1-28 16,3 0-64-16,1-2 40 0,0 2-48 15,0 1-48-15,0-1 44 0,0 4-56 0,8-4 8 16,-4 4 4-16,0 0 36 0,3-4-48 15,-3 4-12-15,4 0-4 16,0-1 76-16,0 1-52 0,0 0 52 0,3-1 4 16,-3 1-4-16,4 0 0 0,-4 0 0 15,3-1 0-15,2 3 12 0,-6-2-8 0,6 4 0 16,-6 2 40-16,5-5 140 0,0 5-24 16,-4 0-160-16,3 0-12 15,1 0 12-15,0 0 8 0,0 0-4 0,0 0 68 0,4 0 36 16,3 0-8-16,-3 0-52 0,1 0-48 15,-2 0-72 1,5 0-52-16,-5 0 120 0,5 0-56 0,0-2 56 16,0 2 4-16,0 0 0 0,0-4 0 15,-1 4-60-15,-3 0 60 0,4 0 0 16,3 0 8-16,-3 0 64 0,0 0-60 0,4 0-12 16,-1 0 12-16,1 0 60 0,4-6-64 15,0 0 4-15,0-4 44 0,0 4-56 0,-1-7-8 16,1 4 0-16,0-4 0 0,0 0-56 15,-4 4 16-15,-1-4 44 16,1 4-56-16,0-1 52 0,0 1 16 16,0-1-4-16,-1 4 8 0,1-4-4 15,4 1 52-15,-1 0-52 0,1-2 44 16,0 3-48-16,0-3-4 0,3 3 8 0,-3-3 0 16,4 2-4-16,-4 2-4 0,-4 4 8 15,4 0-4-15,-4 0 4 0,-5 3-8 16,5 0-4-16,-4 0 0 0,-1 0-4 15,1 0-52-15,0 0 56 0,-1 0 4 16,1 3 0-16,0-3 0 0,0 0 4 16,-4 0-8-16,4-3 0 0,-1 0 4 15,1-3 4-15,0-1-4 0,-1 4 4 0,2-3-4 16,-5 3 0-16,3-1 4 0,-3 4 4 16,4 0 0-16,-4 0 4 0,4 0-4 15,-5 0 40-15,5 0-48 0,-4 0-8 0,3 0-92 16,2 0 36-16,-1-3 56 0,-5-3 8 15,9 2-12-15,-4-5 4 16,-1 0 4-16,5-1-44 0,0 1 0 0,0-1 44 0,4 1-4 16,-4 2 8-16,-1 1 0 15,1-4 8-15,4 3 4 16,-4 5-4-16,3-4 64 0,1 2-24 0,0-3-36 0,0 5-8 16,0-2 4-16,3 1 0 15,-3 0-8-15,4-4-72 0,-1 5 24 0,1-5-24 0,0 1 56 16,0-1 8-16,-5 1 0 15,5 3 0-15,0 0 8 16,-4-4 12-16,3 1-12 0,-3 3 4 0,4 0-4 16,-4-3 12-16,3 2 0 0,-3 1 60 15,8-3-24-15,-9 2 0 0,5-2-48 16,0 3 0-16,-1-3-4 0,1 3-44 0,1-4 44 16,-2-3 4-16,1 3-12 0,0-1 0 15,0 2 0-15,-1-1 12 0,1 1 0 16,0-4 48-16,-5 3-48 0,5 1-12 0,0 0 4 15,-1-1-32 1,1 1 40-16,0 0 4 0,-1-1 8 0,1-2-4 16,-4 0-8-16,4-1 4 0,-5 1-4 15,1-1-80-15,0 1 80 0,4-1 0 16,-4 4-4-16,-4-4 4 0,3 4-28 16,1 0 28-16,0-1 8 0,4 1-8 0,-4 2 0 15,-1-3-84-15,5 5 80 0,-4-1 0 16,0 0 0-16,0 3-8 15,-1-3 12-15,-3 0 0 0,-1 3 0 16,1 0 4-16,-4-4 4 0,4 4-8 16,-5 0-12-16,2 0 0 0,-1 0 0 0,-5 4 8 0,1-4-8 15,-1 3-48-15,2 0 56 16,-6 0-4-16,2 0 4 0,-6-1 4 0,1 5-8 16,-5-3 4-16,2 2-12 0,-5 1 4 15,0 2 0-15,-4-2 12 0,0 2 0 16,-1-3-4-16,-3 1-8 0,-4-1 4 0,4 0-4 15,-8 1 0-15,4-4 12 16,-1 3 8-16,-2-3 4 0,-6 0 0 16,6 4-4-16,-6-4-8 0,-2 0 0 0,-1-3-8 15,-1 3 8-15,-3 1 0 0,0-2 0 16,0 3 0-16,1-5 0 16,-1 2 4-16,-1 1 0 0,5 0 8 0,0 1-4 0,1-2-4 15,-2 5 0-15,1-3 4 16,-4-2-8-16,0 1-4 15,4-3-4-15,-4 3 0 0,-4-3 4 0,0 0 0 16,4 0 4-16,-4 0 4 0,0 0 8 16,0 0-4-16,0 0 68 0,0 0-28 15,0 0 12-15,0 0 16 0,0 0-64 0,0-6 36 16,0 0-48-16,0-7 68 0,-4-6-68 16,0-3-8-16,-4-6-40 0,0-7 44 15,0 0-56-15,1-9-40 0,-2-1-8 16,-3-6-16-16,1-3 16 15,-2-2-28-15,2 1 52 0,-2-2 32 16,1-3 40-16,1-1-36 0,-6-2-36 0,6-4 32 16,-6-6-80-16,2 2 32 0,-1 3 88 0,0-3-36 15,4 8-8-15,0-1 56 0,4 7 72 16,0 3 40-16,0 6-64 0,0 1 24 16,1 7 16-16,-2 1-28 0,5 4 36 0,-4 2-84 15,1 5 136-15,-2 2-148 0,1 5-8 16,0 1-40-1,1 2 0-15,-2-1 36 0,5 0-160 0,-4 0 84 16,5 0 28-16,-1-1-100 0,4 4 156 16,-4 1 0-16,4 5 4 0,-5 0 68 15,5 7 76-15,0 1-20 0,0 2 108 0,0 0-36 16,-4 0-48-16,4 0-64 0,-4 0-72 16,-3 0-12-16,-1 0-220 0,-1 0 108 15,-2-3-68-15,-1 3 104 0,-1 0-32 16,2 0 108-16,-6 0-4 0,2-4 4 0,-5 1-64 15,4 3 64-15,-4-4 12 0,-4 1 4 16,0 0-16-16,-3 3-80 0,-5 0 76 0,0 0 4 16,-5 3-8-1,-2 4 0-15,-1 0-4 0,-4-2 4 0,-3 4-4 16,-5 2 0-16,-1-5-60 0,2 3 72 16,-8 1 12-16,3-1-12 0,-8 0-88 0,-4 2 40 15,5-3 48-15,-10-1 0 0,6 0 4 16,-8 2 4-16,2 1 32 0,-2-1-40 15,-5 1-72-15,1 2 68 0,-5-2 4 0,0 2-4 16,1 1 4-16,-5 1 0 16,0-6 60-16,0 5-48 0,-3-3-12 15,-1-4-52-15,0 4 52 0,-3-3 4 16,-1-2 0-16,1 2 0 16,-1-5 4-16,-4 5-4 0,4-3 4 0,-3-1 0 15,4 0 52-15,-5-1-60 0,1-2-12 0,-2 5 4 16,-2-3-64-16,4-2-52 0,-5 4 124 15,0-1 8-15,1 3-8 0,3-3-84 16,-3 1 68-16,3-4-68 0,1 3-40 0,-2-3 112 16,6 0-48-16,-4 0 60 15,3 0 0-15,0 0-48 0,-3 0-16 16,7 0 24-16,-4 0 32 0,9-3-84 0,-1-1-92 16,0 1-52-16,5 0-8 0,-1 0 8 15,4 0-76-15,0-1-24 0,5-3 188 0,-1 5 72 16,1-1-36-16,-2-4 108 0,2 5 4 15,0-3 64 1,-1 3 24-16,4-5-88 0,0 4 124 0,4 1-36 16,-3-5-16-16,3 3 128 0,0-2-196 15,4 0-4-15,1 0-12 16,-1-1 12-16,4 1-52 0,0-1 40 0,5 5-36 0,-5-5-52 16,4 0 36-16,0 1 60 0,-3 0-168 15,-1 2 164-15,4-1 8 0,-4 1-52 16,5 1 104-16,-5-3-104 0,0 2 52 0,4 1-4 15,-3 0 4-15,3 0-4 16,0 3 0-16,-4-3-8 0,5 3 8 16,-1 0-184-16,4 0 64 0,-4 0 60 0,5 0-84 15,2 0-20-15,-3 0 44 0,1 0-264 16,-1 0-132-16,0 0 284 0,-4 3 236 16,5-3-16-16,-5 0 16 0,4 3 0 0,-3-3 0 15,3 3 16-15,-4-3 184 16,4 3 0-16,-3 1 68 0,3-1-168 0,-4-3 88 15,0 3-176-15,5 0 124 16,-2-3-48-16,1 0-36 0,-4 4 116 16,5-4-120-16,-1 0 28 0,0 2-76 15,-3-2-88-15,3 3 88 0,0 1 0 16,0-1-40-16,-3 0 36 0,-1 3-148 0,0 1 52 16,4 2 24-16,-8-2 32 0,5 2 44 0,3 1 8 15,-4-1 52-15,0 1-48 0,5-4 92 16,2 0-32-16,1 0-20 0,5 1 64 15,-1-3 136-15,9 2 132 0,-2-4-60 16,5 5-52-16,4-3-48 16,5-4-48-16,7 3-92 0,0-3 28 0,8 0-52 15,0 0-52-15,4 0 8 0,4 0-16 16,0 0-52-16,0 0-108 0,0 0-124 0,4-3-100 16,4-1-152-16,8-3 224 15,3 2 112-15,9-2-280 0,4-2-1048 16,-4 2-2749-16,16-5-2239 0</inkml:trace>
  <inkml:trace contextRef="#ctx0" brushRef="#br1" timeOffset="152517.67">19224 3344 12685 0,'0'0'1948'0,"0"0"-928"16,0 0-556-16,0 0 140 16,0 0 304-16,0 0-152 0,0 0 20 0,0 0-188 15,0 0-160-15,0 0-52 16,0 0 392-16,0-103-364 0,12 62-199 0,4-7-105 16,0-6-100-16,7 1-72 0,1-10 24 0,0-5-12 15,4-1 47-15,4-5 13 16,4-2 9-16,0-3 3 0,-1-4 28 15,6 4-40-15,-5-4-85 0,-1 1 25 16,1 6-28-16,-4 2-32 0,0 8 48 16,-8 9-12-16,0 4 8 0,-5 7 16 15,-2 5 0-15,-2 6-124 0,-2 3-228 0,-6 7-164 16,-7 3-120-16,0-1-8 0,0 8-136 16,-4-1-316-16,-7 3-960 0,-9 3-408 15,3 4-1349-15,-10-3-763 0</inkml:trace>
  <inkml:trace contextRef="#ctx0" brushRef="#br1" timeOffset="152785.981">19543 1473 11597 0,'0'0'1320'16,"0"0"-1320"-16,0 0 76 0,0 0-64 16,0 0 704-16,79 6 56 0,-51-2 12 15,4-1-80-15,0-3-136 0,0 6-172 16,3-3-120-16,6 4-40 0,-9-1-188 15,0 0-48-15,-5 4-12 0,-3-1-76 0,-4 7-36 16,-4-3 80-16,-4 6 44 0,-8 7 4 16,-4 5 108-1,0 7-112-15,-8 6-92 0,-12 7-244 0,-4 4-88 16,-8 4-32-16,-8 2-32 0,-8 2-344 0,-3 1-552 16,-9 2-844-16,-4 2-437 0,16-18-1235 31,-27 26 664-31</inkml:trace>
  <inkml:trace contextRef="#ctx0" brushRef="#br1" timeOffset="153070.689">19108 2841 6808 0,'0'0'2920'16,"0"0"-1515"-16,0 0-825 0,0 0-336 0,0 0 12 0,76 80 296 16,-64-49 264-16,-4 1-56 15,0 3-228-15,-4 6-104 0,0 1 0 16,0 0-40-16,-1-2 4 0,-3 2-104 0,0-1 12 15,4-3 20-15,-4-3-8 0,0-10-4 0,5-6 40 16,-1-7-64 0,-4-1-100-16,4-8-60 0,0 0-112 15,0 0-4-15,-1-3 88 0,10 0 88 16,2 0-60-16,6 0 24 0,3 0-52 0,8-9 16 16,-1-7-40-16,9-6-28 0,0-7-44 15,4-2-84-15,-1-8-76 0,2-2-120 0,-6-4-260 16,5 1-300-16,-5 2-128 15,-2-2-576-15,-1 0-812 0,-8 9-2337 0,0-10-3223 16</inkml:trace>
  <inkml:trace contextRef="#ctx0" brushRef="#br1" timeOffset="154164.16">20049 635 1004 0,'0'0'5776'0,"0"0"-4020"0,0 0-708 16,0 0-236-16,0 0 145 0,0 0 147 15,20 89-56-15,-12-55-188 16,-5 4-48-16,5 8 52 0,1 4-172 16,-5 4-244-16,0 2-76 0,-1 8-72 15,1-3 32-15,0-4-60 0,-4 0-100 0,4-6-84 16,-4-6-88-16,4-8-48 0,-4-9-112 16,5-9-164-16,-1-5-256 0,-4-8 84 0,0-3-204 15,3-3-444-15,-3-12-440 16,0-1-540-16,0-18-2253 0</inkml:trace>
  <inkml:trace contextRef="#ctx0" brushRef="#br1" timeOffset="154399.949">20136 673 5472 0,'0'0'884'0,"0"0"-144"0,0 0 364 16,0 0 608-16,0 0-291 0,88-16-613 15,-72 16-324-15,-9 0-124 0,6 0-116 16,-5 6-104-16,-1 4-64 0,-3 0-64 16,-4 5 88-16,0 4 68 0,-8 6-120 15,-3 7-48-15,-9 3-92 0,0 0-36 0,-4 0-228 16,0-6 36-16,0 0-88 0,5-8-156 16,-2-5-220-16,5-2-365 0,1-6-535 15,7-4-1200-15</inkml:trace>
  <inkml:trace contextRef="#ctx0" brushRef="#br1" timeOffset="154750.775">20546 667 9520 0,'0'0'1433'16,"0"0"-1085"-16,-75 85 488 0,47-47 888 0,0 7 44 15,4-4-352-15,4-3-532 16,4-6-356-16,13-9-220 0,-1-11-244 0,4-3-64 0,0-3-224 16,0-6-72-16,4 0 12 0,7 0 0 15,2-8 96-15,6-9-44 0,-3-5-56 16,4-7-136-16,0-2-92 0,0-4-124 0,-4 2-92 16,0 6 100-16,-4 4 160 0,0 7 64 15,0 7-64-15,-1 9 36 0,2 0 436 16,2 3 484-16,2 6 76 0,-2 7-88 0,2 0-64 15,-2 3 84 1,-2 4 36-16,-2-4-24 0,-3 3-36 0,4 0-56 16,-4-3-112-16,-4 0-196 0,0-6-104 15,-4-1-100-15,4-5-100 0,-4-1-260 16,0-3-160-16,0 0-212 0,-4-3-448 16,0 0-1204-16,-8-3-2477 0</inkml:trace>
  <inkml:trace contextRef="#ctx0" brushRef="#br1" timeOffset="154884.51">20741 781 116 0,'0'0'0'0</inkml:trace>
  <inkml:trace contextRef="#ctx0" brushRef="#br1" timeOffset="155202.425">20741 781 588 0,'0'0'416'16,"0"0"-192"-16,0 0 192 0,0 0 40 0,0 0-260 15,-23 0-196-15,19-4 0 16,-1 1 12-16,2 0 328 0,3 3 376 0,-4-2 80 16,4-2 24-16,0 1-76 0,0 3 88 15,0-4 116-15,0 1-428 0,0 0-220 0,0 3-56 16,0-3 80-16,0 3 92 0,0 0 36 16,0 0 64-16,0 0-36 0,0 0-55 15,0 0-65-15,0 0-64 0,0 0 12 0,0 0 0 16,4 0 140-16,-1 3-40 15,6 0-52-15,-1 4-64 0,0 0-40 16,-1 1 4-16,6 3 20 0,-5 3 28 16,4 5-104-16,-4 4-72 0,-4 0 48 0,3 2-52 15,-3 0 4-15,-4-3-68 0,0-3-56 16,4-6-4-16,-4-7-8 0,0-2 4 16,0-4 4-16,0 0 152 0,0 0 104 0,5 0 32 15,-5-7 8-15,4-2-20 0,4-7-76 16,-1-6-64-16,1-4-136 0,5-2-100 15,-2-1-212-15,2-2-60 16,-2-1-408-16,6-3-352 0,-2 0-596 16,-7 10-1409-16,12-17-2279 0</inkml:trace>
  <inkml:trace contextRef="#ctx0" brushRef="#br1" timeOffset="155456.417">21203 225 10392 0,'0'0'1469'0,"0"0"-1197"16,0 0 136-16,-3 83 360 0,-1-45 680 15,4 10-28-15,-4 2-308 0,4 4-404 16,0 6-188-16,0 1-152 0,0-1-148 0,0-3-132 16,0-3-76-16,4-12 48 0,0-7-60 15,-1-13 0-15,2-6-148 0,-1-7-48 16,4-3-60-16,-4-6-264 0,3 0-12 15,2 0-116-15,-5-9-116 0,4-4-404 0,-4-6-1016 16,-4 3-1965-16,0-12-1363 16</inkml:trace>
  <inkml:trace contextRef="#ctx0" brushRef="#br1" timeOffset="155594.497">21076 701 6460 0,'0'0'6021'15,"0"0"-4781"-15,0 0-976 0,0 0 168 0,0 0 188 0,0 0 396 16,0 0-24-16,76 7-332 15,-51-17-352-15,1-2-148 16,7-1-160-16,-1-9-264 0,0-1-504 0,0-3-460 16,-4 1-792-16,-9 10-2309 0,1-11-2823 0</inkml:trace>
  <inkml:trace contextRef="#ctx0" brushRef="#br1" timeOffset="155735.66">21531 749 10920 0,'0'0'1617'15,"0"0"-1157"-15,0 67-88 0,-4-48 480 16,4 0 232-16,-4-6-456 16,0-7-628-16,4-3-36 0,0-3-680 15,0 0-108-15,0-3-192 0,0-3-968 0,0-17-2321 16</inkml:trace>
  <inkml:trace contextRef="#ctx0" brushRef="#br1" timeOffset="155893.006">21570 514 11265 0,'0'0'1568'0,"0"0"-1340"0,0 0-176 0,0 0-48 15,0 0 4-15,0 0-4 0,52 67-4 16,-44-58-780-16,1 1-661 0,-2-4-1339 16,1 7-5080-16</inkml:trace>
  <inkml:trace contextRef="#ctx0" brushRef="#br1" timeOffset="156304.502">21766 796 10304 0,'0'0'1685'0,"0"0"-1261"0,0 0-52 0,0 0 152 0,0 0 240 15,0 0 84-15,0 0-256 0,0 0-544 16,0 0-48-16,79-13-640 0,-66-12-412 0,-2 0-288 16,2 0-397-16,-5 3 45 0,-1 3 72 15,-3 0 280-15,-4 9 596 0,0 3 744 0,0 7 456 16,0 4 952-16,-8 9 172 0,1 2 232 15,-6 8-307-15,5-1-429 16,1 3-160-16,-2 0-172 0,5-2-124 16,0-8-168-16,0-2-176 0,4-3-188 0,0-8-88 15,0-2-192-15,0 0-120 16,8-2-28-16,5-8 88 0,-2 1-328 16,2-8-448-16,2 3-440 0,2-3-205 0,-6 4 185 15,5 4 36-15,0 3-108 0,-4 2 232 0,4 1 1156 16,-1 3 172-16,-2 0 1488 0,-1 3 316 15,0-3 52-15,-4 4-179 16,0-1-545-16,3-3-444 0,-2 0-332 16,2 0-64-16,1 0 4 0,1-7 8 0,-2 4-140 15,2-3-96-15,2 0-68 0,-2 2-12 16,2 4 12-16,-7 0 0 0,4 0 104 0,0 7 248 16,-4 2 40-16,0 4 348 0,0 3-100 15,-4 0-340-15,0-1-232 0,0-2-68 16,4-1-200-16,-4-1-476 0,0-3-608 0,-4-4-1284 15,4-1-4729-15</inkml:trace>
  <inkml:trace contextRef="#ctx0" brushRef="#br1" timeOffset="156884.859">23164 324 9700 0,'0'0'2921'0,"0"0"-2177"16,0 0-696-16,0 0 144 0,0 0 380 0,0 0 236 0,-92 85 224 15,68-52-240 1,5 1-132-16,-1 4-80 0,4 3 16 0,4 6-44 0,4 2-148 15,4 5-24-15,0-1 24 0,4 2-112 16,0-1-60-16,4-10-64 16,8-3-168-16,-4-10 0 0,8-1-192 0,-1-5-164 15,6-6-44-15,-1-6-40 0,-1-4-164 16,9-5-108-16,-4-4-244 0,4-13-256 16,4-6-524-16,-12 0-1032 0,12-17-2385 0</inkml:trace>
  <inkml:trace contextRef="#ctx0" brushRef="#br1" timeOffset="157218.907">23535 517 12837 0,'0'0'1704'15,"0"0"-1464"-15,0 0-76 0,0 0 476 16,95-25 92-16,-71 22-144 15,-7 0-240-15,-2 0-36 0,2 3-52 0,-2 0-260 16,-2 3 0-16,-2 3-100 0,-7 10 12 16,0 0 0-16,-4 12 40 0,0 3-28 15,-12 7-48-15,-4 8 52 0,0-5-4 0,-8 3 76 16,4-2 4-16,5-4 60 16,-2-3-16-16,2-10 28 0,7 0 108 15,3-9 4-15,1-3-100 0,4-7-76 0,0 0 100 16,13-2 72-16,2-4-72 0,6 0 24 15,3 0 48-15,3-10-172 0,6-3-12 0,-6-2-332 16,4-1-276-16,-3-3-388 16,0-3-688-16,-4 3-1000 0,-3 6-2189 0</inkml:trace>
  <inkml:trace contextRef="#ctx0" brushRef="#br1" timeOffset="157468.468">24280 898 13253 0,'0'0'1624'15,"0"0"-1624"-15,0 0-160 0,-32 85 160 16,20-59 340-16,4 0 76 0,-4-7-416 0,4-3 0 16,4-3-440-16,0-4-496 0,4-3-480 15,0-2-1297-15,0-4-2151 0</inkml:trace>
  <inkml:trace contextRef="#ctx0" brushRef="#br1" timeOffset="157709.346">24479 470 11701 0,'0'0'1956'16,"0"0"-1500"-16,0 0-204 0,0 0 432 16,16 88 764-16,-16-56-264 0,5 3-444 15,-2 3-308-15,1-3-136 0,0 3-52 0,-4-3-120 16,4 1-124-16,0-5-56 0,-4-2-16 15,4-7-76-15,0 0-280 0,0-6-352 16,0-4-236-16,0-5-488 16,0-7-880-16,0 3-2185 0,-4-6-2479 0</inkml:trace>
  <inkml:trace contextRef="#ctx0" brushRef="#br1" timeOffset="157971.654">24969 425 7672 0,'0'0'2836'0,"0"0"-663"16,0 0-1405-16,0 0-300 0,0 0 180 0,0 0 436 15,0 0-16-15,60 83-248 16,-52-61-312-16,4 6-148 0,-4 4-100 16,4-1-40-16,-5 5 12 0,2-1-144 0,-1 0-36 15,-4-4-52-15,-4 1-84 0,0 3 76 16,0 0-44-16,-4 3-8 0,-9 1-76 0,-2-2-108 15,-1 2-80-15,-8-1-56 0,0 0-192 0,-4-3-188 16,-4 3-144 0,-7-4-192-16,-6 2-644 0,14-11-1389 0,-25 10-2983 15</inkml:trace>
  <inkml:trace contextRef="#ctx0" brushRef="#br1" timeOffset="160804.535">26495 3530 5196 0,'0'0'912'0,"0"0"4997"0,0 0-4337 0,0 0-620 16,0 0 56-16,0 0 196 0,0 0-268 15,0 0-120-15,0 0 140 0,0 0-256 0,28-73-200 16,-4 51-48-16,0-6-52 15,0-4-244-15,3 1-8 0,1-8-136 0,4 1-12 16,5-6-4-16,-2-2-104 16,5-1-112-16,0-4-24 0,0-2-48 15,0 2-60-15,-9-1 60 0,1 2 108 0,-8 5 172 16,1 8-76-16,-10-2-60 0,1 8 28 16,-8 2-16-16,-4 0 124 0,0 7-96 15,-4-3-28-15,0 5-148 0,-4-1-208 0,-4 4-396 16,-8 3-788-16,4 3-1244 0,-16 5-3649 15</inkml:trace>
  <inkml:trace contextRef="#ctx0" brushRef="#br1" timeOffset="161087.894">26328 3023 7776 0,'0'0'4105'0,"0"0"-2813"0,0 0-620 16,20 88 92-16,-16-55 220 0,-4 0 96 16,4 9-248-16,-4-1-396 0,0 8-376 15,0 1-60-15,0-2-48 0,0-1-28 0,0 1-24 16,0-8 88-16,4-5-36 0,4-2-40 16,4-8 84-16,3-6-84 0,2-3 40 15,-2-7 48-15,9-2-40 0,-3-1 40 0,6-6 8 0,1 0-4 16,7-3-4-1,2-7-52-15,10-2 40 0,-2-7-136 0,6 0 36 16,-3-7-360-16,4 0-508 0,-5 1-512 16,-7 3-780-16,12-10-3101 0</inkml:trace>
  <inkml:trace contextRef="#ctx0" brushRef="#br1" timeOffset="161926.182">26981 1244 272 0,'0'0'9264'15,"0"0"-7687"1,0 0-525-16,0 0-40 0,0 0 320 16,0 0 220-16,0 0-92 0,0 0-704 0,52 83-104 15,-40-41-232-15,0 8-116 0,-4 10-32 16,-4 7-140-16,0 3-72 0,-4 3-60 16,0-4-184-16,0-1-36 0,-4-11-76 0,4-13-144 15,0-8-56-15,0-15 4 0,0-9-192 16,0-6-504-16,0-6-904 0,0 0-2237 15,0-14-1299-15</inkml:trace>
  <inkml:trace contextRef="#ctx0" brushRef="#br1" timeOffset="162142.553">27053 1283 1592 0,'0'0'5288'0,"0"0"-67"15,0 0-4157-15,0 0-276 0,0 0 248 16,0 0 240-16,91-64-392 0,-71 61-252 15,8 3-160-15,-3 0-4 0,-1 0-24 0,-5 10-140 0,1 2-264 16,-8 4-40-16,-4 6-124 0,-8 7-72 16,0 3 12-16,-16 8-188 15,0 2-20-15,-7 2 20 0,-2-2-12 0,-3-1-64 16,8-10-236-16,1-6-312 0,6-6-536 16,6-8-640-16,-1-8-1949 0,8-10-3103 15</inkml:trace>
  <inkml:trace contextRef="#ctx0" brushRef="#br1" timeOffset="162470.92">27492 1324 6096 0,'0'0'1132'0,"0"0"3693"16,0 0-3101-16,0 0-228 0,0 0 260 0,0 0-220 0,0 0-576 16,0 0-348-16,0 0-136 0,-53 72-40 15,42-42 28-15,2 5-39 0,1-4-169 0,8-6-256 16,0-3-52-16,0-6-204 0,8-6-97 15,5-4 85-15,-2-6 36 16,10 0-72-16,-2-9-232 0,5-4 120 16,-4-6-100-16,4-6 24 0,-4 3 124 0,0-4 144 15,-5 4 76-15,2 0 0 16,-6-1 48-16,2 7 96 0,-5 4-44 0,-4 2 48 16,-1 7 12-16,-3 3 136 0,4 0 52 0,-4 0 84 31,4 3 120-31,-4 7 112 0,5 2-208 0,-1 4-64 15,0 3 52-15,-4 4-28 0,0 2-96 0,-4 1-172 16,0-4-124-16,-1 0-204 0,1-5-444 16,4-6-176-16,0-1 20 0,0-6-936 15,0-2-2432-15,0-4-2745 0</inkml:trace>
  <inkml:trace contextRef="#ctx0" brushRef="#br1" timeOffset="162735.102">27806 1200 6096 0,'0'0'2844'16,"0"0"-1060"-16,0 0-175 0,0 0 35 15,0 0-416-15,0 0-300 0,32 86-372 0,-32-61-408 16,0 1-72-16,0 2-76 0,0 1-96 16,0-4-4-16,-4 0 0 0,0 1 12 15,0-7 40-15,0-6 40 0,0-4 8 0,4-6 52 16,0-3 172-16,0 0 76 0,0 0 60 15,0 0 40-15,4-6 180 16,4-4-224-16,4-2-160 0,4-7-196 16,7-10-136-16,2 0-360 0,2-9-544 15,5-3-576-15,-8 9-788 0,16-25-2969 0</inkml:trace>
  <inkml:trace contextRef="#ctx0" brushRef="#br1" timeOffset="162917.225">28257 651 692 0,'0'0'8640'16,"0"0"-6367"-16,0 0-609 0,0 0-280 16,-28 98 0-16,23-53-192 0,5 3-164 15,0 5-216-15,0 7-40 0,5 1 84 16,2 6-356-16,-3-1-368 0,4-6-132 0,1-2-72 0,-2-8-60 16,-3-9-4-16,4-9-84 0,-4-9-228 15,5-8 56-15,-6-2-172 16,1-6-396-16,-4-4-904 0,0 0-988 0,0-3-1301 0,-12-3-1791 15</inkml:trace>
  <inkml:trace contextRef="#ctx0" brushRef="#br1" timeOffset="163067.915">28037 1232 11305 0,'0'0'1884'0,"0"0"-752"0,0 0 92 16,0 0 280-16,0 0-412 0,0 0-488 15,88-36-112-15,-57 28-88 0,5-3-160 16,1-1-244-16,-2 2-212 0,5-6-192 0,0 4-616 15,-5-4-496-15,-2 3-1268 16,10-6-2697-16</inkml:trace>
  <inkml:trace contextRef="#ctx0" brushRef="#br1" timeOffset="163218.946">28659 1095 8748 0,'0'0'1512'0,"0"0"-467"0,0 0 1003 16,0 67 232-16,4-45-340 0,-4 1-632 15,0-4-656-15,4-4-416 0,-4 1-236 0,0-3-136 0,0 0-292 16,0-4-544 0,0-6-444-16,0 0-608 0,0-3-2561 15,0 0-3195-15</inkml:trace>
  <inkml:trace contextRef="#ctx0" brushRef="#br1" timeOffset="163377.366">28603 946 10408 0,'0'0'2721'0,"0"0"-1565"0,0 0-56 16,0 0 332-16,88-41-548 16,-65 34-552-16,1 1-332 0,4 0-236 0,-4 6-148 15,4-3-336-15,-5 3-360 0,-2 3-564 16,3 6-1016-16,-13 1-2225 0,2 12-787 16</inkml:trace>
  <inkml:trace contextRef="#ctx0" brushRef="#br1" timeOffset="163601.309">28894 1202 5764 0,'0'0'3996'0,"0"0"-2239"15,-12 77-69-15,12-58 116 0,0-3-296 0,0-3-500 16,4-7-400-16,4-2-372 0,4-4-16 16,4-4 16-16,0-5-236 15,7-10-172-15,1-7-276 0,0-2-416 0,4-7-376 0,-7 7-44 16,-2-5-288-16,-7 11-556 0,-4 0-421 16,-4 3-63-16,-4 6 580 0,0 4 1852 0,-8 5 180 15,0 4 1704-15,0 4 56 16,-4 9-100-16,-4 2-44 0,0 4-263 0,0 3-9 15,1-3-340-15,-2 4-396 0,6-4-596 16,-2-3-12-16,5 0-784 16,5-7-428-16,3-2-556 0,0-4-521 15,7-3 105-15,-3 0 260 0,16-13-804 0</inkml:trace>
  <inkml:trace contextRef="#ctx0" brushRef="#br1" timeOffset="163856.231">29204 1149 3392 0,'0'0'4616'16,"0"0"-2636"-16,0 0-211 0,0 0 95 15,0 0-168-15,24 72-236 0,-20-58-344 0,-4-5-472 16,0 1-336 0,4-3-260-16,0-5-48 0,1 2-12 15,-1-4-88-15,3 0-48 0,1-4-196 0,5-2 160 16,2 0-88-16,1-4-28 0,0 1 4 16,4-4 8-16,-1 3 40 15,2 3 100-15,-5 5-28 0,0-2 176 0,0 4 48 16,-1 0 316-16,-7 0 120 0,5 6-100 0,-6 1-108 15,1 0-92-15,1 3 64 16,-5-1-248-16,3 0-48 0,-3-2-196 0,0 3-452 16,5-1-288-16,-5 0-452 0,3-2-1660 15,1-1-4589-15</inkml:trace>
  <inkml:trace contextRef="#ctx0" brushRef="#br1" timeOffset="164140.38">30077 717 8340 0,'0'0'5553'0,"0"0"-4225"0,0 0-1064 0,0 0 468 16,0 0 540-16,-36 92-232 0,20-44-120 0,0 6 60 15,0 6-104-15,-4 4-107 0,9 3-69 16,-6 2-204-16,6-2-180 16,3-7-184-16,-1 0-132 0,9-11 0 0,0-5-180 15,13-9-232-15,2-7-144 0,9-5-281 16,4-5-15-16,4-4-296 0,-4-6-1060 0,-4-4-2768 16,8-8-3929-16</inkml:trace>
  <inkml:trace contextRef="#ctx0" brushRef="#br1" timeOffset="164684.203">30626 974 12493 0,'0'0'2456'16,"0"0"-1712"-16,0 0-76 15,0 0 564-15,0 0-280 0,0 0-364 16,0 0-256-16,0 0-136 16,0 0-24-16,0 0-36 0,0 0-136 15,77 16 48-15,-77-4 148 0,0 7-60 16,-4 8-128-16,-9 1 64 0,-6 4-72 0,-1-1-8 16,-1 4-52-16,2-7 52 0,7-4-80 15,4-6 28-15,4-1-64 0,4-5-132 16,0 4-24-16,8-3-140 0,4-1 64 0,4 1 36 15,4-1 72-15,4 1 40 0,-5 0 108 16,6-4 40-16,-5 5 60 16,-1-6 0-16,-6 5 4 0,-6-1 40 0,1-1 156 15,-4 1 204-15,-4 1-44 0,0 0-152 16,0-4-72-16,0 4 0 0,-8 0 60 16,1-4-52-16,-1 1-20 0,-5-4-124 15,2 1-188-15,3-5-292 0,-5 3-320 0,2-5-264 16,7 0-240-16,-5-11-864 0,9 2-3193 15,0-17-1067-15</inkml:trace>
  <inkml:trace contextRef="#ctx0" brushRef="#br1" timeOffset="164937.942">31281 842 11157 0,'0'0'2280'16,"0"0"-1064"-16,0 0 372 0,0 0-68 16,71 85-360-16,-51-57-204 0,3 5-404 15,-2-2-212-15,-1 1-108 0,-5 0-48 0,-2-1-64 16,-5 7-120-16,-8 0-56 16,-4 4-176-16,-13 2-144 0,-7 0-260 0,-8 5-64 15,-11 1 184-15,-5 4 0 0,-7-3-204 0,-5-1-112 16,-4-3 92-1,4-1-228-15,-3-5-848 0,15-10-2165 0,-28 11-2667 16</inkml:trace>
  <inkml:trace contextRef="#ctx0" brushRef="#br1" timeOffset="167088.467">8235 3956 7136 0,'0'0'428'0,"0"0"1312"0,0 0-396 15,0 0 45-15,0 0-57 0,0 0-140 0,0 0-260 0,0 0-240 16,0 0 12-16,12-96-8 16,-4 49-104-16,4-10-220 15,0-10-88-15,0-9-100 0,-5-7-180 16,10-2-4-16,-10-11-88 0,6 1-20 0,-5-1 8 16,-1-2-96-16,-3 1 24 15,0-3-152-15,-4 0-8 0,0 0-140 0,5 6-4 16,-5 4-88-16,0 7 212 0,4 8 128 15,0 8 96-15,0 7-124 0,-1 12 88 0,1 7-76 0,0 9-136 16,0 7-692-16,-4 12-968 16,-8-1-2605-16</inkml:trace>
  <inkml:trace contextRef="#ctx0" brushRef="#br1" timeOffset="167293.344">8326 1898 4760 0,'0'0'5532'16,"0"0"-3527"-16,0 0-601 0,0 0-844 15,-103 51-308-15,67-26 128 0,-3 3 152 16,7 2 120-16,-5 1-260 0,9-2-380 0,5-4-12 16,3 4-456-16,0-6-248 0,8-4-52 15,1-7-156-15,11-9-96 0,0-3-881 0,0 0-2347 16,0-19-2228-16</inkml:trace>
  <inkml:trace contextRef="#ctx0" brushRef="#br1" timeOffset="167401.091">8406 1969 4256 0,'0'0'76'16,"0"0"5864"-16,92 0-4571 0,-64 0-869 0,4 2-168 16,-4 4-332-16,-4 1-80 0,-5 3-484 0,-6-4-1153 15,6 1-3327-15</inkml:trace>
  <inkml:trace contextRef="#ctx0" brushRef="#br1" timeOffset="167864.921">7044 1041 6368 0,'0'0'2248'0,"0"0"313"0,0 0-1213 0,0 0-392 16,0 0-40-1,0 0-8-15,0 0-256 0,0 0-268 0,0 0 76 16,0 0 348-16,12 103-164 0,-1-47-424 0,2 7-116 15,-2 13-104-15,-2 11-48 0,-1 1-124 16,-1 0-188-16,5 2-348 0,-3-13-288 16,-2-18 0-16,1-14 200 0,-4-13 292 0,5-13-364 15,-5-13-824-15,-4-3-825 16,3-3-1687-16</inkml:trace>
  <inkml:trace contextRef="#ctx0" brushRef="#br1" timeOffset="168088.798">7179 1162 4088 0,'0'0'716'0,"0"0"4416"0,0 0-3623 0,0 0-673 15,56-70 48-15,-41 64 56 0,6 3-232 16,-1 3-28-16,-1 0 12 0,2 6-212 0,-1 7-308 16,-1 2-172-16,-2 5-48 0,-10 5-52 15,1 1-100-15,-4 2 100 0,-4 0 92 16,0-2-104-16,0 2-156 15,-8-2-196-15,0-4-256 0,1-3-24 16,-6 0-236-16,5-7-584 0,1-6-1085 16,-1 1-1779-16</inkml:trace>
  <inkml:trace contextRef="#ctx0" brushRef="#br1" timeOffset="168484.659">7804 1013 1788 0,'0'0'6608'0,"0"0"-4112"0,0 0-851 0,0 0-409 0,0 0-92 16,0 0-128-16,-91 79-136 0,71-57-220 15,0 1-324-15,9-8-336 0,-2-2-16 0,5-1-56 16,4-5 20-16,1-1 4 0,3-2-112 16,0-2-188-16,0-2-164 15,0 0-28-15,7 0 200 0,1 4 164 16,1-4-12-16,2 0-128 0,1 0 0 15,0-4 12-15,0-2 28 0,4-3-56 0,-4-1-100 16,4-6-144-16,-4 5-52 0,-1-6-180 16,2 4-765-16,-5-3-463 0,-1 4 608 15,-3 5 800-15,1 1 408 0,-1-1 180 16,0 7 40-16,-4 0 172 0,0 0 568 16,0 4-76-16,0 2-156 0,0 1 464 0,0 5-248 15,4 1-216-15,-4-1 72 0,4 1-140 16,-1-2-91-16,1-3-53 15,0-2-272-15,5 1-24 0,-5-3-104 16,3-4 40-16,-3 0-204 0,4 0-5 0,-3 0-139 16,-1-7-120-16,0 3-320 0,-1-2-812 15,1 3-872-15,-4-7-2060 0</inkml:trace>
  <inkml:trace contextRef="#ctx0" brushRef="#br1" timeOffset="168956.036">7965 1000 468 0,'0'0'1932'0,"0"0"3220"0,0 0-3324 16,0 0-728-16,0 0-339 0,0 0-41 15,0 0-104-15,0 0-108 0,0 0 104 0,0 0 0 16,79-6-144-16,-67 14-168 0,0 9-120 0,-1 2-176 16,-2 4-4-16,-5 2-64 15,-4 3-88-15,0-3-24 16,0 1 48-16,0-7 116 0,0-3 12 16,0-7 0-16,-4-2 80 0,4-4 20 0,0-3 104 15,0 0 48-15,0 0 88 0,0-3-64 16,0 0 4-16,0-10 32 0,4-3-312 15,4-6-184-15,-5-3-8 0,10-7-48 0,-5-3-184 16,3-3-360-16,2 6-928 0,-2-19-3041 16</inkml:trace>
  <inkml:trace contextRef="#ctx0" brushRef="#br1" timeOffset="169167.823">8418 388 4820 0,'0'0'6645'16,"0"0"-5121"-16,0 0-188 0,0 65 264 16,0-35 148-16,0 1-240 0,4 4-604 0,1 6-304 15,2 4-236-15,1 6-364 0,0 5-48 16,1 4-148-16,-6 1-144 0,5-7-76 16,-4-9-84-16,4-11 108 0,-3-9-52 15,2-5-284-15,-3-4-328 0,-4-3-728 16,0-4-2020-16,0 1-2157 0</inkml:trace>
  <inkml:trace contextRef="#ctx0" brushRef="#br1" timeOffset="169322.561">8259 807 1864 0,'0'0'8000'0,"0"0"-5747"0,0 0-873 15,0 0-464-15,0 0 196 0,0 0-108 0,0 0-480 16,0 0-380-16,91-42-144 0,-66 39-264 15,3-1-60-15,0-2-456 16,0 0-732-16,-5-1-2313 0,5-2-4483 0</inkml:trace>
  <inkml:trace contextRef="#ctx0" brushRef="#br1" timeOffset="169476.798">8852 842 8536 0,'0'0'4109'0,"0"0"-2721"15,9 69-248-15,-9-43-32 0,0 6-236 16,0-7-560-16,0 0-312 16,-4-3-360-16,-1-6-388 0,1-7-300 15,4-2-980-15,-7-4-3249 0</inkml:trace>
  <inkml:trace contextRef="#ctx0" brushRef="#br1" timeOffset="169623.169">8737 730 1772 0,'0'0'8484'16,"0"0"-7207"-16,0 0-817 0,0 0 296 16,0 0-80-16,0 0-572 0,0 0-104 0,79-57-356 15,-62 54-116-15,2 3-696 16,-6 0-1093-16,6 3-3155 0</inkml:trace>
  <inkml:trace contextRef="#ctx0" brushRef="#br1" timeOffset="169884.611">8996 883 8476 0,'0'0'2004'0,"0"0"-599"0,20 72-113 16,-12-50-312-16,4 3-44 0,0-6-144 0,0-5-276 16,0-8-364-16,4-3-52 0,4-3 24 15,-1-6-40-15,5-13-84 0,0-6-740 0,4-7-164 16,-8-3-360-16,4-3-548 0,-8 0-133 16,-4 3 353-16,-4 7 552 0,-4 2 444 0,-4 3 232 15,0 8 364-15,-4 2 248 0,-8 7 1336 16,0 2 240-16,0 1 45 0,0 3-605 15,-4 7-400-15,4 2-356 0,1 7-196 0,-6 3 28 16,6 3 164 0,2 3 16-16,-3-2-520 0,5 2-100 15,3-6-772-15,4-3-516 0,0-3-464 0,0-7-117 16,4-3-91-16,0-3 8 0,7-9 372 16,-2 0-420-16,10-11-267 0</inkml:trace>
  <inkml:trace contextRef="#ctx0" brushRef="#br1" timeOffset="170101.729">9323 774 4572 0,'0'0'2436'15,"0"0"-308"-15,0 0-231 0,0 0-97 16,0 0-488-16,60 68-276 0,-56-53 20 16,3 4-68-16,-3-3-244 0,0 0-364 0,5-7-380 15,-5-2-96-15,7-4 96 0,1-3 24 16,4-7 24-16,5-5-48 0,2-10-272 16,1-1-296-16,4-5-4 0,0 0 36 15,0 2 204-15,4 0 44 0,-4 7 76 0,0 3 60 16,0 4 28-16,0 2 124 0,-9 10 0 15,1 0 300-15,-4 0 140 16,-4 10-72-16,-4-1-120 0,-1 4-148 0,-3 3-100 16,1 0-12-16,-1 3-36 0,-4 0-608 15,0 0-768-15,4-6-2501 0,-4 6-4219 0</inkml:trace>
  <inkml:trace contextRef="#ctx0" brushRef="#br1" timeOffset="170339.795">10255 419 13133 0,'0'0'2620'16,"0"0"-2568"-16,0 0 136 0,-64 89-188 0,44-48 928 0,-4 6 176 15,9 5 80-15,-2-2-352 0,13 1-292 16,0 0-248-16,4 3-148 0,8 0 32 15,1-4-176-15,10-6-208 0,1-5-280 16,5-10-208-16,3-7-188 0,3-6-200 0,1-7-552 16,-4-2-876-16,4-1-2973 15</inkml:trace>
  <inkml:trace contextRef="#ctx0" brushRef="#br1" timeOffset="170972.628">10837 508 1632 0,'0'0'260'0,"0"0"1368"0,0 0 1576 0,0 0-1436 0,0 0-356 15,0 0-355-15,0 0-129 16,0 0 132-16,0 0 0 0,0 0-224 16,0 28-184-16,0-6-12 0,4 3-72 0,-4 5-68 15,4 5-68-15,0 3 16 16,4 0-164-16,-4 3-88 0,0 1-88 15,4-1-108-15,-1 0-52 0,2 0-108 0,-1-2-36 16,3-8-164-16,-3-3-520 16,5-5-548-16,2-4-764 0,-2-10-2721 15,6-9-2807-15</inkml:trace>
  <inkml:trace contextRef="#ctx0" brushRef="#br1" timeOffset="171261.56">11311 949 4000 0,'0'0'5688'15,"0"0"-3791"-15,0 0-669 0,0 0-16 0,0 0 64 16,0 0-156-16,0 0-308 16,-16 72-440-16,4-52-296 0,0 2-76 15,1-6-128-15,-2-3-120 0,9 0-324 16,0-10-408-16,0 0-520 0,1-3-1156 16,3-3-3057-16</inkml:trace>
  <inkml:trace contextRef="#ctx0" brushRef="#br1" timeOffset="171542.475">11535 444 3452 0,'0'0'5584'0,"0"0"-3119"0,0 0-621 15,0 0-332-15,0 0-232 16,0 0-164-16,43 76-224 0,-35-54-128 0,-1 7-184 16,2 2-68-16,-5 5-156 0,0 2-112 15,0 6-196-15,-4-2-48 0,0 5-48 0,0-2-112 16,0 2-84-16,0-2-232 0,-4-1-28 16,4-6-88-16,0-3-220 0,0-9-148 0,0-4-92 15,4-6-524-15,3-6-928 0,2-8-2041 16,3-2-1339-16</inkml:trace>
  <inkml:trace contextRef="#ctx0" brushRef="#br1" timeOffset="171734.616">12036 851 5004 0,'0'0'6893'15,"0"0"-5461"-15,0 0-936 0,0 0 100 16,0 0 476-16,-4 82 200 15,-8-60-144-15,0 4-520 16,1 0-400-16,-6-1-200 0,1 4-8 0,0-4-72 0,-4 3-52 0,5-3-136 16,-6 1-348-16,6-3-412 15,3-4-336-15,0-10-1336 0,8-4-2857 16</inkml:trace>
  <inkml:trace contextRef="#ctx0" brushRef="#br1" timeOffset="171951.641">12367 794 12197 0,'0'0'2672'0,"0"0"-2144"0,0 0-452 16,0 0 276-16,0 0 440 0,-16 69 316 15,4-43-452-15,4-1-460 16,-4 3-196-16,0 1-124 0,0 0-48 15,4-1-284-15,-3 1-464 0,2-3-312 16,5-4-700-16,4-7-1961 0,-4 2-1067 16</inkml:trace>
  <inkml:trace contextRef="#ctx0" brushRef="#br1" timeOffset="173034.303">12379 479 8460 0,'0'0'2845'0,"0"0"-1281"0,0 0-504 0,0 0 216 16,0 0 208-16,0 0-316 0,0 0-364 16,0 0-300-16,0 0-200 0,0 0-44 15,0 0-28-15,0 57 36 0,0-28 0 16,4 0 0-16,3 2 12 0,-3 4-96 16,5 3 84-16,-5 0-12 0,0 0 21 15,-1 4 151-15,1 2-44 0,-4-3-236 0,0-3-32 16,0 0-116-16,0 1-60 0,0-7 12 15,0-1 0-15,-4-2 36 0,4-4-64 0,-3-6 28 16,3 0 0-16,0-2-12 16,0-5-12-16,0-3-48 0,0 1-40 0,0-3-68 15,0-5-77-15,0-2-95 16,0 0-136-16,0 0-52 0,-4 0-108 16,4 0-300-16,0 0-464 0,0 0-524 0,0-2-592 15,0-3-1609-15,4-3-1523 0</inkml:trace>
  <inkml:trace contextRef="#ctx0" brushRef="#br1" timeOffset="173772.801">12304 517 2844 0,'0'0'288'0,"0"0"140"16,0 0-76-16,0 0 4140 0,0 0-2500 0,0 0-715 15,0 0-185-15,0 0-112 16,0 0-104-16,0 0-220 0,0 0-240 0,-5 25-68 16,5-5 72-16,0 1 28 0,0 5-52 15,8 3 40-15,-4 0-164 0,0 2 0 16,4 1 0-16,-4 3-76 0,4-4-24 16,-4 5 0-16,0-1-24 0,4-4-36 15,-8-2-100-15,4 2-12 0,0-6-4 0,-4 5-72 16,0-8-20-16,0 4 8 0,3-4 16 15,-3-3 12-15,0-4-52 16,5 1 12-16,-5-3-60 0,4-4 12 16,-4-2 12-16,4 0 12 0,-4-5-108 0,0-2-16 0,0 3-124 15,4-3-100-15,-4 0-128 16,0 0-120-16,0-3 16 0,0-3 132 16,4-4 40-16,-4-1-308 0,0-9-1641 0,0 4-2351 15</inkml:trace>
  <inkml:trace contextRef="#ctx0" brushRef="#br1" timeOffset="174117.725">12311 549 1472 0,'0'0'212'16,"0"0"532"-16,0 0-472 0,0 0 1984 0,0 0-212 15,0 0-708-15,0 0-392 0,0 0-48 0,0 0 109 16,0 0-133 0,0 0-168-16,0-10-128 0,0 17-80 15,0-4 12-15,0 6-128 0,0 4-40 0,0 4 12 16,0 4-136-16,0 5 48 0,4 2-28 0,0 7-32 16,4 0 60-16,-4 6-16 0,0 4-96 15,0-4-52-15,0 4-52 0,0-4 4 16,0-6-52-16,0 0-40 15,-4-3-72-15,4-7 12 0,-1-3 12 0,-3-6 84 0,5-3-96 16,-5-7-60-16,4-3 24 0,-4 1-132 16,0-4-248-16,4 0-276 0,-4-4-348 15,4-2-8-15,0-4-108 0,3 1-905 16,-3-13-2203-16</inkml:trace>
  <inkml:trace contextRef="#ctx0" brushRef="#br1" timeOffset="174733.441">12733 486 4516 0,'0'0'116'16,"0"0"2008"-16,0 0 1000 0,0 0-1187 15,0 0-633-15,76 28-236 0,-56-15-168 16,0 2-108-16,-4 1-152 0,3 7-16 0,-2-2-188 16,-2 8 32-16,-2-3-72 15,2 3-136-15,-6 2-76 0,-5-2-96 0,3 2 68 16,-7 1-140-16,0 1 80 0,-3-2-96 15,-5 1-112-15,-5-4-168 16,2 1 8-16,-2-1-72 0,-2-2-200 0,-2-1-116 16,2-3-168-16,-1 1-228 0,0-7-400 15,0-4-728-15,8-2-1113 0,-4-4-2171 16</inkml:trace>
  <inkml:trace contextRef="#ctx0" brushRef="#br1" timeOffset="-148356.062">15869 448 1696 0,'0'0'272'0,"0"0"-24"0,0 0 40 16,0 0 3680-16,0 0-2188 16,0 0-328-16,0 0-223 0,0 0-73 15,0 0 48-15,0 0-12 0,-28-32-8 0,28 32-4 16,0 0-160-16,0 0-268 0,0 0-112 15,5 0-64-15,2-3-72 0,9-1 252 16,4-3-404-16,8 1-244 0,0 4-108 0,0-4-44 16,0 1 36-16,-1 5-4 0,-3 0 8 15,0 0 4-15,-4 0 0 16,0 0-4-16,-4 0-56 0,0 5-4 0,-8-3 16 16,4 4 0-16,-8-2-12 15,3-2 56-15,-7 5-44 0,0 0 40 0,0 5 4 0,0 2-72 16,-3 4 64-16,-13 5-48 15,0 2 12-15,-4 3-12 0,0-2 12 0,-4 0 48 0,0-5 4 16,-4 1 44-16,5-2 24 16,-1-1-68-16,0-3 8 0,8-4 48 0,0 1 28 15,4-7-16 1,3-3-12-16,9 1-60 0,-3-4 0 0,3 0-96 16,0 3 8-16,8-3 4 0,0 0 84 15,4 3 84-15,8 0 4 0,0 0-40 0,-1 0-36 16,2-3 60-16,-2 7-72 15,1-4 0-15,0 3 0 0,0-3 44 0,-8 4-32 16,0-1 148-16,0 4-28 0,-4-3-32 0,-4-1-92 16,4 0 52-16,-4-4-48 15,-1 5-8-15,-3-3 0 0,5 2 93 16,-5 0-85-16,0-3 72 0,0 4-20 16,0 0-16-16,0 2-36 0,-5-3 36 15,2 4-36-15,-5-1 96 0,0 1-36 16,-4-1 4-16,0 4 20 0,-3-4-12 0,-6 1-40 15,-3 2-44-15,0-2-12 0,1-1 4 16,-5-2 8-16,0 2-84 0,4-2-48 16,-4 0-16-16,0-1-56 0,4-4-89 0,1 2 13 15,2-2-72-15,1-2-88 16,5 5 12-16,2-5-96 0,5 0-372 16,1 0-1596-16,3 0-1816 0,4-5-2157 0</inkml:trace>
  <inkml:trace contextRef="#ctx0" brushRef="#br1" timeOffset="-147927.592">16710 248 1120 0,'0'0'9196'16,"0"0"-6879"-16,0 0-1197 0,0 0-384 15,0 0 272-15,0 0 136 0,0 0-196 16,0 0-196-16,0 0-208 0,0 0-152 16,-28 79-108-16,28-54-88 0,0 4-36 0,0-1-76 15,0 5-80-15,0-2-4 0,0 1-72 16,-4-4 20-16,-1-3-104 0,5 0-152 15,-3 1-256-15,-1-7-288 0,-4 1-528 16,4-5-1356-16,-5 1-4029 0</inkml:trace>
  <inkml:trace contextRef="#ctx0" brushRef="#br1" timeOffset="-147737.547">16746 870 156 0,'0'0'8056'0,"0"0"-3691"0,0 0-3537 0,0 0-216 16,0 0 488-16,0 0-32 0,0 0-164 16,0 0-408-16,0 0-448 0,0 0-48 0,0 0-272 15,39 50-276 1,-31-50-368-16,5 0-748 0,-10 0-2585 0,5 0-4571 16</inkml:trace>
  <inkml:trace contextRef="#ctx0" brushRef="#br1" timeOffset="-147272.415">14909 1444 3304 0,'0'0'1864'16,"0"0"1996"-16,0 0-2116 16,0 0-571-16,0 0-241 0,0 0-180 15,0 0-92-15,0 0 1092 0,0 0-684 0,112 7-300 16,-69-4-124-16,1 4-228 16,4-5-8-16,4 2-80 0,4-4 16 0,4 0-76 15,7-4-12-15,5-2-244 0,8-3 4 16,-1-1-16-16,12-2-12 0,1-5 0 15,12 2-72-15,0-2 36 0,7-2 48 0,-3 0-8 16,0 0-44-16,-9 1 0 0,-7 2-56 16,-9 3 8-1,-3 1-20-15,-13 2 8 0,-7 0 4 0,-4 4-4 16,-4 3 16-16,-8-1 8 0,0 2-8 16,-8-3-28-16,-8 5 112 0,-5-2 12 15,-3 2 0-15,-4-3 12 0,-4 3-4 0,0 0-4 16,-9 0 0-16,2 0-8 15,-5 0 0-15,0 0-44 0,0 0-88 0,0 0-244 0,-5 0-276 16,-2 0-336-16,-13 5-728 16,8 0-2548-16,-24 4-3233 0</inkml:trace>
  <inkml:trace contextRef="#ctx0" brushRef="#br1" timeOffset="-146339.293">15558 1621 3792 0,'0'0'936'0,"0"0"3576"0,0 0-2703 16,0 0-537-16,0 0-72 16,0 0 56-16,0 0-264 15,0 0-260-15,0 0-172 0,88 7-76 0,-68-3-124 16,3-1-88-16,1 3-24 0,1-3-88 16,-5 4 48-16,-5-1-108 0,2 0-40 15,-10 4-8-15,5 0-48 0,-8-1-4 0,4 7-100 16,-8 0 4-16,0 4 96 0,0-2-8 15,-8 8-128-15,-4-5 0 0,1 5 84 16,-6-1-8-16,2 0 52 16,-2-2-56-16,-3-1 52 0,-3-3 0 0,7 1 4 0,-4-5 8 15,0-3 0 1,7 1 52-16,-2-1-48 0,3-1 4 0,4-5-8 0,0 0-4 16,4-2-4-16,0-1-128 15,4-3 36-15,0 0-24 0,0 3 0 0,4 0 124 16,0 0 172-16,4 0 88 0,0 1-12 15,4 2-28-15,0-3-48 0,0 1-24 0,4 1-48 16,-4-1-16-16,4-1-8 0,0-3-16 16,-1 3-52-16,2-3 4 0,-2 3-12 15,2-3 0-15,-2 0-148 16,1-6-144-16,0-1-212 0,4 2-140 16,-3-5-236-16,-2-3-364 0,1-3-1020 0,-4 3-2509 15,3-8-3479-15</inkml:trace>
  <inkml:trace contextRef="#ctx0" brushRef="#br1" timeOffset="-146090.541">16216 1758 3696 0,'0'0'8829'0,"0"0"-6985"0,0 0-1072 0,0 0-204 16,0 0 472-16,0 0 340 0,0 0-372 16,0 0-344-16,0 0-296 0,0 0-236 15,4 4-132-15,-4-4-68 0,0 0-92 16,0 0-84-16,0 0-184 16,4 0-248-16,-4 0-276 0,4 0-240 15,0 0-976-15,-1-4-2273 0,1 2-3115 0,-27 4 5140 16</inkml:trace>
  <inkml:trace contextRef="#ctx0" brushRef="#br1" timeOffset="-145336.711">16718 1638 820 0,'0'0'8232'0,"0"0"-6087"15,0 0-949-15,0 0-584 0,0 0 40 16,0 0 324-16,0 0-120 0,0 0-304 15,0 0-220-15,0 0-108 0,0 0-136 16,0 47-28-16,0-24 92 0,0 2-4 0,0 0-12 16,0 5-48-16,0 1 0 0,0 1-88 15,0 0-8-15,0-1-68 0,0-1-48 16,0 0-24-16,0-2-276 0,0 2-320 16,0-5-276-16,0-2-236 0,0-1-712 15,0-3-1289-15,0-3-2515 16,0-1 3948-16</inkml:trace>
  <inkml:trace contextRef="#ctx0" brushRef="#br1" timeOffset="-141530.826">32224 2070 2708 0,'0'0'0'0</inkml:trace>
  <inkml:trace contextRef="#ctx0" brushRef="#br1" timeOffset="-140838.517">31766 1695 2824 0,'0'0'8064'0,"0"0"-6215"16,0 0-473-16,0 0-376 0,0 0-248 15,0 0 504-15,0 0-264 0,0 0-216 16,100-28-188-16,-77 21-156 0,2 4-140 16,-1 0-72-16,0 3-60 0,-5-3-76 15,1 3-76-15,-3 0-8 0,-9 0-48 0,-1 6 36 16,-3 4-36-16,-4-1-64 15,0 10 52-15,-4 6-64 0,-7 7-32 0,-6 4 32 0,-2-3 52 16,-1 0 68-16,-1-4 4 0,2-7 4 16,3-3 8-16,4-6 36 0,3-1-40 15,2-5 0-15,3 0-8 0,4-7-72 16,0 0-112-16,0 2-196 0,4-2 184 16,0 4 36-16,4 1 160 15,4 5 4-15,-1-3 80 0,2 2 4 0,-5-2 32 16,-4 2 40-16,-1-4 76 0,1 6 20 15,1-2-24-15,-5 1-24 0,0 2-76 16,0 5-68-16,0-5-52 0,-9 4-12 0,2 0-64 16,-5-3-32-16,0 2-12 0,0-2-64 15,-4-4-48-15,4-2-76 0,0 0-72 16,4-7-12-16,0 0-176 0,0-4-148 16,1-9-340-16,-2-6-76 0,5-6-1264 15,4-4-841-15,0 4-2507 0,8-16 1605 16</inkml:trace>
  <inkml:trace contextRef="#ctx0" brushRef="#br1" timeOffset="-140656.841">32404 1492 484 0,'0'0'12337'0,"0"0"-10541"0,0 0-1356 15,0 0 40-15,-4 82 912 0,-4-54 72 16,0 2-580-16,0-2-576 0,0 4-308 0,0-4-68 15,0 1-204-15,0 3-316 0,0 0-264 16,0 3-368-16,-4 2-744 0,8-8-1264 0,-11 6-3085 16</inkml:trace>
  <inkml:trace contextRef="#ctx0" brushRef="#br1" timeOffset="-140515.391">32304 2133 12161 0,'0'0'1812'16,"0"0"-1164"-16,0 0-92 0,0 0 500 0,0 0 104 15,0 0-452-15,0 0-436 0,0 0-272 16,0 0-40-16,0 0-380 0,80 67-248 16,-76-64-328-16,-4 1-416 15,0-2-840-15,0 2-2133 0,-12 9-1567 0</inkml:trace>
  <inkml:trace contextRef="#ctx0" brushRef="#br1" timeOffset="-140156.21">31006 2584 1604 0,'0'0'10049'16,"0"0"-8857"-16,0 0-1028 0,0 0 308 15,0 0 568-15,0 0 236 0,103-3-248 16,-64-1-168-16,6 2-256 0,2-2-184 0,5 2-112 0,8-2-52 15,0-3-48-15,7 5 28 16,10-5-16-16,2 2 108 0,1 0-72 0,4-1-148 16,-1 3-108-16,1 0-4 0,-4-3 4 15,-1 2-8-15,-3 1-40 16,-4 0 48-16,-5 0-16 0,-3 3-68 16,-8 0 12-16,-4-4-76 0,-13 4-24 0,1 0 16 15,-8 0-4-15,-4 0 36 0,-4 0 4 16,-9 0-40-16,-2 0-148 0,-5 0-196 15,-1 0-76-15,-7 0-52 0,0 0-340 0,0 0-656 16,-7 0-676-16,-1 4-2081 0,-12 9-1871 16</inkml:trace>
  <inkml:trace contextRef="#ctx0" brushRef="#br1" timeOffset="-139440.308">32001 2810 3496 0,'0'0'5856'0,"0"0"-1539"15,0 0-3581-15,0 0-380 0,0 0-28 0,96-35 336 16,-76 29 104-16,-4 2-132 0,0 2-164 15,-4 2-76-15,0 0-88 0,-4 0-120 0,0 6-104 16,-5 0 4-16,1 3 24 0,1 3-16 0,-5 5-96 16,0 5-60-1,-9 6-76-15,-2 4-24 0,-6 0 24 16,2 4 124-16,-5-5 4 0,4-2 8 0,4-4 4 16,0-3 4-16,4-3 4 0,5-3 60 0,-2-4 52 15,5-2 36-15,0-4-160 0,8 1-4 16,4-1-104-16,0 0 56 0,4 5 48 15,4-3 4-15,-4-2 12 0,0 5-4 16,0-5 44-16,0 0 16 0,-8 4-64 0,-1-4 0 16,1 1 60-16,-3 2 32 15,-1 0 16-15,-4 1 96 0,0 3-128 16,-13 2-80-16,2 4-108 0,-10 4-88 16,2-4-28-16,-5 4 28 15,-4-4-40-15,-4-1-144 0,0-2-116 0,-3-3-340 0,-6-4-456 16,2-2-1044-16,7-7-2857 0</inkml:trace>
  <inkml:trace contextRef="#ctx0" brushRef="#br1" timeOffset="-109887.589">19168 17256 8976 0,'0'0'4325'16,"0"0"-3157"-16,0 0 40 0,0 0-324 15,0 0-140-15,0 0 148 0,0 0 72 0,-28 16-216 16,28-16-296-16,4 0-284 16,12 0-104-16,8 0 216 0,12 0 48 0,7-4 24 15,9-2-35-15,-3-4-161 0,-2-2-56 16,1-1-88-16,-1-3 12 0,-2 4-24 15,-10-4-60-15,5 0-40 0,-8 0-56 0,0 3 7 16,-8 1-79-16,-4 3-200 0,-8 4-180 16,-9-1-112-16,1 6-288 0,-4 0-540 15,-4 0-748-15,-7 11-748 0,-2-2-2413 16</inkml:trace>
  <inkml:trace contextRef="#ctx0" brushRef="#br1" timeOffset="-109708.255">19240 17570 8808 0,'0'0'1356'0,"0"0"-375"16,0 0-245-16,0 0-188 0,0 0 668 0,0 0 24 16,0 0-84-16,92 32-276 15,-53-35-272-15,5-7-184 0,-4-2-44 16,0-1-8-16,-1-6-140 0,-3 3-232 0,-3-7-84 16,-1 1-40-16,-9-3-172 0,1 0-332 15,-4-4-292-15,-4 4-260 0,-9-1-500 16,2 3-1276-16,-9-4-2581 0</inkml:trace>
  <inkml:trace contextRef="#ctx0" brushRef="#br1" timeOffset="-109474.151">19291 16856 10224 0,'0'0'1253'15,"0"0"-305"-15,0 0-320 0,0 0 72 16,0 0 468-16,0 0-52 0,0 0 384 15,17 67-508-15,-2-26-304 0,1 10 12 0,0 6 56 16,0 9-292-16,-4 4-136 0,-4 6-180 0,-4 1-148 16,0-4-168-16,-4-3-160 0,4-7-136 15,-4-16-36-15,4-5-88 0,0-17 36 16,0-8-248-16,4-9-292 16,0-8 24-16,0-2-112 0,-1-15-280 15,6-8-292-15,-5 6-2413 0,-1-25 185 0</inkml:trace>
  <inkml:trace contextRef="#ctx0" brushRef="#br1" timeOffset="-109262.719">19534 16891 8140 0,'0'0'1648'0,"0"0"-528"16,0 0 13-16,0 0-21 16,0 0 224-16,0 0 64 0,0 0-236 15,45 73-244-15,-38-38-216 0,1 6-52 0,1 6-104 16,-1 8-168-16,-1 8-172 0,5 7-96 0,-7 6-112 15,-1 3-100-15,3 3 28 16,-3 1-148-16,0-10-136 0,0-3-36 16,4-13-72-16,0-9-204 0,4-10-236 0,0-9-360 0,4-13-864 15,-5-6-944 1,10-10-2637-16</inkml:trace>
  <inkml:trace contextRef="#ctx0" brushRef="#br1" timeOffset="-108899.797">19949 17240 11761 0,'0'0'1724'0,"0"0"-1112"16,0 0-448-16,100-38 268 0,-52 22 476 0,7 3 232 15,-3 1-220-15,0 2-224 0,-5 4-256 0,-2-1-144 16,-2 0-232-16,-7 5-64 0,-4-1-124 15,-4-4-124-15,-4 5-144 0,-4-5-340 16,-5 1-212-16,-2-5-412 0,-5 5-800 16,-4 0-1057-16,-4 0-2047 15</inkml:trace>
  <inkml:trace contextRef="#ctx0" brushRef="#br1" timeOffset="-108723.929">20271 17189 9352 0,'0'0'1629'0,"0"0"-385"0,0 0-324 0,13 86-168 15,-5-49 324-15,3 2 300 16,2 2-356-16,-2 1-340 0,1-1-148 16,1-4-124-16,-10 5-140 0,5-7-268 0,-4 0-60 15,-4-3-308-15,0-7-164 0,0 0-72 16,0-5 56 0,-4-4-188-16,0-4-80 0,-3-2-372 0,3-4-568 0,-9-3-649 15,5 1-1731-15,-7-1-240 0</inkml:trace>
  <inkml:trace contextRef="#ctx0" brushRef="#br1" timeOffset="-108564.419">20184 17770 8724 0,'0'0'2108'0,"0"0"-1131"0,0 0 227 0,0 0 144 16,0 0-48-16,87 7-156 0,-62-7-300 16,3 0-188-16,-4 0 12 0,4-7-192 0,-5-2-256 15,-3-1-220-15,0-3-24 0,3-2-304 16,-6-2-228-16,-2 2-284 0,2-4-488 15,-10 1-688-15,2 4-2525 0,-1-5-3823 0</inkml:trace>
  <inkml:trace contextRef="#ctx0" brushRef="#br1" timeOffset="-108274.384">20634 17447 3056 0,'0'0'7989'0,"0"0"-6861"16,0 0-704-16,84 12 280 0,-56 1 1156 15,-5-1-164-15,-2 4-476 0,-1 3-456 16,-5 4-336-16,2-1-220 0,-10 3-84 0,1 4-120 16,-4 2 0-16,-4-1 0 15,0 3 4-15,-4 0-8 0,0-5-116 0,-3-6-20 16,3-5 72-16,4-5 60 0,-4-9-4 16,4 0 4-16,0-3-128 0,0 0 132 15,0-3 48-15,0-3 72 0,0-7-120 16,0-3-224-16,0-6 28 0,0-3 84 15,0-1 16-15,4-2-40 0,3 2-112 16,1 1-244-16,1-1-316 0,-1 1-196 0,-1 3-280 16,5-3-672-16,-3 9-1029 15,-2-10-2307-15</inkml:trace>
  <inkml:trace contextRef="#ctx0" brushRef="#br1" timeOffset="-107991.247">21113 17421 9380 0,'0'0'1488'16,"0"0"-935"-16,0 0 91 0,0 0 172 0,55 70 524 16,-46-49 48-16,-6 9-396 0,1-2-532 15,-4 4-160-15,0 3-52 0,0 0-88 0,-4-1-84 16,-4 2-32-16,4-5-44 16,-4-2-60-16,4-10 60 15,4-10 4-15,-4-2 44 0,4-7 4 16,0 0 80-16,4-3-32 0,4-10 24 0,0-6 60 15,4-3-8-15,0-7-92 0,4-3-84 0,0-3-52 16,4 5-24-16,0-3 4 0,-1 1-52 0,6 4-36 16,-1 3-64-16,0 1 4 15,-5 6-92-15,1 3-160 0,1 1-176 16,-6 5-248-16,-3 2-240 0,4 5-648 16,-12-2-905-16,7 4-3059 0</inkml:trace>
  <inkml:trace contextRef="#ctx0" brushRef="#br1" timeOffset="-105873.466">22193 16993 5288 0,'0'0'2172'16,"0"0"-588"-16,0 0-588 0,0 0 141 0,0 0 171 16,0 0 44-16,0 0-236 15,0 0-412-15,0 0-188 0,0 0-100 16,0 0-28-16,-73-29-68 0,62 32 28 0,3 3-12 15,-1 4 8-15,-2 2 16 0,3 1-64 16,-5 6-28-16,2 1-36 0,-1 5-72 16,0 1 12-16,-4 2-72 0,4 4 32 0,0 2-56 15,0 1 8-15,0 0 0 0,4 3-20 16,1 0 20-16,-2-3-76 0,9 4 40 0,0-2 0 16,0-2 28-1,0 0-64-15,9 0 36 0,2-3-48 0,1-4 8 0,4 5 52 16,3-8-60-16,2-3 0 15,-1-4-4-15,-1-1-92 0,5-4-88 16,-3-1 0-16,3-5-84 0,-1-4-88 16,5 0-48-16,-4-3-88 0,4 0-88 0,4 0-136 15,-4-3-144-15,0 0-324 0,0 0-752 0,-9-1-1117 16,5-2-2883-16</inkml:trace>
  <inkml:trace contextRef="#ctx0" brushRef="#br1" timeOffset="-104156.726">22857 17052 7592 0,'0'0'1956'0,"0"0"-932"0,0 0-355 16,0 0-141-16,0 0 100 0,0 0-296 0,0 0 308 16,0 0-388-1,0 0 92-15,0 0 76 0,-75-57 124 0,66 57-116 0,-2 0-76 16,-1 7-104-16,-4 6-44 0,4 2 60 0,-4 7-76 16,0 7-76-16,0 0-100 15,1 3-4-15,2-1-8 16,-2 4-48-16,7 4 40 0,-5-2 8 0,6 2 0 0,3 2 8 15,4 0-8-15,0 1 0 16,0-5 4-16,4 2 208 0,3-1-100 0,6-7 76 16,-2-2 20-16,1-7-32 0,1 0-40 15,2-6 124-15,-2-3 0 16,-2-1-64-16,1-6 28 16,4 1-76-16,-4-3-4 0,0-4-20 0,0 0-124 0,-1 0 0 15,6-6-60-15,-6-5-4 16,2 3-68-16,-5-6-116 0,3 2-196 0,-2-4-188 15,-5-3-164-15,0 3-184 0,-4-3-256 16,0 3-776-16,0 3-1869 0,-8-6-1615 0</inkml:trace>
  <inkml:trace contextRef="#ctx0" brushRef="#br1" timeOffset="-103984.88">22690 17454 5744 0,'0'0'2900'0,"0"0"-1180"0,0 0-471 0,0 0-109 15,0 0 160-15,83 2 40 0,-62 1-144 16,-1 0-324-16,4-3-400 0,-5 0-140 0,2 0-196 16,-2 0-136-16,1 0-24 0,-3-6-136 0,-2-1-264 15,-2 1-296-15,-2 0-208 0,1-1-264 16,0 1-444-16,-8-1-696 16,0 5-1661-16,0-1-127 0</inkml:trace>
  <inkml:trace contextRef="#ctx0" brushRef="#br1" timeOffset="-103806.776">22957 17430 4516 0,'0'0'2396'0,"0"0"-760"0,0 0-652 0,0 0-104 16,0 0 265-16,0 0-1 0,-12 74-252 15,12-52-244-15,0 0-204 0,0 3 32 0,4 1 40 16,0-1 12-16,0 0-12 0,1-2-152 16,-2-1-80-16,1 1-160 15,0-4-124-15,0-4-148 0,0-2-436 0,0-4-248 16,4-2-48-1,0-7-324-15,4-3-660 0,-5-4-1089 0,6-12-3179 16</inkml:trace>
  <inkml:trace contextRef="#ctx0" brushRef="#br1" timeOffset="-103441.286">23392 17011 10044 0,'0'0'1741'0,"0"0"-1265"0,0 0-312 16,0 0 376-16,0 0 808 0,0 0-100 16,79 38-452-16,-63-25-424 0,-4 0-160 15,4 3 12-15,0-1 52 16,-5 2-68-16,2 2-96 0,-2 0 64 0,2 0-128 0,-5 3-40 15,3 0 92-15,-7 1-100 0,1 2 48 16,-1 3-44-16,0-2 44 0,-4 6-36 16,0-4 4-16,0 3-8 0,-4 1 4 15,-5 0 0-15,1-1-8 0,-3-1 32 16,-2-2-36-16,2-3-8 0,-6 1-64 0,-2-4 8 16,-1-3-60-1,1-2-72-15,-2-2-116 0,1-5-220 0,1-4-144 0,2-4-80 16,-3-2-252-16,1 0-812 15,2-6-997-15,-2-9-2823 0</inkml:trace>
  <inkml:trace contextRef="#ctx0" brushRef="#br1" timeOffset="-102815.838">24064 17268 3464 0,'0'0'8477'16,"0"0"-6501"-16,0 0-1200 0,0 0-272 15,0 0 348-15,0 0 264 0,0 0-148 0,97-3-276 16,-70 3-240 0,1 3-84-16,4-3-84 0,3 0-88 0,-2-3-196 15,-1-6-40-15,-5 0-32 0,6-1-260 16,-6-3-268-16,-3 0-260 0,0 4-156 15,-4-1-212-15,-8 4-1568 0,-4 3-4973 0</inkml:trace>
  <inkml:trace contextRef="#ctx0" brushRef="#br1" timeOffset="-102624.014">24184 17595 3180 0,'0'0'8673'16,"0"0"-7161"-16,0 0-1412 0,0 0 192 15,0 0 356-15,0 0 488 0,84 10-16 0,-60-10-436 16,4-3-424-16,0-7-124 0,4 1-124 16,0-7-12-16,0 3-40 0,-1-5-172 15,1 1-160-15,0-2-216 0,0 3-428 0,-8 4-832 16,-5 2-2045-16,5 2-3743 0</inkml:trace>
  <inkml:trace contextRef="#ctx0" brushRef="#br1" timeOffset="-102041.178">24989 17373 5136 0,'0'0'6401'0,"0"0"-5453"0,0 0-792 0,0 0 148 16,80-22 476-16,-45 9 448 16,1 4-224-16,9-3-324 15,-2-1-244-15,1 0-72 0,0 1-92 16,-5-2-260-16,-3 1-12 0,1 4-148 0,-9 0-40 15,-9-1-220-15,1 3-344 0,-4 5-320 16,-8-2-600-16,-4 4-1341 0,-4 0-3563 0</inkml:trace>
  <inkml:trace contextRef="#ctx0" brushRef="#br1" timeOffset="-101857.591">25144 17551 9924 0,'0'0'1769'0,"0"0"-645"0,0 0-472 15,0 0-116-15,0 0 612 0,0 0 112 16,0 0-76-16,84 38-320 0,-44-38-296 16,0-6-236-16,3-7-124 0,6-3-72 0,-10-7-136 15,1-2-76-15,-3 0-292 0,-2-7-244 16,-7 4-192-16,-1-4-204 0,-3 4-348 16,-7-4-860-16,-2 9-2049 0,-6-2-1715 15</inkml:trace>
  <inkml:trace contextRef="#ctx0" brushRef="#br1" timeOffset="-101582.504">25108 16976 5592 0,'0'0'4680'0,"0"0"-3339"0,0 0-557 16,41 86-32-16,-26-50 244 15,2-3 516-15,-2 12-20 0,2 0-440 16,-6 6-532-16,1 3-188 0,-4 0-100 0,-4 3-72 0,-4-3-148 16,0-7 68-16,0-2-80 15,0-7-76-15,0-5-20 0,-4-8-76 0,4-10-196 16,0-3-88-16,0-6-28 0,0-1-72 16,0-5-80-16,0-7-332 0,0-2-508 15,4-11-808-15,-4-2-709 16,0 3-1395-16</inkml:trace>
  <inkml:trace contextRef="#ctx0" brushRef="#br1" timeOffset="-101324.507">25316 16827 4788 0,'0'0'2708'0,"0"0"1429"0,0 0-2845 16,0 0-452-16,0 0-16 0,0 0 288 0,0 0-32 0,0 0-112 15,20 77-92-15,-8-46-308 16,-1 7-200-16,6 4-124 0,-6 2-48 0,6 7-72 16,-6 0-124-16,6 3-64 0,-2 3-32 15,-2 2 36-15,-2 2-16 0,1 3-20 16,0-3 32-16,-4-5 52 0,0-2-72 0,-3-6-100 16,2-4-172-1,-3-9-148-15,0-3-52 0,0-6-52 16,0-4-64-16,4-7-296 0,-4-2-624 0,0-7-1156 15,4-2-2997-15</inkml:trace>
  <inkml:trace contextRef="#ctx0" brushRef="#br1" timeOffset="-100775.95">26272 17331 8016 0,'0'0'2136'0,"0"0"-987"0,0 0-585 15,0 0 80-15,0 0 132 0,0 0 192 0,0 0-184 16,0 0-256 0,0 0-112-16,-80-5-148 0,72 17 144 15,-3 8-28-15,-6 2 52 0,9 10-52 16,1 5-148-16,3 5-100 0,0 3-72 0,-1-1-64 0,5-6-48 15,0-2-28-15,5-11-48 0,3-6-332 0,-1-7-80 16,5-5-60-16,4-7 4 0,9-5-468 16,-1-9-336-16,-5-3-1141 0,9-15-2639 15</inkml:trace>
  <inkml:trace contextRef="#ctx0" brushRef="#br1" timeOffset="-100473.936">26423 17443 8536 0,'0'0'2765'0,"0"0"-1301"15,0 0-956-15,28 63-36 16,-20-33 544-16,0-5 496 0,4 0-204 0,-8-9-396 0,4-4-368 16,0-5-288-16,0-1-84 15,4-6-172-15,0 0 4 0,0-9-4 0,4-1 0 16,0-9-184-16,-1 0-172 0,2-6 12 16,-6-1-40-16,2 5 64 0,-5-2 124 15,-1 2 56-15,-3 4 32 0,-4 1 44 0,0 3-20 16,0 4 84-16,-4-1 12 15,-3 1 52-15,-5 5 160 0,-4 1-28 0,0 3 28 16,4 0 84-16,-4 3-136 0,0 7-172 16,4 6-12-16,0 3-148 0,4 0 36 15,-4 3 16-15,9 0-40 16,-2-2-88-16,1-1-384 0,0 0-448 16,4-7-480-16,0-5-696 0,0-1-745 15,8-6-1591-15</inkml:trace>
  <inkml:trace contextRef="#ctx0" brushRef="#br1" timeOffset="-100157.993">26754 17405 6644 0,'0'0'4669'15,"0"0"-3437"-15,0 0-540 0,0 0 260 16,0 0 788-16,0 0-152 0,16 74-252 16,-16-62-696-16,0-3-452 0,0-3-188 0,0 0-96 15,0-6-40-15,0 0-24 0,4 0-72 16,1-2-52-16,2-8 16 0,1-6 256 15,4 0-208-15,0-5-88 0,0 1-76 16,0-2 72-16,0 3 128 0,-4 6 72 0,4 4-40 16,0 6 152-16,-5 0 0 0,2 3 248 15,-1 0 64-15,-1 6 96 0,1 0-60 16,1 4-16-16,-1-1-36 16,-5 1 0-16,5 3-172 15,-4-1-40-15,0 1-8 0,1-1 32 0,-1 1-48 16,-1-3-60-16,-3-1-64 0,0 1-144 15,0-1-220-15,0-3-376 0,0 0-464 0,0 1-820 16,0-7-2169-16,0 0-2639 0</inkml:trace>
  <inkml:trace contextRef="#ctx0" brushRef="#br1" timeOffset="-99924.054">27248 17338 768 0,'0'0'8052'0,"0"0"-7044"0,0 0-748 0,0 0 488 15,0 0 1025-15,0 0 59 0,68 74-544 16,-60-43-508-16,-4 5-192 0,-1 2 56 16,-3 6 72-16,0 3-172 0,0 1-176 0,-3 2-100 15,-1 2-84-15,-8-5-60 0,4 2-16 16,-4-2-8-16,0-3-52 0,5-6-36 16,-10 0 36-16,6-5-48 15,-2-6-108-15,-2-2-100 0,2-5-48 0,1-4-100 16,1-7-88-16,2-6-196 15,-2-3-264-15,3-9-388 0,-5-13-116 0,6-7-936 16,-1 3-2433-16,-8-30-1563 0</inkml:trace>
  <inkml:trace contextRef="#ctx0" brushRef="#br1" timeOffset="-99767.331">27185 17091 1788 0,'0'0'8040'0,"0"0"-5003"0,0 0-2105 15,0 0-576-15,75-32 236 16,-51 22 340-16,-4 1-288 0,0-1-568 16,4 1-76-16,-4-1-444 0,3 1-272 0,-3 0-612 15,-8 2-1280-15,4 4-3565 16</inkml:trace>
  <inkml:trace contextRef="#ctx0" brushRef="#br1" timeOffset="-98940.402">28272 17215 6384 0,'0'0'6629'0,"0"0"-4761"0,0 0-860 15,0 0-316-15,0 0 192 16,0 0 216-16,0 0-336 0,-88 9-312 15,77-6-172-15,-2 0-48 0,2 4 88 0,-1 3 104 16,3 5-96-16,-2 4-168 0,-1 10-28 0,4 6-20 16,-4 6 9-16,8 7-37 15,0-1-36-15,0 1 52 0,4-4-52 0,0-9-48 16,8-3-4-16,0-7-104 16,3-9-52-16,6-6-85 0,3-3-107 15,3-7 148-15,9-11 8 0,-4-8-172 0,4-6-192 16,0-13-200-16,-4-6-620 15,4-7-960-15,-4-3-732 0,-8 13-1325 0,4-16-67 16</inkml:trace>
  <inkml:trace contextRef="#ctx0" brushRef="#br1" timeOffset="-98690.242">28435 16843 116 0,'0'0'8768'0,"0"0"-7540"0,0 0-708 0,0 0 9 0,-32-73 611 15,29 70 508-15,3 3-20 16,0 0-632-16,0 6-448 0,3 7-40 0,6 9 444 15,3 10-116-15,-1 7-176 0,-2 8 60 16,2 7-84-16,-3 3-151 0,-4 4-61 0,0-1-120 16,-4-1-136-16,0-1-168 15,0-2-12-15,0-1-48 0,-4-7-36 0,0-7-48 0,4-6-172 16,0-3-173 0,0-10-55-16,4-6-116 0,5-4-96 15,2-9-68-15,1-3-372 0,4 0-224 0,8-6-524 16,-4-10-672-16,-4 4-1745 0,12-13-275 15</inkml:trace>
  <inkml:trace contextRef="#ctx0" brushRef="#br1" timeOffset="-98322.068">28841 17284 10588 0,'0'0'3013'0,"0"0"-1821"16,0 0-460-16,0 0 336 0,-15 83 496 0,3-58-172 15,4 0-620-15,-4 1-492 0,8-7-124 16,-3 0-68-16,2-2-88 0,1-5-12 15,0-3-100-15,4 1 16 0,0-8-28 16,0 3-132-16,0-3-148 0,8 2 88 0,-3-1 144 16,2-3 96-16,5 0 4 0,0-3-64 15,4-3-24-15,0-11-84 0,4 2-64 0,4-8-40 16,-4-2-96 0,-1-1-40-16,2 1 60 0,-5 3 224 0,-5 6 200 15,-3 3 36-15,0 4 212 16,-3 9 204-16,-5 0 152 0,0 0 140 0,0 0-192 0,0 6-60 15,0 4-136-15,0 5-112 16,0 4-12-16,0 1-36 16,0 5-52-16,0-3-44 0,0 3-16 0,0-2 0 0,0-4 0 15,4 0-84-15,-4-3-100 0,3 0-20 16,1-7-88-16,0-3-132 0,0 1-164 0,4-1-96 16,0-2-28-16,-4-4-236 15,8 0-468-15,-3 0-684 16,-2-4-1152-16,9-9-3373 0</inkml:trace>
  <inkml:trace contextRef="#ctx0" brushRef="#br1" timeOffset="-97783.383">29479 17237 13341 0,'0'0'2820'0,"0"0"-1944"0,0 0-676 0,0 0-16 16,0 0 252-16,-84 22 208 16,69-16-116-16,3 1-380 0,0 2-144 15,0 1 92-15,8-3 4 0,0 5-100 0,4-3-12 16,0 1-88-16,0 3 88 0,8-4 12 15,0 1 44-15,3-1-44 0,6-6-84 16,-2 4-76-16,2-4-12 0,3-3 60 16,-1 3 52-16,1-3-48 0,1 0 108 0,-6 0 48 0,2 3-48 15,-2 0-52-15,-2 0 52 16,-6 1 0-16,1 2 0 0,-4-3 124 0,-4 4 184 16,0-1 0-16,0 3-100 15,0 1-112-15,-8 4-16 0,0-3-80 16,-4 5-112-16,-7 1-72 0,2-9-36 15,6 3-148-15,-6-5-236 0,6-6-312 0,3-4-512 16,3-5-1104-16,1-1-1473 0,4-11-87 16</inkml:trace>
  <inkml:trace contextRef="#ctx0" brushRef="#br1" timeOffset="-97506.849">29958 17112 9592 0,'0'0'4373'0,"0"0"-3285"16,0 0-356-16,0 0 360 0,0 0 172 0,0 0-488 16,-45 77-344-16,30-51-212 0,-5-1-60 15,4 3 24-15,-4 2-100 0,4-5-84 0,8 0-4 16,0-3-56-16,4-3-16 0,4 0-32 16,4 0-64-1,4 1-124-15,4-2 100 0,4-2-48 16,-5 1-76-16,6-5 60 0,-1-3-100 0,-4 3 0 15,-4-1-24-15,-1-5 36 0,-2 4-76 16,-5-1-156-16,0 1-300 0,-9-1-440 16,-2 4-252-16,-6 0-153 0,-6-1-203 15,-1-2-284-15,4-1-612 0</inkml:trace>
  <inkml:trace contextRef="#ctx0" brushRef="#br1" timeOffset="-96982.157">29005 17361 3636 0,'0'0'2084'0,"0"0"-368"16,0 0-212-16,0 0 36 0,0 0-47 0,0 0-137 16,0 0-276-16,0 0-284 15,0 0-216-15,0 0-64 0,0 0-80 16,-7-30-84-16,7 28 56 0,-5-4-36 0,1 2-64 15,0-3-84-15,0 5-76 0,0-2-24 16,-3 2-16-16,-2 2-60 0,5-4-48 0,-7 4-88 16,3 0-36-16,-5 0-160 0,-2 0-72 15,-1 6-52-15,0 5 60 0,-4 3-100 0,3 6-244 16,-2 5-376-16,3 4-644 0,0-7-1025 16,-8 16-3095-16</inkml:trace>
</inkml:ink>
</file>

<file path=ppt/ink/ink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8:20:43.158"/>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3191 1746 2480 0,'0'0'716'0,"0"0"-300"15,0 0-52-15,0 0 992 0,0 0 1688 0,0 0-1800 16,0 0-704-16,0 0 120 16,0 0 37-16,0 0-145 0,0 50-68 0,-5-46-176 15,5-2-76-15,0 3-16 0,0-3 240 16,0 5-12-16,-3 5-88 16,3 1 60-16,0 3 176 0,0 10-200 0,0 2-100 15,0 10 56-15,3 4 212 0,6 5-124 16,-1 10-188-16,3 6-136 0,-2 11-100 15,3 5-8-15,-1 10-4 0,-2 6 12 0,3 1-12 16,-5-5-136-16,-3-4-64 16,5-11 64-16,-5-17 76 0,0-7-64 15,-1-14-64-15,-3-9-72 0,4-14-64 0,0-2-872 16,0-13-448-16,1 0-404 0,-1-10 271 16,0-3-27-16,-1-19-3072 0</inkml:trace>
  <inkml:trace contextRef="#ctx0" brushRef="#br0" timeOffset="253.107">3171 1933 3788 0,'0'0'1824'0,"0"0"-940"0,0 0 1232 16,0 0-924-16,0 0-184 0,68-76-183 15,-44 63-185-15,4 4-52 16,0 6-40-16,0 3-164 0,-5 0-296 0,1 12-88 15,0 7-76-15,-9 7-152 0,-2 2-40 16,-9 7 36-16,0-3-112 0,-4 0 344 0,-4-4 260 16,0 1-144-16,-9-4-40 15,2-2-76-15,-5 2-40 0,0-6-380 16,1-3-284-16,2-1-80 0,2-4-169 0,3-5-315 16,-1-6-604-16,9 0-780 0,-8-4-1688 15</inkml:trace>
  <inkml:trace contextRef="#ctx0" brushRef="#br0" timeOffset="611.034">3764 1867 8068 0,'0'0'2212'0,"0"0"-587"0,0 0 203 0,0 0-700 15,0 0-512-15,0 0-112 0,-79 57-36 16,59-32 16-16,0 3 0 0,4 4-220 0,4 0-264 15,0 0-156-15,8 0-16 16,4-4-88-16,0-5-4 0,0-8-8 16,4-2 84-16,4-9 136 0,1-1-76 15,2-3-24-15,6-3 148 0,-2-8-56 16,9-3-168-16,0-10-136 0,-4-1-252 16,4-4-120-16,-4 1-180 0,-5-1 200 0,2 3 176 0,-6 5 104 15,-3 5 192-15,-4 3 36 16,1 7 208-16,-5 4 156 0,0 2 204 0,0 0 500 15,0 2-132-15,0 8-292 0,0-1 96 16,0 7 76-16,0 5-40 0,0-2-40 16,0 8-140-16,-5-5-244 15,5 0-144-15,0-3-304 0,0-6-100 0,0 0-176 16,0-4-520-16,5-3-792 0,-1 0-2253 16,-4-6-2391-16</inkml:trace>
  <inkml:trace contextRef="#ctx0" brushRef="#br0" timeOffset="874.912">4067 1863 7856 0,'0'0'1152'0,"0"0"-424"0,0 0 8 0,0 0 345 16,0 0 47-16,25 70-184 15,-25-51-372-15,0 3-420 0,-4 6-152 0,0 2-116 0,-1-2-76 16,-3-3-164-16,4-5 356 0,1-11 180 15,-1-2 276-15,4-4 140 0,-4-3 44 0,4 0 68 16,0 0 4-16,0-7-156 16,4 1-244-16,3-7-52 0,1-5-260 15,9-2-76-15,-2-5-96 16,9-3-100-16,-4-2-88 0,4-1-312 0,3-7-728 16,-2 3-1128-16,-1 3-2609 0,4-18-2251 0</inkml:trace>
  <inkml:trace contextRef="#ctx0" brushRef="#br0" timeOffset="1079.788">4498 1244 6444 0,'0'0'7701'0,"0"0"-6881"0,0 0-812 0,0 0 496 16,0 0 112-16,0 0 136 0,-40 93 268 16,40-59-256-1,-4 4-260-15,4 10-72 0,4 9 44 0,0 10-352 0,8 3-124 16,-4 3-76-16,4-3-156 0,-1-16-160 0,-2-13 88 15,3-13 192-15,-5-12 12 0,6-5-340 16,-5-9-80-16,-4 1-336 0,-4-3-824 16,0 0-948-16,0 0-1397 0,-8-5-1915 0</inkml:trace>
  <inkml:trace contextRef="#ctx0" brushRef="#br0" timeOffset="1228.099">4314 1777 9640 0,'0'0'1973'0,"0"0"-961"15,0 0 200-15,0 0-32 0,0 0-324 0,0 0-28 0,0 0 32 16,0 0-132-16,108-25-296 0,-76 19-432 16,4 4-48-16,4-5-260 0,-1 0-372 15,2 1-792-15,2-4-952 16,-11 4-2789-16,16-17-799 0</inkml:trace>
  <inkml:trace contextRef="#ctx0" brushRef="#br0" timeOffset="1383.56">4976 1733 10332 0,'0'0'1381'0,"0"0"-969"0,-5 80 840 0,2-52 420 0,-5 7-312 15,0-3-600-15,0-3-760 16,4-10-12-16,0-1-324 0,4-8 88 0,-4-6-432 0,4-1-516 16,0-3-752-16,-4-10-2341 0</inkml:trace>
  <inkml:trace contextRef="#ctx0" brushRef="#br0" timeOffset="1518.181">4904 1539 9156 0,'0'0'4753'0,"0"0"-4461"0,0 0-164 16,0 0 136-16,0 0 40 0,0 0-304 0,0 0-116 16,0 0-152-16,0 0-172 0,80-53-696 15,-68 50-1793-15,-5 3-4019 0</inkml:trace>
  <inkml:trace contextRef="#ctx0" brushRef="#br0" timeOffset="1769.273">5160 1835 10556 0,'0'0'1341'0,"0"0"-817"0,0 0 128 0,0 0 432 16,0 0-124-16,0 0-332 16,0 0-72-16,75 48 144 0,-55-61-80 15,-1-9-284-15,2-7-336 0,3-2-376 0,-9-8-296 16,6 4 160-16,-10 0 56 0,6 7 132 15,-10 3 148-15,-3 6 88 16,-4 3 88-16,0 2 36 0,0 6 252 0,-8 1-48 0,5 3 140 16,-5 4 156-16,3 0 36 0,1 0-324 15,-4 0-248 1,5 7-196-16,-1 2-16 0,0 1 124 0,-5 2-160 16,9 5-212-16,0-4 28 0,0 2-396 15,0 1-1188-15,0-3-2765 0,4-7-1111 0</inkml:trace>
  <inkml:trace contextRef="#ctx0" brushRef="#br0" timeOffset="1927.418">5502 1581 92 0,'0'0'6828'0,"0"0"-5476"0,0 0-84 15,0 0 48-15,0 0-283 0,0 0-241 16,0 0-24-16,68 67 84 0,-68-42 144 0,0 0 24 16,0 4-20-1,0 2-408-15,-8 2-528 0,3-5-64 16,1-3-284-16,0-6-164 0,4-6-348 15,0-6-164-15,0-7-416 0,0-7-860 0,8-2-1001 16,1-17-2643-16</inkml:trace>
  <inkml:trace contextRef="#ctx0" brushRef="#br0" timeOffset="2069.455">5633 1432 7200 0,'0'0'4277'15,"0"0"-3277"-15,0 0-564 0,0 0 60 0,0 0 444 16,0 0 8-16,0 0-584 0,0 0-352 0,0 0-12 15,0 0-236-15,12 70-408 0,-3-45-840 16,-5-6-1717-16,3 6-4275 0</inkml:trace>
  <inkml:trace contextRef="#ctx0" brushRef="#br0" timeOffset="2313.425">5841 1769 8352 0,'0'0'3169'0,"0"0"-2209"0,0 0-628 0,19 63 372 15,-15-47 664-15,1-1-312 0,-5-5-436 16,4-7-348-16,0 1-20 15,3-4-4-15,10-4-248 0,-2-9 0 0,5-6-288 16,0-9-84-16,4 0-40 0,0-4 32 16,-9 3 64-1,6 4 104-15,-5 6 80 0,-4 6 124 0,-1 3 4 0,-2 7 4 16,-1 3 200-16,-5 0 480 0,1 0-52 16,0 3-180-16,0 7-172 15,5-1-104-15,-5 1 12 0,-1 3-60 0,-3-1 40 16,4 1-80-16,-4 4-84 0,4-3-80 15,0 2-204-15,0 4-476 0,1-5-872 0,2-5-1236 16,1 3-3893-16</inkml:trace>
  <inkml:trace contextRef="#ctx0" brushRef="#br0" timeOffset="2736.176">6646 1644 10576 0,'0'0'8069'0,"0"0"-7221"0,0 0-840 15,-25 89 380-15,22-60 432 0,3 0-52 16,0-4-391-16,3-6-293 0,9-3 64 0,4-4-76 16,9-5-72-16,3-4-84 0,-2-3-112 0,11-3-61 15,-5-10-143-15,0-3-88 16,-4-4-48-16,-5 1-64 0,-7 1 120 0,0 3 236 15,-7-5 72-15,-9 8 172 16,0 2 84-16,-9 0 152 0,-10 1-164 0,-6 3 188 16,-3 2-176-16,-7-2-72 15,-1 6 124-15,4 0 36 0,4 6-160 0,4 4 124 16,4-1-136-16,8 4-64 0,5 1-240 16,3-6-128-16,4-2-84 0,7-2-360 15,9-1-900-15,12-3-384 16,0-3-644-16,7-7 23 0,6-5 637 0,2-2 544 0,2 5 1600 15,6-4 468-15,-3 7 1496 0,3-1-92 0,1 0-140 16,-7 4-135-16,-6 3-281 0,-7 0-8 16,-4 0-324-16,-9-1-496 0,2 1-352 15,-5-6-136-15,3-2-504 16,-2-1-808-16,-6-1-1316 0,2-12-4265 16</inkml:trace>
  <inkml:trace contextRef="#ctx0" brushRef="#br0" timeOffset="2929.59">7231 1374 9744 0,'0'0'3253'0,"0"0"-2361"16,0 0-384-16,-20 99 500 15,20-58 576-15,-4 10-172 0,4 3-48 0,0 3-328 16,0 6-196-16,0 7-255 0,0 4-197 16,0 1-172-16,0 5-44 15,-8 3-160-15,5-4-12 0,-6-6-108 0,5 0-28 16,-4-9-176-16,8-7-224 0,-4-3-289 15,4-6-163-15,-3-7-340 16,3-3-704-16,-4-13-1876 0,-5 0-2501 0</inkml:trace>
  <inkml:trace contextRef="#ctx0" brushRef="#br0" timeOffset="3321.56">7709 1346 16173 0,'0'0'2164'0,"0"0"-1804"16,0 0-76-16,95-7-284 0,-74 7-108 15,-1 0 108-15,-9 5 344 0,6 3-36 0,-9 2-76 16,-1 5-116-16,-7 4-112 0,0 11 0 0,0 5 4 15,-15 9 68-15,-2 0 32 0,2 3 140 16,-1-2 44-16,4-7 132 16,3-3 64-16,9-3-292 0,0-4-160 0,9-2-36 15,-1-5-76-15,3 2-8 0,2-7 0 16,2 0-36-16,-2 0-4 0,-5-3 40 0,-1-1-40 16,1 1-32-16,-8 3 32 15,0 1 64-15,-4-3 60 0,-7 5 0 16,-10 4 148-16,2-1-76 0,-9 0-72 0,-4-3-24 15,-8 4-344-15,-8-4-512 0,-11-4-1164 16,14-2-3020-16,-47 0-4461 0</inkml:trace>
  <inkml:trace contextRef="#ctx0" brushRef="#br0" timeOffset="3979.692">2829 1648 2916 0,'0'0'456'0,"0"0"5404"16,0 0-4504-16,0 0-571 0,0 0 179 0,0 0 196 15,7-71-68-15,-7 63 296 0,-4 4-136 16,1 1-312-16,3 3-360 0,-4 0-284 15,4 0-240-15,-4 7-56 0,-5 5-320 0,1 9-124 16,-7 18 24-16,-9 15 200 0,0 20 44 16,-4 11-48-16,0 10 28 0,4 4-16 0,4-8 72 15,8-4-208 1,4-11 200-16,4-15-20 0,4-14 168 0,8-12-140 16,4-7-96-16,8-6-56 15,4-6-400-15,12 0-512 0,4-4 132 0,4-2 404 16,8 4 656-16,-1-2 12 0,1 4 164 15,-4 3-84-15,-4-1 240 0,-1 8 396 0,-3 6-156 16,-8 6 76-16,-4 3-220 0,-5 10-112 16,-6 6-164-16,-6 0-140 0,2 4-136 15,-5-1-152-15,-4-6-272 16,3-7-280-16,6-8-116 0,-5-11-1065 0,16-9-2459 16</inkml:trace>
  <inkml:trace contextRef="#ctx0" brushRef="#br0" timeOffset="4839.216">9319 908 6388 0,'0'0'5901'0,"0"0"-4609"0,0 0-812 16,0 0-176-16,0 0-188 0,0 0-112 16,0 0 136-16,0 0 112 0,0 0-24 0,4 75-224 15,-4-45-4-15,0 5-40 16,0 0-8-16,0 2-68 0,0-2 116 16,0 0 28-16,-4-4 32 0,-1 2 28 0,1-8-36 15,4 4 12-15,0-4-52 0,4 4-12 16,5-1-116-16,3 1 40 0,4-4-76 0,7 4-204 15,9-4-48-15,5-6-40 16,2 1-16-16,1-2-24 0,4 1 72 0,-8 3 80 0,0 1 88 16,-8 6 104-16,-4 6 140 15,-9 2 552-15,-7 5 164 0,-8 5-64 16,0 4-220-16,0 0-180 0,-8 1 104 0,4-6-128 16,-3 2-76-16,3-7-4 15,-1-6 32-15,1-5 108 16,0-5 404-16,0-6-40 0,0-5-292 0,4-3-212 0,-3-2-136 15,3-5 100-15,0-1-12 16,0-3 20-16,0 0-120 0,0 0-396 0,0-7-92 16,0-2-120-16,3-7-516 15,-3 0-1072-15,4-15-5489 0</inkml:trace>
  <inkml:trace contextRef="#ctx0" brushRef="#br0" timeOffset="5569.878">10912 1749 10508 0,'0'0'2429'0,"0"0"-1805"16,0 0 140-16,0 0 320 0,84 13-200 15,-56-13-172-15,0 0-204 0,0 0-136 0,0-6-184 16,4-6-108-16,4-2-80 0,-5 1-320 15,1-2-312-15,0 2-612 0,-8 3-864 0,-8 4-2645 16,-8 3-3691-16</inkml:trace>
  <inkml:trace contextRef="#ctx0" brushRef="#br0" timeOffset="5712.88">11020 2026 12317 0,'0'0'2176'0,"0"0"-1544"0,0 0 96 0,0 0-160 15,0 0 144-15,0 0 8 0,0 0-28 0,103 31-300 16,-58-31-208-16,6 0-184 0,5-9-88 16,0 2-292-16,0 1-460 0,0-1-492 15,-1 5-876-15,-11 2-2097 16,12 0-2051-16</inkml:trace>
  <inkml:trace contextRef="#ctx0" brushRef="#br0" timeOffset="6235.312">12817 769 9760 0,'0'0'2833'16,"0"0"-2809"-16,0 0-24 0,0 0 0 0,0 0 104 16,0 0 648-16,0 0 240 0,0 0-236 15,0 0-252-15,0 0-280 0,-72 5-72 16,56 34 64-16,-3 8 108 0,-2 10-12 0,1 7-12 15,1 9 108-15,-5 3-96 0,0 7-140 0,0 2-160 16,4 1-12-16,0-3-100 16,5-13 40-16,6-11 52 0,9-14-116 0,0-13 36 15,0-10-8-15,12-9 8 16,0-7-60-16,4 0-140 16,0 1 28-16,8-7 160 0,0 6 100 0,4-2 60 0,0 5-56 15,-1 1 60-15,5 8 196 0,-8 4 152 16,0 10-52-1,-4 3-100-15,-4 7 120 0,-4 2 4 0,-4 1-80 0,0 2-132 16,-4 1-116-16,-4 2-56 0,4 2-112 16,-4 2 12-16,0-1-144 0,0 1-64 0,0 1-308 15,0-5-376 1,0-3-312-16,0-2-740 0,0-13-2321 0,0 3-2403 0</inkml:trace>
  <inkml:trace contextRef="#ctx0" brushRef="#br0" timeOffset="6965.225">13881 1155 4004 0,'0'0'1212'0,"0"0"3516"16,0 0-2907-16,0 0-633 0,0 0-52 0,0 0 24 0,0 0 176 15,0 0-292-15,0 0-340 16,0 0-248-16,0 0-136 16,-32 66 24-16,24-30-60 0,0 5-40 0,0 5 36 15,4 4-108-15,4 0 24 0,0 8-76 0,0-2-120 16,0-1-8-16,0-1-64 0,8-7-100 15,0-5 40-15,4-7-88 0,0-7 12 16,8-6-100-16,-4-6-268 16,8-3-248-16,-4-3-220 0,3-7-672 0,-3-1-1252 15,1-2-3601-15</inkml:trace>
  <inkml:trace contextRef="#ctx0" brushRef="#br0" timeOffset="7753.028">14366 1190 6612 0,'0'0'936'0,"0"0"2080"16,0 0-1279-16,0 0-725 0,0 0 256 0,0 0-44 16,0 0-44-16,0 0-236 0,0 0-280 0,0 0-268 31,0 0-200-31,9-16-112 0,3 16 176 0,8 0 56 0,-1 0 64 16,2 7-88-16,-1-4-108 15,-1 7-48-15,-3-4-40 0,-4 3 0 0,-3 3-88 16,-2 2-8-16,-3 2 0 0,0 6 0 15,-4 7-132-15,-4 2 8 0,-7 5-8 0,-6-3-40 16,6 3-24-16,-2-7 88 0,2-4 108 16,3-6-8-16,3-6 8 0,5 0-124 15,0-4-60-15,5 0-36 16,3 1 116-16,7 2 100 0,1 2 8 16,9-3 76-16,-6 0 20 0,5-3-88 0,-4 3 72 0,0-5-12 15,-4 4 148-15,-1-4 64 16,-2 3-40-16,-5-2-76 0,-1 2-8 0,-7 1 0 15,0 3 56-15,0-1 52 0,-3 1-48 16,-9 4-27-16,-1-3-93 0,-6 2-64 0,3-2-36 16,0-6-136-16,0 3-165 15,4-2-27-15,-4-6-112 16,4-1-96-16,5 3-112 0,-6-5-100 0,5 0-104 16,4-7-712-16,4-3-716 0,-3 3-2073 15,3-11-1531-15</inkml:trace>
  <inkml:trace contextRef="#ctx0" brushRef="#br0" timeOffset="8411.812">15096 1066 6764 0,'0'0'1288'15,"0"0"356"-15,0 0-83 16,0 0-125-16,48 67-32 0,-32-38-368 0,0 3-132 15,-1 2-60-15,2 5-248 0,-2-1-176 0,6-4 24 16,-10 1-48-16,5-2-124 0,-4-2-124 16,1-2-16-16,-10-4 4 0,1 3-124 0,0-2 64 15,-4-1 32 1,0 0 4-16,-4 0-108 0,-7 5-4 16,-2-2 0-16,-2 1-112 0,-2-4-156 0,-3 4-76 15,1-7-136-15,-1-4-152 0,4 1-236 16,0-5-284-16,0-5-516 0,4-2-1320 0,-4-4-4341 15</inkml:trace>
  <inkml:trace contextRef="#ctx0" brushRef="#br0" timeOffset="9628.195">16312 1860 3116 0,'0'0'2984'0,"0"0"2625"16,0 0-4545-16,0 0-784 0,0 0 52 0,0 0 176 16,0 0 24-16,0 0-128 0,0 0-152 0,0 0-168 15,-9 67-84 1,5-48-136-16,0 0-52 0,0-3-80 0,0-3-340 16,1-5-412-16,3 6-516 0,-4-9-1113 0,-5 2-3243 15</inkml:trace>
  <inkml:trace contextRef="#ctx0" brushRef="#br0" timeOffset="10174.694">17036 1200 1852 0,'0'0'8884'0,"0"0"-7031"0,0 0-1125 0,0 0-92 16,0 0 516-16,0 0-172 0,0 0-288 16,0 0-284-16,0 0-84 0,-71 79-12 15,63-47-68-15,8 6-20 0,-5 3-28 16,5 1 64-16,5 5-160 16,3 1 8-16,0-4-100 0,-1 1-8 15,6-7-172-15,-2-3-84 0,6-7 108 0,2-6-176 16,5-5-332-16,0-11-216 0,8-3-44 15,0-3-296-15,8-13-712 0,-16 0-933 0,11-15-2875 16</inkml:trace>
  <inkml:trace contextRef="#ctx0" brushRef="#br0" timeOffset="10594.819">17495 1165 8960 0,'0'0'2593'0,"0"0"-1769"0,0 0-160 0,0 0 608 0,0 0 116 16,0 0-308-16,0 0-248 15,84 16-264-15,-69-7-208 0,5 3-188 16,-4 2-160-16,-4-2 100 0,0 4-112 15,0 1-72-15,-4 1 72 0,-4 5 0 0,-4-1-56 16,0 9 56-16,0 2-88 0,-12 0 40 0,0 3 40 16,0-1-40-1,-4 0 36-15,4-4 12 0,1-1 68 16,2-11 32-16,1-5-52 0,4 0-48 0,4-5-12 16,0 1 12-16,0-4 4 0,4 1 56 15,0-1-48-15,9 0 112 0,-2 0-48 16,5 1 20-16,0-1 4 0,4 1-60 0,-4-1-40 15,0-3-8-15,3 0 0 0,-2 0-80 0,-2 1-32 16,-2-4-4 0,2 0-96-16,-2 0-336 0,-2 0-240 0,6 0-468 0,-9 0-752 15,-1 0-2949-15,-3 0-3495 0</inkml:trace>
  <inkml:trace contextRef="#ctx0" brushRef="#br0" timeOffset="11016.605">18088 1584 11597 0,'0'0'2616'0,"0"0"-1944"0,0 0-620 16,0 0 160-16,0 0 292 15,-12 83 228-15,5-58 92 0,-6-3-492 16,9 1-332-16,-3-2-196 0,3-2-104 16,4 0-196-16,0-2-512 0,0-9-204 15,4 3-840-15,-1-8-2425 0,1-3-2303 0</inkml:trace>
  <inkml:trace contextRef="#ctx0" brushRef="#br0" timeOffset="11302.959">18499 1190 11685 0,'0'0'3212'0,"0"0"-2180"0,0 0-1020 0,0 0 396 16,0 0 352-16,0 0 540 16,15 73-256-16,-11-50-444 15,5 5-184-15,3 2-172 0,-5 0 36 0,6 5-36 0,-5 4-36 16,-1 2 8-16,1 3-68 16,-8-3-87-16,0-2-61 0,0-4-85 0,0-4-39 15,0-2-80-15,0-10-236 0,0 0-216 16,0-9-116-16,0-1-212 0,5-5-552 15,3-4-988-15,-1-4-1945 0,13-17-1443 0</inkml:trace>
  <inkml:trace contextRef="#ctx0" brushRef="#br0" timeOffset="11541.451">18984 1137 10516 0,'0'0'1977'0,"0"0"-1309"0,0 0 80 0,0 0 432 16,0 0 52-16,0 0 40 0,84 70-308 0,-71-49-448 15,2 2-148-15,2 5-60 0,-2 1-88 16,-3 2-72-16,0 1-52 0,-4 4-92 16,0-2-4-16,-8 4-36 0,0-3-100 15,0 3-232-15,-8-2-416 0,-8-3-164 0,4 3-344 16,-7-4-672-16,-5-1-1100 0,7-7-1677 15,-11 1 197-15</inkml:trace>
  <inkml:trace contextRef="#ctx0" brushRef="#br0" timeOffset="11795.727">19590 1685 12613 0,'0'0'1620'0,"0"0"-1344"0,0 0-224 0,0 0 288 15,-20 80 340-15,8-54-188 0,-3-1-492 16,-5 3-76-16,-1 1-428 0,2 0-632 0,3-10-1068 15,-8 9-4381-15</inkml:trace>
  <inkml:trace contextRef="#ctx0" brushRef="#br0" timeOffset="12711.002">20483 1327 4760 0,'0'0'168'0,"0"0"264"16,0 0 3524-16,0 0-2223 0,0 0-205 0,0 0-164 16,0 0-76-16,0 0-264 0,0 0-140 15,0 0 60-15,0 0-168 16,0 0-212-16,0 0-160 0,0 0-160 16,0 0-96-16,0 0-96 0,0 0-44 0,-21 67-8 15,14-26 88-15,3 10-16 0,0 2-72 16,4 4 0-16,0 1-96 0,0-4-16 0,0-6-48 15,8-4-48-15,4-9-84 16,4-7-16-16,0-6-196 0,3-5-284 16,9-5-180-16,-3-5-124 0,6-7-396 0,-3 0-728 0,-3-7-2005 15,2-5-1659-15</inkml:trace>
  <inkml:trace contextRef="#ctx0" brushRef="#br0" timeOffset="13109.022">21076 1216 6856 0,'0'0'2464'15,"0"0"-1376"-15,0 0-483 0,0 0 167 0,0 0 328 16,0 0 48-16,0 0-200 0,0 0-240 16,0 0-4-16,0 0-4 15,37 54-120-15,-29-32-60 0,-1 3-88 0,-3 4 24 16,4-1 24-16,-3 5-124 0,-5 1-112 15,0 4-148-15,0 3-36 0,0 1-60 0,4 3-64 16,-4-1 16-16,3-3-100 0,1-3-72 16,4-6-48-16,0-3-136 0,0-7-260 15,4-7-152-15,-1-5-292 0,2-4-756 16,-1-2-2161-16,4-4-2751 0</inkml:trace>
  <inkml:trace contextRef="#ctx0" brushRef="#br0" timeOffset="13304.54">21694 1705 12685 0,'0'0'2060'0,"0"0"-1592"16,0 0-328-16,0 0 288 0,-4 83 524 0,0-62 92 0,0 2-548 15,-4-1-496-15,1 0-88 16,2 0-184-16,1-3-72 0,0-3-492 0,0 0-292 15,4-7-492-15,0-2-1128 0,0-7-2713 0</inkml:trace>
  <inkml:trace contextRef="#ctx0" brushRef="#br0" timeOffset="13701.475">22244 1221 10316 0,'0'0'2173'0,"0"0"-1905"16,0 0-216-16,0 0 308 0,0 0 772 16,0 0 192-16,0 0-268 0,28 74-236 0,-25-52-152 15,10 5-88-15,-5 0-12 16,-4 2-164-16,3 6-76 0,-3 0-44 16,1 0-140-16,-5 4 4 0,4-2-28 15,-4 1-120-15,0 0-40 0,0-3 28 0,0 0-96 16,0-4 8-16,4-1-32 0,-4-9-164 15,4 2-120-15,-1-4-184 0,5-7-164 16,-3 1-276-16,3-9-688 0,3-4-720 0,-3 0-2713 0,12-10-2407 16</inkml:trace>
  <inkml:trace contextRef="#ctx0" brushRef="#br0" timeOffset="13931.348">22814 1660 5064 0,'0'0'8741'15,"0"0"-7641"-15,0 0-948 16,0 0-36-16,0 0 624 0,0 0 700 16,11 73-400-16,-18-54-436 0,-1 3-360 0,-1 0-120 15,-2 3-88-15,-1 2-36 16,-4-2-172-16,4-3-172 0,-4 0-372 0,4-6-276 0,5-3-236 15,2-7-560-15,5-2-2661 0,0-11-3411 16</inkml:trace>
  <inkml:trace contextRef="#ctx0" brushRef="#br0" timeOffset="14229.709">23336 1188 12745 0,'0'0'1860'16,"0"0"-1484"-16,8 69-60 0,-8-37 464 0,3 3 832 15,-3-1-368-15,0 2-432 0,0 2-396 16,4 0-64-16,-4 0-132 15,4 0-24-15,-4-3-136 0,4 0-60 16,-4-3-56-16,5-4 8 0,-1-2-76 16,0-4-216-16,3-2-272 0,1-8-136 15,1-3-100-15,-2-5-368 0,5-4-580 0,-3 0-768 16,2-13-2833-16</inkml:trace>
  <inkml:trace contextRef="#ctx0" brushRef="#br0" timeOffset="14550.2">24060 1162 8944 0,'0'0'1748'16,"0"0"-911"-16,0 0 151 16,0 0 464-16,45 73-72 0,-34-47-236 0,-7 2-372 15,0 0-324-15,0 7-64 16,1-3-76-16,-5 3-88 0,0 3-84 0,0-3 0 16,0 0-36-16,-9 0-64 0,1-1-36 15,-3-2-8-15,-6 0 4 0,-2 0-96 16,-1 0-132-16,0-4-288 0,-4-3-332 0,4-2-516 15,0-7-308-15,5-4-940 16,-2-8-2721-16</inkml:trace>
  <inkml:trace contextRef="#ctx0" brushRef="#br0" timeOffset="15314.471">24710 698 8764 0,'0'0'3021'16,"0"0"-1765"-16,0 0-812 0,0 0 244 15,0 0 312-15,0 0 96 16,0 0-160-16,0 0-392 0,0 0-220 0,0 0-80 16,0-6 16-16,0 6-12 0,0-3-28 15,0 3-48-15,0-3-160 0,4-4-12 16,4 4-112-16,0-6-32 0,4 2-16 0,0 1-16 15,0 0-8-15,0 0 12 0,0 6 24 0,0 0 24 16,-4 2 124-16,4 11 100 16,-5 3 148-16,-3 9-4 0,0 7-72 0,-4 3 0 15,0 2-96-15,-4 5 32 0,-7 0 16 16,-6 2-48-16,2 3 44 16,-5 1 4-16,4 0-124 0,0-4-4 0,0-3-56 15,4-5-16-15,8-11 68 0,4-3-64 16,0-6-4-16,0 0-96 15,4-6-24-15,5-1 60 0,-2-3 16 16,5 4 116-16,4-1 4 0,0 4-12 0,4 3-72 16,0 0 72-16,-1 3 8 0,2 2-8 15,-1 5 4-15,-5 0 8 16,2 6 0-16,-2-4 0 0,2 4-4 0,-10-1-36 16,1 1 40-16,0 3 64 0,-8 0-4 15,0 3 28-15,0 1 36 0,-4 1-52 0,-4 2-68 16,-8 0 4-16,4-1 28 0,-3 1-36 15,-5-5-220-15,3-2-608 0,2-3-516 16,-2-4-444-16,6-9-2597 0,-6-3-5843 0</inkml:trace>
  <inkml:trace contextRef="#ctx0" brushRef="#br0" timeOffset="15477.28">25196 2117 18581 0,'0'0'2448'0,"0"0"-2448"0,0 0-768 16,0 0-308-16,0 0-416 0,0 0 108 15,-75-9-1244-15,39 6-6541 16</inkml:trace>
  <inkml:trace contextRef="#ctx0" brushRef="#br0" timeOffset="19728.509">3186 4505 5396 0,'0'0'5508'0,"0"0"-4863"0,0 0-117 16,0 0 468-16,33 92 288 16,-29-54-184-16,0 11-20 0,-4 1-196 15,4 7-152-15,-4 3-224 0,0 6-116 0,0 2-120 16,0 1-28-16,-4 1-136 0,4 0-8 15,-4-7-100-15,4-6-52 0,0-5-144 0,0-11 36 16,0-10-24-16,0-8-100 0,0-5-272 16,0-8-420-16,0-3-412 15,0-5-1040-15,0-2-2965 0,-4-6-2527 16</inkml:trace>
  <inkml:trace contextRef="#ctx0" brushRef="#br0" timeOffset="19939.556">3159 4660 9040 0,'0'0'1424'0,"0"0"-1024"16,0 0 293-16,0 0 399 0,96-72-416 15,-77 66-116-15,-2 2-16 0,-2 4 12 16,-2 0-76-16,-6 6-28 0,1 7-228 16,-4 3 68-16,1 6-4 15,-5 3 36-15,0 7-172 0,-9 0-68 0,1 3-84 0,-3 0-80 16,2-3-84-16,-2-4-96 0,3 2-292 15,-1-5-316-15,9-6-256 16,0 0-484-16,0-7-1053 0,13 1-2187 16</inkml:trace>
  <inkml:trace contextRef="#ctx0" brushRef="#br0" timeOffset="20285.645">3749 4619 5064 0,'0'0'5768'0,"0"0"-4111"0,0 0-417 15,0 0-36-15,0 0-160 0,-96 26-92 0,65-4-32 16,-1 0-192-16,0 6-212 0,8 2-84 16,0-2-52-16,7 0-88 0,6-5-36 0,-1-4-120 15,8-7-136-15,4-2-124 0,0-7-36 16,0-3-60-16,0 0-24 16,8-3-60-16,4-7 132 15,0-2 48-15,7-7-36 0,2-6-84 0,-6-1-40 0,2 0 0 16,-2 5 72-16,1 2 116 15,-4 2-28-15,4 4-24 0,-4 7 36 0,0 3-12 16,0 0-52-16,4 3 176 0,-8 3 40 16,8 6 404-16,-4 4-148 15,0 0-24-15,-5 6-124 0,6 4 12 0,-9 2 64 16,0 0-52-16,0 1-124 0,-4 2-48 0,3-6-48 16,-3 1-28-16,0-8-216 15,0 5-424-15,0-8-252 0,0 1-576 0,-3-3-1108 16,3-1-3133-16</inkml:trace>
  <inkml:trace contextRef="#ctx0" brushRef="#br0" timeOffset="20576.578">3845 4629 5520 0,'0'0'544'16,"0"0"836"-16,0 0 124 0,0 0-480 0,3 82 113 15,-3-59 211-15,0 2-392 0,0 4-356 16,0-1-220-16,0 1-216 0,0-1-100 0,0-9 88 16,0-2-52-1,4-9 216-15,-4-4 48 0,0-4 124 16,0 0 192-16,4 0 4 0,-4-7-28 16,4-2-72-16,9-4-168 0,-6-6-96 0,5-6-172 15,4 0-148-15,0-4-96 16,0 1 12-16,-1 2-40 0,6 3 12 0,-5 4 28 0,3 5-64 15,-2-3-84-15,2 4-52 16,-2 1-64-16,-2 2 28 0,1 1-216 0,-4-1-816 16,1 4-948-16,-2-4-2733 0</inkml:trace>
  <inkml:trace contextRef="#ctx0" brushRef="#br0" timeOffset="20826.575">4386 4070 7716 0,'0'0'5389'15,"0"0"-4809"-15,0 0-576 0,0 0 552 16,0 0 516-16,16 92 536 0,-8-53-256 16,-4 5-220-16,4 3-212 0,-4 10-460 0,0 4-216 0,-4 2-156 15,4 4-88-15,-4 0-52 16,0-7-80-16,0 1-100 0,0-14 84 15,0-6-108-15,0-9-84 0,0-10 32 0,0-8-156 16,0-6-252-16,0-8-160 0,0 0-468 16,0 0-856-16,0-13-2957 0</inkml:trace>
  <inkml:trace contextRef="#ctx0" brushRef="#br0" timeOffset="20996.008">4199 4521 6624 0,'0'0'6629'0,"0"0"-4789"15,0 0-1136-15,0 0-176 0,0 0 248 0,0 0 128 16,0 0-100-16,0 0-192 0,0 0-96 0,0 0-124 16,80-23-176-16,-52 21-128 15,4-5-88-15,-1 4-112 0,-3-4-144 16,4 5-244-16,0-5-556 0,0 7-716 16,-8-3-2356-16,8 0-4725 0</inkml:trace>
  <inkml:trace contextRef="#ctx0" brushRef="#br0" timeOffset="21160.898">4892 4531 6836 0,'0'0'5541'15,"0"0"-4737"-15,0 0-16 16,0 0 756-16,8 76 284 0,-4-64-212 16,-4-2-684-16,0-1-552 0,0 1-380 15,0-4-12-15,-4 4-280 0,0-4-148 0,0 3-632 16,-3-4-600-16,2-3-1368 0,-11-2-3441 15</inkml:trace>
  <inkml:trace contextRef="#ctx0" brushRef="#br0" timeOffset="21310.844">4724 4340 10981 0,'0'0'1896'15,"0"0"-1548"-15,0 0 212 0,0 0-344 0,0 0-216 16,0 0-192-16,77-26-100 0,-53 26 12 15,-5-3-512-15,1 3-969 0,1 0-1543 16,2 3-2548-16</inkml:trace>
  <inkml:trace contextRef="#ctx0" brushRef="#br0" timeOffset="21546.399">5036 4517 4224 0,'0'0'4764'16,"8"65"-2759"-16,-4-34-837 0,0 4-144 0,-1 3 80 0,1-7 200 15,5-8-312-15,-1-4-332 0,-1-10-188 0,10-2-52 16,-6-7-76-16,5 0 124 0,4-14 148 15,-3 0-92-15,6-12-216 0,-7-3-260 16,8-6-48-16,-8 4-84 0,4-4-136 0,-9 5-100 16,2 3-96-16,-5 4 48 0,-8 1 148 15,0 10-52-15,0-1 124 0,-12 6 136 16,3 1 24-16,-2 3 48 0,-2 3-56 16,2 3-4-16,-1 3-96 15,0 10-80-15,4 3 164 0,0 0-36 0,0 1 36 16,4-2-260-16,0-1-52 0,4 1-96 15,0-5-948-15,0 0-1280 16,0-7-3269-16</inkml:trace>
  <inkml:trace contextRef="#ctx0" brushRef="#br0" timeOffset="21843.612">5407 4484 5396 0,'0'0'5589'0,"0"0"-4305"0,0 0-364 0,0 0 48 15,0 0 232-15,35 69 108 0,-35-50-264 16,0-3-180-16,0 3-64 0,0-7-288 0,0-2-376 15,0-4-136-15,0-3-108 0,0 1 12 16,0-4 92-16,0 0 4 0,12-7-220 16,-1-5 72-16,2-4-12 0,7-3-132 0,0-1-152 15,0 1-40 1,-1 1 76-16,5 4 148 0,-3 2 124 0,-1 5 24 16,-5 1 100-16,2 6 12 0,-6 0 76 15,1 4 332-15,0 2 136 0,-4 3 24 16,0 4-88-16,-1-3-76 0,2 5-24 0,-5-3-88 15,0 2-48-15,0 2-136 0,0-4-108 16,-1 1-208-16,-3 0-24 16,5 0-332-16,-1-4-444 0,4-3-364 0,0-3-836 15,-1-3-2521-15,6-6-3491 0</inkml:trace>
  <inkml:trace contextRef="#ctx0" brushRef="#br0" timeOffset="22116.995">6176 4361 5004 0,'0'0'8681'0,"0"0"-7137"0,0 0-700 0,0 0 284 16,-77 65 344-16,57-46-220 0,5-7-496 15,-2 1-328 1,10-4-248-16,7-2-180 0,-4-4-176 0,4 4-120 16,4-5 116-16,7 5 180 0,6-1 12 15,-1 0 28-15,-1-2-40 0,6 3-4 16,-6-4-80-16,2 2-52 0,-6 1 76 0,2 1-40 15,-2 3 100-15,-7-3 4 0,0 5 4 16,-4 1 88-16,0-1-24 0,0 4-8 0,-8 0-64 16,-3 0-192-16,-2 0-236 0,-2 3-172 15,-2-3-116-15,-3 3-172 0,-3 0-492 16,-1 0-1008-16,0-6-2757 0,-16 9-3666 16</inkml:trace>
  <inkml:trace contextRef="#ctx0" brushRef="#br0" timeOffset="22720.466">7044 4477 6672 0,'0'0'3000'0,"0"0"-1439"15,0 0-701-15,4 76 264 0,-4-41 188 16,0 3 48-16,-8 0-120 0,3 0-284 15,1-4-304-15,1-2-232 0,-1-6-260 0,4-7-160 16,0-9-88-16,0-4-108 16,4-6 60-16,3 0 136 0,6-6 168 0,2-14-132 15,6-2-36-15,3-6-292 0,-5-4-32 16,-3 0 68-16,5 0 56 0,-10 1 52 16,1 6 60-16,-3-1 88 0,-2 10 16 15,-7-1 168-15,0 6 124 0,0 1-84 16,-11 3 112-16,-2 2-328 0,-2-2 44 0,-6 3-44 15,10 4 264-15,-6 0-124 0,6 4-148 16,-2 5-160-16,2 1-184 0,3 3-88 16,-1 0 24-16,5-1-124 0,4 1-704 15,-3-1-1200-15,3 1-3361 16</inkml:trace>
  <inkml:trace contextRef="#ctx0" brushRef="#br0" timeOffset="22861.106">7474 4619 12897 0,'0'0'2004'0,"0"0"-1548"16,0 0 220-16,100-6-244 0,-72-6-160 0,0-5 28 16,0-6 112-16,-5-2-40 0,5-2-188 15,-4-5-184-15,0-3-308 16,0 0-600-16,-8 3-764 16,-4 10-780-16,-4-7-2777 0</inkml:trace>
  <inkml:trace contextRef="#ctx0" brushRef="#br0" timeOffset="23102.131">7673 4184 5396 0,'0'0'484'16,"0"0"4569"-16,0 0-3897 0,0 0-760 0,0 0 140 16,0 0 472-16,-36 67 92 15,33-39-44-15,3 7-40 0,0 4-188 0,3 4-184 0,5 6-68 16,1 2-24 0,-5 6-124-16,0 3-208 0,-1 4-36 0,1-1-148 15,0-2-36-15,0-1-184 0,0-4 64 16,-4-1-4-16,5-7 64 0,-5-1-100 15,4-5-12-15,-4-4-144 0,3-4 32 16,-3-2 52-16,0-3-28 0,0-10 16 0,0-1 8 16,0-5 0-16,-3-7-24 15,-6 5-112-15,1-9-272 0,0 1-552 0,1 0-1160 16,-14-3-3029-16</inkml:trace>
  <inkml:trace contextRef="#ctx0" brushRef="#br0" timeOffset="23694.969">8614 4277 7460 0,'0'0'3228'16,"0"0"-1403"-16,0 0-1073 0,0 0-52 16,-28 79-68-16,11-44 40 15,2 3 192-15,-5 3-48 0,4 0-304 0,8 4-164 0,0-7-28 16,4 0 0-16,4-6 0 16,8-7-96-16,8-3 20 0,3-5 52 0,6-9 32 0,3-2 112 15,3-1-144-15,5-5-80 0,0-5 68 16,1-6-116-16,2-3-164 0,1-5-4 15,-5-2-244-15,6-5-376 0,-2-2-408 16,-7 2-216-16,0-5-688 0,-12 7-1164 0,0-7-4113 16</inkml:trace>
  <inkml:trace contextRef="#ctx0" brushRef="#br0" timeOffset="23849.788">8841 4457 5792 0,'0'0'5373'0,"0"0"-3045"15,0 0-1452-15,-25 92-140 0,22-53 436 0,-1-1 360 16,0 3-80-16,4 3-412 0,0 1-452 0,0 0-332 16,0 2-256-16,0 3-256 0,0 5-208 15,0-1-380-15,0 0-300 0,0 2-1004 16,0-14-1984-16,0 15-3853 0</inkml:trace>
  <inkml:trace contextRef="#ctx0" brushRef="#br0" timeOffset="24768.04">2745 4196 5916 0,'0'0'5049'0,"0"0"-4161"0,0 0-208 0,0 0 48 16,0 0 376-16,0 0 324 16,0 0-536-16,0 0-508 0,0 0-120 15,-80 49-56-15,68-10 40 0,-4 5 40 0,4 3-56 0,4 4-120 16,4-4-112-16,0-3 0 16,4-2-196-16,0-4 20 15,8-6-144-15,9-4-16 0,-6-6 0 0,9 4-100 0,-4-3 200 16,4-2 72-16,-1 5-16 0,2 2 20 15,-5 4 160-15,3 6 60 0,-6 6-48 0,2 0 268 16,-7 5-16-16,5 2 336 16,-6-3-252-16,-3 2-152 0,4-2-108 15,-8-1 12-15,4-3-100 0,1 1 0 16,-5 0-48-16,0-1 44 0,0 3-176 0,0-2-168 16,-5-1-488-16,5 1-184 15,0-4-496-15,5-15-2605 0,10 3-4927 0</inkml:trace>
  <inkml:trace contextRef="#ctx0" brushRef="#br0" timeOffset="25699.544">10494 4010 4820 0,'0'0'5412'0,"0"0"-4187"0,0 0-725 16,0 0 356-16,0 0 344 0,0 0-12 0,0 0-272 15,0 0-312 1,0 0-156-16,0 0 24 0,0 0 12 0,-72 13-176 16,77-13-172-16,-5 0-136 0,8 0-212 15,-1 0-160-15,10-4 304 0,2 4 68 0,5 0 136 16,4-3-36-16,-4 3-12 15,-1 0-84-15,-2 0 68 0,-1 0 76 0,-5 3-72 16,2 4 60-16,-6 5-52 0,-3 4-20 16,-3 7-64-16,-1 5 72 0,-4 7 76 15,0 7-148-15,-4-1 0 0,-5 3-100 0,5 0 28 16,-7 1-124-16,3 2 120 16,-5-2-36-16,-2-1 52 0,2-2-40 15,-2-4 40-15,3 0-52 0,0-6-36 0,0-1-24 16,0-6-88-16,4 1 96 0,0-3 40 15,5-2 40-15,3 2-140 0,0-1-52 16,0 3 140-16,3 1 12 0,5 2 124 16,4 1 48-16,0 3 88 0,0 3-84 0,-1 0 220 15,6-1 28 1,-6 1 120-16,2 1 88 0,-2-3-200 0,6 0 64 16,-9-4-104-16,3-1-68 0,-2-2 20 0,-1 2 96 0,-1-2 16 15,-3-4-148 1,-4 3-100-16,4-6-84 0,0 0-8 0,-4-6-52 0,0-4-64 15,0-5-144-15,5-1-100 0,-5-3-416 16,7-3-328-16,1-10-308 16,0 0-244-16,8-25-3133 0</inkml:trace>
  <inkml:trace contextRef="#ctx0" brushRef="#br0" timeOffset="25903.406">11857 4547 15925 0,'0'0'2332'0,"0"0"-2324"15,0 0 756-15,0 0-140 0,103-5-428 0,-75-3-132 16,4-5 0-16,0-3-64 0,-4-3-184 16,7 0-268-16,-7 0-472 15,0 0-400-15,-11 9-1104 0,-6 1-4637 0</inkml:trace>
  <inkml:trace contextRef="#ctx0" brushRef="#br0" timeOffset="26046.987">11785 4810 1084 0,'0'0'14333'0,"0"0"-12961"16,0 0-1212-16,0 0 376 0,0 0-152 0,80 25 124 15,-40-34 180-15,0-10-244 0,12-4-324 0,-1-2-120 16,1 0-160-16,0 0-540 0,-1 5-496 15,-10 4-668-15,2 3-3181 0</inkml:trace>
  <inkml:trace contextRef="#ctx0" brushRef="#br0" timeOffset="26679.293">13825 3686 4848 0,'0'0'1664'16,"0"0"2753"-16,0 0-2417 0,0 0-536 15,0 0-340 1,0 0-256-16,-44 73-344 0,24-31-76 0,-8 5 60 16,0 7-76-16,4 3-48 0,0 3-52 15,5-6-24-15,6 1-264 0,6-8-44 0,3-3-160 16,4-9-12-16,0-3 12 0,8-4 24 15,0-6-24-15,4 1 60 0,-4 0-172 0,4-2-12 16,0 5-124-16,-1-1 160 0,2 7 176 16,-2 3 72-16,2 0 0 0,-2 3 12 15,-3 3 72-15,0-3-32 16,4 3-4-16,-4 1 76 0,-4-1-60 0,0 0 32 16,-4 5-20-16,0-2 16 15,0-4-92-15,-4 5-124 0,0-7 36 0,-4-3-48 16,1 0 0-16,2-9-112 0,1-1-128 0,0-6-176 15,4-3-428-15,0-7-680 16,4-2-1225-16,12-1-2339 16</inkml:trace>
  <inkml:trace contextRef="#ctx0" brushRef="#br0" timeOffset="27134.983">15287 3857 3452 0,'0'0'8117'0,"0"0"-6865"15,0 0-600-15,0 0 60 0,0 0 112 16,0 0 68-16,-43 89-176 0,22-53-328 16,2 8-140-16,3 0 124 0,4 3-48 0,3 2 120 15,5-5 48-15,4 0-88 16,4-6 4-16,9 1-140 0,2-9-36 15,6-3-12-15,3-8 60 0,4-3 244 0,7-10-100 16,1-3-83-16,7-3-145 0,2-9-144 0,-2-4-52 16,5-3-72-16,-4-3-76 0,0-3-253 15,-4 0-171-15,-4 2-72 16,-5 1-128-16,-3 4-284 0,-7 2-816 16,-10 3-2052-16,-7-2-3581 0</inkml:trace>
  <inkml:trace contextRef="#ctx0" brushRef="#br0" timeOffset="27321.417">15582 4007 6320 0,'0'0'5409'16,"0"0"-4129"-16,0 0-832 0,0 0-40 16,-8 66 264-16,5-34 448 0,3 3 72 0,-5 0-496 15,5 6-384-15,0-3-104 0,-4 6-104 16,4 0-104-16,-4 2-124 0,0 1-60 15,4-3-52-15,-4 1-408 0,4-1-300 16,0-5-364-16,0-1-764 0,0-13-1201 0,0 3-2367 16</inkml:trace>
  <inkml:trace contextRef="#ctx0" brushRef="#br0" timeOffset="27630.395">14909 3803 1760 0,'0'0'4560'0,"0"0"-3336"15,0 0 500-15,-8 95 1205 0,0-51-1193 0,-4 8-436 16,4 2-252-16,-4 3-264 0,0 0-100 16,4 0-104-16,0-3-184 0,5-6-224 15,3-1-172-15,0-2-220 0,0-4-4 0,7-6-48 16,9-3-384 0,0-6-264-16,8-7-412 0,3-7-800 0,-3-2-2421 15,12-10-3651-15</inkml:trace>
  <inkml:trace contextRef="#ctx0" brushRef="#br0" timeOffset="27836.61">16204 3991 12297 0,'0'0'1976'15,"0"0"-560"-15,0 0 88 0,0 0-492 0,0 0-220 16,48 86-108-16,-44-65-252 0,-4 5-200 15,0 3-232-15,-4 6-24 0,-9 6-212 0,-6 7-276 16,-1 3-288-16,-4 3-260 0,-1 2-452 16,2 4-528-16,-1-5-800 0,8-11-2041 15</inkml:trace>
  <inkml:trace contextRef="#ctx0" brushRef="#br0" timeOffset="28051.122">16897 4645 15341 0,'0'0'2600'0,"0"0"-1628"0,0 0-872 0,-52 79-100 15,36-47 0-15,-4 0 148 0,-4 0-76 16,4-1-72-16,5 2-220 0,-6-6-40 0,10 2-72 15,-6-1-620-15,6-2-524 0,-1-7-1064 16,-8 6-3433-16</inkml:trace>
  <inkml:trace contextRef="#ctx0" brushRef="#br0" timeOffset="28668.489">17738 4029 4772 0,'0'0'1640'16,"0"0"2264"-16,0 0-2487 16,0 0-97-16,0 0-148 0,-21 69 88 15,21-30-16-15,0 6-176 0,0 8-300 0,4 1-116 16,1 3-160-16,7 4-52 0,-5-8-112 0,6-2-192 16,-1-6-136-16,-1-7-268 15,6-6-40-15,3-10 40 0,-1-6-248 16,1-7-272-16,8-3-288 0,-5-6-764 15,-2-6-2196-15,7-10-4069 0</inkml:trace>
  <inkml:trace contextRef="#ctx0" brushRef="#br0" timeOffset="29617.81">18323 3924 1772 0,'0'0'3300'0,"0"0"1956"16,0 0-3247-16,0 0-21 0,0 0-552 15,92-47-132-15,-68 43-324 16,4 4-264-16,0 0-124 0,-5 0-128 16,-2 4-132-16,-6 3-160 0,1 1-100 0,-8 5-68 15,1 3 80-15,-9 3-80 0,0 6 96 0,-13 6-28 16,-2 5 12-16,-9 5-80 15,-4 0-4-15,0-2-36 0,0-4-12 16,4 0 44-16,0-10-100 0,8-3 104 0,4-6 48 0,0-4-48 16,8-5-100-16,0-1-80 15,4 0-92-15,0 1 52 16,8 0 212-16,1 2 8 0,2 0 76 16,1 1 20-16,4-1-84 0,-4-2 48 0,0 2 16 15,-4-2-16-15,0 3-12 16,-1 2 12-16,-7-2 4 0,4 5 8 0,-4 1 76 0,0 0-64 15,-4 0 24-15,1-4 4 16,-5 4-40-16,-4 1 0 0,-4-6-72 0,4 3-84 0,-4-4-292 16,4-1-164-16,0 0-24 15,4-2-12-15,0-4-188 16,5 0-564-16,-1 3-708 0,-1-2-704 16,5-4-2389-16</inkml:trace>
  <inkml:trace contextRef="#ctx0" brushRef="#br0" timeOffset="30020.479">18945 4394 3160 0,'0'0'9109'16,"0"0"-7325"-16,0 0-1352 0,0 0 248 0,0 0 352 0,0 0 292 16,0 0-212-16,0 0-644 0,-40 76-296 15,32-54-48-15,0-3-124 16,0 1-132-16,4-9-112 0,4 3-112 0,0-9-140 16,0 2-508-16,0-3-196 0,4-4-592 15,0 0-1148-15,8-16-3813 0</inkml:trace>
  <inkml:trace contextRef="#ctx0" brushRef="#br0" timeOffset="30251.776">19364 3892 12149 0,'0'0'2484'0,"0"0"-1816"0,0 0-164 0,0 0 352 16,0 0 720-16,-13 79-124 0,9-47-404 15,0 0-400-15,0 3-248 0,4 0-35 16,0 6-137-16,-3 1-116 0,3 2-112 16,-4 1-136-16,4-1-92 0,-4-4-40 0,4 2-97 15,-5-7-379-15,5-3-160 0,0-4-152 16,5-9-688-16,-1-5-820 0,3-9-1469 16,9-7-979-16</inkml:trace>
  <inkml:trace contextRef="#ctx0" brushRef="#br0" timeOffset="30494.835">19826 3940 10316 0,'0'0'2033'16,"0"0"-1381"-16,0 0 356 16,0 0 268-16,0 0-192 0,0 0 296 15,87 61-280-15,-75-43-436 0,3 5-188 0,2 2-48 16,-6 3-40-16,2 1-104 0,-5 3-56 0,-1-4-68 15,-3 7-56-15,-4 0-104 16,0 3 0-16,0 4-48 0,-7-1-60 0,-5 0-4 16,-4 0-44-16,-4-2-112 0,0-4-368 15,0-5-148-15,-3 3-52 0,-1-8-128 0,-4-2-508 16,0-5-748 0,3-5-2441-16,-10 3-2167 0</inkml:trace>
  <inkml:trace contextRef="#ctx0" brushRef="#br0" timeOffset="31077.638">21033 4673 3180 0,'0'0'2592'0,"0"0"2268"16,0 0-4115-16,0 0-177 0,0 0 224 15,0 0 316-15,0 0-80 0,4 76-272 0,-12-57-504 0,0 4-52 16,-1-4-88-16,-2 6-112 15,-6-6-96-15,2 4-80 0,-1-2-164 0,4-5-352 16,-4 1-284-16,4-8-452 0,4-2-1325 16,-4-7-5047-16</inkml:trace>
  <inkml:trace contextRef="#ctx0" brushRef="#br0" timeOffset="31655.316">21909 4045 4256 0,'0'0'1680'0,"0"0"1296"16,0 0-279-16,0 0-829 0,0 0-508 16,0 0-256-16,-47 95-200 15,43-57-120-15,0 3-164 0,-1 7-200 0,5-1-200 16,-4 0-100-16,4 2-116 0,0-8-8 0,0-6-128 16,9-4 20-16,-1-6-232 0,12-8-448 15,-1-8 20-15,9-5-456 16,-8-4-656-16,12-13-3401 0</inkml:trace>
  <inkml:trace contextRef="#ctx0" brushRef="#br0" timeOffset="31985.959">22427 4128 5988 0,'0'0'10173'0,"0"0"-8737"15,0 0-1388-15,0 0 484 0,84-36 196 0,-60 30 84 16,-9-1-276-16,2 7-372 0,-2 0-164 0,2 0-60 16,-6 7-4-1,2 2-8-15,-2 5 72 0,-3 5 4 0,-4 6 8 16,-4 4 60-16,0 5-56 16,-12 7 56-16,-4 7-72 0,-7 0 4 0,-1-5 0 15,-4 6 8-15,0-8 72 0,4-3-8 0,1-3-64 16,6-10 0-16,1-2 72 0,8-11-84 0,4-2-60 15,4-7-40-15,0 3-56 16,0-6 132-16,12 7 24 0,4-7 232 0,4 3-40 16,3-3-68-16,5-3-80 0,4-4-44 0,0-5-208 15,0-1-256-15,5 1-516 0,-5-5-560 16,-9 8-1252 0,9-7-4177-16</inkml:trace>
  <inkml:trace contextRef="#ctx0" brushRef="#br0" timeOffset="32160.664">23104 4502 12285 0,'0'0'3240'0,"0"0"-2108"0,0 0-388 0,0 0 172 16,0 0 120-16,0 0-156 0,-35 76-576 16,27-63-304-16,4 3-216 0,0-4-32 15,-1 4-8-15,1-3-332 0,4-1-484 0,0-2-380 16,0-1-904-16,0-4-1917 0,0-5-911 15</inkml:trace>
  <inkml:trace contextRef="#ctx0" brushRef="#br0" timeOffset="32451.739">23527 4134 1420 0,'0'0'12289'0,"0"0"-10593"0,0 0-1004 15,0 0 832-15,0 0-324 0,80-32-380 0,-72 32-292 16,-1 0-236-16,1 0-36 16,1 3-172-16,-1 6-84 0,-5 5 76 15,1 7 8-15,-4 5 52 0,0 6-40 16,-7 3-92-16,-1 2-4 0,-5 1-48 0,2-6 44 16,3 1 4-16,3-12 0 15,5-1-8-15,0-5-92 0,5-2 88 0,3 0 12 16,3-7 96-16,6 1 60 0,2-5-8 15,5-2-52-15,0 0-96 0,4-2-12 0,0-11-172 16,4 0-288-16,0-6-496 0,0-3-368 16,-8 8-1016-16,3-14-3609 0</inkml:trace>
  <inkml:trace contextRef="#ctx0" brushRef="#br0" timeOffset="32700.109">24200 3968 9200 0,'0'0'4721'0,"0"0"-4033"0,0 0-272 16,0 0 452-16,0 0 184 0,88 33-32 0,-72-24 188 15,0 7-168-15,-1 0-356 16,2 6-236-16,-6 3-168 0,1 0-120 0,-3 7-75 16,-9 4-1-16,0 1-84 0,0 4-24 15,-13 1-97-15,-2 2 9 0,-2 1-8 16,-2-4 12-16,-5 4-100 0,0-8-228 0,0 2-16 15,1-4 12-15,2-7-136 16,1-6-248-16,8-3-588 0,1-9-1000 16,2-4-1737-16,9-6-1895 0</inkml:trace>
  <inkml:trace contextRef="#ctx0" brushRef="#br0" timeOffset="32894.737">24782 4582 6900 0,'0'0'6193'16,"0"0"-5481"-16,0 0-432 0,0 0 692 0,0 66 540 15,-12-44-172-15,0 0-536 16,-8 3-448-16,4 5-220 0,-8-2-136 0,0 4-60 16,-4-1-188-16,0 4-196 0,-4 1-680 15,-3-2-668-15,7-9-2096 0,-20 14-3181 16</inkml:trace>
  <inkml:trace contextRef="#ctx0" brushRef="#br0" timeOffset="34955.304">25579 4166 1096 0,'0'0'4032'16,"0"0"-3096"-16,0 0 2364 0,0 0-1143 15,0 0-645-15,0 0-128 0,0 0-48 0,0 0-216 16,0 0-228-16,0 0-248 0,0 0-152 0,0-13-148 16,-5 13-36-16,5 9-160 15,-7 7-64-15,-1 9 28 0,-4 14 108 0,0 5-28 16,-4 10-68-16,0 2 84 16,1 2-160-16,2-1 4 0,1 0-52 15,5-2-60-15,2-5-48 0,5-6-164 0,0-2-80 16,12-10-76-16,8-7 44 15,4-6-20-15,8-6-128 0,8-7-124 0,4-6-300 16,4 0-680-16,3-9-868 0,-10-1-1397 0,14-9-2415 16</inkml:trace>
  <inkml:trace contextRef="#ctx0" brushRef="#br0" timeOffset="35535.655">26049 4273 3496 0,'0'0'8173'0,"0"0"-6573"0,0 0-872 16,0 0 44-16,0 0 584 0,79-13-192 16,-51 10-232-16,4 0-244 0,0 3-108 15,5 0-80-15,-6 0-184 0,1 3-144 0,0 7-172 16,-9 0-44 0,1-1-52-16,-7 7 20 0,-6-1-8 15,-3 4 84-15,-8 6 4 0,0 5 20 0,-15 5-24 0,-2 3-8 16,-6 3-116-16,-5-4 64 15,0 5-12-15,0-7 72 16,4-3 0-16,0-6 84 0,5-5-24 0,2-2-8 0,6-5-40 16,-2-5-4-16,9-2-8 15,4-7-64-15,0 2-32 0,0 2-28 16,8-1 124-16,4 2 136 0,4 0 108 16,8 1-144-16,0-3-60 0,4-3-40 15,0 0-100-15,4-3-252 0,0-8-444 0,0 3-328 0,-1-5-468 16,-10 7-1160-16,6-14-4441 15</inkml:trace>
  <inkml:trace contextRef="#ctx0" brushRef="#br0" timeOffset="35720.908">26818 4667 6776 0,'0'0'7397'0,"0"0"-6033"0,0 0-1024 16,0 0 128-16,0 0 216 15,0 0 360-15,-24 80-320 0,20-66-444 0,-4 6-280 16,5 0-136-16,-6-1-60 0,5-1-64 0,-4 5-368 16,4-5-140-1,1 1-336-15,3-6-876 0,0-3-1849 0,0-7-2203 16</inkml:trace>
  <inkml:trace contextRef="#ctx0" brushRef="#br0" timeOffset="36018.467">27312 4073 12837 0,'0'0'2636'0,"0"0"-1752"0,0 0-736 0,0 0 240 0,0 0 184 16,0 0 724-16,0 0-324 15,0 0-484-15,16 83-196 0,-8-51 12 0,0 3-32 16,4 2-152-16,-4 1-36 0,-4 4-80 0,0 0-4 16,-4-5-60-16,0 1-48 15,0-3 96-15,0 1-100 0,0-5-96 16,0-6-228-16,0 1-288 16,0-4-84-16,0-3-292 0,0-6-280 0,0 0-436 15,8-4-620-15,-4-3-1557 0,-1-6-2071 0</inkml:trace>
  <inkml:trace contextRef="#ctx0" brushRef="#br0" timeOffset="36314.473">27958 4391 3404 0,'0'0'10253'0,"0"0"-8985"0,0 0-1208 0,0 0 44 16,-36 69 636 0,23-43 140-16,-2-1-244 0,2 0-440 0,-2 5-196 0,-1-2-48 15,0 4-64-15,4-4-100 16,-4 4-100-16,4-7-324 0,0-2-184 0,8-4-316 15,0-11-176-15,4-3-596 0,0-5-745 16,8-10-1963-16</inkml:trace>
  <inkml:trace contextRef="#ctx0" brushRef="#br0" timeOffset="36609.535">28539 3877 4760 0,'0'0'1508'0,"0"0"4489"0,0 0-4961 16,0 0-492-16,0 0 572 0,0 76 408 16,0-54-232-16,0 4-500 0,0-4-312 15,0 6-148-15,0 0 132 0,0 2 0 0,0 1 12 16,-3 0-196-16,3 1-120 0,-5 0-16 15,1 0-44-15,0 3-44 0,0-1-56 0,0 1-12 16,0 4-72-16,1-4-40 0,-1-3-32 16,4 0-188-16,0-1-376 0,0-5-136 15,0-4-168-15,4-7-440 0,3-2-612 16,1-6-844-16,5-4-2837 0</inkml:trace>
  <inkml:trace contextRef="#ctx0" brushRef="#br0" timeOffset="36917.739">29236 3991 6432 0,'0'0'6213'0,"0"0"-5449"0,0 0-368 0,0 0 464 16,20 79 640-16,-16-57-64 15,-4 0-424-15,0 1-408 0,0 2-176 0,0 1-60 0,0 2-112 16,0 1-84-16,0 5-168 16,-8 1-4-16,1 0-56 0,-6 4-16 0,-2 2-64 15,-2 0-72-15,-2 0-136 0,-1 1-368 16,-4-4-288-16,0 3-416 0,4-13-1196 15,-12 10-3169-15</inkml:trace>
  <inkml:trace contextRef="#ctx0" brushRef="#br0" timeOffset="38663.47">29372 4677 2844 0,'0'0'848'0,"0"0"-796"16,0 0 312-16,0 0 3944 16,0 0-2612-16,0 0-559 0,0 0-557 0,0 0-108 15,0 0 116-15,0 0 64 0,0 0-28 16,0 0-132-16,0 0 52 16,0 0-104-16,-20 47-152 0,4-22-276 0,-4 4-12 15,0 0-64-15,-4 2-52 0,1 1-236 16,-5 3-404-16,4 0-476 0,-1-3-572 15,10-7-1025-15,-9 7-2591 0</inkml:trace>
  <inkml:trace contextRef="#ctx0" brushRef="#br0" timeOffset="39347.178">30201 4134 4880 0,'0'0'588'16,"0"0"1348"-16,0 0 684 0,0 0-879 0,0 0-537 16,0 0-48-1,0 0-80-15,0 0-224 0,0 0-184 16,0 0-168-16,0 0 120 0,-64 89 20 16,52-52 28-16,-4 8-68 0,0 3-184 0,0-5-100 15,4 6-48-15,0-2-96 0,5-3-64 16,-2-2-108-16,5-4-48 0,4-9-12 0,0-1-12 15,4-5-40-15,5-5-20 0,2-1-76 16,6-8 0-16,2-2-100 0,1-7-20 0,8 0-140 16,4-11-220-16,0-4-416 15,0-8-976-15,-8 9-2385 0,3-19-2507 16</inkml:trace>
  <inkml:trace contextRef="#ctx0" brushRef="#br0" timeOffset="39624.973">30619 4035 3588 0,'0'0'6184'15,"0"0"-4839"-15,0 0-717 16,0 0 272-16,-4 74 248 0,0-46 432 15,0 6-372-15,4 5-336 0,0-1-280 0,-4 3-120 16,4 4-92-16,0-1-72 16,0 1-124-16,-4-1-144 0,0-2-40 0,4-4-48 0,-4-1-112 15,0-5 0-15,0 0 0 16,0-7-208-16,0 0-424 0,4-2-76 16,0-4-476-16,0-6-900 0,0-5-2137 0,4-8-2439 15</inkml:trace>
  <inkml:trace contextRef="#ctx0" brushRef="#br0" timeOffset="39819.299">31030 4496 7068 0,'0'0'2400'16,"0"0"-747"-16,0 0-1009 0,0 0 36 0,0 0 660 15,-5 82 240-15,-3-59-496 0,1-5-488 0,-1 5-336 0,4-1-196 16,-9-2-64-16,10 1-136 15,-5-2-76-15,-5-1-560 0,9-1-552 0,1-4-608 16,-1-4-1297-16,0-9-1863 16</inkml:trace>
  <inkml:trace contextRef="#ctx0" brushRef="#br0" timeOffset="40117.358">31532 4114 4332 0,'0'0'8897'0,"0"0"-7425"0,0 0-856 0,-13 87 188 16,9-59 484-16,0 3-36 0,0-2-416 15,1 3-372-15,3-4-72 0,0 1-212 16,0 0-120-16,0-1-60 0,0-3-172 0,0 1 60 16,0-3-80-16,3-4-16 0,-3-5-160 0,4 3-368 15,4-4-68-15,-3-3-424 16,-1-1-988-16,0-3-2657 0,-1-6-4347 16</inkml:trace>
  <inkml:trace contextRef="#ctx0" brushRef="#br0" timeOffset="40313.438">31874 4524 6156 0,'0'0'8'16,"0"0"5541"-16,0 0-4461 0,0 0-336 0,0 0 416 15,-12 70 280-15,8-51-436 0,-4 0-500 0,0 0-428 16,0 0-84-16,0 3-84 15,0-3-180-15,-4 1-504 0,0-4-328 0,4-2-332 16,-3 0-816-16,2-8-2149 0,1-6-2191 0</inkml:trace>
  <inkml:trace contextRef="#ctx0" brushRef="#br0" timeOffset="40734.646">32293 4029 4104 0,'0'0'7253'16,"0"0"-4253"-16,0 0-2304 0,0 0-556 0,0 0 688 15,-9 85 748-15,1-57-280 0,5 1-460 16,-1 1-264-16,0 4-156 0,0 1-64 15,4 0-20-15,-5 0-188 0,5 0-84 16,0 0-60-16,-4-3-96 16,4-1-24-16,-4-2-88 0,4 0-292 0,-3-7-220 0,3 0-300 15,0-3-412-15,0-3-1148 16,3-7-2033-16,5-2-2135 0</inkml:trace>
  <inkml:trace contextRef="#ctx0" brushRef="#br0" timeOffset="40909.65">32467 4553 6472 0,'0'0'4509'0,"0"0"-2805"15,0 0-1180-15,0 0 176 0,0 0 716 16,0 0 56 0,-19 76-552-16,10-60-536 0,-2-1-324 0,-1 4-48 0,-4-2-12 15,4 1-156-15,-4 2-4 0,0-5-324 16,4 2-448-16,0-2-468 0,5-5-964 0,-6 0-2773 15</inkml:trace>
  <inkml:trace contextRef="#ctx0" brushRef="#br0" timeOffset="41484.186">32774 4264 680 0,'0'0'508'15,"0"0"-116"-15,0 0 820 0,0 0 324 16,0 0-1116-16,0 0 176 16,0 0-112-16,0 0 3712 0,0 0-2879 0,0 0-369 15,-4 22 268-15,4-22 40 0,0 0 164 0,0 0-84 0,0 0-236 16,4 0-176-16,-4 0-80 16,0 0-176-16,0 0-276 0,0 0-124 0,0 0-39 15,0 0 27-15,0 3-136 0,0 3-120 16,0 1-72-16,0 12 72 0,0 0 156 15,0 9-44-15,4 0 20 0,-4 5-132 0,4-2-4 16,-4 1-104-16,5 0-16 0,-5 3 16 16,0-3-208-1,0 3-241-15,0-4-175 0,0 1-184 0,0-4-508 0,0 2-1084 16,0-11-2348-16,-5 3-2129 16</inkml:trace>
  <inkml:trace contextRef="#ctx0" brushRef="#br0" timeOffset="42333.859">33113 3978 456 0,'0'0'4748'0,"0"0"2321"0,0 0-5525 16,0 0-948-16,0 0-104 15,0 0 240-15,0 0 424 0,0 0-88 16,0 0-328-16,0 0-296 0,0 0-188 0,4 0-20 15,-4 0-40-15,0 4-52 0,0-4-56 16,0 0-40-16,0 0-44 0,4 6-4 16,0 0 0-16,0 3 232 0,4 4-96 15,-4 6-4-15,4 3-80 16,-5 5-52-16,6 3 0 0,-9 2-4 0,4 6-4 16,-4 7-4-16,0-1-108 0,0 4-64 15,-8-1 88-15,0 1-76 0,-4 0 48 16,0-3-8-16,4-1-28 0,-4-3-172 0,1-6-296 15,-2 0-64-15,2-7-140 0,-2-3-220 16,5-8-244-16,1-4-164 0,3-4-604 16,0-6-1893-16,-5-3-1603 0</inkml:trace>
  <inkml:trace contextRef="#ctx0" brushRef="#br0" timeOffset="42953.224">33519 3534 7160 0,'0'0'4377'16,"0"0"-2969"-16,0 0-884 0,0 0-128 16,0 0 376-16,0 0 752 0,0 0-288 0,0 0-480 15,0 0-436-15,0 0-196 0,0 0-60 16,24 3-52-16,-16-3 108 15,12-3-56-15,-3-1-64 0,2 1-72 0,-3 3-76 0,0 0-36 16,-4 3-36-16,0 4-116 16,-1 5 76-16,-6 7 136 0,-1 9 124 15,-4 5 52-15,0 5 120 0,-9 7-24 0,-2 2-124 16,-5 1-24-16,-8 5-12 16,0 1-60-16,-4 3-52 0,-4 4 36 0,4-7-12 15,0-3 12-15,9-6 88 0,3-8 52 16,8-8 20-16,0-7 116 0,3-3 60 0,5 1-200 15,0-8 112-15,0 3-72 0,0-2 24 16,0-1-112-16,0 5-76 0,5-4 76 16,3 3 0-16,-4 0 0 0,0-1 52 15,3 4-44-15,2 1-8 16,-5-1 0-16,0 2 4 0,0 4-4 16,0 5 8-16,-4-1 40 0,0 2-36 0,0 1 112 15,-4 2-48-15,-4 4-76 16,-1 1-76-16,2-1 28 0,-1-3-64 0,-4 3-12 15,4-7-12-15,-4 1 128 0,4-6-176 16,0 0-312-16,0-7-216 0,-4-7-544 0,4-2-1648 0,-4-7-5985 16</inkml:trace>
  <inkml:trace contextRef="#ctx0" brushRef="#br0" timeOffset="43079.323">33427 5103 16745 0,'0'0'4740'0,"0"0"-4740"16,0 0-1256-16,0 0 152 0,0 0 244 0,0 0-728 16,-86-19-3732-16</inkml:trace>
  <inkml:trace contextRef="#ctx0" brushRef="#br0" timeOffset="67900.727">2526 7511 6080 0,'0'0'4464'0,"0"0"-3663"0,0 0-685 16,0 0 192-16,0 0 152 0,0 0 208 0,0 0-20 16,0 0 0-16,-60-47-168 0,56 44-164 15,0 3-88-15,0 0-100 0,4-4-4 16,0 4-48-16,0 0 12 0,0 0-24 0,0 0-60 16,0 0-4-16,0 0-76 15,0 0-64-15,0 0 28 16,0 0 48-16,0 0 56 0,0 0-4 0,0 0-40 0,0 0 52 15,0 0 8-15,0 0 8 0,0 0-16 16,0 0-4-16,0 0-148 0,0 0-36 16,0 0-40-16,0 0 0 0,0 0-64 15,0 0 12-15,0 0 24 0,0 0-72 0,0 0-160 16,0 0-100-16,0 4 36 16,0-4-76-16,0 3-85 0,0-3 81 15,0 0 88-15,0 0-192 0,0 0-644 0,-9 0-1808 16,18-7-668-16</inkml:trace>
  <inkml:trace contextRef="#ctx0" brushRef="#br0" timeOffset="68712.885">2486 7482 1656 0,'0'0'1252'0,"0"0"-924"15,0 0-240-15,0 0 188 0,0 0 128 0,0 0 1004 16,0 0-4-16,0 0-1028 0,0 0-360 16,0 0 72-16,4-30 444 0,-4 27 156 0,0 3 92 15,0 0-96-15,0 0-36 16,0 0 33-16,0 0 51 15,0 0-28-15,0 0 12 0,0 0-104 0,-4 0-96 0,0 3-36 16,4-1 0-16,-5 1-92 16,1 4-96-16,-3 0-40 0,3 4-16 15,-4 6-36-15,-1 2 12 0,-2 10 0 0,3 6-88 16,-4 7-12-16,-4 5 72 16,4 10-108-16,0 0 120 0,0 1-108 15,-4 2-4-15,8 0-32 0,-3 1-44 0,-2-9 4 16,9-3 60-16,-3-11-72 0,3-10-72 0,4-6-100 15,0-11-40-15,0-6-72 16,0-5-236-16,0 0-292 0,8-12-260 16,-1-8-244-16,6-2-332 0,-2-12-861 0,-3 8-723 15,5-25-1452-15</inkml:trace>
  <inkml:trace contextRef="#ctx0" brushRef="#br0" timeOffset="68963.348">2445 7503 8308 0,'0'0'1532'0,"0"0"-1056"0,0 0 104 0,0 0 681 16,0 0-173-16,0 0-124 0,0 0-128 16,56 75-256-16,-43-43-80 0,2 3 32 15,2 3-124-15,2 7-132 0,1 5 8 0,4 1-60 16,1 3-28-16,-2 4-8 0,1-5 216 16,0 2-44-16,0-5-200 15,-5-8-112-15,-2-5-48 0,-2-8 8 0,-6-4-8 16,3-6-4-16,-9-6-84 0,1-6-20 15,-4-4-64-15,0-3-52 0,0 0-220 0,-4 0-284 16,-7-6-220-16,-2-5-512 0,-6-3-444 16,-5-12-457-1,4 10-343-15,-16-22-1260 0</inkml:trace>
  <inkml:trace contextRef="#ctx0" brushRef="#br0" timeOffset="69112.414">2450 7925 5124 0,'0'0'2680'0,"0"0"-1176"16,0 0-316-16,0 0 49 0,0 0-225 0,0 0-220 15,0 0-68-15,0 0 36 0,0 0-44 16,0 0-160-16,83 0-32 0,-59 0-136 16,1 0-68-16,2 0-196 0,1 0-124 15,0-7-12-15,-1 4-348 0,5-4-868 0,-4 2-624 16,-4-2-2653-16,8-3-4451 0</inkml:trace>
  <inkml:trace contextRef="#ctx0" brushRef="#br0" timeOffset="69575.852">4024 7852 4924 0,'0'0'1980'0,"0"0"2609"0,0 0-3909 16,0 0-308-16,0 0 368 0,0 0 404 0,28 89 20 15,-20-48-24-15,3 9-192 0,-3 11-208 16,1 6-112-16,-5 2-184 0,-1 8-104 0,1-1-108 16,0-3-72-1,-4 0-12-15,4-10-52 0,1-9-96 0,-1-12-172 16,0-11-84-16,-1-11 48 0,1-8-60 15,-4-9-124-15,0-3-384 0,0-3-400 0,0-9-340 16,0-11-876-16,-4 4-2297 16,-3-26-3483-16</inkml:trace>
  <inkml:trace contextRef="#ctx0" brushRef="#br0" timeOffset="69767.864">4015 7928 11249 0,'0'0'2240'15,"0"0"-1136"-15,0 0-712 0,0 0-140 0,0 0 844 16,80 13-84-16,-63-11-244 0,-2 2-212 0,-3 2-4 16,0 1 84-16,0-1-268 0,-4 0-368 0,-4 4-24 15,-4 2-232-15,0 4-16 16,0 0-192-16,-8 7-152 0,0-1-260 0,-4-3-320 16,4-3-516-16,0-4-488 15,0-5-1741-15,8-7-2011 0</inkml:trace>
  <inkml:trace contextRef="#ctx0" brushRef="#br0" timeOffset="70079.81">4614 7878 8400 0,'0'0'1748'0,"0"0"-1064"16,0 0-15-16,-49 63 319 0,21-29 568 0,0 1-76 0,5 4-152 15,-5-2 0-15,12 2-304 16,-4-8-412-16,12-5-332 0,0-4-120 0,4-7-160 0,4-5-36 15,0-3-160-15,0-7 12 16,12 0 112-16,0-7-184 0,4-5-260 16,-4-8-100-16,4-2 32 0,-4-6-72 0,0-4-256 15,-1 3 80-15,-2 4 192 0,3 7 284 16,-8 4 204 0,3 4 152-16,-3 8 76 0,1 2 204 0,3 0 84 0,-1 7 164 15,6 1 140-15,-5 5-52 16,-1 3-96-16,5-1-108 0,-3 2-68 0,-2-2-60 15,-3 2-24-15,4-8-156 0,-4 4-104 16,1-4-76-16,-1-2-60 0,-4-1-208 16,0-3-524-16,3-3-396 0,-3 0-1148 15,0 0-2953-15</inkml:trace>
  <inkml:trace contextRef="#ctx0" brushRef="#br0" timeOffset="70334.085">4808 7960 11221 0,'0'0'1628'0,"0"0"-1208"0,0 0-24 16,0 0 316-16,0 0 384 16,0 0-52-16,0 0-320 0,72 78-316 15,-72-59-148-15,0 0-96 0,0 6-104 0,0-1-52 16,-4-2 80-16,0-3-40 0,0-7 40 16,0-5 32-16,4-4 28 15,0-3 40-15,0 0 104 0,0-6 480 0,4-7-496 16,8-6-276-16,0-3-76 0,4-7-44 15,4 1 20-15,0-5-84 0,3-1-24 0,5-1-36 16,0 0-124-16,0-6-408 0,0-3-580 16,0-1-1212-16,-7 13-2557 15,2-22-3275-15</inkml:trace>
  <inkml:trace contextRef="#ctx0" brushRef="#br0" timeOffset="70537.86">5330 7336 10124 0,'0'0'3133'15,"0"0"-2205"-15,0 0-660 0,0 0 272 16,12 88 960-16,-7-51 52 0,-1 1-232 0,0 6-512 16,3 4-188-16,1 4 136 0,5 1-123 0,-6 1-257 15,5-3-172-15,0 0-132 16,0-7-72-16,0-6-80 0,0-6-28 0,0-4-112 16,-4-9-80-16,0-3-141 15,0-7-167-15,-4-2-120 0,-1-7-228 16,-3 0-720-16,-3 0-1168 0,-1 0-2009 15,-17-7-2447-15</inkml:trace>
  <inkml:trace contextRef="#ctx0" brushRef="#br0" timeOffset="70697.853">5139 7922 12449 0,'0'0'2136'16,"0"0"-1628"-16,0 0 108 15,0 0 128-15,76 12 548 0,-45-15-328 0,6-6-400 16,3-5-172-16,3-5-156 0,2 1-236 15,-2-8-64-15,1 0-376 0,0 1-384 16,-9 0-412-16,5 3-568 0,-12 6-2176 0,4-7-1885 0</inkml:trace>
  <inkml:trace contextRef="#ctx0" brushRef="#br0" timeOffset="70825.639">5877 7753 444 0,'0'0'11997'15,"0"0"-9697"-15,11 71-1492 0,-7-43-344 0,5 3 252 0,-5 1 700 16,-1-6-368-16,5-4-596 15,-4-7-376-15,0-5-76 0,1-1-160 0,-1-5-480 16,-1-1-236-16,-3-3-552 0,0-3-1156 16,0-10-3013-16</inkml:trace>
  <inkml:trace contextRef="#ctx0" brushRef="#br0" timeOffset="70981.654">6028 7617 12865 0,'0'0'2564'15,"0"0"-2052"-15,0 0-192 0,0 0-172 0,0 0-140 16,0 0 168-16,0 0-176 0,0 0 0 16,0 0-212-16,0 0-444 0,0 0-784 0,56 40-572 15,-48-29-1213-15,-1-1-991 16,-3 5 904-16</inkml:trace>
  <inkml:trace contextRef="#ctx0" brushRef="#br0" timeOffset="71217.987">6120 7813 4952 0,'0'0'2612'0,"0"0"-368"0,0 80-247 0,0-45-257 16,0-3-156-16,4 2-188 0,-1-9-336 0,5-1-208 15,0-10-260-15,4-3-152 0,0-5-48 16,4-6-172-16,4-3-192 0,8-14-28 16,0-5-344-16,3-6-256 0,1-7-116 0,0-3-88 15,-4 0-4-15,0 2-56 0,-8 8 96 16,-4 0 112-16,-7 5 200 0,-2 5 292 16,-7 8 164-16,0 3 492 0,-7 7 596 15,-2 4-232-15,-7 9-148 16,0 2-160-16,-3 7-88 0,2 5 68 0,-3 1 52 15,8-6-176-15,1 0-280 0,-2-3-124 16,9-6-136-16,1-5-232 0,-1-1-236 0,4-3-296 16,4-4-484-16,3-6-596 0,2-1-1164 15,6-12-2013-15</inkml:trace>
  <inkml:trace contextRef="#ctx0" brushRef="#br0" timeOffset="71463.625">6578 7845 9248 0,'0'0'4809'0,"0"0"-3457"0,0 0-636 0,0 0-148 15,0 0 400-15,36 73 168 0,-32-63-264 16,-4-2-368-16,3-3-248 0,1-5-48 0,4 0-124 16,5 0-24-16,2 0-48 0,1-7-12 15,9-2-72-15,-2-1-36 16,1 1 8-16,4-1 4 0,0 0-16 0,0 4 40 16,0 0 0-16,0 0-28 0,0 6-8 15,-5-4 20-15,1 4 28 0,0 0 0 16,0 7 12-16,-5 0 44 0,-2-2 4 15,-2 5 48-15,2 0 84 0,-6 2 40 16,2 1-60-16,-5 0-104 0,-5-1-8 0,5 1-8 16,-4-4-116-16,-4 4-708 0,5-7-560 15,-5 1-1652-15,0-1-5509 0</inkml:trace>
  <inkml:trace contextRef="#ctx0" brushRef="#br0" timeOffset="72092.559">8498 7366 6992 0,'0'0'1704'0,"0"0"-140"0,0 0 1709 0,0 0-1641 16,0 0-752-16,0 0-224 15,-80 31-44-15,61-2 252 0,-2 12-36 0,6 10-128 0,-5 9-4 16,7 5 120-16,5 0-196 0,1 2-135 15,7-10-169-15,0-3-292 0,0-12-24 0,4-10-192 16,7-7-88-16,2-6-73 0,11-10-351 16,4-9-40-16,8-3-212 0,7-13-448 15,5-6-880-15,-8 0-1540 0,16-20-1673 0</inkml:trace>
  <inkml:trace contextRef="#ctx0" brushRef="#br0" timeOffset="72426.308">8921 7591 13657 0,'0'0'2460'0,"0"0"-1932"0,-37 80-300 16,14-36 468-16,-1 10 944 0,-4-4-40 16,4 2-527-16,4-15-453 0,8-4-308 0,8-11-288 0,0-10-24 15,4-5-264 1,0-7-88-16,8 0-12 0,4-4 179 0,4-8 53 16,8-7-40-16,-4-6-132 0,3-8-144 15,-2-2 8-15,-1 0 24 16,-1 4 36-16,-2 3-12 0,-6-1 8 0,2 4 28 0,-6 2 108 15,-3 4 248-15,0 7 0 0,-4 5 184 16,4 0 4-16,-4 7-4 16,4 5 0-16,0 4-84 0,4 3 464 0,4 10 12 15,1 3 12-15,-2 5-4 0,-3-2-40 16,0 0-7-16,4-1-173 16,0-6-208-16,-5 2-156 0,6-8-60 0,-2 1-48 15,2-4 0-15,-1-1-40 0,-1-2-56 16,2-4-113-16,2 0-147 0,-2-5-300 0,2 0-300 15,2-7-772-15,-6 1-1948 0,6-7-2041 16</inkml:trace>
  <inkml:trace contextRef="#ctx0" brushRef="#br0" timeOffset="72602.75">9554 7883 10528 0,'0'0'1889'0,"0"0"-981"0,0 0-44 0,0 0 312 0,16 80 292 15,-16-61-312-15,0 3-688 16,0-2-348-16,0-1-120 0,0-1-4 0,0 1-96 0,0-3-244 16,0-4-412-16,4-2-352 0,4 0-444 15,-5-7-1188 1,10-3-2225-16</inkml:trace>
  <inkml:trace contextRef="#ctx0" brushRef="#br0" timeOffset="72908.943">10427 7741 12393 0,'0'0'2036'0,"0"0"-1668"0,0 0-76 16,0 0 336-16,0 0 612 0,0 0-12 0,0 0-636 16,0 0-332-16,0 0-236 15,0 0-24-15,0 0-172 0,79 12-828 0,-59-12-696 16,-8-3-1516-16,16-11-5413 0</inkml:trace>
  <inkml:trace contextRef="#ctx0" brushRef="#br0" timeOffset="73066.51">11239 7747 12197 0,'0'0'1392'15,"0"0"-1392"-15,0 0-704 0,0 0-152 0,0 0-32 0,0 0 51 16,76 3-419-16,-64-3-704 16,16-9-3192-16</inkml:trace>
  <inkml:trace contextRef="#ctx0" brushRef="#br0" timeOffset="73233.385">12001 7722 1292 0,'0'0'14017'0,"0"0"-11901"0,0 0-1284 0,0 0-240 16,0 0-372-16,0 0-144 0,0 0 108 16,0 0-132-16,0 0-52 15,0 0-112-15,63 9-528 0,-59-9-696 16,0 0-944-16,4-3-4125 0</inkml:trace>
  <inkml:trace contextRef="#ctx0" brushRef="#br0" timeOffset="73926.987">10287 8153 888 0,'0'0'1472'0,"0"0"524"0,0 0-68 0,0 0-148 16,0 0-160-16,0 0-251 0,-43 71-277 15,38-57-108-15,-3 5-104 0,4 4-72 16,-7-2-12-16,2 6-180 0,-3-5-40 16,1 3-80-16,2-3-136 15,-3-2-148-15,1-5-136 0,2 2-76 0,1-9-76 16,-3 6-24-16,2-9-136 0,5 6-560 15,0-5-672-15,1 0-1532 0,3-6-3725 16</inkml:trace>
  <inkml:trace contextRef="#ctx0" brushRef="#br0" timeOffset="74342.313">12614 8010 9956 0,'0'0'1201'0,"0"0"-573"15,0 0-216-15,0 0 432 0,0 0-16 16,0 0 60-16,0 0 4 0,8 73-284 0,-12-48-224 15,-8 3-60-15,4 5-72 0,-4-5-4 16,0 1-164-16,0-4-84 0,4-5-36 16,-4-1-188-16,8-10-436 0,0 0-356 15,4-5-476-15,0-4-1360 0,0-4-2609 16</inkml:trace>
  <inkml:trace contextRef="#ctx0" brushRef="#br0" timeOffset="74767.979">13614 7703 12685 0,'0'0'1452'0,"0"0"-1120"15,0 0-28-15,-96-65-168 0,64 56 220 16,-3-1 812-16,3 10-72 0,0 5-400 0,0 7-204 15,4 6-76-15,0 8-44 0,4 5 68 16,4 5 184-16,1 2-16 0,6 1-280 16,1-9-212-16,5-1-116 0,7-9-96 0,0-12-12 15,0-1-76-15,11-3-96 0,6-4 96 16,6-14-48 0,5-5 16-16,4-6-80 0,3-7-108 0,-2 1 60 15,-6-1 64-15,1 4 192 0,-8 2 36 16,-3 10 52-16,-6 3 0 0,-3 7-112 0,-4 6 16 15,-4 0 96-15,4 6 120 0,1 7 436 0,-1 6-32 16,-1 4-168-16,1 5-100 0,0 0-108 16,0 7 120-16,0-3-24 15,0 3 24-15,1-3-16 0,2 0-56 0,-3-7-159 16,4 0-37-16,1-6-173 0,-2-2-335 16,5-9-176-16,0-1-132 15,4-7-216-15,0 0-804 0,0-3-1124 0,4-15-3141 16</inkml:trace>
  <inkml:trace contextRef="#ctx0" brushRef="#br0" timeOffset="74965.221">13814 7915 3392 0,'0'0'8773'16,"0"0"-7329"-16,0 0-744 0,-9 67-44 15,1-39 352-15,0 0 44 0,0 5-268 0,0-3-476 16,4 3-240-16,0-4-68 0,0-4-108 15,4 0-240-15,4-6-236 16,8-2-228-16,8-9-220 0,0-4-256 0,8-4-832 16,4-16-449-16,4-3-207 0,-8 0-508 15,8-13 416-15</inkml:trace>
  <inkml:trace contextRef="#ctx0" brushRef="#br0" timeOffset="75162.024">14132 8004 6432 0,'0'0'3060'0,"0"0"-967"0,0 0-837 16,0 0-340-16,0 0-244 0,0 0 12 15,-96 15 68 1,72-2-68-16,0 4-248 0,0-2-176 0,9 1-112 0,3 0-36 0,7-4-12 16,5 2-44-16,0 0-56 15,5 0 0-15,11 5 0 0,0-6 64 16,-1 2 48-16,9 1-28 0,-3-5 52 0,2 1-60 16,-3-3-28-16,4-3-40 15,-4-2-8-15,4-2-96 0,-4-2-364 0,8-2-360 0,0-10-360 16,-1-5-588-16,-3 1-2353 15,8-12-3191-15</inkml:trace>
  <inkml:trace contextRef="#ctx0" brushRef="#br0" timeOffset="75467.884">14669 7474 15233 0,'0'0'1960'16,"0"0"-1664"-16,0 0-112 0,0 0-172 0,101 82 480 16,-78-53 312-16,5 3 140 0,0 3-236 15,0-1-184-15,-4 5-160 0,4-1-156 16,-9 0-160-16,-2-1-48 0,-2 3-4 0,-6 0-84 15,-5 2 28-15,-4-1-60 0,0 3-100 16,-17 1-120-16,2-1-184 0,-9 0-160 16,-4 2-152-16,-4-6-40 0,0 2-164 0,0-7-1008 15,4-10-2653-15,-8 3-3523 0</inkml:trace>
  <inkml:trace contextRef="#ctx0" brushRef="#br0" timeOffset="76996.991">16172 7874 5744 0,'0'0'976'15,"0"0"-64"-15,0 0 1908 0,0 0-647 0,0 0-729 16,0 0-548 0,0 0-176-16,0 0-52 0,0 0-84 15,0 0-72-15,0 0-152 0,-8-10-152 0,27 3 88 16,14 4 100-16,7-2-28 0,3 1-48 15,1-3-76-15,8 1 16 0,4 3-92 16,0-2-20-16,7-2-88 0,9 0 44 0,0 1-104 16,3-4-12-16,1-2 4 0,0-1-140 15,-5-3-60-15,1-1-220 0,-8 6-272 16,-4-6-152-16,-4 2-116 0,-5 0-336 16,-10 1-704-16,-14 4-1221 0,-3 1-3411 0</inkml:trace>
  <inkml:trace contextRef="#ctx0" brushRef="#br0" timeOffset="77245.928">17144 7508 7008 0,'0'0'1764'16,"0"0"-44"-16,0 0-343 15,83 23-133-15,-55-11-124 0,0 5 4 16,0-2-128-16,0 4-336 0,-4 0-188 0,0 0-212 15,-8 6-172-15,0 1 120 0,-8 2-132 16,-4 2-40-16,-4 4-36 0,-8 1-196 16,-4 0-40-16,-4 0-88 0,0 3-196 0,-7-3-80 15,2-3 44-15,-3-4 40 0,0 2-140 16,-4-5-424-16,5-7-568 0,3-3-1245 0,-12-1-3271 16</inkml:trace>
  <inkml:trace contextRef="#ctx0" brushRef="#br0" timeOffset="78426.039">18765 7261 4680 0,'0'0'5968'0,"0"0"-5219"16,0 0 123-16,0 0-16 0,0 0 112 15,0 0 44-15,0 0 96 0,0 0-96 16,0 0 112-16,0 0-468 0,13 92-44 0,-2-45-184 16,-3 10-60-16,1 8 96 0,-1 7-112 15,-8 5-168-15,0 5-64 0,0 8-120 16,0-5-84-16,-8 0 8 0,-1-2-8 16,1-7-72-16,5-10-16 15,-1-11-48-15,4-14-120 0,4-12-52 0,-1-13-208 16,9-10-176-16,-3-6-420 0,2-10-632 0,6-9-976 15,-10 4-2465-15,1-27-2087 0</inkml:trace>
  <inkml:trace contextRef="#ctx0" brushRef="#br0" timeOffset="78700.449">18778 7461 40 0,'0'0'11421'0,"0"0"-10049"0,0 0-544 15,0 0-144-15,83-76 200 0,-59 60-68 0,0 3-148 16,0 4-344-16,4-2-124 0,-5 9-88 16,1 2-24-16,-7 0-40 0,-2 7-48 0,-2 5-112 15,-5 4 112-15,-5 6 212 16,-3 4-16-16,-3 2-84 0,-9 5-108 16,-8 0 176-16,3-1-180 0,-2 3-4 15,-5-6-4-15,4-4-36 0,0-5-4 0,0-8-164 16,4-5-96-16,0-4-128 0,0-3-152 15,4 0-328-15,-3-6-500 0,2-1-176 16,2-2-337-16,-2 0-1943 0,5 2-688 16,5-5 2688-16</inkml:trace>
  <inkml:trace contextRef="#ctx0" brushRef="#br0" timeOffset="79101.379">19395 7419 260 0,'0'0'4352'16,"0"0"-1412"-16,0 0-1084 0,0 0-436 0,0 0 301 15,0 0-189-15,0 0-520 16,0 0-184-16,0 0-184 0,-84-34-96 0,64 40 172 0,1 7-52 16,-1 7-204-16,-1 1 4 15,6 12-64-15,3-3 36 0,0 3-232 16,8-2 60-16,0-6-268 0,4-3-96 15,0-5 12-15,4-4-136 0,4-10-52 16,8-1 76-16,-1-2-36 0,6-9-196 16,3-4-176-16,4-9-48 0,-5-6-92 0,-3-1 72 15,1 0-196-15,-2 4-80 0,1 4 316 16,-4-3 148 0,0 12 244-16,-5-1 240 0,2 8 144 0,-5 5 352 15,-1 0 48-15,-3 5 48 0,5 8 88 16,-5 2 0-16,-4 2 44 0,0 5-28 0,0 0-116 15,0 1-100-15,0-1-148 0,-4 0-260 16,4-3-72-16,-4-4-196 0,4 2-148 16,0-8-272-16,0-2-240 0,0-2-396 15,0-5-876-15,0 4-1733 0,-9-8-1743 0</inkml:trace>
  <inkml:trace contextRef="#ctx0" brushRef="#br0" timeOffset="79367.751">19725 7271 7340 0,'0'0'3865'16,"0"0"-3261"-16,0 0-192 0,0 0 916 0,0 0 232 15,0 0 184-15,80 88-132 0,-80-59-504 16,0 7-424-16,0-6-196 0,-7 8-244 16,-6 1-36-16,2-1-160 15,-1 3-40-15,-1-6-8 0,6-6-84 0,-1-10 72 16,8-6-76-16,0-8 16 0,0-5-24 15,4 0 32-15,4-12 64 0,8-7 0 0,-1-7 0 16,2-2-184-16,2-7-72 0,-2 0-232 16,3-3 44-16,-1 2-72 15,-2 3-160-15,-2-3-540 0,5 5-1044 0,-4 2-1552 16,-4 7-2001-16,4-6 2101 0</inkml:trace>
  <inkml:trace contextRef="#ctx0" brushRef="#br0" timeOffset="79642.235">20459 6823 3696 0,'0'0'8277'0,"0"0"-7289"0,0 0-72 0,0 0 552 16,-12 99 288-16,4-55-208 0,4 7-284 15,-4 9-324 1,4 4-92-16,0 8-263 0,-4 1-101 0,8 4-168 0,-3-2-316 0,3-5 0 16,0-6-244-16,7-12-44 0,5-8 116 15,8-13 88-15,0-12-168 0,3-9-5 0,2-7-23 16,-1-3-172-16,0-6-132 0,-9-8-124 16,2-4-556-1,-10-1-1176-15,-7-3-1756 0,0 6-1633 0,-7-10 665 0</inkml:trace>
  <inkml:trace contextRef="#ctx0" brushRef="#br0" timeOffset="79802.573">20156 7372 7824 0,'0'0'5625'0,"0"0"-4229"0,0 0-640 16,0 0 60-16,0 0 440 0,0 0 128 16,0 0-304-16,91 3-448 15,-54-9-300-15,6-10-332 0,-3-1-76 0,8 3-144 16,-1-5-304-16,2-1-256 15,-1 1-364-15,-5 4-984 0,-7 1-2544 0,0 5-4657 16</inkml:trace>
  <inkml:trace contextRef="#ctx0" brushRef="#br0" timeOffset="79936.446">20861 7359 8080 0,'0'0'7241'0,"0"0"-6093"0,0 0-912 15,16 86 436-15,-16-60 652 16,4-5 488-16,-4 2-568 0,0-4-747 0,0-6-497 15,4 0-268-15,-4-4-401 0,0-6-255 16,0 3-844-16,0-2-2196 0,-8-4-2921 0</inkml:trace>
  <inkml:trace contextRef="#ctx0" brushRef="#br0" timeOffset="80102.117">20769 7147 7824 0,'0'0'4701'0,"0"0"-3973"0,0 0 112 16,0 0 72-16,101 0-912 0,-73 0 0 0,-1 3-684 16,-3 0-820-16,0 3-1725 0,-8-2-3931 15,0 5 5604-15</inkml:trace>
  <inkml:trace contextRef="#ctx0" brushRef="#br0" timeOffset="80618.562">21136 7511 1616 0,'0'0'12521'0,"0"0"-10817"0,0 0-1492 0,0 0 196 16,0 0 228-16,0 0 356 0,0 0 104 0,0 0-568 0,0 0-260 16,0 0-268-16,92-31-148 15,-68 0-624-15,0 1-264 0,-5-1 68 0,-2 6-36 16,-1 3-124-16,-12 3 36 16,-4 5 212-16,0 2 628 0,-4 5 252 0,-9 4 496 15,-2 3 180-15,-1 0-196 0,0 10 64 16,4 2 48-16,-4 4-12 0,4 3 72 15,0 1-80-15,-1-1-124 0,6-4-192 16,3-2-256-16,4-4-348 0,-4 1-632 0,4-7-316 16,4-3-628-16,4 0-112 0,8-3 875 15,-1-9 89-15,6-5-708 0,-1-1-1120 0,-5-1-1388 16,10-1 4224-16,-5 5 128 16,-1 2-140-16,5 9 468 0,-3 1-212 15,3 3 864-15,-5 9-260 16,-3 5 4608-16,0-2-1499 0,-4 4-2485 0,0 0-252 0,-1 0 4 15,2 0-80-15,-5 1 76 16,-1-5-92-16,1-3-476 0,-3 3-268 0,3-5-148 16,-4 0-160-16,3-4-8 0,2 1 44 15,-1-4-44-15,3 0-4 0,6-7-256 16,-2-3-188-16,9-2-120 0,-3-5-52 0,7 2-68 16,-5-5-48-16,5 5 4 15,0 2 212-15,-4 0 388 16,0 4 128-16,-1 3 416 0,-7 6 316 0,-4 0 164 0,1 0-52 0,-2 0-156 15,-3 6-184 1,-3 0-136-16,2 0-76 0,-3 4 16 16,0-1-112-16,0 1-112 0,0 6-84 0,0-3-56 0,-4-1-324 15,5 4-452-15,-5 0-844 0,0-6-2372 16,-9 5-6429-16</inkml:trace>
  <inkml:trace contextRef="#ctx0" brushRef="#br0" timeOffset="83609.901">23268 6870 3048 0,'0'0'1056'0,"0"0"3976"0,0 0-3147 0,0 0-73 0,0 0-212 16,0 0-100-16,0 0-260 0,-8-22-348 15,4 22-284-15,-4 0-228 0,0 0-136 16,0 4-60-16,-4 3-84 0,1 4-100 0,-2 11 72 16,1 3 76-16,0 8-48 15,4 5 56-15,-3 3-56 0,3 7-4 0,-1 3-88 16,-2-1 68-16,7 4-52 15,0 0-24-15,-1-4-12 0,5-4-76 0,0-4-32 16,5-12-16-16,3-2 64 16,3-2-52-16,-2-3-120 0,2-7 84 0,1 0-84 15,4-7-224-15,-4 1-396 0,4-4-56 16,0-3-372-16,4-3-224 0,-8 0-1116 16,8-6-2869-16</inkml:trace>
  <inkml:trace contextRef="#ctx0" brushRef="#br0" timeOffset="83905.29">23643 7042 1264 0,'0'0'8788'15,"0"0"-7327"1,0 0-833-16,0 0 316 0,0 0 432 0,0 0 60 15,0 0-172-15,0 0-468 0,0 0-428 16,0 0-244-16,0 0 296 0,0 0 60 0,11 80 132 16,-11-39-64-16,0 3-216 0,0 7-4 15,-7-1-232-15,3-2-96 0,0 3-12 0,-1-4-36 16,1-5-112-16,4-4-20 0,0-3-88 16,0-7 12-16,0-1-52 15,4-8-60-15,5-5-404 0,-2 0-536 16,5-7-1084-16,-3-2-1776 0,2-5-2389 0</inkml:trace>
  <inkml:trace contextRef="#ctx0" brushRef="#br0" timeOffset="84100.089">24200 7556 8080 0,'0'0'5381'16,"0"0"-4593"-16,0 0-356 0,0 0 236 0,-16 82 576 15,8-63-164-15,-3 4-532 0,2-4-548 16,1 4-40-16,-3-4-108 0,-2 3-60 16,5-3-204-16,1-4-532 0,3-2-264 15,0-6-376-15,4-5-1185 0,0-4-3087 0</inkml:trace>
  <inkml:trace contextRef="#ctx0" brushRef="#br0" timeOffset="84297.727">24885 7426 5804 0,'0'0'5477'0,"0"0"-4093"15,0 0-900-15,0 0 28 0,0 0 488 0,0 0-168 0,81 10-692 16,-62-10-140-16,9 0-692 0,0 0-628 15,-4 0-1124-15,12-10-4641 0</inkml:trace>
  <inkml:trace contextRef="#ctx0" brushRef="#br0" timeOffset="84452.378">25798 7394 4000 0,'0'0'8541'0,"0"0"-7265"0,0 0-160 0,0 0 520 16,83-3-740-16,-63 0-388 15,5-3-508-15,3-1 0 0,3 1-472 16,1 3-176-16,4 0-444 0,4-1-472 16,-5-2-1028-16,-3 6-2573 0,16-6-1274 0</inkml:trace>
  <inkml:trace contextRef="#ctx0" brushRef="#br0" timeOffset="84600.933">26583 7292 8552 0,'0'0'1824'16,"0"0"-1051"-16,0 0 515 0,0 0 228 15,87 0-64-15,-66 0 104 0,2 0-288 0,-3 0-456 16,4 0-344-16,0 0-360 0,0 0-108 0,0-3-136 16,0 0-220-16,0-3-628 0,4 0-768 15,-13-1-2080-15,9-2-4569 0</inkml:trace>
  <inkml:trace contextRef="#ctx0" brushRef="#br0" timeOffset="84892.074">27675 7436 6504 0,'0'0'10197'16,"0"0"-9017"-16,0 0-1056 0,0 0-112 15,8 75 112-15,-16-52 208 0,-1-4 372 0,-2 3-276 0,-6-3-404 16,6 0-24-16,-1 0-148 16,-4 1-156-16,4-4-508 15,3-6-664-15,6-2-664 0,3-5-1973 16,0-6-2067-16</inkml:trace>
  <inkml:trace contextRef="#ctx0" brushRef="#br0" timeOffset="85300.023">28197 6959 8564 0,'0'0'5281'0,"0"0"-3849"0,0 0-756 16,8 73 328-16,-8-41 276 0,0 3-112 0,0 2-92 15,-4-1-392-15,0-1-404 0,4-4-100 16,0 2-140-16,0-8-40 0,0-4-96 0,4-4 48 16,7-4 40-1,1-4-100-15,0-6-160 0,9-3 120 0,-2 0-168 0,1-6-64 16,0-6-60-16,4-7-96 0,0 0-32 15,0-7 0 1,0 1 124-16,-5 2 60 0,2-2 12 0,-2 6 232 0,-3 3 136 16,-4 3 4-16,0 10 288 0,0 0 108 15,-4 3 124-15,-3 3 48 0,2 7 24 16,-7 2 32-16,0 7-84 0,0 6 8 0,0 1-36 16,0 3-3-1,-7-4-121-15,2 0-204 0,1-2-184 0,0-4-100 16,4-3-80-16,0-4-233 0,4-2-111 15,5-4-388-15,-2 1-548 0,1-7-1372 0,8-4-3813 16</inkml:trace>
  <inkml:trace contextRef="#ctx0" brushRef="#br0" timeOffset="85527.069">29144 6997 13181 0,'0'0'1800'0,"0"0"-1004"0,0 0 480 16,64 74-60-16,-48-46 224 0,0 1-112 16,-4 2-463-16,0 1-281 0,1 1-76 15,-2-3 24-15,-3 2-232 0,1-1-128 16,-6 2-100-16,-3-1-72 0,0-4-48 0,-3 0-88 16,-18-2-80-1,-3 2-196-15,-12 2-264 0,-7-2-161 0,-13 4-199 16,-8 3-1036-16,8-9-3120 0,-27 9-5537 0</inkml:trace>
  <inkml:trace contextRef="#ctx0" brushRef="#br0" timeOffset="86640.61">18125 9083 9520 0,'0'0'5349'15,"0"0"-4517"-15,0 0-432 0,0 0 204 0,0 0 476 16,0 0 120-16,75 67-100 0,-64-42-584 16,2 1-164-16,-5 5-60 0,-1-1-84 15,2-2-64-15,-5 0-144 0,0-2-12 16,-4-4-108-16,4-6-112 0,-4-4-84 16,0-5-280-16,4-1-288 0,-4-6-1052 0,0-3-432 15,0-2-1969-15,0-19-5507 16</inkml:trace>
  <inkml:trace contextRef="#ctx0" brushRef="#br0" timeOffset="86801.128">18248 8810 6432 0,'0'0'8749'0,"0"0"-7653"15,0 0-720-15,0 0 308 0,0 0 96 0,0 0-128 16,0 0-468-16,75-22-184 0,-59 19-380 0,0 3-188 15,4 0-724-15,-8 0-1368 0,0 6-4129 16</inkml:trace>
  <inkml:trace contextRef="#ctx0" brushRef="#br0" timeOffset="87090.902">18559 9131 9140 0,'0'0'3981'0,"0"0"-3521"16,0 0-196-16,0 0 800 0,28 70 900 15,-24-58-20-15,0-1-488 0,-4-6-892 0,3 2-564 16,1-5 0-16,4 3-112 0,-4-3 40 16,4-2 0-16,4 0-112 0,0-2-48 0,4-12 0 15,-1 2-184-15,6-4-88 16,-9 0-16-16,4 0 64 0,-5 7 100 0,2-1 44 16,-2 7 88-16,-3 0-24 0,5 3 12 15,-6 3 236-15,5 3 296 16,-3 1 128-16,2 5 48 0,-3 1-140 0,5-1-36 15,-6 1-108-15,5 3-116 0,-3 1 4 16,2-3-76-16,-3 0-112 0,4-2-112 0,-4 4-232 16,0-3-484-16,4-4-704 0,-8-2-1148 15,8-4-2649-15</inkml:trace>
  <inkml:trace contextRef="#ctx0" brushRef="#br0" timeOffset="87640.878">19590 8610 7384 0,'0'0'1776'0,"0"0"229"0,0 0-721 0,0 0-288 16,0 0-208-16,0 0 248 0,0 0 248 16,0 0-328-16,0 0-400 15,0 0-84-15,0 0 8 0,-39 102 24 0,35-48 84 16,0 6-64-16,4 4-100 15,0-1-180-15,0-3-84 0,8 1-152 0,-1-7-8 16,1-7-132-16,5-5 36 0,-2-10-12 16,6-7 20-16,2-6-8 0,-3-6 88 15,4-4-88-15,-4-6-124 0,4-3-256 0,-4 0-112 16,4-12-88-16,-8-1-260 0,-5-4-720 16,-7 3-1200-16,0-3-2301 0,-4-2-1343 15</inkml:trace>
  <inkml:trace contextRef="#ctx0" brushRef="#br0" timeOffset="87802.358">19300 8966 4152 0,'0'0'1340'0,"0"0"3704"15,0 0-3563-15,0 0 115 0,0 0-288 16,0 0-28-16,0 0-228 0,0 0-396 16,0 0-112-16,0 0-40 0,0 0-60 15,107-10-136-15,-63 10-176 0,0 0-132 16,-5 0-12-16,2-3-108 0,-2-3-188 0,5-3-440 15,-9 2-616-15,-3 4-980 0,9-7-3429 0</inkml:trace>
  <inkml:trace contextRef="#ctx0" brushRef="#br0" timeOffset="88067.007">19961 9071 6020 0,'0'0'88'0,"0"0"3760"16,0 0-2071-16,-4 70 79 0,4-54-96 0,8-4-528 15,0-2-548-15,8-1-152 0,4-5 76 16,8-4-16-16,0-4-248 0,4-5-344 0,4-7-24 16,-1-3-112-16,1 0 24 0,-8-3-60 15,4-1-60-15,-8 5 8 16,-5-1 112-16,-6 5 64 0,-6 2 36 16,-7 5-64-16,0 4 16 0,-3-3-288 0,-9 2 252 15,-8 1 96-15,-1 1-100 16,-3-2-148-1,-3 4 12-15,3 6-100 0,-4 1 72 0,0 5 16 0,0 4-148 0,4 4-308 16,1-7-1616-16,-5 12-3253 0</inkml:trace>
  <inkml:trace contextRef="#ctx0" brushRef="#br0" timeOffset="89033.65">22129 8438 5460 0,'0'0'976'0,"0"0"648"0,0 0 2293 16,0 0-2217-16,0 0-320 15,0 0-372-15,0 0-320 0,0 0 680 0,0 0-124 16,51 93-512-16,-38-36-180 15,-6 4-236-15,-7 8-36 0,0 1-84 0,0-1-88 0,-4 2-48 16,-4-2-60-16,0-2-84 16,0-6-88-16,1-11-68 0,-2-8 8 0,5-14 0 15,4-9-148-15,0-7-192 16,0-1-152-16,0-8 32 0,0-3 0 0,0 0-128 16,0-10-112-16,0-2 292 0,0-11 200 0,4-5 272 15,1-7 124-15,-1-3 44 16,-1-3 76-16,5 2 152 15,0 4-16-15,8 3 68 0,-4 7 320 0,8 3 32 0,4 6 52 16,-5 0-64-16,2 7-4 16,-1 3-84-16,-8 2-80 0,-1 1-192 0,-2 3-252 15,-5 0-8-15,-4 0 0 0,4 10 0 16,-4-1 132-16,0 4-132 0,-4 3-140 16,-9 3-192-16,2 0-184 0,-1 0-100 15,-4-3-4-15,8-4 88 0,-5-5 108 16,6 0 60-16,3-5 160 0,0 2 80 0,4-2-16 15,0 2-84-15,0 5 200 16,0 1 24-16,0 3 464 0,0 3-96 0,8-1 92 16,-1-2-88-16,6 3-72 0,2-3 180 15,2-1-72-15,3 1 84 0,3-4 12 16,1-2-60-16,4-1-68 16,0-3-144-16,4 0-184 0,-4-3-48 0,4 0-184 15,0 0-308-15,-4 0-512 16,4 0-192-16,-1 4-756 0,-6-4-2188 0,6 0-3293 15</inkml:trace>
  <inkml:trace contextRef="#ctx0" brushRef="#br0" timeOffset="96558.314">24380 8855 1528 0,'0'0'10989'0,"0"0"-8497"0,0 0-832 0,0 0-380 16,0 0 172-16,0 0-388 0,0 0-368 16,-28 79-272-16,28-47-131 0,0 9-49 15,4 7 44-15,3 6-20 0,1 6-60 16,1 7-64-16,-1 3-72 0,-1-4-64 16,-3 1-8-16,0-3-96 0,1-7-24 15,-5-10 8-15,4-3-68 0,-4-12 36 16,4-3-52-16,-1-10-60 0,1-3-85 15,0-10-339-15,4-2-64 0,1-4-544 0,-2 0-604 16,-3-17-584-16,0 8-1913 0,0-19-2755 0</inkml:trace>
  <inkml:trace contextRef="#ctx0" brushRef="#br0" timeOffset="96828.284">24343 8903 5336 0,'0'0'364'0,"0"0"4316"0,0 0-3159 16,0 0-49-16,0 0-76 0,0 0-252 0,88-41-276 16,-68 36-236-16,-4 3-124 15,4 2-208-15,-4 0-180 0,-4 0-8 16,-4 2-12-16,4 5-100 0,-8 3-64 0,4 3 56 0,-8-1 8 16,0 7 108-1,0 1-108-15,-8-2 0 0,0 1 0 16,-8-2 0-16,1-2-40 0,-2 2-60 0,-3-5-84 15,-3-3-212-15,2 1-360 16,1-3-172-16,-4-5-216 0,1 5-452 0,6-7-904 16,-7 0-2401-16</inkml:trace>
  <inkml:trace contextRef="#ctx0" brushRef="#br0" timeOffset="97753.035">24857 8782 5244 0,'0'0'380'0,"0"0"-4"16,0 0 4284-16,0 0-3231 0,0 0-521 16,0 0-348-16,0 0-164 0,0 0-128 15,0 0 32-15,-67 80-20 0,67-49-16 16,0 4 52-16,0-3-28 0,0 2 40 15,0-4-60-15,4-5-44 0,-4-3-112 0,4-6-112 16,0-7-48-16,-1-2-80 0,2-4-20 16,-1-3-8-16,4 0-44 0,-1 0-12 15,1-10-92-15,9-3-36 0,-6-6-188 0,6-2 8 16,-6-2 48-16,2-3 92 0,-2 4 200 16,-3 0 180-1,1 3 0-15,-5 3 4 0,-1 4 200 0,-3 2 40 0,0 7 96 16,0 0-332-16,4 3 52 0,-4 0 32 15,4 9 8-15,0 1 672 0,0 5-292 0,5 5-92 16,-2 2-172-16,-3 0-40 0,4-3 16 16,-4 1-80-16,4-6-112 0,-4-1-180 15,0-2-44-15,0-2-80 16,4-6-124-16,0-1-556 0,-4-2-188 16,4-2-452-16,0-4-1621 0,-1-11-4966 15</inkml:trace>
  <inkml:trace contextRef="#ctx0" brushRef="#br0" timeOffset="98099.627">25181 8826 5412 0,'0'0'2276'0,"0"0"-1176"0,0 0 688 0,0 0-399 0,0 0-249 16,0 0-236-1,43 73-308-15,-35-57-232 0,1 0-36 0,-6 3 24 16,1 0-88-16,-4 0-164 0,0 0-24 0,0 3-76 16,0-6-12-16,-4 1-64 15,1-5 68-15,3-6 8 0,0-3 0 16,0-3 76-16,0 0 76 0,0 0-44 0,0 0-104 15,0-12 148-15,3-2-152 0,5-7-136 16,0-5 72-16,4-5 52 0,4-1-120 0,-5 3-28 16,2 4-116-16,2 3 36 0,-2 6-224 15,-2 4-260-15,6 5-356 0,-2 0-624 16,-7 2-993-16,8 5-2099 0</inkml:trace>
  <inkml:trace contextRef="#ctx0" brushRef="#br0" timeOffset="100477.493">25682 8464 5004 0,'0'0'636'0,"0"0"4"16,0 0 2500-16,0 0-1047 0,0 0-521 0,0 0-184 15,0 0-456-15,12 64-192 0,-8-32-108 16,-4 5-196-16,5 4-28 0,-5 4 76 16,0 3 144-16,0-4-148 0,0 5-184 0,-5-9-112 15,5 2-52-15,0-7-20 0,0-7 8 16,0-9-20-16,0 0-100 0,5-9-36 15,-1-1-88-15,-1-3 12 0,1-2 16 16,0-4-16-16,4 0-84 0,-4 0-24 16,4-4-296-16,0-2-136 0,0-3-204 15,-4-1-236-15,1 0-620 0,-5 1-772 0,-5 3-1829 16,-7-7-763-16</inkml:trace>
  <inkml:trace contextRef="#ctx0" brushRef="#br0" timeOffset="100644.128">25475 8824 40 0,'0'0'7828'0,"0"0"-5600"16,0 0-527-16,0 0-661 0,0 0-188 0,0 0-140 0,0 0 236 16,0 0-132-16,0 0-112 15,0 0-72-15,99 8-136 0,-67-8-176 0,-4 0-320 16,4 0-72-16,5-3-116 0,-2-2-380 16,1-2-592-16,-4-3-540 15,-4 4-2269-15,4-7-3395 0</inkml:trace>
  <inkml:trace contextRef="#ctx0" brushRef="#br0" timeOffset="100916.568">26180 8734 11941 0,'0'0'1760'16,"0"0"-1236"-16,0 0 96 0,0 0 636 16,0 0 8-16,-84 63-52 15,69-50-500-15,2 3-380 0,2-4-136 16,-1-1-72-16,8 2-124 15,0-4-12-15,4 0 0 0,0 1-136 0,0-1 12 0,4 1 132 16,8 2 4-16,3 1 8 0,-2 0 56 0,6-4-52 16,-2 4 36-16,-1-3 36 15,-1-1-76-15,-3-3-8 0,4 4-12 0,-8-4-36 16,-4 1 0-16,0 2 48 0,-4 1 60 16,0-1-52-16,0 3-8 0,-8 2-336 15,-3-2-104-15,-6 1-64 16,-2-3-88-16,2 0-404 0,-7-1-460 0,5-3-1028 15,3-3-2041-15,-12-3-1459 0</inkml:trace>
  <inkml:trace contextRef="#ctx0" brushRef="#br0" timeOffset="101536.248">27077 9024 5092 0,'0'0'6353'0,"0"0"-5721"16,0 0-504-16,0 0 88 0,0 0 448 16,0 0 76-16,-28 72-272 0,12-50-468 0,-4 1-36 15,5-1-192-15,-2 0-76 16,6-6-284-16,-2-4-552 0,5-1-609 15,8-6-1259-15,0-2-1976 0</inkml:trace>
  <inkml:trace contextRef="#ctx0" brushRef="#br0" timeOffset="111982.75">4318 11585 4408 0,'0'0'5564'0,"0"0"-2991"0,0 0-889 0,0 0-876 0,0 0-252 15,0 0 160-15,0 0 20 0,0 0-264 0,0 0-296 16,21-79-92-16,-10 60-20 0,2-3 8 16,-2 3-72-1,1-1-8 1,4 2-60-16,-4 2 68 0,0 0 8 0,4 4 40 15,-9 1 28-15,6 2-68 0,-1-1 4 0,-4 1-12 0,4 3 0 16,-4-1 0-16,-1 1 0 0,2 3-48 0,-1 0-140 0,-1 3 52 16,1 0 60-16,1 0-60 15,-1 3 136-15,-1 3 212 0,6 7-100 16,-2 6 0-16,6 6-104 0,-6 4 4 16,5 6 36-16,0 6 28 0,-4 3-76 15,0 1-100-15,0 3-72 0,-1-5 164 16,-2 2-144-16,3-7 76 0,-5 0 68 0,-2-6-72 15,3-6 68-15,0-5-76 16,-4-4 40-16,-1-4-28 0,1-7-84 0,1 0-40 0,-1-6-136 16,0 3-168-16,4-3-276 15,-5-3-348-15,1-6-696 0,5-1-997 0,-5-15-3003 0</inkml:trace>
  <inkml:trace contextRef="#ctx0" brushRef="#br0" timeOffset="112222.637">4932 11315 4092 0,'0'0'624'16,"0"0"4892"-16,0 0-3663 0,0 0-549 0,0 0-100 0,0 0-132 16,-92 82-152-16,60-53-324 0,1 3-260 15,-5 6-236-15,0 0-36 0,-4 4-64 16,0 2-52-16,1 1-84 15,-1-1-12-15,3-3-16 0,2 1-32 16,3-8-56-16,4-2-108 0,5-3-172 16,6-4-336-16,2-3-284 0,2-3-520 0,6 0-765 15,-1-6-1851-15,-1 3-1135 0</inkml:trace>
  <inkml:trace contextRef="#ctx0" brushRef="#br0" timeOffset="113154.538">5044 11890 508 0,'0'0'2360'15,"0"0"-884"-15,0 0 344 0,0 0 948 16,0 0-972-16,0 0-391 0,0 0-281 16,0 0-120-16,0 0-32 0,0 0-140 15,0 0-44-15,0 0-188 0,0 0-192 16,0 3-136-16,0 0-48 0,0 4-52 15,-4 2-48-15,4 1 36 0,-4 5-76 16,-1 1-8-16,5 0-28 0,-4 4-44 0,4 2 4 16,-3 0-8-16,3 1-4 0,-4 2-60 15,4 0 16-15,0 1 0 0,-4-5-28 16,4 2-20-16,-4-4 20 0,4-3-44 16,0-4-32-16,0-5-32 0,0 0-76 0,0-5-260 15,4-2-328-15,0 0-372 16,7 0-500-16,-6-2-973 0,11-12-2223 15</inkml:trace>
  <inkml:trace contextRef="#ctx0" brushRef="#br0" timeOffset="113991.16">5740 11941 5640 0,'0'0'116'0,"0"0"2772"15,0 0-1028-15,0 0-211 16,0 0-257-16,0 0-264 0,0 0-220 15,0 0-224-15,13 75-212 0,-17-54-196 0,4-6-128 0,-4 4-72 16,-1-3-76-16,2-3-88 0,-1-1-36 16,0-2-124-16,4 0-28 0,-4-8-268 15,4 3-396-15,0-5-188 0,0-5-596 16,0-1-1293-16,8-16-3191 16</inkml:trace>
  <inkml:trace contextRef="#ctx0" brushRef="#br0" timeOffset="114332.521">5933 11446 6776 0,'0'0'5073'0,"0"0"-3945"15,0 0-480-15,0 0 240 0,0 0 388 16,0 0-224-16,0 0-540 0,31-82-424 0,-15 59-40 15,0 4 40-15,3 0-76 0,2-1-8 16,-1 2 4-16,-1 4 104 0,2 2-64 0,-1 3 4 16,-5 2-4-16,2 4 28 15,-2 3-28-15,2 0 12 0,-2 6 88 0,1 7 40 16,4 3-4-16,0 7 36 0,0 2 4 0,-1 6-16 16,2 4 12-16,-1 4-24 15,-5 4-36-15,2 6-48 0,-6-2-16 16,-3 1-36-16,5 3 4 0,-9-7-64 15,3-6-124-15,1-6 0 16,-4-7-44-16,1-9-200 0,2-3-52 0,-3-7-120 0,4-3-192 16,0-3-460-16,0-7-712 0,-4 2-1080 15,8-21-2853-15</inkml:trace>
  <inkml:trace contextRef="#ctx0" brushRef="#br0" timeOffset="114501.162">6558 11300 3676 0,'0'0'8265'16,"0"0"-6909"-16,0 0-924 0,0 0 164 16,0 0 592-16,0 0 328 0,-68 76-448 15,52-48-600-15,-3 5-444 0,-2 4-24 0,-3 4-148 16,0-3-72-16,5 6-64 0,-2-4-140 16,1 1-644-1,5-7-456-15,7-9-1240 0,-5 7-3033 0</inkml:trace>
  <inkml:trace contextRef="#ctx0" brushRef="#br0" timeOffset="114782.954">6737 11671 6140 0,'0'0'4464'16,"0"0"-3087"-16,0 0-261 0,0 0 304 15,0 0 32-15,0 0-4 0,0 0-384 0,79 32-384 16,-79-20-252-16,0 7-160 15,0 4-144-15,0 3-116 0,-4 2-8 0,-3 0-100 16,-1 1 28-16,-1-1 60 0,2 1 12 16,3-7 0-16,0 0 12 0,0-6 28 0,4-4-40 15,0-1-96-15,0-3-4 0,8-1 96 16,-1-4 4-16,6 4 52 0,2-7 44 16,6 0-96-16,3 0-144 15,-1-10-456-15,1 1-152 0,4-8-524 16,-8 5-884-16,5-9-3221 0</inkml:trace>
  <inkml:trace contextRef="#ctx0" brushRef="#br0" timeOffset="114988.862">7287 11823 3676 0,'0'0'11929'0,"0"0"-11001"0,0 0-924 15,0 0-4-15,0 0 724 0,0 0 416 16,0 0-256-16,8 80-660 0,-12-61-216 16,0 0-8-16,-5 6-8 0,-2 0-104 15,-1 0-148-15,-4 2-304 0,4-2-240 16,-4 0-252-16,-3 1-504 0,6-11-992 0,-11 11-3285 16</inkml:trace>
  <inkml:trace contextRef="#ctx0" brushRef="#br0" timeOffset="115507.204">8107 11569 5592 0,'0'0'4364'16,"0"0"-2883"-16,0 0-477 0,0 0-24 0,0 0-88 15,0 0-212 1,0 0-352-16,84 35-328 0,-67-31-36 0,2-4-92 0,5 0-60 16,-4 0-812-16,7-11-696 0,-6 6-1449 0,10-9-4203 15</inkml:trace>
  <inkml:trace contextRef="#ctx0" brushRef="#br0" timeOffset="115686.095">8889 11544 4912 0,'0'0'3928'0,"0"0"-2852"0,0 0 137 0,0 0 211 0,0 0 68 15,87 9-240-15,-67-9-332 16,0-3-196-16,8-3-312 0,4-4-412 15,0-2-128-15,7-4-560 0,-3-3-468 0,0 3-220 16,1 0-1116-16,-10 4-2209 0,9 6-727 0</inkml:trace>
  <inkml:trace contextRef="#ctx0" brushRef="#br0" timeOffset="115808.019">9490 11471 4072 0,'0'0'4220'16,"0"0"-1980"-16,0 0-211 0,0 0-245 16,0 0-184-16,0 0-184 15,0 0-228-15,0 0-464 0,0 0-268 0,80 25-236 16,-68-25-220-16,4-6-48 15,3-3-740-15,2-4-704 0,-6 3-1240 0,9-2-4097 16</inkml:trace>
  <inkml:trace contextRef="#ctx0" brushRef="#br0" timeOffset="116600.442">10180 11164 5136 0,'0'0'912'0,"0"0"4485"16,0 0-3397-16,0 0-708 0,0 0-244 16,0 0-280-16,0 0-260 0,11-81-108 15,-3 60-140-15,0 2-88 16,1 2-36-16,-2 2 0 0,1 5-48 0,0 4-16 0,0 0 16 16,0 2-16-16,0 1-64 0,1-1 8 15,-2 4 44-15,1 0-60 0,0 0 0 16,4 0 0-16,-4 0 4 0,0 0 44 15,-1 0 16-15,2 0-4 0,-1 0-48 16,3 0 40-16,-2 0-44 0,3 0 40 16,4 4 124-16,-4 6-24 0,8 2 24 15,-5 4 36-15,6 3 12 16,-6 4-72-16,5 2-4 0,1 0-44 0,-6 4-52 0,5-4 0 16,0 6-36-16,0-2 88 0,4 7-88 0,-5-5 48 15,-2 4-52-15,-2 1 76 16,1 1-84-16,-4-1 0 0,1-5 0 15,-2-3-8-15,-3-5-100 0,1-5-28 16,-2-5-8-16,1-3 8 0,0-3-96 16,0-7-284-16,0 0-232 0,-4 0-144 0,4-7-252 15,0-6-292 1,0-3-608-16,0 0-1909 0,-4-12-1235 0</inkml:trace>
  <inkml:trace contextRef="#ctx0" brushRef="#br0" timeOffset="116833.312">10929 10906 3816 0,'0'0'6336'0,"0"0"-5211"0,0 0-497 0,0 0 396 16,0 0 540-16,-68 76 112 0,44-47-476 0,-4 3-580 16,0 6-264-16,-4 3-108 0,0 3 0 15,-3 8 20 1,-1-2-32-16,-5 1-52 0,6-1-112 0,-5 4-72 15,4-6-64-15,1-4-84 0,3-6 0 16,4-2-208-16,4-7-336 0,3-4-184 16,6-3-264-16,-1-9-536 0,12-1-1452 0,0-6-3773 15</inkml:trace>
  <inkml:trace contextRef="#ctx0" brushRef="#br0" timeOffset="117766.813">11335 11531 4644 0,'0'0'820'0,"0"0"1740"0,0 0 1329 16,0 0-2253-16,0 0-216 0,0 0-388 16,0 0-180-16,0 0 44 0,0 0-104 15,-80-47-276-15,72 44-124 0,0 3-36 0,-3 0 0 0,2 6-236 16,-3 10-108 0,1 6-12-16,2 10 8 0,1 8 44 0,5 6-4 0,3-2 60 15,0 1-32-15,0-5-76 16,0-8-84-16,3-3 24 0,5-11-76 15,-4-4-8-15,5-5 8 16,2-2 52-16,-3-7-4 0,8 0 40 0,0-3-124 0,0-7 40 16,5-9-116-16,2-4-20 15,-3-2-80-15,0 0 16 0,-4-1 160 0,0 1 96 16,-4 3-44-16,-5 3 56 0,2 3 60 16,-5 3 4-16,0 4 76 15,-4 2 196-15,0 7 24 0,0-2-16 0,0 2-68 16,0 0-116-16,0 0 4 0,0 2 196 15,0 8-188-15,0-1-108 0,0 11 8 16,0-2 104-16,0 11 120 0,4-4 24 0,-4 8-72 16,3-5-40-16,1 0-144 0,0-2-36 15,0-4-144-15,1 0-80 16,3-6-180-16,-1-4-344 0,1-2-144 0,5 0-128 0,-2-7-676 16,1 3-1268-16,4-6-3577 0</inkml:trace>
  <inkml:trace contextRef="#ctx0" brushRef="#br0" timeOffset="123029.761">3661 10887 4852 0,'0'0'2004'0,"0"0"3653"16,0 0-4181-16,0 0-548 0,0 0 252 16,0 0 284-16,0 0-232 0,-71 79-260 0,58-53-288 0,2-4-232 15,3 7-124 1,-1-1-12-16,2 4-24 0,3 2-23 0,0 7-17 15,0 1-44-15,4 3-40 0,0 2-48 16,0 5-20-16,0 2-92 0,0-1 16 16,8 1-12-16,-1 6-16 0,1 1 4 0,5 5-4 15,-2-2-44-15,6-1-28 0,2 1-56 16,1-3-96-16,0-5 20 0,8-2-96 16,-4-6-97-16,7-10-59 15,-3-3-200-15,8-7-196 0,-4-5-544 16,9-4-720-16,-14-10-2340 0,17-5-2761 0</inkml:trace>
  <inkml:trace contextRef="#ctx0" brushRef="#br0" timeOffset="124946.386">11737 11747 848 0,'0'0'1748'0,"0"0"3324"16,0 0-3332-16,0 0-512 15,0 0-367-15,0 0-65 0,0 0 100 16,0 0-96-16,0 0-116 0,-8 64-100 0,8-42-56 16,0 3-140-16,0 4-84 0,0-4 32 0,4 4-60 15,-4-4-52-15,4 4 36 0,-4-1-112 16,4 5-136-16,-4 1 60 16,4-2-72-16,-4 3 0 0,0-1-8 0,0-2-4 15,0-3-84-15,0 0-28 0,0-7 48 16,0-3-96-16,0-2-40 15,0-9-100-15,0-2-100 0,0-6-120 16,0 0-144-16,5-3-324 0,-1-6-684 0,-1-7-1161 0,1 3-3179 16,0-15 2860-16</inkml:trace>
  <inkml:trace contextRef="#ctx0" brushRef="#br0" timeOffset="125415.843">11941 12011 2608 0,'0'0'64'0,"0"0"460"0,0 0 2356 0,0 0-828 0,0 0-1040 15,0 0-496-15,0 0-24 0,0 0 52 16,0 0-55-16,0 0-153 0,0 0-260 0,-45-22-68 16,38 24-16-16,-1 2-36 0,-5 2 40 15,6 1 0-15,-5 1-100 0,3-1 68 16,-2 3 36-16,3-4 100 0,0 1 80 15,4-1 40-15,-4-2-168 0,4-2 88 32,4 2-64-32,-4-1 4 0,4-3-4 0,0 0-12 0,0 3 24 0,-4-3 28 15,4 3-40-15,-4 0 40 0,4 1 24 16,-3-1 76-16,3 3 220 0,-5-3 32 0,5 4-152 16,0-4 4-16,0 0-44 0,0-3-152 15,0 3-48-15,0 0 12 16,0 0-24-16,8 4 152 0,-4-4 224 0,4 3-240 15,4 0-72-15,0 1 136 0,0-1-92 16,8 4-72-16,-5-3 188 0,2-2-240 16,-2 2 164-16,2 0-52 0,-6-5-148 15,6 2-8-15,-6-2-4 0,2 2 0 16,2-4-12-16,-7 0-60 0,4 0 48 0,-4 0-176 16,-4 0-48-16,0 0-128 0,0-4-252 15,1 2-292 1,-2-4-624-16,-3-1-1020 0,4 0-3081 0,-4-2 441 0</inkml:trace>
  <inkml:trace contextRef="#ctx0" brushRef="#br0" timeOffset="126015.231">12171 11026 1812 0,'0'0'8212'0,"0"0"-6383"16,0 0-77-16,0 0-636 0,0 0-108 0,0 0 84 0,92 64-36 15,-72-42-252-15,-4 0-300 16,4 1-184-16,0 2-40 0,0 0-12 15,4 0-48-15,-4 1 36 0,-1 3-88 16,-2-1-164-16,-2 1 0 0,-6-1-4 16,2 4-8-16,-7 3-40 0,-4 4 0 0,0-2-64 15,-4 1-8-15,-3 1-88 0,-6-8-12 16,1 1-12-16,1-3-100 0,-2-7-124 0,2-3-136 16,-2-7-100-16,6 1-116 0,-1-6-396 15,0-4-844-15,4 1-2757 16,-4-4-3779-16</inkml:trace>
  <inkml:trace contextRef="#ctx0" brushRef="#br0" timeOffset="126680.985">13638 11078 5016 0,'0'0'5981'15,"0"0"-4261"-15,0 0-676 0,0 0-180 0,0 0 156 16,0 0 84-16,0 0-44 0,-80 47-196 15,64-25-264-15,4 0-96 16,-4 6-64-16,4 5-36 0,4 2-76 0,0 3-12 16,5 3-24-16,3 4-108 0,0 3-63 15,7 2-37-15,1 4-72 0,5 2 60 16,2 2-84-16,-2-4 12 0,2-3-120 0,-2-7-77 16,2-2 65-16,-3-7 84 0,0-4-136 15,0-6-68-15,4-2 8 0,-4 0 0 16,-1-9-196-16,6 3-236 0,-1-8-132 15,-1 1-392-15,6-6-716 0,2-4-964 16,1 0-2621-16,-8-7-443 0</inkml:trace>
  <inkml:trace contextRef="#ctx0" brushRef="#br0" timeOffset="128201.796">14315 11283 796 0,'0'0'7280'16,"0"0"-4860"-16,0 0-783 15,0 0-413-15,0 0-68 0,0 0 20 0,0 0-112 0,0 0-180 16,0 0-624-16,0 0-136 15,0 0 48-15,76-76-172 0,-64 61-80 0,4-1-8 16,0 0 28-16,3 6-28 0,-2 1-184 16,3 5 136-16,-1 4-12 0,1 0 148 15,5 13 8-15,-6 6 116 0,5 7 24 16,0 2 24-16,-5 11 52 0,2 2-52 16,-5 0-36-16,0 4 12 0,-9 3-60 0,2-4-40 15,-1 0-36-15,-4-5 40 0,-1-6-52 16,1-7-52-16,0-6-8 15,1-5-52-15,-5-8-72 0,8-4-188 0,-5-3-708 16,5 0-140-16,0-13-320 0,4-5-1440 16,-4-1-3153-16</inkml:trace>
  <inkml:trace contextRef="#ctx0" brushRef="#br0" timeOffset="128445.084">14830 11087 3448 0,'0'0'704'0,"0"0"3832"0,0 0-2972 16,0 0-403-16,0 0-185 0,0 0-56 15,-56 79 72-15,39-50-32 0,-2 2-320 16,-5 5-272-16,0 5-132 0,0 3-36 0,-1 1-36 0,-2 0-52 16,3 2 12-16,-4 0-44 0,4-6-80 15,0 1-12-15,9-7-100 16,-2-3-36-16,6-7-28 0,-2-9-260 0,9-4-156 15,0-5-352-15,1-4-468 16,3 0-480-16,0-3-1121 0,0 0-2255 16,0 0 3116-16,0-3 1125 0</inkml:trace>
  <inkml:trace contextRef="#ctx0" brushRef="#br0" timeOffset="132275.261">5271 11944 3240 0,'0'0'1732'0,"0"0"2440"0,0 0-2672 0,0 0-895 16,0 0-141-16,0 0 228 0,0 0 304 15,0 0-44-15,0 0-292 0,0 0-308 16,0 53-164-16,3-39 24 0,1-2-48 16,1 4-40-16,3 1 16 0,-4-2-48 0,0 1-84 15,-1 0 52-15,1 0-60 0,0-3-8 16,-4 2-56-16,5-2-16 0,-5-4-196 16,0 5-440-16,0-2-156 0,0-3-360 15,0 3-1093-15,0-1-2667 0,-5-5-544 0,1 4 5285 0</inkml:trace>
  <inkml:trace contextRef="#ctx0" brushRef="#br0" timeOffset="133528.119">6601 11703 5168 0,'0'0'560'15,"0"0"-196"-15,0 0 1196 0,0 0 76 16,0 0-564-16,0 0-351 16,0 69-269-16,0-52-132 0,4 5-36 0,-4-3 60 15,5 2-124-15,-5 6-132 16,0-5-80-16,4 0 40 0,0 3-48 0,-4-6-52 16,3 4-100-16,-3-4 12 0,4-1-208 15,0 2-460-15,0-1-521 0,1-10-1291 16,-1 10-3336-16</inkml:trace>
  <inkml:trace contextRef="#ctx0" brushRef="#br0" timeOffset="134874.937">11004 11544 3604 0,'0'0'324'16,"0"0"212"-16,0 0 3640 0,0 0-2572 0,0 0-135 0,0 0-125 16,0 0-224-16,0 0-248 0,0 0 60 15,0 0-180-15,0 0-288 16,0 0-144-16,0 0-108 0,0 0-64 15,0 79-24-15,0-53 12 0,-4-4-48 16,4 7-76-16,0-1-8 0,0 4-4 0,0 3-4 16,0 0-60-16,4 3 52 0,0 0-112 15,1-3 40-15,-2 0-128 0,1-7-224 16,4-2-196-16,-4-7-212 0,4-3-604 16,0-7-1632-16,0-2-3841 0</inkml:trace>
  <inkml:trace contextRef="#ctx0" brushRef="#br0" timeOffset="136125.001">14985 11553 3664 0,'0'0'1836'0,"0"0"2952"15,0 0-3527-15,0 0-81 0,0 0-224 0,0 0-196 16,0 0-128-16,0 0-152 0,0 0-192 16,83 0-88-16,-71 4-20 0,-4-1-92 15,4 4 24-15,-4-5-104 0,-4 5 108 16,0 0 32-16,-4-1-48 15,0 2-88-15,0 6 24 0,0-2-36 16,-8 8-112-16,-4-1-60 0,0 3 8 0,-4-3 0 16,4 3 60-16,-4-6 28 0,4 3 64 15,-4-3 4-15,4-3 8 0,1-5 52 0,2 3 24 16,5-5 40-16,0 0 20 16,1-3-12-16,3-3-36 0,0 0-12 0,0 0 0 15,0 3 8-15,0-3 16 16,0 0-24-16,7 4 36 0,2-1 36 15,2 1-24-15,1-2 76 0,1 2-28 0,2-1 76 16,-2 0-72-16,2-1-44 0,1-2-32 16,0 4-96-16,0-1 0 0,0-3-4 0,0 0-60 15,0 0-40-15,-4 0-84 16,4 0-312-16,-4-3-336 0,0-1-452 0,-5-1-932 16,1 2-3225-16</inkml:trace>
  <inkml:trace contextRef="#ctx0" brushRef="#br0" timeOffset="137087.192">15431 11567 2964 0,'0'0'1840'15,"0"0"2212"-15,0 0-2552 0,0 0-135 0,0 0-429 0,0 0 224 16,0 0-56-16,0 0-164 16,0 0-196-16,0 0-184 15,35 79-112-15,-31-51-64 0,5 1-76 0,-1 2-96 0,-4 2-116 16,-1-5-88-16,-3 0-8 15,0-2-4-15,0-1-104 0,0-6-56 16,4-3-352-16,-4-6-368 0,4-4-208 0,1-6-560 16,3 0-760-16,-1-3-1981 0,1-7-2171 15,5-6 5964-15</inkml:trace>
  <inkml:trace contextRef="#ctx0" brushRef="#br0" timeOffset="137805.089">16020 11081 1500 0,'0'0'5988'0,"0"0"-2984"0,0 0-1203 16,0 0-649-16,0 0-12 0,0 0 220 0,0 0-368 0,0 0-408 16,0 0 48-16,0 0 156 15,0 0-112-15,92 85-64 0,-68-54-136 0,0 2-48 16,-1 2-124-16,-2-4-136 0,-1 1-72 16,-5-7-88-16,2 0-8 0,-6-6-88 15,2 2-20 1,-2-9-184-16,-3-3-184 0,1 0-220 0,-2-6-248 0,1-3-324 15,0 0-644-15,4-8-656 16,-4-2-1921-16,0-12-2099 0</inkml:trace>
  <inkml:trace contextRef="#ctx0" brushRef="#br0" timeOffset="138017.483">16407 11051 664 0,'0'0'10465'0,"0"0"-9053"0,0 0-440 0,0 0-364 15,0 0 164-15,0 0 312 0,-72 71-56 16,56-46-344-16,-4 0-288 0,5 4-140 16,-2 2-80-16,-2 2-128 0,-1-2-48 15,-4 4-60-15,3-2-188 0,2-5-224 0,-1 0-260 0,4-2-120 16,0-4-216-16,4-3-412 16,5-6-736-16,2-1-1889 15,1-5-1883-15,0-1 5244 0</inkml:trace>
  <inkml:trace contextRef="#ctx0" brushRef="#br0" timeOffset="138351.279">16482 11451 5880 0,'0'0'5189'15,"0"0"-4481"-15,0 0-296 0,0 0 176 0,0 0 432 16,0 0 156-16,88 0-356 0,-68 0-380 15,0 0-164-15,-4 7-124 16,3-3-148-16,-6 2-4 0,-1 0 8 16,-4 4 80-16,0-1 72 15,-8 7-12-15,0 0-96 0,0 3-48 0,-13 1 4 0,2 5-8 16,-1-3-4-16,-8 0-44 0,4 0 48 0,0 1 4 16,5-5 8-16,-2-2 48 15,5-6 28-15,1 0 96 0,7-5 28 0,-4 2 0 16,4-7 12-16,0 3-16 15,0-3-48-15,4 0 0 0,3 3 160 16,5 0-36-16,0-3-28 0,4 0-96 16,0 0-160-16,0 0-68 0,0-3-152 0,3-3-236 0,2-1-372 15,-1-2-336-15,-5-4-684 0,2 7-2188 16,2-7-3205-16</inkml:trace>
  <inkml:trace contextRef="#ctx0" brushRef="#br0" timeOffset="138684.626">16937 11481 3864 0,'0'0'2580'0,"0"0"-908"15,0 0-52-15,0 0-135 0,0 0 271 16,75-19-384-16,-58 19-476 0,-2 3-252 15,1 3-204-15,-4 1-176 0,-3 5-88 0,-2-2-4 16,-3 5 28-16,-4 4-12 0,0 0-64 16,0 4-28-16,-8 2-20 0,0-3-68 15,-4 1 4-15,5-1-4 0,-1-6 4 16,8 0 52-16,-5-7 36 16,5-3-28-16,0 1-8 0,5-4 72 0,-1 4 12 15,3-5-24-15,1-2 36 0,5 0-36 16,-2 0-124-16,1 0-88 0,4-2-208 15,0-8-284-15,0 0-468 0,-1-2-508 16,-2-1-1268-16,2-3-4417 0</inkml:trace>
  <inkml:trace contextRef="#ctx0" brushRef="#br0" timeOffset="138926.491">17479 11637 5032 0,'0'0'8405'0,"0"0"-6809"0,0 0-852 16,0 0-204-16,0 0-52 0,0 0 380 16,12 75-76-16,-16-59-508 0,-4 0-228 15,-1 4-56-15,2-1-136 16,-5-5-212-16,-4 5-268 0,4 2-280 0,-4-7-284 15,0 3-464-15,8-7-1104 16,-8-4-3001-16</inkml:trace>
  <inkml:trace contextRef="#ctx0" brushRef="#br0" timeOffset="139490.716">18307 11369 4712 0,'0'0'7393'0,"0"0"-5501"16,0 0-780-16,0 0-220 0,0 0 36 16,0 0-256-16,0 0-140 0,0 0-224 15,0 0-160-15,0 0-148 0,0 0-364 16,84-28-480-16,-68 15-520 16,-4 4-1368-16,8-7-3517 0</inkml:trace>
  <inkml:trace contextRef="#ctx0" brushRef="#br0" timeOffset="139666.58">18924 11322 1580 0,'0'0'7424'0,"0"0"-2843"16,0 0-3237-16,0 0-60 0,0 0 24 16,0 0-244-16,0 0-364 0,0 0-392 0,0 0-308 15,81 9-784-15,-61-18-440 16,-1-7-564-16,1 0-2592 15,12-9-4365-15</inkml:trace>
  <inkml:trace contextRef="#ctx0" brushRef="#br0" timeOffset="139999.365">19566 10871 5732 0,'0'0'6733'16,"0"0"-5725"-16,0 0-704 0,0 0 192 16,0 0 552-16,0 0-192 0,0 0-528 0,100-39-272 15,-64 31-56-15,0-2-76 0,3 3 12 16,1 1-24-16,4 6 88 0,-4 0 0 16,-4 3 176-16,0 11 60 0,-9 4 176 15,-3 8 60-15,1-1 368 16,-9 6-40-16,-4 1-224 0,-1 0-60 0,2 0 8 15,-6 0-12-15,-3-4-51 0,0 1-181 0,0-4-64 16,-4-3-180-16,4-6-36 0,-4-6-96 16,0-1-24-16,0-5-172 15,5-4-257-15,-1 0-315 0,3-4-152 0,1-5-188 16,5-7-952-16,-2 0-2304 0,1-16-3125 0</inkml:trace>
  <inkml:trace contextRef="#ctx0" brushRef="#br0" timeOffset="140177.67">20303 10769 8704 0,'0'0'5781'0,"0"0"-4545"0,0 0-680 16,-63 74-332-16,35-46 364 0,0 4 884 0,0-1-132 16,-4 7-560-16,0 1-524 0,-4-2-244 15,1 5-12-15,-1-1-56 16,4 0-104-16,0-2-240 0,4-4-224 0,4-3-200 15,5-7-348-15,2-3-880 0,6-6-1788 0,2 0-2085 16</inkml:trace>
  <inkml:trace contextRef="#ctx0" brushRef="#br0" timeOffset="140957.592">20411 11455 3964 0,'0'0'628'0,"0"0"5981"16,0 0-4493-16,0 0-608 0,0 0-236 16,83-18-96-16,-66 14-356 0,-1 1-132 15,-8 3-144-15,3-4-176 0,-7 4-124 16,5 0-164-16,-9 0-80 0,4 0-60 15,-4 0 12-15,0 4-28 0,0 3 64 16,0 4-60-16,-4 3 12 0,-5 5-64 0,2 3-24 16,-5-3 0-16,-1 0 52 0,2 0 44 15,-6-1 48-15,6-1-4 0,-1 2 0 16,4-7-4-16,0 5-60 0,4-9 20 16,4 3-8-16,0-2 0 0,0 1 48 15,8-1 8-15,4 1 4 0,4-4 60 0,0 0 28 0,3 1-4 16,2-7-12-1,-1 0-72-15,3 0 0 0,-3 0-84 16,5-10-160-16,-6 1-348 0,5-7-364 0,0 3-824 16,-9 0-2200-16,6-6-2417 15</inkml:trace>
  <inkml:trace contextRef="#ctx0" brushRef="#br0" timeOffset="141606.106">21128 11315 900 0,'0'0'7332'0,"0"0"-5468"0,0 0-779 16,0 0-5-16,0 0 360 0,0 0-248 0,0 0-360 15,-80-22-240-15,69 25-40 0,3 4-8 16,0 5-132-16,-4 4-32 0,0 3-68 16,-1 7-4-16,6 2 72 15,-5 5 48-15,3-2-36 0,6-3-124 0,-1-2-156 16,4-4-64-16,0-6-48 15,0-7-4-15,0-2-44 0,7-5-148 0,6-2-108 16,-1 0-4-16,8-6-36 0,0-6-124 16,3-7-124-16,1-3-112 0,-3-4-92 15,3 1-48-15,-5 0 76 0,-2 5 136 0,-2-2 128 16,-2 10 84-16,-2-1 128 16,-7 3 292-16,4 4 40 0,-8 3 188 0,3 3 180 15,-3 0 200-15,0 3 0 0,5 6 120 16,-5 4-184-16,0 2-32 0,0 6-88 15,0 0-64-15,0 2 24 0,0-1-4 16,0 0-20-16,0 0-188 0,4-3-160 16,-4-2-12-16,0-3-88 0,0 0-344 15,4-5-320-15,0 1-368 0,4-1-464 0,-5-6-1448 16,6 4-4133-16</inkml:trace>
  <inkml:trace contextRef="#ctx0" brushRef="#br0" timeOffset="142540.615">21431 11560 4468 0,'0'0'1080'0,"0"0"4593"0,0 0-4237 16,0 0-812-16,0 0-240 0,0 0 404 0,0 0 432 16,0 0 88-16,0 0-428 0,0 91-336 15,-4-58-124-15,1-2-76 0,-1 4-12 16,-1-2-112-16,-3-5-52 0,4 0-156 0,0-5-12 16,1-4-88-16,3-4-228 0,-4-5-188 15,4-4-176-15,0-6-224 0,7 0-320 16,1 0-440-16,0-6-768 15,8-4-2141-15,-8 1-2463 0,5-10 6604 0</inkml:trace>
  <inkml:trace contextRef="#ctx0" brushRef="#br0" timeOffset="142766.606">21594 11684 6492 0,'0'0'1468'0,"0"0"3065"0,0 0-3741 0,0 0-548 15,0 0 136-15,-88 35 356 0,73-22 212 16,-5 2-292-16,4-2-384 15,4 3-108-15,0-3-28 0,1-1-124 0,6 3 32 16,1-5-44-16,4 1-16 0,0-2 16 16,0 0 64-16,9-2 48 0,-2-1 36 15,1 0-20-15,4-2-4 0,0-1-116 0,4 0 0 16,0-3-8-16,-1 0-52 0,2 0-32 0,-2 0-216 31,2-3-224-31,-2-4-332 0,2-2-392 0,-2-5-1048 0,-2 6-3137 16</inkml:trace>
  <inkml:trace contextRef="#ctx0" brushRef="#br0" timeOffset="142924.363">21738 11767 6704 0,'0'0'2140'16,"0"0"881"-16,0 0-1689 0,0 0 28 0,0 0 264 15,0 0-252-15,0 0-540 16,0 0-696-16,0 0-136 0,0 0-408 0,88 5-472 15,-73-20-636-15,-2 2-1376 0,2-6-3789 16</inkml:trace>
  <inkml:trace contextRef="#ctx0" brushRef="#br0" timeOffset="143671.612">22032 11604 5916 0,'0'0'3104'16,"0"0"741"-16,0 0-3145 0,0 0-560 15,0 0 368-15,0 0 692 0,0 0 320 0,0 0-392 16,0 0-532-16,24 67-328 0,-20-48-32 16,0 6-76-16,-4-3-116 0,5 5-44 0,-5-2-64 15,0 0-44-15,0 0-272 0,0 1-348 16,0-4-264-16,0 0-276 15,-5-3-652-15,5 0-2441 0,-4-6-2891 16</inkml:trace>
  <inkml:trace contextRef="#ctx0" brushRef="#br0" timeOffset="144878.269">22320 10725 4788 0,'0'0'5636'0,"0"0"-4271"0,0 0-481 0,0 0-92 16,0 0 84-16,0 0 248 0,0 0-92 0,79 51-236 15,-63-33-236 1,-4 6-188-16,1-3-88 0,-2 5-64 15,1 2-12-15,-4-3-72 0,-4 4 0 0,0 0-64 16,-4-1-20-16,0 0-52 16,-8 2-48-16,-4-2-100 0,0 1-108 15,-4-4-112-15,0-3-128 0,0 1-172 0,-3-5-204 0,2-2-248 16,2-2-448-16,-2-5-788 16,6 0-1961-16,-2-6-1855 15,2 1 5492-15</inkml:trace>
  <inkml:trace contextRef="#ctx0" brushRef="#br0" timeOffset="145421.612">24165 11058 6960 0,'0'0'2776'16,"0"0"-239"-16,0 0-1185 0,0 0-716 0,0 0-192 15,0 0-80-15,0 0-148 0,83 10-216 16,-71-13-88-16,-4-7-596 0,7 1-304 15,2-5-468-15,-1 8-2401 0,3-9-3287 0</inkml:trace>
  <inkml:trace contextRef="#ctx0" brushRef="#br0" timeOffset="145614.328">25112 11039 5456 0,'0'0'244'0,"0"0"3752"0,0 0-3480 0,0 0-512 0,92-28 296 0,-64 16 84 15,0-5-384-15,0 7-720 0,0-3-1004 16,0 4-836-16,4 3-1908 0,-12 3 3096 16,12-4 1360-16</inkml:trace>
  <inkml:trace contextRef="#ctx0" brushRef="#br0" timeOffset="145766.7">26013 10925 6704 0,'0'0'4321'0,"0"0"-1237"0,0 0-1644 0,0 0-496 16,96-10-432-16,-85 1-512 0,6-1-424 16,-2-5-660-16,-7 5-1156 15,12-10-4265 1</inkml:trace>
  <inkml:trace contextRef="#ctx0" brushRef="#br0" timeOffset="149365.417">2896 14077 13549 0,'0'0'2100'0,"0"0"-1168"0,0 0-632 0,0 0 272 15,0 0 404-15,0 0-28 0,0 0-472 16,0 0-316-16,-80-22-160 0,57 35-172 16,-5 3-36-16,0 6 64 0,4 7 48 0,0 0 92 15,8 2-40-15,4-2-8 16,8-1-80-16,4 1-104 0,8-3-120 16,8-5 84-16,8 2 112 0,0-4 156 0,8 0-84 0,-4 0-8 15,-1-3 20-15,1 0 76 16,0-4-4-16,-4 4 4 0,-4-3 52 15,-4 3-52-15,0-1 16 0,-8-2-4 16,0 3 0-16,-5 1 136 0,1-5-144 16,-4 1-4-16,0-5-152 0,0-1-160 0,0-3-172 15,0 2-276-15,-4-6-424 16,-3 3-360-16,-1-3-412 0,0 0-689 16,-4-9-2379-16</inkml:trace>
  <inkml:trace contextRef="#ctx0" brushRef="#br0" timeOffset="149540.557">3211 14405 8128 0,'0'0'3997'0,"0"0"-3321"0,0 0 12 0,0 0 808 16,20 79 140-16,-20-60-380 0,0-4-872 16,0 2-384-16,0-5-248 0,4-6-160 15,3 1-164-15,2-7-608 0,7-2-104 16,0-9-816-16,7-24-2557 0</inkml:trace>
  <inkml:trace contextRef="#ctx0" brushRef="#br0" timeOffset="149718.747">3796 13739 4912 0,'0'0'6445'16,"0"0"-5073"-16,0 0-580 0,4 88 424 15,-12-44 220-15,1 7 48 0,-1 6-260 0,-1 4-364 16,2 2-236-16,3 0-148 0,4-2-196 15,0-1-280-15,0-6-24 0,0-6-244 16,4-10-76-16,3-10-216 16,2-12-188-16,-1-3 56 0,-4-7-420 0,3-6-1332 15,-3 0-2861-15,-4-6-2739 0</inkml:trace>
  <inkml:trace contextRef="#ctx0" brushRef="#br0" timeOffset="149881.923">3426 14284 3252 0,'0'0'7985'16,"0"0"-6369"-16,0 0-596 0,0 0 232 0,0 0 8 16,0 0-548-16,0 0-192 0,0 0 0 15,84-10-136-15,-45 7-64 0,13-3-320 16,4-4-12-16,8 1-272 0,4-1-732 0,-1-5-608 16,-11 5-2976-16,19-10-5665 0</inkml:trace>
  <inkml:trace contextRef="#ctx0" brushRef="#br0" timeOffset="150448.579">5402 13906 9700 0,'0'0'3865'0,"0"0"-2913"0,0 0-268 16,0 0 244-16,0 0 248 0,0 0-84 0,0 0-612 15,0 0-480-15,0 0-68 0,0 0 68 16,-75 96 60-16,54-58-12 15,6-1-48-15,-2 5-136 16,6-1 40-16,3-3 8 0,-1-9 84 0,6-4-120 16,3-3 16-16,0-6-104 0,0-6-60 15,7 2-148-15,6-2-92 0,-2 3-48 0,6-1 28 16,-6 1 220-16,2 4 300 0,-1 1-28 16,-1 8 40-16,-2 2 76 0,-5 0-72 0,0 7-4 15,-4 0 88-15,0 1 100 16,0-5-88-16,0-2-88 15,0 0 40-15,3-8-52 0,-3-5-156 0,4-3-196 16,4-6-200-16,5-7-956 0,-2-4-928 16,2-5 343-16,6-17-2823 0</inkml:trace>
  <inkml:trace contextRef="#ctx0" brushRef="#br0" timeOffset="150716.744">5789 14179 5988 0,'0'0'7341'0,"0"0"-5665"0,0 0-896 0,0 0 224 0,0 0 408 15,0 0-364 1,0 0-496-16,0 0-392 0,0 0-160 0,0 0-96 0,0 0 96 16,43-7 0-16,-23 7-72 0,1 0 64 15,2 5-164-15,-3 4 12 0,4 3 152 16,0 4 8-16,4 10 88 15,-5 2 132-15,-2 1-24 0,-1 6-196 0,-5-1-112 16,2-5-108-16,-6-3-112 16,6-11-48-16,-6-2-100 0,1-7-412 0,4-6-1008 0,-8 0-2364 15,5-19-2881-15</inkml:trace>
  <inkml:trace contextRef="#ctx0" brushRef="#br0" timeOffset="150883.297">6152 14049 11189 0,'0'0'2064'0,"0"0"-1516"16,0 0-116-16,0 0 340 0,-96 76 436 0,68-43-136 0,0 0-388 15,0 3-364-15,0 2-108 16,4 0-212-16,5 0-16 0,-2-2-252 0,5-5-156 16,8-3-344-16,1 1-312 15,3-10-328-15,4-3-1016 0,4 0-2993 16</inkml:trace>
  <inkml:trace contextRef="#ctx0" brushRef="#br0" timeOffset="151074.864">6315 14459 10816 0,'0'0'1889'0,"0"0"-1277"0,0 0 200 0,0 0 692 15,0 0 608-15,0 0-508 16,0 0-884-16,0 0-472 0,0 0-248 15,16 73-60-15,-16-64-160 0,0 1-36 16,0-1-64-16,-5-3-516 0,5 5-748 0,-4-9-1400 16,0 2-4049-16</inkml:trace>
  <inkml:trace contextRef="#ctx0" brushRef="#br0" timeOffset="151214.558">6378 14300 6764 0,'0'0'6625'0,"0"0"-5749"16,0 0-408-16,0 0 328 0,0 0 184 0,0 0-256 0,0 0-688 16,0 0-36-16,0 0-1164 15,0 0-688-15,72-26-2909 0</inkml:trace>
  <inkml:trace contextRef="#ctx0" brushRef="#br0" timeOffset="151451.679">6756 14487 10164 0,'0'0'2293'16,"0"0"-1005"-16,0 0 456 0,17 71-148 0,-17-43-172 15,4 0-404-15,-4 4-420 0,0-1-124 16,0 8-4-16,0 3-80 0,0-2-148 16,-4 2-148-16,0-1-55 0,0-3-41 0,4-3-121 15,-4-3 21-15,4-7-56 0,-5-6-136 16,5-6-124-16,0-7-132 15,-3-3-64-15,3-3-64 0,-4-3-520 0,0-13-1068 16,-4 7-704-16,-1-26-1993 0</inkml:trace>
  <inkml:trace contextRef="#ctx0" brushRef="#br0" timeOffset="151606.598">6605 14218 1580 0,'0'0'9537'0,"0"0"-7309"0,0 0-1808 16,0 0 304-16,0 0 284 0,0 0-492 0,0 0-516 16,88-27 0-16,-72 25-224 0,3 2-244 15,-2-3-656-15,-6 3-1352 16,-2-3-4469-16</inkml:trace>
  <inkml:trace contextRef="#ctx0" brushRef="#br0" timeOffset="152013.546">7140 13909 3968 0,'0'0'6744'0,"0"0"-5763"0,0 0-85 15,0 0 468-15,0 0-264 0,0 0 20 0,79 3-304 16,-63 1-308-16,-4 2-184 0,4-3 44 15,-1 4-44-15,-2 2-44 0,2 1-32 16,-2 3 20-16,-5 6 64 0,-4 6-160 0,-1 3-12 16,-3 10-120-16,-3 4-40 0,-9 2-60 15,-4 7-52-15,0-3 28 16,4 0-4-16,0-2 40 0,-1-8 48 0,6-5 24 16,3-11 52-16,0-6-76 0,0-10-104 0,4 0-140 15,0-3-148-15,8-3-88 0,3 0 380 16,6 0 0-16,-2 0-24 0,6 0 52 15,3 0-64-15,-4 0 136 0,-5 0-4 16,6 4 8-16,-6 2 52 16,-2 4 156-16,-2 0-4 0,1 1 28 0,-3 3 44 0,-6-2-8 15,1 4-112-15,-4 3-160 16,0-3-124-16,0 7-184 0,0-1-196 0,-4 3-24 16,-8 0-96-16,0 1-272 0,1-1-412 15,-2 0-712-15,2-8-897 0,-6 2-2899 16</inkml:trace>
  <inkml:trace contextRef="#ctx0" brushRef="#br0" timeOffset="152289.664">7916 14268 13477 0,'0'0'5968'0,"0"0"-5968"0,0 0 12 16,0 0-12-16,0 0 356 0,0 0 84 0,92-9-60 16,-68 9-184-16,0-4-144 15,3 1-52-15,1 0-88 0,-4 0-80 0,-3 3-604 0,-6 0-616 16,-2 0-952-16,-10 0-2812 15,-3 13-3669-15</inkml:trace>
  <inkml:trace contextRef="#ctx0" brushRef="#br0" timeOffset="152450.854">7976 14572 12297 0,'0'0'1940'0,"0"0"-1196"0,0 0 880 0,0 0-320 16,0 0 16-16,84 7-144 0,-56-9-456 0,0-9-416 15,-1 3-112-15,5-3-192 0,1 3-64 16,-6-6-156-16,1 5-400 16,0 0-356-16,0-1-416 0,0 3-1072 0,-8 4-2456 0,3 3-3629 15</inkml:trace>
  <inkml:trace contextRef="#ctx0" brushRef="#br0" timeOffset="155130.667">9366 13849 5520 0,'0'0'1808'16,"0"0"-1236"-16,0 0 372 15,0 0 144-15,0 0 37 0,0 0-857 0,0 0-268 16,0 0-40-16,-71 95 40 0,63-48 232 16,4 5-116-16,-4 5-40 0,4 1-24 0,-4-2-48 15,4-8 112-15,1-7 268 0,-2-9 216 0,5-9-204 16,0-9-232-16,0-3-164 16,0-5-112-16,0-4-120 0,0 2-36 0,0-4 0 15,8 0-204-15,0 0 472 16,0 3 192-16,8 1-104 0,0 2-76 15,0 7 0-15,-1 2 244 0,-2 4 124 16,2 3 272-16,-7 8-16 0,1-2-180 16,-5 1 8-16,3 2-160 0,-7-2-52 0,4 2-116 15,0 1-136-15,-4-1-4 0,0 2-172 16,0-5-64-16,0 1-160 0,0-7-360 0,0 0-220 16,0-6-440-16,0-5-1301 0,0-9-3103 15</inkml:trace>
  <inkml:trace contextRef="#ctx0" brushRef="#br0" timeOffset="155458.442">9868 13919 2980 0,'0'0'8509'0,"0"0"-6997"16,0 0-532-16,0 0-104 0,0 0 332 0,0 0-8 0,0 0-480 15,0 0-512-15,0 0-44 16,0 0 44-16,13 89 24 0,-9-48 4 16,3 0 60-16,-3 4-112 0,0-1-88 0,1 4-84 15,-5-4 64-15,0 3-76 16,0 1-124-16,-5 0 12 0,1-3-48 15,-4-4-12-15,5-6 52 0,-1 0-92 0,0-10 28 16,4-6-320-16,0-3-304 0,0-10-176 16,0 1-464-16,8-7-648 0,-5-7-761 0,1 1-1399 15</inkml:trace>
  <inkml:trace contextRef="#ctx0" brushRef="#br0" timeOffset="155964.371">10459 14414 4620 0,'0'0'8145'0,"0"0"-6709"0,0 0-1180 0,0 0 8 15,0 0 532-15,0 73 832 16,-9-48-648-16,1-2-648 0,1 0-256 0,-1 2-16 15,-1-3-24-15,-2 0-36 0,3 0-208 16,-1-6-52-16,1 3-60 0,5-10-512 16,-1 2-384-16,0-6-424 0,4-5-1276 15,-4-2-4017-15</inkml:trace>
  <inkml:trace contextRef="#ctx0" brushRef="#br0" timeOffset="156148.309">10793 14307 1708 0,'0'0'8180'0,"0"0"-6115"15,0 0-481-15,0 0 76 0,0 0-564 0,0 0-496 16,0 0-340-16,0 0-260 0,0 0-300 16,83-17-704-16,-62 11-508 15,-6 3-796-15,13-7-3277 16</inkml:trace>
  <inkml:trace contextRef="#ctx0" brushRef="#br0" timeOffset="156286.956">11315 14230 7128 0,'0'0'4185'0,"0"0"-3657"15,0 0 408-15,0 0 804 0,0 0 304 0,80 13-148 16,-69-13-680-16,2 0-628 0,6 0-296 16,-3 0-216-16,0-3-76 15,4-4-64-15,0 1-316 0,5-3-476 0,-6-4-476 0,5 3-752 16,-4 1-2744-1,3-5-3201-15</inkml:trace>
  <inkml:trace contextRef="#ctx0" brushRef="#br0" timeOffset="156430.962">11945 14109 10164 0,'0'0'1973'0,"0"0"-1141"0,0 0 488 0,0 0 44 15,0 0 140-15,0 0-300 0,0 0-664 0,87 0-440 16,-75 0-100-16,4 0-248 0,-4 0-356 0,3-3-176 15,2 3-280 1,-1-3-716-16,-4 3-2377 0,8 0-3123 0</inkml:trace>
  <inkml:trace contextRef="#ctx0" brushRef="#br0" timeOffset="156690.329">12558 14353 12897 0,'0'0'1868'0,"0"0"-1452"0,0 0-404 0,0 77 152 16,-4-48 880-16,-4-1 500 0,0 1-620 15,0-4-556-15,-4 0-184 0,4 0-184 0,0-2-68 16,-3-1-80-16,2-6-208 0,-3 0-300 15,-4-3-508-15,4-4-504 16,1-9-936-16,2 0-1425 0,1-13-1483 16</inkml:trace>
  <inkml:trace contextRef="#ctx0" brushRef="#br0" timeOffset="157052.22">12745 14023 12057 0,'0'0'2640'0,"0"0"-1884"16,0 0-356-16,0 0 320 0,32 71 932 0,-28-49-44 0,0 3-656 15,-4-2-524-15,0-1-160 0,4-3-52 16,-4 0-128-16,0-7-88 16,0-2-4-16,0-7-108 0,4-3 28 0,4 0-84 15,0-6-224-15,4-7 184 16,8-6-84-16,0-6-12 0,3-3-184 0,2-2-100 15,-1 8 168-15,-4 0 224 0,3 6 84 16,-3 7 112-16,-3 2 100 0,-6 7 292 0,1 0 200 16,0 0-56-16,-4 3-24 0,-4 7 88 15,0 2-104-15,0 5 5 0,0-2 19 0,-4 8-84 16,4-2-136-16,-4 3-92 0,0-6-64 16,0 5-144-16,0-8-8 0,0 1-88 15,4 0-36-15,0-7-136 16,-4-2-156-16,4-1-228 0,4-6-297 15,-4 0-199-15,4-6-176 0,4-7-980 16,-4 4-2468-16,4-17-3981 0</inkml:trace>
  <inkml:trace contextRef="#ctx0" brushRef="#br0" timeOffset="157384.199">13630 13655 11789 0,'0'0'4020'0,"0"0"-3632"0,0 0-372 0,0 0-8 16,0 0 180-16,0 0 724 16,0 0 64-16,0 0-568 0,0 0-136 0,79 64 32 15,-71-51-108-15,5 2-36 0,-2 4 48 16,-3-2-24-16,1 2 12 15,-2 0 0-15,1 0-36 0,0 3-4 16,-3 0 4-16,-2 3-28 0,1 7-32 0,-4-1-16 16,0 8 24-16,0 5-60 0,-7 4-32 15,-6 2-8 1,1 5-8-16,-8 2-52 16,-4 0-20-16,1 0-48 0,-5-3-260 0,0 0-168 0,-4-6 24 0,4 0-188 0,0-10-364 15,4-10-896-15,9-5-2404 0,-2-11-3221 16</inkml:trace>
  <inkml:trace contextRef="#ctx0" brushRef="#br0" timeOffset="158764.792">25232 10836 84 0,'0'0'988'0,"0"0"32"0,0 0-892 0,0 0 224 15,0 0 408-15,16-70 2300 0,-16 57-232 16,4 1-1236-16,-4 2-295 0,0 1-181 16,0-1 328-16,0 4-84 0,0 0-84 15,0 2-356-15,0 4-60 0,0 0-244 16,-4 0-176-16,4 0-76 15,-4 0-72-15,1 10-288 0,-6 6-4 0,1 6-36 0,0 12 36 16,5 8 160-16,-1 3 12 16,4 8-64-16,4 1 12 0,3 0-116 0,1 3 4 15,5-3-8-15,2 1-48 0,1-1-12 16,4-7-112-16,4-3-300 0,11-5-372 16,5-11-16-16,8-6-176 0,12-5-508 0,4-14-892 15,-12-3-1697-15,36-9-1923 0</inkml:trace>
  <inkml:trace contextRef="#ctx0" brushRef="#br0" timeOffset="159285.368">29790 10476 3768 0,'0'0'536'16,"0"0"4256"-16,0 0-2903 15,80 27-349-15,-56-15-112 16,4 4-52-16,4 6-80 0,-9 7-400 0,1 7-152 0,-4 1-140 16,0 8-136-16,-8 2-64 15,0 0-172-15,-8 5-48 0,1 2-88 0,-5-4-96 16,0 1-60-16,-9-4-40 0,-7 5 28 16,0-5-148-16,-3-2-60 0,-5 0-164 15,-4-4-220-15,-4 0-188 0,0-3-344 0,-4-3-900 16,8-9-2361-16,-24 7-2947 15</inkml:trace>
  <inkml:trace contextRef="#ctx0" brushRef="#br0" timeOffset="175164.849">31674 10632 2824 0,'0'0'4620'0,"0"0"-1460"15,0 0-491-15,0 0-941 0,0 0-196 16,0 0-324-16,0 0-12 0,0 0-92 0,-11-54-176 16,11 52-248-16,0 2-191 0,-4 0-149 15,-4 0-64-15,-1 0 16 0,-6 0-208 16,-5 2-84-16,-3 5 0 0,-2 2-60 16,-6 8 52-16,-1 1 0 15,0 4-88-15,-5 3-16 0,5 5 28 0,1 1-72 0,7 1 84 16,0 0 68-16,4-1-44 15,5 2-16-15,2-5 60 0,5 4-56 16,5-4 48-16,-1 1 4 0,4 0 4 0,4-3 4 16,7-1 148-16,5 0-64 0,4-6-84 15,0 0-4-15,4-7-80 0,0 1 32 16,4-3-8-16,-1-6-96 0,1-2 48 16,0 1-28-16,0-3-93 0,-4 0-139 0,-3-3-56 15,-2-6-64-15,-7-1-136 16,0 4-308-16,-4-7-564 0,-8 4-632 0,0-1-1976 15,-4 1-1725-15</inkml:trace>
  <inkml:trace contextRef="#ctx0" brushRef="#br0" timeOffset="175348.662">31268 10941 3220 0,'0'0'8585'15,"0"0"-6741"-15,0 0-856 0,0 0-408 0,0 0 176 0,0 0 48 16,0 0-244-16,0 0-76 15,0 0-52-15,92-4 0 0,-64 4-164 16,4-3-268-16,-1 3-12 0,1 0-60 0,4 0-100 16,-8-3-160-16,4 3-460 0,-4 0-584 15,4 0-740-15,-12 0-2285 16,12 0-2871-16</inkml:trace>
  <inkml:trace contextRef="#ctx0" brushRef="#br0" timeOffset="175963.609">32544 10076 8868 0,'0'0'4225'0,"0"0"-2905"0,0 0-412 15,0 0-76-15,0 0-44 16,0 0-180-16,-77-5-48 0,49 8-192 15,-3 10-144-15,-1 6-28 0,-4 6 12 16,-3 7 40-16,-1 4 32 0,-1 4 148 16,6 2 48-16,-1 2-168 0,0-3-80 0,8 0-128 15,0-5 8-15,8-5-8 0,5-2-4 0,6-4-36 16,1-3-12-16,8 0-40 16,0 0 40-16,8-3-48 0,8 4-72 15,5-4-36-15,2 2-16 0,5-1-56 0,0-1 56 0,4 3 40 16,-4 0 36-1,0 4 48-15,-4 0 0 0,0 2-8 16,4 1-4-16,-9-1 8 0,5 1-84 0,-4-4 28 16,0 3-72-16,-8-5 44 0,0 2 40 15,-4 0 12-15,0-2 36 16,-8-1 60-16,0 1 40 0,0-1-16 0,-8 1 76 0,-4-2 32 16,-4 1-56-16,-4-3-88 15,0 3-40-15,-8-2 52 16,0-1-48-16,0-3 32 0,-4-4-44 0,4-2-12 15,-4-1-144-15,4-6-124 0,5-3-124 16,3 0-132-16,0-6-128 0,1-3-124 0,11-1-248 16,-1-2-516-16,5-5-444 0,4 8-884 15,4-7-2141-15</inkml:trace>
  <inkml:trace contextRef="#ctx0" brushRef="#br0" timeOffset="176330.822">32587 11106 5916 0,'0'0'7133'0,"0"0"-6129"0,0 0-672 15,0 0 400-15,0 0 1012 0,28 83-156 16,-28-58-320-16,0 4-524 0,0 2-316 16,-4 1-88-16,0-1-36 0,4 1-12 0,-4 0-71 15,4-3-113-15,0-8-104 0,0-1-4 16,0-7-4-16,4-4-80 0,4-6-161 0,0 1-71 15,8-4 24 1,3-7 12-16,6-5 144 0,-1-7-32 0,4-4 44 16,0-2 16-16,0 0-16 0,0 0 64 15,-5 2-12-15,1 1 20 0,0 6 40 0,-9 3-84 16,-2 6 48-16,-1 2 48 16,-9 5 8-16,6 0 188 0,-5 0 192 0,0 5 28 15,0 5-112-15,0 3-60 0,3 3-100 16,-2-1-68-16,-5 5-4 15,0-1-68-15,0 2-4 0,0 2-12 0,0 0-112 16,0-4-300-16,0 0-308 0,0-4-196 16,-5 1-128-16,-2 3-792 0,3-9-2080 0,-13 6-2481 15</inkml:trace>
  <inkml:trace contextRef="#ctx0" brushRef="#br0" timeOffset="181265.466">17367 711 6584 0,'0'0'1416'0,"0"0"-588"0,0 0-336 0,0 0-168 0,0 0 620 15,0 0-519-15,0 0-1 0,0 0 28 16,0 0 36-16,0 0 72 0,-84-35-48 16,77 32-56-16,-1 3-24 0,-5 0-88 15,2 0-68-15,-1 0-12 0,0 0-36 0,-4 3-40 0,0 4-36 16,0-1-64-16,-4 3 0 16,0 1 12-16,0 2-88 15,-4 4-4-15,0 0-8 0,-4 3 0 0,-4 4 36 16,1 2-24-16,-1 4-20 0,-4 2 8 15,0 7 0-15,-4 0-4 0,0 7 4 16,5-1-60-16,-1 7-4 0,0 0 52 0,4 3-76 16,0 0 12-16,4 3 12 15,4-3-48-15,0 2 64 0,9 2-56 0,2 0 56 16,9 1-80-16,1 2 120 0,3 6 8 16,7 0 0-16,10-1 0 0,-2 1 100 0,9 0-108 15,4-7 8-15,4 3-4 0,8-6-132 16,4 4 20-16,3-7 104 15,13-7-100-15,4-3 36 0,8-2 12 16,7-7 12-16,1-7 4 0,8-2-104 0,-1-4-216 16,5-3 12-16,-5-5-36 0,5-6-28 15,4-4 112-15,-1-4 64 0,2-10 104 16,-2-6 140-16,1-6 116 0,-5-1-44 0,5-2-68 16,-4 0 4-16,-5-8 44 0,1 3-52 15,-5-3 0-15,-3-1-92 16,-5-4 84-16,-2 0-80 0,-6-1 76 15,-3-1 12-15,-4-2-12 0,-4-3-92 16,-1 1-36-16,-7-3-28 0,0-5-76 16,-4-4 28-16,-5-6-84 0,-3-1-20 0,1-6-53 15,-6-1 257-15,1-3 64 0,-4 3 36 16,-1 1 4-16,-6-1 12 0,-1 3 92 0,-9 4 320 16,2 0 89-16,-13 2-153 15,0-1-28-15,-13 6-76 16,-11-1 140-16,1 0-12 0,-14 0-208 0,-6-1-164 0,-9 1-100 0,-3-1-4 15,-14 2 4-15,-6 5-28 16,-9 0-76-16,-7 4 36 0,-13 5 144 16,-4 10 24-16,-7 7 144 0,-8 9-144 0,-5 7-152 15,0 5-92-15,-3 4-156 16,0 7 16-16,-1 12 24 0,0 6-17 0,1 7-459 0,-4 10-320 16,-1 8-584-1,33-8-144-15,-53 30-736 0</inkml:trace>
  <inkml:trace contextRef="#ctx0" brushRef="#br1" timeOffset="209097.349">16638 527 3172 0,'0'0'2268'16,"0"0"-356"-16,0 0-664 15,-20-76-328-15,16 60 424 0,0 0-251 0,-4 6 47 0,0 1-36 16,4 3-40-16,-4 2 68 0,4-3-12 15,-4 7-168-15,4 0-152 0,0 0-148 0,1 0-248 16,-1 0-136-16,-1 0-136 16,1 7-108-16,0 3-24 0,4 6-132 15,-4 6 120-15,4 13 12 0,0 12 180 16,0 10-68-16,4 14 8 0,4 5-32 0,4 9-40 16,0 4-24-16,4 7-20 0,0 5-4 15,4 4-92-15,-1 0 16 0,6-3-44 0,-5 2-52 16,0-6-36-16,-1 4 112 0,2-11-112 15,-6-1-24 1,2-8 120-16,-6-12 112 0,2-6 132 16,-6-7-48-16,1-9-8 0,0-4-76 15,0-3-88-15,0 0-108 0,-4-6 0 0,4 1-48 16,-3-8-12-16,-2-3 20 0,1-2 64 0,0-11 76 16,0-2-28-16,4-4-24 0,-8-3-12 15,4-3-124-15,0 0-40 0,4-3 88 0,-4 0 156 16,4-4 80-16,-1 5 72 15,2-5-64-15,-1 4 4 0,0 0 0 16,4 0 40-16,0 3 20 0,-1-4 28 16,10 4-92-16,3-3 92 0,4 3 88 0,7-6 20 15,5 0-132-15,8-7-28 16,3 0-40-16,5-7-4 0,4 2 120 0,8-1 84 16,0-2-60-16,4-3 88 0,3 6-140 15,-3-1-88-15,3 3 0 16,2 0 44-16,-6 3-52 0,0 1 4 0,2 2 56 0,-2 1 52 15,1-1-104-15,4-3 0 16,-5 1 140-16,4 2-40 16,-2-2-60-16,-2 1 40 0,-7-1-4 0,0 3 4 15,-8-1-28-15,-4 0 48 0,-5 4-100 0,-7-3 8 16,0 2-16-16,-4 1 0 16,-4-1 60-16,-1 5 36 0,1-2-8 0,-4 4-16 15,0 0 0-15,0 0 16 0,0 0-28 0,0 0-52 16,0 0-8-16,-5 0-8 0,1 0 8 15,4 0 12-15,-7 0 96 16,2 0 52-16,-3-3 472 0,-4 3-315 0,0-3-173 16,-4 3-80-16,0-3-16 0,0 3 0 15,0 0-48-15,0-4 0 0,-1 4 4 16,2 0 4-16,-2 0-4 0,2 0 4 0,-5-3 40 16,3 3-44-16,2-3 44 0,-2 3 0 15,1-3 0 1,1 0 88-16,2 0 44 0,-6-1 112 0,2 4-112 0,6-3-140 15,-6 0-40-15,1 0-12 0,-4 0 4 16,4-1 4-16,0 4-68 16,-4-2 0-16,0 2 72 0,4-5 0 0,-5 5 8 15,2-2 4-15,-1-1 32 0,-4 3-40 16,3-7-4-16,-2 7 48 0,3-7-40 16,-4 5 4-16,0-4-4 0,-1-4-4 0,1-3 0 15,-4-2 8-15,4-11-4 0,1-2 4 16,-5-11-12-16,0-5-4 0,0-6-44 15,4-8-12-15,-4-5 0 16,0-4-96-16,0-6-136 0,0 0 12 16,0-7 4-16,-4 1 7 0,-5-1 73 0,2 1-20 15,-1 0-224-15,0 3 48 0,-4 0 40 16,0 3 32-16,-1 6 28 0,2 7-4 16,-1 9-20-16,0 6 168 0,0 10 48 0,0 7 52 15,-4 2-52-15,5 8 100 0,-6-2 0 16,6 8 64-16,-6 3 32 0,2-2-96 0,-2 8 48 15,6 0 124 1,-6-1-160-16,2 4 144 0,2 0 16 16,-2 0-132-16,2 0-40 0,6 0-124 0,-5-2-12 15,0-1 28-15,0 0-28 0,0-1-136 16,0 1 36-16,0-1 224 0,0 4 12 16,0 0 4-16,-4-2-4 0,0 2-96 0,-4 0 96 15,1 0 116-15,-1 0 156 0,-5 2-24 16,1-2-244-16,-3 0-4 0,-1 0-4 15,-4 0-4-15,-8 0-44 0,0 0 40 16,-8-2-60-16,-3-2 60 0,-9-2 0 16,-3 4 12-16,-10-3 0 15,-10 3 60-15,-5 2-56 0,-3 2-4 0,-13 9 112 0,-4 1-112 16,1 7 112-16,-8 4-16 16,-1 2 140-16,-8 3 8 0,1 4-124 0,-8 6-44 0,-2 7-76 15,2 2-88 1,-4 4-68-16,4 4 100 0,2 1 56 15,11-2 12-15,2-3 64 0,8 0 32 0,12-11-108 16,9 0 8-16,11-9-8 0,17-9-52 16,10-9-192-16,14-7-76 0,7-6-124 15,12-16-568-15,8 1-3276 0,4-30-901 0</inkml:trace>
  <inkml:trace contextRef="#ctx0" brushRef="#br1" timeOffset="-137859.486">18236 13572 1160 0,'0'0'1268'0,"0"0"-644"16,0 0-312-16,0 0 40 0,0 0 1760 0,0 0 488 15,0 0-1036-15,0 0-387 16,0 0-165-16,0 0 64 0,-40-66 168 15,40 53-108-15,0-3-80 0,4 4-136 0,0-4-104 16,7 0 96-16,6 4-192 0,-1-1-216 16,3 3-128-16,2 1-72 15,-2 3-84-15,5 2-76 0,0 1-136 0,0 3-8 16,0 0 0-16,0 7-60 16,-4 1-60-16,0 12 120 0,-4 5 24 0,-4 10-24 15,0 3 192-15,-8 11-252 0,-4 1 60 16,0 4-72-16,-4-4-88 0,-4 2-32 15,-1-11 168-15,5-6 24 0,1-10 4 0,-1-6 0 16,4-13-4-16,0-2-48 0,0-4-40 16,0-7-80-16,4-9 8 15,3-9 160-15,2-7-8 0,-1-10-128 0,-1-2-32 16,6-3-28-16,-5 2 84 0,-1 11 52 16,1 4 52-16,1 11-40 0,-1 7 40 15,-1 5-68-15,1 5 76 0,-3-2 4 0,3 4 168 16,-5 0-36-16,9 6-28 0,-3 1-32 15,2 5 80 1,1 5 4-16,0 4 60 0,0 4-64 0,-4 8 52 0,0 2-60 0,-4 3-16 16,4 4 0-1,-8-4-32-15,0-4-92 0,4-2-8 16,-4-10-100-16,4-9-68 0,-4-4-52 0,3-9-192 16,2 0-236-16,3-3-748 0,4-12-16 15,-5-5-400-15,6 1-2184 0,-5-20-3905 0</inkml:trace>
  <inkml:trace contextRef="#ctx0" brushRef="#br1" timeOffset="-137678.467">19016 13281 3848 0,'0'0'6020'16,"0"0"-1635"-16,0 0-3565 0,0 0 0 0,0 0 592 15,37 85 60-15,-29-56-292 0,-5 3-620 16,1 3-560-16,4-4-24 0,1 4-120 15,-5 1-116-15,3-2-252 16,-3 4-668-16,-4 0-544 0,4-13-2172 0,-4 17-2121 16</inkml:trace>
  <inkml:trace contextRef="#ctx0" brushRef="#br1" timeOffset="-137535.349">19089 13941 11549 0,'0'0'1920'0,"0"0"-1144"15,0 0-272-15,0 0 456 0,0 0 32 0,0 0-456 16,0 0-536-16,79 38-52 0,-67-34-580 0,0-4-504 16,0 0-888-16,0 0-2921 0,-4 6-387 15</inkml:trace>
  <inkml:trace contextRef="#ctx0" brushRef="#br1" timeOffset="-137152.089">17172 14659 10965 0,'0'0'2244'0,"0"0"-632"16,0 0-48-16,0 0-232 0,0 0-420 0,0 0-272 15,0 0-236-15,0 0-156 0,0 0-80 16,0 0-56-16,0 0 168 0,87 13 852 15,-35-8-619-15,8-1-173 0,11 2-40 0,10-3-20 16,6 0 8-16,13-3-92 0,12 0-52 16,7-3-140-16,9-10 224 15,7 1-32-15,5-4-144 0,6-3-52 16,2-3 0-16,0 0 56 0,-1 0-44 0,-4 2-12 16,-3 1-188-16,-9 1 64 0,-7 1 76 15,-5 4 44-15,-7 1-4 0,-9-1 0 16,-7 4-64-16,-8 2-12 15,-12 1 84-15,-12 3-48 0,-13 3-12 0,-7 0-96 0,-8 0-52 16,-8 0-56-16,-9 0-4 0,-2 3-60 16,-6 0-60-16,-7 0-209 15,1 1-243-15,-5-1-556 0,-5 0-764 16,-3 0-892-16,-11 3-2941 0</inkml:trace>
  <inkml:trace contextRef="#ctx0" brushRef="#br1" timeOffset="-128246.006">17845 15191 940 0,'0'0'11237'0,"0"0"-9613"0,0 0-876 0,0 0-292 16,0 0 792-16,0 0-176 15,0 0-108-15,0 0-128 0,0 0-112 0,-68 49 48 16,81-49 56-16,2 0-39 0,9 3-281 16,4-3-228-16,4 6-64 0,8-3-132 15,4 0-76-15,7 1 116 0,9-4-16 16,0 0-48-16,4 0-12 0,-1-7-48 15,1 1-12-15,-4-3 4 0,3-4 4 0,-7 0 4 16,0-2-60-16,-4 2 0 0,-8-4-48 16,-5 5-88-16,-2-1-156 0,-10 4-32 0,-7-1-649 15,-3 4-211-15,-6 2-536 0,-11 1-320 16,0 3-96-16,-7 3 104 16,-6 1-2477-16,-19 5-2727 0</inkml:trace>
  <inkml:trace contextRef="#ctx0" brushRef="#br1" timeOffset="-127988.04">18148 15281 6460 0,'0'0'1624'0,"0"0"784"0,0 0-1595 15,0 0-441-15,0 0 144 16,0 92 440-16,4-57 316 0,-4 6-312 0,4 7-180 15,-4-1-192-15,0 5-12 0,0 1-156 16,0 4-72-16,0 0-52 0,0 1-124 0,-4-5-48 16,0-4-124-16,0-5-4 0,-4-3-156 15,4-12-224-15,4-7-24 0,0-9-140 16,0-11-200-16,0-2-344 0,0-15-1168 16,4-11-1629-16,4-5-1727 0,-4-1 2932 15</inkml:trace>
  <inkml:trace contextRef="#ctx0" brushRef="#br1" timeOffset="-127768.056">18430 15354 6412 0,'0'0'2948'0,"0"0"117"0,0 0-1993 0,0 0-512 0,0 0 140 16,0 0 492-16,-7 83-24 0,3-52-200 15,4 5-416-15,-4 1-244 16,4 5-148-16,0-1-24 0,4 3-60 0,0 4-64 15,0-1 48-15,4 5-60 0,-4-2-112 0,4 1-48 16,-4-4-144-16,0-2-152 16,-1-4-164-16,6-6-112 0,-1-3-384 15,3-10-488-15,-2 1-740 0,3-11-1805 16,-5-5-1779-16,6-7 5380 0</inkml:trace>
  <inkml:trace contextRef="#ctx0" brushRef="#br1" timeOffset="-126944.667">19391 15598 3268 0,'0'0'744'0,"0"0"2464"15,0 0-2156-15,0 0-212 0,0-82 184 0,-3 63 109 16,-2 1 103-16,-3-6-64 0,0 9-44 16,1-1-296-16,-2 3-12 0,1 4-84 15,1 3-92-15,-1 6-100 0,-1 0-52 0,-2 0-100 16,-1 6-228-16,-4 6-164 0,-1 11-52 15,2 8 52-15,-2 8 124 0,6 8-52 0,3 7 100 16,4 3-52-16,0-3 52 0,4-3-120 16,0-6-52-16,0-14-84 0,4-9-40 15,4-9-44-15,-4-3-28 16,7-10 36-16,2 0 60 0,6-12 28 16,1-11-164-16,5-6 40 0,-5-9-88 0,-1 0 12 15,1-1 88-15,-8 6 36 0,0 3 48 16,-4 8 100-16,4 0 0 0,-8 6 4 0,4 4 4 15,-4 5 92-15,0 0 60 16,0 7 296-16,-4 0-96 0,4 0-140 16,3 10-96-16,-2 3 256 0,7 6-148 0,-4 6-24 0,4 4-108 15,0 3 20-15,-5 3 28 16,6 0-76-16,-5-5 12 16,-1 6-84-16,6-11-108 0,-5 2-76 0,3-13-108 15,-3-1-284-15,5-3-212 0,-6-7 0 0,6-3-332 16,-2-3-716-16,1-7-1096 0,-8-3-2277 15,5 4-735-15</inkml:trace>
  <inkml:trace contextRef="#ctx0" brushRef="#br1" timeOffset="-126659.26">19762 15630 2704 0,'0'0'7748'16,"0"0"-6355"-16,0 0-713 16,0 0-120-16,0 0 116 0,0 93 416 0,0-60-12 15,0 9-324-15,-4 3-344 0,-1-4-128 0,1 1-108 16,4-5-24-16,0-2-152 0,-3-6-136 15,3-4-124-15,0-9-264 0,0-3-204 16,3-10-104-16,1-3-316 0,9-12-396 0,-2-11-641 16,2-5-2223-16,-1 3-660 15,8-20 4388-15</inkml:trace>
  <inkml:trace contextRef="#ctx0" brushRef="#br1" timeOffset="-126427.317">20041 15691 4020 0,'0'0'508'0,"0"0"4764"0,0 0-3735 0,0 0-433 0,0 0-108 15,0 0-196-15,-48 88 8 0,28-59-164 0,0 3-180 16,0-4-112-16,0 2-64 0,4-5-64 16,5 0-76-1,-2-6 52-15,9 0 0 0,0-7 72 0,4-2-12 16,0 0-100-16,4-4-156 0,9 0 120 16,2-3-28-16,5 1 116 0,3-4 44 15,2 0-44-15,3-4-116 0,0-2-48 0,0-3-48 16,0-1-108-16,0 0-176 0,-4 1-232 15,-5-3-128-15,5-2-276 0,-4 2-360 16,-4-4-464-16,-4 7-1036 0,4-8-3109 0</inkml:trace>
  <inkml:trace contextRef="#ctx0" brushRef="#br1" timeOffset="-126151.865">20367 15183 64 0,'0'0'9916'16,"0"0"-8611"-16,0 0-765 16,0 0 228-16,0 0 724 0,0 0-204 15,0 0-332-15,0 0-368 0,0 0-240 0,37 89-160 16,-30-54 32-16,1-1-56 0,-4 4-100 15,4 4-64-15,-8-4-48 0,4 3-28 0,-4 0-84 16,0 1-76-16,-4-1-300 0,0 0-416 16,-4 0-332-16,0 1-1024 15,5-7-2501-15,-1-10-1155 0,-5 7 4540 16</inkml:trace>
  <inkml:trace contextRef="#ctx0" brushRef="#br1" timeOffset="-126010.932">20550 15931 7232 0,'0'0'4485'0,"0"0"-2709"0,0 0-1036 16,0 0-20-16,0 0 160 0,0 0 112 16,0 0-184-16,0 0-696 0,0 0-112 15,0 0-284-15,32 39-240 16,-28-39-480-16,-4 3-620 0,0 1-2381 0,0 2-5391 16</inkml:trace>
  <inkml:trace contextRef="#ctx0" brushRef="#br1" timeOffset="-114977.669">22252 14125 5124 0,'0'0'468'0,"0"0"3276"15,0 0-2696-15,0 0-363 0,0 0-233 16,0-76 636-16,0 60-92 0,-5 1-160 0,2-5 152 16,-1 5-412-16,0-4-184 0,0-1 8 15,-4 1 172-15,0 0-40 16,0 3-136-16,0-3-12 0,-4 3 20 0,0-3-120 0,1 6-88 15,-2-2-24-15,5 2-28 0,-3 7-44 16,2 0-16-16,1 6 52 0,-3 0 400 16,2 0-208-16,-3 3-36 0,5 6-12 0,-1 4-168 15,-5 2 33 1,2 5-141-16,-2 5-4 0,2 6-12 0,-1 9 0 16,0 4 12-16,0 9 72 0,4 1-60 15,4 3-8-15,0 1 56 0,4-8 4 16,0-2-4-16,0-7-52 0,0-6-8 0,8-6 0 15,0-10 4-15,4-3-4 0,0-10-108 16,0 0 20-16,4-6-45 0,0 0 37 16,4-9-160-16,3-7 132 0,1-3-32 15,4-6 32-15,-4-8-68 16,0 2-16-16,-4-1-108 0,4 1-40 0,-4-1 76 16,-5 3 180-16,2 3 40 0,-9 5 24 0,-1 5 36 15,2 6 96 1,-9 4 40-16,4 3 12 0,-4 3 20 0,0 0 104 0,0 0-52 15,0 3-116-15,0 3-100 16,4 4 76-16,-4 8 92 0,4 6-40 0,-4 1-20 16,3 3 8-16,-3 1-80 0,4-1-40 15,-4-3-12-15,4 2-48 0,1-6-60 16,-1-2-76-16,0-3-220 0,3-3-132 16,-3-3-140-16,4-1-988 0,1-3-476 0,-2-3-844 15,5 1-2145-15,-8-1-1699 0,5-3 6760 16</inkml:trace>
  <inkml:trace contextRef="#ctx0" brushRef="#br1" timeOffset="-114711.355">22571 14211 10780 0,'0'0'1441'0,"0"0"-1209"0,0 0 48 15,0 0 512-15,0 0 856 0,0 0-364 16,0 0-576-16,24 83-396 16,-16-55-76-16,-5 3 24 0,5 7 12 15,-4-2 48-15,-4 2-260 0,5 0-60 16,-1-6-136-16,-4-1-12 0,4-8-196 16,3-7-300-16,1-3-140 0,1-10-148 0,2-3-192 0,1-10-696 15,4-6-261-15,0-9-975 16,0-6-1896-16,0-1 3740 0,0 6-179 15</inkml:trace>
  <inkml:trace contextRef="#ctx0" brushRef="#br1" timeOffset="-114485.373">22874 14290 1852 0,'0'0'1004'0,"0"0"2216"15,0 0 684-15,0 0-2587 0,0 0-353 16,0 0-172-16,0 0 88 0,0 0 32 16,0 0-172-16,0 0-312 0,-88 57-84 0,71-40-120 15,6-2-36-15,-5 1-64 16,8 3-52-16,4-6 4 0,0 0 60 15,0-1 76-15,4-2 48 0,0-1 136 0,0 1 24 0,8 2-112 16,0-2-136-16,4-1-24 0,0 1 24 16,4 0-84-16,0-3-52 15,0-2-36-15,-1-2-88 0,2 3-144 0,-2-1-260 16,2-5-100-16,-2 2-176 0,2-2-20 0,2 4-320 16,1-4-92-1,0 0-1688-15,0-6-2485 0,-4-1-287 0</inkml:trace>
  <inkml:trace contextRef="#ctx0" brushRef="#br1" timeOffset="-113940.722">23177 14106 6644 0,'0'0'1832'0,"0"0"2217"0,0 0-3141 15,0 0-504-15,0 0 180 0,0 0 476 16,0 0-52-16,0 0-436 0,0 0-236 16,0 0-24-16,0 0 20 0,71 16-72 15,-47-16-76-15,-1 0-184 0,1 0-4 16,4 0-132-16,-7 0-160 0,3-3-148 0,-1 0-304 15,-3-4-192-15,1-2-460 0,-2-1-840 16,-7 4-2661-16,4-10-1939 0</inkml:trace>
  <inkml:trace contextRef="#ctx0" brushRef="#br1" timeOffset="-113747.043">23654 13862 5836 0,'0'0'6761'0,"0"0"-5601"0,0 0-856 0,0 73-76 0,0-42 392 0,-4 8 640 16,1-4-96-16,-1-1-632 15,0 1-532-15,-5-5-24 0,5-5-188 0,-3 0-248 16,3-3-388-16,-4-3-448 0,-5-3-584 0,-2-3-1085 16,2-4-3859-16,-22 4 3576 15</inkml:trace>
  <inkml:trace contextRef="#ctx0" brushRef="#br1" timeOffset="-113310.58">21611 13547 1668 0,'0'0'704'0,"0"0"3236"0,0 0-2600 15,0 0-196-15,-88 17-8 0,68-5-180 16,0 7-247-16,4 2-5 0,1 9-24 16,-2 5 20-16,6 6-40 0,2 3-52 0,5 11-92 15,4 1-76-15,0 6-72 0,0 4-20 16,9 6-196-16,-2 4-92 0,5 1-60 16,8 0-60-16,-4-5-4 15,8-2-72-15,4-10-52 0,4-5-244 16,-1-8-44-16,5-9-216 0,0-10-528 15,4-5 404-15,4-7-400 0,4-10-617 0,3-3-759 16,1-3-1604-16,-12 0 2188 0,23-11 1148 0</inkml:trace>
  <inkml:trace contextRef="#ctx0" brushRef="#br1" timeOffset="-112902.189">24176 13668 4608 0,'0'0'1600'15,"0"0"3389"-15,0 0-3805 0,32 90-176 16,-20-59 160-16,0 3-148 16,0 5-176-16,0-2-220 0,-4 3-264 0,0 0-196 15,-4 2-28-15,0-1-36 0,-1 0-28 16,-3 0-36-16,0 1-36 0,-7-7-84 15,-1-4 8-15,-4-2-60 0,0-7-236 16,0-7-264-16,0-5-156 0,0-3-116 0,-3-7-268 16,6-10-1512-16,-3-6-3629 15,5 1 3345-15,3-20 1708 0</inkml:trace>
  <inkml:trace contextRef="#ctx0" brushRef="#br1" timeOffset="-112697.952">24567 13379 2948 0,'0'0'6676'0,"0"0"-4663"15,0 0-425-15,0 0 224 0,0 0-176 0,51 83-232 16,-42-52-444-16,-5 1-396 16,3 3-244-16,-3 3-232 15,0 0-88-15,-4 0-60 0,0 4-100 0,0 0-268 16,0-2-260-16,0 5-192 0,-4 2-248 15,0-5-1420-15,-3-8-3897 0,-10 11-1226 0</inkml:trace>
  <inkml:trace contextRef="#ctx0" brushRef="#br1" timeOffset="-112527.298">24698 14281 8080 0,'0'0'5885'0,"0"0"-5253"0,0 0-540 0,0 0 148 16,28 70 600-16,-24-55 380 0,0 5-476 15,0-4-576-15,0-4-168 0,4 1-12 16,-4 0-160-16,0-4-376 0,0-3-504 0,0 4-520 16,-4-7-1532-16,4 3-4037 0,-4-6 4077 15</inkml:trace>
  <inkml:trace contextRef="#ctx0" brushRef="#br1" timeOffset="-112043.66">25523 14183 3616 0,'0'0'4088'16,"0"0"-75"-16,0 0-2377 0,0 0-240 0,96 38-200 15,-64-29-292-15,3-3-344 16,1 1-212-16,-4-1-136 0,4-3-40 15,-5-3-72-15,1 0-100 0,1 0-52 16,-1-6-268-16,0-4-364 0,0 1-88 0,-9-4-588 0,-3 4-1028 0,-8-1-2781 16</inkml:trace>
  <inkml:trace contextRef="#ctx0" brushRef="#br1" timeOffset="-111851.589">25587 14497 5792 0,'0'0'2212'15,"0"0"-336"-15,0 0-1308 0,0 0 29 16,0 0 571-16,0 0 352 0,0 0 60 16,43 67-296-16,-15-65-476 15,8-2-348-15,5-2-212 0,2-9-240 16,0-1-8-16,6 3-88 0,-6-5-72 16,-2 3-260-16,-2-3-292 0,-3 5-316 0,0-1-908 15,-5 1-2637-15,-10 6-3427 0,3 0 7296 16</inkml:trace>
  <inkml:trace contextRef="#ctx0" brushRef="#br1" timeOffset="-110332.953">20507 13668 3132 0,'0'0'2304'16,"0"0"1696"-16,0 0-3212 0,0 0 117 0,0 0-93 16,0 0 196-16,99 19-76 15,-67-16-196-15,4 1-244 16,4 1-304-16,4-5 0 0,-1 0-24 16,-2 0-152-16,2-2-12 0,-3-8-76 0,0 0-124 15,-4-2-468-15,0-4-500 0,-8 0-428 16,0-3-493-16,-13 3-1191 0,-2 7-2548 0,-13-1 5828 15</inkml:trace>
  <inkml:trace contextRef="#ctx0" brushRef="#br1" timeOffset="-110103.208">20606 13852 2672 0,'0'0'144'0,"0"0"156"15,-4 70 5788-15,4-39-4203 16,0 5-677-16,4 5-248 0,4 0-84 16,1 7-28-16,-5-1-4 0,3-2-240 0,-3-1-316 0,0 1-176 0,-4-4-112 15,4-3-44-15,-4-6-68 16,5-3-100-16,-1-7-244 0,-1-7-136 16,5-8-252-16,0-4-236 0,0-6-528 0,4-13-405 15,-4-6-903-15,4-10-2064 0,0 7 4972 16,-1-23-868-16</inkml:trace>
  <inkml:trace contextRef="#ctx0" brushRef="#br1" timeOffset="-109857.191">20909 13677 4956 0,'0'0'5016'0,"0"0"-3391"0,0 0-1241 0,0 0-256 15,0 0 412-15,0 70 580 0,0-38 260 16,0 5-308-16,4 2-396 0,0 5-180 0,0 8-24 15,5-1-152-15,-6 6-132 16,5 3-140-16,0 4-44 0,-1-1 8 16,6 3-12-16,-5-1-48 0,-1-2-16 15,2 0-20-15,-5-6-104 0,4-3-208 0,-1-3-272 16,-3-7-44-16,5-6-96 0,-5-6-140 16,4-3-564-16,-5-7-1209 0,1-3-2887 0,0-9 1332 15,-4-4 4056-15</inkml:trace>
  <inkml:trace contextRef="#ctx0" brushRef="#br1" timeOffset="-107112.229">28017 13522 64 0,'0'0'8872'0,"0"0"-7564"16,0 0-199-16,0 0 7 0,0 0 452 16,-8-67 148-16,16 61-300 0,0 0-264 15,9-1-364-15,-2 7-224 16,5 0-24-16,3 0-100 0,2 7-88 16,-5 5-60-16,0 8-36 0,-1 2-72 0,-6 6-51 15,-2 0-97-15,-3 8-36 0,0-2-85 16,-3-2-39-16,-5 3-56 0,4-6-4 15,-4-1-144-15,0-9-12 0,0-2 24 0,0-11-4 16,0 0-8-16,0-6-152 16,0 0-60-16,7-9-140 0,1-5 296 0,5 0 196 0,-2-9-72 15,1 0 48 1,0-5 28-16,0 2 108 0,0-2 76 16,-4 6 0-16,4 5 48 0,-5 5 52 0,2 3 76 0,3 5 60 15,-5 4 12-15,2 0 52 16,3 0-80-16,-1 10 28 0,2 3-76 0,-5 6 200 0,-1 3 8 15,2 6-112-15,-5 1-8 16,0 6 8-16,-4 1-72 0,0-3-104 16,0-1-92-16,0-3-96 0,-4-7-100 0,4-9-36 15,0-3-136 1,0-10-112-16,4 0-148 0,3-3-388 0,10-14-184 16,-6-2-1316-16,6-6-2393 0,-6 3-2003 15,13-17 6804-15</inkml:trace>
  <inkml:trace contextRef="#ctx0" brushRef="#br1" timeOffset="-106949.168">28858 13312 80 0,'0'0'7932'0,"0"0"-5536"0,0 0-863 0,0 0-37 16,0 0 176-16,0 0-124 0,0 0-532 16,0 0-508-16,52 83-224 15,-44-57-220-15,-4 2-64 0,-1 4-124 0,-3-1-160 16,0 1-460-16,0 3-772 0,-3 2-1536 15,-5-4-5941-15,-5 12 5178 0</inkml:trace>
  <inkml:trace contextRef="#ctx0" brushRef="#br1" timeOffset="-106777.155">29033 13964 8460 0,'0'0'6337'0,"0"0"-5241"0,0 0-592 16,0 0 332-16,0 0 192 0,0 0-388 15,0 0-640-15,0 0-12 0,0 0-480 0,0 0-300 16,0 0-192-16,32 66-876 16,-28-56-2409-16,-4-4-2883 15,0 3 4868-15</inkml:trace>
  <inkml:trace contextRef="#ctx0" brushRef="#br1" timeOffset="-106400.6">27204 14602 6140 0,'0'0'1676'16,"0"0"2681"-16,0 0-2773 0,0 0-416 0,0 0 48 15,0 0-260-15,0 0-360 0,0 0-300 16,0 0-60-16,0 0 32 0,0 0 68 0,69 12 508 15,-18-18-208-15,12 3-208 0,5 0-136 16,12-4-84-16,8 3-12 0,7-4 8 16,13-3-32-16,11-3 85 0,13-3-137 15,-1-6-48-15,13 2-24 16,-5-5-48-16,9-2 48 0,-1 3 12 0,-4-2-48 16,-3 2 0-16,-5 3-12 0,-15 0-84 15,-8 3 0-15,-17 3-24 0,-11 3-64 0,-8 7 3 16,-13 0-15-16,-11 3-108 0,-8 3 0 15,-12 0 24 1,-8 0-72-16,-13 0-148 0,-2 0-100 0,-9 0-16 0,0 3-124 0,-13 0-588 16,-6 3-708-1,3-3-2545-15,-24 0-3687 0</inkml:trace>
  <inkml:trace contextRef="#ctx0" brushRef="#br1" timeOffset="-105943.669">27483 15125 4272 0,'0'0'7521'0,"0"0"-5821"16,0 0-520-16,0 0 156 0,0 0-32 0,0 0 68 16,92 0-144-16,-44 0-312 0,12 0-224 0,3 0-107 15,5 0-125-15,-1-3-60 0,2 0-160 16,-2-7-48-16,1 1-44 16,-4-1-148-16,-5-1 0 0,-3-6-84 0,0 1-76 15,-4 0-200-15,-8-3-88 0,-8-1-136 16,-5 1-73-16,-6 8-171 0,-10-3-248 0,-7 5-728 15,-3 3-1332 1,-10-4-2725-16</inkml:trace>
  <inkml:trace contextRef="#ctx0" brushRef="#br1" timeOffset="-105727.055">28014 15081 3848 0,'0'0'6864'0,"0"0"-4567"0,-28 70-1301 0,19-35-464 0,1 6 588 15,0 4 284-15,5 9-176 16,-1-3-352-16,-5 5-376 0,1-2-216 0,4-4-76 16,1 2-100-16,-5-8-108 15,8-5-36-15,-5-7-268 0,5-10-88 16,0-10-136-16,0-6-152 0,0-6-248 0,9-9-384 16,2-10-896-16,2-10 292 0,-2-6-2005 15,-3-6-1547-15,0 9 2928 0</inkml:trace>
  <inkml:trace contextRef="#ctx0" brushRef="#br1" timeOffset="-105543.564">28100 15186 520 0,'0'0'10497'0,"0"0"-8497"0,0 0-1232 0,0 0-200 16,25 66 404-16,-25-37 312 0,3 6-376 16,1 3-300-16,1-1-240 0,3 5-32 0,-4 4-32 15,3 1-68-15,2 4-52 0,-1-4-36 16,-4-3-148-16,3-3-112 0,1-6-72 15,5-2-456-15,-6-5-360 0,10-9-204 0,-6-3-748 16,1-7-2017-16,0-2-3355 0,0-7 5876 16</inkml:trace>
  <inkml:trace contextRef="#ctx0" brushRef="#br1" timeOffset="-104819.141">29153 15370 2716 0,'0'0'900'16,"0"0"1252"-16,0 0 640 0,0 0-1508 0,0 0-536 16,0 0-79-16,0 0-65 0,32-66-116 0,-32 59-92 15,0 3 128 1,0 4 188-16,0-6 164 0,-4 3 28 16,-1-2-184-16,-2 0-84 0,-1-1-128 0,-5 0 36 15,2 3 48-15,3-1-136 0,-5 4-172 16,6 0 20-16,-5 7-292 0,4 10 36 15,-4 1-36-15,-4 14 4 0,4 5 104 16,0 8-20-16,5 6 44 0,-2-4-8 16,1 2 48-16,8-9-40 0,-4-8-84 0,4-6-60 15,0-8-96-15,0-8-88 16,4-3-168-16,8-7-28 0,-4-4 100 16,8-4-104-16,4-9 92 0,0-8-164 15,0-4-28-15,-4 0 64 0,0-6 32 0,0 3 104 0,-4 4 72 16,0 6 112-16,-4 3 100 15,0 3 0-15,-5 10 4 0,1 3 84 16,-4 3 160-16,4 0 264 0,1 6 120 16,-1 7-104-16,0 2-120 0,3 7-4 0,-3 4-36 15,4 7-36-15,-3-5 24 16,2 7-28-16,-3-4 12 0,0-2-96 16,0-1-196-16,0-6-48 0,0-2-108 15,1-2-160-15,-2-8-196 0,1-1-124 0,0-2-132 16,0-7-204-16,4 0-292 0,-3-4-1160 15,-2-8-1773-15,1-4-843 0,0 4-72 0</inkml:trace>
  <inkml:trace contextRef="#ctx0" brushRef="#br1" timeOffset="-104627.943">29391 15446 3208 0,'0'0'6100'0,"0"0"-4355"0,0 0-937 15,0 0-116-15,0 0 688 0,9 80 84 16,-9-45-404-16,4 6-216 0,0 6-260 15,-4-3-52-15,8 4 24 0,-5-3-188 0,1-4-284 16,5-6-84-16,-1-4-184 16,-1-5-456-16,1-10-288 0,8-3-204 0,-4-10-36 0,8-3-516 15,-3-9-772 1,2-10-1593-16,1-4-1575 0,-4 2 5272 16,8-15-855-16</inkml:trace>
  <inkml:trace contextRef="#ctx0" brushRef="#br1" timeOffset="-104402.411">29790 15615 1564 0,'0'0'9012'0,"0"0"-7019"16,0 0-1393-16,0 0-220 0,0 0 144 16,0 0 20-16,-83 12-64 0,59 1-168 0,0 3-172 0,3 0 12 15,-2 3 124 1,7 2 40-16,-4 2 60 0,8-2-40 0,0 0-24 16,4-2-16-16,4-7-36 0,4 1-12 15,0-1-52-15,0-2 28 0,12 3 72 16,0-1 48-16,4 1 60 0,8-3-48 0,0-1-88 15,4 0-60-15,7 1-48 16,5-3-160-16,4-2-88 16,0 2-144-16,0-3 0 0,0 2-268 0,-5-3-620 0,2-3-644 15,-17 3-1112-15,11-3-3121 0</inkml:trace>
  <inkml:trace contextRef="#ctx0" brushRef="#br1" timeOffset="-104233.255">30568 15872 10664 0,'0'0'8193'0,"0"0"-6477"16,0 0-1716-16,0 0-296 0,0 0 64 0,0 0 48 16,0 0-96-16,0 0-568 15,0 0-2000-15,0 0-4801 0</inkml:trace>
  <inkml:trace contextRef="#ctx0" brushRef="#br1" timeOffset="-68595.014">16774 13512 4104 0,'0'0'6784'15,"0"0"-5435"-15,0 0-785 0,0 0-332 0,0 0 176 16,0 0 1756-16,0 90-1084 16,0-62-544-16,-4 7-300 0,-5 9 0 15,5 0 60-15,4 8 544 0,-3 1-288 0,3 5-124 16,0-2-12-16,0 5-48 0,0 0-76 15,0 5-48-15,3 4-76 0,-3 7-68 0,0-1-40 16,0 6-12-16,0 6 0 0,0 8 0 16,0 2 12-16,0 4-56 0,0 3-4 15,0 3-12-15,4-4-96 0,0 4 36 0,1-3 60 16,-1-3-60 0,0 3 20-16,-4-4-32 0,0 8-36 15,0 1-76-15,0 2 60 0,0 5 40 0,0 4-112 16,0-1 28-16,-4-3 44 0,4 1 136 15,-4-3 64-15,4-7-4 0,0-4 16 0,0-8-16 16,4-11-12-16,0-2-40 16,3-10 80-16,1-6-88 0,-4-7-8 15,1-3-92-15,-1-12 28 0,-4-4 68 16,3-9-56-16,-3-7 48 0,0-6-88 0,0-6 16 0,0-7 32 16,0-6-8-16,4 0-148 15,-4 0 24-15,8-3-8 16,0-4 192-16,0 1 112 0,0-4-4 0,4 4-44 15,0-3-52-15,4 2-4 0,-4-2 4 16,4 3 28-16,4-4-40 0,-1 4-12 0,5-7 4 0,4 3 0 16,4 1-40-1,0-8-28-15,9 5 68 0,-2 3-60 0,8-3 68 0,2 5 8 16,7 0-8-16,0 1-48 16,2 3 48-16,7 1 0 0,7-3 72 15,3 5-64-15,1 0-8 16,3 0-88-16,9 0 88 0,0 0 44 0,0 0-40 0,7 5-8 15,1-3 8-15,3 4-4 16,1 4 4-16,7-3 4 0,5 1 76 0,-1 3-20 16,5-3-4-16,4 3-60 0,3-2-24 15,1-4 12-15,-1 2 4 0,8 0 0 16,6-1 8-16,-2-3 12 0,8 4 36 16,5-7 88-16,-1 0 36 0,8 3 20 15,-4-3-68-15,5 3 24 0,-1-3-52 16,0 6-12-16,10-6-24 0,-6 7 76 0,4-4-40 15,0-3-84-15,5 0-12 0,-5 0-12 16,5 0 8-16,-1 0 4 16,4 0 0-16,4-6 4 0,-3 2 56 0,3-2-60 15,0-3-308-15,1-4 200 0,3 4 24 0,4-4-28 16,-3 2 76 0,-2 3 36-16,-2 2 0 0,-4-1-80 0,2 7 80 15,-2-4 12-15,4 4 60 0,-6 0 28 0,6 0 56 16,-5 0-48-16,1 0-104 0,-1 0-4 15,-4 0 96-15,0 0-48 16,1 0-36-16,-1 0 60 0,1-3 28 0,-5 3-100 16,0-3-128-16,1 3 80 0,-5-2 40 0,4-2 8 15,0 4 8-15,1-3 0 0,-4-4-8 16,-5 4 0-16,4-3-60 16,-3-1 60-16,3 1 12 0,-4-3 48 15,0-1 40-15,1-2-40 0,-5 2-12 16,1-3-48-16,-5 4-8 0,1-4 8 0,-4 0-12 15,-1 4 12-15,-4-5-8 0,0 9-44 0,-6-4 52 16,-2 2 0-16,-8 1-72 0,1 2-24 16,-5 2 88-16,-4-3-4 15,-3 3-36-15,-4 2 40 16,-8-4 4-16,-1 1 4 0,-11 3 12 0,0 0-8 16,-5 0 56-16,-7 0-24 0,-1 0-24 15,-3 0-12-15,-4 0 0 0,0 0 8 0,-5 0-8 16,1 0-8-16,-8 0 0 0,0-5-64 15,-4 1 24-15,-1-6 0 0,-7 1 44 0,0 0-72 16,-1-8 28-16,-2 4-12 0,-5-5 60 16,-5-1 4-16,1 0-4 0,0-7 0 15,-8 1-8-15,-5-4 8 16,6-3 72-16,-9-6 0 0,3 0-20 16,-6-6 8-16,-2-6-56 0,2-2-4 0,-5-2-72 15,-4-7-40-15,-1-5-20 0,-3-4-16 16,0-2-12-16,0-11 4 0,-3-3 80 0,-5-6-68 0,4-3 8 15,-9-7-120 1,6-2 120-16,-1-5-296 0,4 2 164 16,-5-1 20-16,6-1 124 0,-1 5-12 15,4 3 88-15,-4-1 96 0,0 0 40 16,0 4 96-16,-5 0 0 0,6 2-36 16,-5 2-12-16,-4-2-12 0,0 6 0 0,0-2-88 15,-4 7-36-15,-4 2-196 0,4 4 96 16,1 2-108-16,-6 5 84 15,5 4-12-15,-3 5 24 0,-2 3 16 0,1-3 8 0,1-1 12 16,-1 0-60-16,-5 1 0 16,6-4 64-16,-1 1-92 0,-4 6 116 0,4-1 0 15,-4 7-40-15,-4 3-72 0,0 6-292 16,0 5-20-16,-3 5 328 16,-5 0 144-16,4 3 132 0,-8 4 80 15,5 2-152-15,-6 0-56 0,2 4 96 0,-1 0-100 16,0 3 112-16,0 3 52 0,0 1 0 15,0 2 96-15,-3 0-64 0,3 3-60 0,-1 4 52 16,-2-4-76-16,0 3-52 0,-2 5 16 16,6-4 0-16,-6 2-76 15,2 2-4-15,-1-5-8 0,4 7-72 0,-3-6 76 16,3 3 8-16,-4 0-76 16,0-1 68-16,0 4-40 0,-4-3 44 0,4-1 4 15,-3-2 12-15,-1 4-12 0,0-2-8 16,-4 1 8-16,-4-3-4 0,5 2 4 15,-9 1-64-15,4-2 64 0,-4 0-4 16,1 3-8-16,-5-5 12 0,0 4-48 16,-3-4 44-16,-6 1-12 0,-2 0-68 0,-1-4 32 15,-7 4 48-15,-1-3-96 0,-4-1 52 0,-3 0-12 16,-1 4 60 0,-8-3 4-16,1 2-4 0,-5 1 0 0,1-1 0 15,-9 5-12-15,1 2 0 0,-5 0-36 0,-4 0-88 16,-3 0 36-16,-5 2 52 0,1 5 48 15,0-4-8-15,-5 3 8 16,0-2 84-16,5 2-32 0,-4-3-52 16,-1 1 0-16,0-2-100 0,-3 5 100 0,-1-4 0 0,1-3 0 15,4 3 12-15,-5 0 36 16,8 1 4-16,-3-4-4 0,0 0-44 16,-1 0-4-16,1 0-80 0,-1-4 80 15,-4 1 36-15,5-3-36 16,0-1 0-16,4 1 48 0,-1 0-44 0,5-4-4 0,-1 4 0 15,-4-3-72-15,0-1 20 0,1 3-20 16,0 0-28-16,-1 1-24 0,5 4-16 0,-4-4-32 16,3-1 72-16,1 3 36 15,-1-2 52-15,1 0-76 16,-1-1 88-16,1 1 0 0,-1 0 4 0,1-1 8 16,3 5-12-16,0-5 0 0,1 1-88 15,-1 2-128-15,0 1 128 0,1 0 76 0,-1 3-112 16,-4 0 108-16,1 0 8 0,-1 0 8 15,6 3 84-15,-2 0-80 0,1 1 4 16,3 2 68-16,0 1 24 0,0 0-36 0,1-2-64 16,0-2-36-16,-5 3-16 0,4 1 48 15,1-1-84-15,0-3 36 16,-1 4-60-16,4 0 52 0,1 1-28 0,-1-2 88 16,1 1 0-16,-5 3 52 15,4-1-44-15,-4-2 60 0,6 2 84 0,-6 1-40 16,9-1 12-16,-5 1 32 0,4 0-68 15,1-1-12-15,3 1-68 0,0-1 48 16,1 0-56-16,0 1-60 0,-2-3-40 0,-2 5 88 16,7-3 0-16,-7 2 4 0,7-3 8 15,-4 6 12-15,5-5 64 0,3-2-64 16,1-1 64-16,-1 0 72 0,1 1-48 16,3-5-20-16,-3 2-72 15,3-1-8-15,0 0 0 0,1-3 4 16,3 3 4-16,-4-3 44 0,8 0-48 0,0 0 44 15,1 0-44-15,3 0 48 0,5-3-44 16,3 0 68-16,0-4-68 0,9 5 76 16,-1-5-72-16,8 1 52 0,4 2 12 0,4 2-28 15,4-5 28-15,8 3 36 16,1 2-108-16,3-4 8 0,4-1 0 16,4 3 0-16,4-2-12 0,4 4 0 15,4-2-136-15,0-3-212 0,4 1-340 0,1 0-584 16,3-1-2804-16,-4-8-1885 0</inkml:trace>
</inkml:ink>
</file>

<file path=ppt/ink/ink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8:06:29.530"/>
    </inkml:context>
    <inkml:brush xml:id="br0">
      <inkml:brushProperty name="width" value="0.05292" units="cm"/>
      <inkml:brushProperty name="height" value="0.05292" units="cm"/>
      <inkml:brushProperty name="color" value="#7030A0"/>
    </inkml:brush>
  </inkml:definitions>
  <inkml:trace contextRef="#ctx0" brushRef="#br0">5370 2524 4636 0,'0'0'1332'0,"0"0"-48"0,0 0-152 0,0 0-328 16,0 0-392-1,0 0 2345-15,0 0-1277 0,0 0-528 0,0 0-284 0,0 0-16 16,0 0 52-16,0 0 56 0,-15-29-104 0,15 29-76 16,0 0-152-16,0 0-120 0,0 0-160 15,0 0-140-15,0 0-8 0,0 0-52 0,3 9-32 16,1 4 84-16,4 9 184 0,1 10 36 16,2 7-160-16,-3 5-48 15,1 4 0-15,-5 6-4 0,-1 0-4 0,-3 6 0 16,0-3-4-16,4 4-48 0,-4-8-24 15,0-2-4-15,0 1-20 0,0-12-28 16,0-5 4-16,0-3-40 0,0-4 0 16,4-9-24-16,-4-3-184 0,4-3-212 15,-4-3-140-15,4-3-140 0,0-5-324 16,0 1-460-16,4-3-452 0,-4 0-629 0,8-9-1463 16</inkml:trace>
  <inkml:trace contextRef="#ctx0" brushRef="#br0" timeOffset="354.244">6120 2524 6200 0,'0'0'4024'0,"0"0"-3456"15,0 0-255-15,0 0 251 16,0 0 628-16,0 0 284 0,0 0-528 0,0 0-584 0,-92-3-152 15,68 15-196-15,-4 13-16 16,4 5 0-16,-4 3 0 0,5 9 88 16,2 6-28-16,1 4-8 0,5 1 36 15,-2 7-24-15,10-3 64 0,3-2 44 16,4-5 116-16,0-9 24 0,7-6 96 0,1-5-108 16,9-5 44-16,-6-3-8 0,9-6-28 15,1 0-40-15,-2-7-44 16,1-3-16-16,4-3 12 0,-1-3-60 0,2 0-52 0,3-6 28 15,-4-3-84-15,0-4-52 16,-5-4-84-16,1 3-136 16,1-5-296-16,-10 0-196 0,1-2-80 0,-3 3-188 0,-6-1-352 15,-3 3-768-15,0 3-2161 0,-3-6-743 16</inkml:trace>
  <inkml:trace contextRef="#ctx0" brushRef="#br0" timeOffset="528.151">6012 2958 8308 0,'0'0'2164'0,"0"0"-1067"0,0 0-381 15,0 0 116-15,0 0 84 0,0 0 44 16,0 0-4-16,0 0-324 0,0 0-320 16,76-12-224-16,-57 6-88 0,1-4-8 0,-4 1-156 15,0-1-260-15,-4 1-396 0,0-1-112 16,-4 0-260-16,0 4-588 16,-4 3-505-16,-4 0-259 0,0 3 216 0,0 0-176 15,0 3 505-15</inkml:trace>
  <inkml:trace contextRef="#ctx0" brushRef="#br0" timeOffset="650.676">6187 2911 456 0,'0'0'2792'0,"0"0"-408"16,0 0-500-16,0 0-364 0,0 77-164 0,4-52-143 16,0 0-301-16,0 4-96 0,4 2-40 0,-4-2 236 0,4 2-20 15,-4 2-252-15,0-5-228 0,0 1-264 16,-4-7-248-16,3 0-120 0,2-5-140 0,-1-5-52 16,0-6-148-16,0-3-436 15,0-3-176-15,7-3-388 0,-6-3-1097 16,11-20-2759-16</inkml:trace>
  <inkml:trace contextRef="#ctx0" brushRef="#br0" timeOffset="896.014">6558 2451 9820 0,'0'0'2013'0,"0"0"-1269"0,0 0-348 16,0 0 280-16,0 0 652 0,0 0-172 0,0 0-264 15,7 70-84-15,1-28-80 0,1 8-176 16,-5 10-108-16,3 6-152 0,-3 11-60 16,0-1-156-16,-4 1-76 0,0-5-148 15,0-5 0-15,0-10-8 0,0-6-140 0,0-10 100 16,4-6-236-16,-4-10-208 0,0-2-216 16,5-7-420-16,-1-9-464 0,0-5-736 15,-1-2-689-15,1-9-1587 0</inkml:trace>
  <inkml:trace contextRef="#ctx0" brushRef="#br0" timeOffset="1050.623">6857 2949 11521 0,'0'0'1484'0,"0"0"-1100"0,0 0 340 0,0 0 592 16,87-12-260-16,-67 8-360 15,0 1-360-15,-1 0-336 0,6-1 0 0,-5 2-260 16,-1 2-164-16,-2 0-580 0,-1 0-648 15,-8 0-2265-15,-8 6-2967 0</inkml:trace>
  <inkml:trace contextRef="#ctx0" brushRef="#br0" timeOffset="1227.164">6924 3182 12137 0,'0'0'1584'15,"0"0"-1216"-15,0 0-16 0,0 0 384 0,0 0 496 16,0 0-100-16,0 0-312 0,0 0-256 0,84 53-156 15,-57-53-248 1,1 0-96-16,0-6-64 0,8-4-380 0,-8-2-360 0,9-4-312 16,-5 0-388-16,-9 4-1240 15,12-14-4281-15</inkml:trace>
  <inkml:trace contextRef="#ctx0" brushRef="#br0" timeOffset="1447.171">7518 2892 9956 0,'0'0'2085'0,"0"0"-1725"16,0 0 76-16,0 0 468 0,4 73 804 0,-8-42-28 16,4 8-292-16,0 2-416 0,0 0-116 15,0 7-152-15,0 3-204 16,0 3-208-16,-4 6-159 0,-4 1-121 0,4-1-12 0,-4-2-169 16,4-4-39-16,0-7-156 0,0-6-64 15,0-10-56 1,4-1-8-16,0-8-8 0,0-4-188 0,4-7-292 0,0-9-248 15,0-2-324-15,3-2-392 0,-2-15 152 16,-1 1-577-16,0-25-1683 0</inkml:trace>
  <inkml:trace contextRef="#ctx0" brushRef="#br0" timeOffset="1692.607">7510 2965 1292 0,'0'0'9072'0,"0"0"-7719"0,0 0-633 16,0 0-172-16,28-79 304 0,-24 69 12 0,4 4-8 15,-1 3-268-15,2 3-256 16,6 0-32-16,-2 0 24 0,6 6-40 0,2 3-108 16,-6 7 32-16,5 0 16 0,-3 7 24 15,-6 3-76-15,1 2-36 0,-8 0-52 0,1-2-84 16,-5 2-72-16,0-3 12 0,0-2 44 16,-5-4-44-16,-3-3 60 15,-7-3 60-15,2 0 64 0,-2-4-124 16,-6 0-48-16,-3-2-100 0,1-1-88 0,-1-3-232 15,-4-3-140-15,0 0-204 16,0-6-132-16,0-4-284 0,9 1-1428 0,-14-13-3545 0</inkml:trace>
  <inkml:trace contextRef="#ctx0" brushRef="#br0" timeOffset="2380.462">8116 2575 7688 0,'0'0'2524'0,"0"0"-1363"16,0 0-505-16,0 0 280 0,0 0 424 15,0 0-224-15,0 0-228 0,0 0-260 0,0 0-188 16,0 0 120-1,0 0 40-15,12 92-152 0,-12-55-224 0,0 5-144 0,0-4-100 16,0-3-136-16,0-3-100 0,3-13-32 0,-3-3-40 31,4-7 36-31,0-6 12 0,0-3 36 0,5 0 100 0,2-3 124 0,1-10 188 16,4-6-140-16,1 1-48 16,-2-11-4-16,2 4-8 15,-2 3 0-15,-3 2 12 0,0 4 0 0,-4 7 0 16,-1 2-112-16,2 4 24 0,-5 0 16 0,4 3 64 15,-4 0 8-15,3 3 0 16,2 4 60-16,-1 2 116 0,-1 7 32 0,6 1-60 16,-5 4-36-16,-4 2-24 0,-1 2-80 15,1 3 4-15,-4 1-12 0,0-1-136 0,0-1-224 16,0-2-208-16,0-6-216 0,8-4-488 16,-3-2-832-16,-1-6-1861 0,7-4-1663 0</inkml:trace>
  <inkml:trace contextRef="#ctx0" brushRef="#br0" timeOffset="2739.047">9319 3026 14809 0,'0'0'1424'0,"0"0"-1424"16,0 0-680-16,0 0 680 0,0 0 540 15,0 0 340-15,83 22-272 0,-51-19-100 0,9 0-28 16,2-3 12-16,5 0-48 0,-1 0-200 15,6-6-44-15,-6-1-200 0,-3-2-136 0,0 0-36 16,-4-4-12 0,0-1-196-16,-8 2-296 0,-4 3-264 0,-9-1-336 15,-3 8-500-15,-8-3-1172 0,-4 5-2269 16,-8 0-807-16</inkml:trace>
  <inkml:trace contextRef="#ctx0" brushRef="#br0" timeOffset="2907.767">9394 3223 9972 0,'0'0'1677'0,"0"0"-961"16,0 0-612-16,0 0 192 0,0 0 660 0,0 0 172 15,0 0-36-15,0 0-224 0,100 34-160 0,-60-37-100 16,8-10-76-16,0-2-176 16,3-4-272-16,1-6-84 0,-4-1-160 15,0 0-284-15,-4-2-468 16,-4 2-336-16,-5 1-540 0,-11 6-1432 0,1-3-4033 0</inkml:trace>
  <inkml:trace contextRef="#ctx0" brushRef="#br0" timeOffset="3227.621">9877 2679 12285 0,'0'0'1352'0,"0"0"-1096"15,0 0 212-15,0 0 64 0,0 0 48 0,95 3 416 16,-75 4 100-16,0 2-292 0,4 4-228 16,4 0-156-16,-4 0-188 15,3 6-48-15,-7-4-124 0,1 5-60 0,-2-1-8 16,-3-1-132-16,0 5 136 16,-7 2-100-16,-2 1 104 0,-7 2 0 0,0 7-72 15,-4 0-16-15,-8 0 76 0,-7 0-28 16,-2 0 40-16,-3 0 8 0,-8-4 0 15,1 1-8-15,-1 0-60 0,-4-3-212 16,0-1-24-16,1-6-72 0,3-2-88 16,8-5-204-16,-1-5-288 0,6-6-436 0,3-2-828 15,4-2-2757-15,-4-2-2587 0</inkml:trace>
  <inkml:trace contextRef="#ctx0" brushRef="#br0" timeOffset="4035.932">11713 2708 9732 0,'0'0'2705'0,"0"0"-1293"0,0 0-624 16,0 0 144-16,0 0 388 15,0 0-216-15,0 0-340 0,0 0-136 0,88-16 412 16,-40 6-356-16,3 1-296 16,5-1-168-16,-8 4-87 0,0 3-37 15,-8 0 28-15,0 0 20 0,-8 3-48 16,-8 0-24-16,-5 0-72 0,1 3-40 0,-12 0 36 15,1 0-92-15,-5 3-12 0,-1 1-16 16,-3 5 76-16,0 8 48 16,-7 5 0-16,-10 6-108 0,-7 7-89 0,-4 1 89 0,-4 2 48 15,-7 4 0-15,-1-1 52 0,0-2-44 16,-4-4 40-16,5-1-24 0,3-2 36 16,-1-6 48-16,6 0 28 0,3-8-76 15,8 2-8-15,0-7 8 0,8-3 0 16,9-7 0-16,-1-3-48 0,4-3-148 15,4 3-132-15,7 4 156 0,9-4 172 0,8 3 196 16,8 0 60-16,4-2-64 16,-1-4-20-16,6 0-28 0,-2-4-8 0,1-2-15 15,-4 0-25-15,-4 0-44 0,-1 2 8 0,-3-2-60 16,0 0-4-16,-4 3-180 16,-4-4 87-16,0 4-99 0,-4 0-32 15,0 0-248-15,0 0-132 0,-4 0-324 16,4-1-768-16,-5 4-1132 0,-2 0-1753 15,2 0-3147-15</inkml:trace>
  <inkml:trace contextRef="#ctx0" brushRef="#br0" timeOffset="4336.368">13068 2527 612 0,'0'0'13393'0,"0"0"-11777"0,0 0-1328 0,0 0 68 16,0 0 316-16,0 0 224 0,0 0-204 16,0 0-188-1,-92 25-136-15,69-2-72 0,-1 5-40 0,0 7-60 0,-4 6 0 16,7 4 72-16,-2 6 60 0,-1 2 220 16,4 1-208-16,4 4-95 15,4-4-161-15,0-3-84 0,5-4-40 0,3-9-48 16,-1-3-92-16,5-9-5 15,0-4-55-15,12-3 104 0,0-10-72 0,4 1-192 16,4-10-272-16,4 0-88 0,8-13-556 16,0-9-1048-16,-8 2-1884 0,15-18-2533 15</inkml:trace>
  <inkml:trace contextRef="#ctx0" brushRef="#br0" timeOffset="4582.741">13367 2648 7444 0,'0'0'5825'0,"0"0"-4845"0,0 0-336 16,0 0 440-16,-84 31 68 0,56-8-248 16,1 5-100-16,-6 11-80 0,6 5-124 0,3 0-52 15,4 7-72-15,-1-1-76 0,10 2-59 16,3-2-61-16,4-5-24 16,4-4-208-16,0-10-36 0,8-1 60 15,4-8-24-15,0-6-44 0,7-4 0 16,2-2-4-16,-1-4 0 0,8-6 0 0,0 0-168 15,-1-3-184-15,1-10-197 0,-4-3-11 16,4-2-84-16,-8-5-128 0,-4 5-260 0,-4-6-616 16,-8 6-1184-16,0 5-2645 0,-4-6-2271 15</inkml:trace>
  <inkml:trace contextRef="#ctx0" brushRef="#br0" timeOffset="4748.441">13260 2984 9128 0,'0'0'4973'0,"0"0"-3861"0,0 0-672 0,0 0 516 15,0 0 200-15,0 0 56 0,0 0 108 16,75 12-428-16,-51-12-356 16,0-5-219-16,3-9-165 0,1 0-152 15,0-5-172-15,0-2-289 0,0 0-147 16,-4-2-220-16,0 4-168 0,-8 4-248 16,0 2-740-16,-8 2-980 0,-4 9-2077 0,-4 2-1087 15</inkml:trace>
  <inkml:trace contextRef="#ctx0" brushRef="#br0" timeOffset="4919.086">13526 2940 640 0,'0'0'8472'0,"0"0"-6315"0,0 0-909 0,-12 79-216 16,9-50-16-16,-1-1 68 0,4 1 20 0,0-1-168 15,-5-3-196-15,5-1-124 16,0-3-272-16,0 2-136 0,0-4-208 0,0-4-108 16,0 1-52-16,0-6-224 0,0-1-356 0,0-2-200 15,5-7-376-15,-1 0-944 16,-1 0-1785-16,9-10-1703 15</inkml:trace>
  <inkml:trace contextRef="#ctx0" brushRef="#br0" timeOffset="5212.643">14104 2511 10696 0,'0'0'2053'16,"0"0"-1237"-16,0 0 24 0,0 0 272 0,0 0 168 16,43 80-212-16,-30-58-376 0,2 3-200 15,-2-3-148-15,2 4 0 0,2 2-200 16,-6 2 28-16,6 1-48 0,-10 1-64 0,1-1 12 16,-4 4-64-16,-4-4 0 0,0 5 4 0,0-1-4 15,-8 3 52-15,-8 0-60 16,-3-3-12-16,-5 0-112 0,-1 0-32 15,2-7-68-15,-5 1-164 0,-4-7 16 16,1-3-56-16,-6 0-116 0,1-6-372 16,1-4-360-16,-5-2-848 0,12-4-1785 0,-8-3-1727 15</inkml:trace>
  <inkml:trace contextRef="#ctx0" brushRef="#br0" timeOffset="6606.719">14813 2952 11569 0,'0'0'2288'0,"0"0"-1480"0,0 0-440 0,0 0 136 0,0 0 304 16,0 0 260-16,0 0-40 15,96-12-104-15,-61 9-228 0,6-1-120 16,-2 1-200-16,-3-4-144 15,0 5-124-15,0-5-28 0,-1 1-80 0,6-4-76 0,-5 4-20 16,-5-4-112-16,-3 1-108 16,0-1-220-16,-4 1-248 0,0 3-212 0,-12 3-428 15,0-1-1208-15,-8 4-2773 0,-4 0-3211 0</inkml:trace>
  <inkml:trace contextRef="#ctx0" brushRef="#br0" timeOffset="6782.429">15021 3067 11777 0,'0'0'1612'0,"0"0"-1064"0,0 0-320 15,0 0 456-15,0 0 408 0,0 0 36 0,0 0-232 0,95 0-256 16,-67-3-232-16,0-1-212 0,0-2-196 16,-1-3-128-16,1-1-8 15,0-2-172-15,0-1-532 0,0-3-528 0,-12 4-824 16,8-14-3069-16</inkml:trace>
  <inkml:trace contextRef="#ctx0" brushRef="#br0" timeOffset="7010.858">15180 2581 9912 0,'0'0'1677'0,"0"0"-1009"0,0 0-376 15,-24 86 452-15,16-49 472 0,4 8-4 0,-5 0-296 0,2 6-392 16,-1-1-176-16,0 7-124 16,-4-2-88-16,0-2-136 0,4 1-12 0,-4-5-160 15,0-5 20-15,5-3-84 0,-2-10-360 16,1-1-32-16,4-5-176 0,4-10-336 16,0-5-580-16,0-6-905 0,4-4-2455 15</inkml:trace>
  <inkml:trace contextRef="#ctx0" brushRef="#br0" timeOffset="8015.501">16112 2911 10844 0,'0'0'1965'0,"0"0"-1465"0,0 0-500 0,0 0 0 15,0 0 140-15,0 0 572 0,0 0 8 16,0 0-164-16,0 0-288 16,0 0-268-16,0 3-128 0,4-3 128 0,4-6 208 15,0 2-20-15,4-5 12 0,-5 3-96 16,6-7-4 0,-1 0-88-16,-5 1 48 0,6-1-60 0,2-4-4 0,-2 3-48 15,-2-2 4-15,6 0 44 0,-6 4-12 16,1-2-32-16,0-2 48 0,0 4-4 0,1 2 8 0,-6 1 0 15,-3-1 44-15,0 7-36 16,-4 0 60-16,4-1-8 16,-4 4-4-16,0 0-8 0,0 0 12 0,0 0 32 15,0 0 68-15,0 4-64 0,0-4-100 16,0 6-8-16,-4 4-68 0,4 5 64 16,-4 1 4-16,0 7 8 0,4-2 136 15,-4 9 16-15,4-2-16 0,-3 4 12 16,3-1 64-16,-4 4 24 0,-5 3-88 0,5-2-52 15,0-5-20-15,0 1 8 16,1-4-76-16,3-3-8 0,-4-2-64 0,-1-6 4 0,1-5 44 16,4 1-68-16,0-7-4 0,0 0-36 15,0-3-48-15,0 1-236 16,0-4-192-16,-4 3-204 0,4-3-240 0,-4 3-388 0,1-3-632 16,-1 3-789-1,-4 0-1231-15,-1 1-359 0</inkml:trace>
  <inkml:trace contextRef="#ctx0" brushRef="#br0" timeOffset="8295.266">16132 3260 5488 0,'0'0'1380'0,"0"0"-560"16,0 0-56-16,0 0 532 0,0 0-95 0,0 0 19 0,0 0-92 16,0 0-264-16,0 0-308 15,0 0-164-15,0 0 112 16,32-6 112-16,-17 3 8 0,6-3-88 15,-1 2-164-15,3-2-48 0,1 0-68 0,4 3 4 16,4-4-124-16,-4 4-24 0,8 3-52 16,-4-3-48-16,-1 0-8 0,-3 3 8 0,0 0-12 15,-3 0-12-15,-1 0-48 0,-5 0-28 16,-3 0 84-16,0 0-92 16,-4 0-40-16,-4 0-48 0,0 0-128 15,-1-3-220-15,-2 3-212 0,-5 0-176 16,4 0-364-16,-4 0-956 0,0 0-2857 0</inkml:trace>
  <inkml:trace contextRef="#ctx0" brushRef="#br0" timeOffset="8727.368">17375 3238 5092 0,'0'0'14881'15,"0"0"-12992"-15,0 0-1757 0,0 0-132 0,0 0-217 16,0 0 217-16,0 0 557 0,0 0-145 15,0 0-388-15,0 0-24 0,0 0-144 16,12-3-64-16,-12 3-192 0,0 0-269 16,-4 0-327-16,-8 0-648 0,8 0-1208 15,-24 6-3645-15,64-9-2863 0</inkml:trace>
  <inkml:trace contextRef="#ctx0" brushRef="#br0" timeOffset="31732.345">7864 5750 3876 0,'0'0'0'16,"0"0"980"-16,0 0 2032 0,0 0-1444 0,0 0-79 16,0 0-397-16,0 0 20 15,0 0 8-15,0 0 16 0,28-26-176 16,-19 24-140-16,-1-5-188 0,-1 1-48 16,-3 2-116-16,0 2-200 0,-4 2-192 15,4-5-28-15,1 5 12 0,-1 0-52 16,7 0 44-16,1 0 16 0,8 0-64 0,0 0 64 15,4 5-64-15,3-5 0 0,1 0-4 16,0 0-96-16,4 0 96 0,0 0 4 0,9-5 72 16,-2 3-68-16,4-5 88 0,6-2 28 15,3-1-112-15,-1 1-12 16,1-1 0-16,0-2-76 0,-1-1 68 0,-2 3-64 16,-6 1 60-16,-2 2 4 15,-6-2-52 1,-3 3-28-16,-4-1 40 0,-5 1-88 0,-3 2 48 15,-3 2 40-15,-2 2 40 0,-7-5 0 0,1 5-140 0,-5 0 88 16,-4 0-40-16,0 0 4 0,0 0-164 0,0 0-184 16,0 0-576-16,0 0-84 0,0 0-256 15,0 0-192-15,0 0-360 0,0 0-545 16,0 0-1823-16</inkml:trace>
  <inkml:trace contextRef="#ctx0" brushRef="#br0" timeOffset="37202.275">3498 6819 1368 0,'0'0'10157'15,"0"0"-8737"-15,0 0-680 0,0 0-4 0,0 0 212 0,0 0-144 16,0 0-40-16,0 0-44 16,0 0-136-16,0 0-204 0,0 0-368 15,0 0 52-15,0 0 48 0,-16 58 84 0,20-13 48 16,3 8-232-16,2 14 52 0,3 8-56 0,-1 15-8 16,-2 9 0-16,-1 2-92 15,-1 3-116-15,2-8 132 0,-1-10-156 16,-4-10 48-16,3-19 68 0,-3-9 108 0,0-14-72 15,1-8-56-15,-1-10-48 0,0-3-164 16,-1-7-620-16,1-6-580 0,-4-3-544 16,0-3-101-16,0-26-3103 0</inkml:trace>
  <inkml:trace contextRef="#ctx0" brushRef="#br0" timeOffset="37450.713">3422 7010 4636 0,'0'0'4024'0,"0"0"-3324"16,0 0-272-16,0 0 140 0,0 0 333 0,0 0 11 15,103-47-104-15,-66 40 32 0,-1 4-156 16,-5 0-328-16,1 3-208 0,-8 3-148 0,-4 7-52 16,-4 5 52-16,-1 4 52 15,-11 8 212-15,1 3-52 0,-5 8-72 16,-9 11-140-16,-2-5-4 0,-6 3-84 15,-2-5-140-15,-1-5-300 0,4-7-284 0,-4-8-144 16,9-3-492-16,-6-10-1109 0,6-3-1659 16,-6-6-567-16</inkml:trace>
  <inkml:trace contextRef="#ctx0" brushRef="#br0" timeOffset="37697.397">3873 7045 2492 0,'0'0'6132'15,"0"0"-5380"-15,0 0 360 0,87-10-27 0,-67 10-293 16,-8 7-432-16,-4 3 188 0,-4 5 280 16,0 4 284-16,-4 6-584 0,0 7-340 15,-4 3-188-15,-4 0-80 0,-1-3-20 0,2-6 100 16,3-8 164-16,-4-4 36 0,4-6 4 16,4-4 108-16,-4-4 124 0,4 0 48 15,0 0-112-15,0-4-196 0,0-1-104 16,0-5-72-16,0-3-232 0,8-6-56 15,4 0-8-15,0-2-128 16,4-6 0-16,0 5-92 0,7-3-552 0,-3 3-684 16,1 5-1049-16,-2-8-1939 0</inkml:trace>
  <inkml:trace contextRef="#ctx0" brushRef="#br0" timeOffset="37992.845">4202 7163 3676 0,'0'0'172'0,"0"0"3864"0,0 86-3528 15,0-58-144-15,0-2 308 0,0-7 608 0,0-7 201 0,5-5-281 16,-1-7-512-16,8 0-208 0,-5-7 24 0,10-3-100 16,-2-8-104-16,6-5-160 15,-5-6-140-15,3 1-76 16,2-4 64-16,-6 4-176 0,1-2-12 0,-4 5-28 16,-3 3 88-16,-2 4 44 15,-7 6 96-15,0 2 100 0,-3 3 140 0,-6 3-24 16,-7 1-204-16,0 3 200 0,-3 0-112 0,2 0 164 15,2 10-48-15,-2-1-152 0,2 4-56 16,2 0-8-16,2 3 0 0,3-1-136 16,-1 2-144-16,6-2-72 0,3 1-64 0,0-3-36 15,0-3-564-15,0-1-1172 0,3-6-2329 16,10-3-1243-16</inkml:trace>
  <inkml:trace contextRef="#ctx0" brushRef="#br0" timeOffset="38299.479">4617 7153 4256 0,'0'0'2668'16,"0"0"328"-16,0 0-1243 0,0 0-357 0,0 0-48 15,0 0-212-15,-20 66-328 0,16-61-224 16,4-5-272-16,0 0-312 0,0 0 0 16,4 0-312-16,5-7-148 0,-1 0 180 0,3-6 204 15,6 1 28-15,-2-4-316 16,1 0-128-16,-4-3-124 0,-1 0 56 15,-2 0 0-15,3 3-88 0,-8 0 8 0,-1 6 176 16,-3 1 184-16,0 2 216 0,-3 1 64 0,-9 3 424 16,-1 0-40-16,-6 3-92 0,3 0 40 15,-3 0 28-15,-2 0-40 16,6 6-104-16,-5 0-52 0,8 5-40 0,-1-1-124 16,6 2 0-16,-1 1-52 15,3-1-152-15,1 3-152 0,4-2 0 16,0-3-52-16,0 3-352 0,4-7-1457 0,5-3-1067 15,-1-3-1596-15</inkml:trace>
  <inkml:trace contextRef="#ctx0" brushRef="#br0" timeOffset="38428.275">4805 7089 952 0,'0'0'2372'16,"0"0"1640"-16,0 0-2728 0,0 0-220 0,0 0-4 16,84 7-339-16,-73-14-233 15,2-2-116-15,-6-4-16 0,1-2-356 0,4-8-48 16,0-2-724-16,-4-4-681 0,-4 7-903 15,-4-14-1792-15</inkml:trace>
  <inkml:trace contextRef="#ctx0" brushRef="#br0" timeOffset="38663.919">4872 6711 1500 0,'0'0'1524'0,"0"0"3944"16,0 0-4072-16,0 0-656 0,0 0-19 0,0 0 111 15,0 0 220-15,-4 86-60 16,4-51-184-16,4 10-64 0,0 6-128 0,0 9-168 0,1 6-184 15,-1 8-140-15,-4-2-124 16,0 2-76-16,3-1 76 0,-3-7-24 16,0-5 24-16,0-4 100 0,0-10-4 15,0-6-96-15,0-3-8 0,0-9-80 0,0-4 12 16,-3-2-48-16,3-4-12 0,-9 0-176 16,1-6-204-16,-7-1-52 0,-2-2 52 15,-11-4-12-15,-7-2-56 16,-9-4-40-16,-12 0-372 0,17 0-1093 15,-45-7-2379-15</inkml:trace>
  <inkml:trace contextRef="#ctx0" brushRef="#br0" timeOffset="38998.916">3040 7794 4208 0,'0'0'428'15,"0"0"2396"-15,0 0-1148 0,0 0-668 16,0 0 37-16,0 0 267 0,0 0-40 16,91-25-168-16,-47 19-24 0,8-1-148 15,8 4-176-15,7-3-248 0,17 0-64 0,3-4 84 16,13 4-36-16,8-4-100 0,4 3-160 0,-2-2-120 16,6 3 44-16,0 2-92 15,4-2-64-15,-1 3 4 0,-4 1 8 16,-3-2-12-16,-4 1-164 0,-8 0 156 0,-13-1 4 15,-4 4-108-15,-6-3-20 16,-10-1-40-16,-7 4-24 0,-8-3-84 0,-5 3-64 16,-6 0-88-16,-5-2-124 0,-5 2 12 15,1 0-64-15,-8 0 36 16,-1 0-236-16,2-3-580 0,-5-1-920 0,-9 2-2157 16,1-9-2375-16</inkml:trace>
  <inkml:trace contextRef="#ctx0" brushRef="#br0" timeOffset="39923.863">7035 6547 1448 0,'0'0'9208'15,"0"0"-7895"-15,0 0-697 0,0 0-220 16,0 0 152-16,0 0 468 15,0 0 68-15,0 0-128 0,0 0-496 0,0 0-284 16,-39 101-16-16,23-46 124 0,0 8-36 0,-4 6-48 16,0 5-40-16,-4 2 48 15,4 0-44-15,-7 4-68 0,3-2-96 16,0-5 0-16,0-6-8 0,4-13 8 0,4-13 84 16,4-13-80-16,4-7-4 15,4-13-148-15,0-4-200 0,4-4-332 0,0-7-128 16,0-5-308-16,0-13-768 0,8-10-172 0,-5 3-873 15,10-31-1531-15</inkml:trace>
  <inkml:trace contextRef="#ctx0" brushRef="#br0" timeOffset="40170.895">6952 6642 7628 0,'0'0'1400'0,"0"0"-1076"0,0 0 192 15,0 0 557-15,0 0-313 0,0 0 276 0,0 0-16 16,0 0-108-16,79 69-152 15,-58-33-220-15,3 8-48 0,0 3-144 0,-1 11-124 16,5 2-48-16,-4 3-64 0,4 4 16 16,-4 3-128-16,-1-2-52 0,2-12-60 0,-9-2 108 15,-1-6 4-15,2-11-12 0,-9-7 8 16,-1-5-8-16,2-7-36 0,-9-4-4 0,0-5-8 16,4-6-92-16,-4 1-96 0,0-4-496 15,-4-4-96-15,-9-3-452 16,6-5-688-16,-14-7-329 0,6-4-299 15,-1 4-152-15,-12-15-1399 0</inkml:trace>
  <inkml:trace contextRef="#ctx0" brushRef="#br0" timeOffset="40326.046">6972 7175 5004 0,'0'0'2836'0,"0"0"-572"0,0 0-563 0,0 0-357 16,0 0-236-16,0 0-424 0,0 0-180 16,0 0-4-16,0 0-132 0,0 0-192 0,0 0 284 15,-8-34 28-15,36 29-132 0,0 3-188 16,4-1-168-1,3 0-88-15,-3 3 40 0,4-6-116 0,-4 1-196 16,5 3-384-16,-2-2-428 0,1 4-828 16,-8-2-2793-16,4-1-3798 0</inkml:trace>
  <inkml:trace contextRef="#ctx0" brushRef="#br0" timeOffset="40577.358">7681 7131 3952 0,'0'0'6576'0,"0"0"-5687"0,0 93-441 16,0-53 260-16,0 7 272 15,0 5 112-15,5-2-172 0,-5 8-112 0,4 2-336 16,-4 0-232-16,3 6-128 0,-3 2-108 16,0-2-4-16,0-3 0 0,0-6 0 15,-3-2 8-15,-1-11 4 0,-1-9-12 0,-3-6-80 0,4-10-208 16,-3-11-184-1,-1-1-172-15,3-7-84 16,-3-7-208-16,1-11-928 0,-1-8-365 0,-1-12-39 0,5 7-188 16,-3-32-1640-16</inkml:trace>
  <inkml:trace contextRef="#ctx0" brushRef="#br0" timeOffset="40766.301">7654 7324 6432 0,'0'0'3088'15,"0"0"-1900"-15,0 0-543 0,0 0 227 16,71-70 36-16,-55 61-196 0,-4 6 76 0,-4 3-96 15,3 0 12-15,-2 0 0 0,3 7-104 16,-5 5-168-16,2 4-108 0,-5 6-104 0,0 7 64 16,-4 9-188-16,-4 3-96 0,-9 1-112 15,-2 5-220-15,-1-7-64 0,-4 2 24 16,4-10-52-16,-4-6 12 16,4-5-140-16,0-10-204 0,4-8-304 0,5-3-556 15,-1-3-817-15,3-20-2731 0</inkml:trace>
  <inkml:trace contextRef="#ctx0" brushRef="#br0" timeOffset="40977.294">7976 7245 7460 0,'0'0'3188'0,"0"0"-1567"0,0 0-917 16,20 79 96-16,-20-40 356 0,4 5 48 16,-4 6-152-16,0 4-244 0,0 4-92 15,4 9-140-15,0 0-196 16,0 8-120-16,0-1-116 0,-1 2-44 0,2-3-60 15,-5-6-40-15,0-4-136 16,0-9-192-16,0-10-100 0,0-9 84 0,0-9 48 0,0-15-88 16,0-6-396-16,0-5-608 15,0-16-576-15,0-13-912 16,0 6-1281-16,0-30-403 0</inkml:trace>
  <inkml:trace contextRef="#ctx0" brushRef="#br0" timeOffset="41194.059">8072 7375 9820 0,'0'0'1345'0,"0"0"-1165"0,0 0 128 0,0 0 716 0,0 0 148 16,0 0-132-16,0 0 204 0,0 0-400 15,0 0-360-15,87 61-188 0,-75-36-148 16,1 6-24-16,-10 5-48 0,1-1-68 16,-4 6-8-16,0 0-124 15,-4 0-160-15,-8-2-40 0,-4-4-24 16,5-4 48-16,-9-5 0 0,-1-7 36 0,6-6-64 15,-5-8-300-15,4-5-220 0,0-2-460 16,0-12-977-16,8 2-859 0,-8-17-1980 16</inkml:trace>
  <inkml:trace contextRef="#ctx0" brushRef="#br0" timeOffset="41569.679">8558 6654 13121 0,'0'0'1880'0,"0"0"-1592"0,0 0-276 0,0 0 392 15,0 0 324-15,-17 112 432 0,14-55-108 16,-1 16-168-16,0 9-164 0,0 7-196 0,0 3-180 16,0 1-92-16,0-2-116 0,4-8-136 15,0-10-124-15,0-12-280 0,8-17-156 16,4-12-64-1,4-14-100-15,3-11-212 0,6-7-316 0,3-9-432 0,3-17-548 16,5-6-753-16,-12 7-2015 0,16-20 21 16</inkml:trace>
  <inkml:trace contextRef="#ctx0" brushRef="#br0" timeOffset="41893.985">8953 7397 444 0,'0'0'6296'16,"0"0"-3468"-16,0 0-187 0,0 0-309 0,51 70-556 16,-51-38-404-16,0 3-248 15,0 3-240-15,0 0-68 0,-8 1-120 16,8-8-212-16,0-3-299 0,0-8-185 0,4-7-165 15,8-4 101-15,8-3 16 0,4-2 44 16,4 2 4-16,4-3 8 0,-1 3-8 16,9 1-12-16,-4 5-72 0,-3 1 84 0,-2 6-4 15,-8 0 8-15,2 10-4 16,-9 0 156-16,-8 4-92 16,-4 6 57-16,-4 3-61 0,-4-2-52 0,-13 4-8 15,-2-4 0-15,-5-3 48 0,0-5 0 16,0-6-48-16,-4-7 0 0,5-6-72 15,-2-7 0-15,1-6 72 0,5-3 0 0,-1-11 0 16,3-5-24-16,2-9-85 16,7-4-3-16,3-5-44 0,5-8 108 0,5 0-64 15,11-2-44-15,4-1 44 0,4-2 4 16,3 1-64-16,5-4 4 0,0 2-128 0,4 4-328 16,0-2-468-16,0 9-504 0,-1 1-972 15,-10 11-2233-15,10-4-3567 0</inkml:trace>
  <inkml:trace contextRef="#ctx0" brushRef="#br0" timeOffset="42970.29">10422 6788 8292 0,'0'0'3945'16,"0"0"-3229"-16,0 0 520 0,0 0-516 0,0 0-100 16,0 0 100-16,0 0-12 0,0 0 496 15,84 3 4-15,-36 3-424 0,-1 1-356 0,9-1-100 16,-3-6-132-16,3 0-100 15,-5 0-96-15,-3-6 4 0,-1-4-4 16,-2-2-4-16,2-1-120 16,-7-6-156-16,-4 3-292 0,0-1-308 0,-4 3-252 15,-8-3-696-15,-9 8-1040 0,-6 2-2937 16</inkml:trace>
  <inkml:trace contextRef="#ctx0" brushRef="#br0" timeOffset="43155.043">10940 6829 5764 0,'0'0'5893'16,"0"0"-4637"-16,-19 74-328 0,14-41-240 16,5 13-8-16,0 4 248 0,0 2 264 0,0-2-32 15,0-2-396-15,5-4-444 16,-1-6-320-16,3-6-112 0,1-4-108 0,1-5-148 16,2-7-284-16,1-7-32 15,1-6-148-15,2-3-336 0,5-6-476 0,-4-13-464 16,-4 3-2013-16,4-22-1255 0</inkml:trace>
  <inkml:trace contextRef="#ctx0" brushRef="#br0" timeOffset="43600.138">11315 6556 11657 0,'0'0'1968'16,"0"0"-1332"-16,0 0 24 0,0 0 296 0,16 73 208 15,-16-25-196-15,0 3-56 16,0 9-188-16,-8 4-100 0,0-1-292 15,0 4-268-15,0 0-64 0,-3-7-148 16,6-3-72-16,1-10-156 0,0-11-40 0,4-14 132 16,0-10-120-16,0-6-152 15,8-6-248-15,4-6 256 0,0-10 124 0,4-6-56 16,4-6-300-16,0-4-28 0,0 0 252 16,-1 3 300-16,2 4 256 0,-6 6 0 0,5 3 76 15,-8 11 140-15,0-2 76 16,-4 7 152-16,-4 0 212 0,0 9 388 15,0 7-156-15,-4 3-356 0,0 2-208 16,0 5-104-16,0-3-84 0,0-1-48 0,-4-6-24 16,4-1-64-16,-4-8-60 0,4-1-52 0,0-3-24 31,0-3 0-31,0 0 0 0,4 0 136 0,5-3 0 0,2-5 196 0,1-6 64 16,8-2-188-16,0-3-72 0,3 3-124 15,-2 0-24-15,-1 7 12 16,-1 3-24-16,1 6 12 0,-3 0 96 15,2 6 48-15,-6 7 4 0,2 3 224 0,-2 3-40 16,-2 3-96-16,-3 0-40 0,0 4-36 16,-3-4-12-16,-5 3-272 0,3-2-556 15,-3 2-716-15,0-9-2476 0,0 9-3577 0</inkml:trace>
  <inkml:trace contextRef="#ctx0" brushRef="#br0" timeOffset="44198.757">12115 6982 12853 0,'0'0'2260'0,"0"0"-2260"0,0 0-536 16,0 0 536-16,0 0 796 0,0 0 188 0,0 0-312 16,5 70-524-16,-5-48-132 0,0-4-16 15,0 1-96-15,0-2-92 16,0-4 0-16,0-7 64 0,0-3 12 0,0 0 12 0,0-3-12 16,0 0-20-16,0 0 76 15,0 0 56-15,0 0 112 16,0 0 44-16,0 0-20 0,0 0 0 0,0 0 16 15,0 0-40-15,0 0-100 0,0 0 28 16,0 0-40-16,0-3-48 0,0 3-16 0,0-3 16 16,0 3 44-16,0 0 4 0,0 0 8 15,0 0 52-15,0 0-8 0,0 0 24 16,0 0 36-16,0 0-28 0,0 0-20 0,0 0-64 16,0 0-124-16,0 0-164 15,0 0-100-15,0 0-52 0,0 0 52 16,0 0-116-16,0 0-168 0,0 0-392 15,-5 0-1052-15,2 0-869 0,-1 0-99 16,0-4-948-16,20 8 2884 0</inkml:trace>
  <inkml:trace contextRef="#ctx0" brushRef="#br0" timeOffset="45077.171">11941 6677 10664 0,'0'0'1853'0,"0"0"-949"16,0 0-484-16,0-67 328 0,7 48 388 0,5 3-92 15,1 0-224-15,6 7-140 0,9 0-28 0,-4 4-84 16,8 3-152-1,0 2-184-15,0 2 48 0,-1 9-132 0,-3-2-4 16,-7 4-132-16,-2 6 112 0,-7-3-112 16,0 9 60-16,-8 5-24 0,-4 3-48 15,-4 6-36-15,-8 5-48 0,-8 4-40 0,-4-4 64 16,-4 0 12-16,1-2 44 0,3-4 4 16,4-10 8-16,-1-2 40 0,10-10-40 15,-1-6 52-15,8-4-36 0,4-3-24 16,0 1-280-16,4-2-256 0,8 4 228 15,4 1 308-15,7 0 172 0,5-2-160 16,0 6 88-16,4-5-96 0,-8 2-4 16,0-1 84-16,-4 3-24 0,0 0 124 0,-7 2 12 15,-2 1 84-15,-7 3 0 0,0 4-48 16,-4-2-36-16,0 7-76 16,-4 0-24-16,-8-2 4 0,-4 3-15 0,-4-4-1 15,0-3-16-15,-4-4-68 0,0 1-132 16,-4-5-25-16,5-3-27 15,-5-2-48-15,8-2-24 0,-4-4-156 0,8-6-384 16,-4-6-124-16,8-12-264 0,4-1-212 16,0-9-708-16,4 1-2585 0,4-14-3659 0</inkml:trace>
  <inkml:trace contextRef="#ctx0" brushRef="#br0" timeOffset="45393.952">12551 6747 12597 0,'0'0'1680'16,"0"0"-768"-16,0 0 248 0,0 0 32 16,0 0-388-16,90 0-112 0,-69 0-68 15,3 0-120-15,0 0-188 0,8-4-224 16,-1 2-92-16,5-8-64 0,0 3-44 0,0 0-4 16,-1 1-68-16,-7 6-28 0,4 0-16 0,-8 0 16 15,-4 6 24 1,0 5-12-16,-8 4 48 0,-4 1-60 15,0 7 208-15,-8 5 112 0,0 0 48 16,0 7-64-16,-4 3-32 0,-8 4-4 0,0 2-52 16,0 4-8-16,-3-1-48 15,-2 2 8-15,1-2 40 0,0-6 0 0,5-3-12 0,-2-2-120 16,6-11 20-16,-1-3-60 0,4-6 24 16,-1-7-112-16,5-2-220 0,0-7-416 15,0 0-772-15,0-7-936 0,5 1-513 0,3-16-1779 16</inkml:trace>
  <inkml:trace contextRef="#ctx0" brushRef="#br0" timeOffset="46221.042">13502 7308 13921 0,'0'0'2852'0,"0"0"-1316"0,0 0-1040 0,0 0-192 16,0 0-144-16,0 0 260 0,0 0 324 15,0 0-72-15,0 0-392 0,0 0-272 16,5 0 4-16,-5 0 0 0,0 0 36 16,0 0 12-16,0 0 0 0,0 0-52 15,0 0-8-15,0 0 0 0,0 0-12 16,0 0 8-16,0 0 4 0,0 0 8 0,0 0 4 15,0 0 60-15,0 0-20 0,0 0-48 16,0 0-4-16,0 0-76 0,0 0-204 16,0 0-316-16,0-2-368 0,0-5-400 15,0-6-672-15,0 1-2300 0,-5-13-3181 16,10 84 2961-16</inkml:trace>
  <inkml:trace contextRef="#ctx0" brushRef="#br0" timeOffset="46551.298">13853 6703 13061 0,'0'0'2308'0,"0"0"-1692"0,0 0-364 16,100-51 372-16,-69 38 24 16,-7 6 144-16,1 4-40 0,-6 0-76 0,-3 3-164 15,-4 3-208-15,0 3-144 16,0 7 24-16,-8 6 24 0,0 6 8 0,-4 7-68 15,0 7-52-15,-8 8-48 0,-4 4-36 16,0 3-8-16,0 0-4 0,0-4 0 16,4-5 0-16,8-6 48 0,0-8-40 0,8-6 4 15,8-6 64-15,4-3 93 0,4-3 51 16,4-3 68-16,7-3 608 0,2-7-484 16,2 0-196-16,1-11-148 15,4-5-68-15,0-6-244 0,-5-3-104 16,10-8-172-16,-10 2-316 0,6-6-213 15,-6-2-587-15,-3-2-996 0,-8 13-2100 0,0-14-1813 16</inkml:trace>
  <inkml:trace contextRef="#ctx0" brushRef="#br0" timeOffset="46719.994">14463 6652 9472 0,'0'0'3153'0,"0"0"-1825"0,0 0-836 15,-52 79-36-15,48-41 176 0,-4 6 324 0,3 4 312 16,5 8-168-1,0 5-252-15,5-1-264 0,-1 8-240 16,-4 1-124-16,4-2-220 0,-4-1-148 0,0 1-268 16,-4-6-376-16,0-1-256 0,-4-6-688 0,4-7-820 15,0-8-1997-15,0 3-1987 0</inkml:trace>
  <inkml:trace contextRef="#ctx0" brushRef="#br0" timeOffset="47848.174">16527 7652 4608 0,'0'0'456'16,"0"0"1768"-16,0 0 384 16,0 0-819-16,0 0-557 0,0 0-164 0,0 0 124 0,0 0-84 15,0 0-196-15,0 0-232 16,8 2-320-16,12 5 32 0,7-4 272 16,13 4 108-16,11 0-284 0,5-2-180 0,0-2-116 0,8 0-32 15,0 1 24 1,-4-4-4-16,-1 0-96 0,-3 0-8 15,0 3-68-15,-1-3-8 0,-6 0-4 0,-6 3-132 16,-6-3 64-16,-6 7-72 0,-7-5 20 16,-4 1 64-16,-4 4-24 0,-4 0-28 15,-8 2 28-15,0 0-76 0,-4 4 40 0,-4 6-100 16,-12 3 36-16,-4 7-60 0,-8 2 96 16,-4 5 4-16,-3-1 68 0,-5 0-20 0,-4 6-28 15,-4 0 24-15,0 7 28 0,0 2 0 16,-3 1 64-16,-1 4 4 0,4-3 4 15,8-3 60-15,0-2-12 0,8-6 40 0,4-5 60 16,4-4-28-16,13-10-20 16,-2-3 56-16,9-6-8 0,4-4-24 15,9-3-120-15,10 1 152 0,9-4 52 16,12-3 60-16,8 0-72 16,8-6 36-16,4-4-36 0,0-6-64 0,3 4-48 15,-7-1-44-15,4 3-40 0,-9 0-8 16,-3 8-88-16,-8-5 88 0,0 7-76 15,-5 0 12-15,-7 0-52 0,0 0 16 16,0 0-172-16,-7 0-148 0,-1 0-108 0,-1 0-324 16,-3-6-448-16,0 0-364 0,-4-5-628 15,0 6-1773-15,3-17-2071 0</inkml:trace>
  <inkml:trace contextRef="#ctx0" brushRef="#br0" timeOffset="48356.762">18622 7788 9488 0,'0'0'2937'0,"0"0"-1125"0,0 0-764 16,0 0 236-16,0 0 612 0,0 0-556 16,0 0-352-16,-63 80-388 0,39-42-272 15,0 3-27-15,-1 6-45 0,6 2-36 0,-1 1 8 16,8 4 4-16,0 0 20 0,4 0-8 16,4-3 8-16,4-1-84 0,4-9 28 0,8-2-28 15,8-7-12-15,0-3-24 16,-1-8-72-16,6-5-60 15,3-3 0-15,-4-4-96 0,4-2-12 0,0-7-120 16,-1 0-40-16,1-10-56 0,-4 0-100 16,-4-5-36-16,-5-5-196 0,2-1-277 15,-9-4-511-15,-5 1-688 0,-3-4-852 0,0 9-1757 16,-15-9-643-16</inkml:trace>
  <inkml:trace contextRef="#ctx0" brushRef="#br0" timeOffset="48648.375">18462 8229 3268 0,'0'0'8377'15,"0"0"-5949"-15,0 0-864 0,0 0-148 0,0 0-176 16,-32 68 16-16,45-59 64 0,2 3-311 0,13-2-113 16,4-4-204-16,4-2-272 0,1-4-224 15,-2-10-196-15,-3-3-76 16,4-5-156-16,-8-3-168 0,0 0-192 0,-4-5-172 0,-5 1-97 16,2 3-215-16,-6 6-320 15,-6 0-116-15,-2 7-268 0,-7 2 188 16,4 7 572-16,-4 0 1020 0,0 0 76 15,-4 13 664-15,1 3 32 0,-5 6 292 16,-5 6 4-16,9 8 4 0,-3 2-36 0,3 3-124 16,-1 0-192-16,1 0-208 0,0-2-120 15,4-1 8-15,0-7 1 0,0-6-193 16,0-8-208-16,0-2-100 0,8-8-217 0,-3-4-195 16,3-3-172-16,-1 0-232 0,10-13-188 15,-6-6-920-15,1 0-1996 0,8-18-2637 16</inkml:trace>
  <inkml:trace contextRef="#ctx0" brushRef="#br0" timeOffset="48898.037">19160 7829 11865 0,'0'0'1676'0,"0"0"-712"0,0 0-68 16,0 0 136-16,0 0 188 0,88 67 260 15,-73-41-304-15,2-1-432 0,-1 6-304 0,3 4-136 16,-2 1-75-16,-2 1 15 0,-2 2-12 15,-6 5-100 1,-7 4-60-16,0-1-64 0,-7 4-8 0,-10 3-48 16,-3-3-108-16,-3 0-148 15,-5-4-109-15,-4-5-159 0,0-1 48 0,0-6 60 16,0-7-12-16,1-5-188 0,-1-11-420 0,4-8-708 16,4-4-876-16,7-4-2769 15,-6-19-2391-15</inkml:trace>
  <inkml:trace contextRef="#ctx0" brushRef="#br0" timeOffset="49877.64">16263 8029 5564 0,'0'0'6945'0,"0"0"-5721"0,0 0-592 0,0 0-112 0,0 0 324 15,0 0 260-15,0 0-196 0,0 0-80 16,0 0-76-16,0 0-360 0,-24-35-392 15,-8 45-64-15,1 5-56 0,-9 9 32 16,-3 1 88-16,-2 3-4 0,2 1-68 16,-5 2 60-16,0 4-124 0,4 0 48 0,0 3 16 15,-4-3-52-15,9 0 76 0,-1 0-88 16,8-7 92-16,4 1 44 16,8-10 72-16,4-7 40 0,4-1-12 0,8-5-28 0,4-4-68 15,0-2-4 1,4 4 0-16,8-1 0 0,12 4 356 15,4 2 0-15,7-2-24 0,6-1-124 0,-1-3-64 16,-1 0-140-16,2-3-4 0,-6 0-56 16,1 0-16-16,-8 0 8 0,-4 0-20 15,-1-3-64-15,-2 0-108 0,-1-1-272 0,-5 2-432 16,-3 2-480-16,-7-3-1024 0,-2 3-2521 16,-3 0-2059-16</inkml:trace>
  <inkml:trace contextRef="#ctx0" brushRef="#br0" timeOffset="50064.584">15670 8725 12357 0,'0'0'1276'15,"0"0"-564"-15,0 0-636 0,0 0 468 16,0 0 856-16,0 0 140 0,111 9-380 16,-71-9-412-16,0 0-296 0,0 0-184 0,-5 0-168 15,-2-3-96-15,-1 0-4 0,-5-4-112 0,1 1 16 16,-4-3-88-16,0-1-328 15,0-3-508-15,-8 4-652 16,-4-1-2232-16,-8-3-4333 0</inkml:trace>
  <inkml:trace contextRef="#ctx0" brushRef="#br0" timeOffset="50240.034">15921 8582 2672 0,'0'0'10817'0,"0"0"-9193"0,0 0-1044 0,0 0 12 15,0 0 356-15,-64 69 340 0,56-46-304 0,5 2-472 16,-2 7-256-16,1 0-256 16,0 2-48-16,4 1-160 0,-4 1-136 0,4-5-316 15,0 1-192-15,0-7-264 0,0 1-540 16,0-11-1176-16,-4 8-3321 0</inkml:trace>
  <inkml:trace contextRef="#ctx0" brushRef="#br0" timeOffset="50593.373">14742 8036 10104 0,'0'0'2753'0,"0"0"-1429"0,0 0-576 0,0 0 196 15,0 0 356 1,0 0 200-16,0 0-456 0,0 0-496 0,0 0-460 0,0 0 104 16,-4 100 28-16,4-45-12 0,0 5-112 15,4 1-20-15,0 2-68 16,-4 0-8-16,3 5 0 15,-3-5-148-15,0 0-168 0,0 4-24 0,0-6-88 0,0-4-28 16,0-3-120-16,0-7-116 0,4-5-284 16,0-8-404-16,4-2-500 0,4-7-756 15,-4-8-2017-15,9-5-1855 0</inkml:trace>
  <inkml:trace contextRef="#ctx0" brushRef="#br0" timeOffset="51727.893">20682 7849 7128 0,'0'0'1248'0,"0"0"-588"0,0 0 428 16,0 0 585-16,0 0-329 0,0 0-236 16,0 0-224-16,0 0-52 15,0 0 44-15,0 0-92 0,68-36-140 0,-68 36-52 16,0 0 60-16,0 0 56 0,0 0-136 16,0 0-120-16,-4 0-100 0,-1 4-71 0,-6 3-37 0,-5 1-244 15,-8 5-60-15,-4 6-112 16,-7 3 103-16,-1 3 65 15,-5 0 4-15,-2 5-12 0,-2-2-84 0,-6 4 24 16,-5 3 68-16,4 3 0 16,-4 4 0-16,1-1 0 0,3-4 4 0,4 5-84 15,5-6-88-15,11-5 28 0,4-6 84 16,7-6 60-16,10-6 44 0,3-7-44 0,4-3-96 16,4 0-88-16,0-3 100 0,8 4 84 15,4 2 96-15,8-3 244 0,4 4-84 16,-1 0-160-16,5-5 52 15,0 1-51-15,0 0 47 0,0 3-68 0,0 1-4 16,4-1-20-16,0 7-44 0,0-3-4 16,3 3 40-16,6 3-44 0,-2-1-48 15,1-2 12-15,-1 3 36 0,-2 0 4 16,3-4 44-16,-5-2-40 0,-3 2-8 0,0-2 4 16,-4-4-4-16,0 5-8 0,-13-6-112 15,6 2 72 1,-10 0-40-16,2-5 16 0,-5 2 68 0,-5-2-93 15,1 2 37-15,1-4-40 0,-5 2-20 0,0-2-24 16,0 0-28-16,0 0-36 0,0 0-168 0,0 0-176 16,0 0-204-16,0 0-280 15,0 0-652-15,0 0-1048 0,-5-6-3029 0</inkml:trace>
  <inkml:trace contextRef="#ctx0" brushRef="#br0" timeOffset="52526.332">22307 7753 300 0,'0'0'7204'15,"0"0"-6176"-15,4-82-124 0,-4 56 248 16,0-2 405-16,0 2-165 15,-4 7-172-15,-3 3-88 0,-5 3-80 16,-1 1-232-16,2 5-116 0,-6-2-212 0,2 2-96 16,-5 2-116-16,1 5-72 0,-2 0-12 15,-3 0-48-15,-4 8-148 0,-4 12-48 16,0 5-52-16,-3 13 100 0,-1 6 120 16,-3 17-12-16,2 6 16 0,1 12-64 0,4 4-4 15,0 8-52-15,4 5-4 0,4-4 4 16,9-2 96-16,7-15 104 0,8-11 80 0,0-13-20 15,16-10-68-15,4-13-124 16,4-2-12-16,4-11-56 0,-1 1 157 16,6-9 23-16,-6-1 32 0,5-6 16 0,4-2-4 15,-4-9-84 1,0-8-144-16,0 0-56 0,-4-6-112 0,0-3-172 16,-5-4-133-16,1 4-183 0,-12-5-184 0,-4-2-364 0,-4 1-660 15,-4 12-1988-15,-12-19-2241 0</inkml:trace>
  <inkml:trace contextRef="#ctx0" brushRef="#br0" timeOffset="52826.968">21946 8115 13625 0,'0'0'1812'0,"0"0"-1020"0,0 0-504 16,0 0 348-16,0 0 416 0,0 0 352 16,86 26-316-16,-58-24-380 0,4-2-296 0,0 0-207 15,5-2-205-15,-5-5-12 0,-1-2-144 16,1-5-149-16,0 4-411 0,-4-5-200 15,0 3-216-15,-5 2-412 0,-3 0-840 0,-4 5-688 16,-4 1-941-16,-8 2 1361 0,0 2 540 16,-4 2 1576-16,0 7 536 0,-8 5 1656 15,1 1 456-15,-6 8 148 16,-2 5-124-16,2 7-171 0,-2 3-245 16,-2 4-284-16,2 8-368 0,-5 4-124 0,8 3-164 15,-4 4-128-15,0-1-148 0,4 0-140 16,-4 0-184-16,9-8-180 0,-2-8-404 15,5-3-244-15,4-12-128 0,0-3-176 16,4-7-412-16,5-7-604 0,-2-3-960 16,-3-2-2637-16</inkml:trace>
  <inkml:trace contextRef="#ctx0" brushRef="#br0" timeOffset="53611.386">20842 7725 7340 0,'0'0'2284'0,"0"0"-451"0,0 0-449 0,0 0 4 16,0 0-64-16,0 0-144 0,0 0-320 15,0 0-352-15,0 0-100 16,-24 63-4-16,16-34 76 0,4 6 132 0,-5 2-100 16,2 8-120-16,-1 6-76 0,4 0-48 15,-9 9-100-15,6 0 17 0,-1 1-125 0,-1 2-52 16,2-2 48-16,3-1-56 15,-4-4-4-15,0-1-56 0,3-4 12 16,2-7-49-16,-1-2 9 16,4-4-56-16,-4-4 24 0,4-5 8 0,0-4 16 0,0-3 0 15,0-6-16-15,0 0-20 0,-4-2 8 16,4-8-20-16,0 0-16 0,0-6 64 0,0 2 8 16,0-2 4-16,0 0-28 0,0 0-8 15,0 0-28-15,0 0-12 16,0 0-24-16,0 0 0 0,0 0-48 15,0 0-28-15,0 0-12 0,0 0-60 0,0 0-136 16,0 0-140-16,0-2-56 0,0-2 48 16,0 4 24-16,0-2 24 0,0-2-52 15,0 2-220-15,0-5-272 0,0 0-97 0,0 2-175 16,4-6-288-16,-4 5-472 0,4-13-700 16,-12 88 24-16</inkml:trace>
  <inkml:trace contextRef="#ctx0" brushRef="#br0" timeOffset="72143.928">18183 7566 328 0,'0'0'1328'0,"0"0"6180"0,0 0-6084 0,0 0-663 16,0 0 407-16,0 0-48 0,0 0-128 16,0 0-160-16,0 0-36 15,32-55 52-15,-27 50 32 0,-5 2-140 0,0-1-136 16,0 1 20-16,0 3-52 0,0 0-96 15,0 0-112-15,0 3-144 16,-5 1-148-16,-2 4-72 0,-1 5-60 0,-4 6 12 16,-4 4 40-16,0 5-76 0,-4 2 72 0,-4 7-100 15,4 1 52-15,-3 4 56 0,-1 8-56 16,-1 4 48-16,1 4 4 0,-4 2-64 16,5 3 68-16,-1-3-132 0,0 4 40 15,4-4 8-15,0 1-56 0,4-4 96 0,1 0-88 16,2-4-8-1,5 6 20-15,4-6 76 0,1 1 48 0,3-1-76 16,0-4 68-16,0 1 4 0,3-5 4 16,5-1 8-16,1-2-8 0,-1-4-24 15,3-3-96-15,2-3 44 0,-2 0-20 16,1-7-28-16,0-3 4 0,0-3-116 0,4-3-108 16,0-4-284-16,0-2-252 0,7 0-720 15,-2-7-1056-15,-5 3-2733 0,3-6-2207 0</inkml:trace>
  <inkml:trace contextRef="#ctx0" brushRef="#br0" timeOffset="73412.437">9853 10522 3056 0,'0'0'1252'15,"0"0"4164"-15,0 0-3883 0,0 0-337 16,0 0 116-16,0 0-44 15,0 0-124-15,0 0-256 0,0 0-292 0,0 0-52 16,28-4 236-16,7 11 100 0,9-1-388 16,4-3-140-16,0 0-156 0,0 1 12 15,-5-4-112-15,1 0-88 0,-4-7 76 16,-4 1-84-16,-4 0-60 0,-1-4-12 0,1 1-148 16,-8-1-316-16,0-2-200 0,-3 5-184 15,-10 1-252-15,-3 0-680 0,-4 6-552 0,-4 0-1617 16,-4 0-695-1</inkml:trace>
  <inkml:trace contextRef="#ctx0" brushRef="#br0" timeOffset="73601.185">10184 10624 1148 0,'0'0'1384'0,"0"0"3112"0,0 0-3080 16,-9 72 176-16,9-40-95 0,0 6-177 0,5 3-224 15,-1 3-84-15,0 1-244 0,-1 0-100 0,1 3-180 16,-4-5-40-1,0-1-252-15,0-4-196 0,0-3-120 16,0-6 60-16,-4-4-128 0,4-6-172 0,-3 0-344 16,-5 0-200-16,-1-3-564 0,1-3-2369 15,-12 9-2579-15</inkml:trace>
  <inkml:trace contextRef="#ctx0" brushRef="#br0" timeOffset="73777.475">9829 11392 1828 0,'0'0'7664'0,"0"0"-5675"0,0 0-645 0,0 0-208 16,0 0-48-16,0 0 296 0,0 0-336 16,87-23-332-16,-51 20-148 15,0 3-12-15,0-6 4 0,0 3-92 16,4-7-236-16,-5 0-88 0,5 1-144 0,1-4-96 16,-2 4-184-16,1-4-456 0,0 3-196 15,-4 5-8-15,3-2-832 0,-11 1-2304 16,8-4-3881-16</inkml:trace>
  <inkml:trace contextRef="#ctx0" brushRef="#br0" timeOffset="73929.492">10725 11074 1760 0,'0'0'11077'0,"0"0"-9793"0,0 0-892 15,0 0 568-15,80 41 248 0,-61-41-424 0,6-3-352 16,2-9-140-16,1-14-292 15,4-5-124-15,0-8-544 0,0-1-744 0,-4-6-1004 16,-12 11-2101-16,4-18-2527 0</inkml:trace>
  <inkml:trace contextRef="#ctx0" brushRef="#br0" timeOffset="74251.574">10936 10601 7056 0,'0'0'4693'0,"0"0"-4025"0,-28 75-104 16,17-33 112-16,3 6 20 0,3 4 440 15,5 1-64-15,0 4-400 0,9 0 172 0,-1 1-180 16,7-1-220-16,-2 3-152 0,-2 3-68 16,2 1 116-16,-2-1-96 0,-3-2-120 0,1-1 20 15,-5-6 16-15,-1-1-64 0,1-1 64 16,0-8-76-16,-4-3-8 0,0-6-4 16,4-2-64-16,-4-5 88 0,0-9-84 15,0-3 72-15,-4-4-80 16,-4-5 64-16,1-4 64 0,-6-3-124 15,-2 0-8-15,-6 0-120 0,-3-3-28 16,-4-4-156-16,5 0 24 0,-5 5 48 0,4-4-120 16,0 0-100-16,0 2-64 0,8 1-112 0,0-4-100 15,1 4-204-15,-2-3-412 16,6 0-284-16,3-1-264 0,3 1-621 16,-3-4-1515-16,4 8-1116 0</inkml:trace>
  <inkml:trace contextRef="#ctx0" brushRef="#br0" timeOffset="77250.47">12474 10671 11745 0,'0'0'2616'0,"0"0"-952"0,0 0-424 16,0 0 356-16,0 0-152 0,0 0-408 16,104 0-427-16,-73 5-209 0,1-5-192 15,13 0-16-15,-2 0-56 0,1-2 8 0,4-4 12 16,-4 0-48-16,0-5 0 0,-5 6-96 15,-2 2-12-15,-2-4-4 0,-3 3-132 16,-4 1 4-16,-5 3-12 0,-6 0-52 0,-1 0-56 16,-8 10-64-16,-8 2 96 0,0 5 160 15,0 5-12-15,-4 3-61 16,-8 4-63-16,-8 3 12 0,0-1 100 16,0 5-60-16,-8-3 56 0,1 3-8 15,-6-1 12-15,1 3-28 0,-4 1 16 0,1-5 88 0,-5 4 4 16,4-3 4-16,-4 0 8 15,0 0 0-15,5 1 64 16,3-2 52-16,4-2-76 0,4-1-36 16,4-5 36-16,8-8 36 0,0-1-76 15,8-4 4-15,1-3-12 0,3-5-68 0,0-5-112 0,7 7 180 16,5-7 200-16,8 7 68 0,8-7-24 16,4 0-12-16,4 0 9 0,-1 0 3 15,5 0-24-15,0-4-40 0,0 1-48 0,0 3-48 16,0-4 28-16,0 1-40 0,-1 0 0 15,1 3-72-15,-4 0 0 0,0 0 0 0,-4 0 0 16,0 0 0-16,-8 0-60 16,-1 3-84-16,-7-3-4 15,0 3-32-15,-4 1-16 0,0-1-116 0,1 1-153 16,-6-4-203-16,5 2-784 0,-4-2-760 16,0 0-624-16,-4-2-1909 0,0-9-2079 0</inkml:trace>
  <inkml:trace contextRef="#ctx0" brushRef="#br0" timeOffset="77650.348">14012 10481 4484 0,'0'0'1068'0,"0"0"3204"15,0 0-2927-15,0 0-153 16,0 0 200-16,0 0-152 0,0 0-396 0,-75 0-336 0,55 19-248 16,0 6-60-16,-5 7-24 0,6 3 60 15,-5 2 0-15,4 8 0 0,-3-4-4 0,2 8 80 16,1-2-56-16,1 4 28 0,2 2-72 15,2 4-28 1,2 3-92-16,6-2-92 0,3 2-96 0,4-6 8 16,0-3-36-16,11-10 40 0,10-6-52 15,-1-6-136-15,7-11 112 0,5-4 36 0,4-9-232 16,0-5-204-16,0 0-12 0,3-12-172 16,-3-9-248-16,5-6-812 0,-2-4-1265 15,-11 6-3255-15</inkml:trace>
  <inkml:trace contextRef="#ctx0" brushRef="#br0" timeOffset="78210.851">14471 10639 5032 0,'0'0'7345'16,"0"0"-5753"-16,0 0-768 0,0 0 72 0,0 0 232 0,0 0-244 16,0 0-108-16,-88 70-196 15,76-32-112-15,-4 7-16 0,4 2-72 0,4 7-52 16,4-3-48-16,4 4 60 15,0-6 0-15,0 3-59 0,4-8-97 16,0-6-136-16,0-2-4 16,4-8-44-16,4-6-108 0,-4-3 44 0,4-6-68 15,-4-4-1-15,4-3-27 0,-4-2-192 16,0-1-124-16,-1-3-12 0,2 0-96 0,-5-7-56 16,4 1 124-16,-5-3-100 0,-3-4-392 15,0 0-500-15,-3-3-668 0,-9 1-481 0,-4-2-295 16,0 2-160-16,-4-1-1316 0,0-1 4428 15,0 5 260-15,4-1 472 16,8 10 872-16,4 0 1560 0,0 3-108 0,4 0-887 16,0 0-729-16,4 0-368 0,8 6 436 15,0 1-76-15,8-1-164 16,0 0-180-16,4-2-168 0,-1-4-224 0,1 0-136 16,8-7-180-16,-4-5-176 0,4-4-204 0,0-3-24 15,-4-3-132-15,0 3-220 0,-4-4-188 16,0 4-72-16,-1 4-136 0,-6-2-236 0,-2 9-444 15,-6 1-640 1,-5 4-712-16,-1 3-1501 0,-3 3 309 16,-3 4 1572-16,-10 1 1389 0,2 3 1035 0,-1-3 1491 15,-1 9 829-15,2-5 52 0,3 7 56 16,-1 0-384-16,6 3-359 0,-1 4-165 16,4-1-292-16,0 4-248 0,0-1-152 0,0 0-172 15,0 4-36-15,4-3-112 0,-1 0-140 16,6-4-96-16,-5 1-128 15,4-4-140-15,-4-3-4 0,3-4-184 0,-3 2-36 16,5-4-136-16,-5-4-212 0,0-3-336 16,3-3-524-16,-3-3-1000 0,5 0-1865 15,-2-6-1959-15</inkml:trace>
  <inkml:trace contextRef="#ctx0" brushRef="#br0" timeOffset="78546.147">15212 10601 5532 0,'0'0'6961'15,"0"0"-6269"-15,0 0-196 0,0 0 252 0,0 0 312 0,75 42 248 0,-59-30-376 16,5 7-388-16,-6 0-136 15,5 3-88-15,3 7-28 0,2 3 104 16,-5 3-92-16,-5 5-132 0,-6 2-124 16,-1 2-36-16,-8 8-8 15,0-2-4-15,-4 4-160 0,-9 0 64 0,2 3 36 0,-5-6-76 16,-4 0 52-16,0 0 8 16,-4-7 68-16,-3-6-52 0,-1-3 52 15,-9-6-176-15,5-7-100 0,0-10-172 16,0-2-136-16,1-10-200 0,-1-3-372 15,4-13-728-15,1-6-2161 0,6 3-3743 0</inkml:trace>
  <inkml:trace contextRef="#ctx0" brushRef="#br0" timeOffset="79530.985">17343 10531 1396 0,'0'0'288'0,"0"0"596"16,0 0 1020-16,0 0 608 0,0 0-536 0,0 0-144 15,0 0-147-15,0 0-217 0,0 0-316 0,0 0-200 16,0 0-460-16,-36 26-396 15,12-14-92-15,0 4-4 0,-8 3 4 16,4 1 48-16,-7 2-48 0,3 0 4 0,-4 3-8 16,-3 0-4-16,-1 1-44 15,-4 2 48-15,0 1 8 0,4 0-4 16,-4-1 8-16,5-3 60 0,-6 4-8 0,10 0-60 16,-5-6 0-16,8-2 4 0,4-2 44 15,8 1 120 1,1-12-8-16,6 3-28 0,5-6-36 0,4-2 36 0,1 1 12 15,3-4 0-15,0 0 12 0,0 0-48 0,0 0 12 16,0 0-68-16,3 0-52 16,5 0-4-16,4 0 248 0,0 3-100 15,0 4 72-15,4-4 88 0,0 3 112 16,-4 1-116-16,8-1-36 0,-4 3-96 16,3 1-12-16,5-4 20 0,1 4-32 15,3 2-16-15,-1-2-32 0,5-1-4 0,4 4 0 0,4-1-20 16,0 2 8-16,4 1 48 15,-5 1 4-15,9 0 57 0,-8 0-33 0,4 0-100 16,-8-4-60-16,0 1 0 16,-4-3 0-16,-4-4-12 0,-8 1-96 15,-1-1 44-15,-6-3-20 0,-2 0-1 16,-3 0-11-16,-4 0-52 0,0-3-96 0,-4 0-180 16,0 4-172-16,0-1-140 0,0 0-76 15,0 7-188-15,0-1-684 0,-4 1-1148 16,-4-1-2945-16,-7 1-587 15</inkml:trace>
  <inkml:trace contextRef="#ctx0" brushRef="#br0" timeOffset="80209.922">16538 11534 3252 0,'0'0'184'0,"0"0"2316"0,0 0 720 0,0 0-883 16,0 0-709-16,0 0-256 0,0 0-212 15,0 0-140-15,0 0-236 16,0 0-300-16,12 0-128 0,0 3 188 15,4 1 8-15,4-1-88 0,4 0-168 0,-1 0-76 16,2 4 0-16,3 0 48 16,3-2-12-16,1 2 48 15,4 2-136-15,4-2-32 0,-4-2-52 0,4 2-80 0,-1 0-4 16,2 0 0-16,-5-2-72 0,-1 2 60 16,1-4-88-16,-4 1 40 0,-4-2 0 15,-4-2 52-15,-4 4-64 0,-4-4 60 0,0 0-88 16,-4 0-144-16,-9 0-144 0,5 0-64 15,-8 0-72-15,5 0-152 16,-5 0-88-16,0 0-164 0,0 0-172 0,0-4-248 16,-5-2-620-16,-6-1-1313 15,3-1-3331-15</inkml:trace>
  <inkml:trace contextRef="#ctx0" brushRef="#br0" timeOffset="80824.853">16897 11331 6188 0,'0'0'1364'0,"0"0"1732"0,0 0-1719 15,0 0-697-15,0 0-56 0,0 0 280 16,0 0 280-16,0 0-336 15,0 0-488-15,0 0-272 0,0 0 212 0,0 58 96 16,0-27-120-16,0 4 92 0,0 0 28 16,0 3-100-16,0 1-124 0,0-2 0 15,0 2-72-15,0 2-4 0,-4-3-88 16,4-3 0-16,0-3-8 0,-4-1-60 16,4-5 52-16,0-1-40 0,-4-3-4 15,4-3-80-15,0-6-4 0,0-4 0 0,0-2-48 0,0-4-112 16,0-3-212-16,0 0 36 15,4-3-136-15,4-6 40 16,0-4-36-16,4-10-568 0,-4-2-920 0,4-7-1197 16,-4 7-2659-16,-1-17 2961 0</inkml:trace>
  <inkml:trace contextRef="#ctx0" brushRef="#br0" timeOffset="81477.91">17395 10534 1916 0,'0'0'548'0,"0"0"-376"0,0 0 1744 0,0 0 1284 0,0 0-1412 16,0 0-700-16,0 0 5 0,0 0-105 15,0 0-8-15,0 0-116 0,0 0-284 16,0 13-152-16,4-3 100 0,-4 2 176 16,4 4-156-16,-4 3-164 0,4 3-64 0,-4 1 64 15,4 2-124-15,-4 4 96 16,3-1-60-16,2 0-76 15,-5 5-36-15,4-1-100 0,0-1 16 0,0 4-28 16,-4 0-72-16,4-1-4 0,-4 2 0 16,0-1-44-16,4 0-64 0,-4 0 28 15,0-4 84-15,0-2-100 0,0-7 92 0,0-3-88 16,0-6 48-16,0-4 32 0,0 0 8 16,3 2-40-16,-3-6-60 15,0 2 44-15,4-4 4 0,-4 4-16 0,5-1 28 16,-5-3 0-16,4 4-16 0,0-5-44 15,-4 2-76-15,4 2 60 0,-4-3-48 0,4 1-28 16,-4-4-108-16,3 3-52 0,1 0-24 16,1-3-216-16,-5 0-280 15,8 0-368-15,-4 0-64 0,0-6-816 0,-1-1-2501 16,1-8-203-16</inkml:trace>
  <inkml:trace contextRef="#ctx0" brushRef="#br0" timeOffset="82207.924">18742 10182 1488 0,'0'0'1344'16,"0"0"4240"-16,0 0-3356 0,0 0-519 0,0 0-533 16,0 0-160-16,-84-25-220 15,64 25-44-15,-8 2-36 0,0 5-156 16,0 9-100-16,-4 3-28 0,0 4-36 15,0 8-52-15,4 7-52 0,1 6 16 16,3 7 0-16,8 7-4 0,-3 2 100 0,2 6-196 16,6 1-100-16,2-3-108 0,1-1-48 15,8-5-136-15,0-11 64 0,4-6 32 0,5-9 28 16,2-7 48-16,5-5 4 16,-4-8-52-16,4-2 56 0,-4-1-48 0,4-5 52 15,-4-2 0-15,4 2 0 0,-4-4-52 0,-4 0-132 16,4-4-84-16,-5 2-100 0,-2-4-160 15,3-1-212 1,-4-3-240-16,-4 1-460 0,0-5-556 0,0 2-937 16,-8-7-1531-16,4 6-1192 0</inkml:trace>
  <inkml:trace contextRef="#ctx0" brushRef="#br0" timeOffset="82368.497">18363 10789 168 0,'0'0'7528'0,"0"0"-5508"0,0 0-391 16,0 0-181-16,0 0 448 0,0 0-244 0,92 5-372 15,-68-5-316-15,0 0-152 0,4 0-188 0,-5-5-220 16,5-6-284-16,4 2-120 16,-4-3-92-16,0-4-164 0,0 0-320 0,0 0-284 15,-4 3-188-15,0 0-124 0,-9 6-804 0,-3 2-740 16,-3 2-1617-16,-5 3 173 0</inkml:trace>
  <inkml:trace contextRef="#ctx0" brushRef="#br0" timeOffset="82509.495">18793 10687 248 0,'0'0'872'0,"0"0"628"16,0 0 172-16,-43 89 3228 0,26-58-3248 0,10 8-427 15,-5-2-265-15,8 5-84 16,-1-1 48-16,5 4-128 0,0-8-256 0,0 5-136 16,0-7-104-16,9 0-104 0,-1-3-32 15,-4-4-164-15,3-2-8 16,6-4-180-16,-5 0-124 0,-1-6-76 0,6 0-228 16,-1-1-492-16,-5-2-468 0,6 1-929 0,-5-6-2703 15,-1-2-111-15</inkml:trace>
  <inkml:trace contextRef="#ctx0" brushRef="#br0" timeOffset="87024.432">19746 11430 6492 0,'0'0'6437'0,"0"0"-5505"0,0 0-704 0,0 0 24 16,0 0 316-16,0 0 340 0,-16 66-164 16,7-47-396-16,2 3-248 0,3-2 12 15,-8-1-12-15,4 0-28 0,0 4 4 16,0-8-72-16,0 3-4 0,-4-1-12 16,8-4-100-16,-4-1-48 0,1-2-364 15,2-1-560-15,5 1-328 0,-4 0-888 16,0-5-1729-16,0 5-1595 0</inkml:trace>
  <inkml:trace contextRef="#ctx0" brushRef="#br0" timeOffset="99196.515">21248 11030 3484 0,'0'0'6248'16,"0"0"-5023"-16,0 0 47 0,0 0-32 0,0 0 168 16,0 0 80-16,0 0-292 0,0 0-296 0,0 0-208 15,-64 9-92-15,68-9-124 16,8 0-244-16,12-2 12 0,8-3 148 0,12 5-88 16,3-2-76-16,2-2-228 0,-2 2 0 15,1 2-60-15,-5-6-160 0,-2 2-8 16,-1-3 56-16,-5 4-84 0,-3-2-136 15,0-5-84-15,-8 3-212 0,0-3-368 16,-5 2-940-16,-6 1-1156 0,-9-3-2781 16</inkml:trace>
  <inkml:trace contextRef="#ctx0" brushRef="#br0" timeOffset="99425.62">21499 10613 6444 0,'0'0'4985'15,"0"0"-4421"-15,0 0 192 0,0 0-40 16,0 0 200-16,0 0 116 0,0 0-340 0,-36 99-100 16,36-54-92-16,4 5 32 0,4 8 148 15,4 5-164-15,0 1-184 0,-1 2-136 16,6-2-116-16,-6-4-80 0,2-12-88 0,-2-7-48 16,2-16-36-16,-1-12-60 15,-1-7-12-15,2-6-16 0,-2-9-332 0,6-14 120 0,2-5-164 16,-6-13-420-16,2-9-752 0,-2-8-736 15,-2 14-1413-15,-3-29-875 0</inkml:trace>
  <inkml:trace contextRef="#ctx0" brushRef="#br0" timeOffset="99808.865">21886 10081 6808 0,'0'0'4068'0,"0"0"-3271"0,0 0-77 0,0 0 60 15,0 0 352-15,0 0 392 0,0 0-132 16,15 85-156-16,-15-33-336 0,0 6-252 15,0 13-72 1,0 6-80-16,4 8-116 0,-4 0-140 0,0 11-140 0,4-1-100 16,-4 3-184-16,5-3 100 15,2-8-88-15,-3-11-8 0,0-20 80 16,4-14 28-16,-4-16 68 0,1-13-56 0,-5-10-136 16,3-3-72-16,1-3-184 0,4-10 280 0,0-6 124 15,4-7 48-15,0-5-136 16,-1-5-20-16,2-2 20 0,-5 6 36 0,8 0 40 15,-4 11-28-15,-1 5 28 16,2 3-36-16,-6 7 96 16,5 6 56-16,1 0 80 0,-2 0 196 0,-2 6 144 15,2 11 12-15,1-3-96 0,1 9-124 0,2 3-64 16,-2 2-92-16,-2 4 68 0,1-4-44 0,0 0-15 16,0-2-97-16,0-3-24 15,-4-7-121-15,4-7-63 0,-5-2-72 16,2-4-24-16,-1-3-60 0,-1-3-540 0,10-10-4 15,-6-9-796-15,-3 5-3052 16,5-17-2501-16</inkml:trace>
  <inkml:trace contextRef="#ctx0" brushRef="#br0" timeOffset="100159.745">22631 11093 7868 0,'0'0'6085'15,"0"0"-5441"-15,0 0-188 0,47 67 856 16,-35-51 404-16,-4-10-252 0,-4 1-656 0,4-7-528 15,4 0 132-15,0-7-8 0,8-6-100 16,-5-6-123-16,2-6-181 0,-2-7-40 16,2-3-169-16,-2 1-19 15,-2-1-112-15,-2-1 84 0,-3 8-12 0,1 3 84 16,-5 1 36-16,-4 6-12 16,-4 6 52-16,-5-2 96 0,-6 8 12 0,3 4 24 15,-8-2 112-15,3 4 108 0,2 10-244 16,-5 3-44-16,4 2 40 0,0 10 4 0,0 4-4 15,4 3-52-15,0 6 48 16,1 0-32-16,2 0 40 0,1 4 8 0,4-8 80 16,1-2-44-16,3-1-44 0,0-5-100 15,0-6-32-15,0-8-16 0,7-2-12 16,-3-4-24-16,4-3 100 0,4 1 84 0,4-4 48 16,4 0-48-16,0-4-72 0,0-2-272 15,8-4-88-15,-4-2-232 0,4-2-380 16,0 2-776-16,-9-1-1244 0,13-2-2305 15</inkml:trace>
  <inkml:trace contextRef="#ctx0" brushRef="#br0" timeOffset="101125.986">23065 10883 1280 0,'0'0'7136'0,"0"0"-5568"16,0 0-251-16,0 0-265 0,0 0-120 16,0 0-104-16,0 0-104 0,0 0 232 15,0 0 336-15,0 0-216 0,71 23-460 16,-62 8-196-16,-1 4-188 0,-1 7-60 15,-3 2-128-15,-4-2-44 0,4-1-84 0,-4-6-88 16,0-7 36-16,0-2 40 0,4-13-28 16,-4-5 24-16,0-4-72 0,0-1 0 0,0-3 24 15,0 0 24-15,5-3-148 0,-5-4-272 16,7-4 184-16,1-6 300 16,0-2-16-16,1-4-24 0,2 2 36 0,1 1 56 15,0 2-52-15,0 5 52 0,4 3-8 16,-8 4-56-16,7 3 20 0,-2 3 52 0,-5 0 220 15,3 9 168 1,2 4 44-16,-2 3-156 0,-3 6-32 0,1 0-96 16,2 4-72-16,-3 2-72 0,1 4-4 15,2 0-76-15,-3-4-168 0,8 1-152 16,0-4-212-16,4-5-624 0,8-5-1220 0,4-5-2473 16,-4-6-2367-16,19-11 6560 15</inkml:trace>
  <inkml:trace contextRef="#ctx0" brushRef="#br0" timeOffset="101712.198">25009 10424 13269 0,'0'0'3112'0,"0"0"-2164"15,0 0-540-15,-68-67-160 0,40 54 356 16,-3 3 552-16,-5 10-352 15,0 0-340-15,-4 16-184 0,4 6-84 0,0 13-136 16,4 13-48-16,1 9 96 0,6 13 28 0,5 6 33 16,5 7 39-16,7 2-100 0,4 4 36 0,4-5 124 15,0-12 300-15,4-9-132 16,8-12-120-16,4-16-148 0,-1-7-96 0,2-11-24 16,2-8 0-16,5-5-48 0,4-4 0 15,4-13-8-15,0-6-88 0,0-9-72 16,0-5-148-16,-4-5-156 0,-4 3-132 0,-9 1 72 15,2-1 7-15,-10 6-59 0,-7 4-352 16,0 2-500-16,-7 1-660 16,-14 3-376-16,-3 0-392 0,-4 6 99 0,-4-4 309 15,-3 9 1428-15,3-2 1028 0,4 10 1224 0,5 0 852 16,6 0-108-16,10 7-127 16,7 4-485-16,0 3-24 0,7 5 76 15,10 0 128-15,2 3-180 0,5-3-460 0,4-3-396 16,0-2-184-16,0-6-60 0,0-4-96 15,0-4-160-15,-1-4-72 16,5-4-332-16,-4-6-156 0,-4-2-136 0,0-3-140 16,-4 3-168-16,-4 0-216 0,-5 4-252 15,-6 2-304-15,-1 4-288 0,-4-1 747 16,0 7 501-16,0 0 816 0,-4 4 1024 0,-1 5 61 16,-2 7 71-16,3 6 172 15,0 3 28-15,4 8-176 0,0-1-188 0,0 2-372 16,0 4-112-16,0 0-88 15,8 0-16-15,-4 4-48 0,4-5-160 16,-4 2-196-16,4-4-120 0,-1 0-288 16,6-6-392-16,-5 0-316 0,7-8-764 0,-6-5-2072 15,2-3-4805-15</inkml:trace>
  <inkml:trace contextRef="#ctx0" brushRef="#br0" timeOffset="102168.775">26061 10741 8716 0,'0'0'2933'16,"0"0"-1933"-16,0 0-364 0,0 0 368 15,0 0 448-15,84 91-160 0,-81-55-496 0,1 2-440 16,-4 3-144-16,0 1-128 0,0-5-84 16,0-5-24-16,-4-7-172 0,4-2-88 0,-3-10-124 15,3-4-140-15,-4-3-164 16,0-6-196-16,-5 0-392 15,5 0-1720-15,-15-12-4157 0</inkml:trace>
  <inkml:trace contextRef="#ctx0" brushRef="#br0" timeOffset="102329.81">25997 10636 8808 0,'0'0'5205'0,"0"0"-4357"0,0 0-548 0,80-25 444 0,-57 18 360 16,-3 2-348-16,-3 0-432 0,2-1-316 15,9-4-8-15,-4-2-160 16,8-1-364-16,0 1-688 0,0-4-664 16,-8 6-1012-16,16 4-3237 0</inkml:trace>
  <inkml:trace contextRef="#ctx0" brushRef="#br0" timeOffset="102570.81">26599 10643 6400 0,'0'0'5945'15,"0"0"-3945"-15,0 0-1140 16,-24 79-132-16,11-54 376 0,2-3 184 0,-1 1-240 0,4-8-276 0,0 2-396 15,8-9-324 1,0 3-40-16,0-3 36 0,8 3 36 16,4-2-12-16,4 1 40 0,4 2-28 15,4 1 52-15,0-4 32 0,-1 4-32 0,5 0-16 16,-4-1-48-16,0 1 40 16,1-1-28-16,-10 2 37 0,1-2 3 0,-4 2-40 15,0-2 48-15,-4 4-132 0,-4-4 0 0,-4 4-48 16,0 0-60-16,-4 0-52 15,-8 3-241-15,-4-3-171 0,0-4-24 16,0 1-188-16,-4-1-272 0,-4 2-728 16,9-9-1320-16,-17 5-3349 0</inkml:trace>
  <inkml:trace contextRef="#ctx0" brushRef="#br0" timeOffset="103178.349">27520 10582 3436 0,'0'0'5160'0,"0"0"-3632"0,0 0-187 15,0 0 287-15,83 12 96 16,-63 7-48-16,-5 7-308 0,2 6-380 15,-6 6-424-15,-2 6-208 0,-1 4-64 0,-5 6-32 16,-3-3-104-16,0 2-120 16,0-1-36-16,0-5-132 0,-3-9-76 0,3-9-36 15,-4-7 48-15,4-12 0 0,0-7-24 16,0-3-124-16,4-7-176 0,3-5 28 16,1-14 492-16,8-6-12 0,0-5-64 0,0-5 16 15,0 4 44-15,4-3 4 0,0 9 4 16,0 1 8-16,-4 8 12 0,-1 8 200 15,2 2 120-15,-6 6-8 16,2 4 8-16,-5 3-16 0,3 0 80 0,-2 10 4 16,-1 3-8-16,3-1-124 0,-7 7-72 15,5 2-24-15,-5 3-40 0,-1-2-36 16,-3 3-36-16,0 4-60 0,0 2-100 0,0 1-44 16,-3-3-28-16,3-4-24 0,-4 1-144 15,4-8-160-15,0-5-212 0,0-3-148 16,0-4-340-16,0-3-796 0,7-3-1020 15,1-16-2293-15,0 4-699 0,4-20 5956 0</inkml:trace>
  <inkml:trace contextRef="#ctx0" brushRef="#br0" timeOffset="103470.852">28229 10789 1616 0,'0'0'11425'0,"0"0"-9889"0,0 0-1208 0,4 82 164 16,-4-47 592-16,0-4 420 0,-4 4-408 0,-1-6-580 15,5-4-356-15,0-8-116 0,0-5-44 0,0-2-136 16,9-4 40-16,-2-6 96 0,1 0 0 16,8-3 0-1,-4-10-12-15,8-3-88 0,0-9-8 0,-4-4-52 0,4-3 72 16,-4 1-48-16,-5 2 88 0,2 1 4 0,-5 6 44 16,-8 3 0-16,0 2 12 15,0 4 220-15,-12 4-20 0,-1 2-212 16,-6 5-4-16,-1-2-60 0,0 4 60 0,0 4 0 0,0 9-92 15,5 2-116-15,-6 5 52 16,10 2-60-16,-2-3 12 16,2 3-92-16,7-3-44 0,-5-7-304 0,9 4-880 15,-4-3-1148-15,4-7-2369 0,0 0-2735 16</inkml:trace>
  <inkml:trace contextRef="#ctx0" brushRef="#br0" timeOffset="103760.57">28519 10744 1016 0,'0'0'10149'16,"0"0"-8509"-16,0 0-1104 0,32 80 216 16,-32-46 372-16,0 1 36 0,0 0-300 0,-4 1-316 15,0-8-380-15,0-6-164 0,4-6-212 0,0-3-84 16,0-8 72 0,8-5 72-16,0 0 152 0,8-9 0 0,0-6-84 0,4-8-44 15,0-2-184-15,3-4-52 0,-2 0 0 16,3 1 136-16,-5 6 116 15,5 5-100-15,-7 5 48 0,-2 5 48 0,-2 7-36 16,-2 0 152-16,-3 11 212 0,-4 4-12 16,0 1-84-16,0 6-108 0,0 0 72 15,0 1-80-15,0 2-116 0,-4 1-20 16,4 2-128-16,0 0-256 0,0 2-804 16,-1-5-2609-16,6-6-2623 0,3 0 4812 0</inkml:trace>
  <inkml:trace contextRef="#ctx0" brushRef="#br0" timeOffset="104090.144">28985 10969 13033 0,'0'0'2584'0,"0"0"-1580"0,0 0-996 0,0 0 256 0,0 0 284 16,0 0 68-16,0 0-96 15,0 0 144-15,0 0-296 0,92 16-280 16,-56-19-88-16,-1-7-356 0,2 2-160 0,-1-9-264 16,-1 1-248-16,-3-3-792 0,-4 7-1324 15,8-17-4401-15</inkml:trace>
  <inkml:trace contextRef="#ctx0" brushRef="#br0" timeOffset="104411.044">29715 10576 11237 0,'0'0'4908'16,"0"0"-4120"-16,0 0-784 0,0 0 192 0,0 0 436 15,-96 75 356-15,68-50-80 0,0 5-452 0,0-5-212 16,8-3-76-16,1 1-32 0,6-5-136 16,5-1-48-16,1-4 0 0,7-1-76 15,0-5-84-15,0 1 48 0,3-1 40 16,5 3-64-16,9-4-232 0,-10 3 156 15,10-2 188-15,-6 3 60 0,-3-4 12 16,0 3 84-16,0 1-8 0,0-1 56 0,-4 1 80 16,0 3 44-16,-4 2 112 15,0-2-28-15,0 3-84 0,0 1-120 0,0-5-136 16,-4 1-56-16,0-8-40 0,0 5-184 16,0-6-100-16,1-1-96 0,-2-3-224 0,1 0-176 15,0 0-228-15,4-10-768 0,0 1-2028 16,0-17-1533-16</inkml:trace>
  <inkml:trace contextRef="#ctx0" brushRef="#br0" timeOffset="104586.234">29973 10703 8160 0,'0'0'6445'0,"0"0"-5249"15,0 0-860-15,0 0 396 0,20 82 852 0,-20-49 0 0,-7-2-584 16,-2 1-416-1,-2-4-231-15,3 0-109 0,-1-6-220 16,1-3-24-16,1-2-168 0,-1-8-185 0,4 1-475 16,-5-6-528-16,2-4-1064 0,-5-4-3500 15</inkml:trace>
  <inkml:trace contextRef="#ctx0" brushRef="#br0" timeOffset="104762.416">29969 10471 8492 0,'0'0'6629'0,"0"0"-5345"0,0 0-484 0,0 0 708 16,0 0-624-16,0 0-456 0,84-42-428 15,-68 33-24-15,4 0-184 0,-4-1-148 16,4 3-404-16,0 5-440 0,-1-2-312 0,-2 4-712 16,-10 4-889-16,6 11-2247 0</inkml:trace>
  <inkml:trace contextRef="#ctx0" brushRef="#br0" timeOffset="105158.398">30213 10632 1800 0,'0'0'5732'0,"0"0"-939"16,-12 93-3709-16,3-52-244 0,5 0 396 0,1 1 8 16,-1-4 12-16,0-7-48 0,0-5-496 0,4-6-396 15,0-8-168-15,0-6 60 16,4-3-4-16,4-3-72 0,3 0-132 0,6-9-60 16,-1-8-260-16,3-1 4 0,9-11-148 15,-4 0 8-15,0-3-96 0,0 7 132 0,0 6 124 16,-4 4 124-16,-1 5 36 0,-2 6 16 15,-6 2 120-15,-2 2 260 16,-1 0 368-16,-4 2 136 0,-1 9-260 16,-3-6-64-16,4 5-72 0,-4 4-128 15,0-6 44-15,0 5-188 0,4-6-84 0,1-2-12 16,-5 2 0-16,4-3 92 0,0-1 32 16,0-3-16-16,-1 0-104 0,9 0-4 0,-3-7-116 15,6-5-20 1,1-2 40-16,4-4-88 0,0 3-120 0,0-2-24 15,0 4 68-15,0 3 164 0,0 8-12 16,-4-2 108-16,-4 4 60 0,0 6 392 16,-5 4 168-16,6 6-60 0,-9 6 61 15,4 3-5-15,-5 5-168 0,-3-2-144 0,0 0-136 16,0 4-60-16,0-4-104 0,0 1-4 0,0 3-132 16,-3-3-256-16,-1-4-288 15,4-3-124-15,0-6-65 0,0-6-195 16,7-10-736-16,10 0-1152 0,-9-10-904 15,16-18-1669-15</inkml:trace>
  <inkml:trace contextRef="#ctx0" brushRef="#br0" timeOffset="105383.632">31125 10744 7868 0,'0'0'7265'0,"0"0"-5593"15,0 0-1668-15,4 92-4 0,-13-52 572 0,2 12 652 0,-1 5 288 16,4 6-332-16,-4 8-375 0,4 2-177 15,0 9 76-15,0 8-368 0,-4-3-228 16,4 3-108-16,-3-8-44 16,2-5-112-16,-3-10-268 0,4-11 76 0,0-8 92 15,0-10-36-15,4-6 64 0,-3-13-89 16,-1-7-171-16,4-8-252 0,-5-4-300 16,-3-10-452-16,4-12-1128 0,-3-10-1452 0,3 7-569 0,-13-29-1835 15</inkml:trace>
  <inkml:trace contextRef="#ctx0" brushRef="#br0" timeOffset="105602.731">31041 10792 9676 0,'0'0'1353'0,"0"0"-1069"0,0 0 284 16,0 0 392-16,0 0 236 0,0 0-196 16,79-45-196-1,-62 48-96-15,-1 11-160 0,-4-2 8 0,-1 6-108 0,-2 8-104 16,-5 0-36-16,0 4-84 15,-4 6-68-15,-4-1-32 0,-9 7-36 0,2-5-88 16,-6 2-64-16,2-8-120 0,-1-8-296 16,8-8-12-16,0-15-28 0,4 0-64 15,4-22-820-15,0-9-672 0,4 1-589 16,12-29-1963-16</inkml:trace>
  <inkml:trace contextRef="#ctx0" brushRef="#br0" timeOffset="105808.167">31559 10176 1708 0,'0'0'10597'16,"0"0"-8937"-16,0 0-1052 0,0 0 200 0,0 0 736 0,0 0 68 16,0 0-80-16,12 82-640 15,-16-31-452-15,0 6-100 0,0 6 37 0,1 4 251 16,-2 3-108-16,1 0-264 0,0 0-136 0,0-4-120 16,0-2-120-16,4-4-4 15,-3-12 28-15,-1-3-96 0,4-10-124 16,0-8-84-16,0-4-217 0,0-7-259 15,0-10-456-15,7-6-1052 0,9-6-556 16,0-10-1849-16,1 0-2039 0,10-12 6040 16</inkml:trace>
  <inkml:trace contextRef="#ctx0" brushRef="#br0" timeOffset="106070.18">31775 10978 1356 0,'0'0'1724'0,"0"0"7669"0,0 0-6157 0,0 0-1412 0,67 77-96 16,-55-64-308-16,0-3-276 0,0-5-355 0,-1-1-329 15,2-4-184 1,2 0-116-16,10-9-160 0,-1-7-48 0,4-7-28 0,4-2-32 15,-4-7-84-15,-1-3 36 0,1 3-4 16,-4 0 40-16,-8 7 36 0,-4 3 84 16,-9 0 56-16,-3 7 52 0,0 1-12 15,-11 7-96-15,-9 5-44 0,-4 2 44 16,-4 9-84-16,1 7-60 0,-1 7 84 16,0 8 60-16,0 7 96 0,3 6 36 15,10-3 112-15,-1 1-64 0,4-4-180 0,4-9 0 16,3-7-24-16,5-6 24 15,0-4 0-15,13-2-212 0,-1-4-236 16,4 1-305-16,8-7-211 0,-1-3-932 0,1-4-3324 16,8-9-5897-16</inkml:trace>
  <inkml:trace contextRef="#ctx0" brushRef="#br0" timeOffset="106216.458">32759 10900 10556 0,'0'0'9313'16,"0"0"-7421"-16,0 0-1007 0,0 0-61 0,0 0-332 15,0 0 88-15,0 0-60 16,-80 0-520-16,40 3-604 0,-4-3-132 16,-3 3-96-16,-6 0-553 0,18 0-2623 0,-41 3-4717 15</inkml:trace>
  <inkml:trace contextRef="#ctx0" brushRef="#br0" timeOffset="107700.418">10160 12687 9004 0,'0'0'4045'16,"0"0"-3217"-16,0 0-144 0,0 0 12 0,0 0 80 15,0 0 28-15,0 0 4 0,0 0-16 16,11-13-248-16,9 17 104 0,8 5 488 0,4 1-512 16,8-1-212-16,-1 4-207 0,2-4-129 15,-2 2-72-15,1-6 56 0,1-2-60 16,-6 1-4-16,-3-4-44 0,0 0-40 15,0 0-189-15,-4-4-223 0,-4-2-172 16,-5 4-232-16,-2-3-448 0,-2 5-940 16,-6-2-1644-16,-2 2-757 0,-10 0-2471 15</inkml:trace>
  <inkml:trace contextRef="#ctx0" brushRef="#br0" timeOffset="108044.69">10438 12925 1084 0,'0'0'9632'0,"0"0"-8383"0,0 0-837 0,-35 77 8 15,27-39 436-15,3 6 700 0,1 6-184 16,4 5-264-16,0-1-320 0,0 3-96 16,0 3-152-16,0-4-248 0,0 5-256 15,-4-6-36-15,-3-4-120 0,-1-7 20 0,-1-6 4 16,2-9-76-16,-1-11-220 0,0-5-544 0,-4-6-344 16,4-4-792-1,-4-3-536-15,-4-3-9 0,4-7 269 0,0-3 996 16,0-6 416-16,5 3 752 0,-6 4 184 0,5-1 1068 15,-3 0 364-15,-2 7 252 0,5-1-300 16,-3 5-95-16,6-3-149 16,1 5 124-16,4 0-568 0,0 0-380 0,4 0-140 0,5 7 176 15,10 3 304-15,1 0 80 16,8 2-4-16,4-2-100 16,4-4-216-16,-1 0-120 0,1-2-60 0,5-4-236 0,-6-4-200 15,1-2 4-15,4-10-36 0,-8 1-348 16,3-4-460-16,-2-7-592 0,-6 10-1376 15,1-16-3197-15</inkml:trace>
  <inkml:trace contextRef="#ctx0" brushRef="#br0" timeOffset="108227.205">10849 13344 7960 0,'0'0'4965'0,"0"0"-4073"0,0 0-436 15,87 28 176-15,-55-17 640 0,-4-3 364 16,4-1-540-16,-4-3-532 0,0-4-232 15,4-4-148-15,-4-5-76 0,0-11-96 16,-4-2-12-16,-1-3-184 0,-3-10-664 16,-4 0-484-16,0-3-628 0,-4-4-1852 15,-7 14-985-15,-2-13-1971 0</inkml:trace>
  <inkml:trace contextRef="#ctx0" brushRef="#br0" timeOffset="108461.193">11144 12912 1096 0,'0'0'8308'0,"0"0"-5963"16,0 0-933-16,0 0-56 0,0 0-572 15,0 0-304-15,0 0 124 0,-68 99 220 0,68-61 56 16,12 3-116 0,-1 10-88-16,6-1-128 0,-2 5-20 0,2 5-188 15,-2 3-192-15,-2 4-4 0,2 0-96 16,-6 0-48-16,-2-4 0 0,-3-2 4 16,-4-4 4-16,0-6 92 0,0-7-96 15,-7-6 56-15,-1-3-60 0,-5-7-44 16,-2-3-8-16,-5 1 48 0,-1-3-68 0,-2-1-208 15,-5-3-244-15,0 0 36 0,0-6-52 16,0-1-60-16,0-6-176 0,4-6-456 0,-4 0-640 16,0-12-1108-16,9-1-3929 0</inkml:trace>
  <inkml:trace contextRef="#ctx0" brushRef="#br0" timeOffset="109125.787">12347 12979 5592 0,'0'0'5869'16,"0"0"-4817"-16,84-3-8 0,-41 3-308 0,13 0 212 0,4 0-192 15,4 0-240-15,-1 0 20 0,1 0 284 16,0-4-152-16,-4 1-288 0,-1 0-144 16,-6 1-128-16,-2-2-68 0,-7 2-40 0,-8 2-144 15,-4 0 8-15,-8 2-36 0,-9 4 12 16,-6 4 152-1,-5 5 8-15,-4 8 4 0,-13 6 156 0,-6 9-160 16,-13 3 0-16,-8 6-64 0,-4 0 52 16,-8 5 0-16,0-4-84 0,-3 2 48 0,-1-5 48 0,0-1 8 15,0-2 60-15,5-5-68 16,7-5-4-16,4 0 4 16,8-7 8-16,4-5 76 0,12-5 40 0,8-5 0 0,4-1-124 15,4-5-112-15,17 5 112 0,2 0 220 0,13 1 176 16,7 0-56-16,6-1-168 15,2-5 12-15,9-1-24 16,-4-3-76-16,4 0-36 0,-5-3 28 16,1-4-68-16,-4 1-8 0,0-1-52 0,-8-2-92 15,4 0-40-15,-9-4-220 0,1 3-184 16,-4-3-200-16,0 1-212 0,-4-1-404 0,-4 1-856 16,-8 2-2025-16,-4-6-1935 0</inkml:trace>
  <inkml:trace contextRef="#ctx0" brushRef="#br0" timeOffset="109403.395">13953 12878 8520 0,'0'0'7277'0,"0"0"-6197"0,0 0-884 0,0 0-20 16,0 0 172-1,-96 69 404-15,72-47 492 0,0 4-560 0,4 2-244 0,0 4-100 16,9 0-120 0,-2 9-84-16,1 3 8 0,9 7 64 15,-1 4-15-15,4-1 3 0,0 5-52 0,0-1-144 16,7-1-104-16,5-5-68 0,1-5-45 0,2-9-111 16,1-13-124-16,4-6-476 0,4-9-24 15,0-8-72-15,4-4-692 16,0-18-784-16,-9 5-1921 0,9-33-2467 0</inkml:trace>
  <inkml:trace contextRef="#ctx0" brushRef="#br0" timeOffset="109658.583">14375 12836 9248 0,'0'0'5149'0,"0"0"-3725"0,0 0-756 0,0 0 140 0,0 0 36 0,0 0-20 15,-84 83 488-15,60-38-408 0,5 5-332 16,2 4-195-16,6 3-233 0,2 4-36 15,9-4 28-15,0-3-52 0,0 0 48 16,9-7 16-16,2-5 8 0,1-5-24 0,8-8 24 16,-3-3 76-1,2-5-124-15,-3-8-60 0,4 0-48 16,0-6-44-16,0-4 32 0,4-3-168 0,-4 0-28 16,0-3-80-16,-1-7-124 0,-2 0-108 0,-6-3-113 15,2-1-51-15,-10-3-232 0,1-2-560 16,-4-3-988-16,0 9-1928 0,-7-12-957 15</inkml:trace>
  <inkml:trace contextRef="#ctx0" brushRef="#br0" timeOffset="109850.451">14335 13312 12677 0,'0'0'1920'16,"0"0"-748"-16,0 0 132 0,0 0 12 15,0 0 416-15,91 20-380 0,-67-20-503 0,1 0-305 0,-1 0-216 0,-5 0-148 16,5-7-176-16,-4 1-4 0,0-4-48 15,-4 1-108-15,0-1-280 16,0-2-252-16,-5 2-105 0,-2 4-143 0,-1-1-292 16,0 4-800-16,-5 3-992 15,-3 0-825-15,0 0 941 0,0 6-48 0,0 1 108 0</inkml:trace>
  <inkml:trace contextRef="#ctx0" brushRef="#br0" timeOffset="109966.126">14658 13312 768 0,'0'0'2624'0,"0"0"408"15,0 0-432-15,-12 86-431 0,12-61-321 0,0 1-452 0,0 0-308 16,0 2-184-16,4 1-44 15,0-1-40-15,-4 1-132 0,4-4-268 0,-4-3-260 16,4-3-160-16,-4-3-160 0,0-6-308 16,4-7-308-16,-1-3-580 15,1-3-836-15,1-7-1677 0,-1-18-2295 0</inkml:trace>
  <inkml:trace contextRef="#ctx0" brushRef="#br0" timeOffset="110225.018">15148 12941 5916 0,'0'0'5969'0,"0"0"-4869"16,0 0-832-16,0 0 100 0,0 0 508 0,84 70 712 15,-69-45 136-15,6 4-676 16,3-1-396-16,-1 7-52 0,1 1-112 0,4 4-100 16,-4 2-48-16,4 2-48 0,-9 7-108 15,-2 3-135-15,-6 3-1 16,-7 0-48-16,0 0-12 0,-4 4-109 0,-4-4 33 15,-3-6-68-15,-5-3-28 0,-4-1-68 16,-4-6-116-16,-4-3-180 16,-8 0-236-16,0-2-236 0,-8-5-468 0,0-2-880 0,9-10-2253 15,-22 3-4319-15</inkml:trace>
  <inkml:trace contextRef="#ctx0" brushRef="#br0" timeOffset="115700.683">16271 13402 6472 0,'0'0'1560'0,"0"0"1365"0,0 0-1217 16,0 0-840-16,0 0-156 0,0 0 148 16,0 0 120-16,0 0-152 0,0 0-208 15,0 0-332-15,0 0 256 0,76-4 44 0,-44 4-84 16,0 0-232-16,8 0-140 16,-5 4 76-16,-3-1-24 0,9 0-48 0,-10-3-64 0,5 0 0 15,-4 0-72-15,0 0-48 16,0-3-12-16,-8-4-76 15,0 0-84-15,-5 5-156 0,1-4-276 0,-8-1-236 0,1 0-364 16,-6 2-1076-16,-3 1-2425 16,-8 2-3623-16</inkml:trace>
  <inkml:trace contextRef="#ctx0" brushRef="#br0" timeOffset="115932.945">16407 13753 2460 0,'0'0'7644'0,"0"0"-6071"16,0 0-1009-16,0 0-192 0,0 0 612 0,0 0 496 0,0 0-360 15,0 0-504-15,0 0 104 16,0 0 48-16,75 5-88 0,-47-5-216 0,4 0-232 16,4 0-72-16,0-5-56 0,0 5-104 15,8-2-76-15,-5-2-108 16,6-2-84-16,-2 4-64 0,5-5-344 0,3 3-240 0,-2-5-344 15,3-1-884-15,-16 0-1897 16,16-12-1795-16</inkml:trace>
  <inkml:trace contextRef="#ctx0" brushRef="#br0" timeOffset="116325.728">17897 12906 3452 0,'0'0'9865'0,"0"0"-8165"0,0 0-1072 16,0 0-264-16,-64-79-60 15,40 66 508-15,1 7 228 0,-1 0-384 0,-4 6-204 16,4 0-84-16,3 9-124 0,-2 3-228 0,3 4 32 16,0 7-48-16,0 5 4 15,4 7-4-15,1 4 48 0,2 8 12 0,2 4-52 16,3 3 0-16,-1 6 4 0,1 0-8 15,8 4 60-15,0-4 56 0,0 1 76 16,8-5 36-16,5-1 132 0,2-4 284 16,2-7-187-16,7-6-145 0,-1-9-28 15,5-1-80-15,0-6-40 0,0-6-24 0,0-4 64 16,0-1 32-16,0-5 52 0,-4-6-124 16,-1 0-72-16,1 0-24 15,0-6-36-15,-5-5-36 0,2 3-108 0,-5-5-144 16,0 1-40-16,-9-5-84 0,6 1-68 0,-9-3-152 15,0 0-169 1,-4 0-135-16,0 0-616 0,0 0-436 0,-8-1-688 16,4 5-1689-16,-16-3-443 0</inkml:trace>
  <inkml:trace contextRef="#ctx0" brushRef="#br0" timeOffset="116657.998">17758 13475 1044 0,'0'0'9104'0,"0"0"-7071"0,0 0-841 0,0 0-292 16,0 0-16-16,0 0 288 0,0 0 188 0,0 0-300 15,0 0-308 1,0 0-168-16,71 47-32 0,-47-44-152 0,0-3-120 16,4 0-232-16,-4-9-48 0,0-4-60 0,0-3-144 15,-5 0-188-15,2 0-156 0,-5 1-64 16,-1-2-124-16,-3 5-252 0,1 3-480 0,-6 2-500 16,-3 3 148-1,-4 4 520-15,0 0 231 0,0 0 345 0,0 11 608 16,0 1 116-16,0 7 632 0,0 3 517 15,4 0 71-15,0 7-32 16,1-1-32-16,2 4-72 16,1 0-144-16,0 0-156 0,0 0-104 0,0-4-172 0,0 4-128 15,0-3-72-15,-4-3-52 0,4-1-48 0,-4-4-104 16,0-4-104-16,0-2-160 0,0-5 12 16,-4-1-180-16,0-2-216 0,0-4-184 15,0 3-336-15,0-2-860 0,0-1-2152 16,-4-3-3257-16</inkml:trace>
  <inkml:trace contextRef="#ctx0" brushRef="#br0" timeOffset="117609.361">19388 13791 5316 0,'0'0'612'16,"0"0"1248"-16,0 0-564 0,0 0-212 15,0 0 65-15,0 0 187 0,0 0-36 16,0 0-148-16,0 0-248 0,0 0-336 0,39 80-356 15,-43-61-112 1,-4 0-96-16,4 0-4 0,-8-3-52 0,4-2-60 0,0-2-124 16,0-3-156-16,0-2-236 0,1-2-76 15,-2 2-288-15,-3-3-232 16,5-4-485-16,3 0-851 0,-5 0-1448 0</inkml:trace>
  <inkml:trace contextRef="#ctx0" brushRef="#br0" timeOffset="117921.496">20247 13411 4440 0,'0'0'10205'0,"0"0"-8601"16,0 0-1244-16,0 0-224 0,0 0 116 0,0 0 144 16,0 0 16-16,0 0-168 15,0 0 560-15,0 0-8 0,120 38-208 0,-68-35-232 16,0 0-224-16,-1-3-48 0,-2 0 4 16,-6 0-88-16,-2 0-68 0,-2-6 4 0,-3-3-32 15,-8 2-64-15,0-3-304 0,-4 1-244 16,-5-3-128-16,-2-1-228 15,-2 3-664-15,-6-3-1380 0,-5 0-2893 0</inkml:trace>
  <inkml:trace contextRef="#ctx0" brushRef="#br0" timeOffset="118177.734">20543 12966 6140 0,'0'0'5561'0,"0"0"-4985"0,0 0-408 0,0 0 136 16,-16 83 260-16,16-45 552 0,0 7 372 16,0 2-272-16,0 4-384 0,8 6-252 15,0 7-188-15,8 1-156 0,-4 6-140 16,-1 0 4-16,2-2-16 0,-2-6-84 0,1-2-52 16,0-10-72-16,0-13-36 0,-3-13-120 15,-2-9 44-15,1-13-60 0,0-10-88 16,4-12 212-16,0-12-324 0,4-17-580 0,-4-12-1412 15,-1 9-2177 1,2-34-2655-16</inkml:trace>
  <inkml:trace contextRef="#ctx0" brushRef="#br0" timeOffset="118877.599">20937 12744 10912 0,'0'0'1633'0,"0"0"-1057"0,0 0-180 16,0 0 416-16,0 0 524 0,4 99-44 0,0-52-308 15,4 4-344-15,-5 3-148 16,6 6-112-16,-1 1-60 16,3 6-76-16,-2-4-84 0,-1 7-52 0,0-3-96 0,-5-4 48 15,6-9-60-15,-5-7 0 16,0-11-4-16,0-11-8 0,0-10-64 0,-1-8-56 16,1-4-176-16,0-3-208 0,5-3-48 15,-1-4 468-15,7-5 92 0,-2-4-72 16,2-3-36-16,-2 3-72 0,2-3 48 0,-6 6 76 15,-2 4 44-15,1 2-44 16,0 1-40-16,-4 3 52 0,1 3 40 16,-2 0 8-16,5 3 188 0,4 3 160 15,-4 10 120-15,4 0-52 0,-1 6-132 16,2 1-4-16,-5-4 28 0,3 0-16 0,-2-3-60 16,-1-7-60-16,-1 1-76 0,1-4 0 0,-3-3-96 15,-1-3 64-15,4 0-64 0,-5 0-4 16,5 0-108-16,-3-3-168 15,3-3-72-15,-1-4-188 0,5 1-148 16,-3-7-88-16,-2 3-188 0,1-3-388 16,0 1-552-16,1 2-636 0,-6 1-1737 15,5 1 1273-15,0 5 524 0,1 4 1632 16,-2 2 848-16,1 0 1424 0,0 0 728 16,-3 2 412-16,2 4-12 0,1 5-539 0,3-3-525 0,-2 2-268 15,-1 0-236-15,0-1-100 0,-1-2-188 16,2-4-348-16,3 0-88 0,-5-3 52 0,6-3-100 15,-2-7-40 1,2-6-76-16,2-5-92 0,-3-5-4 0,4-3-168 16,-4-3-16-16,1-3-16 0,-2 4-20 15,2 2 84-15,-6 4-28 0,1 2 80 0,-4 7 84 16,-4 1 0-16,0 8 84 16,0 1 80-16,-8 3-164 0,1 3 4 0,-6 0 48 15,1 3 36-15,0 10-40 0,0 6 100 16,1 6-24-16,2 6 100 15,1 11 108-15,1-1 16 0,3 1 264 16,0 2 148-16,0 1-260 0,4-4-148 0,0 0-120 0,0-6-188 16,0-10-44-16,0-6-48 15,0-6-84-15,0-7-40 0,0-2-120 16,0-4-124-16,0 0-196 0,8-6-184 16,-1-5 116-16,1-3-436 0,5-9-1156 0,-9 6-3221 15,7-14-3786-15</inkml:trace>
  <inkml:trace contextRef="#ctx0" brushRef="#br0" timeOffset="119200.88">21914 13446 6308 0,'0'0'1976'0,"0"0"2149"0,0 0-2849 15,0 0-20-15,0 0 292 0,51 63-180 16,-47-38 84-16,0 1-188 0,0 0-448 16,0-4-307-16,-4-3-217 0,4-6-160 0,-4-7-132 15,0 0-8 1,0-6-64-16,4 3 60 0,-4-3 4 0,4 0-88 0,0-3-233 15,-1-6-195 1,6-1 316-16,3-9 28 0,-1 0-188 0,6-6-156 16,-2 6-64-16,2 0 172 0,-2 3 132 15,1 6 136-15,5 4 76 0,-6 3 72 0,5 3 296 16,-4 0 24-16,0 0 100 0,0 9-56 16,0-3-104-16,-4 7 20 0,0 1-72 15,-4-2-64-15,0 3-92 0,-1 5-44 0,2 2-8 16,-5-3-112-16,0 0-192 15,0 0-320-15,-1 0-260 16,5-4-348-16,-3-2-784 0,3-3-680 0,-4-4-2665 16,-1-2-2246-16</inkml:trace>
  <inkml:trace contextRef="#ctx0" brushRef="#br0" timeOffset="120777.248">23117 13021 3356 0,'0'0'80'15,"0"0"168"-15,0 0 2316 16,0 0-600-16,0 0-360 0,0 0-403 15,0 0-185-15,0 0-96 0,0 0-28 0,0 0-4 16,0 0-156-16,4 2-144 0,-4-2-80 16,0 0-72-16,0 0-64 0,0 0-24 0,0 0-88 15,4 0-88-15,-1 0-84 16,1 0 84-16,9 0 76 0,-5 4-40 0,3-4-36 16,-3 0-12-16,1 3-12 0,-6-3 0 15,5 0-40-15,-4 0 28 0,-4 0-4 16,4 0-32-16,-4 0-16 0,0 0 4 15,0 0 20-15,0 0-8 0,0 0-4 0,0 0 0 16,0 0-8-16,0 0-16 0,0 0-24 16,0 0 0-16,0 0-44 15,0 0 4-15,0 0-8 0,0 0 0 0,0 0 0 16,0 0 0-16,0 0 4 16,0 0-4-16,0 0 12 0,0 0-4 0,0 0 4 0,0 0 48 15,0 0-56-15,0 0 4 16,0 0 4-16,0 0 0 15,0 0 36-15,0 0-48 0,0 0 0 0,0 0 4 16,0 0 0-16,0 0 4 0,0 0 40 16,0 0-40-16,0 0 0 0,0 0 44 15,0 0-52-15,0 0-4 0,0 0 4 0,0 0-4 16,0 0-4-16,0 0-44 0,0 0-8 0,0 0 0 16,0 0 56-16,0 0 4 0,0 0 0 15,0 0 4-15,0 0 4 16,0 0 40-16,0 0 0 0,0 0 16 0,0 0-4 15,0 0-12 1,0 0 12-16,0 0-48 0,0 0 48 0,0 0-48 16,0 0 64-16,0 0-68 0,0 0-8 0,0 0-76 15,0 0-8-15,0 0-36 0,0 0-40 16,0 0 40-16,0 0 8 16,0 0 16-16,0 0 36 0,0 0 8 0,0 0 44 15,0 0 8-15,0 0 16 16,0 0-4-16,0 0 0 0,0 0-4 0,0 0-8 0,0 0-52 15,0 0-20-15,0 0-12 0,0-3-28 0,4 3-96 16,1-4 124 0,6 2 84-16,-3-3 36 0,8 3-36 15,-4 2-48-15,4-3 48 0,3 3 116 0,2 0 156 16,3 0-80-16,-1 3-32 0,5-3-80 16,0 0-76-16,0 0 4 0,0-3-4 0,0 0-4 15,-4-3 4-15,-5 2 0 0,2 1 8 16,-5-3 0-16,-1 3-4 0,-2 0 0 15,-9 3-8-15,0 0-4 0,0 0-4 0,-4 0 8 16,0-4 72 0,0 4 12-16,0 0 64 0,0 0-4 0,0 0 40 15,0 0-40-15,-4 0-44 0,-4 0-100 16,-1 0-12-16,-2 0-136 0,-6-3 40 0,2 3 20 16,2-4 28-16,-6 4 12 0,3-3-24 15,4 3 0-15,-4 0-40 0,0 0 112 0,0 0-60 16,0 3-24-16,4 4-40 15,0 0 64-15,1-4-24 0,-2 3-16 0,5 1 16 16,1-5 84-16,3 2-60 16,4-4-16-16,-5 3 16 15,5-3 48-15,0 0-72 0,0 0 8 0,0 0-44 0,0 3-76 16,0-3-64-16,0 0-120 0,0 0-112 16,0 0-88-16,-4 0-164 0,4 0-304 15,-4 2-856-15,0 3-1252 0,-3 1-2553 0,26-22 261 16</inkml:trace>
  <inkml:trace contextRef="#ctx0" brushRef="#br0" timeOffset="121443.824">23392 12678 1984 0,'0'0'1484'15,"0"0"3556"-15,0 0-3720 0,0 0-103 16,0 0-37-16,0 0 124 0,0 0-112 16,0 0 16-16,0 0-228 0,0 0-260 0,0 0-260 15,-65-51-128-15,50 51-72 0,3 0-136 16,-4-4 20-16,-4 4 4 0,4 0-24 15,0 7-40-15,0 2-24 16,0 1-60-16,-3 6-64 0,2 3 4 0,-2 6 48 16,-1 7-36-16,-1-1-28 15,2 11-8-15,-1 0 72 0,3-1-124 0,2 3 0 0,2 1 36 16,2-1 40-16,3-3-12 0,4 0 56 16,-4-2-56-16,8 1 64 0,-4-1-44 0,4 2 52 15,0 0 12-15,0 0 48 0,4 1-56 16,0-4 44-16,0 0-40 15,4-6 8-15,0-1 92 0,-1-5-20 0,2-3 24 16,3-4-4-16,0-5-20 16,0-3-28-16,-5-2 16 0,6-2 8 0,-5-4 40 15,-1-3 12-15,5 0-4 0,1 0 52 16,-2-3 0-16,6-7 208 0,2-2-136 16,1-7-136-16,4-4-120 0,-4 2-48 0,0-5 36 15,0 0-108-15,-1 1-28 16,-2-1-144-16,-2 4-176 0,2-3-132 0,-6 3-128 0,2 0-284 15,-2-3-644-15,-3 5-708 16,-3 1-1585-16,-5-3-1375 16</inkml:trace>
  <inkml:trace contextRef="#ctx0" brushRef="#br0" timeOffset="121692.081">23403 13128 4136 0,'0'0'664'15,"0"0"5148"-15,0 0-4407 0,0 0-549 16,0 0 100-16,0 0 248 0,0 0 108 0,0 0-44 15,0 0-488-15,0 0-336 0,0-3-200 16,0 3-48-16,0 0-60 0,0 7 24 16,-3 5-160-16,-1 8-12 0,-5 5-124 15,5 9 136-15,0 8 112 0,4 2 72 0,-4 0-88 16,1 5-48 0,-1-5-40-16,4 3-4 0,0-1 60 0,-4-2-64 0,4-6-88 15,0-4 4-15,0-5-28 0,0-4-84 16,4-6-184-16,0-3-24 0,3-2-104 15,-3-8-84-15,9-4-540 0,-2-2-532 16,1-2-460-16,0-9-1785 0,4-7-2683 16</inkml:trace>
  <inkml:trace contextRef="#ctx0" brushRef="#br0" timeOffset="122274.643">24547 13043 4120 0,'0'0'7177'15,"0"0"-6049"-15,0 0-732 16,0 0 360-16,0 0 912 16,0 0 40-16,16 73-320 0,-16-48-452 0,4 3-372 0,-4 5-244 15,0-2-100-15,0 1-76 0,0-4-144 16,0-2-12-16,0-6-84 0,-4-8-76 16,-1-3-60-16,5-3-48 0,-3-6-272 15,-1 0-300-15,0 0-572 0,-4-2-2512 0,-8-11-2625 0</inkml:trace>
  <inkml:trace contextRef="#ctx0" brushRef="#br0" timeOffset="122726.777">24403 12858 10036 0,'0'0'296'0,"0"0"1725"0,0 0-1089 15,0 0-216-15,0 0 372 0,0 0-148 0,0 0-508 16,64-63-432-16,-44 47-112 15,0 3-96-15,0 0-328 0,0 4-384 0,4 4-108 16,0 0-96-16,-5 3-404 0,5 2-49 16,-3 2 605-16,-2 8 792 0,-3-1 180 0,-4 7 416 15,1 4 412-15,-10-1 360 0,1 6-95 16,-4 4-221-16,0-1-56 0,-4 1 88 16,1-4-48-16,-2 0-88 0,-3-5-140 15,8-1-152-15,-4-6-56 16,4-4-108-16,0 1-216 0,0-4-92 15,4 3 0-15,4-2 68 0,0-1 76 0,4 4 0 0,1-4-60 16,-2 0 0-16,5 4 32 0,0-4 68 16,-1-3-68-16,-2 4 4 15,2-4-24-15,-2 0-92 0,2 0 0 16,-2 4 52-16,-5 0-48 0,3-5 48 16,-2 4-44-16,-1-2 44 0,-5 3 24 0,5-5-32 15,-4 4 32-15,-4 4 0 0,4-3-68 0,-4 1-8 16,0 5-8-16,-4-1-180 15,-4 2-152-15,1-1 36 16,-6-1-60-16,1-2-88 0,1 3-28 0,-6-4-200 16,-3 1-168-16,5-4-216 0,-9 0-440 15,8-3-1128-15,-8 4-2733 0</inkml:trace>
  <inkml:trace contextRef="#ctx0" brushRef="#br0" timeOffset="123493.641">26288 13100 5500 0,'0'0'420'0,"0"0"1024"16,0 0 980-16,0 0-1187 0,-31-67-81 15,18 50-28-15,1 5 52 0,0 3-272 16,-4 0-152-16,4 6-156 0,0-4 12 16,1 7-4-16,-2 0-140 0,2 13-232 0,-1 2-188 0,-1 11-48 15,6 9 0-15,3 6 124 16,4 6 72-16,0-2 12 0,0 0-72 0,4-7-76 15,3-7-60 1,1-4-108-16,-3-15-40 0,3-3-36 16,-1-5-52-16,1-4-72 0,5-4 160 0,-2-5 0 15,10-14-36-15,-6-5-100 0,5-7-152 16,1-3 64-16,-6 0-116 0,1 2 96 16,-4 5 128-16,3 6 152 0,-2 9 48 0,-1 6 16 15,0 7 48-15,0 3 24 0,-1 10 528 16,6 5 128-16,-2 8-96 0,-2 5-176 15,-2 4-136-15,2 0 24 0,-2 0-12 16,1-7-72-16,-3-3-212 0,2-3-76 16,-3-6-108-16,4-7-12 0,0-6 60 0,4 0-12 15,4-13-348-15,0-12-264 0,0-7-532 16,-4 0-1536-16,4-19-3309 0</inkml:trace>
  <inkml:trace contextRef="#ctx0" brushRef="#br0" timeOffset="123878.941">26758 12408 9080 0,'0'0'2529'0,"0"0"-1221"0,0 0-404 15,0 0 20 1,0 0 372-16,-7 92 144 0,2-45-292 0,1 8-396 0,0 5-152 16,-4 3-28-16,4 7-156 0,-3 0-100 0,2 4-184 15,-3-5-132-15,4-6-112 0,0-9 28 16,4-13-48-16,0-12 32 15,0-13 28-15,0-4-40 16,4-8-92-16,0-1-4 0,9-3 200 0,2 0 4 16,2 0-4-16,-2 0 4 0,5 0-60 15,-4 0 16-15,0 0 0 0,3-3-64 16,-6 3 104-16,-1-4 4 0,-5 4-4 0,-2 0 8 0,-1 4 120 16,0-1 52-16,0-3 48 15,-4 3-4-15,0 0-8 0,0 4-12 16,-4-1 48-16,-4 7-124 0,-1 0-36 15,-2-1-76-15,-1 1 4 0,0-4-12 16,-4 1-108-16,0-4-124 0,0-6-132 16,-4 3-100-16,4-3-12 0,0-3-36 15,0-3-92-15,4-7-148 0,5-3-464 16,3 1-856-16,4-5-768 0,0 5-1713 0,4-14-1727 0</inkml:trace>
  <inkml:trace contextRef="#ctx0" brushRef="#br0" timeOffset="124211.112">27029 13093 8020 0,'0'0'4309'0,"0"0"-3429"16,0 0-180-16,0 0 392 0,0 0 504 0,0 0-240 15,72 67-456-15,-64-63-496 0,-5-4-108 16,6 0-4-16,3-6 4 0,-1-8-128 16,6-2-128-16,-6-6-40 0,6-3-320 15,-2-4-120-15,-2 0 24 0,-2 1 72 0,2 5-52 16,-6 4 12-16,-3 0 28 15,-4 7 92-15,0 2 156 0,-4 1-44 16,-8 6 144-16,0 0-116 0,-4 3 124 0,0 0 76 16,0 9 84-16,1 7-112 0,-2 6-44 15,6 6 4-15,-6 4 212 16,10 7 80-16,-5 2 8 0,4 0 24 0,3 0 40 0,2-3-52 16,3-6-52-16,0-3-132 15,0-4-136-15,3-9-160 0,2-10-24 16,-1 1 72-16,8-7-8 0,-5-3 8 0,10-10-24 15,-2-6-148-15,5-10-96 16,-3-10-524-16,2-1-72 0,1-4-320 0,1-4-404 0,-2-6-300 16,1 15-585-16,4-24-1651 15</inkml:trace>
  <inkml:trace contextRef="#ctx0" brushRef="#br0" timeOffset="124410.26">27460 12334 8764 0,'0'0'2725'0,"0"0"-1837"0,0 0-840 15,0 0 96-15,0 0 888 0,0 0 652 16,4 87-488-16,-4-46-500 0,0 6-100 16,3 8 24-16,1 8 32 0,4 3-88 0,-4 7-88 15,5 4-72-15,-6-1-124 0,1-4-180 16,0-5-100-16,0-3-60 0,0-14-120 16,0-6-40-16,1-11-48 0,2-11-172 0,-3-6-224 15,4-10-248-15,4-6-664 0,-4-9 64 16,4-7-800-16,-5 0-1657 0,2-22-1603 0</inkml:trace>
  <inkml:trace contextRef="#ctx0" brushRef="#br0" timeOffset="124574.007">27735 12932 5580 0,'0'0'548'0,"0"0"5161"16,0 0-4341-16,0 0-884 0,0 0 204 16,47 89 220-16,-39-61 136 0,-8 7-180 0,4-7-244 15,0 4-152-15,-4-4-160 16,0-2-244-16,4-3-64 0,-4-8-136 0,0-2-76 0,0-7-296 15,0-3-284-15,0-3-324 0,0-6-600 16,-8-6-1496-16,4-1-3709 16,-8-12 2882-16</inkml:trace>
  <inkml:trace contextRef="#ctx0" brushRef="#br0" timeOffset="124710.694">27742 12791 6156 0,'0'0'7337'0,"0"0"-6233"0,0 0-496 15,0 0 96-15,0 0-416 0,0 0 52 16,92 25-108-16,-73-20-232 0,2-5-228 16,3 0-364-16,4 0-728 0,0 0-652 15,-9 0-1313-15,13 0-3391 0</inkml:trace>
  <inkml:trace contextRef="#ctx0" brushRef="#br0" timeOffset="125173.74">28173 12871 1668 0,'0'0'4824'16,"0"0"-171"-16,0 0-3625 0,0 0-388 15,0 0 228-15,0 0 312 0,-56 73-24 16,44-59-152-16,4-6-272 0,0-2-176 16,0 1-112-16,4 0-64 0,0-4-108 0,0-3-16 15,4 0-36-15,0 0-48 16,0 0-108-16,0 0-64 0,0 0 0 16,0 0-100-16,0 0-20 0,0 0 8 0,0 0 16 0,0 0-16 15,0 0-48-15,0 0-24 16,0 0 12-16,0 0 48 0,0 0-8 0,0 0-16 15,0 0-100-15,0 0-72 0,0 0 8 16,0 0 28-16,0-3-40 16,0 0 12-16,0-1 88 0,0-3 100 0,4 1-24 15,-4 4-160-15,0-4 8 0,4 1-112 16,-4-1-108-16,0 3-88 0,0 0-52 16,4-4-68-16,-4 7 28 0,0-2 132 0,0 2-101 15,0 0-311-15,0 0 176 0,0 0 132 16,4 0 152-16,-4 0 492 0,0 0 28 15,0 0 248-15,0 0 0 0,0 0-16 16,0 0-76-16,0 0-156 16,0 0-104-16,0 0-92 0,0 0-24 0,0 0 104 15,0 2-40-15,4-2-128 0,-4 0-120 16,0 0 104-16,0 5 160 0,0-5 36 0,0 0 0 16,0 0 92-16,0 0-52 0,0 2-80 15,4-2-220-15,-4 0-128 0,0 0-160 16,0 0-92-16,0 0-192 0,0 0-408 15,0 0 24-15,-4-7 752 16</inkml:trace>
  <inkml:trace contextRef="#ctx0" brushRef="#br0" timeOffset="125238.692">28173 12871 744 0</inkml:trace>
  <inkml:trace contextRef="#ctx0" brushRef="#br0" timeOffset="125558.859">28173 12871 744 0,'-76'35'1956'0,"76"-35"-288"16,0 0-104-16,0 0-120 0,0 0 20 0,0 0-104 0,0 0-223 0,0 0-225 0,-4 0-196 15,0 0-168-15,0 0 72 0,0 6 52 0,0 1-456 0,0 2-52 16,0 7 112-16,0 4 164 15,-4 2 40-15,8 3 20 0,-4 0 20 16,0 4-48-16,4-1-40 0,0 1-60 16,0 2-76-16,0-5-88 0,0-1-88 15,0-2-8-15,0-7-36 16,4-4-16-16,0-5-60 0,4-4-68 0,0-3-152 0,0 0 112 16,4-10-80-16,0-5 56 0,4-9-92 15,0-1-144-15,0-8-128 16,-4 0-100-16,3-2 112 0,-3 0-48 0,1 3 232 15,-6 4 124-15,1-1-64 0,-4 7 240 16,1 3 64-16,-5 6 140 0,0 1 8 0,0 9 144 16,0-1 92-16,0 4 88 0,0 0-116 15,0 0-144-15,0 10-56 16,0 3-72-16,0 5-60 0,0 8 72 0,0 3 136 16,0-2 36-16,4 3-100 0,-1-1-84 15,-3-4-148-15,4-6-40 0,-4-6-96 16,4-1-36-16,-4-9-172 0,4-3-284 0,-4 0-252 15,9-3-284 1,-2-7-120-16,-3 1-1028 0,4-16-3129 0</inkml:trace>
  <inkml:trace contextRef="#ctx0" brushRef="#br0" timeOffset="125849.364">28439 12906 6688 0,'0'0'4156'0,"0"0"-1207"0,0 0-1837 16,0 0-416-16,9 73 360 0,-9-50 420 15,0 2-96-15,-4-6-356 0,-1 0-512 16,5-6-304-16,0-4-196 0,0-6-12 16,0 4-96-16,0-7-64 0,5 0-108 15,3 0-172-15,3-10 272 0,6-6-4 16,-2-6-232-16,5 0-52 0,1-3-48 16,2 2 148-16,-3 4 20 0,0 0 76 0,0 10 136 0,0 2 84 15,-5 4 40-15,2 3 236 0,-6 0 108 0,6 6 16 16,-10 7-52-16,6-1-12 15,-5 7-88-15,-1 0-48 16,1 4-88-16,1-1-68 0,-5 0-4 16,-1 4-72-16,1 2-272 15,0 1-492-15,0-1-704 0,-4-6-2296 0,0 10-2285 0</inkml:trace>
  <inkml:trace contextRef="#ctx0" brushRef="#br0" timeOffset="160509.453">15427 15230 7384 0,'0'0'1672'16,"0"0"192"-16,0 0-835 0,0 0-185 0,0 0-16 16,0 0-40-16,0 0 44 0,0 0 24 15,28-9-4-15,-4 6-104 0,8 3-168 0,3-4-48 31,5 4-140-31,3-3-48 0,2 0 24 16,-2 3-148-16,6-6-212 0,-10 2 212 0,5-3-220 0,0-1-52 0,-5-3-4 16,-7 5 52-16,0 1-152 0,-8-2 0 15,0 0-104-15,-8 7-32 0,-8-3-224 16,0 3-312-16,-4 0-300 16,-4 0-456-16,-4 7-492 0,-7 3-981 0,-2-5-1971 15</inkml:trace>
  <inkml:trace contextRef="#ctx0" brushRef="#br0" timeOffset="160699.418">15773 15281 3088 0,'0'0'4192'16,"0"0"-2480"-16,0 0-948 0,0 0 64 0,0 0 537 0,20 80 55 16,-16-52-304-16,0 7-408 0,4-4-204 15,-4 5-80-15,1-1-256 16,-2 0 8-16,-3 0-176 0,4-4-72 15,0-2-28-15,-4-1-128 0,4-6-60 0,0-2-168 16,0-5-224-16,-4 0-272 0,0 2-504 16,0-7-1237-16,0 9-3055 0</inkml:trace>
  <inkml:trace contextRef="#ctx0" brushRef="#br0" timeOffset="160901.788">15582 15935 1720 0,'0'0'6732'15,"0"0"-5424"-15,0 0-688 0,0 0 193 0,0 0 279 16,0 0 72-16,0 0-112 0,0 0 148 0,0 0-196 16,88-6-256-16,-52 6-216 15,-4 0-176-15,3 0-44 0,-3 0-204 16,4 0-108-16,0-10-208 16,-4 3 96-16,4-5-124 0,-4 3-32 0,0-3-316 15,-1-2-440-15,-3 1-372 0,-3 1-1188 16,-10 2-2057-16,1-5-2867 0</inkml:trace>
  <inkml:trace contextRef="#ctx0" brushRef="#br0" timeOffset="161097.178">16383 15621 9972 0,'0'0'1341'15,"0"0"-673"-15,0 0-76 0,0 0 260 16,96 28 344-16,-72-28-328 0,-5 0-828 0,1-3-40 15,4-6-12-15,0-7-92 0,-4-3-236 0,4-4-504 16,0-2-532 0,-4-3-897-16,-4 6-2023 15,0-10-1624-15</inkml:trace>
  <inkml:trace contextRef="#ctx0" brushRef="#br0" timeOffset="161424.655">16606 15189 5244 0,'0'0'4064'0,"0"0"-3196"0,0 0-328 0,0 0 245 15,0 0 191-15,0 0 136 0,0 0-224 0,0 0-208 16,-56 85 64-16,52-55-116 0,4 1-240 16,-4 4-4-16,4 6-96 0,0 3-128 15,0 5 12-15,0 5-160 16,4 3-12-16,0 7 0 0,5 1 0 16,-2-1-4-16,1 0-72 0,5-5 76 15,-6-1 100-15,5-7-92 0,-4-4 76 0,0-3-8 16,-4-5 8-16,0-4 80 15,-4-3-16-15,0-7-52 0,0-6-88 0,-4-2 4 16,4-11 76-16,-4 0 24 16,-4-6 36-16,4 0-148 15,-8-4-28-15,1-4 28 0,-6-3 200 16,2-2-20-16,-5-5-180 0,-5-1-76 0,1 0-204 0,1-7 132 0,-5 1-260 16,4 0-60-16,0 2-68 0,4-3-72 0,0 5-96 15,4-2-24-15,4 1-180 16,8 3-288-16,1 0-504 0,3 0-653 15,0 3-527-15,3-3-2048 0</inkml:trace>
  <inkml:trace contextRef="#ctx0" brushRef="#br0" timeOffset="162980.618">18486 15198 4788 0,'0'0'196'0,"0"0"-24"16,0 0 2764-16,0 0-1976 0,0 0-312 0,0 0-92 15,0 0 64-15,-11-73 177 0,3 64-25 16,-1 0-120-16,2-1-156 0,-5 3 112 16,0 1 100-16,-4 1-140 15,0 0 36-15,0 3-136 0,0-2-160 0,1 1 56 16,-6 3 32-16,6 0-136 0,-5 0-12 0,-1 9-100 16,-2 1-88-16,-1 3-52 0,0 2-8 15,-4 10 4-15,4 4-4 0,1 7-48 16,2 5 44-16,5 3-4 0,1 6-44 15,2 2 44-15,5 2-44 0,4 0 52 0,4 0 12 16,0-3 112-16,4-7 60 16,9-3-96-16,-2-2 72 15,5-11-12-15,0 1 84 0,8-7 76 0,-4 0-172 16,0-9-52-16,0-1-84 0,-1-5 0 16,2-1-12-16,-5-3 8 0,0-3 4 0,-5 0-60 15,6-3 48-15,-6-3-380 0,2-7-200 16,-6-3-248-16,1-3-156 0,0-3-144 15,-8 3-328-15,0 0-572 0,-4-1-369 0,-8 1 9 16,1 5 632-16,-9-5 36 0,-5 2 400 16,1-2 616-1,-4 3 716-15,5 0 992 0,3 3 324 0,0 4 336 16,4-1 168-16,8 8-68 0,5 2-240 0,3-4-303 16,0 4-361-16,0 0-148 0,0 0-12 15,11 0 244-15,9 0 112 0,0 4-252 16,8-2-372-16,0-2-160 0,0 0-72 15,0 0-188-15,0 0-100 16,-5 0-84-16,1-6-52 0,0-1-412 0,-4 2-168 16,-4-2-204-16,0 1-136 0,-8 2-132 15,0-3-269-15,-5 7 21 0,-3-2 564 16,0 0 908-16,-3 2 64 0,-5 0 12 16,0 0 560-16,4 4 308 0,-4 3 64 0,4 7-315 15,0-2 27-15,4 4 112 0,0 3-16 16,0 3-192-16,0 3-256 15,8-3-36-15,0 4-16 0,0 3 0 0,0-4 24 16,-1 4-48-16,6-1-104 0,-5-2-108 16,-1-1-16-16,6-6-264 0,-1 0-104 15,-1-7-540-15,2 2-32 0,-2-5-432 0,2-2-1337 16,-2-1-2831-16</inkml:trace>
  <inkml:trace contextRef="#ctx0" brushRef="#br0" timeOffset="164187.401">19527 15414 444 0,'0'0'10120'16,"0"0"-8559"-16,0 0-745 0,0 0-12 16,11 83 336-16,-6-51-8 0,-5-3-352 0,0 2-480 15,4-2-188-15,-4-4-112 16,4-6-40-16,-4-2-108 0,4-5-76 15,-1-5-176-15,-3-5-356 0,8-2-748 0,-4 0-1576 16,-4-16-4117-16</inkml:trace>
  <inkml:trace contextRef="#ctx0" brushRef="#br0" timeOffset="164343.635">19478 15179 1840 0,'0'0'6348'15,"0"0"-3387"-15,0 0-2045 0,0 0-572 0,0 0 92 0,0 0 100 16,0 0-536 0,92 10 0-16,-64-10-1112 0,-4 0-1065 15,8 0-3339-15</inkml:trace>
  <inkml:trace contextRef="#ctx0" brushRef="#br0" timeOffset="164600.51">20065 15246 1800 0,'0'0'5460'15,"0"0"-291"-15,0 0-4501 0,0 0-96 0,-65 80 368 16,50-62 568-16,-2 1-320 0,10 1-392 16,-1-5-352-1,0 1-236-15,8-3-184 0,0 0-24 0,0-4 0 16,8 7 132-16,4-2-80 0,0-2-52 16,4-3-8-16,0 3-64 0,3 2 60 15,-2-3-36-15,3 3 40 0,-5-2-116 0,2-2 72 16,-2 3 8-16,-3-1 40 0,-3-2 8 15,-6 3 36-15,1-4-40 16,-4 1-12-16,0-1-196 0,-4 1-112 0,-8-1-28 16,4-3-160-16,-7-1-140 0,-6-3-384 15,6-2-788-15,-1 0-2285 0,-12-2-1991 16</inkml:trace>
  <inkml:trace contextRef="#ctx0" brushRef="#br0" timeOffset="165166.584">21280 15189 3708 0,'0'0'6156'0,"0"0"-5292"0,0 0-515 0,0 0 11 16,0 0 256-16,0 0 320 0,0 0-172 0,0 0-320 15,0 0 12-15,-80 41-52 16,60-25-112-16,4 3-128 0,4-3-116 0,0 3-36 16,4-3 76-16,0-6-88 0,8-1-48 15,0 0-40-15,0-2 88 0,4 3 56 16,4-5 84-16,1 6-4 0,2-5-20 0,5 2-68 15,4 3 52-15,-4-5-24 16,4 4 16-16,-4-1 120 0,3 1 52 0,-6 2 268 16,-2 1-160-16,2 4-24 15,-9-5-64-15,0 1-72 0,-4 2-16 16,0-1-72-16,0 1-16 0,0-2-20 0,-8-1-40 16,-1 1-48-16,2-3-84 0,-1-1-88 15,0-6-260-15,-1 0-324 0,2-3-140 0,3 0-272 16,-4-9-132-16,8-7-612 15,0 3-1193-15,0-16-2951 0</inkml:trace>
  <inkml:trace contextRef="#ctx0" brushRef="#br0" timeOffset="165327.786">21506 15312 2936 0,'0'0'8421'16,"0"0"-6933"-16,0 0-596 0,0 0 212 15,49 74 140-15,-42-52-168 16,-7-3-268-16,0 3-488 0,0-6-320 0,0 0-72 15,0-6-176-15,0-1-248 0,0-5-488 16,0-4-516-16,0 0-1232 0,-3-7-3977 16</inkml:trace>
  <inkml:trace contextRef="#ctx0" brushRef="#br0" timeOffset="165464.911">21667 15052 6400 0,'0'0'5525'15,"0"0"-4833"-15,0 0-436 0,0 0-256 16,0 0-116-16,79-25-664 0,-63 19-661 16,0 3-683-16,-4-1-696 0,4 4-124 15</inkml:trace>
  <inkml:trace contextRef="#ctx0" brushRef="#br0" timeOffset="165848.451">21817 15297 6520 0,'0'0'2868'0,"0"0"-1147"0,-19 86-401 0,15-58-260 16,-5 1 108-1,5-4-60-15,4-9-364 0,0-4-544 0,0-5-200 0,13-3-12 16,2-4 0-16,2-7-124 0,2-6-16 16,9-6-116-16,-4-3-68 0,4 0 44 15,0-1 92-15,-4 4 36 0,-4 6 52 16,-4 8 112-16,-4 2 4 0,0 3 296 16,-4 3 140-16,-4 2 132 0,0 8-12 0,-1-3-136 15,1 6-80-15,-4-3 52 16,0 2-24-16,4-2 72 0,-4-4-76 15,0 1-120-15,5-1-188 0,-1-4-60 0,0-3-112 0,0 1 4 16,-1-3-16-16,9 0 64 0,1-5-40 16,2-9-172-16,1-2-72 15,9 0 108-15,-6-3-84 16,5 1 72-16,0 1 88 0,0 4 24 0,-8 8 132 0,4-2-96 0,-9 7 0 16,6 0 100-1,-6 0 160-15,-3 7 424 0,1 2-28 0,-1 0-200 0,-1 8-72 16,-3-5-124-1,5 4-24-15,-5 3-52 0,0-3 16 16,-1 4 20-16,-3 1 28 0,4-2-84 0,-4-1-64 16,0 3-220-16,0-9-184 0,4 1-456 0,0-5-452 15,0-3-748-15,5-3-2321 16,2-9-2727-16</inkml:trace>
  <inkml:trace contextRef="#ctx0" brushRef="#br0" timeOffset="166108.867">22782 15319 5824 0,'0'0'7669'16,"0"0"-6449"-16,-24 95-576 0,16-50 536 16,0 8 252-16,0 8 8 0,0 9-264 15,8 3-448-15,-4 9-167 0,4 4 35 0,0 3-316 16,0 0-280-16,0-6-8 0,0-7-220 0,0-6-40 15,0-13-145-15,0-9-147 0,0-11 196 16,0-8 132-16,0-12-24 0,0-9-124 0,4-8-636 16,0-6-192-1,4-16-616-15,0-13 376 0,0-13-744 0,4-9-381 16,-5-6-1567-16,2 12 1144 0</inkml:trace>
  <inkml:trace contextRef="#ctx0" brushRef="#br0" timeOffset="166308.768">22742 15281 5884 0,'0'0'1664'0,"0"0"-120"0,0 0-160 16,64-67 149-16,-48 64 179 0,4 3-184 16,-1 3-292-16,1 10-216 0,1 0-364 15,-2 6-272-15,-3 3-64 0,0 4-100 16,-4-1-48-16,0 1-72 0,-8 5-88 16,-4-2-12-16,0 2-8 0,-4-1-140 15,-4-2-344-15,-8 0-212 0,8-5-88 0,-3-8-324 16,2-5-76-16,5-10 228 15,4-10-80-15,0-9-740 0,4 0-2313 0,12-25-663 16</inkml:trace>
  <inkml:trace contextRef="#ctx0" brushRef="#br0" timeOffset="166723.225">23264 14777 11569 0,'0'0'2224'0,"0"0"-1352"0,0 0-164 0,16 82-4 0,-16-37 496 0,0 5-72 0,0 10-388 15,-4 0-140-15,0 7 96 16,-4 0 48-16,0-3-452 16,0-4-292-16,4-3-152 0,0-6-344 0,4-7-32 0,0-9-56 15,0-6 68-15,8-14 24 16,4-1-64-16,4-8-124 0,3-3-280 16,5-3-148-16,4 0 504 0,0-7 212 15,0 1-40-15,0 6-12 0,0-3 304 16,-8 3 140-16,4 0 216 0,-4 0 204 0,-1-4 36 0,-2 1 112 15,3-2 64-15,-1-9-92 16,-2 3-164-16,7-10-244 0,-1-4-132 16,-3 0-60-16,4 0-80 0,-8 2 4 15,-4 0 88-15,-4 9 48 0,-8 3 136 16,0 6 140-16,-8 5-16 0,-8 0-72 16,-8 12 220-16,-8 6 112 0,0 12-12 0,-4 4-20 15,-3 4-44-15,7 6-152 0,0-2-108 16,4-3-48-16,8-1-76 0,5-7-60 15,6-6 0-15,5-2-208 0,4-10-84 0,13 0 20 16,6-8-20-16,5-1-76 0,12-4-276 16,4 0-248-1,7 0-284-15,6-7-308 0,-14 5-1156 0,21-3-3705 16</inkml:trace>
  <inkml:trace contextRef="#ctx0" brushRef="#br0" timeOffset="167073.925">24479 15237 9108 0,'0'0'4353'16,"0"0"-3425"-16,0 0-284 0,0 0 288 0,84 9 468 16,-48-6-448-16,7 0-260 15,6-3-240-15,2 0-232 0,9 0-132 16,-5-3-88-16,5-3-12 0,0 0-36 0,0-4-76 0,-4 1-72 15,-5-1-480-15,-7 0-424 16,-8 1-652-16,-12 6-892 0,-8 0-3253 0</inkml:trace>
  <inkml:trace contextRef="#ctx0" brushRef="#br0" timeOffset="167223.25">24694 15481 13181 0,'0'0'1664'16,"0"0"-1136"-16,0 0-428 15,0 0 288-15,0 0 256 0,0 0 416 0,116 54-36 0,-61-63-408 16,9-10-360-16,4-9-256 16,4-5-60-16,-1-5-432 15,-7-4-272-15,-4 2-464 0,-12-2-720 0,-12 13-1196 16,-1-15-2933-16</inkml:trace>
  <inkml:trace contextRef="#ctx0" brushRef="#br0" timeOffset="167495.84">24981 14859 13981 0,'0'0'1280'0,"0"0"-1280"0,0 0 8 15,0 0 204-15,0 0 368 0,84 48 360 0,-41-36 176 16,9 1-376-16,8-1-188 16,0 2 12-16,0-2-260 15,0 4-120-15,-4 0-12 0,-5 6-28 16,-3-3-92-16,-8 3-52 0,-5 3-96 0,-7 1 88 0,-7 5 0 15,-10 1-4-15,-3 3-60 0,-8 6-100 0,-4 1-72 16,-15 2-72-16,-2 4 8 0,-7-4 52 16,-7 4 32-16,-1-3-8 15,0-1-176-15,-4-3-184 0,4-3-228 16,0-3-420-16,5-3-604 0,6-13-984 16,6 2-2237-16</inkml:trace>
  <inkml:trace contextRef="#ctx0" brushRef="#br0" timeOffset="169057.527">27439 14630 1772 0,'0'0'1800'0,"0"0"3088"15,0 0-3940-15,0 0 380 0,0 0-115 0,-39-72-153 16,30 58-180-16,2 5-96 0,-1 2-12 16,0 4-196-16,4 0 4 15,-4 3-32-15,0 0-248 0,-4 0-140 0,0 0-156 16,0 3 0-16,-8 7-4 0,1 6-8 16,-2 5-116-16,-7 9 48 15,4 8 76-15,-4 6-4 0,0 4-4 0,0 9 8 0,1 3 12 16,-1 4 152-16,8-5 20 15,0 6 64-15,4-5 112 0,9-3 268 16,-2-6-112-16,9-4-124 0,0-6-100 0,0-5-48 16,12-7-108-16,0-8 8 15,4-4-8-15,0-5-64 0,4-2 72 16,-1-4 28-16,6-3 0 0,-1-3 68 0,0 0 29 16,0-9-61-16,-1-7-208 0,1 3-36 15,-4-6-208-15,-4 0-157 0,-4 0-99 0,-4-1-84 16,-4 1-52-16,0 0-236 0,-4 0-524 15,-4 4-836-15,-8-4-792 0,4 6-2517 16,-15-6-1043-16</inkml:trace>
  <inkml:trace contextRef="#ctx0" brushRef="#br0" timeOffset="169216.512">27105 15147 8836 0,'0'0'1940'16,"0"0"-1011"-16,0 0-637 0,0 0 300 15,0 0 608-15,0 0-88 0,0 0-304 0,0 0-64 0,0 0-220 16,0 0-92-16,76 4-420 15,-57-4-12-15,1-7-320 0,1 0 8 16,-2-1-176-16,1 1-192 0,-4 1-152 16,-4-1-324-16,-4 5-528 15,0-1-781-15,-4-1-843 0,-1 4-1436 0</inkml:trace>
  <inkml:trace contextRef="#ctx0" brushRef="#br0" timeOffset="169523.081">27300 15135 5516 0,'0'0'1756'0,"0"0"-900"0,0 0-64 0,0 0 412 16,0 0 213-16,0 0-301 0,0 0-324 0,8 73-92 15,-4-48 32-15,-4 4 0 0,4-1-192 16,-4 1-76-16,0 0-116 0,0 0-12 0,4-1-72 16,-4-3-128-16,4-3-12 15,-4 0-124-15,4-3-88 16,-1 0-84-16,2-5-4 0,-1-3-36 0,0 0-260 0,4-1-268 16,-4-7-144-16,4-1-124 15,4-2-268-15,-1-5-480 0,2-2-989 0,6-11-2495 16</inkml:trace>
  <inkml:trace contextRef="#ctx0" brushRef="#br0" timeOffset="169724.022">27930 14996 9460 0,'0'0'5721'0,"0"0"-5057"0,0 0-388 15,0 0 116-15,0 0 420 0,99 31 116 0,-71-28-372 16,8 0-460-16,-1-3-96 16,6 0-136-16,-2-6-308 0,-3 3-384 0,-4 0-280 0,-8-4-860 15,-8 7-2605-15,-4-3-3579 0</inkml:trace>
  <inkml:trace contextRef="#ctx0" brushRef="#br0" timeOffset="169881.101">27954 15243 12913 0,'0'0'1588'0,"0"0"-1272"16,0 0 24-16,0 0 616 0,0 0 284 0,0 0-64 15,0 0-560-15,91 25-348 16,-55-25-84-16,4-3-24 0,4-3-160 16,3-4-256-16,2-2-556 0,-2 2-588 0,-8 1-832 0,10-1-3613 15</inkml:trace>
  <inkml:trace contextRef="#ctx0" brushRef="#br0" timeOffset="170640.582">28049 14827 156 0,'0'0'1056'0,"0"0"4224"16,0 0-2076-16,0 0-1127 15,0 0-837-15,0 0-512 0,28-80-156 0,-20 62 8 16,4-4-36-16,0-1-156 0,0 1-60 16,-1 3 36-16,2 3 0 0,-2 0-68 0,-2 7-20 15,-1 2-16-15,-1 7-112 0,1 0-148 16,1 0 4-16,-1 7 152 15,-1 5 68-15,5 4-76 0,0 3-88 0,0 4 64 16,4 2-64-16,-4-6 16 0,4 0-76 16,0-3-4-16,4-3-8 0,-1-5 12 15,6-1 4-15,-1-3 108 0,4-4-104 16,0-4-8-16,3-5-8 0,1-3-128 16,4-7-384-16,4-4-320 0,0 0-260 15,0 2-300-15,3-2-452 0,-11 4-1121 0,8 0-2195 16</inkml:trace>
  <inkml:trace contextRef="#ctx0" brushRef="#br0" timeOffset="171023.248">29045 14544 4316 0,'0'0'7369'0,"0"0"-6113"0,0 0-516 0,0 0 756 16,88 3 0-16,-52-3-364 15,-1 0-380-15,10-3-212 0,2 0-96 16,5-3-164-16,0 3-156 0,8-4-124 0,-5 4 0 0,1-1-136 16,-4 4-108-1,-9 0-16-15,-7 7 52 0,-12 3-24 0,-7 6-64 16,-14 5 36-16,-3 9 52 0,-16 4 156 16,-7 7-108-16,-14 4 36 0,2-1 124 0,-9 4 72 15,-4 3-12-15,4-3-56 0,-4 0 4 16,5 2 4-16,-2-2 96 0,6 0-104 15,-1-4 0-15,8-4 208 0,8-4 292 16,13-4-36-16,-2-7-88 0,13-2-124 16,0-4-72-16,13-8 0 0,6 3 12 15,9-7 0-15,8-2 84 0,4-5 60 16,11-2-48-16,5-8-152 0,4-6-140 0,0-3-84 16,0 0-84-16,0-6-212 15,-4 2-572-15,-9-2-40 0,1-1-216 16,-8-2-816-16,-8 5-2396 0,-1-8-2781 0</inkml:trace>
  <inkml:trace contextRef="#ctx0" brushRef="#br0" timeOffset="171248.657">30018 14732 11729 0,'0'0'1420'15,"0"0"-1136"-15,0 0 260 0,0 0 684 16,-77 73 304-16,49-48-276 0,0 4-628 15,-3 2-208-15,-5 4-40 0,-4 1-36 16,-4 5-76-16,-3 0-156 0,-2 3-112 0,2 1-132 0,-5 0-172 16,5-1-152-1,-1-3-108-15,4-6-4 0,7 0-140 0,6-9-24 16,4-5-100-16,10-4-400 0,6-8-320 16,6-3-965-16,5-6-1747 0,8 0-2004 0</inkml:trace>
  <inkml:trace contextRef="#ctx0" brushRef="#br0" timeOffset="171475.02">30201 15224 11249 0,'0'0'1668'0,"0"0"-1236"15,-37 92-48-15,26-54 352 0,-5 10 876 16,-4 5-276-16,4 1-640 0,0 10-436 0,0 0-124 15,4 3-44-15,-4-5-92 0,4-1-112 16,8-14-132-16,4-9-104 0,0-12 88 16,8-10-536-16,8-14-712 0,0-2 196 15,4-12-360-15,0-3-2681 0,4-21-3583 16</inkml:trace>
  <inkml:trace contextRef="#ctx0" brushRef="#br0" timeOffset="171706.508">30284 15255 11265 0,'0'0'1900'0,"0"0"-844"16,0 0 180-16,0 0 96 0,0 0-92 31,0 0-436-31,0 0-708 0,0 0 112 0,0 0 124 16,0 0-36-16,0 0-112 0,84 68-100 0,-73-43-8 16,2 0-76-16,-9 0-112 0,4 1-36 0,-8 2-36 15,0-1-48-15,-4-2-112 0,-8 0 36 16,-4 0-84-16,0-2-4 0,0-4 136 15,-3 0 112-15,-6-4 36 0,1-5-88 0,-7-1-72 0,-1-2-340 16,-4-4-432-16,-5-3-680 16,10 0-1081-16,-29 0-3007 0</inkml:trace>
  <inkml:trace contextRef="#ctx0" brushRef="#br0" timeOffset="172254.058">24332 16893 11161 0,'0'0'2188'16,"0"0"-676"-16,0 0-520 0,0 0 0 15,0 0-120-15,0 0-168 0,0 0 464 16,119-6-360-16,-59 3-272 0,8 3-148 0,-5 0-240 0,1 0-76 16,-4 3-72-1,-8 1-96-15,0-2-28 0,-5-2 64 16,-2 0-124-16,-10 0-240 0,-3 0-504 16,-4 5-276-16,-12-3-708 0,-4 2-2252 0,-12 4-2681 0</inkml:trace>
  <inkml:trace contextRef="#ctx0" brushRef="#br0" timeOffset="172411.292">24646 17081 11189 0,'0'0'2076'0,"0"0"-1452"0,0 0 516 0,0 0 556 16,88 36-356-16,-44-30-96 0,0-3-484 16,8-3-512-16,-1-7-212 0,1-8-36 15,0-5-296-15,-5-5-648 0,2-4 72 0,-10 1-420 16,-11 2-956-16,4-8-3093 0</inkml:trace>
  <inkml:trace contextRef="#ctx0" brushRef="#br0" timeOffset="172632.097">25013 16551 10904 0,'0'0'1621'0,"0"0"-1265"15,0 0 664-15,0 0 888 0,0 0-280 0,88 22-444 16,-57-2-520-16,5 2-284 0,5 6-84 15,-6 1-124-15,-3 5-52 0,0 2 28 16,-4 5-140-16,-5-3-8 16,-3 3 0-16,-8 3-64 0,-7-2 60 0,-5-1 4 15,0 4-100-15,-5-4-96 16,-3-4-156-16,-3 2-92 0,-2-4-172 0,2 0-136 16,-1-7-252-16,3-2-468 0,6-10-988 15,-1 3-3249-15</inkml:trace>
  <inkml:trace contextRef="#ctx0" brushRef="#br0" timeOffset="173165.084">26440 16398 2720 0,'0'0'9265'0,"0"0"-7757"0,0 0-960 0,0 0-156 15,0 0 608-15,0 0 304 0,0 0-284 16,0 0-464-16,0 0-184 0,0 0 68 0,11 45 128 0,-3-14 16 15,-4 11-252-15,5 5-76 16,-2 8-76-16,-3 2 4 16,4-1-24-16,-8 9-4 0,4-2-108 0,-4 1-48 15,0 2 0-15,0-3-8 0,0-3-172 16,-4-2-64-16,0-7-172 16,4-10 112-16,0-3-12 0,0-9-16 0,0-10-120 15,4-3-128-15,4-10-260 0,4-6-312 16,0 0-244-16,8-12 172 0,-4-11-664 0,0 7-897 0,12-22-2703 15</inkml:trace>
  <inkml:trace contextRef="#ctx0" brushRef="#br0" timeOffset="173481.459">27273 16535 9368 0,'0'0'1176'0,"0"0"-699"0,0 0-25 16,0 0 432-16,0 0 408 16,0 0-140-16,-77-70-484 0,57 67-216 15,-3 3 104-15,-5 3 292 0,0 13-192 0,0 7-372 16,4 4-212-16,-4 15 28 0,4 9 48 16,4 6 100-16,0 7 20 0,9 6 28 15,-2-4-88-15,9-2-36 0,4-7 108 0,0-7 76 16,13-11 8-16,2-11-204 0,5-9-160 15,8-9-80-15,0-7-20 0,4-3-108 16,0-6 40-16,4-10-40 0,-4-9-148 16,-1 0-120-16,-3-5-212 0,-7-1-352 15,-6 6-396-15,-3-1-152 0,-7 7-588 16,-5 6-1797-16,-9 4-611 0</inkml:trace>
  <inkml:trace contextRef="#ctx0" brushRef="#br0" timeOffset="173749.051">27057 16919 5776 0,'0'0'5173'0,"0"0"-3121"0,0 0-412 15,0 0-356-15,0 0-356 0,0 0-268 16,0 0-252-16,0 0-36 0,0 0-136 16,0 0-212-16,87 10-24 0,-63-22-172 15,0-1-248-15,-8-4-264 0,4 2-264 16,-3-1-224-16,-10 3-168 0,1 4-372 16,0-1-453-16,-3 1-491 0,-5 5 848 15,0 1 1184-15,0 3 624 0,-9 0 884 0,5 7 1664 16,-4 2-192-16,4 7-863 0,1 3 27 15,-1 3-128-15,-1 7-144 0,5 3-276 16,0-1-264-16,0 1-264 0,9 3-64 0,-2-3-48 16,-3 0 28-16,8-5-56 15,-4-4-304-15,0-4-60 16,4-6-420-16,0-7-148 0,4-6-48 0,0 0-168 0,3-12 20 16,2-10-728-16,-5 2-944 0,11-20-3165 15</inkml:trace>
  <inkml:trace contextRef="#ctx0" brushRef="#br0" timeOffset="173964.812">27647 16449 9924 0,'0'0'2997'0,"0"0"-1773"0,0 0-732 16,0 0 228-16,8 67 576 16,-4-32-156-16,-4 3-348 0,3 10-288 0,1-1-36 15,0 7 56-15,1 4 40 0,3 2-188 0,-5 1-216 16,1 2-160-16,-4-3 0 0,4 0-196 15,-4-6-108-15,0-3-208 16,4-4-188-16,-4-8-148 0,5-4-300 0,-1-10-392 0,0-9-480 16,-1-7-1001-16,5-5-2547 15</inkml:trace>
  <inkml:trace contextRef="#ctx0" brushRef="#br0" timeOffset="174147.651">27969 16980 13669 0,'0'0'1820'0,"0"0"-1444"0,0 0 556 15,0 0 48-15,92 0 192 0,-60 0-264 16,0-7-588-16,-1-2-284 0,5-1-36 16,-4-2-244-16,1-1-552 0,-10 1-352 0,-3 5-328 15,-8 1-1200-15,-8 6-3473 0</inkml:trace>
  <inkml:trace contextRef="#ctx0" brushRef="#br0" timeOffset="174291.154">28109 17119 4212 0,'0'0'9265'0,"0"0"-7641"0,0 0-1020 16,0 0 224-16,0 0 304 0,28 67-56 0,-12-58-276 16,8-5-372-16,-4-4-184 0,3 0-220 15,5 0-24-15,0-7-428 0,0-5-368 16,0-1-400-16,0-3-944 0,-9 3-2781 0,9-2-3967 15</inkml:trace>
  <inkml:trace contextRef="#ctx0" brushRef="#br0" timeOffset="174706.871">29017 16735 10949 0,'0'0'1156'0,"0"0"-1064"0,0 0 456 0,0 0 612 15,0 0 296-15,36 86-236 0,-28-39-448 16,-4 11-176-16,0 5-4 0,0 7 156 0,0 2-120 16,0 5-80-16,-4-1-96 0,4 1-136 15,0-4-240-15,-4-1-76 0,0-8-144 16,0-7 32-16,0-5-92 0,4-12 32 15,-4-5-24-15,4-12-120 0,0-8-296 0,4-5-312 16,-4-10-460-16,-1-3-308 0,-3-10-244 16,5-3-356-16,-5-18-3209 0</inkml:trace>
  <inkml:trace contextRef="#ctx0" brushRef="#br0" timeOffset="174955.843">29033 16830 7264 0,'0'0'6197'0,"0"0"-5829"0,0 0-88 16,0 0-192-16,0 0 960 0,0 0-116 15,0 0-316-15,92-44-204 0,-69 41 72 16,5 3-40-16,-4 0-48 0,4 0-272 16,-7 0-64-16,-2 3-56 0,-3 0-4 0,-8 7 88 15,-4-4-4-15,-4 7 76 0,0 6 196 16,-16 3-356-16,0 3-12 15,-12 3-272-15,5 2-36 0,-9-5-36 0,-1-3-164 0,-2 0-236 16,-1 1-116 0,-4-1-352-16,5-3-768 0,3-3-1093 0,-20 10-2643 0</inkml:trace>
  <inkml:trace contextRef="#ctx0" brushRef="#br0" timeOffset="178864.84">30587 16793 80 0,'0'0'704'0,"0"0"64"0,0 0 92 0,0 0 172 16,0 0 60-16,0 0 212 0,0 0 100 0,0 0-196 15,12-30-236-15,-12 28-184 0,0 2-208 16,0 0-215-16,0 0-33 16,0 0 1424-16,0 0-904 0,0 0-320 0,0 0-92 0,0 0 116 15,0 0 88 1,0 0-32-16,0 0-176 0,0 2-64 16,0-2-4-16,0 4 52 0,-8 2-184 0,-4 4-236 15,1 9-112-15,-6 3 56 0,6 6 56 16,-2 7 12-16,5 1 32 0,1 2-44 0,7 3-72 15,0-6-16-15,0-4-84 0,0-1-40 16,3-9-8-16,5-5 20 16,5-6-24-16,-2-4-160 0,5-3-300 0,0-3-124 15,8-9-264-15,-1-7-404 0,-2-3-873 16,-5 0-1631-16,3-10-568 0</inkml:trace>
  <inkml:trace contextRef="#ctx0" brushRef="#br0" timeOffset="179140.625">30766 16919 3676 0,'0'0'4888'0,"0"0"-3216"0,0 0-743 16,0 0 147-16,0 0 228 0,21 70-160 0,-18-48-264 16,1-3-212-1,4-2-140-15,0-2-68 0,0-5-236 0,0-1-216 16,4-6-8-16,-4-3 48 16,8 0-56-16,-5 0 8 0,10-9-76 0,-5-4 64 15,-4 0-112-15,4-6 0 0,-4 4-12 0,-5-1 88 16,6 0 48-16,-9 0 0 0,0 3-12 15,-4 4 8-15,0-1 4 16,0 1 0-16,-4 0 28 0,0 2-28 0,-5 1 148 0,2 0-100 16,-1 6 4-1,4 0-52-15,-5 0-36 0,2 2-288 0,-1 4 84 16,0 0-132-16,4 5 28 0,-1-5-260 16,2 3-356-16,3-2-604 0,-4-1-1073 15,4 1-2115-15,0-7-651 0</inkml:trace>
  <inkml:trace contextRef="#ctx0" brushRef="#br0" timeOffset="179446.24">31034 16852 2568 0,'0'0'3284'0,"0"0"-1072"0,0 0-308 15,0 0-303-15,0 0-77 0,0 0-344 0,0 0-332 16,0 0-268-16,31 67-92 16,-31-48-20-16,0 1-84 0,0-2 0 15,0 1-148-15,0-6-236 0,0 0-84 0,0-7-176 16,0-3 36-16,0 1-140 0,4-4-8 15,0 0-148-15,4-4 296 0,4-5 36 16,0-4 136-16,0-6-36 0,4 3 80 0,-4 1 0 16,0 2-56-16,0-1 12 15,-1 9 4-15,-2-2-16 0,-5 5 60 0,4 2 4 16,-5 0 4-16,-3 2 312 0,4 5 224 16,0 5-48-16,1 1-292 0,-5 3 0 15,4 3-140-15,-4-3-52 16,0 3-8-16,0-3-40 0,0-1 28 0,0 1-200 15,4-3-228-15,0-3-492 0,-4-1-344 0,7-3-524 16,-3 0-481-16,1-6-1655 16,7 0-932-16</inkml:trace>
  <inkml:trace contextRef="#ctx0" brushRef="#br0" timeOffset="179817.617">31511 16402 9564 0,'0'0'1393'16,"0"0"-981"-16,0 0 88 0,0 0 576 16,0 70 72-16,0-38-252 0,0 6-328 0,0 3-192 0,0 3 44 15,4 4 28-15,-4 0-88 0,4 2-260 16,-4 1-12-16,0 0-88 16,0 0 0-16,0-7-164 0,0-3-44 15,0-12-168-15,0-7-40 0,5-5 52 0,-1-5 112 16,3-10-100-16,5 3 140 0,-3-5-92 15,2-7-252-15,1-5-208 0,-4-5-632 16,0 4-1117-16,0-12-2903 16</inkml:trace>
  <inkml:trace contextRef="#ctx0" brushRef="#br0" timeOffset="180005.719">31364 16717 456 0,'0'0'9232'0,"0"0"-7619"0,0 0-701 15,0 0-144-15,0 0 288 0,0 0-320 16,0 0-396-16,0 0-40 16,0 0 28-16,0 0 180 0,87 2-124 0,-55 2-236 0,0-1-148 15,0 0-76-15,-4-1-88 16,4 2-212-16,-4-4-504 0,0 0-308 0,-4 0-356 16,-9-4-1209-16,6 2-2675 0</inkml:trace>
  <inkml:trace contextRef="#ctx0" brushRef="#br0" timeOffset="180247.988">31758 16742 9188 0,'0'0'1680'0,"0"0"-1539"0,0 0 115 15,0 0 900-15,0 0-32 0,0 0-300 16,28 79-468-16,-28-51-76 0,0 2 132 16,0 1 68-16,-4 4-76 0,1-4-128 0,-5-2-88 15,3-4-92-15,1-3-96 16,0-6-72-16,4-5-28 15,0-9-24-15,0 1 124 0,0-3 48 16,4 0 40-16,5-9-24 0,-1-7 320 0,7-3-148 16,5-6-236-16,0-4 0 0,4-3-136 0,0 1-212 15,4 1-52-15,0-1-216 0,0 6-368 0,0 3-256 16,0 3-576-16,-13 6-1401 0,13 0-3583 16</inkml:trace>
  <inkml:trace contextRef="#ctx0" brushRef="#br0" timeOffset="180556.189">32201 16837 11805 0,'0'0'1752'0,"0"0"-1140"0,0 0 564 15,-44 67 568-15,32-48-496 0,3 0-484 16,2-3-480-16,3-7-240 0,4 0-44 16,0-2-12-16,0-4-148 0,0 0-24 15,0-3-12-15,0 0-36 0,0 0-92 16,4 0-120-16,3-3 60 0,-2-3 272 0,7-4-48 0,-4-2-152 15,0 2 200-15,0 0 36 0,0 1 28 16,-4 3-16-16,-4 6-48 0,3 0 112 16,-3 0 64-16,4 0 120 0,1 6 204 15,-1 3 160-15,0 1-80 16,0 6-232-16,0 0 8 0,3-1-20 0,-3 1-88 16,5 0-56-16,-1-3-80 0,-1-4-12 15,2 1-196-15,3-4 84 0,-1-3 12 16,6-3-72-16,2 0-396 0,-3-9-252 0,4-1-184 15,4-2-648-15,-4-4-912 16,-4 3-1921-16,4-2-1235 0</inkml:trace>
  <inkml:trace contextRef="#ctx0" brushRef="#br0" timeOffset="181063.927">32647 16767 10616 0,'0'0'1749'0,"0"0"-969"0,0 0 276 0,0 0 420 16,0 0-68-16,0 0-172 15,0 0-768-15,0 0-452 0,-88 26 80 0,73 2-20 16,-6 0 80-16,6 7 116 0,2-2 60 16,6-5-64-16,3-6-184 15,0-9-84-15,4-4-108 0,0-5 24 0,0-2 84 16,0-2-124-16,8-2-84 0,3-11 136 16,6-6 72-16,7-7-160 15,-1-5-112-15,1-5-48 0,0 2 36 16,0-4 24-16,-1 3 76 15,5-7 48-15,-3 4-24 0,-5-3 36 0,-1-1-16 0,-6 5 140 16,-2-5 84-16,-3 10-76 0,-3 4 192 0,-5 9-40 0,4 6 248 16,-4 10-60-1,0 3-56-15,0 0 52 0,0 0 12 16,0 9-172-16,0 4-48 0,4 9 144 0,-4 8 0 16,0 1-84-16,0 3-12 0,0 1-28 15,-4 4-156-15,0-4-24 0,-1-3-144 0,1-1-260 16,-4-3-280-16,5 2-200 0,-1-5-156 15,4-6-364-15,0 0-240 0,0-13-136 16,4 0-301-16,3-6 153 16,6-3 392-16,-2-3 1016 0,-3-1 544 0,5 1 792 15,-9 3 480-15,-1 3 268 0,5 6 277 16,-8 4 159-16,4 3-636 0,-4 2-432 0,0 2-112 16,0-2-188-16,0 1-212 15,0 0-300-15,0-3-96 0,0-1-124 0,0-2-72 16,0-3-228-16,4-5-484 0,-4-2-364 0,0 0-256 15,0-2-892-15,5-8-745 16,-5 0-739-16,0-5-264 0</inkml:trace>
  <inkml:trace contextRef="#ctx0" brushRef="#br0" timeOffset="181185.003">32858 16796 2540 0,'0'0'2956'0,"0"0"-1444"0,0 0 344 0,0 0 597 16,20-70-261-16,-12 67-660 0,-4-1-308 0,4 4-240 15,4 0-276-15,0 0-364 16,-1-2-256-1,6 2-88-15,-6-5-148 0,2 5-300 0,2-2-508 16,-2-2-436-16,-1 4-1144 0,-1-2-4117 0</inkml:trace>
  <inkml:trace contextRef="#ctx0" brushRef="#br0" timeOffset="181875.309">33089 16840 3148 0,'0'0'6460'16,"0"0"-4611"-16,0 0-633 0,0 0 416 15,0 0-172-15,0 0-228 0,0 0-736 16,0 0-60-16,-51 91 80 0,34-55 296 0,6 5 20 15,-2-6-244-15,5 1-248 0,5-11-156 16,-1-10-100-16,4-3-84 0,0-5-232 16,7-3 4-16,1-4 104 0,9-4 124 15,3-8-60-15,8-14 60 16,4-9-380-16,-1-9-352 0,9-4-316 0,-8-6-288 0,4 3-28 16,-8 1 52-16,0 2 52 15,-4 1-172-15,-5-4-309 0,-6 0-499 0,-2 0-416 16,-3 0 820-16,-8 4 1836 0,0-1 380 15,-4 10 1220-15,0 8 860 16,0 12 116-16,4 11-247 0,0 5-485 0,-4 2-456 0,4 9-336 16,0 9-144-16,-3 12-304 15,-1 8-112-15,4 10-72 16,0 3 168-16,0 2 204 0,0 1-304 0,0 0-380 16,0 0-108-16,0-6-120 0,0-4-208 15,0-6-248-15,-5-8-120 0,1-2 132 0,4-9 172 16,-8 0-4-16,4-7-172 15,-7-5-252-15,2-1-500 0,-6 0-348 0,-6-6-428 16,1 0 407-16,1 0 617 16,-1-6 228-16,-5 0 844 0,6-1 584 15,3-2 272-15,0 0 112 0,4-1 141 0,4 0 107 16,8 1 20-16,0-1-540 0,4 3-688 16,16-5 92-16,4-1 176 0,8-2 28 0,0-1-52 15,8 3-152-15,-1 0 76 0,-3 4-176 16,0-4-120-16,-4 7 32 0,-9 0-60 15,2-1-68-15,-13 4-48 16,-4 3 24-16,-8 0 240 16,0 7 40-16,-8 2 500 0,-8 4-212 15,0 9-104-15,-4 3 144 0,0 0 120 0,4 5-168 0,4-5-320 16,4-6-112-16,8-7-136 0,4-5-300 16,8-7-724-16,4 0-248 0,0-7-1197 0,4-12-3783 15</inkml:trace>
  <inkml:trace contextRef="#ctx0" brushRef="#br0" timeOffset="183373.1">15960 4594 7248 0,'0'0'1868'16,"0"0"-1504"-16,0 0-300 0,0 0 520 0,-71-80-96 15,47 64-75-15,0 4 1259 0,1 3-120 16,-2 2-404-16,1 1-228 15,-4-1-108-15,4 7-140 0,-4 0-104 0,5 0 84 0,-5 0-40 16,0 3-196-16,-4 4-220 16,0 5-120-16,1 7-64 0,-1 4 0 0,0 5 24 15,0 7-36-15,4 7-12 16,-4 5-36-16,8 8-48 0,-4 5 92 16,4 6-52-16,-4 11-4 0,5 5-40 0,-5 3-8 15,4 8 8-15,4-5 16 0,4 1-28 16,4 0-12-16,0-3-32 0,12-3 20 15,0 0 0-15,8-4 24 0,8-3 52 0,12-4 12 16,4-1 44-16,8-8-60 16,8-2 64-16,7-11 60 15,8-2-60-15,1-13 4 0,12-3 128 0,3-11-44 16,9-7-80-16,8-11-4 0,8-3-4 16,3-10 0-16,9-11-12 0,4-12-124 0,3-5-24 15,1-3 36-15,3-10-108 0,-4-5 72 16,5-2-16-16,-9-5 116 15,-3 3 60-15,-9-1-4 0,-3 0-4 0,-16 4 8 0,-9 0 36 16,-2 0 88-16,-14 3 48 0,-7-4 76 16,-8 2 0-16,-4-5-16 15,-12-3 64-15,-5 1 32 0,-3-3-20 0,-12-8-100 16,-4-2-148-16,-8-3 28 16,-4-3 56-16,-12-7 52 0,-12 3 60 0,-8 3 84 15,-11-2 12-15,-9 5-204 0,-12 4-75 16,-12 7-73-16,-11 5-25 0,-21 13 25 0,-19 13 0 0,-21 10 0 15,-11 9-48-15,-13 15 44 16,-3 8 4-16,0 15-172 0,-4 15-108 16,4 7-204-16,3 13-224 0,5 10-40 0,3 6-100 15,17 9-80-15,12 7-168 16,12 6-88-16,11 0-752 16,32-19-785-16,-16 35-2563 0</inkml:trace>
  <inkml:trace contextRef="#ctx0" brushRef="#br0" timeOffset="187895.876">24670 18199 8128 0,'0'0'896'15,"0"0"-212"-15,0 0-320 0,0 0 849 16,0 0-85-16,0 0 376 15,0 0-36-15,64 19-384 16,-36-10-176-16,4 1-152 0,3 0-116 0,-3-3-84 0,4-2-104 16,-4 2-208-16,5-7-96 0,-2 0-92 15,-3 0-56-15,0-4-12 0,-4-4-84 16,0-3-112-16,-9-1-148 0,1-5-284 16,-4 5-160-16,-4-7-244 0,-4 3-448 0,0-3-708 15,-3 2-1913-15,-5-2-1607 0</inkml:trace>
  <inkml:trace contextRef="#ctx0" brushRef="#br0" timeOffset="188047.874">25021 18012 10032 0,'0'0'1445'0,"0"0"-741"0,0 67-368 16,0-34 212-16,0 6 228 0,4 2 0 15,0-6-360-15,0 0-416 0,4-10-40 0,0-2-236 16,4-4-344-16,3-6-476 0,-2 0-300 15,2-7-889-15,10-3-2535 0</inkml:trace>
  <inkml:trace contextRef="#ctx0" brushRef="#br0" timeOffset="188306.457">25351 18329 6776 0,'0'0'1964'0,"0"0"-596"0,0 0-335 16,28 85-81-16,-20-59 188 0,1-7-124 15,-1 1-384-15,3-12-416 0,2-4-16 0,6-4 76 16,1-7-124-16,4-8-64 0,1-7-40 15,2-6-48-15,1-5-4 16,-4 2-56-16,-4-1 48 0,-1 7 12 0,-6 2 0 0,-2 4 36 16,-3 6 28-16,-8 3 84 15,0 1 132-15,0-1 32 0,-8 4-36 16,-7-3-128-16,-2 2-60 0,2 1-88 0,-5 0-112 16,3 6 12-16,2 0-48 0,-1 6-264 15,4 7-96-15,0 6 32 0,0 3-320 16,8 4-244-16,-4-1-788 15,8-3-2217-15,-4 7-3463 0</inkml:trace>
  <inkml:trace contextRef="#ctx0" brushRef="#br0" timeOffset="188739.749">26682 17773 4772 0,'0'0'5260'0,"0"0"-3547"16,0 0-673-16,0 0-200 0,0 0 528 0,0 0-160 15,0 0-456-15,16 102-264 0,-12-54-92 0,4 9 148 16,-4 3 72-1,1 4-200-15,-1-1-220 0,-4 1-24 0,3-1-160 0,-3-2-12 16,0-2-96-16,0 0-64 0,0-6-24 0,0-6-224 16,0-6-196-16,0-6-64 15,4-11-88-15,4-6-112 16,0-11-400-16,8-7-1048 0,-4-11-105 0,12-20-2867 16</inkml:trace>
  <inkml:trace contextRef="#ctx0" brushRef="#br0" timeOffset="189131.852">27245 17954 10816 0,'0'0'1593'15,"0"0"-545"-15,0 0-20 0,0 0 372 16,0 0-560-16,0 0-416 0,-60 70-212 16,39-35 36-16,1 7-12 0,5 5 36 0,-2 0 12 0,2 5 12 15,7-1 24-15,-4-1-12 16,4-6-76-16,8-5-136 0,0-11-96 15,0-6-4-15,0-9-56 0,12-3 48 0,-4-4 12 16,4-3 0-16,-1-3 0 0,6 0 0 16,-2-7-48-16,5-5-4 15,-3-3-80-15,-2-5-52 0,-3-2-172 0,0-1-140 16,-4 1-120-16,0 3-92 16,-8 1-148-16,0-1-136 0,0 2-248 0,-8 4-228 15,-3 1 20-15,-6-1 295 0,6 7 185 0,-6-1 812 16,6 5 156-16,3 2 428 0,-1 0 568 15,5 2 433-15,1 9-377 0,3-3-236 16,0 3 48-16,0-3 36 0,3 3-96 16,1-2-176-16,9 1-304 15,2-8-212-15,2 2-36 0,-2-4-76 0,5 0-244 16,1-11-292-16,-6-1-400 0,5-1-400 16,0 1-464-16,-8-1-1009 0,0-2-2591 15</inkml:trace>
  <inkml:trace contextRef="#ctx0" brushRef="#br0" timeOffset="189306.329">27316 18249 1420 0,'0'0'9000'0,"0"0"-7415"0,0 0-1113 15,0 0 116-15,-12 87 444 0,12-62 144 16,0 6-232-16,0 1-344 0,0 0-200 16,4 3-28-16,0-3-40 0,0-4-332 15,0-2 0-15,0-4-356 0,0-2-380 0,4-8-104 0,0 1-256 16,0-8-68-16,-1-5-624 15,6 0-585-15,-5-2-783 16,3-21-2592-16</inkml:trace>
  <inkml:trace contextRef="#ctx0" brushRef="#br0" timeOffset="189531.106">27670 17906 10981 0,'0'0'1592'15,"0"0"-1452"-15,0 0 356 0,0 0 600 16,5 67 128-16,3-35-332 0,-5 3-340 0,1 4-120 16,4 8 16-16,-3 0 8 15,3 4 0-15,-5 6-208 0,1 0-152 16,-4 0-96-16,0 2-84 0,0-3-40 0,0-2-96 16,0-4-336-16,-4-5-16 0,1-3-24 15,3-7-76-15,0-7-300 0,0-3-888 16,3-9-252-16,1-7-2089 0,0-4-2747 0</inkml:trace>
  <inkml:trace contextRef="#ctx0" brushRef="#br0" timeOffset="189972.943">28240 18161 10364 0,'0'0'1365'16,"0"0"-325"-16,0 0-696 0,0 0 252 0,0 0 116 15,100 53 48-15,-65-46-420 0,2-7-304 16,-1 0-36-16,-1 0-140 0,-7-7-436 0,0 1-72 16,-4 0-252-16,-8-1-484 0,-4 1-1389 15,-9 3-3359-15</inkml:trace>
  <inkml:trace contextRef="#ctx0" brushRef="#br0" timeOffset="190147.804">28372 18342 8824 0,'0'0'2405'0,"0"0"-957"16,0 0-108-16,0 0 0 0,-4 70-372 0,15-55-316 15,6-5-304-15,-1 0-348 0,7-3 96 16,1-7-96-16,4 0-216 16,0-5-208-16,4-7-280 0,0-4-216 0,0-3-320 0,-4 6-980 15,4-12-3161-15</inkml:trace>
  <inkml:trace contextRef="#ctx0" brushRef="#br0" timeOffset="190390.275">29030 18136 10244 0,'0'0'1417'0,"0"0"-777"0,0 0 308 0,0 78 500 16,0-36-140-16,-5 3-392 0,5 5-320 15,-4 7-88-15,4 1-88 0,-4 5-76 16,4-3-120-16,-4 7-152 0,0-3-72 16,0-1-72-16,1-2-176 0,-6-4-120 15,5-7-52-15,0-12-64 0,0-6-124 0,4-15 44 16,0-8-556-16,4-9-744 16,0-3-857-16,5-3-387 0,-2-27-2348 0</inkml:trace>
  <inkml:trace contextRef="#ctx0" brushRef="#br0" timeOffset="190603.767">28998 18273 10708 0,'0'0'1569'0,"0"0"-1261"0,0 0-300 0,0 0 428 0,0 0-4 16,0 0 304-16,0 0-128 15,0 0 24-15,83-17-292 0,-63 23 112 16,0 7-176-16,-4-4-88 0,-5 5 0 0,-2 1 96 15,-5 3-36-15,-4 6-24 16,-8 1-224-16,-4 0-100 0,-8 3-284 0,4 1-40 0,-8-7 52 16,4-2-284-16,0-5-12 15,4-5-408-15,4-10-364 0,1 0-401 16,7-6-875-16,-1-16-2284 0</inkml:trace>
  <inkml:trace contextRef="#ctx0" brushRef="#br0" timeOffset="190931.139">29260 17901 9500 0,'0'0'1076'0,"0"0"-511"0,0 0-49 16,0 0 380-16,84 25 176 0,-65-9-232 15,6 0-436-15,-5 3-280 16,-5 3 16-16,2 0 88 15,-6 0-40-15,2 3-100 0,-9 1-36 0,-4-1 84 0,0 4-24 0,0-4 16 16,-4-3-116-16,-5-3 0 0,5-6 100 0,-3-3 68 16,7-7-20-16,-4-3 68 15,4 0-80-15,-4-3-100 0,4-7 108 0,0-5-156 16,0-8 0-16,0-5 160 0,4-7-36 16,3 3-48-16,6-3-76 0,-2 6-72 15,1 4-76-15,1 3-12 0,2 6-52 0,1 0-40 16,4 7-44-16,0-2-48 0,-4 6-576 15,4 5-676-15,-4-3-1265 0,3 3-4167 16</inkml:trace>
  <inkml:trace contextRef="#ctx0" brushRef="#br0" timeOffset="191603.453">30654 18195 9068 0,'0'0'1280'0,"0"0"-43"0,0 0-185 0,0 0 448 16,0 0-84-16,0 0-208 0,0 0-400 16,0 0-164-16,-79 4-92 0,72 15-156 15,-2 10-116-15,1 8 16 0,4 5-16 16,0 5-24-16,4 1-108 0,0-3-148 0,0-1 0 15,4-6-232-15,4-3-36 0,0-6 36 16,0-4-224-16,8-6-268 16,-4-6 32-16,4-7-68 0,4-3-140 0,-1-3-244 15,2-9-544-15,-1-4-608 16,-5 1-2085-16,10-13-2266 0</inkml:trace>
  <inkml:trace contextRef="#ctx0" brushRef="#br0" timeOffset="191963.9">30970 18161 8020 0,'0'0'1788'0,"0"0"-780"16,0 0 369-16,0 0 167 0,0 0-228 0,51 66-296 15,-35-46-368-15,0 1-252 0,-4 5 72 0,8-1-224 16,-8 1-40-16,0 2-120 15,-1-2 0-15,-2-1-76 0,-5 5 84 16,0-5-84-16,-4 0 76 0,0-3-24 16,-8-3 20-16,4-6 28 0,-1-4-28 15,2-3 4-15,3-2 60 0,-4-4-40 0,4 0-8 16,0 0 0-16,0-4 72 0,0-2-8 16,4-6-164-16,4-7-60 0,0-7-76 0,7-3 88 15,2-5-12-15,3-1-124 0,-1 3-12 16,2 7 36-16,3-1 12 15,-5 3 0-15,5 8-52 0,0-1 16 0,0 3-40 16,0 5-108-16,-4 1-376 0,0 3-472 16,-4 4-808-16,0-3-1137 0,-4 3-3635 15</inkml:trace>
  <inkml:trace contextRef="#ctx0" brushRef="#br0" timeOffset="192550.98">31831 18123 8384 0,'0'0'3933'0,"0"0"-2873"15,0 0-1012-15,0 0 312 0,0 0 664 16,0 0 184-16,0 0-368 0,71 69-364 16,-47-49-104-16,-1 1 48 0,5 0-36 0,4-2-128 15,-4-1-72-15,0-3-84 0,4 2 36 16,-8-4-136-16,4-1-4 0,0-2 4 0,-4-4 0 15,-8 0 0-15,4 1-48 0,-9-4-12 16,-3 0 0-16,-3 0 8 0,-5-3 52 0,0 6-4 16,-13 1-56-16,-2 6 56 15,-5 2-40-15,-12 2 44 16,0 1 48-16,0-1 52 0,-4 2-100 16,1-4-64-16,2 1 4 0,1-3-200 0,5 0-84 15,3-4-28-15,8-3-160 0,8-3-204 0,4-3-356 16,4 0-360-16,0-12-836 0,4 6-2165 15,12-20-1523 1</inkml:trace>
  <inkml:trace contextRef="#ctx0" brushRef="#br0" timeOffset="192830.543">32658 17919 10164 0,'0'0'2853'15,"0"0"-1669"-15,0 0-640 0,0 0 552 16,0 0 580-16,13 95-388 0,-9-55-456 0,-4 4-328 0,0 3-76 16,0 3 96-16,0 4 32 15,-4 1-239-15,-4 2-169 0,3 1-112 16,-2-2-36-16,3-5-96 0,-4-7-149 0,8-2-255 0,-4-7-156 15,4-9-28 1,0-8 36-16,8-6 56 0,0-5-196 0,4-7-556 0,0-12-848 16,-1-2-308-16,10-21-3209 0</inkml:trace>
  <inkml:trace contextRef="#ctx0" brushRef="#br0" timeOffset="193109.286">33070 18014 7552 0,'0'0'4433'0,"0"0"-3165"0,0 0-492 0,0 0 300 16,0 0 232-16,43 84-260 0,-35-63-392 0,4 8-336 15,-4 0-72-15,0 2-64 0,0 1-72 16,0 3-16-16,-8 3-84 0,0 0 0 15,0 3-12-15,-8 0-8 0,0 1-40 16,-4 0-100-16,0-4-244 0,-4-1-128 16,-4-5 12-16,4 0-200 0,-8-4-72 0,0 1-76 15,-4 0-280-15,1-1-908 0,3-6-2681 16,-12 5-1963-16</inkml:trace>
</inkml:ink>
</file>

<file path=ppt/ink/ink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8:31:18.43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20411 223 2856 0,'0'0'8829'16,"0"0"-7277"-16,0 0-816 0,0 0-228 15,0 0-92-15,0 0 76 0,0 0 60 0,0 0-44 16,0 0-124-16,0 0 4 0,-44 78 20 0,40-62 52 16,4 3-80-1,0 0-60-15,0 7-120 0,0-1-4 0,0 7-112 16,0 3 4-16,0 3-76 0,0 6 48 16,0 3 4-16,-4 8 8 0,-3 2-24 15,3 0 40-15,-5 7-44 0,1-1-44 16,1 8-12-16,-1-2-100 0,-1 7 40 0,1 0-4 15,1 10 72-15,3 0-56 0,0 3-24 16,-5 4 8-16,5 1 68 0,1 1-40 16,-5 0 40-16,4 1 4 0,-5-4 4 15,2-3 0-15,-1-3-84 16,0-4 80-16,-1-3-4 0,2-3-64 16,-1 4 20-16,0 0-8 0,0 2 60 0,4-3 112 15,0 4-72-15,4-7-40 0,0-2-60 16,0-5 60-16,0 1-8 0,0-7-36 0,0 1-64 15,-4-3-128-15,0-7 160 16,0-1 76-16,1-5 0 0,-6-3-4 0,5-5 0 16,-4-5 4-16,4-3 0 0,1-7 4 15,-1-2 44-15,-1-8 12 0,1-5-60 16,4-4 0-16,0-3 0 16,0-3 44-16,0 0-44 0,4 0-112 0,5-3 112 15,-6 0 196-15,9-3-184 0,-4 2 40 0,0-1-52 16,4-2 12-16,-4-3 36 15,4 1-40-15,0-1-4 0,0 1-4 0,0 3-48 16,3-4-28-16,2 4 16 0,-2-1-28 16,2 0 28-16,3-1-40 15,-1 2-48-15,1-1-12 0,5 3 24 0,-1-2 64 16,7 4 24-16,1-2 48 0,4 1 52 16,0 3-44-16,7-4 200 0,5 1-8 0,4 3-200 15,3-3-48-15,5 3 0 0,4-4 0 16,5 4 48-16,2-2 12 15,0 2 32-15,9-3-40 0,-4 0-4 0,4-1 8 0,4 1 4 16,-1 3 52-16,4-4 40 16,1 2-104-16,4-2 0 15,0-1 4-15,7-2 60 0,-4 0-4 0,10 1-52 0,-2-4 4 16,5 1-12-16,3-4-4 16,5 1 4-16,-4-1 0 0,2 1 0 0,2-1-108 0,-4-3 32 15,3 4 72-15,-3-1-8 16,0 0 12-16,3 3 0 0,-3-2 4 15,3-1 8-15,0 3 48 0,1 1-44 0,0-4 36 16,0 0-52-16,3 1-48 16,-4-1 0-16,1 0 44 0,3 4 0 15,-3-4-8-15,0 4 4 0,-1-2-32 0,-3 6 40 16,0-2 72-16,-5 0-64 16,-4 5 40-16,1-2-48 0,-4 2 0 0,-1-2 12 15,0 2 0-15,-2 2 48 0,-5 0-60 16,-2 0 12-16,2 0-12 0,-4-5-8 0,-4 5 8 15,0 0 0-15,-1 0 0 16,-7 5 0-16,-1-3-96 0,1 4 92 16,-8 0 0-16,-1 1 8 0,-3 3 4 0,0-4-4 15,-4 1 4-15,-4-1 4 0,-1-3-4 16,1 0 40-16,-4 1-36 16,-4-4 88-16,0 0-88 0,-5 0 0 0,1 0-12 15,0 0 0-15,0 0-8 0,0 0 8 16,-4 0 0-16,-1 0-60 0,6 0 60 0,-10 0-8 15,5 0 4-15,-4 0-52 16,-1 0 52-16,-3 0 8 0,5 0-4 0,-9 0 4 16,-1-4 60-16,1 4-56 0,0-3 4 0,-4 0 60 15,4 0 4-15,-4 0-20 16,0-1-56-16,-1-3-60 16,-3 2 60-16,1-2 12 0,-6 0 72 0,2-1-76 15,-6-3 56-15,-3 5-52 0,1-2 160 16,-6-3-100-16,1-1 16 0,0-1 44 15,-4 0 16-15,0-3-36 0,0-6-52 16,0 0-56-16,0-3 0 0,0-3 0 16,0-5-4-16,0 1-12 0,0-6-36 15,-4 0-28-15,4-7-20 0,-4-2-16 16,-4-4 4-16,0-2-16 0,4-4 36 0,-7-4-8 16,2-3 84-16,-3-5-124 0,5-4 0 15,-2-7 28-15,1 4 96 0,0-4-196 0,5 4 36 16,-1 0-28-16,4 6 104 0,0-2-16 15,0 5 108-15,0 0 0 0,0 4 4 0,0 2 72 16,0 1-72 0,-4 3 0-16,-5-1-8 0,1 2-4 0,1-2-100 15,-6 4 52-15,-2-3-4 16,2 3-8-16,-2 0 8 0,-2 0 4 0,2 3-52 16,3 4-24-16,4 6 36 0,0-1 48 15,0 7 52-15,4 7 164 0,1 6-92 0,3 0 92 16,-5-1-104-16,1 5 76 15,4 1 16-15,-4-2 8 0,4 3-64 0,0 0 16 16,0 0-36-16,0-3-72 0,0-3 0 0,0 3-4 16,0-6 0-16,0 3-12 0,0-4 4 15,0 7 4-15,4 1 4 16,-4 1 12-16,0 8-8 0,0-1 56 0,0 4 64 16,0-1 0-16,0 1-12 15,-4 3-40-15,4 0-24 0,-4 0-36 16,4-1 36-16,0 4-44 0,0-3 0 0,-4 0 0 15,4 3 0-15,0 0 8 0,0-3 36 16,0 3-40-16,0 0 56 16,0 0 56-16,0 0 28 0,0 0-60 0,0 0-28 15,0 3-56-15,0-3-4 16,0 3-72-16,0-3-28 0,0 0 88 0,0 3-48 16,0-3 56-16,0 0-60 0,0 4 56 15,0-4-40-15,0 0 48 0,0 0 0 0,0 0 4 16,0 0 8-16,0 0 36 0,0 0-40 15,0 0 0-15,-4 0-8 0,4 0-4 0,0 0-8 16,0 0-72-16,0 0 36 0,0 0-16 16,0 0 4-16,0 0 48 0,0 0 0 15,0 0-40-15,0 0 52 0,0 3 52 16,0-3 32-16,0 0-32 16,0 0 8-16,0 0 12 0,0 0-64 0,0 0 40 0,0 0-48 15,0 0-52-15,0 0 4 16,0 0-36-16,0 0 8 15,0 0-8-15,0 0-16 0,0 3 0 0,0-3 40 16,0 0 12-16,0 0 44 0,0 0 4 0,0 0 8 0,0 0 40 16,0 0 24-16,0 0-8 0,0 0-4 15,0 0-48 1,0 0-12-16,0 0-168 0,0 0-140 16,-3 0-124-16,3 0-176 0,-5 0-480 0,-3-3-1004 15,4 0-2813-15,-11-1-1211 0,50 14 3064 16</inkml:trace>
</inkml:ink>
</file>

<file path=ppt/ink/ink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8:31:19.94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20682 273 2072 0,'0'0'444'16,"0"0"-300"-16,0 0 12 0,0 0 4008 15,0 0-2424-15,0 0-588 0,0 0-324 16,0 0 9-1,0 0-81-15,0 0-88 0,-16 0-148 0,24 0-164 0,4 0 140 16,4 0 188-16,4 0 8 0,8 0-216 0,0 3-148 0,0 0-128 16,8 1-12-16,3-1 0 0,1-1-92 0,4 5-48 31,3-4-48-31,2 0-88 0,3 1 40 0,-1-1-4 0,5-3 40 16,0 0 12-16,4 0 0 0,0 0 8 15,3 0-4-15,-3-3-4 0,4-1-8 16,-4 1 8-16,3 0 0 0,-3 3-32 0,8-3 32 15,-1 3 148-15,1 0-72 16,4 0-76-16,3 0-80 16,2 3-56-16,-2 0-16 0,9 4 104 0,-1-4 36 15,-3 0 12-15,4 0-112 0,0-3 104 0,-1 3-68 16,-3-3 72-16,-5 0-60 16,1 0 60-16,-1 3 0 0,-2-3-4 0,2 0 8 15,0 4 12-15,-2-4 64 0,2 3-76 0,5 0 0 16,-5 3-40-16,5 0 40 15,-4 1 12-15,0 2-12 16,-1-2 48-16,1 2-36 0,-4 0 52 0,3-2-60 0,1-1-4 16,-4-2-4-16,0-2 4 0,3-2 4 15,-7 0-4-15,4 0-12 0,-4 0 0 16,-1-2-40-16,1-2 44 0,-1 4-52 16,-3 0 56-16,-4 0 4 0,4 0 4 15,-5 0 44-15,1 6-40 16,-4-2-8-16,4-1 4 0,-4 4-12 0,0-4-28 15,-5-1 28-15,1 2-4 0,0-4 0 16,-4 0 0-16,0 0 0 0,-5 0 8 0,2 0 4 16,-2 3 4-16,-3-3-4 15,0 0 0-15,3 3 8 0,-3-3 0 16,1 4-8-16,-2-1-4 0,-3 1-44 0,3-2 40 16,-2-2 8-16,-1 4-4 0,-1-4 0 15,1 0 8-15,0 0-4 0,0 0 4 16,4 0 8-16,0 0-4 0,-1-4 0 15,2 2-8-15,2-2 52 0,1 1 4 16,-4-1-56-16,4-2-112 0,-5 2 112 16,5 4-76-16,-4-2 64 0,1 2 8 0,-2-3 4 15,1 3 4-15,-5-3-4 0,6-1 0 16,-5 4 0-16,3-3 4 0,-3-1-4 0,3 4-72 16,-2-2 28-16,3 2 44 0,-1-4 64 15,-3 4-60-15,1-2-4 16,-6-2 4-16,1 4 8 0,-4-2-4 0,-1-3-4 15,-3 5 88-15,-3-2-88 0,-2 2 4 16,1-4 56-16,-3 4-16 16,-2 0 4-16,-2 0-44 0,-2 0 40 0,-3-3 4 0,0 3-4 15,-4 0-36-15,0 0 64 16,-4 0 0-16,0 0 8 16,0 0-8-16,0 0 12 0,0 0-12 0,0 0-76 0,0 0-100 15,0 0-224-15,-8 0-252 16,-4-3-608-16,-3 3-604 0,-2 0-2413 0,-22 0-4475 0</inkml:trace>
</inkml:ink>
</file>

<file path=ppt/ink/ink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8:31:24.70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5658 11525 4644 0,'0'0'128'0,"0"0"5756"0,0 0-3943 0,0 0-513 16,0 0-140-16,0 0 32 0,0 0-224 15,0 0-168-15,0 0-168 0,0 0-184 16,0 0-136-16,-41 6-76 0,41-6-44 0,0 0-16 15,0 0-12-15,0 0-135 0,0 0-157 16,0 6 0-16,0 4-157 0,0 10 141 0,5 5 12 16,-1 9 4-16,0 8-4 15,3 5-4-15,-3 5 4 16,0 1 0-16,0 5-8 0,1 5-84 0,-1 7-60 16,3 6 44-16,-3 3-120 0,8 7 136 0,0 3-48 15,0 3-40 1,0 3 60-16,0 0 28 0,-1-3-52 0,2 1 64 15,-1-1 36-15,-5-6-112 0,2-4-24 0,-1-6 100 16,-1-4-4 0,1-1-8-16,1 2-4 0,-5-6-84 0,3 3-72 0,-3-3-64 0,5-8 144 15,-5-5 16 1,0-6 76-16,0-7-52 0,-1-2 12 0,1-8 112 0,0 1-64 16,0-6 16-16,1-4 60 15,-5-6 28-15,4-1-28 0,-4-2-8 16,4-3-40-16,-4 3 48 0,0-1-52 0,3-2-8 15,-3 3-4-15,4-4 4 16,-4-3 48-16,0 1-64 0,4-1 28 16,-4 0-16-16,4 1 52 0,-4-1 0 0,4 0 12 15,-4 0 12-15,5 4 48 0,-1 0 16 16,-1-1-12-16,1 4 144 0,0-4-32 16,-4-2 20-16,4-1 76 0,-4-3-36 0,0-3-28 15,0 0-136-15,0 0-72 0,4 3 0 16,-4 1 0-16,0-2 64 15,5-2 32-15,-5 5 64 0,4-3-84 16,-1 2-16-16,1-2-52 0,0 2 40 0,0-2-36 16,0 5 160-16,0-7-48 0,4 4-28 15,-4-1-20-15,8-3 20 0,-5 3-8 16,6-3 68-16,-1 0-80 0,4 0-4 16,3 0 36-16,-2-3 16 0,7-4-64 0,-1 0-48 15,1 1 48-15,4 0 4 0,4-1-60 16,0 1 40-16,3-2-44 0,2 1-12 15,3 0 0-15,-1 1-64 0,1-4 28 16,4 4-36-16,3-3 84 0,2-1-60 0,-2 3 52 16,5-2-56-16,0 3 56 15,0-1 4-15,-1 4-8 0,2 0-36 16,3 0 36-16,3 3 4 0,-4 0-36 16,10 0 40-16,-6 0 0 0,6 0-4 0,-7 0 8 15,7 3 0-15,-6 0 0 0,1 0-8 16,-1 4 4-16,1-1-120 0,-4 0 76 0,4 1 40 15,0-1 4-15,0 1-8 0,3 2 12 16,-3-3 0-16,4 1 0 16,0-1-12-16,3 0 24 15,2 1-12-15,-6-1 0 0,5 0 4 0,-1-2 0 16,1-2-4-16,-1 5 8 0,-3-3 0 0,1-2 52 16,-1-2-56-16,3 4 44 0,-3-2-48 15,-1-2-52-15,1 0 52 0,0 0 4 16,-1 0 4-16,1-6-4 0,0 0-4 0,-1-1 0 15,-3 1 0-15,0 0-72 16,0 0 68-16,-4-1 0 0,-4 4 0 16,3 0-48-16,-7 0 44 0,1 3 4 0,-2 0-72 15,-3 0-56-15,0 6-4 0,4-3-60 16,-1 4 64-16,-3-3 128 0,4 1-4 0,0-2-52 16,-5 1 12-16,1-4-52 15,4 0 100-15,-4 0 0 16,4 0 8-16,4 0 4 0,-1 0 64 15,1 0-68-15,4 0 16 0,4 0-20 0,-4 0-4 0,8 0 4 16,-1-4-4-16,1 4 8 0,-4-3 4 16,3 0-8-16,1 1 0 15,0-5 8-15,3 3 76 0,-3 1-76 0,0-3-8 16,-1-1-4-16,1 4-4 16,0 0-48-16,0-3 44 0,0 3 4 0,4 0-4 0,-1-1 4 15,1 1 0-15,-1 0-4 0,6 3-52 16,-2-3 52-16,5-1 0 15,-4 4 8-15,3 0 0 0,1-3 4 16,-1 0-4-16,-2 0 4 0,2 0 20 16,5-3-24-16,-5-1-112 0,5 1 64 15,-4 0 36-15,4-4-36 0,-1 1-16 0,5-1-8 16,-4 4 64-16,3-4-44 0,1 4 52 0,0 0 0 16,-1-5 8-16,5 5 4 15,-5 0 0-15,1 4-4 0,-4-5-8 0,4 3 0 16,-4 4-52-16,-5-3 44 0,5 3 0 15,-1 0-4-15,-3 0 4 16,3 3 4-16,-2 1 0 0,-6 3 4 16,5-1-4-16,-4 2 4 0,-1 3 0 0,1-3 4 15,4 3 4-15,-9-2-8 0,6 1 0 16,-6-1-4-16,1 1-88 0,-1-1 76 16,-3-3-32-16,3 4 40 0,-3-4 4 15,5 4-56-15,-6-1 56 0,1-2-4 16,0 2 0-16,-1-3 0 0,1 4-8 0,0-4-32 15,-1 5 36-15,1-6-36 0,4 2-28 16,-5 0 72-16,10 1-4 0,-6-2-4 0,1-1 4 16,-1 1-80-16,6-3 80 15,-2 0-44-15,0-3 52 0,2 2 0 16,2 2-8-16,1-1 0 0,0 1-4 0,4-4 12 16,3 3 4-16,-3-3-4 0,8 3-8 15,-1-3 8 1,1 0 4-16,4 0 44 0,-2 0 12 0,7 0-60 0,-2-6-64 15,5 2 56-15,-5-5 4 16,9 3-4-16,-4-5 4 0,-1 5 4 0,5 0-4 16,0-1 0-16,-1 5-4 0,0-2 8 15,2 4 72-15,-2 0-72 16,0 0 4-16,1 0-4 0,-1 4 0 0,5-2 8 0,-4-2 56 16,-1 5-64-16,5-5 0 0,-1 2 0 15,-3-2 4-15,3 0 4 0,-2 0 64 16,-2 0-64-16,4 0-8 0,-3 0-96 15,-1-2 44-15,2-5 40 0,-2 3-60 0,0 1 0 16,1-2 72-16,0 1 0 0,-5 1 0 16,5-1 8-16,-8 1-8 15,3 3 76-15,-3-3-76 0,-1 3-40 16,1-3 40-16,-5 0 0 0,-3-4 12 16,0 4 48-16,-4-6-60 0,-1 2 48 0,-3-2-44 0,-9-1 12 15,2 4 80-15,-6-4 28 16,-3 1 48-16,-4-1 12 15,-4-3-12-15,-5 4-36 0,-3-3-24 0,-5-1-52 0,-7 1 28 16,-4-1 20-16,-4 2 52 16,-8 2 0-16,-3-3 24 0,-6 5 24 15,-3-2-16-15,-4 2-32 0,-4 1-12 16,0-3-16-16,-4-8-24 0,-4 2-108 16,-3-7-4-16,-2-4-8 0,-2-2-156 0,-2 0-16 15,2-8 36-15,-2 4 76 0,2-6 60 16,-1-3-36-16,0 0 40 0,0-7-40 15,-1-3-64-15,6-4 28 0,-5-3-4 0,0-10-8 16,4-6-52-16,0-1-24 0,4-11-48 16,0 0 0-16,1-5 24 0,2-4 0 15,1-1-28-15,4 0 4 0,0 2 32 16,0-6 68-16,0 6 32 0,0-1 28 0,0-1 48 16,4 4 0-16,1-6-24 0,-1 2 36 15,7 2 0-15,1-1-12 16,4-1-88-16,0 6-220 0,0 8 120 0,4 6 112 15,-4 9 28-15,-4 10-4 0,0 7 64 16,-1 2 12-16,-7 9 124 0,1 2 64 16,-5 8-12-16,0 4-52 0,0 2 36 15,-5 1-12-15,1 2-36 0,-3 6-60 16,-1 1 20-16,-5 0-8 0,2 1 32 16,-1 2-92-16,0 3-4 0,-4 1 0 15,0 4 48-15,-3 2-60 0,2-5 0 16,-3 5 4-16,-3 0-8 0,-1 0 8 0,-4 0-4 15,3 0 0-15,-3 0-8 0,-3 0 0 16,-1-2 4-16,0 2 4 16,-4 0 0-16,-3 0 0 0,-6 0-8 0,2 0 4 0,-5 0 4 15,-3 0-76-15,-2 0 68 0,-3 2-152 16,-3 5 148-16,-1-4-124 16,-4 4 52-16,-3 0 20 0,-1-1 16 0,1 2 40 15,-6-1 8-15,-2 5 112 0,-1-5-100 16,0 6-4-16,-4-8 128 0,1 9 0 15,-5-8-28-15,-4 4 4 0,4-4-36 16,-2-3-72-16,-2 0 40 16,0-3-44-16,4 4-60 0,-4-4 60 0,5 0 0 0,-1 0-64 15,-3-4 4-15,3 1-4 16,1 0 64-16,-5-3 0 0,0 3 0 16,0 0 52-16,0-4-52 0,-3-3 48 15,3 3 76-15,5-1-52 0,-5-5-60 16,0 4 52-16,4-5-64 0,1 2-8 0,3 3-92 15,-4-3 52-15,0 2-28 0,5-1 4 16,-5 2-28-16,0-1 0 0,-2 4 16 16,2 0 80-16,-4 0 4 0,4 2 96 0,-3-2-84 15,-1 0 60-15,1 3-72 0,-1-1 0 16,4 4 28-16,-4-3-28 0,1 3-4 16,-1 0 4-16,4 0-48 0,-3 3 48 15,-1 1-100-15,-4-1 88 16,4 0-36-16,5 0 48 0,-4 0 72 15,-1 0 4-15,4 1 48 0,1-1-112 0,-1-3 0 16,4 0 48-16,-3 0-48 16,3 0-12-16,0 0 0 0,-3 0 0 0,3 0 0 15,0 0-60-15,-4 0-16 0,1 0 72 16,3-3-4-16,-4-1 4 0,1 4 4 0,2-3 76 16,-2 3-64-16,3 0 100 15,-4 0-100-15,5-3-12 0,-1 3 8 0,-3 0-8 16,3-3-48-16,-4 3-24 0,5-3-76 15,-5 3-52-15,-4 0 40 16,4 0-12-16,-2 0-12 0,2 0 120 0,-4 3 56 0,4 0 16 16,-4 0-4-16,5 4 4 15,-1-1 152-15,0 0-108 0,1 5 20 16,3-3-8-16,-4 2-64 0,1 2 0 0,3-2-136 16,-4 4 60-16,1-2 72 0,-1 1-8 0,0 2 12 15,5-2 12-15,-5-1 0 0,4 1-12 16,-4 0 100-16,5-4-92 15,-1 1 56-15,1-1 32 0,3 1 4 0,-3-4-36 16,2 5 32 0,-2-6-96-16,3 2 12 0,-3-1 0 0,3-3-12 15,-3 4 4-15,2-4-4 0,2 1 100 0,-1-2-92 16,1-2 0-16,-2 3 0 0,2-3 44 16,-1 0-44-16,4 0 4 15,-3 0 36-15,3-5-84 0,0 1 36 0,-4-2-12 16,5 2-112-16,-1-3 112 0,0 1 12 15,1 3-64-15,-1 0 64 0,5-4-8 16,-2 7 8-16,2-2 0 0,-1-2-44 0,4 1 44 16,1 0 0-16,-1 3 68 0,4-3-60 15,0 3-8-15,1-3 8 0,3 3 40 16,0-4-44-16,-4 4 56 0,5-3-8 16,-1 0-52-16,0 3-52 0,0 0 52 0,0 0 0 15,1 0-60-15,-1 3 12 0,-4 0-100 16,4 4 0-16,-4-4 60 15,4 3-48-15,-3 0-12 0,3 1-4 16,1-1 44-16,-5 4-44 0,4-3 152 0,-4-1 0 16,4 0 88-16,-4 4-76 15,4-1 0-15,-3-3 100 0,4 5-104 16,-1-2 80-16,-4 0-88 0,4 1-48 0,0-1 48 16,-4 0 8-16,5 1 40 0,-5 0-48 15,4-1 68-15,4 1-68 0,0 2 0 0,-3-5 12 16,3 2-8-16,0 1 0 15,5-1-4-15,-6 0-12 0,1-2 12 0,1 3-104 16,-1-4 96-16,4 4 16 0,1-1-8 16,-2-3 12-16,2 5 48 0,-1-5-8 15,4 2-52-15,-4-1-44 0,5 3-16 16,-6 0 12-16,6 2-16 0,-1-2 4 0,4 2-16 16,-3-2-72-16,2 2 60 15,-2 1-24-15,3 0 48 0,0-4-24 16,4 4 28-16,-4 0-4 0,5-4 16 15,-1 5 48-15,-1-6 0 0,2 3 4 0,3 0 56 16,0-1 4-16,0-3 36 0,0 2-96 16,0-2 4-16,4-1 64 0,0 0-72 0,0-3 0 15,5 4 0-15,-1-7-44 0,0 3 44 16,0 0 8-16,1-3 72 16,-1 0-72-16,0 3-16 0,-1-3-56 0,6 0 64 15,-9 0 36-15,8 0-24 16,-4 0 24-16,-4 0-36 0,5 0 0 0,-1 0 0 0,-1 0 16 15,1 0-16-15,-4 0 0 16,4 0-48-16,-3 0 48 0,3 3 0 16,0-3-60-16,-4 0 60 0,4 0 0 0,1 0 56 15,-5 0-56-15,4 0 0 0,-4 0 8 16,3 0 80-16,1 0 48 16,-3-3-124-16,3 0 36 0,0 0-48 0,0 0 0 15,5-4 44-15,-2 1-44 16,1 0 0-16,5 0 0 0,-2-1 0 0,6-2 40 15,-2 2-32-15,5 0-4 0,1-2 84 16,-1 3 72-16,4 3 28 0,-1-1-40 0,1 1-24 16,4 0 36-1,-3 1-84-15,3 2-76 0,0-4 0 0,0 4-4 16,0 0-48-16,0 0 4 0,0 0-40 0,0 0 4 16,0 0-40-16,0 0 0 0,0 0-52 15,0 0-96-15,0 0-52 0,3 0 52 16,6 0-596-16,-1 0-1520 0,0 0-2525 15,-5 9-3351-15,-34-18 7904 0</inkml:trace>
</inkml:ink>
</file>

<file path=ppt/ink/ink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32767" units="deg"/>
          <inkml:channel name="T" type="integer" max="2.14748E9" units="dev"/>
        </inkml:traceFormat>
        <inkml:channelProperties>
          <inkml:channelProperty channel="X" name="resolution" value="3854.94116" units="1/cm"/>
          <inkml:channelProperty channel="Y" name="resolution" value="5461.1665" units="1/cm"/>
          <inkml:channelProperty channel="F" name="resolution" value="91.01945" units="1/deg"/>
          <inkml:channelProperty channel="T" name="resolution" value="1" units="1/dev"/>
        </inkml:channelProperties>
      </inkml:inkSource>
      <inkml:timestamp xml:id="ts0" timeString="2023-04-18T08:27:56.393"/>
    </inkml:context>
    <inkml:brush xml:id="br0">
      <inkml:brushProperty name="width" value="0.05292" units="cm"/>
      <inkml:brushProperty name="height" value="0.05292" units="cm"/>
      <inkml:brushProperty name="color" value="#0070C0"/>
    </inkml:brush>
    <inkml:brush xml:id="br1">
      <inkml:brushProperty name="width" value="0.05292" units="cm"/>
      <inkml:brushProperty name="height" value="0.05292" units="cm"/>
      <inkml:brushProperty name="color" value="#7030A0"/>
    </inkml:brush>
  </inkml:definitions>
  <inkml:trace contextRef="#ctx0" brushRef="#br0">1618 994 4244 0,'0'0'7381'0,"0"0"-5893"0,0 0-660 15,0 0 436-15,0 0 520 0,0 0-360 0,0 0-356 0,0 0-272 16,0 0-284-16,-49 54 0 0,49-23-196 16,0 10 37-1,0 13 135-15,4 13 32 0,0 9-304 16,0 14-84-16,0 11-72 0,-4 10-20 0,0 3-40 15,0 4-112-15,0-4 4 0,0-6-120 16,-4-12-52-16,4-14-60 16,0-16-48-16,4-12-109 0,8-15-123 0,-4-14-88 0,8-9-420 15,-4-7-640-15,4-9-756 16,-4 0-1593-16,0-22-1543 0</inkml:trace>
  <inkml:trace contextRef="#ctx0" brushRef="#br0" timeOffset="245.123">1565 1124 900 0,'0'0'9212'16,"0"0"-7123"-16,0 0-825 0,48-70-60 0,-24 54-92 16,0-1-396-16,4 5-340 0,4 5-252 15,-4 5-76-15,4 2 16 16,-4 9-64-16,-4 14-12 0,-1 8 12 0,-7 11 224 15,-8 8-140-15,-4 11-84 0,-4 6-268 16,-4 2-44-16,-8-2 76 0,0-7 88 0,-4 0-16 16,0-8-256-16,1-8-372 0,-2-9-268 15,2-7-856-15,2-9-973 16,-2-9-1647-16,2-4-127 0</inkml:trace>
  <inkml:trace contextRef="#ctx0" brushRef="#br0" timeOffset="500.542">1920 1216 156 0,'0'0'7872'0,"0"0"-6096"0,80-22-279 16,-52 18 3-16,4 4-148 0,-8 4-480 0,-1 4-256 15,-7 9 16-15,0 5-220 16,-4 4-28-16,-4 9-36 0,-4 7-72 16,-4 8-252-16,0 4-24 15,-4 0-164-15,0-1-84 0,-4-8-12 0,4-13 148 16,0-10 104-16,4-13 8 0,0-5 236 15,0-4 40-15,0 0-68 0,0-10-196 0,0-3-12 16,8-5-136-16,0-8 12 0,4-3 124 16,4-5 148-16,-1 2-148 0,6-3-52 15,-1 3-108-15,-1 1-88 0,2 1-216 16,-1 2-552-16,-1-1-588 0,1 11-724 16,1-11-2897-16</inkml:trace>
  <inkml:trace contextRef="#ctx0" brushRef="#br0" timeOffset="800.873">2518 1520 236 0,'0'0'9924'16,"11"82"-8659"-16,-3-46-393 0,1-1 1320 0,2-3-424 15,-3-13-736-15,9-6-496 0,-6-13-276 16,9-4-76-16,4-9 76 0,4-12-4 0,-1-7-216 16,5-10-40-1,-4-5-556-15,-4 0-76 0,-3-1 24 16,-6 1-16-16,-2 5 196 0,-6 7-176 15,-3 4 112-15,-4 9 316 0,-4 3 164 0,-12 6 12 16,1 4 200-16,-6 2 268 0,-2 7-116 16,3 0 0-16,0 9-12 0,-5 7 184 0,10 7 148 0,-1 5 96 15,0 0-276-15,5 4-160 16,2-3-332-16,5 3-88 16,0-4-204-16,4 1-16 0,0-4-236 0,8-6-676 15,4-6-1196-15,4-7-1801 0,-4-6-311 16,15-16-1051-16</inkml:trace>
  <inkml:trace contextRef="#ctx0" brushRef="#br0" timeOffset="1043.915">3111 1435 6688 0,'0'0'4921'0,"0"0"-3129"0,0 0-916 0,0 0 788 16,40 76 224-16,-36-70-396 0,4-3-672 31,-8-3-344-31,8 0-196 0,0-9-136 0,4-4 16 0,4-12 96 16,4-4-256-16,-1-8-136 15,2-1-472-15,-1-1-28 0,-9 7 36 0,1 1 136 16,-3 5 8-16,-9 4-188 0,0 5-36 16,-9 5 44-16,-3 6 80 0,-12 6 108 0,1 0-196 15,-5 6 364-15,0 11 280 0,0 2 216 16,4 6 176-16,4-3-104 0,4 3 52 16,0 1-24-16,4-4-316 15,9-3-52-15,-1-3-376 0,0-1-616 0,4 2-1416 16,0-9-1653-16,4-1-1263 0</inkml:trace>
  <inkml:trace contextRef="#ctx0" brushRef="#br0" timeOffset="1158.78">3585 1248 5572 0,'0'0'6841'0,"0"0"-5985"0,0 0-576 0,96-52-100 16,-69 30-180-16,-6 0-332 0,-1-3-484 0,-5-4-392 15,-2 7-1025-15,-1-16-4463 0</inkml:trace>
  <inkml:trace contextRef="#ctx0" brushRef="#br0" timeOffset="1391.835">3609 781 2372 0,'0'0'928'15,"0"0"2236"-15,0 0-800 0,-11 76-592 16,11-35 297-16,3 7-185 0,5 8-236 0,0 8-12 0,8 7-220 16,1 8-92-16,-2 7-536 15,1 6-360-15,0 6-223 16,0 4-117-16,-8 2-28 0,4-6-56 0,-9-2 4 0,1-7-4 15,-4-16-4-15,0-6-84 0,0-17 76 16,0-5-80-16,-4-10 84 0,1-10-44 16,-1-6 44-16,-4-6-93 0,0-4-11 15,-4-5-4-15,-4-4-92 0,-8 0-176 0,-4-13-132 16,-7-6-148-16,-14-7-64 0,2-5-384 16,6 2-1640-16,-26-18-3937 15</inkml:trace>
  <inkml:trace contextRef="#ctx0" brushRef="#br0" timeOffset="1932.859">5003 1320 1160 0,'0'0'10369'0,"0"0"-8933"15,0 0-1232-15,0 0 824 0,0 0 840 0,0 0-232 16,-4 87-364-16,17-62-416 0,2 0-392 16,2-3-220-16,-2-6-96 0,6-6-108 15,-6-7-40-15,1-3-4 0,5-3 4 16,-2-10 0-16,1-3 0 0,0-6-140 15,0-4-168-15,-8 0-156 0,-4 1 60 16,0 3 84-16,-8 6-72 0,0 1 84 16,0 5-16-16,-12 4 92 0,0 0 132 0,-12 6-36 15,0 0-52-15,-7 3-72 0,-1 9 260 16,4 4 176-16,4 3 144 0,-1 3-48 0,6 0-48 16,3 3-88-1,4 2-136-15,3-2-100 0,6-3-256 0,3 0-528 16,0 0-1544-16,8-6-1693 0,0-2-1907 15,11-12 2312-15</inkml:trace>
  <inkml:trace contextRef="#ctx0" brushRef="#br0" timeOffset="2066.842">5493 1327 1708 0,'0'0'7880'16,"88"-10"-4855"-16,-47 10-837 0,2 0-264 16,9 0-312-16,-4 3-48 0,0-3-944 0,-12 0-460 0,3-3-76 15,-7-6-80-15,0-10-4 16,3-7-304-16,-3-5-552 15,0-7-496-15,-4-7-868 0,-8 10-3113 0,1-22-4131 0</inkml:trace>
  <inkml:trace contextRef="#ctx0" brushRef="#br0" timeOffset="2291.126">5785 857 3740 0,'0'0'0'0,"-28"70"0"0,20-28 4940 15,4 10-2275-15,-1 10-925 16,5 7 252-16,0 0 20 0,13 8-452 15,2 2-544-15,2 5-476 0,-2 1-332 0,2-3-196 16,-2-2 60-16,2 0-12 0,-6-14-52 16,2-6-8-16,-6-9-12 0,1-7 12 0,-4-12-12 15,0-6 16-15,-4-8-4 16,0-5 12-16,0-6-12 0,-4-4-72 0,-4-3-208 16,-3-10-380-16,-6-6-212 0,-2-6-68 15,-5-10-556-15,7 6-1436 16,-11-32-5121-16</inkml:trace>
  <inkml:trace contextRef="#ctx0" brushRef="#br0" timeOffset="2657.767">6788 1146 3040 0,'0'0'8857'0,"0"0"-6081"16,105 28-896-16,-58-18-180 0,9 2-164 0,0-1-536 15,0-5-416-15,0-3-268 0,-5-3-252 16,-3-7-64-16,-1-6-4 16,2-9 0-16,-6-3-252 0,-2-7-364 15,-6-2-272-15,-3-5-372 0,-8 11-1248 0,-1-14-3421 16</inkml:trace>
  <inkml:trace contextRef="#ctx0" brushRef="#br0" timeOffset="2857.663">7187 860 3524 0,'0'0'9609'0,"-16"109"-7881"15,9-46-384-15,2 13 476 0,1 10-72 0,4-1-552 16,0 1-368-16,0-10-343 0,4-6-341 15,5-10-144-15,-2-15-264 0,5-17-173 16,8-12-183-16,0-16 120 0,12-9 168 0,4-21-108 16,3-14-616-16,6-13-848 0,-13 7-2584 15,7-36-2081-15</inkml:trace>
  <inkml:trace contextRef="#ctx0" brushRef="#br0" timeOffset="3384.888">7617 374 560 0,'0'0'10076'15,"0"0"-7127"-15,0 0-1909 0,13 79-460 16,-13-27 592 0,0 14 344-16,0 11 100 0,-4 8-324 15,-1 7-392-15,1 3-119 0,4 4-33 0,0-4-384 0,0-9-272 16,0-7-92-16,4-14-240 0,5-13-112 16,-2-13 48-16,10-11 124 0,-6-8 24 0,1-11-76 15,4-3-132-15,0-6-137 0,0-3 53 16,5-9 68-16,-6-4 4 0,1-10-28 15,0 1 36-15,-5 3-248 0,2-1 160 16,-2 10 88-16,-3 7 32 0,1 6-284 0,-1 10 620 0,-1 5 272 16,6 10 212-16,-5 5-76 0,-1 1-76 15,1-2-48 1,5-1-208-16,-2-9-64 0,6-3-4 0,2-6 4 16,5-4 124-16,4-6 44 0,4-2-176 15,0-9 52-15,3-8-48 16,1 0 4-16,1 1 92 0,-9-1-104 0,-1-1-4 15,1 5 0-15,-8-5-4 0,0 5 4 0,-4-2 4 16,-5-2-12-16,-2 4-184 0,-1-3 72 16,-8-2 76-16,0 1-76 0,0-3-196 0,-4 6 48 15,-9-3 248-15,2 6 24 16,-1 4 160-16,-1 2 184 0,-2 7 12 0,-1 2-220 16,-4 12-136-16,0 5 0 15,-4 10 48-15,5 2 200 0,-2 4 132 16,5 0-16-16,4 0 28 0,5 0-4 0,3-6-56 15,4-4-176-15,0-3-156 0,15-3-108 16,6-3 32-16,3 0 24 0,11-6 52 0,1-1 0 16,7-7-4-16,2 3-176 0,2-5-260 15,1 0-108-15,0-7-40 0,4 1-236 16,0-7-684-16,-13 6-2672 0,25-5-3505 0</inkml:trace>
  <inkml:trace contextRef="#ctx0" brushRef="#br0" timeOffset="3949.049">9718 783 1228 0,'0'0'9148'0,"0"0"-6755"16,0 0-957-16,0 0-488 0,0 0-4 0,0 0 408 15,0 0-240-15,111 33-176 0,-67-24-144 0,-1 4-204 16,13-3-28-16,0-4-135 0,-1 0-157 0,5-6-64 16,-8 0-80-16,0-3-76 15,-4-3-40-15,-4-7-4 0,-4 0-4 16,-5-3-48-16,-3 1-4 0,0-5-92 16,-8 1-232-16,0 3-109 15,-8-3-199-15,0 7-108 0,-8 2-240 0,-4 4-424 16,-4 6-372-16,0-3-324 0,-4 3-413 0,-4 3-1835 15,0-3-1104-15,-8 13 5308 16</inkml:trace>
  <inkml:trace contextRef="#ctx0" brushRef="#br0" timeOffset="4148.897">10279 977 8444 0,'0'0'2044'0,"0"0"-959"15,0 0-73-15,0 0 172 0,-35 93-144 0,30-55-208 16,-3 3-252-16,4 6-56 0,-4 5-88 16,5 2-148-16,-6-4-116 0,5 0-172 15,4-1-40-15,0-11-120 0,0-10-228 0,9-8-272 16,2-8-132-16,1-12-484 0,8 0-340 16,0-16-1021-1,-4 0-3779-15,8-22 5112 0</inkml:trace>
  <inkml:trace contextRef="#ctx0" brushRef="#br0" timeOffset="4934.734">10876 396 980 0,'0'0'9344'16,"0"0"-7451"-16,0 0-437 0,4 96 380 0,-4-49 52 15,0 10-232-15,-7 10-392 0,7 3-364 16,-4 6-340-16,0 4-99 0,-4 2-61 15,3-2-228-15,-2-4-172 0,3-7-120 16,4-11-96-16,0-14-112 0,0-12 11 16,0-7 25-16,8-11-24 0,4-9-24 0,3-5-16 15,2 0-20-15,-2-12 92 0,2-4-68 16,2-6 20-16,-6-7 72 16,2-3-36-16,1 4 112 0,-4 2 24 15,1 7 28-15,-6 6 132 0,1 7 64 16,0 4 68-16,-4 2 32 0,4 0 104 0,-4 5 4 15,4 5 232-15,-4 8-88 0,-4 1-88 16,4 8-72-16,-4-5-36 0,0 0 0 16,0-6-168-16,0-7-52 0,0-6-144 0,0 1 20 15,0-4 76-15,3 0-48 16,6-7-184-16,-1-5 20 0,8-7-104 16,0-4-128-16,8-8-36 0,-5-1-128 15,1 3-212-15,4 2-16 0,-3 7 228 16,2 7 304-16,-3 10 352 0,-3 3 176 0,-2 9 376 0,-7 7 104 15,4 3-36-15,-8 3-36 16,0 6 48-16,-4 2-116 0,0-1-12 0,0 2 8 0,0-6 112 16,0 2-40-16,-4-9-208 15,4-6-240-15,0-5-136 0,0-4-100 16,0 1-20-16,0-4-24 0,0 0-28 0,0-4-132 16,4-3-292-16,4-1-4 15,4-12 24-15,4-2-52 16,4-3-276-16,-1-4-532 0,1 0-404 0,5 4 96 15,-6 6 756-15,5 7 720 0,-4 5 268 16,-8 7 652-16,4 0 388 0,-8 9 128 16,0 8 20-16,0-3-16 0,-8 6-164 0,0 2-132 15,0 1-148-15,0-4-104 0,0 0-12 0,-4-4-136 16,0-5-160-16,4-4-220 16,0-3-96-16,0-3-8 0,4 0-112 15,4-3-260-15,8-3 260 0,4-10 36 16,-1 0-100-16,9-6-160 0,-4 0-36 15,4 0 76-15,0 3 120 0,0 3 36 0,-4 7-48 0,0 2 48 16,-4 3 96-16,0 4 52 16,-1 4 232-16,2 5 136 0,-1 3 136 15,-5 8-64-15,2-4-76 0,-2 6-144 0,2 1-48 16,-2-1-52-16,1 0-32 16,-4 1-88-16,4-2-112 15,0-2-92-15,0 7-224 0,0-4-564 0,0 4-300 16,-8-1-804-16,0 4-1768 0,-5-11-1889 0,-6 11-323 15</inkml:trace>
  <inkml:trace contextRef="#ctx0" brushRef="#br0" timeOffset="6215.361">960 3194 612 0,'0'0'8884'0,"0"0"-6959"15,0 0-617-15,0 0-20 0,0 0-176 16,95-17-168-16,-67 17-316 0,0-2-256 0,4 2-120 16,0 0-68-16,3 0 16 0,1 2-88 15,1 3-104-15,2-3 64 0,13 2 140 0,0-4-40 16,11 0-60-16,1 0-64 0,12 0-48 16,-1-6 12-16,6 1 0 0,2-1-12 15,4 4 48-15,10-4-44 16,-2 1 0-16,1 3-4 0,-1-5-4 15,1 4 4-15,3 3 0 0,5-6 0 16,-4 3-40-16,3-1 40 0,5-2 52 0,3 0-40 0,1-1 0 16,8-2 76-16,-5-4-88 0,4 7 0 15,6-4-16-15,-7 4 4 16,2 0-72-16,0 2 20 0,-1 1 64 0,5 3 52 16,-5 0-40-16,9 0 68 0,-1 0-80 15,0-3-8-15,1 3 0 16,0-3-4-16,0-3 8 0,-1-1-96 0,4 1 96 15,-4-7 4-15,6 4 0 0,-2-5 68 16,0 6-20-16,0-5-36 0,-2 3-4 16,-2 1 56-16,-3 2-64 15,-1 2-48-15,1 1 48 0,-5 1 4 0,5-4-4 0,-6 4-4 16,6-1-8-16,-5-2 4 0,1 0 8 16,0-1 44-16,-4 1-44 15,3-3-16-15,-8-1-32 0,5 4-12 16,-4-4 56-16,-1 1 4 0,1 0 8 0,0-1-4 15,-1 1 56-15,1-1-12 16,-5 1-44-16,1 2-8 0,-1 1-104 0,-3 3 100 0,3-4 4 16,-3 4 4-16,0-1 0 15,-5 4-84-15,5 0 80 0,-4 0 0 0,3 0 0 16,-4 0 4-16,2 0 72 16,-2 0-68-16,4 0-4 0,-3 0-16 15,4-2 16-15,-5-4 4 0,0 2-4 0,1 2 0 16,4-5 0-16,-8 3 0 0,3 1 0 15,-3 3 16-15,-1-3 60 0,-7 3-72 16,4 0-8-16,-9 0-40 0,1 0 36 0,-1 0-4 16,-3 0 12-16,-4 0 0 0,4 0 0 15,-9 0 0 1,5 0 8-16,-4-2 64 0,-8-5-60 0,-1 0 0 0,-3-2 64 16,-8 2-68-16,-8-3 40 15,-4 4-48-15,-4 0-64 0,-8 0-12 16,-5-1 28-16,-3 4-12 0,0-3-16 0,-8-1-84 15,-4 1-88-15,0-3-184 0,0-1-188 0,-4-7-272 16,0-1-340-16,-4-4-1008 16,0 4-3293-16,0-15-1542 0</inkml:trace>
  <inkml:trace contextRef="#ctx0" brushRef="#br0" timeOffset="6458.508">13359 1461 7052 0,'0'0'2348'16,"0"0"473"-1,0 0-1289-15,0 0-556 0,0 0 484 16,0 0-696-16,0 0-496 0,0 0-268 0,0 0-224 15,0 0-376-15,0 0-508 0,60 37-424 0,-64-24-1413 16,-5 0-2795-16,-2 2 1148 0,3-2 4356 16,-1 6-7-16</inkml:trace>
  <inkml:trace contextRef="#ctx0" brushRef="#br0" timeOffset="6566.167">13303 1895 640 0,'0'0'8744'15,"0"0"-6907"-15,0 0-1285 0,-4 76-320 16,8-56-196-16,4-4-36 0,4-2-372 15,0-3-1525-15,-4-2-4199 0,4 1 3620 0</inkml:trace>
  <inkml:trace contextRef="#ctx0" brushRef="#br1" timeOffset="121363.022">14821 495 9940 0,'0'0'4265'15,"0"0"-3617"-15,0 0-600 16,0 0-40-16,-12 70 244 0,12-41 264 0,0 5 280 16,0 5 176-16,0 5-316 0,0 3-152 15,4 4-12-15,-4 3-48 0,4 3-40 16,0 0-184-16,0 4-100 0,1-1-56 0,-2 4 32 16,5 0-16-16,-4-1-76 0,4 0-4 15,-4-2 0-15,4-1-12 16,-4 0-72-16,0-2 72 0,4-5-112 0,-4-2-20 0,4-7 32 15,0-2 4-15,4-7-4 16,-5-10-96-16,6-3-48 0,-2-12-212 16,-2-7-184-16,3-3-104 0,-5-3-164 15,1-13-504-15,1-3-272 0,-5 0-1037 16,-1-19-1503-16</inkml:trace>
  <inkml:trace contextRef="#ctx0" brushRef="#br1" timeOffset="121962.483">15710 733 5672 0,'0'0'4888'0,"0"0"-3099"16,0 0-205-16,0 0-372 0,-81 19-76 15,58-6-152-15,-1 5-164 0,-4 6-132 0,0 1-184 16,0 6-60-16,4 7-104 0,1 3-68 15,7 7-116-15,0 10-20 16,7 2-88-16,6 6 72 0,3-2 28 0,3 0 0 16,6-8-76-16,3-7 108 0,-1-5 172 15,6-9-131-15,-2-10-85 0,2-3-64 16,3-6 24-16,-1-7-36 0,1-2-60 16,4-7-76-16,0 0-44 0,-4-3 32 0,4-10-56 15,0-3-101-15,-5-3-107 0,-2-3-148 16,-6-3-84-16,-3 2-164 0,-3 5-308 15,-5-6-308-15,0 6-572 0,-13 3-628 0,-2-2-673 16,2 4-903 0,-15-2 1312-16</inkml:trace>
  <inkml:trace contextRef="#ctx0" brushRef="#br1" timeOffset="122092.125">15526 1254 3356 0,'0'0'2972'16,"0"0"-132"-16,0 0-475 0,0 0-473 0,0 0-480 16,0 0-144-16,0 0-176 0,0 0-200 0,0 0-80 15,0 0-172-15,0 0-188 0,68 22-184 16,-48-19-180-16,4 1-88 0,0-4-124 15,3 0-48-15,-3-7-488 0,8-2-412 16,-4-7-204-16,4 0-52 0,-4-3-988 16,-4 3-2173-16,0-7-2711 0</inkml:trace>
  <inkml:trace contextRef="#ctx0" brushRef="#br1" timeOffset="122248.021">15921 1235 10648 0,'0'0'2425'0,"0"0"-1557"0,0 82-388 16,0-47 252-16,0 7 752 15,0 2-4-15,0-3-272 0,0 0-512 0,0-3-316 16,4-2-184-16,0-2-196 0,-1-2-116 16,6-3-396-16,-5-4-396 15,8-2-176-15,0-11-572 0,0-9-616 0,-1-3-708 0,6-19-2253 16</inkml:trace>
  <inkml:trace contextRef="#ctx0" brushRef="#br1" timeOffset="122551.155">16303 539 13905 0,'0'0'1908'0,"0"0"-1392"16,0 0-500-16,0 0 132 0,0 0 512 15,0 0 492-15,12 77-68 0,-4-39-520 0,0 9-308 16,1 7-60-1,2 7 12-15,1 9-196 0,-4 2 48 0,4 8-60 16,0 6-148-16,-4 3 80 0,0 3 64 16,0-1-60-16,-1 2 60 0,-2-8-52 15,-1-5-56 1,-4-7 104-16,4-9-40 0,0-11-12 16,-4-8-52-16,4-7-48 0,0-9-48 0,-1-8-136 0,-3-4-60 0,4-9-200 15,1-1-376-15,-5-7-396 0,4-7-352 0,-4-1-568 16,0-5-349-16,0-16-2875 0</inkml:trace>
  <inkml:trace contextRef="#ctx0" brushRef="#br1" timeOffset="123486.909">16754 1158 3268 0,'0'0'7564'0,"0"0"-5995"0,0 0-305 16,0 0-172-16,0 0 0 15,0 0-188-15,91 19-204 0,-67-19-180 0,0 4-212 16,0-4-308-16,0 0 0 0,0-7-60 16,-5 2-140-16,5-6-244 0,-3 2-476 15,-6-3-428-15,-2 2-820 0,-2 3-2613 0,-11 4-3515 16</inkml:trace>
  <inkml:trace contextRef="#ctx0" brushRef="#br1" timeOffset="123653.538">16853 1365 6444 0,'0'0'1116'16,"0"0"3065"-16,0 0-2645 0,0 0-176 0,0 0 0 15,0 0-268-15,76 23-128 0,-48-23-308 16,4 0-360-16,0 0-296 16,0-7-40-16,3-5-252 0,1-2-572 0,4-2-32 0,-9 1-1280 15,18-11-3225-15</inkml:trace>
  <inkml:trace contextRef="#ctx0" brushRef="#br1" timeOffset="123903.07">17491 927 13033 0,'0'0'2056'15,"0"0"-1528"-15,0 0-264 16,0 0 316-16,4 80 712 0,3-43-8 0,6 11-352 15,-2 9-432-15,6 10-196 0,-2 3-156 0,-2 9-112 16,-2 4-36 0,-3 2-132-16,-4 3-4 0,0 2-132 0,1-10 120 15,-2-14-120-15,-3-9 48 0,0-15 12 16,0-14-48-16,0-10-88 0,4-7-396 0,-4-8-252 16,0-3-336-16,0-9-312 0,0-2-1128 15,-7-22-3849-15</inkml:trace>
  <inkml:trace contextRef="#ctx0" brushRef="#br1" timeOffset="124161.992">17403 939 1304 0,'0'0'9873'16,"0"0"-8489"-16,0 0-908 15,0 0 400-15,0 0 376 0,0 0-28 0,84-25-116 16,-60 22-292-16,-1 3-296 0,1 0-164 15,0 3-76-15,0 3-96 0,-8 1-120 16,0 3-64-16,-4 2-56 0,-8 1-4 0,0 6 48 16,-4 7-136-16,0 2-120 15,-8 0-88-15,-8 1 108 0,0-1 12 0,-4-4-48 16,1-3-124-16,-6-5-112 0,5-7-128 16,1-3-260-16,-1-6-492 0,-1-2-976 15,10-4-657-15,-13-13-1459 0</inkml:trace>
  <inkml:trace contextRef="#ctx0" brushRef="#br1" timeOffset="124661.466">17897 569 4924 0,'0'0'1524'0,"0"0"3209"16,0 0-3553-16,0 0-196 0,0 0 564 0,0 0-212 16,0 0-288-16,0 0-228 0,88 27-264 15,-68-7-200-15,3 6-88 0,1 5-8 16,-3 4-28-16,-2 3-112 0,-3 4-44 16,-4-2 8-16,-4 5-84 0,-4-4-8 0,0 0 8 15,-4-8 0-15,4-5 4 16,-4-9-4-16,0-6-4 0,0-4 4 0,0-5 12 15,0-4 64-15,0 0 44 0,0 0-120 16,0 0-60-16,4-7-40 0,-4-3 100 0,0-6 8 0,4-5 4 16,0-9-4-1,4-1 28-15,0-4-36 0,0 0-112 16,4 3-72-16,4 1 16 0,0 1-4 0,0 9-100 0,4-2 4 0,-1 4-80 16,1 4-120-16,1 2-360 15,-2 4-712-15,-3 2-1016 16,5 7-2665-16</inkml:trace>
  <inkml:trace contextRef="#ctx0" brushRef="#br1" timeOffset="125095.253">19029 1390 5396 0,'0'0'7205'0,"0"0"-5753"0,0 0-48 16,0 0-12-16,103-21-76 0,-67 17-316 0,12 4-252 15,-5-3-332-15,2 3-172 16,2 0-160-16,-3 0-84 0,0 0-104 0,0 0-52 0,-4 0-124 15,-1-4-308-15,2-2-176 16,-9-7-88-16,-5 4-840 0,-7-1-1484 16,-9 1-4841-16</inkml:trace>
  <inkml:trace contextRef="#ctx0" brushRef="#br1" timeOffset="125257.907">19280 1508 11297 0,'0'0'1920'0,"0"0"-608"0,0 0 640 0,0 0-152 16,0 0-252-16,103 29-448 0,-67-29-248 0,4 0-307 16,3-10-229-16,-2-6-196 15,2-9-120-15,-3-4-228 0,-4-2-356 0,4-5-229 16,-4 1-19-16,-4-3-808 0,-12 10-1352 16,-5-10-3753-16</inkml:trace>
  <inkml:trace contextRef="#ctx0" brushRef="#br1" timeOffset="125512.864">19459 914 1264 0,'0'0'10577'0,"0"0"-9193"0,0 0-824 16,0 0 188-16,107-9 572 0,-66 9 60 16,2 0-204-16,0 6-340 0,6 0-184 0,-6 7-188 15,2-1-220-15,-6 4-232 0,-3 3-8 16,-8 4-8-16,-4 2-4 0,-4 4-4 15,-4 6-76-15,-9 3-216 16,-2 0 36-16,-5 6-4 0,-9 1-8 0,-2-1 120 16,-6 4 36-16,-6-4 28 15,3-2 8-15,-4-1 28 0,-4-3-40 0,5-3-244 16,-1-7-536-16,0-2-312 0,7-10-476 16,6-4-1056-16,3-8-2973 0</inkml:trace>
  <inkml:trace contextRef="#ctx0" brushRef="#br1" timeOffset="126152.038">21093 911 6108 0,'0'0'4993'15,"0"0"-3405"-15,0 0-132 0,0 0-156 0,91 3-92 16,-55 0-164-16,0 4 28 0,3-1-396 16,2 1-220-16,-6-2-140 0,5 2-48 15,-4-1-60-15,-5 1-148 16,6 0-60-16,-10-2-96 0,-7-2 36 15,1 3 8-15,-10 5-68 0,-3-3 36 0,-3 11-212 16,-5 1 52-16,-9 9-12 0,-6 6-88 0,-6 4 12 16,-7-2 184-16,0 3 136 15,-7 0 12-15,3-3 0 0,-8 2 112 16,1-5-52-16,-2 2 52 16,6-5 60-16,3-2-28 0,4-7 56 0,4-3-84 0,8 0-112 15,4-7 0-15,8-5 108 16,0-1-48-16,4 0-64 0,4 1 0 0,12-1 184 0,3 0 120 15,6 5 4-15,6-5-52 0,5 0-64 16,5-4-80-16,6 3-4 0,-3-3-36 16,4 2 24-16,4-4-96 0,-4 0-112 15,3 0-68-15,-3-6-260 0,0-1-208 0,0-5-404 32,-1-2-356-32,-2 2-1072 0,-14 2-2801 0,13-9-4103 0</inkml:trace>
  <inkml:trace contextRef="#ctx0" brushRef="#br1" timeOffset="126548.362">22606 642 10224 0,'0'0'2253'15,"0"0"-1385"-15,0 0-52 0,0 0 648 0,-84 34-72 16,65-18-216-16,-1 6-472 16,5 3-372-16,-2 1-148 0,6 3-48 0,-2 2 36 15,5 7 84-15,1 4 0 0,-2 5 0 0,5 1 100 16,-4 6-16-16,4 0-84 15,1 3-88-15,-1-3-96 0,0-3-60 16,4-4 40-16,-5-2 57 0,5-7 23 16,0-6-44-16,0-1-40 0,0-5-4 0,9-4-40 0,2 0-8 15,1-6-100-15,4 0-92 16,0-4-37-16,4-1-107 0,4-5 36 16,4 0-48-16,0-4-76 0,0-2-24 0,0 0-212 15,4-6-356-15,0-2-888 16,-13-3-1268-16,13-8-3505 0</inkml:trace>
  <inkml:trace contextRef="#ctx0" brushRef="#br1" timeOffset="126878.658">23089 679 11909 0,'0'0'2500'16,"0"0"-1164"0,0 0-232-16,0 0 360 0,0 0-380 15,0 0-324-15,0 0-200 0,0 0-192 0,-92 90-40 16,72-50 12-16,0 11-63 0,4 3 27 16,0 6 84-16,0 4 0 0,4 0-136 15,4-1-104-15,4-2-76 0,4-8 84 0,0-5-36 16,0-6-116-16,8-11 40 0,5-5-44 15,-2-8-84-15,6-1 0 0,6-8 0 0,-3-6-24 16,4-3-160-16,4-6-80 16,-4-10-152-16,-1-3-165 0,-6-6-223 15,-2-1-260-15,-2-3-860 0,-9 4-1192 0,-4 6-2353 16,0-3-2283-16</inkml:trace>
  <inkml:trace contextRef="#ctx0" brushRef="#br1" timeOffset="127146.061">22893 1174 11297 0,'0'0'2356'0,"0"0"-1104"0,0 0-68 0,0 0 588 16,0 0-380-16,0 0-264 16,0 0-264-16,76 42-231 0,-48-42-233 0,4-3-204 15,-4-8-196-15,0-3-284 16,-1-3-313-16,-3-2-47 0,-4 0-136 0,1 0-104 16,-10 3-284-16,1 4-324 0,-3 5-128 15,-6 1 20-15,1 3 708 0,-4 3 508 0,0 3 384 16,0 7 204-16,-4 2 460 0,1 4 228 15,3 6 8-15,-5 7 32 16,5-1 124-16,-4 1-124 0,4 3-180 0,0 3-184 16,0-1-52-16,0-2-28 0,0 0-168 15,0-7-296-15,0 1-24 0,0-7-308 16,4-3-280-16,4-7-172 0,0-5-252 16,4-4-588-16,-4-7-1180 0,8-15-3713 0</inkml:trace>
  <inkml:trace contextRef="#ctx0" brushRef="#br1" timeOffset="127388.318">23611 901 11177 0,'0'0'1744'0,"0"0"-1184"15,0 0 380-15,0 0 524 0,0 0 48 0,75 82-372 0,-58-58-368 16,-2-3-256-16,1 8-136 15,-4 0-12-15,4 2-88 0,-8 7-124 0,0 3-20 16,-8 4-64-16,0 0-72 16,-4 2-48-16,-8-3-124 0,-12 0-228 15,0-2-260-15,-4-7 8 0,0-3-96 0,-4-7-204 16,-3-6-396-16,-5-5-1000 0,12-8-2981 16,-32-6-3087-16</inkml:trace>
  <inkml:trace contextRef="#ctx0" brushRef="#br1" timeOffset="128031.447">20829 552 9672 0,'0'0'2317'16,"0"0"-1201"-16,0 0-252 0,0 0 452 16,0 0-96-16,0 0-396 0,0 0-216 0,0 0-140 15,0 0 0-15,17 79 132 16,-6-31 148-16,2 9-332 15,-2 14-148-15,6 8-48 0,-2 6 72 0,2 10-112 0,-2 8-156 16,1 7-24-16,4 7-72 16,-4 11-84-16,-4-1-52 0,4-1-12 15,-1-5-48-15,-2-10 96 0,2-15-156 0,2-13-308 16,-2-17 32-16,6-16-132 16,3-8-680-16,3-17-1240 0,-3-5-2109 15,16-20-2599-15</inkml:trace>
  <inkml:trace contextRef="#ctx0" brushRef="#br1" timeOffset="128531.305">24165 456 15713 0,'0'0'2160'0,"0"0"-2160"0,0 0 136 0,0 0 160 16,0 0 640-16,0 106 568 0,0-59-456 16,4 11-331-16,-1 8-173 0,5 3-96 15,0 8-52-15,1-1 4 0,-2 1-148 0,1 2-240 16,0 4 64-16,-3-1-76 15,-2 0-60-15,1 4-12 0,-4 3 12 0,0-3-204 16,0-3-40 0,0-11-56-16,0-5 20 0,0-6-96 0,4-11 36 15,-4-6-48-15,0-2-1 0,0-7 45 16,0-10-44-16,0-6-164 0,4-9-208 0,-4-7-376 16,4-3-788-16,-4-16-672 15,4 0-1245-15,-4-25-2367 0</inkml:trace>
  <inkml:trace contextRef="#ctx0" brushRef="#br1" timeOffset="129006.427">24582 1105 4364 0,'0'0'7221'16,"0"0"-5161"-16,0 0-352 15,77 28-440-15,-45-17 24 0,-1-6-120 0,5 1-360 16,-4 1-436-16,0-7-240 0,0 0-136 0,-1 0-8 16,-3-7 0-16,0-4-224 15,-3 0-428-15,-6 2-364 0,-3-1-312 0,-4 7-1048 0,-8 0-2445 16,-4 3-2895-16</inkml:trace>
  <inkml:trace contextRef="#ctx0" brushRef="#br1" timeOffset="129166.691">24722 1421 4820 0,'0'0'6373'0,"0"0"-4653"0,0 0-272 0,0 0 104 0,0 0-200 0,0 0-288 15,100 49-324-15,-68-46-284 0,-1-3-176 16,5-3-144-16,-4-4-136 0,0-5-136 0,0 2-552 31,0 1-296-31,-1-2-520 0,-7 6-1284 0,4-2-5009 16</inkml:trace>
  <inkml:trace contextRef="#ctx0" brushRef="#br1" timeOffset="129710.96">25606 1066 3160 0,'0'0'716'0,"0"0"512"16,0 0 3696-16,0 0-2747 0,0 0-329 0,0 0-356 15,0 0-48-15,5 67-156 0,-5-35-316 16,4 5-236-16,0 9-188 16,3 1-72-16,-3 4-36 0,0 5-15 0,0 9-73 15,1 7-36-15,-1 8-52 0,0 3 28 16,-1 9 60-16,-3-6-88 16,0-1-156-16,4-2-104 0,-4-10-4 0,4-3-144 0,0-10 0 15,1-9-52 1,-1-14 4-16,3-5-48 0,-3-12-40 0,0-11-156 15,4-2-49-15,-3-7-123 0,2-11-432 0,1-4-88 16,-4-14-216-16,4-9-620 16,-3 6-1248-16,-2-29-2325 0</inkml:trace>
  <inkml:trace contextRef="#ctx0" brushRef="#br1" timeOffset="129987.05">25579 1092 9548 0,'0'0'2873'0,"0"0"-1353"0,0 0-280 0,0 0 56 15,0 0-412-15,87-13-364 0,-59 13-136 0,0 0-176 16,0 4-32-16,0 2-176 16,-4 3 0-16,0 4 0 0,-4 0 0 0,-4 2-4 15,-5 4-120-15,-7 4 124 0,-4-2 60 16,0 9 4-16,-15 1-4 0,-9 4-24 15,4 0-36-15,-8-3-60 0,-4-3-88 0,0-2-136 16,0-4-260 0,-4 0-376-16,1-4-564 0,3-3-1156 15,4-7-2105-15,-8 0-2063 0</inkml:trace>
  <inkml:trace contextRef="#ctx0" brushRef="#br1" timeOffset="131180.935">26543 613 6188 0,'0'0'300'0,"0"0"5105"15,0 0-3185-15,0 0-580 0,0 0-472 16,0 0-284-16,-92-23-132 0,76 21-200 0,1 2-36 16,-6 0-160-16,6 0-76 0,2 6-72 15,-2 6-208 1,2 13 0-16,2 4 0 0,3 12 68 0,4 7 32 0,-1 5 56 0,5-1-44 15,0-5-68-15,0-6-44 0,5-9-8 16,-1-6-52 0,0-10-4-16,4-7-80 0,-1-2-40 0,6-4 64 0,-1-3-40 15,4 0-108-15,3-10-200 0,1-6 40 16,5-5 8-16,-6-5 40 0,5-3 96 0,-4 4-4 16,-4-4 180-1,0 1-32-15,-4 5 140 0,0 4 44 16,-4 4 128-16,-4 2 52 0,0 3 96 0,-4 4 4 0,0 3 144 15,0 3-112-15,0 0-28 0,0 0-20 16,0 3-136 0,0 3-124-16,0 6 12 0,4 7-48 0,-1 4 184 0,2 9-60 15,3-3 96-15,0-1-16 0,-1 0-68 16,6-8-144-16,2-1-4 16,6-4-52-16,3-4-12 0,4-2-20 15,4-4-124-15,-1-5-192 0,5 0-444 16,0 0-300-16,-1-5-568 0,-7-2-2124 15,12-2-3089-15</inkml:trace>
  <inkml:trace contextRef="#ctx0" brushRef="#br1" timeOffset="131962.706">29499 930 5196 0,'0'0'640'15,"0"0"1400"-15,0 0 720 16,0 0-847-16,0 0-129 0,0 0-332 0,-83-41-212 16,67 41-272-16,0 6-180 0,-8 7-244 15,4 9-32-15,0 6 100 0,0 10-64 16,4 1-96-16,0 5-64 0,4-3-35 0,5-3-61 16,3-2-100-16,4-14-192 0,0-3 0 15,0-6-244-15,4-7-56 0,3-3 7 0,5-3 85 16,4-3 40-16,8-7-16 15,-4-2 52-15,4-7-136 0,4-4-88 0,-8 2 64 16,-1-4-24-16,2 1 120 16,-1 2 36-16,-5 3 36 0,2 1-24 15,-6 1 76-15,-3 8 24 0,1 2 40 0,-5 4-116 0,-1 3 124 16,1 0 244-16,0 10 112 16,4 6 232-16,1 3-172 15,2 6-248-15,1 4 100 0,-4 2-96 16,4 2-36-16,-4-5-136 0,4-6 0 0,0-3-112 15,-1-6-240-15,6-4-208 16,-6-2-176-16,2-4-272 0,-1-3-1112 0,-9 0-2124 16,1 0-2513-16</inkml:trace>
  <inkml:trace contextRef="#ctx0" brushRef="#br1" timeOffset="132538.527">29002 848 9532 0,'0'0'2949'0,"0"0"-1329"15,0 0-544-15,0 0 120 0,0 0-16 16,0 0-128-16,0 0-412 16,0 0-412-16,-77 69-228 0,49-40 0 0,-3-1 96 15,-1 5 52-15,4-5-4 0,0 0-8 0,1-2-52 0,6-4-20 31,1-3 56-31,9-5 4 0,3-3 96 0,3-4 24 16,5-4-76-16,0 3-104 0,0 4-64 16,13 3-28-16,2 2 28 0,9 4 44 15,0-3 4-15,0 3-36 0,0-3-4 0,0 0-8 16,0-3-12-16,-4-4-76 0,-1 4 4 0,2-4-36 16,-10-2-88-16,2 2-328 0,-5-2-580 15,-8 0-576-15,0-2-2132 16,0 2-2541-16</inkml:trace>
  <inkml:trace contextRef="#ctx0" brushRef="#br1" timeOffset="132729.141">28511 1390 3544 0,'0'0'7753'0,"0"0"-5933"15,0 0-904-15,0 0 548 0,0 0 232 16,0 0-484-16,88 45-204 0,-60-32-248 15,-1-4-296-15,1 1-244 0,0-1-168 0,-4-6-52 16,0 4-160-16,-4-4 4 16,0 0-260-16,0-3-208 0,-4 3-448 0,0-3-476 15,-4 3-1080-15,-5 1-2101 0,-2 2-3347 0</inkml:trace>
  <inkml:trace contextRef="#ctx0" brushRef="#br1" timeOffset="133208.124">27982 1155 7796 0,'0'0'2368'16,"0"0"-959"-16,0 0 115 0,75 3 76 0,-51 4-416 16,-8-1-368-16,0 0-168 0,-1 5-92 15,-2-3-72-15,-5 3-64 0,-1 1-140 0,-3 1-108 16,-4 6 12-16,0-3-24 15,0 3-36-15,-7 0-28 0,-5 0 28 0,-1 1 48 0,-2-6-64 16,-1 2-48 0,0-6-48-16,0 0 76 0,0-2-4 15,4-3-84-15,0-3-68 0,4-2 68 16,5 0 12-16,-6 0-12 0,1-7-84 0,0 1 56 16,1-6-20-16,-2-1-48 0,5 0-68 15,-4-1 156-15,8 0-44 16,0-2-120-16,0 0-196 0,12 4 0 0,4-4-112 0,9 0-300 15,3 0-576-15,-5 4-1092 0,21-5-2981 16</inkml:trace>
  <inkml:trace contextRef="#ctx0" brushRef="#br1" timeOffset="133933.981">30540 800 6492 0,'0'0'1076'16,"0"0"3797"-16,0 0-3585 0,0 0-124 0,0 0 360 16,0 0 20-16,0 0-252 0,0 0-224 15,0 0-276-15,0 0-160 0,0 0-267 16,-4-4-365-16,-13 15-88 0,-3 3-141 0,-3 7-15 16,-5 4 112-16,0 3 8 0,0 4 52 15,0-1-36-15,4 1 20 0,0-3 12 16,4 0 76-16,4-4 60 0,4-6 64 0,5 0 92 15,-2 0-68-15,9 0-52 16,0-3 0-16,0 3-88 16,13-1 68-16,-2 6 9 0,6-6 71 0,2 5 64 0,1-7 36 15,0 3-40-15,0-4-8 16,0-2-40-16,-5 1-36 0,2-6-24 0,-6-2-60 16,2 1-8-16,-5-3-40 0,-1-2-76 15,1 1-20-15,1 0-156 0,-1 1-344 16,-1-4-265-16,1 3-259 0,1-3-720 0,-2 0-2172 15,5 4-2937-15</inkml:trace>
  <inkml:trace contextRef="#ctx0" brushRef="#br1" timeOffset="134696.412">30220 1369 6352 0,'0'0'4204'0,"0"0"-2199"0,0 0-717 16,0 0-196-16,0 0 192 16,0 0-136-16,0 0-256 0,0 0-412 0,0 0-308 0,0 0-24 15,0 0 148-15,45 47 108 16,-22-25 84-16,5 3-24 0,-4 1-48 16,0-1-176-16,0-2-120 0,-5-5-116 15,2 1-8-15,-1-5-64 0,-1 0-20 16,2-3-32-16,-6 2-64 0,5-4-156 15,0-3-296-15,-4-3-344 0,4-3-376 16,-8 0-1248-16,8 0-3073 0</inkml:trace>
  <inkml:trace contextRef="#ctx0" brushRef="#br1" timeOffset="135134.691">30970 996 7536 0,'0'0'300'15,"0"0"2997"-15,0 0-1257 0,0 0-200 16,67 74-232-16,-47-49-352 0,0 4-256 0,4 2-240 16,0 4-160-16,-4 1 12 15,0 1-188-15,-5-2-192 0,-2 4-136 0,-5-5 0 16,-5 4-84-16,-3-3-12 15,0-3 0-15,0-3 4 0,-3-7 8 0,3-3 0 16,-4-7-4-16,0-5 4 0,4-3 0 0,0-4 48 16,0 0 13-16,0 0-1 15,0-7-24-15,0-3 16 0,4-9 8 16,3-9-72-16,6-10-68 0,-1-8 56 0,-1-1-52 0,6-3-8 16,3 5 72-16,3 4-92 0,-3 3 92 15,4 7 48 1,0 1-36-16,-4 8 0 0,4 3 96 0,-4 4-32 15,-1 2-64-15,-2 6 36 0,-2 1-48 16,2 3 0-16,-6 3-8 16,2-3-88-16,-5 3 32 0,-1 0 16 15,1 0-97-15,1 6-123 0,-6 0-292 16,1 4-196-16,0 3-136 0,0 3-488 0,-4-4-1308 0,-8 13-3861 16</inkml:trace>
  <inkml:trace contextRef="#ctx0" brushRef="#br1" timeOffset="160760.83">4283 6534 7504 0,'0'0'1468'0,"0"0"997"0,0 0-901 15,0 0-468-15,0 0-60 0,-8 70-104 0,4-45 8 16,4 7-172-16,0 3-136 15,0 5-28-15,0 9-76 0,4 4 72 0,0 5-224 16,-4 2 4-16,0 8-52 16,0 4-268-16,0 1-48 0,0 7 148 15,0-5-88-15,0 5-36 0,0-4-36 0,0 0-60 16,0-3 48-16,0 4-60 0,4-8-136 0,3 1 72 16,2 0 16-16,-1-3 0 0,3 2 20 15,6-5-8-15,-2-1-76 16,2-3-48-16,2-5 0 0,-3-10 24 0,4-4-36 0,-4-7 20 15,0-2-92 1,-4-9 8-16,-1-4-52 0,2-3-72 16,-5-7 84-16,-1 4 52 0,-3-7-52 0,-4 1-52 15,5-4-80-15,-5-1-124 0,0-2 76 16,0 0-116-16,4 0-516 0,-4 0-1097 16,0-2-1855-16,0-14-2032 0</inkml:trace>
  <inkml:trace contextRef="#ctx0" brushRef="#br1" timeOffset="161594.574">5984 6728 144 0,'0'0'8644'15,"0"0"-8176"-15,0 0 1997 0,0 0-609 0,0 0-728 16,0 0-248-16,-79-32-20 0,62 28-4 16,-2 4-260-16,-1 0-212 15,-5 4-188-15,1 5-60 0,-4 3-84 16,-4 7-4-16,4 4 88 0,-3 3-40 0,4 6-88 16,-5 5 92-16,-1 8-88 0,-3-1 88 0,4 10 20 15,4 1 4-15,-3 4 72 16,7 2-60-16,0-1-28 0,4 4-8 0,9-4-96 15,7-3 4-15,4 1 76 16,4-1-72-16,11 0 40 0,5-6 32 0,4 2 12 0,4-6 76 16,0-1 120-1,-1-9 0-15,5-4-120 0,-4-5 12 0,0-5-124 16,0-4-52-16,-4-7 76 0,4-5-72 16,-9-1 72-16,6-6 64 0,-1 0-63 0,0 0 11 15,-5-11 40-15,5 0-52 0,-3-6-84 16,-1-2-152-16,-5-6-129 0,2-3-171 15,-2-4 4-15,-2 0-128 0,-6 1-268 16,-3 1-496-16,-4 2-744 0,0 6-596 0,-4 6-1661 16,-12-3-1595-16</inkml:trace>
  <inkml:trace contextRef="#ctx0" brushRef="#br1" timeOffset="161777.521">5697 7588 5564 0,'0'0'1184'0,"0"0"1320"15,0 0-359-15,0 0-685 16,96 6-160-16,-68-6 52 0,0 0-236 0,3 0-256 16,-3 0-68-16,0 0-236 15,4-3-276-15,-4-3-168 0,0-1-108 0,-1-2-4 16,1 0-84-16,-4-4-212 0,0 0-716 16,1 1-584-16,-10-2-1148 0,5 2-3225 0</inkml:trace>
  <inkml:trace contextRef="#ctx0" brushRef="#br1" timeOffset="161949.22">6207 7643 4304 0,'0'0'196'0,"0"0"4068"16,16 79-2376-16,-8-48-511 0,0 7 43 0,0 0 52 16,0 1-192-16,3-4-304 0,2 3-340 15,-2-7-316-15,2 1-320 0,-1-4-68 16,4 1-176-16,-1-7-328 15,2-6-604-15,-2-7-564 0,2-9-1392 0,-2 0-2269 16</inkml:trace>
  <inkml:trace contextRef="#ctx0" brushRef="#br1" timeOffset="162280.124">6900 6741 5776 0,'0'0'3300'0,"0"0"-103"0,0 0-1577 0,0 0-356 15,0 0 24-15,36 76-256 0,-28-45-180 16,0 7-284-16,4 7-200 0,-4 6-96 16,4 5-88-16,-4 15-64 0,0 8-112 0,0 4-8 15,0 9 0-15,0-1-56 16,-1 2 52-16,2 3-104 0,-1-8 108 0,0-2-8 15,-1 0 0-15,2-7-88 16,-5-4 84-16,4-4-36 0,-5-8-76 16,1-5 24-16,0-14 40 0,1-6 0 15,-1-9-4-15,-4-7-44 0,4-7-152 0,0-8-60 16,-1-4-136-16,-3-3-152 0,0 0-264 16,0-10-400-16,0-5-628 15,0-1-1973-15,-11-16-2711 0</inkml:trace>
  <inkml:trace contextRef="#ctx0" brushRef="#br1" timeOffset="162929.128">8406 7350 6988 0,'0'0'6965'16,"0"0"-5689"-16,0 0-360 0,88 13 152 0,-44-4 120 0,4 1-156 16,3 2-224-16,1-2-260 0,8-1-84 15,0 2-196-15,0-9-148 16,-1-2-20-16,1 0-88 0,-4-2-12 16,-1-12-64-16,-3 4 52 0,0-5-60 0,-4-1-84 15,-4-3-76-15,-4 3-220 0,-5-3-352 0,-7 7-300 16,-7-2-940-16,-6 5-2596 0,-15 9-3693 15</inkml:trace>
  <inkml:trace contextRef="#ctx0" brushRef="#br1" timeOffset="163179.335">8777 7736 7988 0,'0'0'5697'0,"0"0"-4657"16,0 0-8-16,0 0 236 0,80 5-152 0,-53-5-92 16,6 0-204-16,-1 2-160 0,3-2-196 15,1 0-112-15,4 4-48 0,-1-4-75 16,2 6-21-16,2-3-52 0,2 1-108 16,2-1-48-16,1 0-120 0,-5-3 0 0,2 0-124 15,-6 0-25-15,5-3-239 0,-4-4-272 16,0-2-408-16,-8 3-1412 0,7-10-3897 0</inkml:trace>
  <inkml:trace contextRef="#ctx0" brushRef="#br1" timeOffset="164061.014">11426 6588 9308 0,'-3'9'684'16,"-1"1"2417"-16,0 2-1665 0,0 8-528 15,4 5 36-15,0 10 128 0,0 2-256 16,4 9-224-16,0 7-224 0,7 4-60 16,-3 10-112-16,1 6 72 0,2 10-72 15,-3 6-72-15,-4 3 56 0,5 3-8 0,-6 0-100 16,1-3 16-16,0-6-88 16,0-9-112-16,0-8-44 0,5-8 20 0,-6-7-156 15,5-10-248 1,0-3-232-16,1-6-44 0,-2-9-200 15,5-1-480-15,-4-6-972 0,-4-6-2405 0,8 0-2803 0</inkml:trace>
  <inkml:trace contextRef="#ctx0" brushRef="#br1" timeOffset="167232.447">12721 6711 3088 0,'0'0'6900'0,"0"0"-4811"0,0 0-265 15,0 0-432-15,0 0-48 16,0 0-76-16,0 0-180 0,0 0-196 0,0 0-168 16,0 0-176-16,4-6-184 0,4 6-164 15,1 0-200-15,10 0 0 0,9 0 133 16,16 4 23-16,0 2 40 0,8-4-88 16,-1 3-24-16,-3-5 40 0,4 0-64 15,-4 0 12-15,0 0-64 16,-1 0-4-16,1-5-4 0,-4 3 0 0,0-2-60 15,-4-2-24 1,-5 4-4-16,-3 2-8 0,-4-4-24 16,-4 4 48-16,-3 0-64 0,-6 0 40 0,-7 4-37 0,4-2 9 15,-8 4 16-15,0 5 68 0,-4-2 40 16,0 7 108-16,0 0 4 0,-8 6-112 0,-4 3 0 16,-4 0-100-16,-4 4 28 0,1 3-48 15,-9 3 44-15,0 0 28 0,-8 6 0 16,-1-3 12-16,-2 6 36 0,-1 1 12 15,1-4-4-15,-2 1-4 0,2-1 0 0,3 0 8 16,4-6 36-16,0 0-48 0,4-4 4 16,4-2-4-16,4-4 4 0,4 1 0 0,0-7 48 15,4 0 8-15,1-6 36 16,2-1 12-16,5-2 16 16,0 0 9-16,1-4-1 0,-1 0 16 0,0-3 8 15,4 4-32-15,0-4 20 0,0-3 24 0,0 0-20 16,0 0-4-16,0 0-60 0,0 0-12 0,0 0-24 15,0 0-48-15,4 3-8 16,3 0 8-16,1 0 232 16,5 4-124-16,2-1 36 0,2-3-24 15,2 3 136-15,1-1 20 0,4-5-108 0,-4 2-72 16,4-2-84-16,4 0 48 0,0 0-48 16,-4 0-12-16,8 0-8 0,-4 0-52 0,0 0 60 15,-5 0-12-15,5-2-72 0,0 2 72 16,0 0-36-16,0-5-48 0,0 5 48 0,3 0 40 15,-3 0-88-15,4 0 48 16,-8 0 40-16,4 0 0 0,-4 0 0 16,-4 0 0-16,-4 0 0 0,0 0 8 0,-5 0-4 15,2 0-4-15,-5 0-40 0,-5 0 36 16,-3 0-48-16,4 0 52 16,-4 0 4-16,0 0 4 0,0 0 0 0,0 0 8 15,0 0 0-15,0 0 4 0,0 0 0 16,0 0 36-16,0 0-48 0,0 0 0 15,0 0-60-15,0 0-100 0,0 0-80 16,0 0-208-16,0 0-84 0,-4 0-196 16,-3 0-441-16,3 0-1307 0,-16 0-4204 15,55 0-4957-15</inkml:trace>
  <inkml:trace contextRef="#ctx0" brushRef="#br1" timeOffset="167927.371">14486 6575 1552 0,'0'0'4712'0,"0"0"505"16,0 0-3717-16,0 0-496 0,0 0-64 15,0 0 340-15,0 0-164 0,0 0-188 0,0 0-104 0,0 0-356 16,0 0-396-16,-92 13-36 15,69 16 52-15,-5 13 56 16,8 2 116-16,-4 12 8 0,5 8 72 0,2 5 16 0,6 8-92 16,-2 3-56-16,5 5-88 0,4 0 113 15,4 2-49 1,0-8-100-16,12-3-76 0,4-6-8 0,0-10 0 0,4-8-96 16,4-15 8-16,0-6-117 15,0-8 21-15,4-10-20 0,3-7-308 16,1-6-112-16,5-10-368 0,2-11-584 0,-7 2-1496 15,8-32-4569-15</inkml:trace>
  <inkml:trace contextRef="#ctx0" brushRef="#br1" timeOffset="168210.263">15152 6489 4864 0,'0'0'4576'0,"0"0"969"0,0 0-3869 15,0 0-596-15,0 0 252 0,-48 80-388 0,28-36-296 16,4 10-136-16,0 3-184 0,4 10-48 16,-4 3-63-16,4 3-57 0,4 3-16 15,4 6-12-15,0-2-120 0,4 2-12 16,0-5 0-16,0-8-76 0,12-8 72 16,4-11-92-16,0-11 0 0,4-11-24 15,0-5-16-15,0-11 27 0,4-1-51 16,0-11-92-16,4 0-92 0,4-7 16 0,-4-6-72 15,0-6-104-15,0-3-184 0,-5-7-356 16,-3 1-988-16,-8 4-2176 0,0-9-2657 16</inkml:trace>
  <inkml:trace contextRef="#ctx0" brushRef="#br1" timeOffset="168396.945">15080 7242 5004 0,'0'0'5860'0,"0"0"-3719"0,0 0-677 0,0 0-304 15,0 0 44-15,0 0-260 0,0 0-176 16,0 0 288-16,0 0-432 0,104 7-280 16,-65-4-188-16,-3-3-156 0,8 0-4 0,-4-7-152 15,4-3-88-15,0-6-480 16,-5-3-516-16,2-6-524 16,-9 9-1252-16,3-15-3605 0</inkml:trace>
  <inkml:trace contextRef="#ctx0" brushRef="#br1" timeOffset="168548.111">15594 7207 6156 0,'0'0'1016'0,"0"0"2092"0,0 70-855 0,4-41-685 16,4 1 72-16,-4 3-184 0,8-2-428 0,-5-2-276 0,2-4-236 16,-1 1-516-16,0-3-148 0,0-2-248 15,4-4-600-15,-4-5-448 16,4-2-1092-16,-4-7-2865 0,7-6-2819 0</inkml:trace>
  <inkml:trace contextRef="#ctx0" brushRef="#br1" timeOffset="168818.987">16144 6728 6656 0,'0'0'5721'0,"0"0"-4065"0,0 0-456 16,84 66-152-16,-56-41 24 16,-4 4-220-16,4 0-284 0,-5 5-184 0,1 5-176 15,0 2-48-15,-5 3 36 0,-6 5-124 16,-1-2-72-16,-9 4-4 0,-3-4 4 16,0 4 0-16,-7 0-8 0,-9 0-116 15,0-4-32-15,-4 2-264 0,0-12-196 0,-4 1 124 16,0-9-68-16,-4-4-196 15,0-6-492-15,-4-2-880 0,9-8-2405 0,-14-9-2971 16</inkml:trace>
  <inkml:trace contextRef="#ctx0" brushRef="#br1" timeOffset="169351.059">16889 6410 12657 0,'0'0'2652'0,"0"0"-1456"0,0 0-584 16,0 0-68-16,0 0 176 0,0 0 216 15,20 101-288-15,-9-56-208 0,6 9-100 0,-2 9 76 0,6 7 228 16,-1 6-219-16,-5 8-169 16,6 4-88-16,-1 1-72 0,-5 6 0 15,-3-3-96-15,0-3 0 0,0 0-48 16,-3-6-36-16,-6-4-72 0,5-3-16 15,-4-6-128-15,4-6-77 0,0-3-195 0,0-11 0 16,-4-6-52-16,4-9-148 0,-4-6-300 16,-4-11-620-16,0-1-832 15,0-8-1549-15,0-9-1747 0</inkml:trace>
  <inkml:trace contextRef="#ctx0" brushRef="#br1" timeOffset="173269.242">8386 6864 3848 0,'0'0'652'0,"0"0"3600"15,0 0-2148-15,0 0-251 0,0 0-137 16,0 0-204-16,0 0-60 0,0 0-204 16,0 0-204-16,-23-12-284 0,23 12-224 15,0 0-72-15,4 0 129 0,4 0 63 16,7 0 264-16,1 0-220 0,9 0-388 16,3 0-180-16,3 0 4 0,1 2-76 15,0 5 24-15,4-4-12 0,-1 3-24 16,1 1 0-16,5 0-36 0,-2-5 0 0,1 4-12 0,-1-6-12 15,-2 4-60-15,3-4 68 16,-9 0-80-16,5 0 76 0,-8-4-76 16,-4 1 72-16,-4 0-72 0,0 1-4 15,-9-2-92-15,-2 4-72 0,-1 0-84 16,-4 0-208-16,-4 6-752 0,0 0-849 16,0 5-815-16,0-3-1808 0,0 5-3565 0</inkml:trace>
  <inkml:trace contextRef="#ctx0" brushRef="#br1" timeOffset="174527.559">20515 6886 12077 0,'0'0'1772'16,"0"0"-1060"-16,0 0-308 0,0 0 88 0,0 0 212 0,0 0 96 16,0 0 20-16,0 0-164 0,63-22-284 15,-42 28-4-15,3 10-64 16,-5 7-68-16,-3 9-164 0,-4 9 124 0,0 6-112 16,-8 10-84-16,-4 4-92 15,0-1-20-15,0-3-72 0,0-6-144 0,0-16-52 16,0-7 96-16,0-12 72 0,0-6 4 0,0-7-4 15,0-3 28-15,0 0 48 16,0-3 36-16,0-7 0 0,4-9-72 16,4-9 96-16,0-11-84 0,4-2 36 15,4-7 72-15,0 1 40 0,3 3 12 0,5 2 56 16,4 5 92-16,-3 5 52 0,-1 6 48 16,-5 10-24-16,-3 7-128 0,-8 6-96 15,0 3-296-15,-8 6 296 0,4 13 172 16,-4 6 4-16,0 11-112 0,0 1-64 15,-4 5-84-15,0-4 32 0,0-7-144 16,0-2-176-16,0-10-40 0,4-10 24 0,0-2 48 0,0-7 164 16,4-3-24-1,8-10 200-15,0-6 40 0,8-7-40 0,4-5-188 16,0-4 76-16,4 7 112 0,-4-1 80 16,3 6 108-16,1 1 12 15,0 7 156-15,0 5 116 0,-8 0-12 0,4 10-36 16,-8 0-104-16,4 0-48 0,-8 10 24 15,4 2 12-15,-8 1-36 0,3 7 48 16,-2 5-88-16,-5 1-72 0,0 5 8 16,0 1-56-16,-4-1-64 0,0 1-48 15,0-7-52-15,0-5-132 0,0-5-96 0,0-5-40 16,0-1-72-16,0-6-152 0,3 1-372 0,1-4-204 16,0 0-452-16,5-7-1024 15,-5-2-3077-15</inkml:trace>
  <inkml:trace contextRef="#ctx0" brushRef="#br1" timeOffset="174863.625">21654 7032 3588 0,'0'0'8261'16,"0"0"-7045"-16,-8 74-464 0,5-46 676 0,-6 1 332 0,1-4-100 15,4-9-568-15,4-10-700 16,0 1-392-16,0-5-160 0,4-2-12 0,4 5 172 0,4-5 88 15,4 0 80-15,4-5-116 0,4-7-52 16,-5-1-12-16,6-6-136 0,-1 0 24 0,-4-3-204 16,-5-1 32-16,6-2-36 15,-6 0 60-15,-2 2-24 0,-6 4 148 0,1 4 136 16,-8 2 12-16,0 4 76 0,0 2 48 16,-4 1-40-16,-7 0 16 15,-6-1-52-15,-2 4-48 0,-5 0 4 16,0 3 36-16,-4 0 12 0,4 3 96 0,4 7-148 15,4-1 4-15,1 1-4 16,6 2-88-16,1 1-172 0,4-1-96 16,4 4-76-16,0-2-28 0,4-2-124 0,4 1-336 15,8-3-988-15,-4-5-1269 0,12-5-3687 16</inkml:trace>
  <inkml:trace contextRef="#ctx0" brushRef="#br1" timeOffset="175248.852">22228 6804 6988 0,'0'0'2620'16,"0"0"37"-16,0 0-897 0,0 0-624 0,0 0-48 16,0 0 44-16,-80 95 80 0,56-60-240 15,1 3-276-15,3 0-148 0,3-3 28 16,6 0-79-16,3-6-229 0,4-4-268 16,0-6 0-16,4-6-220 0,0-4-49 0,8-2 89 0,0-7 8 15,3 0 172-15,6-10 4 16,3-6-4-16,3-6-24 0,-3-9-256 15,1-8-96-15,2-1-16 0,-3-6-12 0,4 2 24 16,4-6 36-16,-4-2-36 16,-1-5 12-16,-2-1 84 0,-5 2 84 15,-1-5 112-15,-3 2 88 0,-3 4 124 16,-2 4 12-16,-3 10 100 0,0 6 36 16,-4 10 12-16,0 13 156 0,0 1 112 0,0 5 12 15,0 6-16 1,0 0-60-16,0 6-172 0,-8 7-292 0,1 3-24 0,-2 13 0 15,1 2 36-15,4 11 97 0,1 0 3 0,-1 2-136 16,4 3-64-16,0 7-20 16,0 1-13-16,0-3-75 0,4 3-92 15,-1-1-200-15,5 0-208 0,5-6-184 0,-2 2-164 16,1-2-1092-16,4-13-2680 0,0 9-2929 0</inkml:trace>
  <inkml:trace contextRef="#ctx0" brushRef="#br1" timeOffset="175584.716">23160 6645 7884 0,'0'0'2644'16,"0"0"-1255"-16,0 0-685 0,0 91 228 16,0-42 376-16,0 1 292 15,-4 11-108-15,4 6-408 0,0 5-348 0,0 4-184 16,0 7-224-16,0 3-144 0,0 3-124 16,0-1-56-16,0-2-4 0,4 0-8 0,0-4-116 15,4-2-68-15,-3-14 68 0,-1-5-204 0,-1-16 20 16,1-11 124-16,0-14 12 15,-4-8-108-15,0-9-348 0,0-6-448 16,0-16-552-16,0-13-2280 0,0 4-1545 16,-4-36-1034-16</inkml:trace>
  <inkml:trace contextRef="#ctx0" brushRef="#br1" timeOffset="175806.431">23224 6892 6320 0,'0'0'6445'0,"0"0"-5821"0,0 0-344 15,0 0 380-15,0 0 248 16,88-31-52-16,-68 31-164 0,-5 3-72 0,-3 3-84 0,4 8-156 16,-8 1-180-1,1 3-28-15,-5 8-60 0,-4 3-16 0,-9 6-96 16,-6 3-272-16,-6 3-24 0,-7-3 52 16,0 1 144-16,-7-8-184 0,-1-6-140 15,-7-2-124-15,-2-7-204 0,-6-3-116 0,-9-4-576 16,0-3-872-16,-8-3-1597 0,17-3-1983 15</inkml:trace>
  <inkml:trace contextRef="#ctx0" brushRef="#br1" timeOffset="176262.107">20694 6343 912 0,'0'0'8988'16,"0"0"-7955"-16,0 0-557 0,-80 20 436 15,57-11-132-15,-5 4-92 0,0 2-80 16,0 7-16-16,-4 4 0 0,4 6 12 16,0 10-64-16,-4 5-128 0,8 10 48 15,0 6-16-15,5 1-24 0,2 9-136 0,2 0-12 16,6 6-112-16,1 4-64 0,5 3-96 15,3-1-4-15,3-2-44 0,10-1 36 16,6-1-48-16,5-9-28 16,4-5-108-16,8-1-12 0,4-6 96 15,0-6-100-15,7 1-44 0,2-11-156 16,2-6-408-16,5-6-144 0,4-10-564 0,-16-13-1140 16,31-12-2573-16</inkml:trace>
  <inkml:trace contextRef="#ctx0" brushRef="#br1" timeOffset="176550.295">24503 6385 8020 0,'0'0'5129'16,"0"0"-3933"-16,55 74 144 0,-38-44 136 16,-2 9-188-16,-2 2-144 0,-2 3-372 0,-2 4-348 0,-1 2-192 15,-8 11-96-15,0 2-64 16,0 8-8-16,-13 1-64 0,-2 9-8 0,-9-4-172 16,-4 4 8-16,-4-2-168 0,-4-6-164 15,0-6-204-15,-3-7-104 16,-6-6-204-16,-2-7-396 0,11-15-1340 0,-28 10-4117 0</inkml:trace>
  <inkml:trace contextRef="#ctx0" brushRef="#br1" timeOffset="177478.812">3183 7200 208 0,'0'0'9688'0,"0"0"-7331"0,0 0-1285 15,0 0-4-15,0 0 204 0,87 24 20 0,-59-24-308 16,0 0-308-16,-3 0-196 0,2-5-160 15,-3-4-88-15,0 3-132 0,-4-4-100 0,4-2-48 16,-5-1-200-16,-2 0-400 0,-2 0-392 16,2 4-544-16,-10 3-1068 15,1 0-2441-15,-8 6-3051 0</inkml:trace>
  <inkml:trace contextRef="#ctx0" brushRef="#br1" timeOffset="177660.939">3267 7506 4064 0,'0'0'848'0,"0"0"4804"16,0 0-3147-16,0 0-789 16,0 0-216-16,0 0-192 0,0 0-676 15,0 0-324-15,0 0 60 0,0 0 88 0,71-3 144 16,-34-4-256-16,-2 0-344 16,1-4-144-16,4 0-88 0,-5 1-308 0,6 2-372 15,-2-5-288-15,1 6-1008 0,-12 2-2397 16,16 5-2963-16</inkml:trace>
  <inkml:trace contextRef="#ctx0" brushRef="#br1" timeOffset="178214.424">1466 7156 9576 0,'0'0'1769'15,"0"0"-1025"-15,0 0 484 16,0 0 232-16,0 0-380 0,0 0-88 0,0 0 64 0,32 70-92 16,-17-29-180-16,2 14-136 0,-2 1-172 0,2 11-132 31,-2 3-76-31,1 3-136 0,0 0-48 0,-4 2-84 0,0 6-48 16,-4-5-84-16,4-3 32 0,-8-3-8 0,4-7 12 15,-8-9-52-15,4-10-12 16,0-9-8-16,-1-10-124 0,-3-8-136 15,0-8-100-15,0-2-172 0,0-7-436 0,0 0-956 16,-7-7-1096-16,3 0-3577 0</inkml:trace>
  <inkml:trace contextRef="#ctx0" brushRef="#br1" timeOffset="178494.763">1434 7277 5600 0,'0'0'768'16,"0"0"1428"-16,0 0-448 0,0 0-267 0,55-80-73 16,-42 65-376-16,6-1-400 15,1 0-64-15,1 7-180 0,-2-4-112 0,5 2-60 16,-4 5-64-16,4 4 20 0,-8 2 4 16,0 0 12-16,-4 6-100 0,-1 10 120 15,-2 6 4-15,-1 7 100 0,-4 2-80 0,-4 8-68 16,0 1-116-16,-4-1 52 15,-9-1 20-15,2-3-120 0,-1-3-84 16,-4-4-252-16,4-3-108 0,-4-3-164 0,0-2-128 16,-4-8-160-16,5 1-100 15,-6-6-264-15,1-7-844 0,1-3-1145 0,2-7-4003 16</inkml:trace>
  <inkml:trace contextRef="#ctx0" brushRef="#br1" timeOffset="178878.379">1676 6639 4164 0,'0'0'4220'0,"0"0"-1503"0,0 0-1257 0,0 0-16 0,0 0 84 16,0 0-360-16,0 0-396 15,97-17-180-15,-74 24-172 0,5 3-196 0,4 5-40 16,0 4-4-16,0 4-176 0,-4 5 116 15,0 4-116-15,-4 6-4 0,0 3-56 16,-9 4-156-16,-2 3-156 16,-2-1 24-16,-7 2 8 0,0-12 52 0,-4-2 72 15,0-9 100-15,0-7 108 0,0-7 4 16,-4-2 8-16,0-4 80 0,4-3-28 16,-3-3 92-16,-1 0 20 0,0-9-48 15,-1-7-36-15,-3-9-48 0,1-11-40 16,-1-5-148-16,4-4 60 0,4-2 88 0,0 0 4 15,4 2 60-15,11 1 8 0,2 5-72 16,2 4-4-16,5 3-68 0,0 1 72 0,4 5 0 16,0 4-72-16,0 3-112 0,0 3-16 15,-5 7 16-15,1 2-128 16,1 4-64-16,-1 3-328 16,-1 3-976-16,-7 4-924 0,4 15-2413 0</inkml:trace>
  <inkml:trace contextRef="#ctx0" brushRef="#br1" timeOffset="183827.073">1964 8849 1512 0,'0'0'1304'0,"0"0"-1160"0,0 0-24 16,0 0 816-16,0 0 1240 16,0 0-1148-16,0 0-172 0,0 0-128 0,36-23-160 15,-32 21-232-15,-1-2-128 0,-3 4-40 16,4-3-124-16,0-1-44 0,-4 4-116 16,5 0 0-16,-5 0 0 0,0 0-28 15,0 0-52-15,0 0-48 0,4 0-108 0,-4 0-60 16,0 4-236-16,4-1-172 15,0 3-924-15,-4-3-236 0,0 4-316 0,0 0 1512 0</inkml:trace>
  <inkml:trace contextRef="#ctx0" brushRef="#br1" timeOffset="185012.561">5418 8632 7416 0,'0'0'2540'0,"0"0"-607"16,0 0-1205-16,0 0-536 0,0 0 40 0,0 0 288 16,0 0 308-16,0 86 208 15,0-54-308-15,0 6-212 0,4 6-92 0,0 11-128 16,4 2 76-16,-4 9 88 0,4 4 56 0,-4 7-136 15,-4-2-196 1,0 5-24-16,0-4-116 0,0-2-44 0,0-11-4 16,0-9-8-16,0-13-88 0,0-6 88 15,0-16-112-15,0-6-36 0,0-7-380 0,0-6-240 16,4-3-400-16,0-16-192 16,3-6-528-16,-2-1-821 0,3-31-4023 0</inkml:trace>
  <inkml:trace contextRef="#ctx0" brushRef="#br1" timeOffset="185252.38">5813 8772 5440 0,'0'0'5857'0,"0"0"-4269"0,0 0-976 0,0 0-204 16,-9 79 292-16,5-43 632 0,0 2-216 15,1 6-196-15,-1 4-240 16,4-1-176-16,0 5-160 0,0 1-112 0,0 4-88 0,4 0-80 15,-1 4-56-15,1-1-8 0,-4-2-12 16,4-5-112-16,5-5-132 16,-9-4-100-16,8-12-160 0,-5-7-104 15,1-13-36-15,-4-5-352 0,4-7-628 0,1-7-668 16,-1-12-725-16,0 5-2675 0</inkml:trace>
  <inkml:trace contextRef="#ctx0" brushRef="#br1" timeOffset="185504.375">6120 8687 2704 0,'0'0'7748'0,"0"0"-5943"0,0 0-1077 16,4 76-128-16,-1-38 412 0,-3 10 424 0,0 6-268 15,0 3-180-15,4 0-332 0,0 6-240 16,0 1-120-16,0 5-136 0,5 5-28 0,-6-1-44 15,5 3-84 1,0-3-4-16,-3-3-208 0,-5-6-224 16,4-8-352-16,-4-8-132 0,-4-3-304 0,-1-8-1104 15,-7-2-2425-15,1-12-3559 0,-13 2 8192 16</inkml:trace>
  <inkml:trace contextRef="#ctx0" brushRef="#br1" timeOffset="185944.846">5609 10328 9912 0,'0'0'3893'0,"0"0"-3549"15,0 0-268-15,103-73 164 16,-62 54 264-16,-1 1-12 0,-5 7 72 16,6 5-20-16,-9 4-48 0,3 2-160 15,-3 5-64-15,0 4-72 0,-4 4 24 0,0 4 60 0,-5 4 24 16,1 8 72-16,-7 0-96 16,-6 2-100-16,1 4-40 0,-7 1-44 0,-5-2 24 15,0 1-28-15,0-3 16 0,-9-4-16 16,-3 1 16-16,-4-7-4 0,-3 0-12 15,-5-2-8-15,-4-4 8 0,-4-4-12 0,0-5 64 0,0-7-52 16,0-5-84-16,-3-9-12 16,3-12-156-16,0-6-64 15,4-3 48-15,8 0 4 0,8 1 20 0,4 2 36 16,8 3 28-16,0 1 0 0,0 2 68 16,4 0 8-16,4 1-64 0,-4 3-12 15,3 0 20-15,2 3-68 0,-1-1-52 0,0 5-124 16,3-1-384-16,-2 0-332 0,2 4-680 0,2 2-1456 15,-1 4-4517-15</inkml:trace>
  <inkml:trace contextRef="#ctx0" brushRef="#br1" timeOffset="186671.24">2262 12532 4652 0,'0'0'2224'16,"0"0"3385"-16,0 0-3633 0,0 0-716 0,0 0-204 15,0 0 48-15,0 0-116 16,0 0-264-16,0 0-368 0,0 0-236 0,24 18-112 0,8-15 384 15,20-3 204-15,4 0-156 16,12 0-63-16,-1 0-97 0,-3-3 36 0,0 0-76 16,-8-3-84-16,-4-3-112 15,-5 2-44-15,1-3-64 0,-8 1-44 16,-1-4-48-16,-2 4-160 0,-5-1-133 0,0 1-195 16,-8 2-236-16,-1 1-528 0,-3 6-972 15,-8 0-1876-15,-4 4-1133 0</inkml:trace>
  <inkml:trace contextRef="#ctx0" brushRef="#br1" timeOffset="186918.507">2159 13100 2948 0,'0'0'8469'16,"0"0"-6445"-16,0 0-796 0,0 0-408 15,0 0-268-15,0 0 788 0,0 0-152 0,116-13-328 16,-57 7-100-16,5-4-52 0,8 1-184 16,0-4-320-16,-1 4-116 0,1-1-52 15,0 1-36-15,0-1-8 0,-5 3-92 16,-3 1-20-16,-1-1 24 0,-3 2-112 16,-4-2-60-16,-4-3-244 0,-1-1-368 15,-6-6-104-15,-9-2-452 0,-8 0-1192 16,-13 3-2789-16</inkml:trace>
  <inkml:trace contextRef="#ctx0" brushRef="#br1" timeOffset="187227.409">2797 12134 652 0,'0'0'9320'0,"0"0"-7411"16,0 0-745-16,111-2 156 0,-67 4 44 0,3 5-348 15,2-1-208-15,3 4-28 0,3 2-236 16,1 2-236-16,0 0-112 0,-4 3-72 16,-5 2-116-16,-3 4-8 0,-4 2-40 0,-8 3-20 15,-4 4 60 1,-4 3 8-16,-9 5 40 0,2 6 28 0,-10-2 20 16,-3 0 40-16,0 3-12 0,-4-1 20 15,-4-2 16-15,-11 1 48 0,-5 2-12 16,-8-3-48-16,0 1-148 0,-12-1-156 0,0 2-40 15,-4-2-196-15,1-3-184 0,-6 0 24 16,2-6-112-16,3-1-32 0,4-4-236 16,8-5-640-16,4-6-1136 15,12-3-2449-15,4-7-1998 0,9-6 7155 0</inkml:trace>
  <inkml:trace contextRef="#ctx0" brushRef="#br1" timeOffset="187849.664">6287 11741 3116 0,'0'0'8089'15,"0"0"-6165"-15,0 0-512 0,0 0 148 0,0 0-24 16,-28 85-176-16,28-53-380 0,-4 10-332 0,4 2-224 16,4 13-68-16,-1 7-92 15,6 12-31-15,-1 6-49 0,0 7-52 16,-5 7-72-16,6 5 0 0,-9 1-12 0,4-1 0 16,0-5-48-16,-4-4-4 0,0-9-176 15,4-8-12-15,0-8-65 16,-1-13-47-16,5-10-60 0,5-9-112 0,-6-12-124 15,1-7-184-15,5-4-272 0,-2-5-272 0,2-7-408 16,-2 0-316 0,1-10-881-1,1-3-2567-15</inkml:trace>
  <inkml:trace contextRef="#ctx0" brushRef="#br1" timeOffset="188413.067">7227 12087 5744 0,'0'0'4860'0,"0"0"-2115"0,0 0-869 16,0 0-1020-16,0 0 84 0,0 0 28 15,0 0 56-15,79 10-180 0,-34-4-232 16,6 0-148-16,1 4-184 0,4-1-12 0,0-3-124 16,-9 4-32-16,5-1-52 0,-8 2 13 15,-4 1-73-15,-8-3-109 16,-9 3 21-16,-2 2 40 0,-5 2 12 0,-4 6 36 15,-9 7 0-15,-3 5-56 16,0 4-64-16,-11 7-52 0,-9-1 40 0,-1 1 120 0,-6 3 0 16,-1-8-88-16,-3 9-20 15,-6-8-64-15,1 3 48 16,0-3 128-16,-3-2-40 0,-2-4-12 0,6-4-124 16,3-2-36-16,0-4 48 0,13-6 52 15,-2-3 8-15,14-6 104 16,3-3 0-16,-1-7 0 15,5 2-116-15,0 2 124 0,13-2 40 0,2 1 264 0,13 4 28 16,4 0-40-16,3-1 36 0,6 0-120 16,-5-6 12-16,7 3-76 0,-2-3-92 15,2 0-4-15,-3 0-48 0,4-7-12 0,-4-1-124 0,-5 1 16 16,6-3-28-16,-2 2-20 0,1 1-152 0,-8 3-240 16,0 1-460-16,-1 3-400 15,-3 0-796-15,-3 3-2036 0,3 8-3613 16</inkml:trace>
  <inkml:trace contextRef="#ctx0" brushRef="#br1" timeOffset="188942.822">8925 11976 3396 0,'0'0'936'15,"0"0"3864"-15,0 0-2555 0,0 0-477 16,0 0-320-16,0 0-236 0,-84-26-308 0,59 36-20 15,1 6-416-15,-3 5-8 0,-4 8-56 16,3 7 76-16,0 8 108 16,0 7-100-16,3 3-84 0,5 3-112 0,9 7-24 15,3-5-76-15,4 6-68 0,4-2-120 16,8-3-4-16,7-3-64 0,2 0-92 16,3-6 60-16,-1-6-52 0,1-1-56 15,1-9-116-15,2-6-140 0,-3-7-180 0,8-7-328 16,0-8-456-1,0-7-920-15,0-2-1965 0,-5-9-3167 0,9-17 4321 0</inkml:trace>
  <inkml:trace contextRef="#ctx0" brushRef="#br1" timeOffset="189218.756">9359 12030 7748 0,'0'0'2176'16,"0"0"873"-16,0 0-1121 0,0 0-228 0,-32 82-220 15,15-37-92-15,2 9-248 0,-1 0-252 16,-4 3-303-16,8 4-209 0,-4-1-52 16,4 0-32-16,4-3-52 0,0 4-20 15,5-8-88-15,3-5-64 0,0-4-68 16,7-2-12-16,5-7-72 0,4-3-12 16,5-7-24-16,2-3 8 0,1-3 4 15,4-7 0-15,4-1 0 0,-4-9-28 0,0-2 4 16,3-2-48-16,-3-9-112 0,-3-8 24 31,2 1-133-31,-7-8-83 0,0 1-104 0,-5-4-156 16,-2 1-608-16,-9 3-952 0,0 6-2800 0,-4-4-2549 0</inkml:trace>
  <inkml:trace contextRef="#ctx0" brushRef="#br1" timeOffset="189394.568">9247 12652 4332 0,'0'0'6060'0,"0"0"-3655"15,0 0-713-15,0 0-368 16,0 0 352-16,0 0-208 0,0 0-388 0,95 32-312 16,-58-29-168-16,-5-3-176 0,4-3-83 15,-1-3-197-15,1-7-144 0,-4-3-4 0,-4 0-176 16,0-3-297-16,0 0-387 0,0 0-24 16,-5 0-328-16,-3 1-844 0,-3 4-2004 15,-2-5-1361-15</inkml:trace>
  <inkml:trace contextRef="#ctx0" brushRef="#br1" timeOffset="189547.248">9745 12515 4080 0,'0'0'952'0,"0"0"3332"15,0 0-2720-15,5 74-547 0,-2-47 107 0,5 6 124 0,-4-1-48 0,4 2-168 16,0-2-184-16,0 4-228 0,0-5-188 0,-4-2-296 16,3-1-136-16,-2-2-124 15,-1-4-184-15,0-2-424 0,-4-8-288 0,4-3-380 16,-4-5-772-16,0-2-1785 15,4-2-1931-15</inkml:trace>
  <inkml:trace contextRef="#ctx0" brushRef="#br1" timeOffset="189813.737">10152 12078 7716 0,'0'0'5209'0,"0"0"-4137"0,0 0-288 0,0 0-68 16,79 37 292-16,-59-18 148 0,4 4-388 0,0 3-276 16,0 5-96-1,0 4-92-15,0 6 64 0,-5 8-208 16,-6 1-64-16,-6 4-84 0,-3 0 32 16,-4-1-44-16,0 1 0 0,-4-6-48 0,-7 0 0 15,-6-1-36-15,2-5-112 0,-9-4-112 16,0-3-172-16,-8-7-120 0,0 1-128 15,-4-4-156-15,1-3-876 0,-2-2-3157 16,5-8-4947-16</inkml:trace>
  <inkml:trace contextRef="#ctx0" brushRef="#br1" timeOffset="190379.107">10996 11760 4124 0,'0'0'1136'0,"0"0"3296"16,8 79-2999-16,-4-37-429 0,1 9 32 16,-2 2 4-16,5 8-64 0,0 2 16 15,0 7-152-15,4 0-144 0,-4 0-252 0,3 2-112 16,-2 5-48-16,-1 2-112 0,-4 1-60 15,3-1-112-15,-2 1-48 0,-1-1-308 16,0 0 20-16,-4-7-72 0,4-4 88 0,-4-8 8 16,4-6-336-16,-1-6-32 0,1-10-36 15,0-3-536-15,1-13-124 16,-1-3-228-16,0-7-713 0,0-8-1795 0,-4-4 152 16</inkml:trace>
  <inkml:trace contextRef="#ctx0" brushRef="#br1" timeOffset="190625.044">11773 12328 12509 0,'0'0'4384'0,"0"0"-3528"0,0 0-248 16,92 4 312-16,-61-4-72 0,1 0-240 16,-4 0-168-16,0-7-308 0,0 1-84 0,0-7-48 15,0 0-56-15,0-2-176 0,-4-1-572 0,-1 0-520 16,-10 3-952-16,-2 3-3497 0</inkml:trace>
  <inkml:trace contextRef="#ctx0" brushRef="#br1" timeOffset="190818.448">11801 12734 12477 0,'0'0'4048'16,"0"0"-3236"-16,0 0-216 0,0 0 168 16,95 19 156-16,-63-19 204 0,4-6-212 15,4-9-459-15,-4-8-285 0,4-2-168 0,-8-1-156 16,3-2-525-16,-7 2-367 15,-4 5-288-15,-3 2-1440 0,-6 8-3293 16,-6 8-4071-16</inkml:trace>
  <inkml:trace contextRef="#ctx0" brushRef="#br1" timeOffset="191012.189">11932 12966 5288 0,'0'0'3108'0,"0"0"9"16,0 0-1797-16,0 0-328 0,0 0 348 0,0 0 96 15,37 70-92-15,-9-63-236 0,-1 2-312 16,5-3 0-16,-1-2-52 16,6-1-259-16,-1-3-217 0,-1 0-100 15,1-10-92-15,-4 1-76 0,0-4-144 0,0 1-220 16,3-7-501-16,-3 3-123 0,5-1-336 16,-14 6-1388-16,21-3-3377 0</inkml:trace>
  <inkml:trace contextRef="#ctx0" brushRef="#br1" timeOffset="191412.566">13180 12503 16717 0,'0'0'4196'16,"0"0"-3760"-16,0 0-396 0,0 0-40 15,0 0-160-15,0 0 160 0,-24 69 256 16,24-30-64-16,0 6 5 0,16-1 191 16,3-3-12-16,5 1-60 0,8-4-184 0,-4-10-48 15,0-2-12-15,-4-11-12 0,4-5-52 16,0-7-4-16,-5-3-4 0,9 0 0 16,-4-10-4-16,0-8-92 0,0-8-192 0,-4-9-16 15,-3-3 60-15,-2-10-8 16,-7 1 8-16,0-7-73 0,-8 3 85 15,0-3 64-15,-4 6 56 0,0 4 112 0,-12 3 0 16,-4 9 52-16,-4 3 56 0,-8 7 24 16,-3 3 16-16,-10 6-136 15,-2 4-12-15,-6 9-72 0,-6 0-16 0,3 6 16 0,-4 13-72 16,4 6-40-16,1 10 24 0,7 1-240 16,0 5-164-16,5-3-724 0,7 3-1328 0,8-6-2300 15,7-7-2661-15</inkml:trace>
  <inkml:trace contextRef="#ctx0" brushRef="#br1" timeOffset="192298.625">16574 12128 456 0,'0'0'11157'0,"0"0"-9073"0,0 0-852 16,0 0 228-16,0 0-152 0,0 0-124 15,0 0-216-15,0 0-148 0,88 69-248 0,-77-23-280 16,-2 1-148-16,-5 7-20 0,4-7-3 15,-8-5-25-15,4-7-92 0,-4-6-4 16,3-7-241-16,-3-7-63 0,0-5 48 0,0-7 12 16,0-3-12-1,0 0-172-15,0-3 0 0,4-7 148 0,1-5 208 0,-1-7 60 16,4-4-40-16,-1 1-32 16,6 0 36-16,-1 1-52 0,-1 10 40 15,2 0-4-15,-2 5-44 0,2 9-4 0,-6 0 64 16,5 4 48-16,1 8 244 0,-2 7-36 15,-3 9-60-15,-4 1-60 0,1 3-88 16,-2 3 8-16,-3-7 52 0,0-6-60 0,0-2 0 16,0-12-84-16,0-1 68 0,0-3 16 15,0-4 100-15,0 0-100 0,4-11-60 0,8-7 60 16,0-8 128-16,8-8-128 16,-4-1-84-16,7-6-52 0,1 6-12 0,1-1 140 15,6 8 0-15,-3 6 8 0,4 6 152 16,0 7-4-16,-4 5 12 0,-4 4-52 15,-1 4 124-15,1 5-12 16,-3 7 48-16,-6 3-96 0,2 4 108 0,-6 4-36 16,2 3 36-16,-6 1-60 15,1 4 85-15,-4 3-17 0,1 1 64 0,-5-6 48 16,0 0-232-16,0-5-168 16,0-12-40-16,0-3-56 0,0-7-72 0,0-2-196 15,0-4-208-15,0 0-497 16,0 0-395-16,0-10-1208 0,0 4-2552 0,0-7-2849 15</inkml:trace>
  <inkml:trace contextRef="#ctx0" brushRef="#br1" timeOffset="192659.042">17678 12383 5288 0,'0'0'9109'0,"0"0"-7785"15,0 0-592-15,8 75 140 0,-5-55 140 16,-3-5 0-16,5-2-156 0,-1-7-488 16,-4-3-300-16,8-3-68 0,0 0 0 0,4 0 92 15,4-9-92-15,4-7-84 16,-5-6-284-16,6-7 76 0,-10-2 24 0,6-1-88 16,-6-3-124-16,2 0 36 0,-6 7 112 15,1 6 84-15,-4 3 76 0,-4 5 172 16,0 7 124-16,0 5 284 0,-12 2-76 0,0 0 124 15,-7 2-188-15,-6 5-20 0,1 0-40 16,0 2 48-16,1 8-60 0,-1-2-136 0,4 7-60 16,0 4-64-16,4-1-24 15,4 3-8-15,0-3-76 16,4 1-24-16,4 0-160 0,0-7-256 0,4 0-256 0,0-3-288 16,4-7-668-16,0-2-1120 15,16-7-3449-15</inkml:trace>
  <inkml:trace contextRef="#ctx0" brushRef="#br1" timeOffset="193076.908">18316 12132 6948 0,'0'0'6069'0,"0"0"-3205"0,-56 82-1500 0,32-47-248 15,-1 6 28-15,2 1-192 0,-1 2 264 0,8-9-399 16,0 0-393-16,9-3-256 15,-2-7-12-15,9-3-36 0,0 0-108 0,4-3-12 0,8-2-8 16,0-5-76-16,4 1-48 16,4-7-48-16,4-6-40 0,0 0 16 15,4-12 68-15,-4-11-116 0,3-12 68 16,-3-6-229-16,0-10-87 0,-4-10-84 0,4-2-64 16,0-7-64-16,0 1 0 0,-4-5-4 15,-1 2-132-15,2-2 72 16,-14 5-56-16,1-1-116 0,-8 7 352 15,0 2 476-15,-8 6 120 0,-3 5 64 16,-6 9 140-16,2 6 152 0,2 6 252 0,2 11 212 16,3 5-40-16,4 10 20 0,4-1-8 0,0 4-40 15,-5 4-212-15,5 8-232 0,-3 7-304 16,3 10 0-16,-4 9 80 16,4 6 76-16,0 10 12 0,0 3-24 0,-4 6 48 15,4 8-40-15,0 2 4 0,0 2-28 16,-4 2 16-16,0-4-124 0,4-6-24 15,0-7-244-15,0-2-340 0,0-14-276 16,4-4-224-16,8 0-480 0,-4-18-2360 0,4 6-2653 16</inkml:trace>
  <inkml:trace contextRef="#ctx0" brushRef="#br1" timeOffset="193527.587">19092 12157 3452 0,'0'0'9253'0,"0"0"-7485"0,0 0-544 0,40 95-320 16,-24-50-32-16,0 8 44 15,4 8 216-15,-5 6-204 0,6 5-280 0,3 8-104 0,-5 2-31 16,1 1 19-16,1 3-120 16,-6-7-208-16,2 1-156 0,-2-8-48 15,-6-8-88-15,-5-10-116 0,-1-9-40 0,-3-14-56 16,0-12 68-16,0-10-60 0,-7-9-313 16,-2-2-335-16,-6-18-528 0,-10-8-2388 15,10-1-1113-15,-13-31-3799 0</inkml:trace>
  <inkml:trace contextRef="#ctx0" brushRef="#br1" timeOffset="193743.45">19263 12281 8976 0,'0'0'5997'0,"0"0"-5105"0,0 0-308 0,73-73 124 0,-54 54-148 16,1 6-116-16,-4 6-12 16,0 2-88-16,-8 5-72 0,8 0-76 15,-8 0-12-15,-1 5-60 0,2 9-40 16,-5 5-24-16,-4 6-60 0,-4 6-4 15,-5 1-324-15,-10 6 8 0,-1-2 72 16,-8 2-56-16,-4-4-32 0,-4 1-84 0,-3-3-88 16,-6-1-140-16,-6 1-56 0,-1-3-100 15,-4 3-308-15,0-3-672 16,-7-4-973-16,19-6-2671 0,-32 3 1288 0</inkml:trace>
  <inkml:trace contextRef="#ctx0" brushRef="#br1" timeOffset="194214.025">16056 11589 3240 0,'0'0'468'0,"0"0"328"15,0 0 3196-15,0 0-2580 0,0 0-123 16,0 0 47-16,0 0-84 0,0 0-316 0,0 0-116 16,0 0-128-16,-60 79-52 0,60-44 28 15,0 6 40-15,0 4-92 16,0 3-176-16,0 5-144 0,0 10-148 0,-4 4-52 0,4 10-84 16,0 2 52-16,0 10-64 15,4 3-88-15,9 3-44 16,-2 3-28-16,9-2-148 0,5-8-148 0,6-1-72 15,9-11-168-15,7-7-248 0,5-12-252 16,8-5-712-16,4-11-656 0,3-10-2081 16,-18-14-431-16,26-9 3857 0</inkml:trace>
  <inkml:trace contextRef="#ctx0" brushRef="#br1" timeOffset="194529.678">20236 11522 15865 0,'0'0'2172'0,"0"0"-1848"0,84 54-324 0,-56-26-100 16,4 11 52-16,-4 11 48 0,-5 7 468 15,-3 7 12-15,-4 0 8 16,0 5 212-16,-5 0 128 0,-2 2-268 16,-5 2-231-16,-4-3-77 0,0 3-156 0,-4 0-92 15,-9-3-4-15,2-1-204 0,-6-1-76 16,-6-8-193-16,-1-3-63 0,-4-4-136 16,-4-4-124-16,-3-8-260 0,-10-3-944 0,10-13-2336 15,-21 10-3213-15</inkml:trace>
  <inkml:trace contextRef="#ctx0" brushRef="#br1" timeOffset="211710.726">3828 15598 2644 0,'0'0'6604'0,"0"0"-5260"16,0 0-83-16,0 0 111 0,0 0-268 0,0 0-20 15,0 0-88-15,0 0-84 0,0 0-156 16,-75-7-264-16,75 7-220 0,0 0-220 0,0 0-52 16,0 0-136-1,8 0-60-15,3 0 52 0,13 0 144 0,17 7 368 16,6 0-304-16,13 6-4 0,7-1-60 16,1 1 0-16,4 0 0 0,0-1 40 0,-1-1 12 15,5-6-44-15,-4-2-4 0,-5 1 20 16,2-4-24-16,-5 0-60 0,-5-7-140 15,-8 2-232-15,-2-2 28 0,-14-3-108 0,-3 0-244 16,-8 1-540 0,-8 6-704-16,-4-4-929 0,-12 4-2111 0</inkml:trace>
  <inkml:trace contextRef="#ctx0" brushRef="#br1" timeOffset="211995.593">3948 16135 3892 0,'0'0'1092'0,"0"0"2640"0,0 0-2360 16,0 0-612-16,0 0-399 16,0 0 3-16,0 0 96 0,0 0 448 0,0 0-80 15,0 0-116-15,112 10 436 0,-60-10-620 0,7 3-212 0,9 0 20 0,4 2-172 16,3 2-164-16,5 3-64 0,4 0 64 15,-5-1-148-15,1 1 8 0,-5-7-196 0,-6-3 4 16,-9 0-120-16,-9-3 76 16,-3-3-280-16,-8-7-260 15,-5 3-436-15,-3-2-657 0,-12 2-1271 0,-4-10-3548 16</inkml:trace>
  <inkml:trace contextRef="#ctx0" brushRef="#br1" timeOffset="212315.02">4462 15507 3056 0,'0'0'2672'0,"0"0"-812"0,0 0-264 0,107 12-124 0,-59-2-43 15,8 5-201-15,8 2-620 16,0 5-100-16,-1 3-116 0,1 4-76 0,0-4-304 15,-1 4 132-15,-7-4-136 0,-7 0 72 16,-6 4 20-16,-7-1-36 0,-8 4 12 16,-4 3 136-16,-9 6-60 15,-2 1 48-15,-13 6 4 0,0-1 96 0,-9 1 0 16,-2-1 96-16,-10-5-36 0,-7 2-148 16,1-3-64-16,-9-2-136 0,-4-8-12 15,1 1-12-15,-10-6-176 0,6-8-244 16,-2-2-316-16,6-3-168 0,-1-7-824 0,12 0-1513 15,0-2-3487-15</inkml:trace>
  <inkml:trace contextRef="#ctx0" brushRef="#br1" timeOffset="-214562.292">6474 15591 4232 0,'0'0'1044'16,"0"0"2344"-16,0 0-2804 0,0 0 48 0,0 0 120 16,0 0 253-16,0 0-5 15,0 0-32-15,0 0-156 0,0 0-180 0,0 0-192 0,-44-5-100 16,48 5-152-16,4 0-12 15,8 0 52-15,7 5 420 0,14 2 184 16,3 3-312-16,-1 0-16 0,6-1-172 16,-6-3-148-16,1 4-48 0,-8-4-40 0,-1-3-20 15,-6 4-64-15,3-1 96 0,-8-3-108 16,-5 1-4-16,-2-2-104 0,-2 3 48 16,-3-3-28-16,-4 1-108 0,0 4 36 0,-4 0 52 15,5 1 96-15,-5 12-48 0,0-2 12 16,-9 11-88-16,-3 0 24 0,-4 6 4 15,-3 0-116-15,-9 2-8 0,-4 5-52 16,-4 3 108-16,-4 2 40 0,-4 1-88 16,1-1 112-16,-9-2-4 0,3-1 116 15,6-6 4-15,4-5-4 0,-2-2 4 0,13-9 108 16,9-10-12-16,2-2-12 16,13-3-88-16,1-7 4 0,3 0-4 15,0 0-124-15,3 0-100 0,5 0 124 16,12 0 100-16,8 3 212 0,8-3 184 15,7 0-124-15,2 0 0 0,-2 0-24 0,2 0-52 16,-6 0 52-16,1 0-4 0,-5 0 16 16,2 0-248-16,-1 0-12 0,-8 0 0 0,0 0-160 15,0 0 88-15,-5 0-188 0,-3 0 0 16,1 0-144-16,-10 0-92 0,1-3 0 16,-4 3 48-1,-8-4-64-15,4 1-320 0,-4 0-560 0,-4-6-572 16,-4 2-1041-16,-15-2-4587 15</inkml:trace>
  <inkml:trace contextRef="#ctx0" brushRef="#br1" timeOffset="-214379.545">6311 16046 3172 0,'0'0'524'15,"0"0"4024"-15,0 0-3356 0,0 0-300 0,0 0 489 16,0 0 127-16,0 0-224 0,88 3-160 15,-53 4-256-15,5-1-280 16,-1 4-216-16,6-1-372 0,-2 1-52 0,2 3-72 0,2-1-400 16,-3-2-392-16,3-1-240 15,2-2-624-15,-17-4-897 0,15 0-2335 16</inkml:trace>
  <inkml:trace contextRef="#ctx0" brushRef="#br1" timeOffset="-209870.453">7881 15693 12253 0,'0'0'2760'16,"0"0"-1756"-16,0 0-412 0,0 0-4 16,0 0-132-16,0 0 4 0,0 0 144 15,-92 68 144-15,68-46-84 0,-4 6-224 0,4 1-184 16,-3-1-100-16,3 4-32 0,-1-1-72 16,1 5-52-16,9-1-48 0,-2 3 40 15,6 1 8-15,3 1-12 0,8 2-76 0,0-1-68 0,8 3 80 16,3 1 28-16,10 2-24 15,3-5-172-15,4-1 72 16,-1-3 12-16,5-6 28 0,1-4-52 0,2-9-208 16,1-3-40-16,0-7-96 0,-1-9-216 0,1-2-88 15,0-17-700-15,-12 0-1632 16,8-25-5297-16</inkml:trace>
  <inkml:trace contextRef="#ctx0" brushRef="#br1" timeOffset="-209450.987">8371 15698 5884 0,'0'0'8265'16,"0"0"-7141"-16,0 0-360 0,0 0 304 15,-60 79 220-15,40-35-72 16,-4 0-212-16,4 7-300 0,4 0-216 0,0-3-123 0,9-1-101 16,2 0-116-16,1-2-76 15,4-1-72-15,0-5 0 0,4-4-72 0,5-3-12 16,2-5-28-16,1-4-44 0,4-1-24 15,4-5-16-15,-4-2-49 0,4-5 113 16,-1-1 84-16,2-6-184 0,-5 0-148 0,3-3 152 16,2-3 56-16,-6-9-72 0,1-1-124 15,-4 1-232-15,-3-8-236 16,-2 3-256-16,-3 3-96 0,-4-5-196 16,0 2-564-16,-4 2-261 0,-3 3 217 0,-6-2-268 15,-2 1-268-15,-6 4 1656 0,5 3 872 16,1-1 1004-16,3 7 936 15,3 0 580-15,2 0-344 0,7 0-723 0,0 0 147 16,0 0-244-16,0 0-464 0,3 3-300 31,10 1 172-31,-1 2 116 0,3 0-328 0,5 1-168 16,1-4-140-16,-6 0-220 0,5-3-24 0,-4 0 0 0,0-6-8 16,0 2-140-16,0-2-48 0,-5 0-260 0,6-1-596 15,-6 1-548-15,-2 3-1136 0,-5-3-2877 16</inkml:trace>
  <inkml:trace contextRef="#ctx0" brushRef="#br1" timeOffset="-209280.43">8541 16196 1056 0,'0'0'3040'0,"0"0"2708"0,0 0-4976 16,0 0-99-16,0 0 367 0,0 0 84 16,0 0-84-16,0 0-68 0,0 0-420 15,81 72-220-15,-74-59-48 0,-3 4-44 16,5-3-44-16,-9 5-84 0,4 1-112 0,-4 2 0 15,0 1-48-15,0 2-28 0,0-3-184 16,0 0-176-16,0 4-600 0,0-5-644 0,0-2-2457 16,0 6-3167-16</inkml:trace>
  <inkml:trace contextRef="#ctx0" brushRef="#br1" timeOffset="-208852.213">9052 15659 10920 0,'0'0'2421'0,"0"0"-1861"0,0 0-552 15,88 85 196-15,-60-56 264 0,-5 0 216 0,-3-1 20 16,0 1-52-16,-4-1-140 0,-4 4-64 15,4 3-276-15,-8 0 76 0,-4 3-52 16,0 3-108-16,-4 3-40 0,0 5-44 16,-8-2 48-16,-4 1-40 0,-3 0 48 15,-6 2-60-15,-3 1-72 0,-4-4-116 0,-8 1-356 16,1 0-236-16,-1-7-352 0,-4-3-484 16,13-13-2289-16,-14-9-2383 15</inkml:trace>
  <inkml:trace contextRef="#ctx0" brushRef="#br1" timeOffset="-208353.894">10964 16018 10920 0,'0'0'2333'15,"0"0"-1441"-15,0 0-516 0,49 73 396 16,-42-35 412-16,-3 0 48 0,-4 6-368 0,0-6-396 16,0 4-212-16,-8-10-44 15,0-4-68-15,4-9-144 0,-4-3-4 0,0-6-44 0,1-4-136 16,-2-6-652-16,-3 0-340 0,-4-6-424 16,4-4-2332-16,-16-15-4177 15</inkml:trace>
  <inkml:trace contextRef="#ctx0" brushRef="#br1" timeOffset="-208219.292">10789 15763 12465 0,'0'0'1684'0,"0"0"-1268"16,0 0 152-16,84-54 336 0,-60 43-136 0,0-3-468 16,-5 2-300-16,5-1-140 0,4-3-72 15,0-3-324-15,4 3-700 0,-8 4-1756 0,16-1-3429 16</inkml:trace>
  <inkml:trace contextRef="#ctx0" brushRef="#br1" timeOffset="-207933.094">11462 15744 4956 0,'0'0'7421'0,"0"0"-6273"0,-4 71-372 16,-7-40 272-16,2 7 372 0,-6 4 80 0,-2 2-256 16,-2-3-352-16,3 0-136 15,4-6-160-15,-1-3-303 0,10-6-269 16,-1-4-24-16,4-6-112 0,0-3-9 15,12-4-39-15,4-3 28 0,4 1 84 16,4-1 12-16,-1-6 36 0,9 3 12 0,-4-3-8 16,0 0 4-16,0 3-8 0,-4-3 0 0,-5 7-8 15,-2-4 8-15,-2 0 56 16,-6 3 52-16,-1 1 64 0,-8 2-15 16,3-2 51-16,-3 2-40 0,-3-3-20 0,-1 5-148 15,-4-5-324-15,-4 0-165 16,0 0-191-16,-1 1-160 0,-2 1-216 0,-1-1-648 15,0-3-2144-15,-8-4-3833 0</inkml:trace>
  <inkml:trace contextRef="#ctx0" brushRef="#br1" timeOffset="-207335.442">12929 15904 4728 0,'0'0'6056'0,"0"0"-5023"0,0 0 67 0,99 47 324 15,-75-18-36-15,-4 6-220 0,-8 2-276 16,-4 4-360-16,-4 8-196 0,-4-2-68 15,0 1 16-15,-4-4-52 0,-4-2-120 16,4-4-112-16,-4-10 0 0,4-6-136 16,0-9 136-16,4-10 128 0,0-3 56 15,-4-6-184-15,4-10-332 0,0-13-332 16,0-9 196-16,4-9 296 0,4-1 108 16,8 1-84-16,-1-1-24 0,6 12 60 15,-1 5 24-15,-1 6-84 16,2 12 120-16,-5 3 52 0,-1 10 224 0,-2 0-24 0,-2 10 280 15,1 6 52-15,-3 6-4 0,-2 3-160 16,-3 4-100-16,-4-1-8 0,4 5 128 16,-4-2 320-16,0 1-320 0,0 2-143 0,0-1-49 15,0-3-124-15,0 0-72 0,0-11-220 16,4-3-1-16,-4-7 5 0,0-6-136 16,4-3-356-16,5 0-284 0,-2 0 32 15,5-3-1112-15,-4-6-2996 0,0-7-4513 16</inkml:trace>
  <inkml:trace contextRef="#ctx0" brushRef="#br1" timeOffset="-206950.282">13578 16065 7096 0,'0'0'1780'0,"0"0"713"15,0 0-1441-15,0 0-180 0,0 0 420 0,8 70 256 16,-8-38-148-16,4 3-408 15,0 0-280-15,0-7-196 0,4-2-188 0,0-1-328 16,0-6-108-16,4-3-88 0,-4-4 36 16,7-2 0-16,-2-3-12 0,2-1 0 0,5-6 124 15,-3 0 40-15,2-3-40 0,-2-10 4 16,2-1 44-16,-3-4 0 16,0-4-44-16,0-1-176 0,0 2-64 0,-8-5-88 15,4 1 100-15,-8 0 64 0,0-1 132 16,-1 4-72-16,-3 3 148 0,-3 2 112 15,-5 5 136-15,0 3 36 0,-4 2-36 16,-4 4-100-16,-4 3-100 0,-4 0-36 16,1 3-8-16,-5 6 60 0,3 4 44 15,-2 7-96-15,2-1-12 0,6 3 16 0,3 3-4 0,4 1-12 16,4-1-136 0,0-3-136-16,4 0-124 0,4-3-40 0,0-2-172 15,12-9-724-15,0 6-616 0,-4-11-2221 16,8-3-3663-16</inkml:trace>
  <inkml:trace contextRef="#ctx0" brushRef="#br1" timeOffset="-206603.798">14207 16033 9732 0,'0'0'7149'0,"0"0"-6093"0,0 0-788 15,0 0-268-15,0 0 284 16,0 90 272-16,-4-52 424 0,1 3-416 16,-5-3-296-16,4-4-100 0,4-8-168 0,0-7-152 15,0-7-180-15,0-5-68 16,0-7-16-16,8 0 208 0,-1-3 208 0,6-13 184 16,2-3 36-16,6-9-220 0,-6-7-180 15,9 3-80-15,-4 0 104 0,4 4 56 16,-4 6 28-16,0 5-28 0,-1 9-12 0,2 3-20 15,-5 5-28-15,-4 5 160 0,-1 9 236 16,2 5 108-16,-5 11-84 0,3 1-104 16,-2 4-104-16,-2 0 20 0,1 1-64 15,0-3-8-15,1-1-256 0,2 1-112 16,6-5-384-16,-6 0-760 0,5-6-1324 0,-8-5-2257 16,8-2-3371-16</inkml:trace>
  <inkml:trace contextRef="#ctx0" brushRef="#br1" timeOffset="-206235.195">15108 16252 3636 0,'0'0'9217'16,"0"0"-7109"-16,0 0-784 0,0 0-92 0,0 0-204 15,0 0-376-15,0 0-248 0,0 0-332 16,0 0 52-16,0 0 388 0,0 0-84 0,104 54-124 16,-65-50-240-16,2-4-64 15,-2 0-100-15,-3-10 4 0,0 1-136 0,-1-3 36 0,-7-5-280 16,4-2-368-16,-4-3-204 0,-4-1-504 16,-8 8-1352-16,0-12-3065 0</inkml:trace>
  <inkml:trace contextRef="#ctx0" brushRef="#br1" timeOffset="-205957.909">15857 15421 7264 0,'0'0'6809'15,"0"0"-5725"-15,0 0-504 0,0 0 388 16,0 0 188-16,12 108-192 0,-12-58-56 15,-4 14-200-15,-4 5-256 0,4 5-40 0,0 5 4 16,4 0 33-16,0 1-197 0,8 0-104 0,4-4-112 16,4-7-36-16,3-8-60 15,-2-10 12-15,-2-10-16 0,2-16-56 0,-1-6-24 16,0-9-4-16,0-7 16 0,-1-3-49 16,2-10-163-16,-2-9-360 0,-3-6-200 15,-4-7-376-15,-8-3-1032 0,0 3-2400 16,-16-9-2513-16</inkml:trace>
  <inkml:trace contextRef="#ctx0" brushRef="#br1" timeOffset="-205794.61">15534 15963 3464 0,'0'0'9985'0,"0"0"-8513"16,0 0-1008-16,0 0-376 0,0 0-12 16,0 0 1128-16,0 0 424 0,0 0-484 0,100 39-300 15,-64-36-272-15,7 0-220 0,-2-3-296 16,-2-3-56-16,1-4-108 0,0-2-124 15,-4 0-256-15,0-1-576 0,0 1-412 16,-8 2-1540-16,-4 1-4437 0</inkml:trace>
  <inkml:trace contextRef="#ctx0" brushRef="#br1" timeOffset="-205529.675">16235 15954 7248 0,'0'0'5217'0,"0"0"-4681"0,0 0-256 0,0 0-140 15,92 32 104-15,-72-13 504 0,-4 0 664 0,0 6-396 16,-4 5-368-16,0 0-64 0,-4 9-92 16,0 2 0-16,-4 3-24 0,-1 4 20 0,-3 0-12 15,0-4-108-15,0-6-64 16,0-6-12-16,0-13-24 0,-3-2-63 16,3-12-21-16,0-5-40 0,0 0-72 0,0 0-72 15,0-12 0-15,8-4 0 0,0-10 4 16,4-6 8-16,0-3-12 15,7-2-108-15,-2-5-100 0,2 1-133 0,5 0-327 0,0 0-332 16,0-1-436-16,8 4-1128 16,-9 9-2605-16,10-2-2331 0</inkml:trace>
  <inkml:trace contextRef="#ctx0" brushRef="#br1" timeOffset="-205373.505">16952 16154 7188 0,'0'0'5593'0,"0"0"-4549"0,-15 83-828 16,15-52 240-16,-4 5 140 0,0-5 120 0,0-3 40 16,4 2-608-16,0-8-148 0,0-4-260 0,0-5-96 15,0-7-108-15,0-2-52 0,0-4-204 16,-5-10-960-16,5 1-1501 0,-7-17-6067 16</inkml:trace>
  <inkml:trace contextRef="#ctx0" brushRef="#br1" timeOffset="-205197.681">16845 15837 328 0,'0'0'13189'0,"0"0"-10209"16,0 0-2144-16,0 0 44 0,0 0-116 0,0 0-372 0,0 0-48 16,0 0-200-16,72-67-140 15,-60 58-4-15,4 2-168 0,-4 1-276 16,4-1-480-16,-5 4-412 0,2 3-888 0,-2 0-4205 15</inkml:trace>
  <inkml:trace contextRef="#ctx0" brushRef="#br1" timeOffset="-204695.334">17279 16084 2980 0,'0'0'5268'0,"0"0"-2227"0,0 0-1901 0,0 0-692 16,0 0-12-16,0 0 172 0,0 0 736 15,0 0-48-15,36 102-476 0,-27-51-360 16,2 3-40-16,-3 3 60 0,0 0 60 15,0-6-24-15,0-9-40 16,-4-9-120-16,4-10-148 0,0-10-136 16,-4-4-64-16,0-9 4 0,4 0 172 0,0-6 68 15,4-10 625-15,7-12-405 16,-2-7-192-16,-2-7-172 0,6-5-108 0,-10-1-8 16,6 4-64-16,-2-4 0 0,1 7-52 15,1-3-164-15,-2 2-344 0,2 5-209 16,-6 1-207-16,5 4-536 0,-4 4-1120 0,0 9-2321 15,-5-8-2827-15</inkml:trace>
  <inkml:trace contextRef="#ctx0" brushRef="#br1" timeOffset="-204517.779">17853 16112 3088 0,'0'0'9945'0,"0"0"-8561"15,8 90-424-15,-8-55 308 0,0 2-108 16,0 1 36-16,0-5-328 0,-4-5-672 15,0-3-196-15,4-2-208 0,-3-7 0 16,3-7-220-16,-5-3-236 16,1-2-76-16,0-4-528 0,0-4-1548 0,-7-15-4105 15</inkml:trace>
  <inkml:trace contextRef="#ctx0" brushRef="#br1" timeOffset="-204370.772">17670 15942 6280 0,'0'0'7453'15,"0"0"-5833"-15,0 0-1080 0,0 0 676 0,0 0-324 16,0 0-472-16,75-58-12 0,-58 53-104 16,-2-6-288-16,2 5-16 0,7-4-272 15,-1 4-332-15,5 3-584 0,0 3-584 16,-8 0-2240-16,16 3-4409 0</inkml:trace>
  <inkml:trace contextRef="#ctx0" brushRef="#br1" timeOffset="-203933.292">18359 16287 692 0,'0'0'11869'15,"0"0"-9617"-15,0 0-812 16,-92 23 116-16,73-17-596 0,3 4-468 0,4 2-232 16,0 1-128-16,4 6-44 0,4 4 44 0,-4-1 40 15,8 0-36-15,0-3-28 0,0-1-28 16,0-5-80 0,4-2-100-16,4-9-20 0,3 2 12 0,2-4 108 15,2-13 0-15,10-6-132 0,-1-7-76 16,0-5-52-16,-1-4-84 0,5 0 0 15,-8 6 112-15,0 4 108 0,0 6 0 0,-8 9 24 16,4 4 92-16,-9 6 8 0,2 0 64 16,-1 12 552-16,-4 11-40 0,0 2-208 15,-4 4-100-15,0-1 16 0,3 4 32 16,-3-7-60-16,4-6 24 0,1-3-136 16,-5-7-144-16,4-4-216 15,0-5 68-15,0 0 76 0,7-5 72 0,2-10 0 0,2-7-124 16,6-7-300-16,-1-6-312 15,-5-3-272-15,5 1-488 0,0-5-892 0,-4 10-2181 0,8-19-3407 16</inkml:trace>
  <inkml:trace contextRef="#ctx0" brushRef="#br1" timeOffset="-203729.848">18845 15377 6444 0,'0'0'6333'0,"0"0"-5073"16,0 0-512-16,0 0 260 0,0 0 332 15,4 78 144-15,-4-36-84 16,0 2-412-16,0 11-344 0,0 5-203 0,0 7-29 16,4 6-64-16,4 3-32 0,-3 0-148 15,-1 0-120 1,3 0-48-16,1-3-300 0,0-6-344 0,4-1 3 0,4-2-283 16,-4-7-604-16,4-5-1396 0,-4-15-3125 15,4 8-4179-15</inkml:trace>
  <inkml:trace contextRef="#ctx0" brushRef="#br1" timeOffset="-203548.449">19502 16605 14025 0,'0'0'4872'0,"0"0"-3584"0,0 0-400 0,0 0-352 15,0 0-159-15,0 0 183 0,0 0 68 0,0 0-544 16,0 0-84-16,0 0-204 0,9 3-364 15,-14-3-465-15,-2 0-503 0,-1 0-3324 16,-12 7-6853-16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2519C07-69CE-4BA8-BF3E-980FED58165D}"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9C995D-A8FF-4850-B67E-DD0384357B9D}" type="slidenum">
              <a:rPr lang="en-US" smtClean="0"/>
              <a:t>‹#›</a:t>
            </a:fld>
            <a:endParaRPr lang="en-US"/>
          </a:p>
        </p:txBody>
      </p:sp>
    </p:spTree>
    <p:extLst>
      <p:ext uri="{BB962C8B-B14F-4D97-AF65-F5344CB8AC3E}">
        <p14:creationId xmlns:p14="http://schemas.microsoft.com/office/powerpoint/2010/main" val="2162154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2519C07-69CE-4BA8-BF3E-980FED58165D}"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9C995D-A8FF-4850-B67E-DD0384357B9D}" type="slidenum">
              <a:rPr lang="en-US" smtClean="0"/>
              <a:t>‹#›</a:t>
            </a:fld>
            <a:endParaRPr lang="en-US"/>
          </a:p>
        </p:txBody>
      </p:sp>
    </p:spTree>
    <p:extLst>
      <p:ext uri="{BB962C8B-B14F-4D97-AF65-F5344CB8AC3E}">
        <p14:creationId xmlns:p14="http://schemas.microsoft.com/office/powerpoint/2010/main" val="2907398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82519C07-69CE-4BA8-BF3E-980FED58165D}"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9C995D-A8FF-4850-B67E-DD0384357B9D}" type="slidenum">
              <a:rPr lang="en-US" smtClean="0"/>
              <a:t>‹#›</a:t>
            </a:fld>
            <a:endParaRPr lang="en-US"/>
          </a:p>
        </p:txBody>
      </p:sp>
    </p:spTree>
    <p:extLst>
      <p:ext uri="{BB962C8B-B14F-4D97-AF65-F5344CB8AC3E}">
        <p14:creationId xmlns:p14="http://schemas.microsoft.com/office/powerpoint/2010/main" val="2980986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2519C07-69CE-4BA8-BF3E-980FED58165D}" type="datetimeFigureOut">
              <a:rPr lang="en-US" smtClean="0"/>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9C995D-A8FF-4850-B67E-DD0384357B9D}" type="slidenum">
              <a:rPr lang="en-US" smtClean="0"/>
              <a:t>‹#›</a:t>
            </a:fld>
            <a:endParaRPr lang="en-US"/>
          </a:p>
        </p:txBody>
      </p:sp>
    </p:spTree>
    <p:extLst>
      <p:ext uri="{BB962C8B-B14F-4D97-AF65-F5344CB8AC3E}">
        <p14:creationId xmlns:p14="http://schemas.microsoft.com/office/powerpoint/2010/main" val="3901225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82519C07-69CE-4BA8-BF3E-980FED58165D}" type="datetimeFigureOut">
              <a:rPr lang="en-US" smtClean="0"/>
              <a:t>4/18/2023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9C995D-A8FF-4850-B67E-DD0384357B9D}" type="slidenum">
              <a:rPr lang="en-US" smtClean="0"/>
              <a:t>‹#›</a:t>
            </a:fld>
            <a:endParaRPr lang="en-US"/>
          </a:p>
        </p:txBody>
      </p:sp>
    </p:spTree>
    <p:extLst>
      <p:ext uri="{BB962C8B-B14F-4D97-AF65-F5344CB8AC3E}">
        <p14:creationId xmlns:p14="http://schemas.microsoft.com/office/powerpoint/2010/main" val="3675508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2519C07-69CE-4BA8-BF3E-980FED58165D}" type="datetimeFigureOut">
              <a:rPr lang="en-US" smtClean="0"/>
              <a:t>4/18/2023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9C995D-A8FF-4850-B67E-DD0384357B9D}" type="slidenum">
              <a:rPr lang="en-US" smtClean="0"/>
              <a:t>‹#›</a:t>
            </a:fld>
            <a:endParaRPr lang="en-US"/>
          </a:p>
        </p:txBody>
      </p:sp>
    </p:spTree>
    <p:extLst>
      <p:ext uri="{BB962C8B-B14F-4D97-AF65-F5344CB8AC3E}">
        <p14:creationId xmlns:p14="http://schemas.microsoft.com/office/powerpoint/2010/main" val="3457313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519C07-69CE-4BA8-BF3E-980FED58165D}" type="datetimeFigureOut">
              <a:rPr lang="en-US" smtClean="0"/>
              <a:t>4/18/2023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9C995D-A8FF-4850-B67E-DD0384357B9D}" type="slidenum">
              <a:rPr lang="en-US" smtClean="0"/>
              <a:t>‹#›</a:t>
            </a:fld>
            <a:endParaRPr lang="en-US"/>
          </a:p>
        </p:txBody>
      </p:sp>
    </p:spTree>
    <p:extLst>
      <p:ext uri="{BB962C8B-B14F-4D97-AF65-F5344CB8AC3E}">
        <p14:creationId xmlns:p14="http://schemas.microsoft.com/office/powerpoint/2010/main" val="1843482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82519C07-69CE-4BA8-BF3E-980FED58165D}" type="datetimeFigureOut">
              <a:rPr lang="en-US" smtClean="0"/>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9C995D-A8FF-4850-B67E-DD0384357B9D}" type="slidenum">
              <a:rPr lang="en-US" smtClean="0"/>
              <a:t>‹#›</a:t>
            </a:fld>
            <a:endParaRPr lang="en-US"/>
          </a:p>
        </p:txBody>
      </p:sp>
    </p:spTree>
    <p:extLst>
      <p:ext uri="{BB962C8B-B14F-4D97-AF65-F5344CB8AC3E}">
        <p14:creationId xmlns:p14="http://schemas.microsoft.com/office/powerpoint/2010/main" val="40675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82519C07-69CE-4BA8-BF3E-980FED58165D}" type="datetimeFigureOut">
              <a:rPr lang="en-US" smtClean="0"/>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9C995D-A8FF-4850-B67E-DD0384357B9D}" type="slidenum">
              <a:rPr lang="en-US" smtClean="0"/>
              <a:t>‹#›</a:t>
            </a:fld>
            <a:endParaRPr lang="en-US"/>
          </a:p>
        </p:txBody>
      </p:sp>
    </p:spTree>
    <p:extLst>
      <p:ext uri="{BB962C8B-B14F-4D97-AF65-F5344CB8AC3E}">
        <p14:creationId xmlns:p14="http://schemas.microsoft.com/office/powerpoint/2010/main" val="1330781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2519C07-69CE-4BA8-BF3E-980FED58165D}"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9C995D-A8FF-4850-B67E-DD0384357B9D}" type="slidenum">
              <a:rPr lang="en-US" smtClean="0"/>
              <a:t>‹#›</a:t>
            </a:fld>
            <a:endParaRPr lang="en-US"/>
          </a:p>
        </p:txBody>
      </p:sp>
    </p:spTree>
    <p:extLst>
      <p:ext uri="{BB962C8B-B14F-4D97-AF65-F5344CB8AC3E}">
        <p14:creationId xmlns:p14="http://schemas.microsoft.com/office/powerpoint/2010/main" val="219653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2519C07-69CE-4BA8-BF3E-980FED58165D}"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9C995D-A8FF-4850-B67E-DD0384357B9D}" type="slidenum">
              <a:rPr lang="en-US" smtClean="0"/>
              <a:t>‹#›</a:t>
            </a:fld>
            <a:endParaRPr lang="en-US"/>
          </a:p>
        </p:txBody>
      </p:sp>
    </p:spTree>
    <p:extLst>
      <p:ext uri="{BB962C8B-B14F-4D97-AF65-F5344CB8AC3E}">
        <p14:creationId xmlns:p14="http://schemas.microsoft.com/office/powerpoint/2010/main" val="3140270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519C07-69CE-4BA8-BF3E-980FED58165D}" type="datetimeFigureOut">
              <a:rPr lang="en-US" smtClean="0"/>
              <a:t>4/18/2023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9C995D-A8FF-4850-B67E-DD0384357B9D}" type="slidenum">
              <a:rPr lang="en-US" smtClean="0"/>
              <a:t>‹#›</a:t>
            </a:fld>
            <a:endParaRPr lang="en-US"/>
          </a:p>
        </p:txBody>
      </p:sp>
    </p:spTree>
    <p:extLst>
      <p:ext uri="{BB962C8B-B14F-4D97-AF65-F5344CB8AC3E}">
        <p14:creationId xmlns:p14="http://schemas.microsoft.com/office/powerpoint/2010/main" val="13910531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customXml" Target="../ink/ink8.xml"/><Relationship Id="rId4" Type="http://schemas.openxmlformats.org/officeDocument/2006/relationships/image" Target="../media/image8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customXml" Target="../ink/ink9.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customXml" Target="../ink/ink11.xml"/><Relationship Id="rId5" Type="http://schemas.openxmlformats.org/officeDocument/2006/relationships/image" Target="../media/image20.png"/><Relationship Id="rId4" Type="http://schemas.openxmlformats.org/officeDocument/2006/relationships/customXml" Target="../ink/ink10.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160.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customXml" Target="../ink/ink24.xml"/><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customXml" Target="../ink/ink23.xml"/><Relationship Id="rId11" Type="http://schemas.openxmlformats.org/officeDocument/2006/relationships/image" Target="../media/image39.png"/><Relationship Id="rId5" Type="http://schemas.openxmlformats.org/officeDocument/2006/relationships/image" Target="../media/image36.png"/><Relationship Id="rId10" Type="http://schemas.openxmlformats.org/officeDocument/2006/relationships/customXml" Target="../ink/ink25.xml"/><Relationship Id="rId4" Type="http://schemas.openxmlformats.org/officeDocument/2006/relationships/customXml" Target="../ink/ink22.xml"/><Relationship Id="rId9"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35.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customXml" Target="../ink/ink26.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customXml" Target="../ink/ink2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20.png"/><Relationship Id="rId7" Type="http://schemas.openxmlformats.org/officeDocument/2006/relationships/image" Target="../media/image4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customXml" Target="../ink/ink29.xml"/><Relationship Id="rId5" Type="http://schemas.openxmlformats.org/officeDocument/2006/relationships/image" Target="../media/image43.png"/><Relationship Id="rId4" Type="http://schemas.openxmlformats.org/officeDocument/2006/relationships/customXml" Target="../ink/ink28.xml"/></Relationships>
</file>

<file path=ppt/slides/_rels/slide26.xml.rels><?xml version="1.0" encoding="UTF-8" standalone="yes"?>
<Relationships xmlns="http://schemas.openxmlformats.org/package/2006/relationships"><Relationship Id="rId3" Type="http://schemas.openxmlformats.org/officeDocument/2006/relationships/customXml" Target="../ink/ink30.xml"/><Relationship Id="rId2" Type="http://schemas.openxmlformats.org/officeDocument/2006/relationships/image" Target="../media/image230.png"/><Relationship Id="rId1" Type="http://schemas.openxmlformats.org/officeDocument/2006/relationships/slideLayout" Target="../slideLayouts/slideLayout7.xml"/><Relationship Id="rId4" Type="http://schemas.openxmlformats.org/officeDocument/2006/relationships/image" Target="../media/image440.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customXml" Target="../ink/ink3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customXml" Target="../ink/ink3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0.png"/><Relationship Id="rId7"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customXml" Target="../ink/ink34.xml"/><Relationship Id="rId5" Type="http://schemas.openxmlformats.org/officeDocument/2006/relationships/image" Target="../media/image48.png"/><Relationship Id="rId4" Type="http://schemas.openxmlformats.org/officeDocument/2006/relationships/customXml" Target="../ink/ink33.xml"/></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3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customXml" Target="../ink/ink3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70.png"/><Relationship Id="rId7" Type="http://schemas.openxmlformats.org/officeDocument/2006/relationships/image" Target="../media/image54.png"/><Relationship Id="rId2"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customXml" Target="../ink/ink38.xml"/><Relationship Id="rId5" Type="http://schemas.openxmlformats.org/officeDocument/2006/relationships/image" Target="../media/image53.png"/><Relationship Id="rId4" Type="http://schemas.openxmlformats.org/officeDocument/2006/relationships/customXml" Target="../ink/ink37.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customXml" Target="../ink/ink3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customXml" Target="../ink/ink4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customXml" Target="../ink/ink4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90.png"/><Relationship Id="rId7" Type="http://schemas.openxmlformats.org/officeDocument/2006/relationships/image" Target="../media/image61.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customXml" Target="../ink/ink43.xml"/><Relationship Id="rId5" Type="http://schemas.openxmlformats.org/officeDocument/2006/relationships/image" Target="../media/image59.png"/><Relationship Id="rId4" Type="http://schemas.openxmlformats.org/officeDocument/2006/relationships/customXml" Target="../ink/ink42.xml"/></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customXml" Target="../ink/ink4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customXml" Target="../ink/ink45.xml"/><Relationship Id="rId1" Type="http://schemas.openxmlformats.org/officeDocument/2006/relationships/slideLayout" Target="../slideLayouts/slideLayout7.xml"/><Relationship Id="rId5" Type="http://schemas.openxmlformats.org/officeDocument/2006/relationships/image" Target="../media/image64.png"/><Relationship Id="rId4" Type="http://schemas.openxmlformats.org/officeDocument/2006/relationships/customXml" Target="../ink/ink46.xml"/></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customXml" Target="../ink/ink4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customXml" Target="../ink/ink4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customXml" Target="../ink/ink49.xml"/><Relationship Id="rId7" Type="http://schemas.openxmlformats.org/officeDocument/2006/relationships/customXml" Target="../ink/ink51.xml"/><Relationship Id="rId12" Type="http://schemas.openxmlformats.org/officeDocument/2006/relationships/image" Target="../media/image71.png"/><Relationship Id="rId2" Type="http://schemas.openxmlformats.org/officeDocument/2006/relationships/image" Target="../media/image520.png"/><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customXml" Target="../ink/ink53.xml"/><Relationship Id="rId5" Type="http://schemas.openxmlformats.org/officeDocument/2006/relationships/customXml" Target="../ink/ink50.xml"/><Relationship Id="rId10" Type="http://schemas.openxmlformats.org/officeDocument/2006/relationships/image" Target="../media/image70.png"/><Relationship Id="rId4" Type="http://schemas.openxmlformats.org/officeDocument/2006/relationships/image" Target="../media/image67.png"/><Relationship Id="rId9" Type="http://schemas.openxmlformats.org/officeDocument/2006/relationships/customXml" Target="../ink/ink52.xml"/></Relationships>
</file>

<file path=ppt/slides/_rels/slide4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customXml" Target="../ink/ink5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 Id="rId5" Type="http://schemas.openxmlformats.org/officeDocument/2006/relationships/image" Target="../media/image75.png"/><Relationship Id="rId4" Type="http://schemas.openxmlformats.org/officeDocument/2006/relationships/customXml" Target="../ink/ink55.xml"/></Relationships>
</file>

<file path=ppt/slides/_rels/slide45.xml.rels><?xml version="1.0" encoding="UTF-8" standalone="yes"?>
<Relationships xmlns="http://schemas.openxmlformats.org/package/2006/relationships"><Relationship Id="rId8" Type="http://schemas.openxmlformats.org/officeDocument/2006/relationships/customXml" Target="../ink/ink59.xml"/><Relationship Id="rId3" Type="http://schemas.openxmlformats.org/officeDocument/2006/relationships/image" Target="../media/image76.png"/><Relationship Id="rId7" Type="http://schemas.openxmlformats.org/officeDocument/2006/relationships/image" Target="../media/image78.png"/><Relationship Id="rId2" Type="http://schemas.openxmlformats.org/officeDocument/2006/relationships/customXml" Target="../ink/ink56.xml"/><Relationship Id="rId1" Type="http://schemas.openxmlformats.org/officeDocument/2006/relationships/slideLayout" Target="../slideLayouts/slideLayout7.xml"/><Relationship Id="rId6" Type="http://schemas.openxmlformats.org/officeDocument/2006/relationships/customXml" Target="../ink/ink58.xml"/><Relationship Id="rId5" Type="http://schemas.openxmlformats.org/officeDocument/2006/relationships/image" Target="../media/image77.png"/><Relationship Id="rId4" Type="http://schemas.openxmlformats.org/officeDocument/2006/relationships/customXml" Target="../ink/ink57.xml"/><Relationship Id="rId9"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2A5213-88C6-492C-A17D-36234411C882}"/>
              </a:ext>
            </a:extLst>
          </p:cNvPr>
          <p:cNvSpPr>
            <a:spLocks noGrp="1"/>
          </p:cNvSpPr>
          <p:nvPr>
            <p:ph type="ctrTitle"/>
          </p:nvPr>
        </p:nvSpPr>
        <p:spPr/>
        <p:txBody>
          <a:bodyPr/>
          <a:lstStyle/>
          <a:p>
            <a:r>
              <a:rPr lang="en-US" dirty="0"/>
              <a:t>MAT205: Abstract Algebra </a:t>
            </a:r>
            <a:r>
              <a:rPr lang="en-US" altLang="zh-CN" dirty="0"/>
              <a:t>II </a:t>
            </a:r>
            <a:endParaRPr lang="en-US" dirty="0"/>
          </a:p>
        </p:txBody>
      </p:sp>
      <p:sp>
        <p:nvSpPr>
          <p:cNvPr id="3" name="副标题 2">
            <a:extLst>
              <a:ext uri="{FF2B5EF4-FFF2-40B4-BE49-F238E27FC236}">
                <a16:creationId xmlns:a16="http://schemas.microsoft.com/office/drawing/2014/main" id="{431D2F05-A869-4566-BF9E-990387902C5E}"/>
              </a:ext>
            </a:extLst>
          </p:cNvPr>
          <p:cNvSpPr>
            <a:spLocks noGrp="1"/>
          </p:cNvSpPr>
          <p:nvPr>
            <p:ph type="subTitle" idx="1"/>
          </p:nvPr>
        </p:nvSpPr>
        <p:spPr/>
        <p:txBody>
          <a:bodyPr/>
          <a:lstStyle/>
          <a:p>
            <a:r>
              <a:rPr lang="en-US" sz="4000" dirty="0"/>
              <a:t>3. Sylow Theorem</a:t>
            </a:r>
          </a:p>
          <a:p>
            <a:endParaRPr lang="en-US" dirty="0"/>
          </a:p>
          <a:p>
            <a:r>
              <a:rPr lang="en-US" dirty="0"/>
              <a:t>Ma, Jia-Jun</a:t>
            </a:r>
          </a:p>
        </p:txBody>
      </p:sp>
      <mc:AlternateContent xmlns:mc="http://schemas.openxmlformats.org/markup-compatibility/2006" xmlns:p14="http://schemas.microsoft.com/office/powerpoint/2010/main">
        <mc:Choice Requires="p14">
          <p:contentPart p14:bwMode="auto" r:id="rId2">
            <p14:nvContentPartPr>
              <p14:cNvPr id="4" name="墨迹 3">
                <a:extLst>
                  <a:ext uri="{FF2B5EF4-FFF2-40B4-BE49-F238E27FC236}">
                    <a16:creationId xmlns:a16="http://schemas.microsoft.com/office/drawing/2014/main" id="{2C0AAE31-3E2E-485E-BAD5-47026B452797}"/>
                  </a:ext>
                </a:extLst>
              </p14:cNvPr>
              <p14:cNvContentPartPr/>
              <p14:nvPr/>
            </p14:nvContentPartPr>
            <p14:xfrm>
              <a:off x="6098760" y="1396800"/>
              <a:ext cx="1800" cy="1440"/>
            </p14:xfrm>
          </p:contentPart>
        </mc:Choice>
        <mc:Fallback xmlns="">
          <p:pic>
            <p:nvPicPr>
              <p:cNvPr id="4" name="墨迹 3">
                <a:extLst>
                  <a:ext uri="{FF2B5EF4-FFF2-40B4-BE49-F238E27FC236}">
                    <a16:creationId xmlns:a16="http://schemas.microsoft.com/office/drawing/2014/main" id="{2C0AAE31-3E2E-485E-BAD5-47026B452797}"/>
                  </a:ext>
                </a:extLst>
              </p:cNvPr>
              <p:cNvPicPr/>
              <p:nvPr/>
            </p:nvPicPr>
            <p:blipFill>
              <a:blip r:embed="rId3"/>
              <a:stretch>
                <a:fillRect/>
              </a:stretch>
            </p:blipFill>
            <p:spPr>
              <a:xfrm>
                <a:off x="6089400" y="1387440"/>
                <a:ext cx="4551480" cy="1993680"/>
              </a:xfrm>
              <a:prstGeom prst="rect">
                <a:avLst/>
              </a:prstGeom>
            </p:spPr>
          </p:pic>
        </mc:Fallback>
      </mc:AlternateContent>
    </p:spTree>
    <p:extLst>
      <p:ext uri="{BB962C8B-B14F-4D97-AF65-F5344CB8AC3E}">
        <p14:creationId xmlns:p14="http://schemas.microsoft.com/office/powerpoint/2010/main" val="1154731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8A14-AEE1-4CC8-82CE-BD0D85E0E238}"/>
              </a:ext>
            </a:extLst>
          </p:cNvPr>
          <p:cNvSpPr>
            <a:spLocks noGrp="1"/>
          </p:cNvSpPr>
          <p:nvPr>
            <p:ph type="title"/>
          </p:nvPr>
        </p:nvSpPr>
        <p:spPr/>
        <p:txBody>
          <a:bodyPr/>
          <a:lstStyle/>
          <a:p>
            <a:r>
              <a:rPr lang="en-US" altLang="zh-CN" dirty="0"/>
              <a:t>Setting</a:t>
            </a:r>
            <a:endParaRPr lang="en-MY"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16A883-2AE2-4DBA-A0E6-19339C2766CA}"/>
                  </a:ext>
                </a:extLst>
              </p:cNvPr>
              <p:cNvSpPr>
                <a:spLocks noGrp="1"/>
              </p:cNvSpPr>
              <p:nvPr>
                <p:ph idx="1"/>
              </p:nvPr>
            </p:nvSpPr>
            <p:spPr>
              <a:xfrm>
                <a:off x="722790" y="1690688"/>
                <a:ext cx="10515600" cy="4351338"/>
              </a:xfrm>
            </p:spPr>
            <p:txBody>
              <a:bodyPr/>
              <a:lstStyle/>
              <a:p>
                <a:r>
                  <a:rPr lang="en-MY" dirty="0"/>
                  <a:t> </a:t>
                </a:r>
                <a14:m>
                  <m:oMath xmlns:m="http://schemas.openxmlformats.org/officeDocument/2006/math">
                    <m:r>
                      <a:rPr lang="en-MY" smtClean="0">
                        <a:solidFill>
                          <a:srgbClr val="FF0000"/>
                        </a:solidFill>
                        <a:latin typeface="Cambria Math" panose="02040503050406030204" pitchFamily="18" charset="0"/>
                      </a:rPr>
                      <m:t>𝑝</m:t>
                    </m:r>
                    <m:r>
                      <a:rPr lang="en-MY" i="1">
                        <a:latin typeface="Cambria Math" panose="02040503050406030204" pitchFamily="18" charset="0"/>
                      </a:rPr>
                      <m:t> </m:t>
                    </m:r>
                  </m:oMath>
                </a14:m>
                <a:r>
                  <a:rPr lang="en-US" dirty="0"/>
                  <a:t>always represent a prime integer &gt; 0. </a:t>
                </a:r>
              </a:p>
              <a:p>
                <a:endParaRPr lang="en-MY" dirty="0"/>
              </a:p>
            </p:txBody>
          </p:sp>
        </mc:Choice>
        <mc:Fallback xmlns="">
          <p:sp>
            <p:nvSpPr>
              <p:cNvPr id="3" name="Content Placeholder 2">
                <a:extLst>
                  <a:ext uri="{FF2B5EF4-FFF2-40B4-BE49-F238E27FC236}">
                    <a16:creationId xmlns:a16="http://schemas.microsoft.com/office/drawing/2014/main" id="{4F16A883-2AE2-4DBA-A0E6-19339C2766CA}"/>
                  </a:ext>
                </a:extLst>
              </p:cNvPr>
              <p:cNvSpPr>
                <a:spLocks noGrp="1" noRot="1" noChangeAspect="1" noMove="1" noResize="1" noEditPoints="1" noAdjustHandles="1" noChangeArrowheads="1" noChangeShapeType="1" noTextEdit="1"/>
              </p:cNvSpPr>
              <p:nvPr>
                <p:ph idx="1"/>
              </p:nvPr>
            </p:nvSpPr>
            <p:spPr>
              <a:xfrm>
                <a:off x="722790" y="1690688"/>
                <a:ext cx="10515600" cy="4351338"/>
              </a:xfrm>
              <a:blipFill>
                <a:blip r:embed="rId2"/>
                <a:stretch>
                  <a:fillRect l="-1043" t="-2241"/>
                </a:stretch>
              </a:blipFill>
            </p:spPr>
            <p:txBody>
              <a:bodyPr/>
              <a:lstStyle/>
              <a:p>
                <a:r>
                  <a:rPr lang="en-MY">
                    <a:noFill/>
                  </a:rPr>
                  <a:t> </a:t>
                </a:r>
              </a:p>
            </p:txBody>
          </p:sp>
        </mc:Fallback>
      </mc:AlternateContent>
      <p:pic>
        <p:nvPicPr>
          <p:cNvPr id="1026" name="Picture 2" descr="计算机生成了可选文字:&#10;36.2 Definition Let p be a prime. A group G is a p-group if every element in G has order a power of &#10;the prime p. A subgroup of a group G is a p-subgroup of G if the subgroup is itself a &#10;p-group. ">
            <a:extLst>
              <a:ext uri="{FF2B5EF4-FFF2-40B4-BE49-F238E27FC236}">
                <a16:creationId xmlns:a16="http://schemas.microsoft.com/office/drawing/2014/main" id="{0C080972-CEFD-4A2A-807B-13D5EDE350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609" y="2707688"/>
            <a:ext cx="9765335" cy="105644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4C46070-3A54-4A20-8D50-F1A336CDA499}"/>
                  </a:ext>
                </a:extLst>
              </p14:cNvPr>
              <p14:cNvContentPartPr/>
              <p14:nvPr/>
            </p14:nvContentPartPr>
            <p14:xfrm>
              <a:off x="289800" y="4248000"/>
              <a:ext cx="10807200" cy="2167560"/>
            </p14:xfrm>
          </p:contentPart>
        </mc:Choice>
        <mc:Fallback xmlns="">
          <p:pic>
            <p:nvPicPr>
              <p:cNvPr id="4" name="Ink 3">
                <a:extLst>
                  <a:ext uri="{FF2B5EF4-FFF2-40B4-BE49-F238E27FC236}">
                    <a16:creationId xmlns:a16="http://schemas.microsoft.com/office/drawing/2014/main" id="{44C46070-3A54-4A20-8D50-F1A336CDA499}"/>
                  </a:ext>
                </a:extLst>
              </p:cNvPr>
              <p:cNvPicPr/>
              <p:nvPr/>
            </p:nvPicPr>
            <p:blipFill>
              <a:blip r:embed="rId5"/>
              <a:stretch>
                <a:fillRect/>
              </a:stretch>
            </p:blipFill>
            <p:spPr>
              <a:xfrm>
                <a:off x="280440" y="4238640"/>
                <a:ext cx="10825920" cy="2186280"/>
              </a:xfrm>
              <a:prstGeom prst="rect">
                <a:avLst/>
              </a:prstGeom>
            </p:spPr>
          </p:pic>
        </mc:Fallback>
      </mc:AlternateContent>
    </p:spTree>
    <p:extLst>
      <p:ext uri="{BB962C8B-B14F-4D97-AF65-F5344CB8AC3E}">
        <p14:creationId xmlns:p14="http://schemas.microsoft.com/office/powerpoint/2010/main" val="366662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8A14-AEE1-4CC8-82CE-BD0D85E0E238}"/>
              </a:ext>
            </a:extLst>
          </p:cNvPr>
          <p:cNvSpPr>
            <a:spLocks noGrp="1"/>
          </p:cNvSpPr>
          <p:nvPr>
            <p:ph type="title"/>
          </p:nvPr>
        </p:nvSpPr>
        <p:spPr/>
        <p:txBody>
          <a:bodyPr/>
          <a:lstStyle/>
          <a:p>
            <a:r>
              <a:rPr lang="en-US" altLang="zh-CN" dirty="0"/>
              <a:t>Examples</a:t>
            </a:r>
            <a:endParaRPr lang="en-MY"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16A883-2AE2-4DBA-A0E6-19339C2766CA}"/>
                  </a:ext>
                </a:extLst>
              </p:cNvPr>
              <p:cNvSpPr>
                <a:spLocks noGrp="1"/>
              </p:cNvSpPr>
              <p:nvPr>
                <p:ph idx="1"/>
              </p:nvPr>
            </p:nvSpPr>
            <p:spPr/>
            <p:txBody>
              <a:bodyPr/>
              <a:lstStyle/>
              <a:p>
                <a:r>
                  <a:rPr lang="en-MY" dirty="0"/>
                  <a:t> </a:t>
                </a:r>
                <a14:m>
                  <m:oMath xmlns:m="http://schemas.openxmlformats.org/officeDocument/2006/math">
                    <m:sSub>
                      <m:sSubPr>
                        <m:ctrlPr>
                          <a:rPr lang="en-MY" b="0" i="1" smtClean="0">
                            <a:latin typeface="Cambria Math" panose="02040503050406030204" pitchFamily="18" charset="0"/>
                          </a:rPr>
                        </m:ctrlPr>
                      </m:sSubPr>
                      <m:e>
                        <m:r>
                          <a:rPr lang="en-MY" b="0" i="1" smtClean="0">
                            <a:latin typeface="Cambria Math" panose="02040503050406030204" pitchFamily="18" charset="0"/>
                          </a:rPr>
                          <m:t>ℤ</m:t>
                        </m:r>
                      </m:e>
                      <m:sub>
                        <m:r>
                          <a:rPr lang="en-MY" b="0" i="1" smtClean="0">
                            <a:latin typeface="Cambria Math" panose="02040503050406030204" pitchFamily="18" charset="0"/>
                          </a:rPr>
                          <m:t>𝑝</m:t>
                        </m:r>
                      </m:sub>
                    </m:sSub>
                  </m:oMath>
                </a14:m>
                <a:endParaRPr lang="en-MY" b="0" dirty="0"/>
              </a:p>
              <a:p>
                <a:endParaRPr lang="en-MY" dirty="0"/>
              </a:p>
              <a:p>
                <a:endParaRPr lang="en-MY" dirty="0"/>
              </a:p>
              <a:p>
                <a14:m>
                  <m:oMath xmlns:m="http://schemas.openxmlformats.org/officeDocument/2006/math">
                    <m:sSub>
                      <m:sSubPr>
                        <m:ctrlPr>
                          <a:rPr lang="en-MY" b="0" i="1" smtClean="0">
                            <a:latin typeface="Cambria Math" panose="02040503050406030204" pitchFamily="18" charset="0"/>
                          </a:rPr>
                        </m:ctrlPr>
                      </m:sSubPr>
                      <m:e>
                        <m:r>
                          <a:rPr lang="en-MY" b="0" i="1" smtClean="0">
                            <a:latin typeface="Cambria Math" panose="02040503050406030204" pitchFamily="18" charset="0"/>
                          </a:rPr>
                          <m:t>ℤ</m:t>
                        </m:r>
                      </m:e>
                      <m:sub>
                        <m:sSup>
                          <m:sSupPr>
                            <m:ctrlPr>
                              <a:rPr lang="en-MY" b="0" i="1" smtClean="0">
                                <a:latin typeface="Cambria Math" panose="02040503050406030204" pitchFamily="18" charset="0"/>
                              </a:rPr>
                            </m:ctrlPr>
                          </m:sSupPr>
                          <m:e>
                            <m:r>
                              <a:rPr lang="en-MY" b="0" i="1" smtClean="0">
                                <a:latin typeface="Cambria Math" panose="02040503050406030204" pitchFamily="18" charset="0"/>
                              </a:rPr>
                              <m:t>𝑝</m:t>
                            </m:r>
                          </m:e>
                          <m:sup>
                            <m:r>
                              <a:rPr lang="en-MY" b="0" i="1" smtClean="0">
                                <a:latin typeface="Cambria Math" panose="02040503050406030204" pitchFamily="18" charset="0"/>
                              </a:rPr>
                              <m:t>𝑛</m:t>
                            </m:r>
                          </m:sup>
                        </m:sSup>
                      </m:sub>
                    </m:sSub>
                  </m:oMath>
                </a14:m>
                <a:endParaRPr lang="en-MY" b="0" dirty="0"/>
              </a:p>
              <a:p>
                <a:endParaRPr lang="en-MY" dirty="0"/>
              </a:p>
              <a:p>
                <a:endParaRPr lang="en-MY" dirty="0"/>
              </a:p>
              <a:p>
                <a14:m>
                  <m:oMath xmlns:m="http://schemas.openxmlformats.org/officeDocument/2006/math">
                    <m:sSub>
                      <m:sSubPr>
                        <m:ctrlPr>
                          <a:rPr lang="en-MY" i="1">
                            <a:latin typeface="Cambria Math" panose="02040503050406030204" pitchFamily="18" charset="0"/>
                          </a:rPr>
                        </m:ctrlPr>
                      </m:sSubPr>
                      <m:e>
                        <m:r>
                          <a:rPr lang="en-MY" i="1">
                            <a:latin typeface="Cambria Math" panose="02040503050406030204" pitchFamily="18" charset="0"/>
                          </a:rPr>
                          <m:t>ℤ</m:t>
                        </m:r>
                      </m:e>
                      <m:sub>
                        <m:sSup>
                          <m:sSupPr>
                            <m:ctrlPr>
                              <a:rPr lang="en-MY" i="1">
                                <a:latin typeface="Cambria Math" panose="02040503050406030204" pitchFamily="18" charset="0"/>
                              </a:rPr>
                            </m:ctrlPr>
                          </m:sSupPr>
                          <m:e>
                            <m:r>
                              <a:rPr lang="en-MY" i="1">
                                <a:latin typeface="Cambria Math" panose="02040503050406030204" pitchFamily="18" charset="0"/>
                              </a:rPr>
                              <m:t>𝑝</m:t>
                            </m:r>
                          </m:e>
                          <m:sup>
                            <m:r>
                              <a:rPr lang="en-MY" b="0" i="1" smtClean="0">
                                <a:latin typeface="Cambria Math" panose="02040503050406030204" pitchFamily="18" charset="0"/>
                              </a:rPr>
                              <m:t>∞</m:t>
                            </m:r>
                          </m:sup>
                        </m:sSup>
                      </m:sub>
                    </m:sSub>
                  </m:oMath>
                </a14:m>
                <a:endParaRPr lang="en-MY" b="1" dirty="0"/>
              </a:p>
            </p:txBody>
          </p:sp>
        </mc:Choice>
        <mc:Fallback xmlns="">
          <p:sp>
            <p:nvSpPr>
              <p:cNvPr id="3" name="Content Placeholder 2">
                <a:extLst>
                  <a:ext uri="{FF2B5EF4-FFF2-40B4-BE49-F238E27FC236}">
                    <a16:creationId xmlns:a16="http://schemas.microsoft.com/office/drawing/2014/main" id="{4F16A883-2AE2-4DBA-A0E6-19339C2766CA}"/>
                  </a:ext>
                </a:extLst>
              </p:cNvPr>
              <p:cNvSpPr>
                <a:spLocks noGrp="1" noRot="1" noChangeAspect="1" noMove="1" noResize="1" noEditPoints="1" noAdjustHandles="1" noChangeArrowheads="1" noChangeShapeType="1" noTextEdit="1"/>
              </p:cNvSpPr>
              <p:nvPr>
                <p:ph idx="1"/>
              </p:nvPr>
            </p:nvSpPr>
            <p:spPr>
              <a:blipFill>
                <a:blip r:embed="rId2"/>
                <a:stretch>
                  <a:fillRect l="-1043" t="-1681"/>
                </a:stretch>
              </a:blipFill>
            </p:spPr>
            <p:txBody>
              <a:bodyPr/>
              <a:lstStyle/>
              <a:p>
                <a:r>
                  <a:rPr lang="en-MY">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3A15734-062E-4740-82F1-31401F6976FF}"/>
                  </a:ext>
                </a:extLst>
              </p14:cNvPr>
              <p14:cNvContentPartPr/>
              <p14:nvPr/>
            </p14:nvContentPartPr>
            <p14:xfrm>
              <a:off x="973800" y="218160"/>
              <a:ext cx="10415160" cy="6452640"/>
            </p14:xfrm>
          </p:contentPart>
        </mc:Choice>
        <mc:Fallback xmlns="">
          <p:pic>
            <p:nvPicPr>
              <p:cNvPr id="4" name="Ink 3">
                <a:extLst>
                  <a:ext uri="{FF2B5EF4-FFF2-40B4-BE49-F238E27FC236}">
                    <a16:creationId xmlns:a16="http://schemas.microsoft.com/office/drawing/2014/main" id="{B3A15734-062E-4740-82F1-31401F6976FF}"/>
                  </a:ext>
                </a:extLst>
              </p:cNvPr>
              <p:cNvPicPr/>
              <p:nvPr/>
            </p:nvPicPr>
            <p:blipFill>
              <a:blip r:embed="rId4"/>
              <a:stretch>
                <a:fillRect/>
              </a:stretch>
            </p:blipFill>
            <p:spPr>
              <a:xfrm>
                <a:off x="964440" y="208800"/>
                <a:ext cx="10433880" cy="6471360"/>
              </a:xfrm>
              <a:prstGeom prst="rect">
                <a:avLst/>
              </a:prstGeom>
            </p:spPr>
          </p:pic>
        </mc:Fallback>
      </mc:AlternateContent>
    </p:spTree>
    <p:extLst>
      <p:ext uri="{BB962C8B-B14F-4D97-AF65-F5344CB8AC3E}">
        <p14:creationId xmlns:p14="http://schemas.microsoft.com/office/powerpoint/2010/main" val="3412420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计算机生成了可选文字:&#10;Heinz Prüfer (1930). ">
            <a:extLst>
              <a:ext uri="{FF2B5EF4-FFF2-40B4-BE49-F238E27FC236}">
                <a16:creationId xmlns:a16="http://schemas.microsoft.com/office/drawing/2014/main" id="{18FC13F1-AD41-4345-B878-B9780FC7A9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022" y="553466"/>
            <a:ext cx="3606839" cy="476425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35AAA97-ACFD-4B8B-9F6D-26A8B3E19430}"/>
                  </a:ext>
                </a:extLst>
              </p14:cNvPr>
              <p14:cNvContentPartPr/>
              <p14:nvPr/>
            </p14:nvContentPartPr>
            <p14:xfrm>
              <a:off x="4483440" y="237600"/>
              <a:ext cx="7401960" cy="6208200"/>
            </p14:xfrm>
          </p:contentPart>
        </mc:Choice>
        <mc:Fallback xmlns="">
          <p:pic>
            <p:nvPicPr>
              <p:cNvPr id="2" name="Ink 1">
                <a:extLst>
                  <a:ext uri="{FF2B5EF4-FFF2-40B4-BE49-F238E27FC236}">
                    <a16:creationId xmlns:a16="http://schemas.microsoft.com/office/drawing/2014/main" id="{A35AAA97-ACFD-4B8B-9F6D-26A8B3E19430}"/>
                  </a:ext>
                </a:extLst>
              </p:cNvPr>
              <p:cNvPicPr/>
              <p:nvPr/>
            </p:nvPicPr>
            <p:blipFill>
              <a:blip r:embed="rId4"/>
              <a:stretch>
                <a:fillRect/>
              </a:stretch>
            </p:blipFill>
            <p:spPr>
              <a:xfrm>
                <a:off x="4474080" y="228240"/>
                <a:ext cx="7420680" cy="6226920"/>
              </a:xfrm>
              <a:prstGeom prst="rect">
                <a:avLst/>
              </a:prstGeom>
            </p:spPr>
          </p:pic>
        </mc:Fallback>
      </mc:AlternateContent>
    </p:spTree>
    <p:extLst>
      <p:ext uri="{BB962C8B-B14F-4D97-AF65-F5344CB8AC3E}">
        <p14:creationId xmlns:p14="http://schemas.microsoft.com/office/powerpoint/2010/main" val="172099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9810B04D-637F-4CAD-B2EA-255DF491B035}"/>
                  </a:ext>
                </a:extLst>
              </p14:cNvPr>
              <p14:cNvContentPartPr/>
              <p14:nvPr/>
            </p14:nvContentPartPr>
            <p14:xfrm>
              <a:off x="649800" y="370080"/>
              <a:ext cx="11542680" cy="6375240"/>
            </p14:xfrm>
          </p:contentPart>
        </mc:Choice>
        <mc:Fallback xmlns="">
          <p:pic>
            <p:nvPicPr>
              <p:cNvPr id="2" name="Ink 1">
                <a:extLst>
                  <a:ext uri="{FF2B5EF4-FFF2-40B4-BE49-F238E27FC236}">
                    <a16:creationId xmlns:a16="http://schemas.microsoft.com/office/drawing/2014/main" id="{9810B04D-637F-4CAD-B2EA-255DF491B035}"/>
                  </a:ext>
                </a:extLst>
              </p:cNvPr>
              <p:cNvPicPr/>
              <p:nvPr/>
            </p:nvPicPr>
            <p:blipFill>
              <a:blip r:embed="rId3"/>
              <a:stretch>
                <a:fillRect/>
              </a:stretch>
            </p:blipFill>
            <p:spPr>
              <a:xfrm>
                <a:off x="640440" y="360720"/>
                <a:ext cx="11561400" cy="6393960"/>
              </a:xfrm>
              <a:prstGeom prst="rect">
                <a:avLst/>
              </a:prstGeom>
            </p:spPr>
          </p:pic>
        </mc:Fallback>
      </mc:AlternateContent>
    </p:spTree>
    <p:extLst>
      <p:ext uri="{BB962C8B-B14F-4D97-AF65-F5344CB8AC3E}">
        <p14:creationId xmlns:p14="http://schemas.microsoft.com/office/powerpoint/2010/main" val="3299516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7A02F-38CD-453B-A8B6-D60F7AE1B144}"/>
              </a:ext>
            </a:extLst>
          </p:cNvPr>
          <p:cNvSpPr>
            <a:spLocks noGrp="1"/>
          </p:cNvSpPr>
          <p:nvPr>
            <p:ph type="title"/>
          </p:nvPr>
        </p:nvSpPr>
        <p:spPr/>
        <p:txBody>
          <a:bodyPr/>
          <a:lstStyle/>
          <a:p>
            <a:r>
              <a:rPr lang="en-US" dirty="0"/>
              <a:t>non-</a:t>
            </a:r>
            <a:r>
              <a:rPr lang="en-US" dirty="0" err="1"/>
              <a:t>commuative</a:t>
            </a:r>
            <a:r>
              <a:rPr lang="en-US" dirty="0"/>
              <a:t> examples?  </a:t>
            </a:r>
            <a:endParaRPr lang="en-MY"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B8ECCF-F111-4FBC-94EB-7A27EFA854F7}"/>
                  </a:ext>
                </a:extLst>
              </p:cNvPr>
              <p:cNvSpPr>
                <a:spLocks noGrp="1"/>
              </p:cNvSpPr>
              <p:nvPr>
                <p:ph idx="1"/>
              </p:nvPr>
            </p:nvSpPr>
            <p:spPr/>
            <p:txBody>
              <a:bodyPr/>
              <a:lstStyle/>
              <a:p>
                <a14:m>
                  <m:oMath xmlns:m="http://schemas.openxmlformats.org/officeDocument/2006/math">
                    <m:sSub>
                      <m:sSubPr>
                        <m:ctrlPr>
                          <a:rPr lang="en-MY" b="0" i="1" smtClean="0">
                            <a:latin typeface="Cambria Math" panose="02040503050406030204" pitchFamily="18" charset="0"/>
                          </a:rPr>
                        </m:ctrlPr>
                      </m:sSubPr>
                      <m:e>
                        <m:r>
                          <a:rPr lang="en-MY" b="0" i="1" smtClean="0">
                            <a:latin typeface="Cambria Math" panose="02040503050406030204" pitchFamily="18" charset="0"/>
                          </a:rPr>
                          <m:t>𝑈</m:t>
                        </m:r>
                      </m:e>
                      <m:sub>
                        <m:r>
                          <a:rPr lang="en-MY" b="0" i="1" smtClean="0">
                            <a:latin typeface="Cambria Math" panose="02040503050406030204" pitchFamily="18" charset="0"/>
                          </a:rPr>
                          <m:t>𝑛</m:t>
                        </m:r>
                      </m:sub>
                    </m:sSub>
                    <m:d>
                      <m:dPr>
                        <m:ctrlPr>
                          <a:rPr lang="en-MY" b="0" i="1" smtClean="0">
                            <a:latin typeface="Cambria Math" panose="02040503050406030204" pitchFamily="18" charset="0"/>
                          </a:rPr>
                        </m:ctrlPr>
                      </m:dPr>
                      <m:e>
                        <m:sSub>
                          <m:sSubPr>
                            <m:ctrlPr>
                              <a:rPr lang="en-MY" b="0" i="1" smtClean="0">
                                <a:latin typeface="Cambria Math" panose="02040503050406030204" pitchFamily="18" charset="0"/>
                                <a:ea typeface="Cambria Math" panose="02040503050406030204" pitchFamily="18" charset="0"/>
                              </a:rPr>
                            </m:ctrlPr>
                          </m:sSubPr>
                          <m:e>
                            <m:r>
                              <a:rPr lang="en-MY" b="0" i="1" smtClean="0">
                                <a:latin typeface="Cambria Math" panose="02040503050406030204" pitchFamily="18" charset="0"/>
                                <a:ea typeface="Cambria Math" panose="02040503050406030204" pitchFamily="18" charset="0"/>
                              </a:rPr>
                              <m:t>𝔽</m:t>
                            </m:r>
                          </m:e>
                          <m:sub>
                            <m:r>
                              <a:rPr lang="en-MY" b="0" i="1" smtClean="0">
                                <a:latin typeface="Cambria Math" panose="02040503050406030204" pitchFamily="18" charset="0"/>
                                <a:ea typeface="Cambria Math" panose="02040503050406030204" pitchFamily="18" charset="0"/>
                              </a:rPr>
                              <m:t>𝑝</m:t>
                            </m:r>
                          </m:sub>
                        </m:sSub>
                      </m:e>
                    </m:d>
                  </m:oMath>
                </a14:m>
                <a:endParaRPr lang="en-MY" dirty="0"/>
              </a:p>
            </p:txBody>
          </p:sp>
        </mc:Choice>
        <mc:Fallback xmlns="">
          <p:sp>
            <p:nvSpPr>
              <p:cNvPr id="3" name="Content Placeholder 2">
                <a:extLst>
                  <a:ext uri="{FF2B5EF4-FFF2-40B4-BE49-F238E27FC236}">
                    <a16:creationId xmlns:a16="http://schemas.microsoft.com/office/drawing/2014/main" id="{A3B8ECCF-F111-4FBC-94EB-7A27EFA854F7}"/>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MY">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67030C1-BA8B-415F-BC12-320EC11FCBD1}"/>
                  </a:ext>
                </a:extLst>
              </p14:cNvPr>
              <p14:cNvContentPartPr/>
              <p14:nvPr/>
            </p14:nvContentPartPr>
            <p14:xfrm>
              <a:off x="691200" y="680040"/>
              <a:ext cx="10998720" cy="5945040"/>
            </p14:xfrm>
          </p:contentPart>
        </mc:Choice>
        <mc:Fallback xmlns="">
          <p:pic>
            <p:nvPicPr>
              <p:cNvPr id="4" name="Ink 3">
                <a:extLst>
                  <a:ext uri="{FF2B5EF4-FFF2-40B4-BE49-F238E27FC236}">
                    <a16:creationId xmlns:a16="http://schemas.microsoft.com/office/drawing/2014/main" id="{A67030C1-BA8B-415F-BC12-320EC11FCBD1}"/>
                  </a:ext>
                </a:extLst>
              </p:cNvPr>
              <p:cNvPicPr/>
              <p:nvPr/>
            </p:nvPicPr>
            <p:blipFill>
              <a:blip r:embed="rId4"/>
              <a:stretch>
                <a:fillRect/>
              </a:stretch>
            </p:blipFill>
            <p:spPr>
              <a:xfrm>
                <a:off x="681840" y="670680"/>
                <a:ext cx="11017440" cy="5963760"/>
              </a:xfrm>
              <a:prstGeom prst="rect">
                <a:avLst/>
              </a:prstGeom>
            </p:spPr>
          </p:pic>
        </mc:Fallback>
      </mc:AlternateContent>
    </p:spTree>
    <p:extLst>
      <p:ext uri="{BB962C8B-B14F-4D97-AF65-F5344CB8AC3E}">
        <p14:creationId xmlns:p14="http://schemas.microsoft.com/office/powerpoint/2010/main" val="2902331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D3286-7994-4F49-80D0-05FBBE92A0EE}"/>
              </a:ext>
            </a:extLst>
          </p:cNvPr>
          <p:cNvSpPr>
            <a:spLocks noGrp="1"/>
          </p:cNvSpPr>
          <p:nvPr>
            <p:ph type="title"/>
          </p:nvPr>
        </p:nvSpPr>
        <p:spPr/>
        <p:txBody>
          <a:bodyPr/>
          <a:lstStyle/>
          <a:p>
            <a:r>
              <a:rPr lang="en-MY" dirty="0"/>
              <a:t>Our Goal</a:t>
            </a:r>
          </a:p>
        </p:txBody>
      </p:sp>
      <p:pic>
        <p:nvPicPr>
          <p:cNvPr id="3073" name="Picture 1" descr="计算机生成了可选文字:&#10;36.8 Theorem &#10;(First Sylow Theorem) Let G be a finite group and let IGI = pnm where n 1 and &#10;where p does not divide m. Then &#10;1. G contains a subgroup of order pl for each i where 1 i S n, &#10;2. Every subgroup H of G of order p' is a normal subgroup of a subgroup of &#10;order PI +1 forl S i &lt; n. ">
            <a:extLst>
              <a:ext uri="{FF2B5EF4-FFF2-40B4-BE49-F238E27FC236}">
                <a16:creationId xmlns:a16="http://schemas.microsoft.com/office/drawing/2014/main" id="{90413705-F0AE-4345-9384-8463465D139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623485"/>
            <a:ext cx="8863981" cy="152506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C24D3FF5-EECC-425C-9FEB-9878BE659418}"/>
                  </a:ext>
                </a:extLst>
              </p14:cNvPr>
              <p14:cNvContentPartPr/>
              <p14:nvPr/>
            </p14:nvContentPartPr>
            <p14:xfrm>
              <a:off x="1264680" y="443520"/>
              <a:ext cx="9753480" cy="5432400"/>
            </p14:xfrm>
          </p:contentPart>
        </mc:Choice>
        <mc:Fallback xmlns="">
          <p:pic>
            <p:nvPicPr>
              <p:cNvPr id="3" name="Ink 2">
                <a:extLst>
                  <a:ext uri="{FF2B5EF4-FFF2-40B4-BE49-F238E27FC236}">
                    <a16:creationId xmlns:a16="http://schemas.microsoft.com/office/drawing/2014/main" id="{C24D3FF5-EECC-425C-9FEB-9878BE659418}"/>
                  </a:ext>
                </a:extLst>
              </p:cNvPr>
              <p:cNvPicPr/>
              <p:nvPr/>
            </p:nvPicPr>
            <p:blipFill>
              <a:blip r:embed="rId4"/>
              <a:stretch>
                <a:fillRect/>
              </a:stretch>
            </p:blipFill>
            <p:spPr>
              <a:xfrm>
                <a:off x="1255320" y="434160"/>
                <a:ext cx="9772200" cy="5451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6138C7A5-60E5-452B-92C1-92EDB00A89BF}"/>
                  </a:ext>
                </a:extLst>
              </p14:cNvPr>
              <p14:cNvContentPartPr/>
              <p14:nvPr/>
            </p14:nvContentPartPr>
            <p14:xfrm>
              <a:off x="7505640" y="3422160"/>
              <a:ext cx="1823400" cy="396720"/>
            </p14:xfrm>
          </p:contentPart>
        </mc:Choice>
        <mc:Fallback xmlns="">
          <p:pic>
            <p:nvPicPr>
              <p:cNvPr id="4" name="Ink 3">
                <a:extLst>
                  <a:ext uri="{FF2B5EF4-FFF2-40B4-BE49-F238E27FC236}">
                    <a16:creationId xmlns:a16="http://schemas.microsoft.com/office/drawing/2014/main" id="{6138C7A5-60E5-452B-92C1-92EDB00A89BF}"/>
                  </a:ext>
                </a:extLst>
              </p:cNvPr>
              <p:cNvPicPr/>
              <p:nvPr/>
            </p:nvPicPr>
            <p:blipFill>
              <a:blip r:embed="rId6"/>
              <a:stretch>
                <a:fillRect/>
              </a:stretch>
            </p:blipFill>
            <p:spPr>
              <a:xfrm>
                <a:off x="7496280" y="3412800"/>
                <a:ext cx="1842120" cy="415440"/>
              </a:xfrm>
              <a:prstGeom prst="rect">
                <a:avLst/>
              </a:prstGeom>
            </p:spPr>
          </p:pic>
        </mc:Fallback>
      </mc:AlternateContent>
    </p:spTree>
    <p:extLst>
      <p:ext uri="{BB962C8B-B14F-4D97-AF65-F5344CB8AC3E}">
        <p14:creationId xmlns:p14="http://schemas.microsoft.com/office/powerpoint/2010/main" val="652656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Picture 1" descr="Peter Ludvig Meidell Sylow &#10;Born &#10;Died &#10;Nationality &#10;Alma mater &#10;Known for &#10;12 December 1832 &#10;Christiania, Norway &#10;7 September 1918 (aged 85) &#10;Christiania, Norway &#10;Norwegian &#10;University of Christiania &#10;Sylow theorems ">
            <a:extLst>
              <a:ext uri="{FF2B5EF4-FFF2-40B4-BE49-F238E27FC236}">
                <a16:creationId xmlns:a16="http://schemas.microsoft.com/office/drawing/2014/main" id="{EE8C8831-1A0A-4732-BB76-E8B8F7F65A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517" y="310719"/>
            <a:ext cx="3981450" cy="5476875"/>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MARCH 20, 1919] &#10;NATURE &#10;49 ">
            <a:extLst>
              <a:ext uri="{FF2B5EF4-FFF2-40B4-BE49-F238E27FC236}">
                <a16:creationId xmlns:a16="http://schemas.microsoft.com/office/drawing/2014/main" id="{7E8EEA40-8F41-4F23-B738-F18CBEE89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056" y="152047"/>
            <a:ext cx="4935984" cy="317344"/>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LUDVIG SYLOW. &#10;T &#10;HE death of Ludvig Sylow (September 7, &#10;1918), at the age of eighty-five, has removed &#10;an eminent mathematician, whose career was in &#10;many ways remarkable. Sylow's seventh pub- &#10;lished paper Théorémes sur les groupes'de sub- &#10;stitutions occupies less than ten pages in vol. v. &#10;of the Mathematische Annalen (1872); this con- &#10;tains the proof of his justly celebrated theorem &#10;about groups, which has perhaps done more than &#10;any other single proposition to advance our know- &#10;ledge of groups in general. In spite of this great &#10;achievement, Sylow had to earn his living as a &#10;secondary-school teacher until he had served a &#10;term of forty years. Recognition came at last; he &#10;was made professor at Christiania at the age of &#10;sixty-five, and filled the chair successfully for &#10;twenty years. ">
            <a:extLst>
              <a:ext uri="{FF2B5EF4-FFF2-40B4-BE49-F238E27FC236}">
                <a16:creationId xmlns:a16="http://schemas.microsoft.com/office/drawing/2014/main" id="{CF5036FB-FE33-4F5F-B2CE-0544CC0F55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9512" y="883328"/>
            <a:ext cx="6045564" cy="4762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131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96EEBE-A719-4604-A948-9F84BE73010C}"/>
              </a:ext>
            </a:extLst>
          </p:cNvPr>
          <p:cNvSpPr/>
          <p:nvPr/>
        </p:nvSpPr>
        <p:spPr>
          <a:xfrm>
            <a:off x="1232516" y="840160"/>
            <a:ext cx="9726967" cy="4524315"/>
          </a:xfrm>
          <a:prstGeom prst="rect">
            <a:avLst/>
          </a:prstGeom>
        </p:spPr>
        <p:txBody>
          <a:bodyPr wrap="square">
            <a:spAutoFit/>
          </a:bodyPr>
          <a:lstStyle/>
          <a:p>
            <a:r>
              <a:rPr lang="en-US" sz="2400" dirty="0">
                <a:latin typeface="Calibri" panose="020F0502020204030204" pitchFamily="34" charset="0"/>
              </a:rPr>
              <a:t>Sylow was a high school teacher at Hartvig Nissen School, later before becoming a headmaster in Halden from 1858 to 1898. </a:t>
            </a:r>
          </a:p>
          <a:p>
            <a:r>
              <a:rPr lang="en-US" sz="2400" dirty="0">
                <a:latin typeface="Calibri" panose="020F0502020204030204" pitchFamily="34" charset="0"/>
              </a:rPr>
              <a:t>He was a substitute lecturer at University of Christiania in 1862, covering Galois theory. </a:t>
            </a:r>
          </a:p>
          <a:p>
            <a:r>
              <a:rPr lang="en-US" sz="2400" dirty="0">
                <a:latin typeface="Calibri" panose="020F0502020204030204" pitchFamily="34" charset="0"/>
              </a:rPr>
              <a:t>It was then that he posed the question that led to his theorems regarding Sylow subgroups. </a:t>
            </a:r>
          </a:p>
          <a:p>
            <a:r>
              <a:rPr lang="en-US" sz="2400" dirty="0">
                <a:latin typeface="Calibri" panose="020F0502020204030204" pitchFamily="34" charset="0"/>
              </a:rPr>
              <a:t> </a:t>
            </a:r>
          </a:p>
          <a:p>
            <a:r>
              <a:rPr lang="en-US" sz="2400" dirty="0">
                <a:latin typeface="Calibri" panose="020F0502020204030204" pitchFamily="34" charset="0"/>
              </a:rPr>
              <a:t>Sylow published the Sylow theorems in 1872, and subsequently devoted eight years of his life, with Sophus Lie, to the project of editing the mathematical works of his countryman, Niels Henrik Abel. </a:t>
            </a:r>
          </a:p>
          <a:p>
            <a:r>
              <a:rPr lang="en-US" sz="2400" dirty="0">
                <a:latin typeface="Calibri" panose="020F0502020204030204" pitchFamily="34" charset="0"/>
              </a:rPr>
              <a:t> </a:t>
            </a:r>
          </a:p>
          <a:p>
            <a:r>
              <a:rPr lang="en-US" sz="2400" dirty="0">
                <a:latin typeface="Calibri" panose="020F0502020204030204" pitchFamily="34" charset="0"/>
              </a:rPr>
              <a:t>In 1898, he was appointed professor at the University of Christiania.</a:t>
            </a:r>
          </a:p>
        </p:txBody>
      </p:sp>
    </p:spTree>
    <p:extLst>
      <p:ext uri="{BB962C8B-B14F-4D97-AF65-F5344CB8AC3E}">
        <p14:creationId xmlns:p14="http://schemas.microsoft.com/office/powerpoint/2010/main" val="3114223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Picture 1" descr="363 Theorem (Cauchy's Theorem) Let p be a prime. Let G be a finite group and let p divide IGI. &#10;Then G has an element of order p and, consequently, a subgroup of order p. ">
            <a:extLst>
              <a:ext uri="{FF2B5EF4-FFF2-40B4-BE49-F238E27FC236}">
                <a16:creationId xmlns:a16="http://schemas.microsoft.com/office/drawing/2014/main" id="{97288E97-6A14-4247-ADA6-56C6F18269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429" y="358223"/>
            <a:ext cx="11942469" cy="10355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8ECCAC8-26F3-49F4-8B56-AF18B8BB10E1}"/>
              </a:ext>
            </a:extLst>
          </p:cNvPr>
          <p:cNvPicPr>
            <a:picLocks noChangeAspect="1"/>
          </p:cNvPicPr>
          <p:nvPr/>
        </p:nvPicPr>
        <p:blipFill>
          <a:blip r:embed="rId3"/>
          <a:stretch>
            <a:fillRect/>
          </a:stretch>
        </p:blipFill>
        <p:spPr>
          <a:xfrm>
            <a:off x="8069812" y="1461934"/>
            <a:ext cx="3178196" cy="5067934"/>
          </a:xfrm>
          <a:prstGeom prst="rect">
            <a:avLst/>
          </a:prstGeom>
        </p:spPr>
      </p:pic>
      <p:sp>
        <p:nvSpPr>
          <p:cNvPr id="8" name="Rectangle 2">
            <a:extLst>
              <a:ext uri="{FF2B5EF4-FFF2-40B4-BE49-F238E27FC236}">
                <a16:creationId xmlns:a16="http://schemas.microsoft.com/office/drawing/2014/main" id="{92D3F374-E4E4-4030-A464-63F00EA6E4D4}"/>
              </a:ext>
            </a:extLst>
          </p:cNvPr>
          <p:cNvSpPr>
            <a:spLocks noChangeArrowheads="1"/>
          </p:cNvSpPr>
          <p:nvPr/>
        </p:nvSpPr>
        <p:spPr bwMode="auto">
          <a:xfrm>
            <a:off x="838657" y="3826230"/>
            <a:ext cx="4667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The proof is due to James McKay </a:t>
            </a:r>
            <a:endParaRPr kumimoji="0" lang="en-US" alt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5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p:txBody>
      </p:sp>
      <p:pic>
        <p:nvPicPr>
          <p:cNvPr id="5123" name="Picture 3" descr="ANOTHER PROOF OF CAUCHY'S GROUP THEOREMI &#10;JAMEs H. MCKAY, Seattle University ">
            <a:extLst>
              <a:ext uri="{FF2B5EF4-FFF2-40B4-BE49-F238E27FC236}">
                <a16:creationId xmlns:a16="http://schemas.microsoft.com/office/drawing/2014/main" id="{4CC6F088-365A-4F3B-ABD1-B8B7BEC70A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3992" y="3859567"/>
            <a:ext cx="5791200" cy="84772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A9236F27-76A6-4E73-92EB-006ECE57E74D}"/>
                  </a:ext>
                </a:extLst>
              </p14:cNvPr>
              <p14:cNvContentPartPr/>
              <p14:nvPr/>
            </p14:nvContentPartPr>
            <p14:xfrm>
              <a:off x="605160" y="1523520"/>
              <a:ext cx="6684120" cy="641520"/>
            </p14:xfrm>
          </p:contentPart>
        </mc:Choice>
        <mc:Fallback xmlns="">
          <p:pic>
            <p:nvPicPr>
              <p:cNvPr id="2" name="Ink 1">
                <a:extLst>
                  <a:ext uri="{FF2B5EF4-FFF2-40B4-BE49-F238E27FC236}">
                    <a16:creationId xmlns:a16="http://schemas.microsoft.com/office/drawing/2014/main" id="{A9236F27-76A6-4E73-92EB-006ECE57E74D}"/>
                  </a:ext>
                </a:extLst>
              </p:cNvPr>
              <p:cNvPicPr/>
              <p:nvPr/>
            </p:nvPicPr>
            <p:blipFill>
              <a:blip r:embed="rId6"/>
              <a:stretch>
                <a:fillRect/>
              </a:stretch>
            </p:blipFill>
            <p:spPr>
              <a:xfrm>
                <a:off x="595800" y="1514160"/>
                <a:ext cx="6702840" cy="660240"/>
              </a:xfrm>
              <a:prstGeom prst="rect">
                <a:avLst/>
              </a:prstGeom>
            </p:spPr>
          </p:pic>
        </mc:Fallback>
      </mc:AlternateContent>
    </p:spTree>
    <p:extLst>
      <p:ext uri="{BB962C8B-B14F-4D97-AF65-F5344CB8AC3E}">
        <p14:creationId xmlns:p14="http://schemas.microsoft.com/office/powerpoint/2010/main" val="3449851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8248184-E16F-4F83-9EDA-2B5941B7A126}"/>
                  </a:ext>
                </a:extLst>
              </p:cNvPr>
              <p:cNvSpPr>
                <a:spLocks noGrp="1"/>
              </p:cNvSpPr>
              <p:nvPr>
                <p:ph type="title"/>
              </p:nvPr>
            </p:nvSpPr>
            <p:spPr/>
            <p:txBody>
              <a:bodyPr/>
              <a:lstStyle/>
              <a:p>
                <a:r>
                  <a:rPr lang="en-MY" dirty="0"/>
                  <a:t>Counting and </a:t>
                </a:r>
                <a14:m>
                  <m:oMath xmlns:m="http://schemas.openxmlformats.org/officeDocument/2006/math">
                    <m:r>
                      <a:rPr lang="en-MY" b="0" i="1" smtClean="0">
                        <a:latin typeface="Cambria Math" panose="02040503050406030204" pitchFamily="18" charset="0"/>
                      </a:rPr>
                      <m:t>𝑝</m:t>
                    </m:r>
                  </m:oMath>
                </a14:m>
                <a:r>
                  <a:rPr lang="en-MY" dirty="0"/>
                  <a:t>-group</a:t>
                </a:r>
              </a:p>
            </p:txBody>
          </p:sp>
        </mc:Choice>
        <mc:Fallback xmlns="">
          <p:sp>
            <p:nvSpPr>
              <p:cNvPr id="2" name="Title 1">
                <a:extLst>
                  <a:ext uri="{FF2B5EF4-FFF2-40B4-BE49-F238E27FC236}">
                    <a16:creationId xmlns:a16="http://schemas.microsoft.com/office/drawing/2014/main" id="{E8248184-E16F-4F83-9EDA-2B5941B7A12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MY">
                    <a:noFill/>
                  </a:rPr>
                  <a:t> </a:t>
                </a:r>
              </a:p>
            </p:txBody>
          </p:sp>
        </mc:Fallback>
      </mc:AlternateContent>
      <p:pic>
        <p:nvPicPr>
          <p:cNvPr id="6145" name="Picture 1" descr="计算机生成了可选文字:&#10;36.1 Theorem Let G be a group of order pn and let X be a finite G-set. Then IXI &#10;I X Gl (mod p). ">
            <a:extLst>
              <a:ext uri="{FF2B5EF4-FFF2-40B4-BE49-F238E27FC236}">
                <a16:creationId xmlns:a16="http://schemas.microsoft.com/office/drawing/2014/main" id="{9AFCCE2E-1FA7-4649-A245-671DF7E910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925" y="1849782"/>
            <a:ext cx="11184150" cy="6803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AA06217-4705-4625-ADDB-6C45F424CC84}"/>
                  </a:ext>
                </a:extLst>
              </p14:cNvPr>
              <p14:cNvContentPartPr/>
              <p14:nvPr/>
            </p14:nvContentPartPr>
            <p14:xfrm>
              <a:off x="1022400" y="1350720"/>
              <a:ext cx="10789560" cy="4894920"/>
            </p14:xfrm>
          </p:contentPart>
        </mc:Choice>
        <mc:Fallback xmlns="">
          <p:pic>
            <p:nvPicPr>
              <p:cNvPr id="3" name="Ink 2">
                <a:extLst>
                  <a:ext uri="{FF2B5EF4-FFF2-40B4-BE49-F238E27FC236}">
                    <a16:creationId xmlns:a16="http://schemas.microsoft.com/office/drawing/2014/main" id="{6AA06217-4705-4625-ADDB-6C45F424CC84}"/>
                  </a:ext>
                </a:extLst>
              </p:cNvPr>
              <p:cNvPicPr/>
              <p:nvPr/>
            </p:nvPicPr>
            <p:blipFill>
              <a:blip r:embed="rId5"/>
              <a:stretch>
                <a:fillRect/>
              </a:stretch>
            </p:blipFill>
            <p:spPr>
              <a:xfrm>
                <a:off x="1013040" y="1341360"/>
                <a:ext cx="10808280" cy="4913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7867CE14-5892-42FB-895D-3DD0DAC0A66B}"/>
                  </a:ext>
                </a:extLst>
              </p14:cNvPr>
              <p14:cNvContentPartPr/>
              <p14:nvPr/>
            </p14:nvContentPartPr>
            <p14:xfrm>
              <a:off x="6662520" y="3824640"/>
              <a:ext cx="2470320" cy="2080440"/>
            </p14:xfrm>
          </p:contentPart>
        </mc:Choice>
        <mc:Fallback xmlns="">
          <p:pic>
            <p:nvPicPr>
              <p:cNvPr id="4" name="Ink 3">
                <a:extLst>
                  <a:ext uri="{FF2B5EF4-FFF2-40B4-BE49-F238E27FC236}">
                    <a16:creationId xmlns:a16="http://schemas.microsoft.com/office/drawing/2014/main" id="{7867CE14-5892-42FB-895D-3DD0DAC0A66B}"/>
                  </a:ext>
                </a:extLst>
              </p:cNvPr>
              <p:cNvPicPr/>
              <p:nvPr/>
            </p:nvPicPr>
            <p:blipFill>
              <a:blip r:embed="rId7"/>
              <a:stretch>
                <a:fillRect/>
              </a:stretch>
            </p:blipFill>
            <p:spPr>
              <a:xfrm>
                <a:off x="6653160" y="3815280"/>
                <a:ext cx="2489040" cy="2099160"/>
              </a:xfrm>
              <a:prstGeom prst="rect">
                <a:avLst/>
              </a:prstGeom>
            </p:spPr>
          </p:pic>
        </mc:Fallback>
      </mc:AlternateContent>
    </p:spTree>
    <p:extLst>
      <p:ext uri="{BB962C8B-B14F-4D97-AF65-F5344CB8AC3E}">
        <p14:creationId xmlns:p14="http://schemas.microsoft.com/office/powerpoint/2010/main" val="1713987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6C18063-5E42-4FFF-8C8D-A0EA7667D555}"/>
                  </a:ext>
                </a:extLst>
              </p14:cNvPr>
              <p14:cNvContentPartPr/>
              <p14:nvPr/>
            </p14:nvContentPartPr>
            <p14:xfrm>
              <a:off x="378360" y="135720"/>
              <a:ext cx="11814120" cy="6687000"/>
            </p14:xfrm>
          </p:contentPart>
        </mc:Choice>
        <mc:Fallback xmlns="">
          <p:pic>
            <p:nvPicPr>
              <p:cNvPr id="2" name="Ink 1">
                <a:extLst>
                  <a:ext uri="{FF2B5EF4-FFF2-40B4-BE49-F238E27FC236}">
                    <a16:creationId xmlns:a16="http://schemas.microsoft.com/office/drawing/2014/main" id="{D6C18063-5E42-4FFF-8C8D-A0EA7667D555}"/>
                  </a:ext>
                </a:extLst>
              </p:cNvPr>
              <p:cNvPicPr/>
              <p:nvPr/>
            </p:nvPicPr>
            <p:blipFill>
              <a:blip r:embed="rId3"/>
              <a:stretch>
                <a:fillRect/>
              </a:stretch>
            </p:blipFill>
            <p:spPr>
              <a:xfrm>
                <a:off x="369000" y="126360"/>
                <a:ext cx="11832840" cy="6705720"/>
              </a:xfrm>
              <a:prstGeom prst="rect">
                <a:avLst/>
              </a:prstGeom>
            </p:spPr>
          </p:pic>
        </mc:Fallback>
      </mc:AlternateContent>
    </p:spTree>
    <p:extLst>
      <p:ext uri="{BB962C8B-B14F-4D97-AF65-F5344CB8AC3E}">
        <p14:creationId xmlns:p14="http://schemas.microsoft.com/office/powerpoint/2010/main" val="1429230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CAFA2E8-68E1-4D94-90A1-052F9F82C6E2}"/>
                  </a:ext>
                </a:extLst>
              </p14:cNvPr>
              <p14:cNvContentPartPr/>
              <p14:nvPr/>
            </p14:nvContentPartPr>
            <p14:xfrm>
              <a:off x="554760" y="172440"/>
              <a:ext cx="11242800" cy="5684400"/>
            </p14:xfrm>
          </p:contentPart>
        </mc:Choice>
        <mc:Fallback xmlns="">
          <p:pic>
            <p:nvPicPr>
              <p:cNvPr id="2" name="Ink 1">
                <a:extLst>
                  <a:ext uri="{FF2B5EF4-FFF2-40B4-BE49-F238E27FC236}">
                    <a16:creationId xmlns:a16="http://schemas.microsoft.com/office/drawing/2014/main" id="{2CAFA2E8-68E1-4D94-90A1-052F9F82C6E2}"/>
                  </a:ext>
                </a:extLst>
              </p:cNvPr>
              <p:cNvPicPr/>
              <p:nvPr/>
            </p:nvPicPr>
            <p:blipFill>
              <a:blip r:embed="rId3"/>
              <a:stretch>
                <a:fillRect/>
              </a:stretch>
            </p:blipFill>
            <p:spPr>
              <a:xfrm>
                <a:off x="545400" y="163080"/>
                <a:ext cx="11261520" cy="5703120"/>
              </a:xfrm>
              <a:prstGeom prst="rect">
                <a:avLst/>
              </a:prstGeom>
            </p:spPr>
          </p:pic>
        </mc:Fallback>
      </mc:AlternateContent>
    </p:spTree>
    <p:extLst>
      <p:ext uri="{BB962C8B-B14F-4D97-AF65-F5344CB8AC3E}">
        <p14:creationId xmlns:p14="http://schemas.microsoft.com/office/powerpoint/2010/main" val="3667085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A01C5C5-CA9F-4B50-92FD-055F31057B41}"/>
                  </a:ext>
                </a:extLst>
              </p14:cNvPr>
              <p14:cNvContentPartPr/>
              <p14:nvPr/>
            </p14:nvContentPartPr>
            <p14:xfrm>
              <a:off x="1448640" y="166680"/>
              <a:ext cx="10313280" cy="5712840"/>
            </p14:xfrm>
          </p:contentPart>
        </mc:Choice>
        <mc:Fallback xmlns="">
          <p:pic>
            <p:nvPicPr>
              <p:cNvPr id="2" name="Ink 1">
                <a:extLst>
                  <a:ext uri="{FF2B5EF4-FFF2-40B4-BE49-F238E27FC236}">
                    <a16:creationId xmlns:a16="http://schemas.microsoft.com/office/drawing/2014/main" id="{AA01C5C5-CA9F-4B50-92FD-055F31057B41}"/>
                  </a:ext>
                </a:extLst>
              </p:cNvPr>
              <p:cNvPicPr/>
              <p:nvPr/>
            </p:nvPicPr>
            <p:blipFill>
              <a:blip r:embed="rId3"/>
              <a:stretch>
                <a:fillRect/>
              </a:stretch>
            </p:blipFill>
            <p:spPr>
              <a:xfrm>
                <a:off x="1439280" y="157320"/>
                <a:ext cx="10332000" cy="5731560"/>
              </a:xfrm>
              <a:prstGeom prst="rect">
                <a:avLst/>
              </a:prstGeom>
            </p:spPr>
          </p:pic>
        </mc:Fallback>
      </mc:AlternateContent>
    </p:spTree>
    <p:extLst>
      <p:ext uri="{BB962C8B-B14F-4D97-AF65-F5344CB8AC3E}">
        <p14:creationId xmlns:p14="http://schemas.microsoft.com/office/powerpoint/2010/main" val="3722664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6316-2471-419E-A42A-8E4EB344CAA3}"/>
              </a:ext>
            </a:extLst>
          </p:cNvPr>
          <p:cNvSpPr>
            <a:spLocks noGrp="1"/>
          </p:cNvSpPr>
          <p:nvPr>
            <p:ph type="title"/>
          </p:nvPr>
        </p:nvSpPr>
        <p:spPr/>
        <p:txBody>
          <a:bodyPr/>
          <a:lstStyle/>
          <a:p>
            <a:r>
              <a:rPr lang="en-MY" dirty="0"/>
              <a:t>Proof of Cauchy’s theorem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18525D-E502-4CCB-82C3-9771B7D39FB5}"/>
                  </a:ext>
                </a:extLst>
              </p:cNvPr>
              <p:cNvSpPr>
                <a:spLocks noGrp="1"/>
              </p:cNvSpPr>
              <p:nvPr>
                <p:ph idx="1"/>
              </p:nvPr>
            </p:nvSpPr>
            <p:spPr/>
            <p:txBody>
              <a:bodyPr/>
              <a:lstStyle/>
              <a:p>
                <a:pPr marL="0" indent="0">
                  <a:buNone/>
                </a:pPr>
                <a:r>
                  <a:rPr lang="en-MY" dirty="0"/>
                  <a:t>Consider the </a:t>
                </a:r>
                <a14:m>
                  <m:oMath xmlns:m="http://schemas.openxmlformats.org/officeDocument/2006/math">
                    <m:r>
                      <a:rPr lang="en-MY" b="0" i="1" smtClean="0">
                        <a:latin typeface="Cambria Math" panose="02040503050406030204" pitchFamily="18" charset="0"/>
                      </a:rPr>
                      <m:t>𝐻</m:t>
                    </m:r>
                    <m:r>
                      <a:rPr lang="en-MY" b="0" i="1" smtClean="0">
                        <a:latin typeface="Cambria Math" panose="02040503050406030204" pitchFamily="18" charset="0"/>
                      </a:rPr>
                      <m:t>≔</m:t>
                    </m:r>
                    <m:sSub>
                      <m:sSubPr>
                        <m:ctrlPr>
                          <a:rPr lang="en-MY" b="0" i="1" smtClean="0">
                            <a:latin typeface="Cambria Math" panose="02040503050406030204" pitchFamily="18" charset="0"/>
                          </a:rPr>
                        </m:ctrlPr>
                      </m:sSubPr>
                      <m:e>
                        <m:r>
                          <a:rPr lang="en-MY" b="0" i="1" smtClean="0">
                            <a:latin typeface="Cambria Math" panose="02040503050406030204" pitchFamily="18" charset="0"/>
                          </a:rPr>
                          <m:t>ℤ</m:t>
                        </m:r>
                      </m:e>
                      <m:sub>
                        <m:r>
                          <a:rPr lang="en-MY" b="0" i="1" smtClean="0">
                            <a:latin typeface="Cambria Math" panose="02040503050406030204" pitchFamily="18" charset="0"/>
                          </a:rPr>
                          <m:t>𝑝</m:t>
                        </m:r>
                      </m:sub>
                    </m:sSub>
                  </m:oMath>
                </a14:m>
                <a:r>
                  <a:rPr lang="en-MY" dirty="0"/>
                  <a:t> action on the set </a:t>
                </a:r>
              </a:p>
              <a:p>
                <a:pPr marL="0" indent="0">
                  <a:buNone/>
                </a:pPr>
                <a14:m>
                  <m:oMathPara xmlns:m="http://schemas.openxmlformats.org/officeDocument/2006/math">
                    <m:oMathParaPr>
                      <m:jc m:val="centerGroup"/>
                    </m:oMathParaPr>
                    <m:oMath xmlns:m="http://schemas.openxmlformats.org/officeDocument/2006/math">
                      <m:r>
                        <a:rPr lang="en-MY" b="0" i="1" smtClean="0">
                          <a:latin typeface="Cambria Math" panose="02040503050406030204" pitchFamily="18" charset="0"/>
                        </a:rPr>
                        <m:t>𝑋</m:t>
                      </m:r>
                      <m:r>
                        <a:rPr lang="en-MY" b="0" i="1" smtClean="0">
                          <a:latin typeface="Cambria Math" panose="02040503050406030204" pitchFamily="18" charset="0"/>
                        </a:rPr>
                        <m:t>≔</m:t>
                      </m:r>
                      <m:d>
                        <m:dPr>
                          <m:begChr m:val="{"/>
                          <m:endChr m:val="|"/>
                          <m:ctrlPr>
                            <a:rPr lang="en-MY" b="0" i="1" smtClean="0">
                              <a:latin typeface="Cambria Math" panose="02040503050406030204" pitchFamily="18" charset="0"/>
                            </a:rPr>
                          </m:ctrlPr>
                        </m:dPr>
                        <m:e>
                          <m:d>
                            <m:dPr>
                              <m:ctrlPr>
                                <a:rPr lang="en-MY" b="0" i="1" smtClean="0">
                                  <a:latin typeface="Cambria Math" panose="02040503050406030204" pitchFamily="18" charset="0"/>
                                </a:rPr>
                              </m:ctrlPr>
                            </m:dPr>
                            <m:e>
                              <m:sSub>
                                <m:sSubPr>
                                  <m:ctrlPr>
                                    <a:rPr lang="en-MY" b="0" i="1" smtClean="0">
                                      <a:latin typeface="Cambria Math" panose="02040503050406030204" pitchFamily="18" charset="0"/>
                                    </a:rPr>
                                  </m:ctrlPr>
                                </m:sSubPr>
                                <m:e>
                                  <m:r>
                                    <a:rPr lang="en-MY" b="0" i="1" smtClean="0">
                                      <a:latin typeface="Cambria Math" panose="02040503050406030204" pitchFamily="18" charset="0"/>
                                    </a:rPr>
                                    <m:t>𝑔</m:t>
                                  </m:r>
                                </m:e>
                                <m:sub>
                                  <m:r>
                                    <a:rPr lang="en-MY" b="0" i="1" smtClean="0">
                                      <a:latin typeface="Cambria Math" panose="02040503050406030204" pitchFamily="18" charset="0"/>
                                    </a:rPr>
                                    <m:t>1</m:t>
                                  </m:r>
                                </m:sub>
                              </m:sSub>
                              <m:r>
                                <a:rPr lang="en-MY" b="0" i="1" smtClean="0">
                                  <a:latin typeface="Cambria Math" panose="02040503050406030204" pitchFamily="18" charset="0"/>
                                </a:rPr>
                                <m:t>,</m:t>
                              </m:r>
                              <m:sSub>
                                <m:sSubPr>
                                  <m:ctrlPr>
                                    <a:rPr lang="en-MY" b="0" i="1" smtClean="0">
                                      <a:latin typeface="Cambria Math" panose="02040503050406030204" pitchFamily="18" charset="0"/>
                                    </a:rPr>
                                  </m:ctrlPr>
                                </m:sSubPr>
                                <m:e>
                                  <m:r>
                                    <a:rPr lang="en-MY" b="0" i="1" smtClean="0">
                                      <a:latin typeface="Cambria Math" panose="02040503050406030204" pitchFamily="18" charset="0"/>
                                    </a:rPr>
                                    <m:t>𝑔</m:t>
                                  </m:r>
                                </m:e>
                                <m:sub>
                                  <m:r>
                                    <a:rPr lang="en-MY" b="0" i="1" smtClean="0">
                                      <a:latin typeface="Cambria Math" panose="02040503050406030204" pitchFamily="18" charset="0"/>
                                    </a:rPr>
                                    <m:t>2</m:t>
                                  </m:r>
                                </m:sub>
                              </m:sSub>
                              <m:r>
                                <a:rPr lang="en-MY" b="0" i="1" smtClean="0">
                                  <a:latin typeface="Cambria Math" panose="02040503050406030204" pitchFamily="18" charset="0"/>
                                </a:rPr>
                                <m:t>, ⋯, </m:t>
                              </m:r>
                              <m:sSub>
                                <m:sSubPr>
                                  <m:ctrlPr>
                                    <a:rPr lang="en-MY" b="0" i="1" smtClean="0">
                                      <a:latin typeface="Cambria Math" panose="02040503050406030204" pitchFamily="18" charset="0"/>
                                    </a:rPr>
                                  </m:ctrlPr>
                                </m:sSubPr>
                                <m:e>
                                  <m:r>
                                    <a:rPr lang="en-MY" b="0" i="1" smtClean="0">
                                      <a:latin typeface="Cambria Math" panose="02040503050406030204" pitchFamily="18" charset="0"/>
                                    </a:rPr>
                                    <m:t>𝑔</m:t>
                                  </m:r>
                                </m:e>
                                <m:sub>
                                  <m:r>
                                    <a:rPr lang="en-MY" b="0" i="1" smtClean="0">
                                      <a:latin typeface="Cambria Math" panose="02040503050406030204" pitchFamily="18" charset="0"/>
                                    </a:rPr>
                                    <m:t>𝑝</m:t>
                                  </m:r>
                                </m:sub>
                              </m:sSub>
                            </m:e>
                          </m:d>
                        </m:e>
                      </m:d>
                      <m:sSub>
                        <m:sSubPr>
                          <m:ctrlPr>
                            <a:rPr lang="en-MY" b="0" i="1" smtClean="0">
                              <a:latin typeface="Cambria Math" panose="02040503050406030204" pitchFamily="18" charset="0"/>
                            </a:rPr>
                          </m:ctrlPr>
                        </m:sSubPr>
                        <m:e>
                          <m:r>
                            <a:rPr lang="en-MY" b="0" i="1" smtClean="0">
                              <a:latin typeface="Cambria Math" panose="02040503050406030204" pitchFamily="18" charset="0"/>
                            </a:rPr>
                            <m:t>𝑔</m:t>
                          </m:r>
                        </m:e>
                        <m:sub>
                          <m:r>
                            <a:rPr lang="en-MY" b="0" i="1" smtClean="0">
                              <a:latin typeface="Cambria Math" panose="02040503050406030204" pitchFamily="18" charset="0"/>
                            </a:rPr>
                            <m:t>1</m:t>
                          </m:r>
                        </m:sub>
                      </m:sSub>
                      <m:sSub>
                        <m:sSubPr>
                          <m:ctrlPr>
                            <a:rPr lang="en-MY" b="0" i="1" smtClean="0">
                              <a:latin typeface="Cambria Math" panose="02040503050406030204" pitchFamily="18" charset="0"/>
                            </a:rPr>
                          </m:ctrlPr>
                        </m:sSubPr>
                        <m:e>
                          <m:r>
                            <a:rPr lang="en-MY" b="0" i="1" smtClean="0">
                              <a:latin typeface="Cambria Math" panose="02040503050406030204" pitchFamily="18" charset="0"/>
                            </a:rPr>
                            <m:t>𝑔</m:t>
                          </m:r>
                        </m:e>
                        <m:sub>
                          <m:r>
                            <a:rPr lang="en-MY" b="0" i="1" smtClean="0">
                              <a:latin typeface="Cambria Math" panose="02040503050406030204" pitchFamily="18" charset="0"/>
                            </a:rPr>
                            <m:t>2</m:t>
                          </m:r>
                        </m:sub>
                      </m:sSub>
                      <m:r>
                        <a:rPr lang="en-MY" b="0" i="1" smtClean="0">
                          <a:latin typeface="Cambria Math" panose="02040503050406030204" pitchFamily="18" charset="0"/>
                        </a:rPr>
                        <m:t>⋯</m:t>
                      </m:r>
                      <m:sSub>
                        <m:sSubPr>
                          <m:ctrlPr>
                            <a:rPr lang="en-MY" b="0" i="1" smtClean="0">
                              <a:latin typeface="Cambria Math" panose="02040503050406030204" pitchFamily="18" charset="0"/>
                            </a:rPr>
                          </m:ctrlPr>
                        </m:sSubPr>
                        <m:e>
                          <m:r>
                            <a:rPr lang="en-MY" b="0" i="1" smtClean="0">
                              <a:latin typeface="Cambria Math" panose="02040503050406030204" pitchFamily="18" charset="0"/>
                            </a:rPr>
                            <m:t>𝑔</m:t>
                          </m:r>
                        </m:e>
                        <m:sub>
                          <m:r>
                            <a:rPr lang="en-MY" b="0" i="1" smtClean="0">
                              <a:latin typeface="Cambria Math" panose="02040503050406030204" pitchFamily="18" charset="0"/>
                            </a:rPr>
                            <m:t>𝑝</m:t>
                          </m:r>
                        </m:sub>
                      </m:sSub>
                      <m:r>
                        <a:rPr lang="en-MY" b="0" i="1" smtClean="0">
                          <a:latin typeface="Cambria Math" panose="02040503050406030204" pitchFamily="18" charset="0"/>
                        </a:rPr>
                        <m:t>=</m:t>
                      </m:r>
                      <m:sSub>
                        <m:sSubPr>
                          <m:ctrlPr>
                            <a:rPr lang="en-MY" b="0" i="1" smtClean="0">
                              <a:latin typeface="Cambria Math" panose="02040503050406030204" pitchFamily="18" charset="0"/>
                            </a:rPr>
                          </m:ctrlPr>
                        </m:sSubPr>
                        <m:e>
                          <m:r>
                            <a:rPr lang="en-MY" b="0" i="1" smtClean="0">
                              <a:latin typeface="Cambria Math" panose="02040503050406030204" pitchFamily="18" charset="0"/>
                            </a:rPr>
                            <m:t>𝑒</m:t>
                          </m:r>
                        </m:e>
                        <m:sub>
                          <m:r>
                            <a:rPr lang="en-MY" b="0" i="1" smtClean="0">
                              <a:latin typeface="Cambria Math" panose="02040503050406030204" pitchFamily="18" charset="0"/>
                            </a:rPr>
                            <m:t>𝐺</m:t>
                          </m:r>
                        </m:sub>
                      </m:sSub>
                      <m:r>
                        <a:rPr lang="en-MY" b="0" i="1" smtClean="0">
                          <a:latin typeface="Cambria Math" panose="02040503050406030204" pitchFamily="18" charset="0"/>
                        </a:rPr>
                        <m:t>,  </m:t>
                      </m:r>
                      <m:sSub>
                        <m:sSubPr>
                          <m:ctrlPr>
                            <a:rPr lang="en-MY" b="0" i="1" smtClean="0">
                              <a:latin typeface="Cambria Math" panose="02040503050406030204" pitchFamily="18" charset="0"/>
                            </a:rPr>
                          </m:ctrlPr>
                        </m:sSubPr>
                        <m:e>
                          <m:r>
                            <a:rPr lang="en-MY" b="0" i="1" smtClean="0">
                              <a:latin typeface="Cambria Math" panose="02040503050406030204" pitchFamily="18" charset="0"/>
                            </a:rPr>
                            <m:t>𝑔</m:t>
                          </m:r>
                        </m:e>
                        <m:sub>
                          <m:r>
                            <a:rPr lang="en-MY" b="0" i="1" smtClean="0">
                              <a:latin typeface="Cambria Math" panose="02040503050406030204" pitchFamily="18" charset="0"/>
                            </a:rPr>
                            <m:t>𝑖</m:t>
                          </m:r>
                        </m:sub>
                      </m:sSub>
                      <m:r>
                        <a:rPr lang="en-MY" b="0" i="1" smtClean="0">
                          <a:latin typeface="Cambria Math" panose="02040503050406030204" pitchFamily="18" charset="0"/>
                        </a:rPr>
                        <m:t>∈</m:t>
                      </m:r>
                      <m:r>
                        <a:rPr lang="en-MY" b="0" i="1" smtClean="0">
                          <a:latin typeface="Cambria Math" panose="02040503050406030204" pitchFamily="18" charset="0"/>
                        </a:rPr>
                        <m:t>𝐺</m:t>
                      </m:r>
                      <m:r>
                        <a:rPr lang="en-MY" b="0" i="1" smtClean="0">
                          <a:latin typeface="Cambria Math" panose="02040503050406030204" pitchFamily="18" charset="0"/>
                        </a:rPr>
                        <m:t>}</m:t>
                      </m:r>
                    </m:oMath>
                  </m:oMathPara>
                </a14:m>
                <a:endParaRPr lang="en-MY" dirty="0"/>
              </a:p>
            </p:txBody>
          </p:sp>
        </mc:Choice>
        <mc:Fallback xmlns="">
          <p:sp>
            <p:nvSpPr>
              <p:cNvPr id="3" name="Content Placeholder 2">
                <a:extLst>
                  <a:ext uri="{FF2B5EF4-FFF2-40B4-BE49-F238E27FC236}">
                    <a16:creationId xmlns:a16="http://schemas.microsoft.com/office/drawing/2014/main" id="{8D18525D-E502-4CCB-82C3-9771B7D39FB5}"/>
                  </a:ext>
                </a:extLst>
              </p:cNvPr>
              <p:cNvSpPr>
                <a:spLocks noGrp="1" noRot="1" noChangeAspect="1" noMove="1" noResize="1" noEditPoints="1" noAdjustHandles="1" noChangeArrowheads="1" noChangeShapeType="1" noTextEdit="1"/>
              </p:cNvSpPr>
              <p:nvPr>
                <p:ph idx="1"/>
              </p:nvPr>
            </p:nvSpPr>
            <p:spPr>
              <a:blipFill>
                <a:blip r:embed="rId2"/>
                <a:stretch>
                  <a:fillRect l="-1217" t="-1961"/>
                </a:stretch>
              </a:blipFill>
            </p:spPr>
            <p:txBody>
              <a:bodyPr/>
              <a:lstStyle/>
              <a:p>
                <a:r>
                  <a:rPr lang="en-MY">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8BDEBE0-1333-4EE2-BE87-7821B27DBD0F}"/>
                  </a:ext>
                </a:extLst>
              </p14:cNvPr>
              <p14:cNvContentPartPr/>
              <p14:nvPr/>
            </p14:nvContentPartPr>
            <p14:xfrm>
              <a:off x="946440" y="530280"/>
              <a:ext cx="10954440" cy="5989680"/>
            </p14:xfrm>
          </p:contentPart>
        </mc:Choice>
        <mc:Fallback xmlns="">
          <p:pic>
            <p:nvPicPr>
              <p:cNvPr id="4" name="Ink 3">
                <a:extLst>
                  <a:ext uri="{FF2B5EF4-FFF2-40B4-BE49-F238E27FC236}">
                    <a16:creationId xmlns:a16="http://schemas.microsoft.com/office/drawing/2014/main" id="{D8BDEBE0-1333-4EE2-BE87-7821B27DBD0F}"/>
                  </a:ext>
                </a:extLst>
              </p:cNvPr>
              <p:cNvPicPr/>
              <p:nvPr/>
            </p:nvPicPr>
            <p:blipFill>
              <a:blip r:embed="rId4"/>
              <a:stretch>
                <a:fillRect/>
              </a:stretch>
            </p:blipFill>
            <p:spPr>
              <a:xfrm>
                <a:off x="937080" y="520920"/>
                <a:ext cx="10973160" cy="6008400"/>
              </a:xfrm>
              <a:prstGeom prst="rect">
                <a:avLst/>
              </a:prstGeom>
            </p:spPr>
          </p:pic>
        </mc:Fallback>
      </mc:AlternateContent>
    </p:spTree>
    <p:extLst>
      <p:ext uri="{BB962C8B-B14F-4D97-AF65-F5344CB8AC3E}">
        <p14:creationId xmlns:p14="http://schemas.microsoft.com/office/powerpoint/2010/main" val="2909192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74B38B7-79DC-4A63-B146-DC922263134E}"/>
                  </a:ext>
                </a:extLst>
              </p14:cNvPr>
              <p14:cNvContentPartPr/>
              <p14:nvPr/>
            </p14:nvContentPartPr>
            <p14:xfrm>
              <a:off x="572400" y="290520"/>
              <a:ext cx="11620080" cy="6511680"/>
            </p14:xfrm>
          </p:contentPart>
        </mc:Choice>
        <mc:Fallback xmlns="">
          <p:pic>
            <p:nvPicPr>
              <p:cNvPr id="2" name="Ink 1">
                <a:extLst>
                  <a:ext uri="{FF2B5EF4-FFF2-40B4-BE49-F238E27FC236}">
                    <a16:creationId xmlns:a16="http://schemas.microsoft.com/office/drawing/2014/main" id="{374B38B7-79DC-4A63-B146-DC922263134E}"/>
                  </a:ext>
                </a:extLst>
              </p:cNvPr>
              <p:cNvPicPr/>
              <p:nvPr/>
            </p:nvPicPr>
            <p:blipFill>
              <a:blip r:embed="rId3"/>
              <a:stretch>
                <a:fillRect/>
              </a:stretch>
            </p:blipFill>
            <p:spPr>
              <a:xfrm>
                <a:off x="563040" y="281160"/>
                <a:ext cx="11638800" cy="6530400"/>
              </a:xfrm>
              <a:prstGeom prst="rect">
                <a:avLst/>
              </a:prstGeom>
            </p:spPr>
          </p:pic>
        </mc:Fallback>
      </mc:AlternateContent>
    </p:spTree>
    <p:extLst>
      <p:ext uri="{BB962C8B-B14F-4D97-AF65-F5344CB8AC3E}">
        <p14:creationId xmlns:p14="http://schemas.microsoft.com/office/powerpoint/2010/main" val="3880139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0C8C643C-FC47-4E14-B68D-EBD40ABFDCC0}"/>
                  </a:ext>
                </a:extLst>
              </p14:cNvPr>
              <p14:cNvContentPartPr/>
              <p14:nvPr/>
            </p14:nvContentPartPr>
            <p14:xfrm>
              <a:off x="1352520" y="333720"/>
              <a:ext cx="7025760" cy="5896800"/>
            </p14:xfrm>
          </p:contentPart>
        </mc:Choice>
        <mc:Fallback xmlns="">
          <p:pic>
            <p:nvPicPr>
              <p:cNvPr id="2" name="Ink 1">
                <a:extLst>
                  <a:ext uri="{FF2B5EF4-FFF2-40B4-BE49-F238E27FC236}">
                    <a16:creationId xmlns:a16="http://schemas.microsoft.com/office/drawing/2014/main" id="{0C8C643C-FC47-4E14-B68D-EBD40ABFDCC0}"/>
                  </a:ext>
                </a:extLst>
              </p:cNvPr>
              <p:cNvPicPr/>
              <p:nvPr/>
            </p:nvPicPr>
            <p:blipFill>
              <a:blip r:embed="rId3"/>
              <a:stretch>
                <a:fillRect/>
              </a:stretch>
            </p:blipFill>
            <p:spPr>
              <a:xfrm>
                <a:off x="1343160" y="324360"/>
                <a:ext cx="7044480" cy="5915520"/>
              </a:xfrm>
              <a:prstGeom prst="rect">
                <a:avLst/>
              </a:prstGeom>
            </p:spPr>
          </p:pic>
        </mc:Fallback>
      </mc:AlternateContent>
    </p:spTree>
    <p:extLst>
      <p:ext uri="{BB962C8B-B14F-4D97-AF65-F5344CB8AC3E}">
        <p14:creationId xmlns:p14="http://schemas.microsoft.com/office/powerpoint/2010/main" val="524597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3" name="Picture 1" descr="计算机生成了可选文字:&#10;36.4 Corollary Let G be a finite group. Then G is a p-group if and only if IGI is a power of p. ">
            <a:extLst>
              <a:ext uri="{FF2B5EF4-FFF2-40B4-BE49-F238E27FC236}">
                <a16:creationId xmlns:a16="http://schemas.microsoft.com/office/drawing/2014/main" id="{F1B7C26C-E17C-4763-9FD6-1F65A6A7F7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379" y="541537"/>
            <a:ext cx="10645673" cy="71909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AE0B837-15EF-4F10-AE88-28484F38E509}"/>
              </a:ext>
            </a:extLst>
          </p:cNvPr>
          <p:cNvSpPr txBox="1"/>
          <p:nvPr/>
        </p:nvSpPr>
        <p:spPr>
          <a:xfrm>
            <a:off x="1020932" y="1642369"/>
            <a:ext cx="3897297" cy="2000548"/>
          </a:xfrm>
          <a:prstGeom prst="rect">
            <a:avLst/>
          </a:prstGeom>
          <a:noFill/>
        </p:spPr>
        <p:txBody>
          <a:bodyPr wrap="square" rtlCol="0">
            <a:spAutoFit/>
          </a:bodyPr>
          <a:lstStyle/>
          <a:p>
            <a:r>
              <a:rPr lang="en-MY" sz="2400" dirty="0"/>
              <a:t>Proof: </a:t>
            </a:r>
          </a:p>
          <a:p>
            <a:endParaRPr lang="en-MY" sz="2400" dirty="0"/>
          </a:p>
          <a:p>
            <a:endParaRPr lang="en-MY" sz="2400" dirty="0"/>
          </a:p>
          <a:p>
            <a:endParaRPr lang="en-MY" sz="2400" dirty="0"/>
          </a:p>
          <a:p>
            <a:r>
              <a:rPr lang="en-MY" sz="2400" dirty="0"/>
              <a:t>By </a:t>
            </a:r>
            <a:r>
              <a:rPr lang="en-MY" sz="2800" dirty="0"/>
              <a:t>contradiction</a:t>
            </a:r>
            <a:r>
              <a:rPr lang="en-MY" sz="2400" dirty="0"/>
              <a:t> </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E774A09-0475-4E5A-BBD9-7F016195AF0B}"/>
                  </a:ext>
                </a:extLst>
              </p14:cNvPr>
              <p14:cNvContentPartPr/>
              <p14:nvPr/>
            </p14:nvContentPartPr>
            <p14:xfrm>
              <a:off x="1257480" y="281880"/>
              <a:ext cx="10786680" cy="6243840"/>
            </p14:xfrm>
          </p:contentPart>
        </mc:Choice>
        <mc:Fallback xmlns="">
          <p:pic>
            <p:nvPicPr>
              <p:cNvPr id="3" name="Ink 2">
                <a:extLst>
                  <a:ext uri="{FF2B5EF4-FFF2-40B4-BE49-F238E27FC236}">
                    <a16:creationId xmlns:a16="http://schemas.microsoft.com/office/drawing/2014/main" id="{2E774A09-0475-4E5A-BBD9-7F016195AF0B}"/>
                  </a:ext>
                </a:extLst>
              </p:cNvPr>
              <p:cNvPicPr/>
              <p:nvPr/>
            </p:nvPicPr>
            <p:blipFill>
              <a:blip r:embed="rId4"/>
              <a:stretch>
                <a:fillRect/>
              </a:stretch>
            </p:blipFill>
            <p:spPr>
              <a:xfrm>
                <a:off x="1248120" y="272520"/>
                <a:ext cx="10805400" cy="6262560"/>
              </a:xfrm>
              <a:prstGeom prst="rect">
                <a:avLst/>
              </a:prstGeom>
            </p:spPr>
          </p:pic>
        </mc:Fallback>
      </mc:AlternateContent>
    </p:spTree>
    <p:extLst>
      <p:ext uri="{BB962C8B-B14F-4D97-AF65-F5344CB8AC3E}">
        <p14:creationId xmlns:p14="http://schemas.microsoft.com/office/powerpoint/2010/main" val="106220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F7CF9C0-4232-43F3-89E6-A73735B3E30B}"/>
                  </a:ext>
                </a:extLst>
              </p:cNvPr>
              <p:cNvSpPr txBox="1"/>
              <p:nvPr/>
            </p:nvSpPr>
            <p:spPr>
              <a:xfrm>
                <a:off x="727968" y="674703"/>
                <a:ext cx="9658905" cy="3576300"/>
              </a:xfrm>
              <a:prstGeom prst="rect">
                <a:avLst/>
              </a:prstGeom>
              <a:noFill/>
            </p:spPr>
            <p:txBody>
              <a:bodyPr wrap="square" rtlCol="0">
                <a:spAutoFit/>
              </a:bodyPr>
              <a:lstStyle/>
              <a:p>
                <a:r>
                  <a:rPr lang="en-MY" sz="2800" dirty="0"/>
                  <a:t>The normalizer </a:t>
                </a:r>
                <a14:m>
                  <m:oMath xmlns:m="http://schemas.openxmlformats.org/officeDocument/2006/math">
                    <m:r>
                      <a:rPr lang="en-MY" sz="2800" b="0" i="1" smtClean="0">
                        <a:latin typeface="Cambria Math" panose="02040503050406030204" pitchFamily="18" charset="0"/>
                      </a:rPr>
                      <m:t>𝑁</m:t>
                    </m:r>
                    <m:r>
                      <a:rPr lang="en-MY" sz="2800" b="0" i="1" smtClean="0">
                        <a:latin typeface="Cambria Math" panose="02040503050406030204" pitchFamily="18" charset="0"/>
                      </a:rPr>
                      <m:t>[</m:t>
                    </m:r>
                    <m:r>
                      <a:rPr lang="en-MY" sz="2800" b="0" i="1" smtClean="0">
                        <a:latin typeface="Cambria Math" panose="02040503050406030204" pitchFamily="18" charset="0"/>
                      </a:rPr>
                      <m:t>𝐻</m:t>
                    </m:r>
                    <m:r>
                      <a:rPr lang="en-MY" sz="2800" b="0" i="1" smtClean="0">
                        <a:latin typeface="Cambria Math" panose="02040503050406030204" pitchFamily="18" charset="0"/>
                      </a:rPr>
                      <m:t>]</m:t>
                    </m:r>
                  </m:oMath>
                </a14:m>
                <a:r>
                  <a:rPr lang="en-MY" sz="2800" dirty="0"/>
                  <a:t>of a subgroup </a:t>
                </a:r>
                <a14:m>
                  <m:oMath xmlns:m="http://schemas.openxmlformats.org/officeDocument/2006/math">
                    <m:r>
                      <a:rPr lang="en-MY" sz="2800" b="0" i="1" smtClean="0">
                        <a:latin typeface="Cambria Math" panose="02040503050406030204" pitchFamily="18" charset="0"/>
                      </a:rPr>
                      <m:t>𝐻</m:t>
                    </m:r>
                  </m:oMath>
                </a14:m>
                <a:r>
                  <a:rPr lang="en-MY" sz="2800" dirty="0"/>
                  <a:t>:</a:t>
                </a:r>
              </a:p>
              <a:p>
                <a:endParaRPr lang="en-MY" sz="2800" dirty="0"/>
              </a:p>
              <a:p>
                <a:pPr/>
                <a14:m>
                  <m:oMathPara xmlns:m="http://schemas.openxmlformats.org/officeDocument/2006/math">
                    <m:oMathParaPr>
                      <m:jc m:val="centerGroup"/>
                    </m:oMathParaPr>
                    <m:oMath xmlns:m="http://schemas.openxmlformats.org/officeDocument/2006/math">
                      <m:r>
                        <a:rPr lang="en-MY" sz="2800" b="0" i="1" smtClean="0">
                          <a:latin typeface="Cambria Math" panose="02040503050406030204" pitchFamily="18" charset="0"/>
                        </a:rPr>
                        <m:t>𝑁</m:t>
                      </m:r>
                      <m:d>
                        <m:dPr>
                          <m:begChr m:val="["/>
                          <m:endChr m:val="]"/>
                          <m:ctrlPr>
                            <a:rPr lang="en-MY" sz="2800" b="0" i="1" smtClean="0">
                              <a:latin typeface="Cambria Math" panose="02040503050406030204" pitchFamily="18" charset="0"/>
                            </a:rPr>
                          </m:ctrlPr>
                        </m:dPr>
                        <m:e>
                          <m:r>
                            <a:rPr lang="en-MY" sz="2800" b="0" i="1" smtClean="0">
                              <a:latin typeface="Cambria Math" panose="02040503050406030204" pitchFamily="18" charset="0"/>
                            </a:rPr>
                            <m:t>𝐻</m:t>
                          </m:r>
                        </m:e>
                      </m:d>
                      <m:r>
                        <a:rPr lang="en-MY" sz="2800" b="0" i="1" smtClean="0">
                          <a:latin typeface="Cambria Math" panose="02040503050406030204" pitchFamily="18" charset="0"/>
                        </a:rPr>
                        <m:t>≔</m:t>
                      </m:r>
                      <m:d>
                        <m:dPr>
                          <m:begChr m:val="{"/>
                          <m:endChr m:val="|"/>
                          <m:ctrlPr>
                            <a:rPr lang="en-MY" sz="2800" b="0" i="1" smtClean="0">
                              <a:latin typeface="Cambria Math" panose="02040503050406030204" pitchFamily="18" charset="0"/>
                            </a:rPr>
                          </m:ctrlPr>
                        </m:dPr>
                        <m:e>
                          <m:r>
                            <a:rPr lang="en-MY" sz="2800" b="0" i="1" smtClean="0">
                              <a:latin typeface="Cambria Math" panose="02040503050406030204" pitchFamily="18" charset="0"/>
                            </a:rPr>
                            <m:t>𝑔</m:t>
                          </m:r>
                          <m:r>
                            <a:rPr lang="en-MY" sz="2800" b="0" i="1" smtClean="0">
                              <a:latin typeface="Cambria Math" panose="02040503050406030204" pitchFamily="18" charset="0"/>
                            </a:rPr>
                            <m:t>∈</m:t>
                          </m:r>
                          <m:r>
                            <a:rPr lang="en-MY" sz="2800" b="0" i="1" smtClean="0">
                              <a:latin typeface="Cambria Math" panose="02040503050406030204" pitchFamily="18" charset="0"/>
                            </a:rPr>
                            <m:t>𝐺</m:t>
                          </m:r>
                        </m:e>
                      </m:d>
                      <m:r>
                        <a:rPr lang="en-MY" sz="2800" b="0" i="1" smtClean="0">
                          <a:latin typeface="Cambria Math" panose="02040503050406030204" pitchFamily="18" charset="0"/>
                        </a:rPr>
                        <m:t> </m:t>
                      </m:r>
                      <m:r>
                        <a:rPr lang="en-MY" sz="2800" b="0" i="1" smtClean="0">
                          <a:latin typeface="Cambria Math" panose="02040503050406030204" pitchFamily="18" charset="0"/>
                        </a:rPr>
                        <m:t>𝑔𝐻</m:t>
                      </m:r>
                      <m:sSup>
                        <m:sSupPr>
                          <m:ctrlPr>
                            <a:rPr lang="en-MY" sz="2800" b="0" i="1" smtClean="0">
                              <a:latin typeface="Cambria Math" panose="02040503050406030204" pitchFamily="18" charset="0"/>
                            </a:rPr>
                          </m:ctrlPr>
                        </m:sSupPr>
                        <m:e>
                          <m:r>
                            <a:rPr lang="en-MY" sz="2800" b="0" i="1" smtClean="0">
                              <a:latin typeface="Cambria Math" panose="02040503050406030204" pitchFamily="18" charset="0"/>
                            </a:rPr>
                            <m:t>𝑔</m:t>
                          </m:r>
                        </m:e>
                        <m:sup>
                          <m:r>
                            <a:rPr lang="en-MY" sz="2800" b="0" i="1" smtClean="0">
                              <a:latin typeface="Cambria Math" panose="02040503050406030204" pitchFamily="18" charset="0"/>
                            </a:rPr>
                            <m:t>−1</m:t>
                          </m:r>
                        </m:sup>
                      </m:sSup>
                      <m:r>
                        <a:rPr lang="en-MY" sz="2800" b="0" i="1" smtClean="0">
                          <a:latin typeface="Cambria Math" panose="02040503050406030204" pitchFamily="18" charset="0"/>
                        </a:rPr>
                        <m:t>=</m:t>
                      </m:r>
                      <m:r>
                        <a:rPr lang="en-MY" sz="2800" b="0" i="1" smtClean="0">
                          <a:latin typeface="Cambria Math" panose="02040503050406030204" pitchFamily="18" charset="0"/>
                        </a:rPr>
                        <m:t>𝐻</m:t>
                      </m:r>
                      <m:r>
                        <a:rPr lang="en-MY" sz="2800" b="0" i="1" smtClean="0">
                          <a:latin typeface="Cambria Math" panose="02040503050406030204" pitchFamily="18" charset="0"/>
                        </a:rPr>
                        <m:t>}</m:t>
                      </m:r>
                    </m:oMath>
                  </m:oMathPara>
                </a14:m>
                <a:endParaRPr lang="en-MY" sz="2800" b="0" dirty="0"/>
              </a:p>
              <a:p>
                <a:endParaRPr lang="en-MY" sz="2800" dirty="0"/>
              </a:p>
              <a:p>
                <a:endParaRPr lang="en-MY" sz="2800" b="0" dirty="0"/>
              </a:p>
              <a:p>
                <a:r>
                  <a:rPr lang="en-MY" sz="2800" dirty="0"/>
                  <a:t>If </a:t>
                </a:r>
                <a14:m>
                  <m:oMath xmlns:m="http://schemas.openxmlformats.org/officeDocument/2006/math">
                    <m:r>
                      <a:rPr lang="en-MY" sz="2800" b="0" i="1" smtClean="0">
                        <a:latin typeface="Cambria Math" panose="02040503050406030204" pitchFamily="18" charset="0"/>
                      </a:rPr>
                      <m:t>𝐻</m:t>
                    </m:r>
                  </m:oMath>
                </a14:m>
                <a:r>
                  <a:rPr lang="en-MY" sz="2800" b="0" dirty="0"/>
                  <a:t> is a finite group:</a:t>
                </a:r>
              </a:p>
              <a:p>
                <a:pPr/>
                <a14:m>
                  <m:oMathPara xmlns:m="http://schemas.openxmlformats.org/officeDocument/2006/math">
                    <m:oMathParaPr>
                      <m:jc m:val="centerGroup"/>
                    </m:oMathParaPr>
                    <m:oMath xmlns:m="http://schemas.openxmlformats.org/officeDocument/2006/math">
                      <m:r>
                        <a:rPr lang="en-MY" sz="2800" b="0" i="1" smtClean="0">
                          <a:latin typeface="Cambria Math" panose="02040503050406030204" pitchFamily="18" charset="0"/>
                        </a:rPr>
                        <m:t>𝑁</m:t>
                      </m:r>
                      <m:d>
                        <m:dPr>
                          <m:begChr m:val="["/>
                          <m:endChr m:val="]"/>
                          <m:ctrlPr>
                            <a:rPr lang="en-MY" sz="2800" b="0" i="1" smtClean="0">
                              <a:latin typeface="Cambria Math" panose="02040503050406030204" pitchFamily="18" charset="0"/>
                            </a:rPr>
                          </m:ctrlPr>
                        </m:dPr>
                        <m:e>
                          <m:r>
                            <a:rPr lang="en-MY" sz="2800" b="0" i="1" smtClean="0">
                              <a:latin typeface="Cambria Math" panose="02040503050406030204" pitchFamily="18" charset="0"/>
                            </a:rPr>
                            <m:t>𝐻</m:t>
                          </m:r>
                        </m:e>
                      </m:d>
                      <m:r>
                        <a:rPr lang="en-MY" sz="2800" b="0" i="1" smtClean="0">
                          <a:latin typeface="Cambria Math" panose="02040503050406030204" pitchFamily="18" charset="0"/>
                        </a:rPr>
                        <m:t>=</m:t>
                      </m:r>
                      <m:d>
                        <m:dPr>
                          <m:begChr m:val="{"/>
                          <m:endChr m:val="|"/>
                          <m:ctrlPr>
                            <a:rPr lang="en-MY" sz="2800" b="0" i="1" smtClean="0">
                              <a:latin typeface="Cambria Math" panose="02040503050406030204" pitchFamily="18" charset="0"/>
                            </a:rPr>
                          </m:ctrlPr>
                        </m:dPr>
                        <m:e>
                          <m:r>
                            <a:rPr lang="en-MY" sz="2800" b="0" i="1" smtClean="0">
                              <a:latin typeface="Cambria Math" panose="02040503050406030204" pitchFamily="18" charset="0"/>
                            </a:rPr>
                            <m:t>𝑔</m:t>
                          </m:r>
                          <m:r>
                            <a:rPr lang="en-MY" sz="2800" b="0" i="1" smtClean="0">
                              <a:latin typeface="Cambria Math" panose="02040503050406030204" pitchFamily="18" charset="0"/>
                            </a:rPr>
                            <m:t>∈</m:t>
                          </m:r>
                          <m:r>
                            <a:rPr lang="en-MY" sz="2800" b="0" i="1" smtClean="0">
                              <a:latin typeface="Cambria Math" panose="02040503050406030204" pitchFamily="18" charset="0"/>
                            </a:rPr>
                            <m:t>𝐺</m:t>
                          </m:r>
                        </m:e>
                      </m:d>
                      <m:r>
                        <a:rPr lang="en-MY" sz="2800" b="0" i="1" smtClean="0">
                          <a:latin typeface="Cambria Math" panose="02040503050406030204" pitchFamily="18" charset="0"/>
                        </a:rPr>
                        <m:t>𝑔h</m:t>
                      </m:r>
                      <m:sSup>
                        <m:sSupPr>
                          <m:ctrlPr>
                            <a:rPr lang="en-MY" sz="2800" b="0" i="1" smtClean="0">
                              <a:latin typeface="Cambria Math" panose="02040503050406030204" pitchFamily="18" charset="0"/>
                            </a:rPr>
                          </m:ctrlPr>
                        </m:sSupPr>
                        <m:e>
                          <m:r>
                            <a:rPr lang="en-MY" sz="2800" b="0" i="1" smtClean="0">
                              <a:latin typeface="Cambria Math" panose="02040503050406030204" pitchFamily="18" charset="0"/>
                            </a:rPr>
                            <m:t>𝑔</m:t>
                          </m:r>
                        </m:e>
                        <m:sup>
                          <m:r>
                            <a:rPr lang="en-MY" sz="2800" b="0" i="1" smtClean="0">
                              <a:latin typeface="Cambria Math" panose="02040503050406030204" pitchFamily="18" charset="0"/>
                            </a:rPr>
                            <m:t>−1</m:t>
                          </m:r>
                        </m:sup>
                      </m:sSup>
                      <m:r>
                        <a:rPr lang="en-MY" sz="2800" b="0" i="1" smtClean="0">
                          <a:latin typeface="Cambria Math" panose="02040503050406030204" pitchFamily="18" charset="0"/>
                        </a:rPr>
                        <m:t>∈</m:t>
                      </m:r>
                      <m:r>
                        <a:rPr lang="en-MY" sz="2800" b="0" i="1" smtClean="0">
                          <a:latin typeface="Cambria Math" panose="02040503050406030204" pitchFamily="18" charset="0"/>
                        </a:rPr>
                        <m:t>𝐻</m:t>
                      </m:r>
                      <m:r>
                        <a:rPr lang="en-MY" sz="2800" b="0" i="1" smtClean="0">
                          <a:latin typeface="Cambria Math" panose="02040503050406030204" pitchFamily="18" charset="0"/>
                        </a:rPr>
                        <m:t>, ∀ </m:t>
                      </m:r>
                      <m:r>
                        <a:rPr lang="en-MY" sz="2800" b="0" i="1" smtClean="0">
                          <a:latin typeface="Cambria Math" panose="02040503050406030204" pitchFamily="18" charset="0"/>
                        </a:rPr>
                        <m:t>h</m:t>
                      </m:r>
                      <m:r>
                        <a:rPr lang="en-MY" sz="2800" b="0" i="1" smtClean="0">
                          <a:latin typeface="Cambria Math" panose="02040503050406030204" pitchFamily="18" charset="0"/>
                        </a:rPr>
                        <m:t>∈</m:t>
                      </m:r>
                      <m:r>
                        <a:rPr lang="en-MY" sz="2800" b="0" i="1" smtClean="0">
                          <a:latin typeface="Cambria Math" panose="02040503050406030204" pitchFamily="18" charset="0"/>
                        </a:rPr>
                        <m:t>𝐻</m:t>
                      </m:r>
                      <m:r>
                        <a:rPr lang="en-MY" sz="2800" b="0" i="1" smtClean="0">
                          <a:latin typeface="Cambria Math" panose="02040503050406030204" pitchFamily="18" charset="0"/>
                        </a:rPr>
                        <m:t>} </m:t>
                      </m:r>
                    </m:oMath>
                  </m:oMathPara>
                </a14:m>
                <a:endParaRPr lang="en-MY" sz="2800" b="0" dirty="0"/>
              </a:p>
              <a:p>
                <a:r>
                  <a:rPr lang="en-MY" sz="2800" dirty="0"/>
                  <a:t> </a:t>
                </a:r>
              </a:p>
            </p:txBody>
          </p:sp>
        </mc:Choice>
        <mc:Fallback xmlns="">
          <p:sp>
            <p:nvSpPr>
              <p:cNvPr id="2" name="TextBox 1">
                <a:extLst>
                  <a:ext uri="{FF2B5EF4-FFF2-40B4-BE49-F238E27FC236}">
                    <a16:creationId xmlns:a16="http://schemas.microsoft.com/office/drawing/2014/main" id="{1F7CF9C0-4232-43F3-89E6-A73735B3E30B}"/>
                  </a:ext>
                </a:extLst>
              </p:cNvPr>
              <p:cNvSpPr txBox="1">
                <a:spLocks noRot="1" noChangeAspect="1" noMove="1" noResize="1" noEditPoints="1" noAdjustHandles="1" noChangeArrowheads="1" noChangeShapeType="1" noTextEdit="1"/>
              </p:cNvSpPr>
              <p:nvPr/>
            </p:nvSpPr>
            <p:spPr>
              <a:xfrm>
                <a:off x="727968" y="674703"/>
                <a:ext cx="9658905" cy="3576300"/>
              </a:xfrm>
              <a:prstGeom prst="rect">
                <a:avLst/>
              </a:prstGeom>
              <a:blipFill>
                <a:blip r:embed="rId2"/>
                <a:stretch>
                  <a:fillRect l="-1262" t="-1706"/>
                </a:stretch>
              </a:blipFill>
            </p:spPr>
            <p:txBody>
              <a:bodyPr/>
              <a:lstStyle/>
              <a:p>
                <a:r>
                  <a:rPr lang="en-MY">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81C54698-B9AA-45F0-841E-B34132D9E04C}"/>
                  </a:ext>
                </a:extLst>
              </p14:cNvPr>
              <p14:cNvContentPartPr/>
              <p14:nvPr/>
            </p14:nvContentPartPr>
            <p14:xfrm>
              <a:off x="189000" y="209880"/>
              <a:ext cx="11899800" cy="6648480"/>
            </p14:xfrm>
          </p:contentPart>
        </mc:Choice>
        <mc:Fallback xmlns="">
          <p:pic>
            <p:nvPicPr>
              <p:cNvPr id="4" name="Ink 3">
                <a:extLst>
                  <a:ext uri="{FF2B5EF4-FFF2-40B4-BE49-F238E27FC236}">
                    <a16:creationId xmlns:a16="http://schemas.microsoft.com/office/drawing/2014/main" id="{81C54698-B9AA-45F0-841E-B34132D9E04C}"/>
                  </a:ext>
                </a:extLst>
              </p:cNvPr>
              <p:cNvPicPr/>
              <p:nvPr/>
            </p:nvPicPr>
            <p:blipFill>
              <a:blip r:embed="rId4"/>
              <a:stretch>
                <a:fillRect/>
              </a:stretch>
            </p:blipFill>
            <p:spPr>
              <a:xfrm>
                <a:off x="179640" y="200520"/>
                <a:ext cx="11918520" cy="6667200"/>
              </a:xfrm>
              <a:prstGeom prst="rect">
                <a:avLst/>
              </a:prstGeom>
            </p:spPr>
          </p:pic>
        </mc:Fallback>
      </mc:AlternateContent>
    </p:spTree>
    <p:extLst>
      <p:ext uri="{BB962C8B-B14F-4D97-AF65-F5344CB8AC3E}">
        <p14:creationId xmlns:p14="http://schemas.microsoft.com/office/powerpoint/2010/main" val="4127614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B1A7A69-8F68-4835-B3CA-C653E2BAEC8B}"/>
                  </a:ext>
                </a:extLst>
              </p14:cNvPr>
              <p14:cNvContentPartPr/>
              <p14:nvPr/>
            </p14:nvContentPartPr>
            <p14:xfrm>
              <a:off x="952200" y="299520"/>
              <a:ext cx="8854920" cy="6187320"/>
            </p14:xfrm>
          </p:contentPart>
        </mc:Choice>
        <mc:Fallback xmlns="">
          <p:pic>
            <p:nvPicPr>
              <p:cNvPr id="2" name="Ink 1">
                <a:extLst>
                  <a:ext uri="{FF2B5EF4-FFF2-40B4-BE49-F238E27FC236}">
                    <a16:creationId xmlns:a16="http://schemas.microsoft.com/office/drawing/2014/main" id="{DB1A7A69-8F68-4835-B3CA-C653E2BAEC8B}"/>
                  </a:ext>
                </a:extLst>
              </p:cNvPr>
              <p:cNvPicPr/>
              <p:nvPr/>
            </p:nvPicPr>
            <p:blipFill>
              <a:blip r:embed="rId3"/>
              <a:stretch>
                <a:fillRect/>
              </a:stretch>
            </p:blipFill>
            <p:spPr>
              <a:xfrm>
                <a:off x="942840" y="290160"/>
                <a:ext cx="8873640" cy="6206040"/>
              </a:xfrm>
              <a:prstGeom prst="rect">
                <a:avLst/>
              </a:prstGeom>
            </p:spPr>
          </p:pic>
        </mc:Fallback>
      </mc:AlternateContent>
    </p:spTree>
    <p:extLst>
      <p:ext uri="{BB962C8B-B14F-4D97-AF65-F5344CB8AC3E}">
        <p14:creationId xmlns:p14="http://schemas.microsoft.com/office/powerpoint/2010/main" val="3840443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F3451172-7E58-46A3-A948-74454BB84C8E}"/>
                  </a:ext>
                </a:extLst>
              </p14:cNvPr>
              <p14:cNvContentPartPr/>
              <p14:nvPr/>
            </p14:nvContentPartPr>
            <p14:xfrm>
              <a:off x="1023840" y="522360"/>
              <a:ext cx="9150480" cy="5730120"/>
            </p14:xfrm>
          </p:contentPart>
        </mc:Choice>
        <mc:Fallback xmlns="">
          <p:pic>
            <p:nvPicPr>
              <p:cNvPr id="2" name="Ink 1">
                <a:extLst>
                  <a:ext uri="{FF2B5EF4-FFF2-40B4-BE49-F238E27FC236}">
                    <a16:creationId xmlns:a16="http://schemas.microsoft.com/office/drawing/2014/main" id="{F3451172-7E58-46A3-A948-74454BB84C8E}"/>
                  </a:ext>
                </a:extLst>
              </p:cNvPr>
              <p:cNvPicPr/>
              <p:nvPr/>
            </p:nvPicPr>
            <p:blipFill>
              <a:blip r:embed="rId3"/>
              <a:stretch>
                <a:fillRect/>
              </a:stretch>
            </p:blipFill>
            <p:spPr>
              <a:xfrm>
                <a:off x="1014480" y="513000"/>
                <a:ext cx="9169200" cy="5748840"/>
              </a:xfrm>
              <a:prstGeom prst="rect">
                <a:avLst/>
              </a:prstGeom>
            </p:spPr>
          </p:pic>
        </mc:Fallback>
      </mc:AlternateContent>
    </p:spTree>
    <p:extLst>
      <p:ext uri="{BB962C8B-B14F-4D97-AF65-F5344CB8AC3E}">
        <p14:creationId xmlns:p14="http://schemas.microsoft.com/office/powerpoint/2010/main" val="3020735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7" name="Picture 1" descr="计算机生成了可选文字:&#10;36.7 Corollary Let H be a p-subgroup of a finite group G. If p divides (G : H), then N[H] # H. &#10;">
            <a:extLst>
              <a:ext uri="{FF2B5EF4-FFF2-40B4-BE49-F238E27FC236}">
                <a16:creationId xmlns:a16="http://schemas.microsoft.com/office/drawing/2014/main" id="{3899562A-B79D-4210-99DD-BB323FF95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294" y="328474"/>
            <a:ext cx="10935196" cy="532660"/>
          </a:xfrm>
          <a:prstGeom prst="rect">
            <a:avLst/>
          </a:prstGeom>
          <a:noFill/>
          <a:extLst>
            <a:ext uri="{909E8E84-426E-40DD-AFC4-6F175D3DCCD1}">
              <a14:hiddenFill xmlns:a14="http://schemas.microsoft.com/office/drawing/2010/main">
                <a:solidFill>
                  <a:srgbClr val="FFFFFF"/>
                </a:solidFill>
              </a14:hiddenFill>
            </a:ext>
          </a:extLst>
        </p:spPr>
      </p:pic>
      <p:pic>
        <p:nvPicPr>
          <p:cNvPr id="9219" name="Picture 3" descr="计算机生成了可选文字:&#10;36.6 Lemma Let H be a p-subgroup of a finite group G. Then &#10;(NCH] : H) (G : p). ">
            <a:extLst>
              <a:ext uri="{FF2B5EF4-FFF2-40B4-BE49-F238E27FC236}">
                <a16:creationId xmlns:a16="http://schemas.microsoft.com/office/drawing/2014/main" id="{A640F170-447A-4767-A1F4-4EC7D7A05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294" y="4691108"/>
            <a:ext cx="8427167" cy="121254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3207B96-265A-4709-ADB5-CAE2D9B91574}"/>
                  </a:ext>
                </a:extLst>
              </p14:cNvPr>
              <p14:cNvContentPartPr/>
              <p14:nvPr/>
            </p14:nvContentPartPr>
            <p14:xfrm>
              <a:off x="7313760" y="819360"/>
              <a:ext cx="3799800" cy="97560"/>
            </p14:xfrm>
          </p:contentPart>
        </mc:Choice>
        <mc:Fallback xmlns="">
          <p:pic>
            <p:nvPicPr>
              <p:cNvPr id="2" name="Ink 1">
                <a:extLst>
                  <a:ext uri="{FF2B5EF4-FFF2-40B4-BE49-F238E27FC236}">
                    <a16:creationId xmlns:a16="http://schemas.microsoft.com/office/drawing/2014/main" id="{A3207B96-265A-4709-ADB5-CAE2D9B91574}"/>
                  </a:ext>
                </a:extLst>
              </p:cNvPr>
              <p:cNvPicPr/>
              <p:nvPr/>
            </p:nvPicPr>
            <p:blipFill>
              <a:blip r:embed="rId5"/>
              <a:stretch>
                <a:fillRect/>
              </a:stretch>
            </p:blipFill>
            <p:spPr>
              <a:xfrm>
                <a:off x="7304400" y="810000"/>
                <a:ext cx="381852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9230D936-211F-49E9-860F-996996D06766}"/>
                  </a:ext>
                </a:extLst>
              </p14:cNvPr>
              <p14:cNvContentPartPr/>
              <p14:nvPr/>
            </p14:nvContentPartPr>
            <p14:xfrm>
              <a:off x="4909680" y="147240"/>
              <a:ext cx="1383120" cy="345960"/>
            </p14:xfrm>
          </p:contentPart>
        </mc:Choice>
        <mc:Fallback xmlns="">
          <p:pic>
            <p:nvPicPr>
              <p:cNvPr id="3" name="Ink 2">
                <a:extLst>
                  <a:ext uri="{FF2B5EF4-FFF2-40B4-BE49-F238E27FC236}">
                    <a16:creationId xmlns:a16="http://schemas.microsoft.com/office/drawing/2014/main" id="{9230D936-211F-49E9-860F-996996D06766}"/>
                  </a:ext>
                </a:extLst>
              </p:cNvPr>
              <p:cNvPicPr/>
              <p:nvPr/>
            </p:nvPicPr>
            <p:blipFill>
              <a:blip r:embed="rId7"/>
              <a:stretch>
                <a:fillRect/>
              </a:stretch>
            </p:blipFill>
            <p:spPr>
              <a:xfrm>
                <a:off x="4900320" y="137880"/>
                <a:ext cx="140184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7F3A8403-6B73-4781-8D7D-AEDFD0386F90}"/>
                  </a:ext>
                </a:extLst>
              </p14:cNvPr>
              <p14:cNvContentPartPr/>
              <p14:nvPr/>
            </p14:nvContentPartPr>
            <p14:xfrm>
              <a:off x="257760" y="1107360"/>
              <a:ext cx="10099800" cy="4804560"/>
            </p14:xfrm>
          </p:contentPart>
        </mc:Choice>
        <mc:Fallback xmlns="">
          <p:pic>
            <p:nvPicPr>
              <p:cNvPr id="4" name="Ink 3">
                <a:extLst>
                  <a:ext uri="{FF2B5EF4-FFF2-40B4-BE49-F238E27FC236}">
                    <a16:creationId xmlns:a16="http://schemas.microsoft.com/office/drawing/2014/main" id="{7F3A8403-6B73-4781-8D7D-AEDFD0386F90}"/>
                  </a:ext>
                </a:extLst>
              </p:cNvPr>
              <p:cNvPicPr/>
              <p:nvPr/>
            </p:nvPicPr>
            <p:blipFill>
              <a:blip r:embed="rId9"/>
              <a:stretch>
                <a:fillRect/>
              </a:stretch>
            </p:blipFill>
            <p:spPr>
              <a:xfrm>
                <a:off x="248400" y="1098000"/>
                <a:ext cx="10118520" cy="4823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B8CE22EB-D3AF-4927-B318-CAADBF72695B}"/>
                  </a:ext>
                </a:extLst>
              </p14:cNvPr>
              <p14:cNvContentPartPr/>
              <p14:nvPr/>
            </p14:nvContentPartPr>
            <p14:xfrm>
              <a:off x="9752040" y="367560"/>
              <a:ext cx="1829160" cy="641880"/>
            </p14:xfrm>
          </p:contentPart>
        </mc:Choice>
        <mc:Fallback xmlns="">
          <p:pic>
            <p:nvPicPr>
              <p:cNvPr id="5" name="Ink 4">
                <a:extLst>
                  <a:ext uri="{FF2B5EF4-FFF2-40B4-BE49-F238E27FC236}">
                    <a16:creationId xmlns:a16="http://schemas.microsoft.com/office/drawing/2014/main" id="{B8CE22EB-D3AF-4927-B318-CAADBF72695B}"/>
                  </a:ext>
                </a:extLst>
              </p:cNvPr>
              <p:cNvPicPr/>
              <p:nvPr/>
            </p:nvPicPr>
            <p:blipFill>
              <a:blip r:embed="rId11"/>
              <a:stretch>
                <a:fillRect/>
              </a:stretch>
            </p:blipFill>
            <p:spPr>
              <a:xfrm>
                <a:off x="9742680" y="358200"/>
                <a:ext cx="1847880" cy="660600"/>
              </a:xfrm>
              <a:prstGeom prst="rect">
                <a:avLst/>
              </a:prstGeom>
            </p:spPr>
          </p:pic>
        </mc:Fallback>
      </mc:AlternateContent>
    </p:spTree>
    <p:extLst>
      <p:ext uri="{BB962C8B-B14F-4D97-AF65-F5344CB8AC3E}">
        <p14:creationId xmlns:p14="http://schemas.microsoft.com/office/powerpoint/2010/main" val="2496700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计算机生成了可选文字:&#10;36.6 Lemma Let H be a p-subgroup of a finite group G. Then &#10;(NCH] : H) (G : p). ">
            <a:extLst>
              <a:ext uri="{FF2B5EF4-FFF2-40B4-BE49-F238E27FC236}">
                <a16:creationId xmlns:a16="http://schemas.microsoft.com/office/drawing/2014/main" id="{CBB61008-8255-40DE-9FBB-49FBF8395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151" y="180511"/>
            <a:ext cx="7198317" cy="103572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E9B3EB1-5ED5-4887-B367-D1921CDC06BC}"/>
                  </a:ext>
                </a:extLst>
              </p:cNvPr>
              <p:cNvSpPr txBox="1"/>
              <p:nvPr/>
            </p:nvSpPr>
            <p:spPr>
              <a:xfrm>
                <a:off x="781235" y="1518082"/>
                <a:ext cx="5737931" cy="461665"/>
              </a:xfrm>
              <a:prstGeom prst="rect">
                <a:avLst/>
              </a:prstGeom>
              <a:noFill/>
            </p:spPr>
            <p:txBody>
              <a:bodyPr wrap="square" rtlCol="0">
                <a:spAutoFit/>
              </a:bodyPr>
              <a:lstStyle/>
              <a:p>
                <a:r>
                  <a:rPr lang="en-US" sz="2400" dirty="0"/>
                  <a:t>Proof: Consider the </a:t>
                </a:r>
                <a14:m>
                  <m:oMath xmlns:m="http://schemas.openxmlformats.org/officeDocument/2006/math">
                    <m:r>
                      <a:rPr lang="en-MY" sz="2400">
                        <a:latin typeface="Cambria Math" panose="02040503050406030204" pitchFamily="18" charset="0"/>
                      </a:rPr>
                      <m:t>𝐻</m:t>
                    </m:r>
                  </m:oMath>
                </a14:m>
                <a:r>
                  <a:rPr lang="en-US" sz="2400" dirty="0"/>
                  <a:t> action on </a:t>
                </a:r>
                <a14:m>
                  <m:oMath xmlns:m="http://schemas.openxmlformats.org/officeDocument/2006/math">
                    <m:r>
                      <m:rPr>
                        <m:sty m:val="p"/>
                      </m:rPr>
                      <a:rPr lang="en-MY" sz="2400" dirty="0">
                        <a:latin typeface="Cambria Math" panose="02040503050406030204" pitchFamily="18" charset="0"/>
                      </a:rPr>
                      <m:t>X</m:t>
                    </m:r>
                    <m:r>
                      <a:rPr lang="en-MY" sz="2400">
                        <a:latin typeface="Cambria Math" panose="02040503050406030204" pitchFamily="18" charset="0"/>
                      </a:rPr>
                      <m:t>≔</m:t>
                    </m:r>
                    <m:r>
                      <a:rPr lang="en-MY" sz="2400">
                        <a:latin typeface="Cambria Math" panose="02040503050406030204" pitchFamily="18" charset="0"/>
                      </a:rPr>
                      <m:t>𝐺</m:t>
                    </m:r>
                    <m:r>
                      <a:rPr lang="en-MY" sz="2400">
                        <a:latin typeface="Cambria Math" panose="02040503050406030204" pitchFamily="18" charset="0"/>
                      </a:rPr>
                      <m:t>/</m:t>
                    </m:r>
                    <m:r>
                      <a:rPr lang="en-MY" sz="2400">
                        <a:latin typeface="Cambria Math" panose="02040503050406030204" pitchFamily="18" charset="0"/>
                      </a:rPr>
                      <m:t>𝐻</m:t>
                    </m:r>
                  </m:oMath>
                </a14:m>
                <a:endParaRPr lang="en-MY" sz="2400" dirty="0"/>
              </a:p>
            </p:txBody>
          </p:sp>
        </mc:Choice>
        <mc:Fallback xmlns="">
          <p:sp>
            <p:nvSpPr>
              <p:cNvPr id="2" name="TextBox 1">
                <a:extLst>
                  <a:ext uri="{FF2B5EF4-FFF2-40B4-BE49-F238E27FC236}">
                    <a16:creationId xmlns:a16="http://schemas.microsoft.com/office/drawing/2014/main" id="{0E9B3EB1-5ED5-4887-B367-D1921CDC06BC}"/>
                  </a:ext>
                </a:extLst>
              </p:cNvPr>
              <p:cNvSpPr txBox="1">
                <a:spLocks noRot="1" noChangeAspect="1" noMove="1" noResize="1" noEditPoints="1" noAdjustHandles="1" noChangeArrowheads="1" noChangeShapeType="1" noTextEdit="1"/>
              </p:cNvSpPr>
              <p:nvPr/>
            </p:nvSpPr>
            <p:spPr>
              <a:xfrm>
                <a:off x="781235" y="1518082"/>
                <a:ext cx="5737931" cy="461665"/>
              </a:xfrm>
              <a:prstGeom prst="rect">
                <a:avLst/>
              </a:prstGeom>
              <a:blipFill>
                <a:blip r:embed="rId3"/>
                <a:stretch>
                  <a:fillRect l="-1594" t="-10526" b="-28947"/>
                </a:stretch>
              </a:blipFill>
            </p:spPr>
            <p:txBody>
              <a:bodyPr/>
              <a:lstStyle/>
              <a:p>
                <a:r>
                  <a:rPr lang="en-MY">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BF21625-2D10-4210-B829-DF91A4966384}"/>
                  </a:ext>
                </a:extLst>
              </p14:cNvPr>
              <p14:cNvContentPartPr/>
              <p14:nvPr/>
            </p14:nvContentPartPr>
            <p14:xfrm>
              <a:off x="2012040" y="1160280"/>
              <a:ext cx="6898320" cy="3512520"/>
            </p14:xfrm>
          </p:contentPart>
        </mc:Choice>
        <mc:Fallback xmlns="">
          <p:pic>
            <p:nvPicPr>
              <p:cNvPr id="3" name="Ink 2">
                <a:extLst>
                  <a:ext uri="{FF2B5EF4-FFF2-40B4-BE49-F238E27FC236}">
                    <a16:creationId xmlns:a16="http://schemas.microsoft.com/office/drawing/2014/main" id="{6BF21625-2D10-4210-B829-DF91A4966384}"/>
                  </a:ext>
                </a:extLst>
              </p:cNvPr>
              <p:cNvPicPr/>
              <p:nvPr/>
            </p:nvPicPr>
            <p:blipFill>
              <a:blip r:embed="rId5"/>
              <a:stretch>
                <a:fillRect/>
              </a:stretch>
            </p:blipFill>
            <p:spPr>
              <a:xfrm>
                <a:off x="2002680" y="1150920"/>
                <a:ext cx="6917040" cy="3531240"/>
              </a:xfrm>
              <a:prstGeom prst="rect">
                <a:avLst/>
              </a:prstGeom>
            </p:spPr>
          </p:pic>
        </mc:Fallback>
      </mc:AlternateContent>
    </p:spTree>
    <p:extLst>
      <p:ext uri="{BB962C8B-B14F-4D97-AF65-F5344CB8AC3E}">
        <p14:creationId xmlns:p14="http://schemas.microsoft.com/office/powerpoint/2010/main" val="146294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0618BB83-8DDB-42C0-84D3-D37705A1FA5E}"/>
                  </a:ext>
                </a:extLst>
              </p14:cNvPr>
              <p14:cNvContentPartPr/>
              <p14:nvPr/>
            </p14:nvContentPartPr>
            <p14:xfrm>
              <a:off x="1450080" y="720"/>
              <a:ext cx="10266120" cy="6129360"/>
            </p14:xfrm>
          </p:contentPart>
        </mc:Choice>
        <mc:Fallback xmlns="">
          <p:pic>
            <p:nvPicPr>
              <p:cNvPr id="2" name="Ink 1">
                <a:extLst>
                  <a:ext uri="{FF2B5EF4-FFF2-40B4-BE49-F238E27FC236}">
                    <a16:creationId xmlns:a16="http://schemas.microsoft.com/office/drawing/2014/main" id="{0618BB83-8DDB-42C0-84D3-D37705A1FA5E}"/>
                  </a:ext>
                </a:extLst>
              </p:cNvPr>
              <p:cNvPicPr/>
              <p:nvPr/>
            </p:nvPicPr>
            <p:blipFill>
              <a:blip r:embed="rId3"/>
              <a:stretch>
                <a:fillRect/>
              </a:stretch>
            </p:blipFill>
            <p:spPr>
              <a:xfrm>
                <a:off x="1440720" y="-8640"/>
                <a:ext cx="10284840" cy="6148080"/>
              </a:xfrm>
              <a:prstGeom prst="rect">
                <a:avLst/>
              </a:prstGeom>
            </p:spPr>
          </p:pic>
        </mc:Fallback>
      </mc:AlternateContent>
    </p:spTree>
    <p:extLst>
      <p:ext uri="{BB962C8B-B14F-4D97-AF65-F5344CB8AC3E}">
        <p14:creationId xmlns:p14="http://schemas.microsoft.com/office/powerpoint/2010/main" val="4005541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计算机生成了可选文字:&#10;36.8 Theorem &#10;(First Sylow Theorem) Let G be a finite group and let IGI = pnm where n 1 and &#10;where p does not divide m. Then &#10;1. G contains a subgroup of order pl for each i where 1 i S n, &#10;2. Every subgroup H of G of order p' is a normal subgroup of a subgroup of &#10;order PI +1 forl S i &lt; n. ">
            <a:extLst>
              <a:ext uri="{FF2B5EF4-FFF2-40B4-BE49-F238E27FC236}">
                <a16:creationId xmlns:a16="http://schemas.microsoft.com/office/drawing/2014/main" id="{95B92989-70E4-42C6-9E24-E30D40ACF3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690" y="522653"/>
            <a:ext cx="8863981" cy="152506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013B937-59BF-4573-A1ED-A7B2447FB175}"/>
                  </a:ext>
                </a:extLst>
              </p:cNvPr>
              <p:cNvSpPr txBox="1"/>
              <p:nvPr/>
            </p:nvSpPr>
            <p:spPr>
              <a:xfrm>
                <a:off x="802689" y="2308194"/>
                <a:ext cx="9921535" cy="3058914"/>
              </a:xfrm>
              <a:prstGeom prst="rect">
                <a:avLst/>
              </a:prstGeom>
              <a:noFill/>
            </p:spPr>
            <p:txBody>
              <a:bodyPr wrap="square" rtlCol="0">
                <a:spAutoFit/>
              </a:bodyPr>
              <a:lstStyle/>
              <a:p>
                <a:r>
                  <a:rPr lang="en-MY" sz="2400" dirty="0"/>
                  <a:t>In other word, there is a series of groups </a:t>
                </a:r>
                <a14:m>
                  <m:oMath xmlns:m="http://schemas.openxmlformats.org/officeDocument/2006/math">
                    <m:sSub>
                      <m:sSubPr>
                        <m:ctrlPr>
                          <a:rPr lang="en-MY" sz="2400" b="0" i="1" smtClean="0">
                            <a:latin typeface="Cambria Math" panose="02040503050406030204" pitchFamily="18" charset="0"/>
                          </a:rPr>
                        </m:ctrlPr>
                      </m:sSubPr>
                      <m:e>
                        <m:r>
                          <a:rPr lang="en-MY" sz="2400" b="0" i="1" smtClean="0">
                            <a:latin typeface="Cambria Math" panose="02040503050406030204" pitchFamily="18" charset="0"/>
                          </a:rPr>
                          <m:t>𝐻</m:t>
                        </m:r>
                      </m:e>
                      <m:sub>
                        <m:r>
                          <a:rPr lang="en-MY" sz="2400" b="0" i="1" smtClean="0">
                            <a:latin typeface="Cambria Math" panose="02040503050406030204" pitchFamily="18" charset="0"/>
                          </a:rPr>
                          <m:t>𝑖</m:t>
                        </m:r>
                      </m:sub>
                    </m:sSub>
                  </m:oMath>
                </a14:m>
                <a:r>
                  <a:rPr lang="en-MY" sz="2400" dirty="0"/>
                  <a:t> such that </a:t>
                </a:r>
              </a:p>
              <a:p>
                <a:pPr marL="342900" indent="-342900">
                  <a:buFont typeface="Arial" panose="020B0604020202020204" pitchFamily="34" charset="0"/>
                  <a:buChar char="•"/>
                </a:pPr>
                <a14:m>
                  <m:oMath xmlns:m="http://schemas.openxmlformats.org/officeDocument/2006/math">
                    <m:d>
                      <m:dPr>
                        <m:begChr m:val="|"/>
                        <m:endChr m:val="|"/>
                        <m:ctrlPr>
                          <a:rPr lang="en-MY" sz="2400" b="0" i="1" smtClean="0">
                            <a:latin typeface="Cambria Math" panose="02040503050406030204" pitchFamily="18" charset="0"/>
                          </a:rPr>
                        </m:ctrlPr>
                      </m:dPr>
                      <m:e>
                        <m:sSub>
                          <m:sSubPr>
                            <m:ctrlPr>
                              <a:rPr lang="en-MY" sz="2400" b="0" i="1" smtClean="0">
                                <a:latin typeface="Cambria Math" panose="02040503050406030204" pitchFamily="18" charset="0"/>
                              </a:rPr>
                            </m:ctrlPr>
                          </m:sSubPr>
                          <m:e>
                            <m:r>
                              <a:rPr lang="en-MY" sz="2400" b="0" i="1" smtClean="0">
                                <a:latin typeface="Cambria Math" panose="02040503050406030204" pitchFamily="18" charset="0"/>
                              </a:rPr>
                              <m:t>𝐻</m:t>
                            </m:r>
                          </m:e>
                          <m:sub>
                            <m:r>
                              <a:rPr lang="en-MY" sz="2400" b="0" i="1" smtClean="0">
                                <a:latin typeface="Cambria Math" panose="02040503050406030204" pitchFamily="18" charset="0"/>
                              </a:rPr>
                              <m:t>𝑖</m:t>
                            </m:r>
                          </m:sub>
                        </m:sSub>
                      </m:e>
                    </m:d>
                    <m:r>
                      <a:rPr lang="en-MY" sz="2400" b="0" i="1" smtClean="0">
                        <a:latin typeface="Cambria Math" panose="02040503050406030204" pitchFamily="18" charset="0"/>
                      </a:rPr>
                      <m:t>=</m:t>
                    </m:r>
                    <m:sSup>
                      <m:sSupPr>
                        <m:ctrlPr>
                          <a:rPr lang="en-MY" sz="2400" b="0" i="1" smtClean="0">
                            <a:latin typeface="Cambria Math" panose="02040503050406030204" pitchFamily="18" charset="0"/>
                          </a:rPr>
                        </m:ctrlPr>
                      </m:sSupPr>
                      <m:e>
                        <m:r>
                          <a:rPr lang="en-MY" sz="2400" b="0" i="1" smtClean="0">
                            <a:latin typeface="Cambria Math" panose="02040503050406030204" pitchFamily="18" charset="0"/>
                          </a:rPr>
                          <m:t>𝑝</m:t>
                        </m:r>
                      </m:e>
                      <m:sup>
                        <m:r>
                          <a:rPr lang="en-MY" sz="2400" b="0" i="1" smtClean="0">
                            <a:latin typeface="Cambria Math" panose="02040503050406030204" pitchFamily="18" charset="0"/>
                          </a:rPr>
                          <m:t>𝑖</m:t>
                        </m:r>
                      </m:sup>
                    </m:sSup>
                  </m:oMath>
                </a14:m>
                <a:endParaRPr lang="en-MY" sz="2400" dirty="0"/>
              </a:p>
              <a:p>
                <a:pPr marL="342900" indent="-342900">
                  <a:buFont typeface="Arial" panose="020B0604020202020204" pitchFamily="34" charset="0"/>
                  <a:buChar char="•"/>
                </a:pPr>
                <a14:m>
                  <m:oMath xmlns:m="http://schemas.openxmlformats.org/officeDocument/2006/math">
                    <m:sSub>
                      <m:sSubPr>
                        <m:ctrlPr>
                          <a:rPr lang="en-MY" sz="2400" b="0" i="1" smtClean="0">
                            <a:latin typeface="Cambria Math" panose="02040503050406030204" pitchFamily="18" charset="0"/>
                          </a:rPr>
                        </m:ctrlPr>
                      </m:sSubPr>
                      <m:e>
                        <m:r>
                          <a:rPr lang="en-MY" sz="2400" b="0" i="1" smtClean="0">
                            <a:latin typeface="Cambria Math" panose="02040503050406030204" pitchFamily="18" charset="0"/>
                          </a:rPr>
                          <m:t>𝐻</m:t>
                        </m:r>
                      </m:e>
                      <m:sub>
                        <m:r>
                          <a:rPr lang="en-MY" sz="2400" b="0" i="1" smtClean="0">
                            <a:latin typeface="Cambria Math" panose="02040503050406030204" pitchFamily="18" charset="0"/>
                          </a:rPr>
                          <m:t>𝑖</m:t>
                        </m:r>
                      </m:sub>
                    </m:sSub>
                    <m:r>
                      <a:rPr lang="en-MY" sz="2400" b="0" i="1" smtClean="0">
                        <a:latin typeface="Cambria Math" panose="02040503050406030204" pitchFamily="18" charset="0"/>
                        <a:ea typeface="Cambria Math" panose="02040503050406030204" pitchFamily="18" charset="0"/>
                      </a:rPr>
                      <m:t>⊲</m:t>
                    </m:r>
                    <m:sSub>
                      <m:sSubPr>
                        <m:ctrlPr>
                          <a:rPr lang="en-MY" sz="2400" b="0" i="1" smtClean="0">
                            <a:latin typeface="Cambria Math" panose="02040503050406030204" pitchFamily="18" charset="0"/>
                            <a:ea typeface="Cambria Math" panose="02040503050406030204" pitchFamily="18" charset="0"/>
                          </a:rPr>
                        </m:ctrlPr>
                      </m:sSubPr>
                      <m:e>
                        <m:r>
                          <a:rPr lang="en-MY" sz="2400" b="0" i="1" smtClean="0">
                            <a:latin typeface="Cambria Math" panose="02040503050406030204" pitchFamily="18" charset="0"/>
                            <a:ea typeface="Cambria Math" panose="02040503050406030204" pitchFamily="18" charset="0"/>
                          </a:rPr>
                          <m:t>𝐻</m:t>
                        </m:r>
                      </m:e>
                      <m:sub>
                        <m:r>
                          <a:rPr lang="en-MY" sz="2400" b="0" i="1" smtClean="0">
                            <a:latin typeface="Cambria Math" panose="02040503050406030204" pitchFamily="18" charset="0"/>
                            <a:ea typeface="Cambria Math" panose="02040503050406030204" pitchFamily="18" charset="0"/>
                          </a:rPr>
                          <m:t>𝑖</m:t>
                        </m:r>
                        <m:r>
                          <a:rPr lang="en-MY" sz="2400" b="0" i="1" smtClean="0">
                            <a:latin typeface="Cambria Math" panose="02040503050406030204" pitchFamily="18" charset="0"/>
                            <a:ea typeface="Cambria Math" panose="02040503050406030204" pitchFamily="18" charset="0"/>
                          </a:rPr>
                          <m:t>+1</m:t>
                        </m:r>
                      </m:sub>
                    </m:sSub>
                  </m:oMath>
                </a14:m>
                <a:endParaRPr lang="en-MY" sz="2400" dirty="0"/>
              </a:p>
              <a:p>
                <a:endParaRPr lang="en-MY" sz="2400" dirty="0"/>
              </a:p>
              <a:p>
                <a:endParaRPr lang="en-MY" sz="2400" dirty="0"/>
              </a:p>
              <a:p>
                <a:r>
                  <a:rPr lang="en-MY" sz="2400" dirty="0"/>
                  <a:t>Proof: By induction </a:t>
                </a:r>
              </a:p>
              <a:p>
                <a:endParaRPr lang="en-MY" sz="2400" dirty="0"/>
              </a:p>
              <a:p>
                <a:r>
                  <a:rPr lang="en-MY" sz="2400" dirty="0"/>
                  <a:t>Initial case:  Apply Cauchy’s theorem:</a:t>
                </a:r>
              </a:p>
            </p:txBody>
          </p:sp>
        </mc:Choice>
        <mc:Fallback xmlns="">
          <p:sp>
            <p:nvSpPr>
              <p:cNvPr id="3" name="TextBox 2">
                <a:extLst>
                  <a:ext uri="{FF2B5EF4-FFF2-40B4-BE49-F238E27FC236}">
                    <a16:creationId xmlns:a16="http://schemas.microsoft.com/office/drawing/2014/main" id="{6013B937-59BF-4573-A1ED-A7B2447FB175}"/>
                  </a:ext>
                </a:extLst>
              </p:cNvPr>
              <p:cNvSpPr txBox="1">
                <a:spLocks noRot="1" noChangeAspect="1" noMove="1" noResize="1" noEditPoints="1" noAdjustHandles="1" noChangeArrowheads="1" noChangeShapeType="1" noTextEdit="1"/>
              </p:cNvSpPr>
              <p:nvPr/>
            </p:nvSpPr>
            <p:spPr>
              <a:xfrm>
                <a:off x="802689" y="2308194"/>
                <a:ext cx="9921535" cy="3058914"/>
              </a:xfrm>
              <a:prstGeom prst="rect">
                <a:avLst/>
              </a:prstGeom>
              <a:blipFill>
                <a:blip r:embed="rId3"/>
                <a:stretch>
                  <a:fillRect l="-983" t="-1597" b="-3792"/>
                </a:stretch>
              </a:blipFill>
            </p:spPr>
            <p:txBody>
              <a:bodyPr/>
              <a:lstStyle/>
              <a:p>
                <a:r>
                  <a:rPr lang="en-MY">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DB3380E5-F9A2-40D2-9DAD-E7BDDC976339}"/>
                  </a:ext>
                </a:extLst>
              </p14:cNvPr>
              <p14:cNvContentPartPr/>
              <p14:nvPr/>
            </p14:nvContentPartPr>
            <p14:xfrm>
              <a:off x="2951640" y="4173120"/>
              <a:ext cx="7865280" cy="2103480"/>
            </p14:xfrm>
          </p:contentPart>
        </mc:Choice>
        <mc:Fallback xmlns="">
          <p:pic>
            <p:nvPicPr>
              <p:cNvPr id="4" name="Ink 3">
                <a:extLst>
                  <a:ext uri="{FF2B5EF4-FFF2-40B4-BE49-F238E27FC236}">
                    <a16:creationId xmlns:a16="http://schemas.microsoft.com/office/drawing/2014/main" id="{DB3380E5-F9A2-40D2-9DAD-E7BDDC976339}"/>
                  </a:ext>
                </a:extLst>
              </p:cNvPr>
              <p:cNvPicPr/>
              <p:nvPr/>
            </p:nvPicPr>
            <p:blipFill>
              <a:blip r:embed="rId5"/>
              <a:stretch>
                <a:fillRect/>
              </a:stretch>
            </p:blipFill>
            <p:spPr>
              <a:xfrm>
                <a:off x="2942280" y="4163760"/>
                <a:ext cx="7884000" cy="2122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AAB0FA0B-A490-45E0-A876-63EBED8B9BC5}"/>
                  </a:ext>
                </a:extLst>
              </p14:cNvPr>
              <p14:cNvContentPartPr/>
              <p14:nvPr/>
            </p14:nvContentPartPr>
            <p14:xfrm>
              <a:off x="4226760" y="783720"/>
              <a:ext cx="7728480" cy="2922120"/>
            </p14:xfrm>
          </p:contentPart>
        </mc:Choice>
        <mc:Fallback>
          <p:pic>
            <p:nvPicPr>
              <p:cNvPr id="5" name="Ink 4">
                <a:extLst>
                  <a:ext uri="{FF2B5EF4-FFF2-40B4-BE49-F238E27FC236}">
                    <a16:creationId xmlns:a16="http://schemas.microsoft.com/office/drawing/2014/main" id="{AAB0FA0B-A490-45E0-A876-63EBED8B9BC5}"/>
                  </a:ext>
                </a:extLst>
              </p:cNvPr>
              <p:cNvPicPr/>
              <p:nvPr/>
            </p:nvPicPr>
            <p:blipFill>
              <a:blip r:embed="rId7"/>
              <a:stretch>
                <a:fillRect/>
              </a:stretch>
            </p:blipFill>
            <p:spPr>
              <a:xfrm>
                <a:off x="4217400" y="774360"/>
                <a:ext cx="7747200" cy="2940840"/>
              </a:xfrm>
              <a:prstGeom prst="rect">
                <a:avLst/>
              </a:prstGeom>
            </p:spPr>
          </p:pic>
        </mc:Fallback>
      </mc:AlternateContent>
    </p:spTree>
    <p:extLst>
      <p:ext uri="{BB962C8B-B14F-4D97-AF65-F5344CB8AC3E}">
        <p14:creationId xmlns:p14="http://schemas.microsoft.com/office/powerpoint/2010/main" val="3702936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E6B85D7-C014-4881-A313-975B221119A4}"/>
                  </a:ext>
                </a:extLst>
              </p:cNvPr>
              <p:cNvSpPr txBox="1"/>
              <p:nvPr/>
            </p:nvSpPr>
            <p:spPr>
              <a:xfrm>
                <a:off x="887767" y="523783"/>
                <a:ext cx="9756559" cy="461665"/>
              </a:xfrm>
              <a:prstGeom prst="rect">
                <a:avLst/>
              </a:prstGeom>
              <a:noFill/>
            </p:spPr>
            <p:txBody>
              <a:bodyPr wrap="square" rtlCol="0">
                <a:spAutoFit/>
              </a:bodyPr>
              <a:lstStyle/>
              <a:p>
                <a:r>
                  <a:rPr lang="en-MY" sz="2400" dirty="0"/>
                  <a:t>Induction hypothesis:  Suppose </a:t>
                </a:r>
                <a14:m>
                  <m:oMath xmlns:m="http://schemas.openxmlformats.org/officeDocument/2006/math">
                    <m:sSub>
                      <m:sSubPr>
                        <m:ctrlPr>
                          <a:rPr lang="en-MY" sz="2400" b="0" i="1" smtClean="0">
                            <a:latin typeface="Cambria Math" panose="02040503050406030204" pitchFamily="18" charset="0"/>
                          </a:rPr>
                        </m:ctrlPr>
                      </m:sSubPr>
                      <m:e>
                        <m:r>
                          <a:rPr lang="en-MY" sz="2400" b="0" i="1" smtClean="0">
                            <a:latin typeface="Cambria Math" panose="02040503050406030204" pitchFamily="18" charset="0"/>
                          </a:rPr>
                          <m:t>𝐻</m:t>
                        </m:r>
                      </m:e>
                      <m:sub>
                        <m:r>
                          <a:rPr lang="en-MY" sz="2400" b="0" i="1" smtClean="0">
                            <a:latin typeface="Cambria Math" panose="02040503050406030204" pitchFamily="18" charset="0"/>
                          </a:rPr>
                          <m:t>𝑖</m:t>
                        </m:r>
                      </m:sub>
                    </m:sSub>
                  </m:oMath>
                </a14:m>
                <a:r>
                  <a:rPr lang="en-MY" sz="2400" dirty="0"/>
                  <a:t> is constructed. Want to construct </a:t>
                </a:r>
                <a14:m>
                  <m:oMath xmlns:m="http://schemas.openxmlformats.org/officeDocument/2006/math">
                    <m:sSub>
                      <m:sSubPr>
                        <m:ctrlPr>
                          <a:rPr lang="en-MY" sz="2400" b="0" i="1" smtClean="0">
                            <a:latin typeface="Cambria Math" panose="02040503050406030204" pitchFamily="18" charset="0"/>
                          </a:rPr>
                        </m:ctrlPr>
                      </m:sSubPr>
                      <m:e>
                        <m:r>
                          <a:rPr lang="en-MY" sz="2400" b="0" i="1" smtClean="0">
                            <a:latin typeface="Cambria Math" panose="02040503050406030204" pitchFamily="18" charset="0"/>
                          </a:rPr>
                          <m:t>𝐻</m:t>
                        </m:r>
                      </m:e>
                      <m:sub>
                        <m:r>
                          <a:rPr lang="en-MY" sz="2400" b="0" i="1" smtClean="0">
                            <a:latin typeface="Cambria Math" panose="02040503050406030204" pitchFamily="18" charset="0"/>
                          </a:rPr>
                          <m:t>𝑖</m:t>
                        </m:r>
                        <m:r>
                          <a:rPr lang="en-MY" sz="2400" b="0" i="1" smtClean="0">
                            <a:latin typeface="Cambria Math" panose="02040503050406030204" pitchFamily="18" charset="0"/>
                          </a:rPr>
                          <m:t>+1</m:t>
                        </m:r>
                      </m:sub>
                    </m:sSub>
                  </m:oMath>
                </a14:m>
                <a:r>
                  <a:rPr lang="en-MY" sz="2400" dirty="0"/>
                  <a:t>  </a:t>
                </a:r>
              </a:p>
            </p:txBody>
          </p:sp>
        </mc:Choice>
        <mc:Fallback xmlns="">
          <p:sp>
            <p:nvSpPr>
              <p:cNvPr id="2" name="TextBox 1">
                <a:extLst>
                  <a:ext uri="{FF2B5EF4-FFF2-40B4-BE49-F238E27FC236}">
                    <a16:creationId xmlns:a16="http://schemas.microsoft.com/office/drawing/2014/main" id="{7E6B85D7-C014-4881-A313-975B221119A4}"/>
                  </a:ext>
                </a:extLst>
              </p:cNvPr>
              <p:cNvSpPr txBox="1">
                <a:spLocks noRot="1" noChangeAspect="1" noMove="1" noResize="1" noEditPoints="1" noAdjustHandles="1" noChangeArrowheads="1" noChangeShapeType="1" noTextEdit="1"/>
              </p:cNvSpPr>
              <p:nvPr/>
            </p:nvSpPr>
            <p:spPr>
              <a:xfrm>
                <a:off x="887767" y="523783"/>
                <a:ext cx="9756559" cy="461665"/>
              </a:xfrm>
              <a:prstGeom prst="rect">
                <a:avLst/>
              </a:prstGeom>
              <a:blipFill>
                <a:blip r:embed="rId2"/>
                <a:stretch>
                  <a:fillRect l="-1000" t="-10526" b="-28947"/>
                </a:stretch>
              </a:blipFill>
            </p:spPr>
            <p:txBody>
              <a:bodyPr/>
              <a:lstStyle/>
              <a:p>
                <a:r>
                  <a:rPr lang="en-MY">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E716D5A6-7F60-4B74-9A35-C8B37C033F52}"/>
                  </a:ext>
                </a:extLst>
              </p14:cNvPr>
              <p14:cNvContentPartPr/>
              <p14:nvPr/>
            </p14:nvContentPartPr>
            <p14:xfrm>
              <a:off x="631080" y="100440"/>
              <a:ext cx="11129400" cy="5583960"/>
            </p14:xfrm>
          </p:contentPart>
        </mc:Choice>
        <mc:Fallback xmlns="">
          <p:pic>
            <p:nvPicPr>
              <p:cNvPr id="3" name="Ink 2">
                <a:extLst>
                  <a:ext uri="{FF2B5EF4-FFF2-40B4-BE49-F238E27FC236}">
                    <a16:creationId xmlns:a16="http://schemas.microsoft.com/office/drawing/2014/main" id="{E716D5A6-7F60-4B74-9A35-C8B37C033F52}"/>
                  </a:ext>
                </a:extLst>
              </p:cNvPr>
              <p:cNvPicPr/>
              <p:nvPr/>
            </p:nvPicPr>
            <p:blipFill>
              <a:blip r:embed="rId4"/>
              <a:stretch>
                <a:fillRect/>
              </a:stretch>
            </p:blipFill>
            <p:spPr>
              <a:xfrm>
                <a:off x="621720" y="91080"/>
                <a:ext cx="11148120" cy="5602680"/>
              </a:xfrm>
              <a:prstGeom prst="rect">
                <a:avLst/>
              </a:prstGeom>
            </p:spPr>
          </p:pic>
        </mc:Fallback>
      </mc:AlternateContent>
    </p:spTree>
    <p:extLst>
      <p:ext uri="{BB962C8B-B14F-4D97-AF65-F5344CB8AC3E}">
        <p14:creationId xmlns:p14="http://schemas.microsoft.com/office/powerpoint/2010/main" val="3554746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5A0D530-1039-442F-AF3B-EE0549C41F88}"/>
                  </a:ext>
                </a:extLst>
              </p14:cNvPr>
              <p14:cNvContentPartPr/>
              <p14:nvPr/>
            </p14:nvContentPartPr>
            <p14:xfrm>
              <a:off x="980640" y="192960"/>
              <a:ext cx="11142360" cy="6536160"/>
            </p14:xfrm>
          </p:contentPart>
        </mc:Choice>
        <mc:Fallback xmlns="">
          <p:pic>
            <p:nvPicPr>
              <p:cNvPr id="2" name="Ink 1">
                <a:extLst>
                  <a:ext uri="{FF2B5EF4-FFF2-40B4-BE49-F238E27FC236}">
                    <a16:creationId xmlns:a16="http://schemas.microsoft.com/office/drawing/2014/main" id="{85A0D530-1039-442F-AF3B-EE0549C41F88}"/>
                  </a:ext>
                </a:extLst>
              </p:cNvPr>
              <p:cNvPicPr/>
              <p:nvPr/>
            </p:nvPicPr>
            <p:blipFill>
              <a:blip r:embed="rId3"/>
              <a:stretch>
                <a:fillRect/>
              </a:stretch>
            </p:blipFill>
            <p:spPr>
              <a:xfrm>
                <a:off x="971280" y="183600"/>
                <a:ext cx="11161080" cy="6554880"/>
              </a:xfrm>
              <a:prstGeom prst="rect">
                <a:avLst/>
              </a:prstGeom>
            </p:spPr>
          </p:pic>
        </mc:Fallback>
      </mc:AlternateContent>
    </p:spTree>
    <p:extLst>
      <p:ext uri="{BB962C8B-B14F-4D97-AF65-F5344CB8AC3E}">
        <p14:creationId xmlns:p14="http://schemas.microsoft.com/office/powerpoint/2010/main" val="251576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49A2F31-398C-433E-9AF4-A49391B016D4}"/>
                  </a:ext>
                </a:extLst>
              </p14:cNvPr>
              <p14:cNvContentPartPr/>
              <p14:nvPr/>
            </p14:nvContentPartPr>
            <p14:xfrm>
              <a:off x="702360" y="288000"/>
              <a:ext cx="10325160" cy="6461640"/>
            </p14:xfrm>
          </p:contentPart>
        </mc:Choice>
        <mc:Fallback xmlns="">
          <p:pic>
            <p:nvPicPr>
              <p:cNvPr id="2" name="Ink 1">
                <a:extLst>
                  <a:ext uri="{FF2B5EF4-FFF2-40B4-BE49-F238E27FC236}">
                    <a16:creationId xmlns:a16="http://schemas.microsoft.com/office/drawing/2014/main" id="{349A2F31-398C-433E-9AF4-A49391B016D4}"/>
                  </a:ext>
                </a:extLst>
              </p:cNvPr>
              <p:cNvPicPr/>
              <p:nvPr/>
            </p:nvPicPr>
            <p:blipFill>
              <a:blip r:embed="rId3"/>
              <a:stretch>
                <a:fillRect/>
              </a:stretch>
            </p:blipFill>
            <p:spPr>
              <a:xfrm>
                <a:off x="693000" y="278640"/>
                <a:ext cx="10343880" cy="6480360"/>
              </a:xfrm>
              <a:prstGeom prst="rect">
                <a:avLst/>
              </a:prstGeom>
            </p:spPr>
          </p:pic>
        </mc:Fallback>
      </mc:AlternateContent>
    </p:spTree>
    <p:extLst>
      <p:ext uri="{BB962C8B-B14F-4D97-AF65-F5344CB8AC3E}">
        <p14:creationId xmlns:p14="http://schemas.microsoft.com/office/powerpoint/2010/main" val="954364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Picture 1" descr="36.9 Definition ASylow p-subgroup P ofagroupGisamaximal p-subgroup &#10;contained in no larger p-subgmup. ">
            <a:extLst>
              <a:ext uri="{FF2B5EF4-FFF2-40B4-BE49-F238E27FC236}">
                <a16:creationId xmlns:a16="http://schemas.microsoft.com/office/drawing/2014/main" id="{7E0DCEEE-5CA7-4488-AB73-C60A71F601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335" y="310718"/>
            <a:ext cx="11154797" cy="87001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A8BDF85-AA2C-4900-AD73-ED3E54BE74EB}"/>
                  </a:ext>
                </a:extLst>
              </p:cNvPr>
              <p:cNvSpPr txBox="1"/>
              <p:nvPr/>
            </p:nvSpPr>
            <p:spPr>
              <a:xfrm>
                <a:off x="736847" y="1837678"/>
                <a:ext cx="10582182" cy="954107"/>
              </a:xfrm>
              <a:prstGeom prst="rect">
                <a:avLst/>
              </a:prstGeom>
              <a:noFill/>
            </p:spPr>
            <p:txBody>
              <a:bodyPr wrap="square" rtlCol="0">
                <a:spAutoFit/>
              </a:bodyPr>
              <a:lstStyle/>
              <a:p>
                <a:r>
                  <a:rPr lang="en-MY" sz="2800" dirty="0"/>
                  <a:t>Sylow’s first theorem: If </a:t>
                </a:r>
                <a14:m>
                  <m:oMath xmlns:m="http://schemas.openxmlformats.org/officeDocument/2006/math">
                    <m:r>
                      <a:rPr lang="en-MY" sz="2800" b="0" i="1" smtClean="0">
                        <a:latin typeface="Cambria Math" panose="02040503050406030204" pitchFamily="18" charset="0"/>
                      </a:rPr>
                      <m:t>𝐺</m:t>
                    </m:r>
                  </m:oMath>
                </a14:m>
                <a:r>
                  <a:rPr lang="en-MY" sz="2800" dirty="0"/>
                  <a:t> is a finite group, then </a:t>
                </a:r>
              </a:p>
              <a:p>
                <a:r>
                  <a:rPr lang="en-MY" sz="2800" b="0" dirty="0"/>
                  <a:t>			</a:t>
                </a:r>
                <a14:m>
                  <m:oMath xmlns:m="http://schemas.openxmlformats.org/officeDocument/2006/math">
                    <m:d>
                      <m:dPr>
                        <m:begChr m:val="|"/>
                        <m:endChr m:val="|"/>
                        <m:ctrlPr>
                          <a:rPr lang="en-MY" sz="2800" b="0" i="1" smtClean="0">
                            <a:latin typeface="Cambria Math" panose="02040503050406030204" pitchFamily="18" charset="0"/>
                          </a:rPr>
                        </m:ctrlPr>
                      </m:dPr>
                      <m:e>
                        <m:r>
                          <m:rPr>
                            <m:sty m:val="p"/>
                          </m:rPr>
                          <a:rPr lang="en-MY" sz="2800" b="0" i="0" smtClean="0">
                            <a:latin typeface="Cambria Math" panose="02040503050406030204" pitchFamily="18" charset="0"/>
                          </a:rPr>
                          <m:t>a</m:t>
                        </m:r>
                        <m:r>
                          <a:rPr lang="en-MY" sz="2800" b="0" i="0" smtClean="0">
                            <a:latin typeface="Cambria Math" panose="02040503050406030204" pitchFamily="18" charset="0"/>
                          </a:rPr>
                          <m:t> </m:t>
                        </m:r>
                        <m:r>
                          <m:rPr>
                            <m:sty m:val="p"/>
                          </m:rPr>
                          <a:rPr lang="en-MY" sz="2800" b="0" i="0" smtClean="0">
                            <a:latin typeface="Cambria Math" panose="02040503050406030204" pitchFamily="18" charset="0"/>
                          </a:rPr>
                          <m:t>sylow</m:t>
                        </m:r>
                        <m:r>
                          <a:rPr lang="en-MY" sz="2800" b="0" i="0" smtClean="0">
                            <a:latin typeface="Cambria Math" panose="02040503050406030204" pitchFamily="18" charset="0"/>
                          </a:rPr>
                          <m:t> </m:t>
                        </m:r>
                        <m:r>
                          <m:rPr>
                            <m:sty m:val="p"/>
                          </m:rPr>
                          <a:rPr lang="en-MY" sz="2800" b="0" i="0" smtClean="0">
                            <a:latin typeface="Cambria Math" panose="02040503050406030204" pitchFamily="18" charset="0"/>
                          </a:rPr>
                          <m:t>p</m:t>
                        </m:r>
                        <m:r>
                          <a:rPr lang="en-MY" sz="2800" b="0" i="0" smtClean="0">
                            <a:latin typeface="Cambria Math" panose="02040503050406030204" pitchFamily="18" charset="0"/>
                          </a:rPr>
                          <m:t> </m:t>
                        </m:r>
                        <m:r>
                          <m:rPr>
                            <m:sty m:val="p"/>
                          </m:rPr>
                          <a:rPr lang="en-MY" sz="2800" b="0" i="0" smtClean="0">
                            <a:latin typeface="Cambria Math" panose="02040503050406030204" pitchFamily="18" charset="0"/>
                          </a:rPr>
                          <m:t>subgroup</m:t>
                        </m:r>
                      </m:e>
                    </m:d>
                    <m:r>
                      <a:rPr lang="en-MY" sz="2800" b="0" i="1" smtClean="0">
                        <a:latin typeface="Cambria Math" panose="02040503050406030204" pitchFamily="18" charset="0"/>
                      </a:rPr>
                      <m:t>=</m:t>
                    </m:r>
                    <m:r>
                      <a:rPr lang="en-MY" sz="2800" b="0" i="1" smtClean="0">
                        <a:latin typeface="Cambria Math" panose="02040503050406030204" pitchFamily="18" charset="0"/>
                      </a:rPr>
                      <m:t>𝑝</m:t>
                    </m:r>
                    <m:r>
                      <a:rPr lang="en-MY" sz="2800" b="0" i="1" smtClean="0">
                        <a:latin typeface="Cambria Math" panose="02040503050406030204" pitchFamily="18" charset="0"/>
                      </a:rPr>
                      <m:t> </m:t>
                    </m:r>
                    <m:r>
                      <a:rPr lang="en-MY" sz="2800" b="0" i="1" smtClean="0">
                        <a:latin typeface="Cambria Math" panose="02040503050406030204" pitchFamily="18" charset="0"/>
                      </a:rPr>
                      <m:t>𝑒𝑥𝑝𝑜𝑛𝑒𝑛𝑡</m:t>
                    </m:r>
                    <m:r>
                      <a:rPr lang="en-MY" sz="2800" b="0" i="1" smtClean="0">
                        <a:latin typeface="Cambria Math" panose="02040503050406030204" pitchFamily="18" charset="0"/>
                      </a:rPr>
                      <m:t> </m:t>
                    </m:r>
                    <m:r>
                      <a:rPr lang="en-MY" sz="2800" b="0" i="1" smtClean="0">
                        <a:latin typeface="Cambria Math" panose="02040503050406030204" pitchFamily="18" charset="0"/>
                      </a:rPr>
                      <m:t>𝑜𝑓</m:t>
                    </m:r>
                    <m:r>
                      <a:rPr lang="en-MY" sz="2800" b="0" i="1" smtClean="0">
                        <a:latin typeface="Cambria Math" panose="02040503050406030204" pitchFamily="18" charset="0"/>
                      </a:rPr>
                      <m:t> |</m:t>
                    </m:r>
                    <m:r>
                      <a:rPr lang="en-MY" sz="2800" b="0" i="1" smtClean="0">
                        <a:latin typeface="Cambria Math" panose="02040503050406030204" pitchFamily="18" charset="0"/>
                      </a:rPr>
                      <m:t>𝐺</m:t>
                    </m:r>
                    <m:r>
                      <a:rPr lang="en-MY" sz="2800" b="0" i="1" smtClean="0">
                        <a:latin typeface="Cambria Math" panose="02040503050406030204" pitchFamily="18" charset="0"/>
                      </a:rPr>
                      <m:t>| </m:t>
                    </m:r>
                  </m:oMath>
                </a14:m>
                <a:r>
                  <a:rPr lang="en-MY" sz="2800" dirty="0"/>
                  <a:t> </a:t>
                </a:r>
              </a:p>
            </p:txBody>
          </p:sp>
        </mc:Choice>
        <mc:Fallback xmlns="">
          <p:sp>
            <p:nvSpPr>
              <p:cNvPr id="2" name="TextBox 1">
                <a:extLst>
                  <a:ext uri="{FF2B5EF4-FFF2-40B4-BE49-F238E27FC236}">
                    <a16:creationId xmlns:a16="http://schemas.microsoft.com/office/drawing/2014/main" id="{1A8BDF85-AA2C-4900-AD73-ED3E54BE74EB}"/>
                  </a:ext>
                </a:extLst>
              </p:cNvPr>
              <p:cNvSpPr txBox="1">
                <a:spLocks noRot="1" noChangeAspect="1" noMove="1" noResize="1" noEditPoints="1" noAdjustHandles="1" noChangeArrowheads="1" noChangeShapeType="1" noTextEdit="1"/>
              </p:cNvSpPr>
              <p:nvPr/>
            </p:nvSpPr>
            <p:spPr>
              <a:xfrm>
                <a:off x="736847" y="1837678"/>
                <a:ext cx="10582182" cy="954107"/>
              </a:xfrm>
              <a:prstGeom prst="rect">
                <a:avLst/>
              </a:prstGeom>
              <a:blipFill>
                <a:blip r:embed="rId3"/>
                <a:stretch>
                  <a:fillRect l="-1210" t="-5732"/>
                </a:stretch>
              </a:blipFill>
            </p:spPr>
            <p:txBody>
              <a:bodyPr/>
              <a:lstStyle/>
              <a:p>
                <a:r>
                  <a:rPr lang="en-MY">
                    <a:noFill/>
                  </a:rPr>
                  <a:t> </a:t>
                </a:r>
              </a:p>
            </p:txBody>
          </p:sp>
        </mc:Fallback>
      </mc:AlternateContent>
      <p:sp>
        <p:nvSpPr>
          <p:cNvPr id="3" name="Rectangle 2">
            <a:extLst>
              <a:ext uri="{FF2B5EF4-FFF2-40B4-BE49-F238E27FC236}">
                <a16:creationId xmlns:a16="http://schemas.microsoft.com/office/drawing/2014/main" id="{7F572A4E-D4C5-4A7F-81F7-A9DDC2C08C07}"/>
              </a:ext>
            </a:extLst>
          </p:cNvPr>
          <p:cNvSpPr/>
          <p:nvPr/>
        </p:nvSpPr>
        <p:spPr>
          <a:xfrm>
            <a:off x="736847" y="5799126"/>
            <a:ext cx="4246267" cy="369332"/>
          </a:xfrm>
          <a:prstGeom prst="rect">
            <a:avLst/>
          </a:prstGeom>
        </p:spPr>
        <p:txBody>
          <a:bodyPr wrap="square">
            <a:spAutoFit/>
          </a:bodyPr>
          <a:lstStyle/>
          <a:p>
            <a:r>
              <a:rPr lang="en-US" dirty="0">
                <a:latin typeface="Calibri" panose="020F0502020204030204" pitchFamily="34" charset="0"/>
              </a:rPr>
              <a:t>"Partial converse" to </a:t>
            </a:r>
            <a:r>
              <a:rPr lang="en-US" altLang="zh-CN" dirty="0">
                <a:latin typeface="Calibri" panose="020F0502020204030204" pitchFamily="34" charset="0"/>
              </a:rPr>
              <a:t>Lagrange</a:t>
            </a:r>
            <a:r>
              <a:rPr lang="en-US" dirty="0">
                <a:latin typeface="Calibri" panose="020F0502020204030204" pitchFamily="34" charset="0"/>
              </a:rPr>
              <a:t>'s theorem </a:t>
            </a:r>
            <a:endParaRPr lang="en-MY" dirty="0">
              <a:latin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526DD8FA-4B37-468F-BC4D-558E6B821B50}"/>
                  </a:ext>
                </a:extLst>
              </p14:cNvPr>
              <p14:cNvContentPartPr/>
              <p14:nvPr/>
            </p14:nvContentPartPr>
            <p14:xfrm>
              <a:off x="827640" y="2253960"/>
              <a:ext cx="9050760" cy="3953880"/>
            </p14:xfrm>
          </p:contentPart>
        </mc:Choice>
        <mc:Fallback xmlns="">
          <p:pic>
            <p:nvPicPr>
              <p:cNvPr id="4" name="Ink 3">
                <a:extLst>
                  <a:ext uri="{FF2B5EF4-FFF2-40B4-BE49-F238E27FC236}">
                    <a16:creationId xmlns:a16="http://schemas.microsoft.com/office/drawing/2014/main" id="{526DD8FA-4B37-468F-BC4D-558E6B821B50}"/>
                  </a:ext>
                </a:extLst>
              </p:cNvPr>
              <p:cNvPicPr/>
              <p:nvPr/>
            </p:nvPicPr>
            <p:blipFill>
              <a:blip r:embed="rId5"/>
              <a:stretch>
                <a:fillRect/>
              </a:stretch>
            </p:blipFill>
            <p:spPr>
              <a:xfrm>
                <a:off x="818280" y="2244600"/>
                <a:ext cx="9069480" cy="3972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4CD73DD0-960F-43AF-A152-F09D03B1D351}"/>
                  </a:ext>
                </a:extLst>
              </p14:cNvPr>
              <p14:cNvContentPartPr/>
              <p14:nvPr/>
            </p14:nvContentPartPr>
            <p14:xfrm>
              <a:off x="646560" y="281880"/>
              <a:ext cx="11214360" cy="2617920"/>
            </p14:xfrm>
          </p:contentPart>
        </mc:Choice>
        <mc:Fallback>
          <p:pic>
            <p:nvPicPr>
              <p:cNvPr id="5" name="Ink 4">
                <a:extLst>
                  <a:ext uri="{FF2B5EF4-FFF2-40B4-BE49-F238E27FC236}">
                    <a16:creationId xmlns:a16="http://schemas.microsoft.com/office/drawing/2014/main" id="{4CD73DD0-960F-43AF-A152-F09D03B1D351}"/>
                  </a:ext>
                </a:extLst>
              </p:cNvPr>
              <p:cNvPicPr/>
              <p:nvPr/>
            </p:nvPicPr>
            <p:blipFill>
              <a:blip r:embed="rId7"/>
              <a:stretch>
                <a:fillRect/>
              </a:stretch>
            </p:blipFill>
            <p:spPr>
              <a:xfrm>
                <a:off x="637200" y="272520"/>
                <a:ext cx="11233080" cy="2636640"/>
              </a:xfrm>
              <a:prstGeom prst="rect">
                <a:avLst/>
              </a:prstGeom>
            </p:spPr>
          </p:pic>
        </mc:Fallback>
      </mc:AlternateContent>
    </p:spTree>
    <p:extLst>
      <p:ext uri="{BB962C8B-B14F-4D97-AF65-F5344CB8AC3E}">
        <p14:creationId xmlns:p14="http://schemas.microsoft.com/office/powerpoint/2010/main" val="14089894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AB605F5-6FC6-447F-A434-B98B03A352DD}"/>
                  </a:ext>
                </a:extLst>
              </p14:cNvPr>
              <p14:cNvContentPartPr/>
              <p14:nvPr/>
            </p14:nvContentPartPr>
            <p14:xfrm>
              <a:off x="259200" y="720"/>
              <a:ext cx="11801160" cy="5655960"/>
            </p14:xfrm>
          </p:contentPart>
        </mc:Choice>
        <mc:Fallback>
          <p:pic>
            <p:nvPicPr>
              <p:cNvPr id="2" name="Ink 1">
                <a:extLst>
                  <a:ext uri="{FF2B5EF4-FFF2-40B4-BE49-F238E27FC236}">
                    <a16:creationId xmlns:a16="http://schemas.microsoft.com/office/drawing/2014/main" id="{AAB605F5-6FC6-447F-A434-B98B03A352DD}"/>
                  </a:ext>
                </a:extLst>
              </p:cNvPr>
              <p:cNvPicPr/>
              <p:nvPr/>
            </p:nvPicPr>
            <p:blipFill>
              <a:blip r:embed="rId3"/>
              <a:stretch>
                <a:fillRect/>
              </a:stretch>
            </p:blipFill>
            <p:spPr>
              <a:xfrm>
                <a:off x="249840" y="-8640"/>
                <a:ext cx="11819880" cy="5674680"/>
              </a:xfrm>
              <a:prstGeom prst="rect">
                <a:avLst/>
              </a:prstGeom>
            </p:spPr>
          </p:pic>
        </mc:Fallback>
      </mc:AlternateContent>
    </p:spTree>
    <p:extLst>
      <p:ext uri="{BB962C8B-B14F-4D97-AF65-F5344CB8AC3E}">
        <p14:creationId xmlns:p14="http://schemas.microsoft.com/office/powerpoint/2010/main" val="1223565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7DDB973-E72B-486A-BA5C-84E50CF7CCC3}"/>
                  </a:ext>
                </a:extLst>
              </p14:cNvPr>
              <p14:cNvContentPartPr/>
              <p14:nvPr/>
            </p14:nvContentPartPr>
            <p14:xfrm>
              <a:off x="1738440" y="242280"/>
              <a:ext cx="6681240" cy="2532960"/>
            </p14:xfrm>
          </p:contentPart>
        </mc:Choice>
        <mc:Fallback>
          <p:pic>
            <p:nvPicPr>
              <p:cNvPr id="2" name="Ink 1">
                <a:extLst>
                  <a:ext uri="{FF2B5EF4-FFF2-40B4-BE49-F238E27FC236}">
                    <a16:creationId xmlns:a16="http://schemas.microsoft.com/office/drawing/2014/main" id="{F7DDB973-E72B-486A-BA5C-84E50CF7CCC3}"/>
                  </a:ext>
                </a:extLst>
              </p:cNvPr>
              <p:cNvPicPr/>
              <p:nvPr/>
            </p:nvPicPr>
            <p:blipFill>
              <a:blip r:embed="rId3"/>
              <a:stretch>
                <a:fillRect/>
              </a:stretch>
            </p:blipFill>
            <p:spPr>
              <a:xfrm>
                <a:off x="1729080" y="232920"/>
                <a:ext cx="6699960" cy="2551680"/>
              </a:xfrm>
              <a:prstGeom prst="rect">
                <a:avLst/>
              </a:prstGeom>
            </p:spPr>
          </p:pic>
        </mc:Fallback>
      </mc:AlternateContent>
    </p:spTree>
    <p:extLst>
      <p:ext uri="{BB962C8B-B14F-4D97-AF65-F5344CB8AC3E}">
        <p14:creationId xmlns:p14="http://schemas.microsoft.com/office/powerpoint/2010/main" val="4227540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 name="Picture 1" descr="计算机生成了可选文字:&#10;36·10Theorem(SecondSylowTheorem)Letand尸2beSylowsubgroupsOfafinitegroupG.&#10;Then刍andP2areconjugatesubgroupsOfG．">
            <a:extLst>
              <a:ext uri="{FF2B5EF4-FFF2-40B4-BE49-F238E27FC236}">
                <a16:creationId xmlns:a16="http://schemas.microsoft.com/office/drawing/2014/main" id="{627C672B-F178-4DBD-952C-3CC05921FE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660" y="292962"/>
            <a:ext cx="10559567" cy="90552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9686116-BBF2-4A14-B7D9-F2FD65B9B169}"/>
                  </a:ext>
                </a:extLst>
              </p:cNvPr>
              <p:cNvSpPr txBox="1"/>
              <p:nvPr/>
            </p:nvSpPr>
            <p:spPr>
              <a:xfrm>
                <a:off x="781235" y="1518082"/>
                <a:ext cx="5737931" cy="461665"/>
              </a:xfrm>
              <a:prstGeom prst="rect">
                <a:avLst/>
              </a:prstGeom>
              <a:noFill/>
            </p:spPr>
            <p:txBody>
              <a:bodyPr wrap="square" rtlCol="0">
                <a:spAutoFit/>
              </a:bodyPr>
              <a:lstStyle/>
              <a:p>
                <a:r>
                  <a:rPr lang="en-US" sz="2400" dirty="0"/>
                  <a:t>Proof: Consider the </a:t>
                </a:r>
                <a14:m>
                  <m:oMath xmlns:m="http://schemas.openxmlformats.org/officeDocument/2006/math">
                    <m:sSub>
                      <m:sSubPr>
                        <m:ctrlPr>
                          <a:rPr lang="en-MY" sz="2400" b="0" i="1" smtClean="0">
                            <a:latin typeface="Cambria Math" panose="02040503050406030204" pitchFamily="18" charset="0"/>
                          </a:rPr>
                        </m:ctrlPr>
                      </m:sSubPr>
                      <m:e>
                        <m:r>
                          <a:rPr lang="en-MY" sz="2400" b="0" i="1" smtClean="0">
                            <a:latin typeface="Cambria Math" panose="02040503050406030204" pitchFamily="18" charset="0"/>
                          </a:rPr>
                          <m:t>𝑃</m:t>
                        </m:r>
                      </m:e>
                      <m:sub>
                        <m:r>
                          <a:rPr lang="en-MY" sz="2400" b="0" i="1" smtClean="0">
                            <a:latin typeface="Cambria Math" panose="02040503050406030204" pitchFamily="18" charset="0"/>
                          </a:rPr>
                          <m:t>1</m:t>
                        </m:r>
                      </m:sub>
                    </m:sSub>
                  </m:oMath>
                </a14:m>
                <a:r>
                  <a:rPr lang="en-US" sz="2400" dirty="0"/>
                  <a:t> action on </a:t>
                </a:r>
                <a14:m>
                  <m:oMath xmlns:m="http://schemas.openxmlformats.org/officeDocument/2006/math">
                    <m:r>
                      <m:rPr>
                        <m:sty m:val="p"/>
                      </m:rPr>
                      <a:rPr lang="en-MY" sz="2400" dirty="0">
                        <a:latin typeface="Cambria Math" panose="02040503050406030204" pitchFamily="18" charset="0"/>
                      </a:rPr>
                      <m:t>X</m:t>
                    </m:r>
                    <m:r>
                      <a:rPr lang="en-MY" sz="2400">
                        <a:latin typeface="Cambria Math" panose="02040503050406030204" pitchFamily="18" charset="0"/>
                      </a:rPr>
                      <m:t>≔</m:t>
                    </m:r>
                    <m:r>
                      <a:rPr lang="en-MY" sz="2400">
                        <a:latin typeface="Cambria Math" panose="02040503050406030204" pitchFamily="18" charset="0"/>
                      </a:rPr>
                      <m:t>𝐺</m:t>
                    </m:r>
                    <m:r>
                      <a:rPr lang="en-MY" sz="2400">
                        <a:latin typeface="Cambria Math" panose="02040503050406030204" pitchFamily="18" charset="0"/>
                      </a:rPr>
                      <m:t>/</m:t>
                    </m:r>
                    <m:sSub>
                      <m:sSubPr>
                        <m:ctrlPr>
                          <a:rPr lang="en-MY" sz="2400" b="0" i="1" smtClean="0">
                            <a:latin typeface="Cambria Math" panose="02040503050406030204" pitchFamily="18" charset="0"/>
                          </a:rPr>
                        </m:ctrlPr>
                      </m:sSubPr>
                      <m:e>
                        <m:r>
                          <a:rPr lang="en-MY" sz="2400" b="0" i="1" smtClean="0">
                            <a:latin typeface="Cambria Math" panose="02040503050406030204" pitchFamily="18" charset="0"/>
                          </a:rPr>
                          <m:t>𝑃</m:t>
                        </m:r>
                      </m:e>
                      <m:sub>
                        <m:r>
                          <a:rPr lang="en-MY" sz="2400" b="0" i="1" smtClean="0">
                            <a:latin typeface="Cambria Math" panose="02040503050406030204" pitchFamily="18" charset="0"/>
                          </a:rPr>
                          <m:t>2</m:t>
                        </m:r>
                      </m:sub>
                    </m:sSub>
                  </m:oMath>
                </a14:m>
                <a:r>
                  <a:rPr lang="en-MY" sz="2400" i="1" dirty="0"/>
                  <a:t>.</a:t>
                </a:r>
              </a:p>
            </p:txBody>
          </p:sp>
        </mc:Choice>
        <mc:Fallback xmlns="">
          <p:sp>
            <p:nvSpPr>
              <p:cNvPr id="3" name="TextBox 2">
                <a:extLst>
                  <a:ext uri="{FF2B5EF4-FFF2-40B4-BE49-F238E27FC236}">
                    <a16:creationId xmlns:a16="http://schemas.microsoft.com/office/drawing/2014/main" id="{D9686116-BBF2-4A14-B7D9-F2FD65B9B169}"/>
                  </a:ext>
                </a:extLst>
              </p:cNvPr>
              <p:cNvSpPr txBox="1">
                <a:spLocks noRot="1" noChangeAspect="1" noMove="1" noResize="1" noEditPoints="1" noAdjustHandles="1" noChangeArrowheads="1" noChangeShapeType="1" noTextEdit="1"/>
              </p:cNvSpPr>
              <p:nvPr/>
            </p:nvSpPr>
            <p:spPr>
              <a:xfrm>
                <a:off x="781235" y="1518082"/>
                <a:ext cx="5737931" cy="461665"/>
              </a:xfrm>
              <a:prstGeom prst="rect">
                <a:avLst/>
              </a:prstGeom>
              <a:blipFill>
                <a:blip r:embed="rId3"/>
                <a:stretch>
                  <a:fillRect l="-1594" t="-10526" b="-28947"/>
                </a:stretch>
              </a:blipFill>
            </p:spPr>
            <p:txBody>
              <a:bodyPr/>
              <a:lstStyle/>
              <a:p>
                <a:r>
                  <a:rPr lang="en-MY">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8D00F50A-49BC-4D37-8ECF-139A965E36D4}"/>
                  </a:ext>
                </a:extLst>
              </p14:cNvPr>
              <p14:cNvContentPartPr/>
              <p14:nvPr/>
            </p14:nvContentPartPr>
            <p14:xfrm>
              <a:off x="989280" y="1008000"/>
              <a:ext cx="11109600" cy="5786640"/>
            </p14:xfrm>
          </p:contentPart>
        </mc:Choice>
        <mc:Fallback>
          <p:pic>
            <p:nvPicPr>
              <p:cNvPr id="2" name="Ink 1">
                <a:extLst>
                  <a:ext uri="{FF2B5EF4-FFF2-40B4-BE49-F238E27FC236}">
                    <a16:creationId xmlns:a16="http://schemas.microsoft.com/office/drawing/2014/main" id="{8D00F50A-49BC-4D37-8ECF-139A965E36D4}"/>
                  </a:ext>
                </a:extLst>
              </p:cNvPr>
              <p:cNvPicPr/>
              <p:nvPr/>
            </p:nvPicPr>
            <p:blipFill>
              <a:blip r:embed="rId5"/>
              <a:stretch>
                <a:fillRect/>
              </a:stretch>
            </p:blipFill>
            <p:spPr>
              <a:xfrm>
                <a:off x="979920" y="998640"/>
                <a:ext cx="11128320" cy="5805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3A79CB52-B6B1-4785-8AA7-4CB503BCDE51}"/>
                  </a:ext>
                </a:extLst>
              </p14:cNvPr>
              <p14:cNvContentPartPr/>
              <p14:nvPr/>
            </p14:nvContentPartPr>
            <p14:xfrm>
              <a:off x="172080" y="3690360"/>
              <a:ext cx="5937120" cy="2797560"/>
            </p14:xfrm>
          </p:contentPart>
        </mc:Choice>
        <mc:Fallback>
          <p:pic>
            <p:nvPicPr>
              <p:cNvPr id="4" name="Ink 3">
                <a:extLst>
                  <a:ext uri="{FF2B5EF4-FFF2-40B4-BE49-F238E27FC236}">
                    <a16:creationId xmlns:a16="http://schemas.microsoft.com/office/drawing/2014/main" id="{3A79CB52-B6B1-4785-8AA7-4CB503BCDE51}"/>
                  </a:ext>
                </a:extLst>
              </p:cNvPr>
              <p:cNvPicPr/>
              <p:nvPr/>
            </p:nvPicPr>
            <p:blipFill>
              <a:blip r:embed="rId7"/>
              <a:stretch>
                <a:fillRect/>
              </a:stretch>
            </p:blipFill>
            <p:spPr>
              <a:xfrm>
                <a:off x="162720" y="3681000"/>
                <a:ext cx="5955840" cy="2816280"/>
              </a:xfrm>
              <a:prstGeom prst="rect">
                <a:avLst/>
              </a:prstGeom>
            </p:spPr>
          </p:pic>
        </mc:Fallback>
      </mc:AlternateContent>
    </p:spTree>
    <p:extLst>
      <p:ext uri="{BB962C8B-B14F-4D97-AF65-F5344CB8AC3E}">
        <p14:creationId xmlns:p14="http://schemas.microsoft.com/office/powerpoint/2010/main" val="3517677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69F252E-E890-4E4E-A3D9-10D2044ACD05}"/>
                  </a:ext>
                </a:extLst>
              </p14:cNvPr>
              <p14:cNvContentPartPr/>
              <p14:nvPr/>
            </p14:nvContentPartPr>
            <p14:xfrm>
              <a:off x="369720" y="237600"/>
              <a:ext cx="11487960" cy="6494040"/>
            </p14:xfrm>
          </p:contentPart>
        </mc:Choice>
        <mc:Fallback>
          <p:pic>
            <p:nvPicPr>
              <p:cNvPr id="2" name="Ink 1">
                <a:extLst>
                  <a:ext uri="{FF2B5EF4-FFF2-40B4-BE49-F238E27FC236}">
                    <a16:creationId xmlns:a16="http://schemas.microsoft.com/office/drawing/2014/main" id="{569F252E-E890-4E4E-A3D9-10D2044ACD05}"/>
                  </a:ext>
                </a:extLst>
              </p:cNvPr>
              <p:cNvPicPr/>
              <p:nvPr/>
            </p:nvPicPr>
            <p:blipFill>
              <a:blip r:embed="rId3"/>
              <a:stretch>
                <a:fillRect/>
              </a:stretch>
            </p:blipFill>
            <p:spPr>
              <a:xfrm>
                <a:off x="360360" y="228240"/>
                <a:ext cx="11506680" cy="6512760"/>
              </a:xfrm>
              <a:prstGeom prst="rect">
                <a:avLst/>
              </a:prstGeom>
            </p:spPr>
          </p:pic>
        </mc:Fallback>
      </mc:AlternateContent>
    </p:spTree>
    <p:extLst>
      <p:ext uri="{BB962C8B-B14F-4D97-AF65-F5344CB8AC3E}">
        <p14:creationId xmlns:p14="http://schemas.microsoft.com/office/powerpoint/2010/main" val="37289885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E4B35A54-DBC2-4665-A608-A0ED9178BAB5}"/>
                  </a:ext>
                </a:extLst>
              </p14:cNvPr>
              <p14:cNvContentPartPr/>
              <p14:nvPr/>
            </p14:nvContentPartPr>
            <p14:xfrm>
              <a:off x="200520" y="206640"/>
              <a:ext cx="11793960" cy="6492600"/>
            </p14:xfrm>
          </p:contentPart>
        </mc:Choice>
        <mc:Fallback>
          <p:pic>
            <p:nvPicPr>
              <p:cNvPr id="2" name="Ink 1">
                <a:extLst>
                  <a:ext uri="{FF2B5EF4-FFF2-40B4-BE49-F238E27FC236}">
                    <a16:creationId xmlns:a16="http://schemas.microsoft.com/office/drawing/2014/main" id="{E4B35A54-DBC2-4665-A608-A0ED9178BAB5}"/>
                  </a:ext>
                </a:extLst>
              </p:cNvPr>
              <p:cNvPicPr/>
              <p:nvPr/>
            </p:nvPicPr>
            <p:blipFill>
              <a:blip r:embed="rId3"/>
              <a:stretch>
                <a:fillRect/>
              </a:stretch>
            </p:blipFill>
            <p:spPr>
              <a:xfrm>
                <a:off x="191160" y="197280"/>
                <a:ext cx="11812680" cy="6511320"/>
              </a:xfrm>
              <a:prstGeom prst="rect">
                <a:avLst/>
              </a:prstGeom>
            </p:spPr>
          </p:pic>
        </mc:Fallback>
      </mc:AlternateContent>
    </p:spTree>
    <p:extLst>
      <p:ext uri="{BB962C8B-B14F-4D97-AF65-F5344CB8AC3E}">
        <p14:creationId xmlns:p14="http://schemas.microsoft.com/office/powerpoint/2010/main" val="34951036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F824402-C66F-4664-A69C-0719FEFC778A}"/>
                  </a:ext>
                </a:extLst>
              </p14:cNvPr>
              <p14:cNvContentPartPr/>
              <p14:nvPr/>
            </p14:nvContentPartPr>
            <p14:xfrm>
              <a:off x="552240" y="120960"/>
              <a:ext cx="11116080" cy="6111000"/>
            </p14:xfrm>
          </p:contentPart>
        </mc:Choice>
        <mc:Fallback>
          <p:pic>
            <p:nvPicPr>
              <p:cNvPr id="2" name="Ink 1">
                <a:extLst>
                  <a:ext uri="{FF2B5EF4-FFF2-40B4-BE49-F238E27FC236}">
                    <a16:creationId xmlns:a16="http://schemas.microsoft.com/office/drawing/2014/main" id="{0F824402-C66F-4664-A69C-0719FEFC778A}"/>
                  </a:ext>
                </a:extLst>
              </p:cNvPr>
              <p:cNvPicPr/>
              <p:nvPr/>
            </p:nvPicPr>
            <p:blipFill>
              <a:blip r:embed="rId3"/>
              <a:stretch>
                <a:fillRect/>
              </a:stretch>
            </p:blipFill>
            <p:spPr>
              <a:xfrm>
                <a:off x="542880" y="111600"/>
                <a:ext cx="11134800" cy="6129720"/>
              </a:xfrm>
              <a:prstGeom prst="rect">
                <a:avLst/>
              </a:prstGeom>
            </p:spPr>
          </p:pic>
        </mc:Fallback>
      </mc:AlternateContent>
    </p:spTree>
    <p:extLst>
      <p:ext uri="{BB962C8B-B14F-4D97-AF65-F5344CB8AC3E}">
        <p14:creationId xmlns:p14="http://schemas.microsoft.com/office/powerpoint/2010/main" val="32674755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descr="计算机生成了可选文字:&#10;36·11Theorem(ThirdSylowTheorem)IfGisafinitegroupandPdivides《G《，thenthenumberOf&#10;Sylowp-subgroupsiscongruentto1modulopanddivides》Gl.">
            <a:extLst>
              <a:ext uri="{FF2B5EF4-FFF2-40B4-BE49-F238E27FC236}">
                <a16:creationId xmlns:a16="http://schemas.microsoft.com/office/drawing/2014/main" id="{9B075FF8-0BAC-4A2F-A196-8BBDA46A4E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577" y="301842"/>
            <a:ext cx="11694846" cy="10120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B5945BB-6406-4D32-8A3D-E338B3700AC6}"/>
                  </a:ext>
                </a:extLst>
              </p:cNvPr>
              <p:cNvSpPr txBox="1"/>
              <p:nvPr/>
            </p:nvSpPr>
            <p:spPr>
              <a:xfrm>
                <a:off x="781235" y="1518082"/>
                <a:ext cx="8194089" cy="830997"/>
              </a:xfrm>
              <a:prstGeom prst="rect">
                <a:avLst/>
              </a:prstGeom>
              <a:noFill/>
            </p:spPr>
            <p:txBody>
              <a:bodyPr wrap="square" rtlCol="0">
                <a:spAutoFit/>
              </a:bodyPr>
              <a:lstStyle/>
              <a:p>
                <a:r>
                  <a:rPr lang="en-US" sz="2400" dirty="0"/>
                  <a:t>Proof: Let </a:t>
                </a:r>
                <a14:m>
                  <m:oMath xmlns:m="http://schemas.openxmlformats.org/officeDocument/2006/math">
                    <m:r>
                      <a:rPr lang="en-MY" sz="2400" b="0" i="1" smtClean="0">
                        <a:latin typeface="Cambria Math" panose="02040503050406030204" pitchFamily="18" charset="0"/>
                      </a:rPr>
                      <m:t>𝑃</m:t>
                    </m:r>
                  </m:oMath>
                </a14:m>
                <a:r>
                  <a:rPr lang="en-US" sz="2400" dirty="0"/>
                  <a:t> be a Sylow subgroup of </a:t>
                </a:r>
                <a14:m>
                  <m:oMath xmlns:m="http://schemas.openxmlformats.org/officeDocument/2006/math">
                    <m:r>
                      <a:rPr lang="en-MY" sz="2400" b="0" i="1" smtClean="0">
                        <a:latin typeface="Cambria Math" panose="02040503050406030204" pitchFamily="18" charset="0"/>
                      </a:rPr>
                      <m:t>𝐺</m:t>
                    </m:r>
                  </m:oMath>
                </a14:m>
                <a:r>
                  <a:rPr lang="en-US" sz="2400" dirty="0"/>
                  <a:t>. </a:t>
                </a:r>
              </a:p>
              <a:p>
                <a:r>
                  <a:rPr lang="en-US" sz="2400" dirty="0"/>
                  <a:t>Consider the </a:t>
                </a:r>
                <a14:m>
                  <m:oMath xmlns:m="http://schemas.openxmlformats.org/officeDocument/2006/math">
                    <m:r>
                      <a:rPr lang="en-MY" sz="2400" b="0" i="1" smtClean="0">
                        <a:latin typeface="Cambria Math" panose="02040503050406030204" pitchFamily="18" charset="0"/>
                      </a:rPr>
                      <m:t>𝑃</m:t>
                    </m:r>
                  </m:oMath>
                </a14:m>
                <a:r>
                  <a:rPr lang="en-US" sz="2400" dirty="0"/>
                  <a:t>-action on </a:t>
                </a:r>
                <a14:m>
                  <m:oMath xmlns:m="http://schemas.openxmlformats.org/officeDocument/2006/math">
                    <m:r>
                      <a:rPr lang="en-MY" sz="2400" i="1" smtClean="0">
                        <a:latin typeface="Cambria Math" panose="02040503050406030204" pitchFamily="18" charset="0"/>
                      </a:rPr>
                      <m:t>𝒮</m:t>
                    </m:r>
                    <m:r>
                      <a:rPr lang="en-MY" sz="2400" b="0" i="0" smtClean="0">
                        <a:latin typeface="Cambria Math" panose="02040503050406030204" pitchFamily="18" charset="0"/>
                      </a:rPr>
                      <m:t>≔</m:t>
                    </m:r>
                    <m:r>
                      <a:rPr lang="en-MY" sz="2400" b="0" i="1" smtClean="0">
                        <a:latin typeface="Cambria Math" panose="02040503050406030204" pitchFamily="18" charset="0"/>
                      </a:rPr>
                      <m:t>{</m:t>
                    </m:r>
                    <m:r>
                      <a:rPr lang="en-MY" sz="2400" b="0" i="1" smtClean="0">
                        <a:latin typeface="Cambria Math" panose="02040503050406030204" pitchFamily="18" charset="0"/>
                      </a:rPr>
                      <m:t>𝑆𝑦𝑙𝑜𝑤</m:t>
                    </m:r>
                    <m:r>
                      <a:rPr lang="en-MY" sz="2400" b="0" i="1" smtClean="0">
                        <a:latin typeface="Cambria Math" panose="02040503050406030204" pitchFamily="18" charset="0"/>
                      </a:rPr>
                      <m:t> </m:t>
                    </m:r>
                    <m:r>
                      <a:rPr lang="en-MY" sz="2400" b="0" i="1" smtClean="0">
                        <a:latin typeface="Cambria Math" panose="02040503050406030204" pitchFamily="18" charset="0"/>
                      </a:rPr>
                      <m:t>𝑠𝑢𝑏𝑔𝑟𝑜𝑢𝑝</m:t>
                    </m:r>
                    <m:r>
                      <a:rPr lang="en-MY" sz="2400" b="0" i="1" smtClean="0">
                        <a:latin typeface="Cambria Math" panose="02040503050406030204" pitchFamily="18" charset="0"/>
                      </a:rPr>
                      <m:t> </m:t>
                    </m:r>
                    <m:r>
                      <a:rPr lang="en-MY" sz="2400" b="0" i="1" smtClean="0">
                        <a:latin typeface="Cambria Math" panose="02040503050406030204" pitchFamily="18" charset="0"/>
                      </a:rPr>
                      <m:t>𝑜𝑓</m:t>
                    </m:r>
                    <m:r>
                      <a:rPr lang="en-MY" sz="2400" b="0" i="1" smtClean="0">
                        <a:latin typeface="Cambria Math" panose="02040503050406030204" pitchFamily="18" charset="0"/>
                      </a:rPr>
                      <m:t> </m:t>
                    </m:r>
                    <m:r>
                      <a:rPr lang="en-MY" sz="2400" b="0" i="1" smtClean="0">
                        <a:latin typeface="Cambria Math" panose="02040503050406030204" pitchFamily="18" charset="0"/>
                      </a:rPr>
                      <m:t>𝐺</m:t>
                    </m:r>
                    <m:r>
                      <a:rPr lang="en-MY" sz="2400" b="0" i="1" smtClean="0">
                        <a:latin typeface="Cambria Math" panose="02040503050406030204" pitchFamily="18" charset="0"/>
                      </a:rPr>
                      <m:t>}</m:t>
                    </m:r>
                  </m:oMath>
                </a14:m>
                <a:r>
                  <a:rPr lang="en-MY" sz="2400" i="1" dirty="0"/>
                  <a:t>.</a:t>
                </a:r>
              </a:p>
            </p:txBody>
          </p:sp>
        </mc:Choice>
        <mc:Fallback xmlns="">
          <p:sp>
            <p:nvSpPr>
              <p:cNvPr id="3" name="TextBox 2">
                <a:extLst>
                  <a:ext uri="{FF2B5EF4-FFF2-40B4-BE49-F238E27FC236}">
                    <a16:creationId xmlns:a16="http://schemas.microsoft.com/office/drawing/2014/main" id="{6B5945BB-6406-4D32-8A3D-E338B3700AC6}"/>
                  </a:ext>
                </a:extLst>
              </p:cNvPr>
              <p:cNvSpPr txBox="1">
                <a:spLocks noRot="1" noChangeAspect="1" noMove="1" noResize="1" noEditPoints="1" noAdjustHandles="1" noChangeArrowheads="1" noChangeShapeType="1" noTextEdit="1"/>
              </p:cNvSpPr>
              <p:nvPr/>
            </p:nvSpPr>
            <p:spPr>
              <a:xfrm>
                <a:off x="781235" y="1518082"/>
                <a:ext cx="8194089" cy="830997"/>
              </a:xfrm>
              <a:prstGeom prst="rect">
                <a:avLst/>
              </a:prstGeom>
              <a:blipFill>
                <a:blip r:embed="rId3"/>
                <a:stretch>
                  <a:fillRect l="-1116" t="-5882" b="-16176"/>
                </a:stretch>
              </a:blipFill>
            </p:spPr>
            <p:txBody>
              <a:bodyPr/>
              <a:lstStyle/>
              <a:p>
                <a:r>
                  <a:rPr lang="en-MY">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2FE0D60C-762D-4FE0-96E8-4F4B821A53F1}"/>
                  </a:ext>
                </a:extLst>
              </p14:cNvPr>
              <p14:cNvContentPartPr/>
              <p14:nvPr/>
            </p14:nvContentPartPr>
            <p14:xfrm>
              <a:off x="321120" y="821520"/>
              <a:ext cx="8796960" cy="5615280"/>
            </p14:xfrm>
          </p:contentPart>
        </mc:Choice>
        <mc:Fallback>
          <p:pic>
            <p:nvPicPr>
              <p:cNvPr id="2" name="Ink 1">
                <a:extLst>
                  <a:ext uri="{FF2B5EF4-FFF2-40B4-BE49-F238E27FC236}">
                    <a16:creationId xmlns:a16="http://schemas.microsoft.com/office/drawing/2014/main" id="{2FE0D60C-762D-4FE0-96E8-4F4B821A53F1}"/>
                  </a:ext>
                </a:extLst>
              </p:cNvPr>
              <p:cNvPicPr/>
              <p:nvPr/>
            </p:nvPicPr>
            <p:blipFill>
              <a:blip r:embed="rId5"/>
              <a:stretch>
                <a:fillRect/>
              </a:stretch>
            </p:blipFill>
            <p:spPr>
              <a:xfrm>
                <a:off x="311760" y="812160"/>
                <a:ext cx="8815680" cy="5634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E4B4F214-68A2-4193-AEAE-0BC0BD3CA5A7}"/>
                  </a:ext>
                </a:extLst>
              </p14:cNvPr>
              <p14:cNvContentPartPr/>
              <p14:nvPr/>
            </p14:nvContentPartPr>
            <p14:xfrm>
              <a:off x="5373000" y="4169880"/>
              <a:ext cx="5604120" cy="2534040"/>
            </p14:xfrm>
          </p:contentPart>
        </mc:Choice>
        <mc:Fallback>
          <p:pic>
            <p:nvPicPr>
              <p:cNvPr id="4" name="Ink 3">
                <a:extLst>
                  <a:ext uri="{FF2B5EF4-FFF2-40B4-BE49-F238E27FC236}">
                    <a16:creationId xmlns:a16="http://schemas.microsoft.com/office/drawing/2014/main" id="{E4B4F214-68A2-4193-AEAE-0BC0BD3CA5A7}"/>
                  </a:ext>
                </a:extLst>
              </p:cNvPr>
              <p:cNvPicPr/>
              <p:nvPr/>
            </p:nvPicPr>
            <p:blipFill>
              <a:blip r:embed="rId7"/>
              <a:stretch>
                <a:fillRect/>
              </a:stretch>
            </p:blipFill>
            <p:spPr>
              <a:xfrm>
                <a:off x="5363640" y="4160520"/>
                <a:ext cx="5622840" cy="2552760"/>
              </a:xfrm>
              <a:prstGeom prst="rect">
                <a:avLst/>
              </a:prstGeom>
            </p:spPr>
          </p:pic>
        </mc:Fallback>
      </mc:AlternateContent>
    </p:spTree>
    <p:extLst>
      <p:ext uri="{BB962C8B-B14F-4D97-AF65-F5344CB8AC3E}">
        <p14:creationId xmlns:p14="http://schemas.microsoft.com/office/powerpoint/2010/main" val="25816606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94945A0-8CC8-41CC-BF9D-5102D6D4429E}"/>
                  </a:ext>
                </a:extLst>
              </p14:cNvPr>
              <p14:cNvContentPartPr/>
              <p14:nvPr/>
            </p14:nvContentPartPr>
            <p14:xfrm>
              <a:off x="536040" y="231120"/>
              <a:ext cx="10947600" cy="5897880"/>
            </p14:xfrm>
          </p:contentPart>
        </mc:Choice>
        <mc:Fallback>
          <p:pic>
            <p:nvPicPr>
              <p:cNvPr id="2" name="Ink 1">
                <a:extLst>
                  <a:ext uri="{FF2B5EF4-FFF2-40B4-BE49-F238E27FC236}">
                    <a16:creationId xmlns:a16="http://schemas.microsoft.com/office/drawing/2014/main" id="{A94945A0-8CC8-41CC-BF9D-5102D6D4429E}"/>
                  </a:ext>
                </a:extLst>
              </p:cNvPr>
              <p:cNvPicPr/>
              <p:nvPr/>
            </p:nvPicPr>
            <p:blipFill>
              <a:blip r:embed="rId3"/>
              <a:stretch>
                <a:fillRect/>
              </a:stretch>
            </p:blipFill>
            <p:spPr>
              <a:xfrm>
                <a:off x="526680" y="221760"/>
                <a:ext cx="10966320" cy="5916600"/>
              </a:xfrm>
              <a:prstGeom prst="rect">
                <a:avLst/>
              </a:prstGeom>
            </p:spPr>
          </p:pic>
        </mc:Fallback>
      </mc:AlternateContent>
    </p:spTree>
    <p:extLst>
      <p:ext uri="{BB962C8B-B14F-4D97-AF65-F5344CB8AC3E}">
        <p14:creationId xmlns:p14="http://schemas.microsoft.com/office/powerpoint/2010/main" val="32249478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A2BF5B7-509C-47DA-BE60-6BDD18CF2BE3}"/>
                  </a:ext>
                </a:extLst>
              </p14:cNvPr>
              <p14:cNvContentPartPr/>
              <p14:nvPr/>
            </p14:nvContentPartPr>
            <p14:xfrm>
              <a:off x="232200" y="307440"/>
              <a:ext cx="11960280" cy="5312880"/>
            </p14:xfrm>
          </p:contentPart>
        </mc:Choice>
        <mc:Fallback>
          <p:pic>
            <p:nvPicPr>
              <p:cNvPr id="2" name="Ink 1">
                <a:extLst>
                  <a:ext uri="{FF2B5EF4-FFF2-40B4-BE49-F238E27FC236}">
                    <a16:creationId xmlns:a16="http://schemas.microsoft.com/office/drawing/2014/main" id="{CA2BF5B7-509C-47DA-BE60-6BDD18CF2BE3}"/>
                  </a:ext>
                </a:extLst>
              </p:cNvPr>
              <p:cNvPicPr/>
              <p:nvPr/>
            </p:nvPicPr>
            <p:blipFill>
              <a:blip r:embed="rId3"/>
              <a:stretch>
                <a:fillRect/>
              </a:stretch>
            </p:blipFill>
            <p:spPr>
              <a:xfrm>
                <a:off x="222840" y="298080"/>
                <a:ext cx="11979000" cy="53316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28683B91-F160-4E58-9829-72D8F213CF00}"/>
                  </a:ext>
                </a:extLst>
              </p14:cNvPr>
              <p14:cNvContentPartPr/>
              <p14:nvPr/>
            </p14:nvContentPartPr>
            <p14:xfrm>
              <a:off x="1080" y="3255480"/>
              <a:ext cx="11050920" cy="3602880"/>
            </p14:xfrm>
          </p:contentPart>
        </mc:Choice>
        <mc:Fallback>
          <p:pic>
            <p:nvPicPr>
              <p:cNvPr id="3" name="Ink 2">
                <a:extLst>
                  <a:ext uri="{FF2B5EF4-FFF2-40B4-BE49-F238E27FC236}">
                    <a16:creationId xmlns:a16="http://schemas.microsoft.com/office/drawing/2014/main" id="{28683B91-F160-4E58-9829-72D8F213CF00}"/>
                  </a:ext>
                </a:extLst>
              </p:cNvPr>
              <p:cNvPicPr/>
              <p:nvPr/>
            </p:nvPicPr>
            <p:blipFill>
              <a:blip r:embed="rId5"/>
              <a:stretch>
                <a:fillRect/>
              </a:stretch>
            </p:blipFill>
            <p:spPr>
              <a:xfrm>
                <a:off x="-8280" y="3246120"/>
                <a:ext cx="11069640" cy="3621600"/>
              </a:xfrm>
              <a:prstGeom prst="rect">
                <a:avLst/>
              </a:prstGeom>
            </p:spPr>
          </p:pic>
        </mc:Fallback>
      </mc:AlternateContent>
    </p:spTree>
    <p:extLst>
      <p:ext uri="{BB962C8B-B14F-4D97-AF65-F5344CB8AC3E}">
        <p14:creationId xmlns:p14="http://schemas.microsoft.com/office/powerpoint/2010/main" val="42931088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9CA0474-B94A-44FB-B04F-3ADCA395BCF1}"/>
                  </a:ext>
                </a:extLst>
              </p14:cNvPr>
              <p14:cNvContentPartPr/>
              <p14:nvPr/>
            </p14:nvContentPartPr>
            <p14:xfrm>
              <a:off x="136080" y="410040"/>
              <a:ext cx="12056400" cy="6253920"/>
            </p14:xfrm>
          </p:contentPart>
        </mc:Choice>
        <mc:Fallback>
          <p:pic>
            <p:nvPicPr>
              <p:cNvPr id="2" name="Ink 1">
                <a:extLst>
                  <a:ext uri="{FF2B5EF4-FFF2-40B4-BE49-F238E27FC236}">
                    <a16:creationId xmlns:a16="http://schemas.microsoft.com/office/drawing/2014/main" id="{A9CA0474-B94A-44FB-B04F-3ADCA395BCF1}"/>
                  </a:ext>
                </a:extLst>
              </p:cNvPr>
              <p:cNvPicPr/>
              <p:nvPr/>
            </p:nvPicPr>
            <p:blipFill>
              <a:blip r:embed="rId3"/>
              <a:stretch>
                <a:fillRect/>
              </a:stretch>
            </p:blipFill>
            <p:spPr>
              <a:xfrm>
                <a:off x="126720" y="400680"/>
                <a:ext cx="12075120" cy="6272640"/>
              </a:xfrm>
              <a:prstGeom prst="rect">
                <a:avLst/>
              </a:prstGeom>
            </p:spPr>
          </p:pic>
        </mc:Fallback>
      </mc:AlternateContent>
    </p:spTree>
    <p:extLst>
      <p:ext uri="{BB962C8B-B14F-4D97-AF65-F5344CB8AC3E}">
        <p14:creationId xmlns:p14="http://schemas.microsoft.com/office/powerpoint/2010/main" val="10860296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49417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FCBE9-E570-465E-9049-239A440E1E15}"/>
              </a:ext>
            </a:extLst>
          </p:cNvPr>
          <p:cNvSpPr>
            <a:spLocks noGrp="1"/>
          </p:cNvSpPr>
          <p:nvPr>
            <p:ph type="title"/>
          </p:nvPr>
        </p:nvSpPr>
        <p:spPr/>
        <p:txBody>
          <a:bodyPr/>
          <a:lstStyle/>
          <a:p>
            <a:r>
              <a:rPr lang="en-US" dirty="0"/>
              <a:t>Conjugacy Class equation</a:t>
            </a:r>
            <a:endParaRPr lang="en-MY" dirty="0"/>
          </a:p>
        </p:txBody>
      </p:sp>
      <p:sp>
        <p:nvSpPr>
          <p:cNvPr id="5" name="Content Placeholder 4">
            <a:extLst>
              <a:ext uri="{FF2B5EF4-FFF2-40B4-BE49-F238E27FC236}">
                <a16:creationId xmlns:a16="http://schemas.microsoft.com/office/drawing/2014/main" id="{BC9A7177-BDC4-4FFD-B062-7276D05DA7CA}"/>
              </a:ext>
            </a:extLst>
          </p:cNvPr>
          <p:cNvSpPr>
            <a:spLocks noGrp="1"/>
          </p:cNvSpPr>
          <p:nvPr>
            <p:ph idx="1"/>
          </p:nvPr>
        </p:nvSpPr>
        <p:spPr/>
        <p:txBody>
          <a:bodyPr/>
          <a:lstStyle/>
          <a:p>
            <a:endParaRPr lang="en-MY"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A1742312-34D2-4096-A2DA-BF24E3B5F01D}"/>
                  </a:ext>
                </a:extLst>
              </p14:cNvPr>
              <p14:cNvContentPartPr/>
              <p14:nvPr/>
            </p14:nvContentPartPr>
            <p14:xfrm>
              <a:off x="1244880" y="276840"/>
              <a:ext cx="9266400" cy="6332400"/>
            </p14:xfrm>
          </p:contentPart>
        </mc:Choice>
        <mc:Fallback>
          <p:pic>
            <p:nvPicPr>
              <p:cNvPr id="3" name="Ink 2">
                <a:extLst>
                  <a:ext uri="{FF2B5EF4-FFF2-40B4-BE49-F238E27FC236}">
                    <a16:creationId xmlns:a16="http://schemas.microsoft.com/office/drawing/2014/main" id="{A1742312-34D2-4096-A2DA-BF24E3B5F01D}"/>
                  </a:ext>
                </a:extLst>
              </p:cNvPr>
              <p:cNvPicPr/>
              <p:nvPr/>
            </p:nvPicPr>
            <p:blipFill>
              <a:blip r:embed="rId3"/>
              <a:stretch>
                <a:fillRect/>
              </a:stretch>
            </p:blipFill>
            <p:spPr>
              <a:xfrm>
                <a:off x="1235520" y="267480"/>
                <a:ext cx="9285120" cy="6351120"/>
              </a:xfrm>
              <a:prstGeom prst="rect">
                <a:avLst/>
              </a:prstGeom>
            </p:spPr>
          </p:pic>
        </mc:Fallback>
      </mc:AlternateContent>
    </p:spTree>
    <p:extLst>
      <p:ext uri="{BB962C8B-B14F-4D97-AF65-F5344CB8AC3E}">
        <p14:creationId xmlns:p14="http://schemas.microsoft.com/office/powerpoint/2010/main" val="800806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1C80661-69A0-46B0-881C-750670734AD7}"/>
                  </a:ext>
                </a:extLst>
              </p:cNvPr>
              <p:cNvSpPr>
                <a:spLocks noGrp="1"/>
              </p:cNvSpPr>
              <p:nvPr>
                <p:ph type="title"/>
              </p:nvPr>
            </p:nvSpPr>
            <p:spPr/>
            <p:txBody>
              <a:bodyPr/>
              <a:lstStyle/>
              <a:p>
                <a:r>
                  <a:rPr lang="en-US" dirty="0"/>
                  <a:t>Conjugate classes of </a:t>
                </a:r>
                <a14:m>
                  <m:oMath xmlns:m="http://schemas.openxmlformats.org/officeDocument/2006/math">
                    <m:sSub>
                      <m:sSubPr>
                        <m:ctrlPr>
                          <a:rPr lang="en-MY" i="1">
                            <a:latin typeface="Cambria Math" panose="02040503050406030204" pitchFamily="18" charset="0"/>
                          </a:rPr>
                        </m:ctrlPr>
                      </m:sSubPr>
                      <m:e>
                        <m:r>
                          <a:rPr lang="en-MY">
                            <a:latin typeface="Cambria Math" panose="02040503050406030204" pitchFamily="18" charset="0"/>
                          </a:rPr>
                          <m:t>𝑆</m:t>
                        </m:r>
                      </m:e>
                      <m:sub>
                        <m:r>
                          <a:rPr lang="en-MY">
                            <a:latin typeface="Cambria Math" panose="02040503050406030204" pitchFamily="18" charset="0"/>
                          </a:rPr>
                          <m:t>3</m:t>
                        </m:r>
                      </m:sub>
                    </m:sSub>
                  </m:oMath>
                </a14:m>
                <a:endParaRPr lang="en-MY" dirty="0"/>
              </a:p>
            </p:txBody>
          </p:sp>
        </mc:Choice>
        <mc:Fallback xmlns="">
          <p:sp>
            <p:nvSpPr>
              <p:cNvPr id="2" name="Title 1">
                <a:extLst>
                  <a:ext uri="{FF2B5EF4-FFF2-40B4-BE49-F238E27FC236}">
                    <a16:creationId xmlns:a16="http://schemas.microsoft.com/office/drawing/2014/main" id="{F1C80661-69A0-46B0-881C-750670734AD7}"/>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MY">
                    <a:noFill/>
                  </a:rPr>
                  <a:t> </a:t>
                </a:r>
              </a:p>
            </p:txBody>
          </p:sp>
        </mc:Fallback>
      </mc:AlternateContent>
      <p:sp>
        <p:nvSpPr>
          <p:cNvPr id="3" name="Content Placeholder 2">
            <a:extLst>
              <a:ext uri="{FF2B5EF4-FFF2-40B4-BE49-F238E27FC236}">
                <a16:creationId xmlns:a16="http://schemas.microsoft.com/office/drawing/2014/main" id="{E75C7B07-AB5D-4DB5-B60E-FF33B49FCCDF}"/>
              </a:ext>
            </a:extLst>
          </p:cNvPr>
          <p:cNvSpPr>
            <a:spLocks noGrp="1"/>
          </p:cNvSpPr>
          <p:nvPr>
            <p:ph idx="1"/>
          </p:nvPr>
        </p:nvSpPr>
        <p:spPr/>
        <p:txBody>
          <a:bodyPr/>
          <a:lstStyle/>
          <a:p>
            <a:endParaRPr lang="en-MY"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20414FA-CA6E-481B-801E-F17726444D91}"/>
                  </a:ext>
                </a:extLst>
              </p14:cNvPr>
              <p14:cNvContentPartPr/>
              <p14:nvPr/>
            </p14:nvContentPartPr>
            <p14:xfrm>
              <a:off x="2667960" y="1361520"/>
              <a:ext cx="592560" cy="746280"/>
            </p14:xfrm>
          </p:contentPart>
        </mc:Choice>
        <mc:Fallback>
          <p:pic>
            <p:nvPicPr>
              <p:cNvPr id="4" name="Ink 3">
                <a:extLst>
                  <a:ext uri="{FF2B5EF4-FFF2-40B4-BE49-F238E27FC236}">
                    <a16:creationId xmlns:a16="http://schemas.microsoft.com/office/drawing/2014/main" id="{720414FA-CA6E-481B-801E-F17726444D91}"/>
                  </a:ext>
                </a:extLst>
              </p:cNvPr>
              <p:cNvPicPr/>
              <p:nvPr/>
            </p:nvPicPr>
            <p:blipFill>
              <a:blip r:embed="rId4"/>
              <a:stretch>
                <a:fillRect/>
              </a:stretch>
            </p:blipFill>
            <p:spPr>
              <a:xfrm>
                <a:off x="2652120" y="1298160"/>
                <a:ext cx="623880" cy="873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4E3E5D18-8A9A-4160-B573-E5603647C38F}"/>
                  </a:ext>
                </a:extLst>
              </p14:cNvPr>
              <p14:cNvContentPartPr/>
              <p14:nvPr/>
            </p14:nvContentPartPr>
            <p14:xfrm>
              <a:off x="3391920" y="1268280"/>
              <a:ext cx="4332240" cy="802080"/>
            </p14:xfrm>
          </p:contentPart>
        </mc:Choice>
        <mc:Fallback>
          <p:pic>
            <p:nvPicPr>
              <p:cNvPr id="5" name="Ink 4">
                <a:extLst>
                  <a:ext uri="{FF2B5EF4-FFF2-40B4-BE49-F238E27FC236}">
                    <a16:creationId xmlns:a16="http://schemas.microsoft.com/office/drawing/2014/main" id="{4E3E5D18-8A9A-4160-B573-E5603647C38F}"/>
                  </a:ext>
                </a:extLst>
              </p:cNvPr>
              <p:cNvPicPr/>
              <p:nvPr/>
            </p:nvPicPr>
            <p:blipFill>
              <a:blip r:embed="rId6"/>
              <a:stretch>
                <a:fillRect/>
              </a:stretch>
            </p:blipFill>
            <p:spPr>
              <a:xfrm>
                <a:off x="3376080" y="1204920"/>
                <a:ext cx="4363560" cy="928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A13FFD98-FFFA-402D-9A50-77030CD159A8}"/>
                  </a:ext>
                </a:extLst>
              </p14:cNvPr>
              <p14:cNvContentPartPr/>
              <p14:nvPr/>
            </p14:nvContentPartPr>
            <p14:xfrm>
              <a:off x="7875720" y="1172520"/>
              <a:ext cx="3133080" cy="1082880"/>
            </p14:xfrm>
          </p:contentPart>
        </mc:Choice>
        <mc:Fallback>
          <p:pic>
            <p:nvPicPr>
              <p:cNvPr id="6" name="Ink 5">
                <a:extLst>
                  <a:ext uri="{FF2B5EF4-FFF2-40B4-BE49-F238E27FC236}">
                    <a16:creationId xmlns:a16="http://schemas.microsoft.com/office/drawing/2014/main" id="{A13FFD98-FFFA-402D-9A50-77030CD159A8}"/>
                  </a:ext>
                </a:extLst>
              </p:cNvPr>
              <p:cNvPicPr/>
              <p:nvPr/>
            </p:nvPicPr>
            <p:blipFill>
              <a:blip r:embed="rId8"/>
              <a:stretch>
                <a:fillRect/>
              </a:stretch>
            </p:blipFill>
            <p:spPr>
              <a:xfrm>
                <a:off x="7859880" y="1109160"/>
                <a:ext cx="3164400" cy="12096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CE1C1683-BAEE-4D59-80F5-66C8B72F2BFB}"/>
                  </a:ext>
                </a:extLst>
              </p14:cNvPr>
              <p14:cNvContentPartPr/>
              <p14:nvPr/>
            </p14:nvContentPartPr>
            <p14:xfrm>
              <a:off x="694080" y="1175040"/>
              <a:ext cx="11498400" cy="5433120"/>
            </p14:xfrm>
          </p:contentPart>
        </mc:Choice>
        <mc:Fallback>
          <p:pic>
            <p:nvPicPr>
              <p:cNvPr id="7" name="Ink 6">
                <a:extLst>
                  <a:ext uri="{FF2B5EF4-FFF2-40B4-BE49-F238E27FC236}">
                    <a16:creationId xmlns:a16="http://schemas.microsoft.com/office/drawing/2014/main" id="{CE1C1683-BAEE-4D59-80F5-66C8B72F2BFB}"/>
                  </a:ext>
                </a:extLst>
              </p:cNvPr>
              <p:cNvPicPr/>
              <p:nvPr/>
            </p:nvPicPr>
            <p:blipFill>
              <a:blip r:embed="rId10"/>
              <a:stretch>
                <a:fillRect/>
              </a:stretch>
            </p:blipFill>
            <p:spPr>
              <a:xfrm>
                <a:off x="684720" y="1165680"/>
                <a:ext cx="11517120" cy="54518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A869096C-A57D-47E0-A296-D111C11E3578}"/>
                  </a:ext>
                </a:extLst>
              </p14:cNvPr>
              <p14:cNvContentPartPr/>
              <p14:nvPr/>
            </p14:nvContentPartPr>
            <p14:xfrm>
              <a:off x="2535840" y="81000"/>
              <a:ext cx="9243000" cy="6454800"/>
            </p14:xfrm>
          </p:contentPart>
        </mc:Choice>
        <mc:Fallback>
          <p:pic>
            <p:nvPicPr>
              <p:cNvPr id="8" name="Ink 7">
                <a:extLst>
                  <a:ext uri="{FF2B5EF4-FFF2-40B4-BE49-F238E27FC236}">
                    <a16:creationId xmlns:a16="http://schemas.microsoft.com/office/drawing/2014/main" id="{A869096C-A57D-47E0-A296-D111C11E3578}"/>
                  </a:ext>
                </a:extLst>
              </p:cNvPr>
              <p:cNvPicPr/>
              <p:nvPr/>
            </p:nvPicPr>
            <p:blipFill>
              <a:blip r:embed="rId12"/>
              <a:stretch>
                <a:fillRect/>
              </a:stretch>
            </p:blipFill>
            <p:spPr>
              <a:xfrm>
                <a:off x="2526480" y="71640"/>
                <a:ext cx="9261720" cy="6473520"/>
              </a:xfrm>
              <a:prstGeom prst="rect">
                <a:avLst/>
              </a:prstGeom>
            </p:spPr>
          </p:pic>
        </mc:Fallback>
      </mc:AlternateContent>
    </p:spTree>
    <p:extLst>
      <p:ext uri="{BB962C8B-B14F-4D97-AF65-F5344CB8AC3E}">
        <p14:creationId xmlns:p14="http://schemas.microsoft.com/office/powerpoint/2010/main" val="6097699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08413-F7D0-4F2E-ADAE-8ECEEAC0030A}"/>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F1E9234D-F04B-46AC-8BAD-8056E3C13311}"/>
              </a:ext>
            </a:extLst>
          </p:cNvPr>
          <p:cNvSpPr>
            <a:spLocks noGrp="1"/>
          </p:cNvSpPr>
          <p:nvPr>
            <p:ph idx="1"/>
          </p:nvPr>
        </p:nvSpPr>
        <p:spPr/>
        <p:txBody>
          <a:bodyPr/>
          <a:lstStyle/>
          <a:p>
            <a:endParaRPr lang="en-MY"/>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A822631-5653-4EC5-AB58-982A083C3144}"/>
                  </a:ext>
                </a:extLst>
              </p14:cNvPr>
              <p14:cNvContentPartPr/>
              <p14:nvPr/>
            </p14:nvContentPartPr>
            <p14:xfrm>
              <a:off x="827640" y="103680"/>
              <a:ext cx="11298600" cy="6247080"/>
            </p14:xfrm>
          </p:contentPart>
        </mc:Choice>
        <mc:Fallback>
          <p:pic>
            <p:nvPicPr>
              <p:cNvPr id="4" name="Ink 3">
                <a:extLst>
                  <a:ext uri="{FF2B5EF4-FFF2-40B4-BE49-F238E27FC236}">
                    <a16:creationId xmlns:a16="http://schemas.microsoft.com/office/drawing/2014/main" id="{2A822631-5653-4EC5-AB58-982A083C3144}"/>
                  </a:ext>
                </a:extLst>
              </p:cNvPr>
              <p:cNvPicPr/>
              <p:nvPr/>
            </p:nvPicPr>
            <p:blipFill>
              <a:blip r:embed="rId3"/>
              <a:stretch>
                <a:fillRect/>
              </a:stretch>
            </p:blipFill>
            <p:spPr>
              <a:xfrm>
                <a:off x="818280" y="94320"/>
                <a:ext cx="11317320" cy="6265800"/>
              </a:xfrm>
              <a:prstGeom prst="rect">
                <a:avLst/>
              </a:prstGeom>
            </p:spPr>
          </p:pic>
        </mc:Fallback>
      </mc:AlternateContent>
    </p:spTree>
    <p:extLst>
      <p:ext uri="{BB962C8B-B14F-4D97-AF65-F5344CB8AC3E}">
        <p14:creationId xmlns:p14="http://schemas.microsoft.com/office/powerpoint/2010/main" val="5837618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descr="计算机生成了可选文字:&#10;37.4 Theorem The center of a finite nontrivial p-group G is nontrivial. ">
            <a:extLst>
              <a:ext uri="{FF2B5EF4-FFF2-40B4-BE49-F238E27FC236}">
                <a16:creationId xmlns:a16="http://schemas.microsoft.com/office/drawing/2014/main" id="{3738878D-AC6E-494A-B614-AC890B44FA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356" y="355107"/>
            <a:ext cx="8852083" cy="594804"/>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 descr="计算机生成了可选文字:&#10;37.9 Example No group of order pr for r &gt; 1 is simple, where p is a prime. &#10;">
            <a:extLst>
              <a:ext uri="{FF2B5EF4-FFF2-40B4-BE49-F238E27FC236}">
                <a16:creationId xmlns:a16="http://schemas.microsoft.com/office/drawing/2014/main" id="{80566242-09E4-4B46-9789-D08865D10C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356" y="1571346"/>
            <a:ext cx="8803215" cy="51490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1F29E31-EDC7-469E-867D-D5497E30231E}"/>
                  </a:ext>
                </a:extLst>
              </p14:cNvPr>
              <p14:cNvContentPartPr/>
              <p14:nvPr/>
            </p14:nvContentPartPr>
            <p14:xfrm>
              <a:off x="1094400" y="882360"/>
              <a:ext cx="10955880" cy="5974920"/>
            </p14:xfrm>
          </p:contentPart>
        </mc:Choice>
        <mc:Fallback>
          <p:pic>
            <p:nvPicPr>
              <p:cNvPr id="2" name="Ink 1">
                <a:extLst>
                  <a:ext uri="{FF2B5EF4-FFF2-40B4-BE49-F238E27FC236}">
                    <a16:creationId xmlns:a16="http://schemas.microsoft.com/office/drawing/2014/main" id="{E1F29E31-EDC7-469E-867D-D5497E30231E}"/>
                  </a:ext>
                </a:extLst>
              </p:cNvPr>
              <p:cNvPicPr/>
              <p:nvPr/>
            </p:nvPicPr>
            <p:blipFill>
              <a:blip r:embed="rId5"/>
              <a:stretch>
                <a:fillRect/>
              </a:stretch>
            </p:blipFill>
            <p:spPr>
              <a:xfrm>
                <a:off x="1085040" y="873000"/>
                <a:ext cx="10974600" cy="5993640"/>
              </a:xfrm>
              <a:prstGeom prst="rect">
                <a:avLst/>
              </a:prstGeom>
            </p:spPr>
          </p:pic>
        </mc:Fallback>
      </mc:AlternateContent>
    </p:spTree>
    <p:extLst>
      <p:ext uri="{BB962C8B-B14F-4D97-AF65-F5344CB8AC3E}">
        <p14:creationId xmlns:p14="http://schemas.microsoft.com/office/powerpoint/2010/main" val="42158535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E0A8B8F3-7BE3-43EF-865F-244CA724FD0B}"/>
                  </a:ext>
                </a:extLst>
              </p14:cNvPr>
              <p14:cNvContentPartPr/>
              <p14:nvPr/>
            </p14:nvContentPartPr>
            <p14:xfrm>
              <a:off x="7243200" y="80280"/>
              <a:ext cx="2945160" cy="1251360"/>
            </p14:xfrm>
          </p:contentPart>
        </mc:Choice>
        <mc:Fallback>
          <p:pic>
            <p:nvPicPr>
              <p:cNvPr id="2" name="Ink 1">
                <a:extLst>
                  <a:ext uri="{FF2B5EF4-FFF2-40B4-BE49-F238E27FC236}">
                    <a16:creationId xmlns:a16="http://schemas.microsoft.com/office/drawing/2014/main" id="{E0A8B8F3-7BE3-43EF-865F-244CA724FD0B}"/>
                  </a:ext>
                </a:extLst>
              </p:cNvPr>
              <p:cNvPicPr/>
              <p:nvPr/>
            </p:nvPicPr>
            <p:blipFill>
              <a:blip r:embed="rId3"/>
              <a:stretch>
                <a:fillRect/>
              </a:stretch>
            </p:blipFill>
            <p:spPr>
              <a:xfrm>
                <a:off x="7227360" y="16920"/>
                <a:ext cx="2976480" cy="13780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0675A82E-2A0A-4932-91B9-41A197FF8C4C}"/>
                  </a:ext>
                </a:extLst>
              </p14:cNvPr>
              <p14:cNvContentPartPr/>
              <p14:nvPr/>
            </p14:nvContentPartPr>
            <p14:xfrm>
              <a:off x="7439760" y="98280"/>
              <a:ext cx="2480400" cy="63360"/>
            </p14:xfrm>
          </p:contentPart>
        </mc:Choice>
        <mc:Fallback>
          <p:pic>
            <p:nvPicPr>
              <p:cNvPr id="3" name="Ink 2">
                <a:extLst>
                  <a:ext uri="{FF2B5EF4-FFF2-40B4-BE49-F238E27FC236}">
                    <a16:creationId xmlns:a16="http://schemas.microsoft.com/office/drawing/2014/main" id="{0675A82E-2A0A-4932-91B9-41A197FF8C4C}"/>
                  </a:ext>
                </a:extLst>
              </p:cNvPr>
              <p:cNvPicPr/>
              <p:nvPr/>
            </p:nvPicPr>
            <p:blipFill>
              <a:blip r:embed="rId5"/>
              <a:stretch>
                <a:fillRect/>
              </a:stretch>
            </p:blipFill>
            <p:spPr>
              <a:xfrm>
                <a:off x="7423920" y="34920"/>
                <a:ext cx="251172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D24E809D-538D-48B1-9577-1BEEFF7C1EE0}"/>
                  </a:ext>
                </a:extLst>
              </p14:cNvPr>
              <p14:cNvContentPartPr/>
              <p14:nvPr/>
            </p14:nvContentPartPr>
            <p14:xfrm>
              <a:off x="1986480" y="3857400"/>
              <a:ext cx="6276960" cy="1257840"/>
            </p14:xfrm>
          </p:contentPart>
        </mc:Choice>
        <mc:Fallback>
          <p:pic>
            <p:nvPicPr>
              <p:cNvPr id="4" name="Ink 3">
                <a:extLst>
                  <a:ext uri="{FF2B5EF4-FFF2-40B4-BE49-F238E27FC236}">
                    <a16:creationId xmlns:a16="http://schemas.microsoft.com/office/drawing/2014/main" id="{D24E809D-538D-48B1-9577-1BEEFF7C1EE0}"/>
                  </a:ext>
                </a:extLst>
              </p:cNvPr>
              <p:cNvPicPr/>
              <p:nvPr/>
            </p:nvPicPr>
            <p:blipFill>
              <a:blip r:embed="rId7"/>
              <a:stretch>
                <a:fillRect/>
              </a:stretch>
            </p:blipFill>
            <p:spPr>
              <a:xfrm>
                <a:off x="1970640" y="3794040"/>
                <a:ext cx="6308280" cy="13845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3B119E0E-5669-4550-A3CC-1F5DF3F7AA3F}"/>
                  </a:ext>
                </a:extLst>
              </p14:cNvPr>
              <p14:cNvContentPartPr/>
              <p14:nvPr/>
            </p14:nvContentPartPr>
            <p14:xfrm>
              <a:off x="345600" y="134640"/>
              <a:ext cx="11020320" cy="5866200"/>
            </p14:xfrm>
          </p:contentPart>
        </mc:Choice>
        <mc:Fallback>
          <p:pic>
            <p:nvPicPr>
              <p:cNvPr id="5" name="Ink 4">
                <a:extLst>
                  <a:ext uri="{FF2B5EF4-FFF2-40B4-BE49-F238E27FC236}">
                    <a16:creationId xmlns:a16="http://schemas.microsoft.com/office/drawing/2014/main" id="{3B119E0E-5669-4550-A3CC-1F5DF3F7AA3F}"/>
                  </a:ext>
                </a:extLst>
              </p:cNvPr>
              <p:cNvPicPr/>
              <p:nvPr/>
            </p:nvPicPr>
            <p:blipFill>
              <a:blip r:embed="rId9"/>
              <a:stretch>
                <a:fillRect/>
              </a:stretch>
            </p:blipFill>
            <p:spPr>
              <a:xfrm>
                <a:off x="336240" y="125280"/>
                <a:ext cx="11039040" cy="5884920"/>
              </a:xfrm>
              <a:prstGeom prst="rect">
                <a:avLst/>
              </a:prstGeom>
            </p:spPr>
          </p:pic>
        </mc:Fallback>
      </mc:AlternateContent>
    </p:spTree>
    <p:extLst>
      <p:ext uri="{BB962C8B-B14F-4D97-AF65-F5344CB8AC3E}">
        <p14:creationId xmlns:p14="http://schemas.microsoft.com/office/powerpoint/2010/main" val="3698805572"/>
      </p:ext>
    </p:extLst>
  </p:cSld>
  <p:clrMapOvr>
    <a:masterClrMapping/>
  </p:clrMapOvr>
</p:sld>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文档" ma:contentTypeID="0x0101001594938C8331CC42A4FCEDC9F70D2D1C" ma:contentTypeVersion="2" ma:contentTypeDescription="新建文档。" ma:contentTypeScope="" ma:versionID="e04eca8eebcf54bd5d5f972163244f82">
  <xsd:schema xmlns:xsd="http://www.w3.org/2001/XMLSchema" xmlns:xs="http://www.w3.org/2001/XMLSchema" xmlns:p="http://schemas.microsoft.com/office/2006/metadata/properties" xmlns:ns3="6af921c6-6f3c-4d56-a22a-8f189f1aa588" targetNamespace="http://schemas.microsoft.com/office/2006/metadata/properties" ma:root="true" ma:fieldsID="9a6e61eae7039aed613ea92bc091f735" ns3:_="">
    <xsd:import namespace="6af921c6-6f3c-4d56-a22a-8f189f1aa588"/>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f921c6-6f3c-4d56-a22a-8f189f1aa5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2A8F1E-2A26-43B2-B3CF-F15D3482FB5D}">
  <ds:schemaRefs>
    <ds:schemaRef ds:uri="6af921c6-6f3c-4d56-a22a-8f189f1aa588"/>
    <ds:schemaRef ds:uri="http://www.w3.org/XML/1998/namespace"/>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http://purl.org/dc/dcmitype/"/>
    <ds:schemaRef ds:uri="http://purl.org/dc/terms/"/>
  </ds:schemaRefs>
</ds:datastoreItem>
</file>

<file path=customXml/itemProps2.xml><?xml version="1.0" encoding="utf-8"?>
<ds:datastoreItem xmlns:ds="http://schemas.openxmlformats.org/officeDocument/2006/customXml" ds:itemID="{1058BB74-C7DF-4BF9-BDE4-2BC7DD643D0C}">
  <ds:schemaRefs>
    <ds:schemaRef ds:uri="http://schemas.microsoft.com/sharepoint/v3/contenttype/forms"/>
  </ds:schemaRefs>
</ds:datastoreItem>
</file>

<file path=customXml/itemProps3.xml><?xml version="1.0" encoding="utf-8"?>
<ds:datastoreItem xmlns:ds="http://schemas.openxmlformats.org/officeDocument/2006/customXml" ds:itemID="{9D3CD5EA-B1B5-4A67-8E15-8363C8FC80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f921c6-6f3c-4d56-a22a-8f189f1aa5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2917</TotalTime>
  <Words>296</Words>
  <Application>Microsoft Office PowerPoint</Application>
  <PresentationFormat>Widescreen</PresentationFormat>
  <Paragraphs>61</Paragraphs>
  <Slides>45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DengXian</vt:lpstr>
      <vt:lpstr>DengXian Light</vt:lpstr>
      <vt:lpstr>Arial</vt:lpstr>
      <vt:lpstr>Calibri</vt:lpstr>
      <vt:lpstr>Calibri Light</vt:lpstr>
      <vt:lpstr>Cambria Math</vt:lpstr>
      <vt:lpstr>Office Theme</vt:lpstr>
      <vt:lpstr>MAT205: Abstract Algebra II </vt:lpstr>
      <vt:lpstr>Setting</vt:lpstr>
      <vt:lpstr>Examples</vt:lpstr>
      <vt:lpstr>PowerPoint Presentation</vt:lpstr>
      <vt:lpstr>PowerPoint Presentation</vt:lpstr>
      <vt:lpstr>non-commuative examples?  </vt:lpstr>
      <vt:lpstr>Our Goal</vt:lpstr>
      <vt:lpstr>PowerPoint Presentation</vt:lpstr>
      <vt:lpstr>PowerPoint Presentation</vt:lpstr>
      <vt:lpstr>PowerPoint Presentation</vt:lpstr>
      <vt:lpstr>Counting and p-group</vt:lpstr>
      <vt:lpstr>PowerPoint Presentation</vt:lpstr>
      <vt:lpstr>PowerPoint Presentation</vt:lpstr>
      <vt:lpstr>PowerPoint Presentation</vt:lpstr>
      <vt:lpstr>Proof of Cauchy’s theorem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Conjugacy Class equation</vt:lpstr>
      <vt:lpstr>Conjugate classes of S_3</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MAT211: Abstract Algebra</dc:title>
  <dc:creator>Ma Jiajun</dc:creator>
  <cp:lastModifiedBy>Ma Jiajun</cp:lastModifiedBy>
  <cp:revision>307</cp:revision>
  <dcterms:created xsi:type="dcterms:W3CDTF">2021-09-19T05:52:48Z</dcterms:created>
  <dcterms:modified xsi:type="dcterms:W3CDTF">2023-04-18T08:32:22Z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0x0101001594938C8331CC42A4FCEDC9F70D2D1C</vt:lpwstr>
  </property>
</Properties>
</file>