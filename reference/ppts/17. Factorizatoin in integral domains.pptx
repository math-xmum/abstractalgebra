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73" r:id="rId8"/>
    <p:sldId id="274" r:id="rId9"/>
    <p:sldId id="259" r:id="rId10"/>
    <p:sldId id="266" r:id="rId11"/>
    <p:sldId id="267" r:id="rId12"/>
    <p:sldId id="268" r:id="rId13"/>
    <p:sldId id="269" r:id="rId14"/>
    <p:sldId id="270" r:id="rId15"/>
    <p:sldId id="275" r:id="rId16"/>
    <p:sldId id="271" r:id="rId17"/>
    <p:sldId id="272" r:id="rId18"/>
    <p:sldId id="260" r:id="rId19"/>
    <p:sldId id="262" r:id="rId20"/>
    <p:sldId id="263" r:id="rId21"/>
    <p:sldId id="261" r:id="rId22"/>
    <p:sldId id="264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03:41.1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16766 5314 314 0,'0'0'199'0,"0"0"-199"16,0 0 1402 0,0 0-1071-16,0 0-108 0,0 0 42 15,0 0-40-15,0 0-55 0,0 0 9 0,-3-1-20 0,6 1-26 16,-1 0 28-16,1 1-38 0,0-1-10 16,-3 0-6-16,0 0-4 0,0 0 0 15,2 0-26-15,-2 0-18 0,1 0-31 16,-1 0-27-16,3 0-1 0,0 0 2 0,3 0 39 0,7 0 8 15,0 0-15-15,4 0-3 16,2 0-4-16,2 0-2 0,4 0 6 16,-2 0-28-16,5 0 0 0,-1 3-1 0,2 0-1 15,0 0 0-15,2 2 11 0,2-2 13 16,-2 2-25-16,-1 1-15 0,0-3 15 16,-1 3 0-16,4-3 0 0,-1 0 0 15,0 1-19-15,-1-4 18 0,1 2-27 16,1-2-15-16,-1 0-12 0,1 0 24 15,3 0 3-15,-2-3 26 0,1-3-38 16,1 0-16-16,0-3 7 0,-3 1 5 16,1 2 1-16,-3 1-7 0,0-1-22 15,-3 1-6-15,-2 3 25 0,0-2-4 16,-1 2 22-16,-5-2-21 0,-1 1 9 16,-4 0-41-16,-5 2 21 0,-1 1 17 15,-4 0 12-15,-2 0-13 0,-2 0-15 0,-1 0-20 16,0 0-32-16,0 0-45 0,0 0-119 15,0 0-154-15,-1 1-251 0,-2 0-445 0,-5-1 575 16</inkml:trace>
  <inkml:trace contextRef="#ctx0" brushRef="#br0" timeOffset="1207.928">20310 5356 225 0,'0'0'1562'0,"0"0"-755"16,0 0-283-16,0 0-100 0,0 0-52 15,0 0-8-15,0 0-14 0,0 0-37 16,0 0-63-16,0 0-67 0,0 0-46 15,2-3-50-15,-2 3-44 0,0 0-16 16,3 0-27-16,-3 0-3 0,5 0-24 0,1 0-10 16,4 1 7-16,4 2 18 0,4 1 0 15,4-2-15-15,6 2-22 0,4-4-36 0,2 0-24 16,7-6-38-16,6-2-45 16,3-3-128-16,2-3-232 0,-9 4-589 0,16-6-823 15</inkml:trace>
  <inkml:trace contextRef="#ctx0" brushRef="#br0" timeOffset="1430.242">21333 5264 391 0,'0'0'2242'0,"0"0"-1632"0,0 0-162 16,0 0-156-16,0 0 25 0,0 0-97 15,0 0-63-15,0 0-43 0,0 0-56 0,0 0-9 16,0 0 43-16,72-4-13 0,-45 4-52 16,1-1-27-16,0 1-37 0,-2 0-6 15,-2 0-18-15,-1 0-77 0,0 0-80 16,0 0-95-16,-2-5-179 0,-2 4-557 16,5-5-799-16</inkml:trace>
  <inkml:trace contextRef="#ctx0" brushRef="#br0" timeOffset="3372.083">27097 5284 626 0,'0'0'590'0,"0"0"724"0,0 0-934 15,0 0-236-15,0 0 16 0,0 0 60 0,0 0 27 16,0 0-45-16,0 0-16 0,-24 0-52 16,24 0-50-16,0 0-28 0,0 0-3 15,3 0 24-15,0 0 4 0,1 0-17 0,0 0-24 16,1-2-21-16,3 2-19 0,3 0 0 16,4 0 40-16,6 0-40 0,5 2-19 15,2 0-11-15,3 0-41 0,3-1-43 16,0 0-45-16,0 0-24 0,2 0-91 15,-2 1-201-15,-5-1-691 0,7-1-581 0</inkml:trace>
  <inkml:trace contextRef="#ctx0" brushRef="#br0" timeOffset="10103.424">15547 6239 307 0,'0'0'1936'15,"0"0"-937"-15,0 0-703 0,0 0-217 16,0 0-48-16,0 0 58 0,0 0 53 0,0 0 14 15,0 0-20-15,0 0-24 0,0 0-19 16,0 0-9-16,-20-17-10 0,23 17-15 16,2 0-7-16,5 0-18 0,0-1-22 15,6-3 10-15,0 3 2 0,1-1-5 16,2-2-1-16,1-1-17 0,0 0-1 16,2 2-24-16,3-3-13 0,0 1-40 15,3 1-77-15,1 1-82 0,-1 2-72 16,1 1-219-16,-8 0-693 0,9 1-607 0</inkml:trace>
  <inkml:trace contextRef="#ctx0" brushRef="#br0" timeOffset="10858.498">19795 6235 147 0,'0'0'26'16,"0"0"1620"-16,0 0-1121 0,0 0-105 0,0 0-25 15,0 0-83-15,0 0-15 0,0 0-36 0,0 0-23 16,0 0 4-16,78 0-41 0,-58 0-45 16,-1 0-55-16,-2 1-58 0,3 3-40 15,-1-2-3-15,4 3-12 0,-1 0 9 16,2-3-12-16,1 3-56 0,2-4-42 16,1 3-13-16,0-4-41 0,3 0 22 15,0 0-55-15,0 0-126 0,0 0-242 16,-6 0-589-16,1-4-389 0</inkml:trace>
  <inkml:trace contextRef="#ctx0" brushRef="#br0" timeOffset="33179.318">24126 6300 323 0,'0'0'1221'0,"0"0"-948"0,0 0-247 0,0 0-26 16,0 0 606-16,0 0-100 0,0 0-135 16,0 0-79-16,0 0-59 0,0 0-18 15,0-3 6-15,0 3-4 0,0 0-10 16,0 0-32-16,0 0-25 0,0 0-28 16,0 0-46-16,0 0-33 0,0 0-25 15,0 0-6-15,2 0-12 0,1 0-3 16,5 0-12-16,3 0 15 0,7 0 10 15,2 2 11-15,7 1 13 0,2-1-34 0,4 1-2 16,3-1-14-16,2-2 16 16,1 0 31-16,3 0-31 0,3-6 0 0,0 0 18 15,4-3-7-15,0-1-11 0,2 0-15 16,2 1 15-16,-2 0 0 0,0 0-12 16,0 3 11-16,-5 0-17 0,-2 5 15 15,-5-4 3-15,-2 3-24 0,-1-2 24 0,-5 3 0 16,0-1-18-16,-3-1 16 0,-3 1 1 15,-4-1-14-15,-2 1 14 0,-2-4-30 16,-2 2-14-16,-2 0-26 0,-4-1-11 16,-1-1 6-16,-2 1-4 0,-2 3-18 15,-2-1-22-15,-2 1-19 0,0 2-53 16,0 0-104-16,-3 0-190 0,0 0-500 16,-9 2-529-16</inkml:trace>
  <inkml:trace contextRef="#ctx0" brushRef="#br0" timeOffset="36199.946">24710 6734 783 0,'0'0'1706'15,"0"0"-1403"-15,0 0-181 0,0 0-16 16,0 0 57-16,0 0 130 0,0 0 17 16,0 0 2-16,0 0-97 0,-75-23-38 15,64 23-32-15,2-1-28 0,1 1-31 0,1 0 0 16,0-1 5-16,-2-1 4 0,3 2-31 16,4 0-24-16,-3 0-16 0,1 0-12 15,-1 2-12-15,1 2-15 0,-1 5-12 16,0 4 11-16,2 8 13 0,2 4-7 15,-1 4 8-15,2 2-11 0,0 2 0 16,3-1 13-16,2-4 0 0,1-5-1 0,2-4-15 16,-1-3 14-16,3-5-10 0,2-4-18 15,2-4-4-15,3 0 0 0,2-3-60 16,4-1-54-16,-1-8-55 16,1-3-38-16,0-2-147 0,-1-5-204 0,-6 3-605 15,2-10-558-15</inkml:trace>
  <inkml:trace contextRef="#ctx0" brushRef="#br0" timeOffset="36466.449">25043 6472 157 0,'0'0'2394'0,"0"0"-2052"0,0 0-144 16,0 0 29-16,0 0 37 0,0 0 17 15,0 0-48-15,0 0-55 0,-9 83-51 0,9-49-34 16,0 5-47-16,0 2 0 0,0 7-28 16,0 7-18-16,0 2-14 0,0 5 13 15,0 1-11-15,0-4-12 0,0-2-51 16,0-8-30-16,0-7-35 0,0-6-16 16,1-5-58-16,5-9-20 0,1-5-153 15,3-9-268-15,0-7-523 0,-1-1-40 16</inkml:trace>
  <inkml:trace contextRef="#ctx0" brushRef="#br0" timeOffset="36955.28">25440 6414 783 0,'0'0'2123'0,"0"0"-1831"15,0 0-187-15,8 84-9 0,-8-42 75 16,0 6 180-16,0 2-4 0,-6 4-139 0,1 1-103 16,-3-1-46-16,-2 0-16 0,1 0-32 15,-1-6-11-15,-1-2-1 0,3-7-17 16,2-7 6-16,3-9-13 15,3-7 3-15,0-10-2 0,0-1-10 0,3-5-16 16,3-4 8-16,4-3 42 0,2-6 27 16,1-3-27-16,2-1-44 0,2 1 1 15,1 0 3-15,0 8 6 0,2 1 21 16,1 5 11-16,1 2-9 0,-2 9 11 16,0 2 2-16,-4 4 10 0,1 2 1 0,-5 1-12 15,-1 1 17-15,-2-1-15 0,-2-1 13 16,-4 0 6-16,0-4-1 0,-3 0 20 15,0-1 20-15,-3 1 1 0,-3-1-22 16,-4-1-12-16,-3 1-12 0,0-3-4 16,-4-4 9-16,-2-1 10 0,-4-4-29 15,-3 0-2-15,-2-5-9 0,-4-4-31 16,-3-5-37-16,-1-2-22 0,-1 0-71 0,3-1-80 16,3 3-112-16,3-2-210 0,7 3-564 15,5 5-644-15,-3-5 1652 0</inkml:trace>
  <inkml:trace contextRef="#ctx0" brushRef="#br0" timeOffset="46798.69">17002 8658 395 0,'0'0'2166'15,"0"0"-1912"-15,0 0-170 0,0 0 73 16,0 0 137-16,0 0 17 0,0 0-53 15,0 0-50-15,0 0-55 0,0 0-51 0,-20 14-33 16,19-2 11-16,-1 9-31 0,2 5-6 16,0 6-21-16,0 4 15 0,3 3-25 15,4-2-2-15,0-4-10 0,-1-2-16 16,2-7 1-16,0-5-18 0,-1-5 32 0,2-5 0 16,-2-4-2-16,2-2-34 0,-1-3 18 15,3-1-5-15,1-10 24 0,-1-3-41 16,2-7-33-16,1-3-37 0,-1-5-14 15,1-1 10-15,-4-2-5 0,5 0-50 16,-4-1 47-16,1 2 41 0,-1 1-1 16,-2 4 26-16,0 2 57 0,-3 3 0 15,-1 8 2-15,-2 1 43 0,1 3 9 16,-4 4-1-16,3 1-5 0,-3 4-20 16,2 0-9-16,-1 0-18 0,-1 4 1 15,3 3 39-15,-1 8 19 0,1 2-6 16,-3 5-29-16,0 3-9 0,0 0 11 0,0 4-26 15,0-1-2-15,-3 1-26 0,1-3-58 16,-1-1-54-16,3-6-29 0,0-1-90 16,0-5-152-16,0-2-48 0,2-5-51 15,2-4 38-15,2-2-2 0,1-1-136 0,-3-2 296 16</inkml:trace>
  <inkml:trace contextRef="#ctx0" brushRef="#br0" timeOffset="47120.925">17644 8262 173 0,'0'0'2585'0,"0"0"-2161"0,0 0-169 15,0 0-52-15,0 0 56 0,0 0 1 16,-9 72-26-16,7-46-64 0,-2 3-62 0,4 6-41 16,-1-2-14-16,-1 7-10 15,2 1 15-15,0 3-15 0,0 4 6 0,0 4-34 16,0 1-12-16,0 0-3 0,0 4-1 16,0-2-20-16,0 1-19 0,-2 0-70 15,2-5-4-15,0-4-22 0,0-4 13 16,0-8-42-16,0-5-47 0,4-10-128 15,1-7-232-15,0-4-579 0,-2-8-596 16</inkml:trace>
  <inkml:trace contextRef="#ctx0" brushRef="#br0" timeOffset="47717.322">17911 8837 866 0,'0'0'1950'15,"0"0"-1482"-15,0 0-163 0,0 0 23 16,0 0-8-16,0 0-41 0,0 0-97 15,0 0-126-15,0 0-44 0,19-75 10 0,-3 49-7 16,2-3-12-16,0 1-3 0,2 0-25 16,-1-1 13-16,1 6-19 0,-2-2-12 15,-3 4 3-15,-1 5 16 0,-3 4 8 16,-5 1 16-16,-2 7 0 0,-2 1 3 16,-2 3 22-16,0 0 3 0,0 0-4 15,0 6-10-15,-2 2-14 0,-2 3-22 16,-1 6-2-16,-1 3 24 0,1 4 2 0,2 4-2 15,-1 0-15-15,2 5 14 0,-1-2 1 16,2 6-10-16,-1 0 10 0,-2 2 0 16,4-3-3-16,-1-1 3 0,1-4 0 15,0-6-40-15,0-4 12 0,0-4-25 16,0-5-11-16,0-2-17 0,0 1-15 16,0-3-48-16,0-2-101 0,0 0-226 15,-2 0-289-15,-3-1-477 0,0-1-180 0,-5 0 1417 16</inkml:trace>
  <inkml:trace contextRef="#ctx0" brushRef="#br0" timeOffset="47907.545">17968 9116 718 0,'0'0'646'0,"0"0"610"16,0 0-796-16,0 0-138 0,0 0-37 15,0 0-23-15,0 0-8 0,0 0-80 16,0 0-53-16,0 0-72 0,85-23-2 15,-61 20-29-15,1 3-16 0,2 0-2 16,0 0-1-16,1 0-11 0,2 0-84 16,-1 1-59-16,-3 1-91 0,0-2-59 0,-2 0-212 15,-9 0-682-15,7 0-579 0</inkml:trace>
  <inkml:trace contextRef="#ctx0" brushRef="#br0" timeOffset="49149.632">21725 10424 218 0,'0'0'27'16,"0"0"126"-16,0 0-26 0,0 0 606 15,0 0-180-15,0 0-66 0,0 0-42 16,0 0-62-16,0 0-74 0,0 0-43 16,0 0 2-16,-6-3-8 0,11 3-12 15,3 0-56-15,-1 0-45 0,4 0-36 0,3 0-23 16,0 0-8-16,6 0-10 0,-1 0-9 15,6 0-43-15,1-2-3 0,2 1-15 16,3-2 16-16,2 2 0 0,1-3-16 16,3 3 0-16,3-4 14 0,0 2-14 0,2-2 0 15,4 2 0-15,0-4 33 0,3 0-30 16,1 2 10-16,0-1 2 16,1 0-15-16,-1-2 0 0,0-2-3 0,-1 4 3 15,-4 0-15-15,1 2-7 0,-7 0 21 16,0 1-38-16,-2 1 3 0,-2 1 35 15,-1-2-10-15,-4 1-4 0,1 2-16 16,-4-1-5-16,2-1 8 0,3 0-8 16,1 1 21-16,3 0 11 0,0-2 2 15,1 1-34-15,5 1-1 0,1-2 23 0,1 3 13 16,3 0-14-16,-1 0 12 0,0 2-42 16,-1 0 42-16,0 3-12 0,-5 1-3 15,-2-1 16-15,-5-1-17 0,-4 0 16 0,-5 0 3 16,-4-1 0-16,-5-3-3 0,-4 0 0 15,-4 0-18-15,-2 0-16 0,-4 0-18 16,-1 0-22-16,0 0-44 0,0 0-80 16,-4 0-140-16,-1-1-329 0,-15-2-998 15</inkml:trace>
  <inkml:trace contextRef="#ctx0" brushRef="#br0" timeOffset="50081.666">19511 8720 307 0,'0'0'560'16,"0"0"564"-16,0 0-416 0,0 0-185 15,0 0-211-15,0 0-43 0,0 0-71 16,0 0-62-16,0 0-27 0,0 0 9 15,0 0-19-15,26-7-28 0,-3 13 6 16,0-1-15-16,2-4 12 0,2 0-59 16,-1-1 40-16,3 0-55 0,1-2 2 15,1-5-1-15,0-3-1 0,0 3-6 0,0-4-18 16,-3 0-81-16,-2-1-37 0,-3 2 0 16,-4 1-41-16,-4 3-65 0,-5 0-118 0,-4 3-259 15,-2 1-533-15,-4 2-225 0</inkml:trace>
  <inkml:trace contextRef="#ctx0" brushRef="#br0" timeOffset="50313.319">19445 8895 137 0,'0'0'786'0,"0"0"193"16,0 0-396-16,0 0-202 0,0 0-176 15,0 0 92-15,0 0 24 0,0 0 44 16,108 5-156-16,-73-5-103 0,2-1-84 0,-1 1-20 16,3 0-3-16,-4-2 1 0,-1-1-41 15,-1 2-86-15,-1-4-46 0,-3 2-88 16,-5-1-52-16,-5-1-182 0,-4 4-564 16,-5-3-484-16</inkml:trace>
  <inkml:trace contextRef="#ctx0" brushRef="#br0" timeOffset="50729.841">19413 8400 878 0,'0'0'1755'0,"0"0"-1360"15,0 0-203-15,0 0-4 0,0 0-41 16,0 0-59-16,0 0-44 0,-92 83 1 16,76-48-45-16,-2 3 0 0,-1 3-38 15,-1 1 37-15,0 1-2 0,2 4-20 16,-1-2 1-16,2-2 22 0,0-1 2 0,2-2-2 16,2-2-15-16,2-4 11 0,2-4-8 15,4-2-7-15,2-6 19 0,3 1-22 16,1-4-10-16,10-5 32 0,1 1 2 15,5-2 30-15,2-2 63 0,4 0 15 16,2-2 3-16,2 1 25 0,-1-3-12 16,4 4-29-16,-1-1-16 0,4-1-50 0,-1 3-29 15,2-2 13-15,0 1 6 0,0-1-21 16,1-1-19-16,-1-2 16 0,0-1-18 16,0-4-60-16,-1-2-37 0,-1-1-15 15,-2-6-55-15,-1-3-52 0,-4-3-97 16,-4 1-243-16,-6 0-468 0,-1-6-260 0</inkml:trace>
  <inkml:trace contextRef="#ctx0" brushRef="#br0" timeOffset="51014.053">19916 8490 1421 0,'0'0'1608'15,"0"0"-863"-15,0 0-221 0,0 0-298 0,0 0-91 16,0 0-21-16,0 0 49 16,89 17-35-16,-58-3-45 0,2 3-35 0,0 2-26 15,2 3-1-15,-1 0-11 0,0 5-10 16,-3 2-15-16,-2 1-22 0,-2 2 34 16,-5 2-9-16,-6 1-21 0,-7 3-41 15,-4 4 22-15,-5 0-27 0,-1 1-22 16,-12 3-4-16,-5-2 4 0,-2-1-32 15,-5-3 37-15,-3-2-25 0,-2-3-38 0,-2-9-30 16,0-2-66-16,-1-7-193 0,7-5-368 16,-7-8-686-16</inkml:trace>
  <inkml:trace contextRef="#ctx0" brushRef="#br0" timeOffset="51690.345">21249 8463 1170 0,'0'0'69'0,"0"0"1007"0,0 0-663 16,0 0-34-16,0 0-60 0,0 0 20 15,0 0-56-15,0 0-73 0,0 0-58 16,87 15-65-16,-63-17-50 0,2-7 19 0,5-4-29 15,3-8-25-15,1-2 1 0,1-5-3 16,-2 3-2-16,-1 2-25 0,-4 4-35 16,-3 5-12-16,-5 10 2 0,-1 4 1 15,-5 6 52-15,-3 13 18 0,-5 6 1 0,-2 9 4 16,-1 4 20-16,-4 5 7 0,0 2 3 16,0-1-6-16,0 2-28 0,-4 0 3 15,-1 2 16-15,2 4 12 0,-3-2-15 16,2 3-15-16,1 0 11 0,2-5-9 15,1-4-3-15,0-6 0 0,0-8 1 16,1-7-1-16,2-8-25 0,1-5-6 16,-1-3 0-16,0-5-28 0,-1-2 10 15,-1 0-10-15,-1-2-32 0,0-5-76 16,0-4-75-16,-3-4-170 0,-7-4-303 16,3 1-519-16,-12-11-152 0</inkml:trace>
  <inkml:trace contextRef="#ctx0" brushRef="#br0" timeOffset="51833.992">21395 8741 1494 0,'0'0'231'0,"0"0"579"16,0 0-337-16,0 0-150 0,0 0-63 15,0 0-45-15,0 0-39 0,0 0-43 16,0 0 13-16,81-35-53 0,-57 25-93 16,-1 1-12-16,-1 1-13 0,-3 3-84 15,-1 3-133-15,-3 2-117 0,-5 0-307 16,-5 13-914-16</inkml:trace>
  <inkml:trace contextRef="#ctx0" brushRef="#br0" timeOffset="52014.397">21347 9074 1313 0,'0'0'78'0,"0"0"1078"15,0 0-751-15,0 0-84 0,0 0-48 16,0 0 59-16,82-61-153 0,-53 41-91 0,4-1-88 15,-1 2-28-15,1 3-114 0,0 1-72 16,1 0-134-16,-8 7-363 0,10-6-986 16</inkml:trace>
  <inkml:trace contextRef="#ctx0" brushRef="#br0" timeOffset="52597.644">22192 8574 293 0,'0'0'239'0,"0"0"1767"0,0 0-1722 15,0 0-194-15,0 0 150 0,0 0 50 16,0 0-65-16,89-30-70 0,-71 30-58 16,2 0-37-16,-1 6-13 0,-1 4-47 0,-3 2 48 15,0 3-47-15,-4 1-1 16,0 3-12-16,-4 3 9 0,-1 3 3 16,-2 0-22-16,-1 5-29 0,0-3 8 0,-3 1 5 15,0-2 35-15,2-3 1 0,-2-5 0 16,4-5 1-16,-1-4 1 0,-1-3 17 15,4-5 2-15,-1-1 16 0,4-1 21 16,0-10 11-16,2-3-14 0,0-7-6 0,3-2-7 16,-2-4-12-16,2-4-27 0,-1 1 15 15,5-5-13-15,-5 4 12 0,1-2 3 16,-5 3-18-16,-2 2-40 0,-4 1-85 16,-3 4-17-16,0 3-27 0,-2 4-11 15,-3 1-7-15,-3 3-129 0,-2 2-162 16,0 4-20-16,1 0-116 0,1 5-40 15</inkml:trace>
  <inkml:trace contextRef="#ctx0" brushRef="#br0" timeOffset="54001.153">23235 8485 855 0,'0'0'72'0,"0"0"1184"0,0 0-851 16,0 0-141-16,0 0 5 0,0 0 66 15,-23-67-37-15,13 61-72 0,0 0-47 16,-2 1-54-16,0 5-16 0,-2 0 2 0,0 5 16 15,-3 6-63-15,-3 4-8 0,-2 6-44 16,5 2 0-16,0 4-9 0,3 3 22 16,3 5-25-16,2 0 0 0,2 3-14 0,4-3 13 15,3 2-18 1,0-7 18-16,8-4-11 0,0-4 12 0,6-6 0 16,0-4 0-16,4-5-1 0,1-1 1 15,0-6-3-15,1 0-13 0,-3-6 10 0,3-4-9 16,-3-3-41-16,0-2-70 0,-6 1-88 15,0-4-102-15,-3 5-188 0,-4-5-235 16,-4 5-585-16,0 2-11 0</inkml:trace>
  <inkml:trace contextRef="#ctx0" brushRef="#br0" timeOffset="54154.964">23109 8634 1056 0,'0'0'1271'0,"0"0"-809"15,0 0-129-15,0 0-71 0,0 0 49 16,0 0 3-16,0 0-94 0,0 0-111 15,0 0-72-15,0 0 41 0,0 0-47 0,57-2-31 16,-35 1-19-16,1-2-6 0,-1-4-90 16,3-2-103-16,3-3-172 0,-7 4-391 0,9-10-1099 0</inkml:trace>
  <inkml:trace contextRef="#ctx0" brushRef="#br0" timeOffset="54397.769">23661 8249 2756 0,'0'0'350'0,"0"0"-177"0,0 0 47 15,0 0 102-15,0 0 27 0,-31 83-66 16,28-50-129-16,0 7-40 0,0 9 6 0,-4 9 39 16,0 9-61-16,-6 5-51 0,-1 8-45 15,-4 2-4-15,-5 0 2 16,4 1-25-16,-3-10-42 0,3-8-25 0,4-15-24 15,5-16 15-15,3-13 54 0,4-12-8 16,3-9-59-16,0-4-100 0,3-11-168 16,4-9-95-16,2-12-101 0,1-8-461 15,-3 9-290-15,5-25 856 0</inkml:trace>
  <inkml:trace contextRef="#ctx0" brushRef="#br0" timeOffset="54746.152">23601 8431 1137 0,'0'0'1240'0,"0"0"-702"0,0 0-211 15,0 0-6-15,54-74 26 0,-36 61-71 16,1 3-77-16,1 4-59 0,3 2-17 0,1 4-9 16,0 2-22-16,0 7-37 15,-1 7-15-15,-4 3-38 0,-2 4 23 0,-8 3-13 16,-3 5-12-16,-6 4-30 0,-3 5 27 16,-10 1-40-16,-7 3-49 0,-2-1 9 15,-5-2-18-15,-1-4 61 0,0-2-19 16,0-8 22-16,-1-4-16 0,2-4 23 0,3-4 30 15,2-3 3-15,2-5 12 16,3 0-15-16,4-2 14 0,5-3-12 16,5 0 6-16,3 0-8 0,2-1-62 0,8 4 43 15,6 1 19-15,3 6 75 0,6 1 23 16,4 4-30-16,2-1-28 0,0 3 53 16,2 1-13-16,-2-3-37 0,0 2-14 15,-2 0-29-15,-1-1-18 0,-6-2-13 16,0-2 0-16,-2-4-30 0,-1-1-115 15,-4 1-46-15,0-2-74 0,-5-3-320 0,2 0-803 0</inkml:trace>
  <inkml:trace contextRef="#ctx0" brushRef="#br0" timeOffset="55664.543">24695 8578 1121 0,'0'0'69'0,"0"0"1083"0,0 0-806 15,0 0-60-15,0 0-14 0,0 0 5 16,0 0 10-16,0 0-38 0,0 0-64 0,0 0-64 15,0 0-31-15,27-4 30 0,-27 41 22 16,0 10-10-16,0 7-43 0,0-2 18 16,3-2-22-16,2-3-45 0,2-8-12 15,0-5-27-15,3-10-1 0,0-6 2 16,-1-6-2-16,2-6-24 0,3-4 22 16,-2-2 2-16,3-3 1 0,2-8-1 15,1-8-33-15,-1-5-53 16,2-7-39-16,1-3 24 0,1-3-19 0,-2-3-7 15,3 2 26-15,-4-2 17 0,-2 3 82 16,-2 1-32-16,-5 2 0 0,0 4 34 16,-3 5 2-16,-3 11 50 0,1 3 17 0,-3 5 8 15,-1 5-12-15,0 1-22 0,0 0-25 16,0 1 16-16,0 10-18 0,0 3 20 16,0 7 23-16,0 6-4 0,-3 3 16 0,-1 1-26 15,1 5-20-15,0 0 15 0,1 1-19 16,-1-1-39-16,0-3 18 0,3-3-40 15,0-6-15-15,0-5 53 0,3-6-35 16,2-3-43-16,1-3-6 0,3-4-15 16,-1-1-60-16,3-2-25 0,1-5-140 15,2-6-220-15,-3 2-427 0,6-12-449 16</inkml:trace>
  <inkml:trace contextRef="#ctx0" brushRef="#br0" timeOffset="55987.715">25360 8507 1630 0,'0'0'59'15,"0"0"751"-15,0 0-484 0,0 0-172 16,0 0 54-16,0 0 73 0,0 0 48 0,0 0-52 16,0 0-96-16,23 93-35 0,-17-62 18 15,-1 3-19-15,-1 1-75 0,-1 0-11 16,-1-1-35-16,-1 1-22 0,2-6-2 15,-1-5-2-15,3-5-22 0,0-7 24 16,5-1 0-16,-2-9 21 0,1 1-2 16,2-3-4-16,-2 0 16 0,1-7 11 15,0-5-2-15,2-4 9 0,0-4-15 16,-1-3-19-16,-1-6-14 0,0-1-1 16,-1-6-18-16,-2-2-37 0,-3-4-68 15,2-1-42-15,0-1-23 0,2 5-7 16,0 0-92-16,0 7-91 0,0 3-226 0,3 8-144 15,-4 5-294-15,3 0 0 0</inkml:trace>
  <inkml:trace contextRef="#ctx0" brushRef="#br0" timeOffset="56548.264">26053 8670 2511 0,'0'0'1117'16,"0"0"-786"-16,0 0-201 0,0 0 7 16,83-23 90-16,-56 20-27 0,-2 1-40 15,3 1-65-15,-2-1-62 0,-1 0-32 16,0 0-2-16,-3-1-35 0,-1 1-28 15,-1 0-151-15,-7 0-76 0,0 0-157 0,-7 2-521 16,-6 0-410-16,0 0-160 16</inkml:trace>
  <inkml:trace contextRef="#ctx0" brushRef="#br0" timeOffset="56662.454">26087 8863 977 0,'0'0'274'0,"0"0"1126"0,0 0-1197 0,0 0-30 16,0 0 188-16,0 0 57 0,0 0-50 15,93 49-76-15,-57-60-119 0,1-2-115 16,3-7-58-16,-1-2-1 0,0-2-106 16,-3-2-95-16,2-2-112 0,-10 7-369 15,8-13-1063-15</inkml:trace>
  <inkml:trace contextRef="#ctx0" brushRef="#br0" timeOffset="56884.374">26752 8226 2350 0,'0'0'1800'15,"0"0"-1446"-15,0 0-298 0,0 0-16 0,0 0 58 16,0 0 145-16,0 0 53 0,0 82-126 16,5-46-66-16,3 6-50 0,0 4-27 15,2 3-27-15,-2 2-16 0,-3 5-14 16,1 3-61-16,0 0-40 0,-1 2-27 15,1-4-4-15,2-5-71 0,0-9-140 16,4-6-304-16,-4-9-683 0,0-11-914 16,-1 1 2187-16</inkml:trace>
  <inkml:trace contextRef="#ctx0" brushRef="#br0" timeOffset="67047.085">28702 8159 150 0,'0'0'505'15,"0"0"692"-15,0 0-558 0,0 0-281 16,0 0-150-16,0 0-48 0,0 0 6 15,0 0-13-15,0 0-11 0,-8 55-41 0,8-25-32 16,0 7 16-16,0 4 51 0,0 6 26 16,2 0-72-16,-2-1-31 0,1-4 6 15,1-3-9-15,1-8 3 0,-1-6-1 16,4-11 16-16,3-3-31 0,-2-6-12 16,3-2-13-16,2-3 50 0,2 0-16 0,1-4-52 15,2-9-21-15,3-5-62 0,-1-5-19 16,2-4-18-16,-1-2-19 15,1-3-19-15,0-1-4 0,-2-2-15 0,-2 1 45 16,-2 1 76-16,-4 0-30 0,-1 0-72 16,-1 5 56-16,-3 2 80 15,-3 2 22-15,-1 7 35 0,1 3 38 0,-1 4-6 16,-1 3 72-16,-1 2-7 0,0 2-34 16,2 3-39-16,-1 0-18 0,-1 2-40 0,2 4 41 15,1 6-8-15,0 2 35 0,-1 2 15 16,0 7-34-16,-2-3 3 0,0 4-7 15,0 1 6-15,-4 0-52 0,-2 3-3 16,-2-2-22-16,3-1-6 0,-3-3-43 16,4-3-45-16,1-4-31 0,2-8-36 15,1-1-53-15,0-6-136 0,3 0-258 16,4-12-567-16,-1 2-226 0</inkml:trace>
  <inkml:trace contextRef="#ctx0" brushRef="#br0" timeOffset="67416.226">29265 8179 696 0,'0'0'71'0,"0"0"1425"15,0 0-1076-15,0 0-121 0,-14 68 72 16,9-47-28-16,0-1-7 0,2 2-82 16,1-4-114-16,-1 0-57 0,2-1-47 15,0 1-36-15,-1-5-1 0,2-1-23 16,0-5-20-16,0-2-11 0,0-4-4 15,4-1-25-15,4 0-60 0,2-6-26 16,1-6-56-16,5-2-85 0,-2-4-36 16,1-1-26-16,-1-2-15 0,0 4 123 15,0 4 119-15,-4 3 146 0,-2 5 78 16,-1 2 149-16,-1 3 2 0,-1 0-22 0,-1 6 92 16,1 3 40-16,-2 1-24 0,-1 6-119 15,-2-1-61-15,0 1 7 0,0 3 2 0,0-2-32 16,-2 0-22-16,2-3-10 0,-2-1-63 15,2-2-17-15,0 0-3 0,0-2-55 16,0-2-51-16,5-4-59 0,1-3-77 16,4 0-152-16,2-8-287 0,4-8-688 15,-5 3-110-15,15-14 1482 0</inkml:trace>
  <inkml:trace contextRef="#ctx0" brushRef="#br0" timeOffset="67541.841">29663 8281 1380 0,'0'0'510'0,"0"0"225"15,0 0-403-15,0 0-114 0,-22 84 122 16,14-61 74-16,0 1-69 0,1-5-113 0,3-3-142 16,-2-6-90-16,5 0-31 0,1-5-52 15,0-3-125-15,0-2-96 0,7-3-211 16,-4-2-594-16,5-14-998 0</inkml:trace>
  <inkml:trace contextRef="#ctx0" brushRef="#br0" timeOffset="67702.73">29740 7968 892 0,'0'0'294'0,"0"0"936"0,0 0-768 16,0 0-164-16,0 0-101 0,0 0-139 16,0 0-58-16,0 0-77 0,0 0-265 15,0 0-328-15,62 56-1042 0</inkml:trace>
  <inkml:trace contextRef="#ctx0" brushRef="#br0" timeOffset="67976.611">30061 7852 835 0,'0'0'492'0,"0"0"91"0,0 0-217 0,0 0-36 0,0 0 127 16,0 0-1-16,-42 80-49 0,36-47-150 15,0 3-48-15,3 2 4 0,2 5 30 16,0 3-75-16,-2 2-76 0,-2 2-31 15,2 4-15-15,0-5-46 0,3-3 1 16,0-8 0-16,0-4-1 0,3-7-3 16,5-8-31-16,0-5 16 0,1-2-3 15,-1-5 2-15,-2 0-14 0,0-2-10 16,3-5-18-16,-4 0-4 0,0 0-2 16,1-6-28-16,-1-2-22 0,1-3-40 15,-2-3-17-15,-1 0-57 0,-1 0-131 0,-2-3-82 16,-2 1-86-16,-6 0-32 0,-2-5-136 15,-1 7-344-15,-7-10 817 0</inkml:trace>
  <inkml:trace contextRef="#ctx0" brushRef="#br0" timeOffset="68114.306">29878 8243 817 0,'0'0'17'0,"0"0"-14"0,0 0 1302 0,0 0-910 16,0 0-76-16,0 0-5 0,0 0 59 16,0 0 46-16,0 0-127 0,0 0-90 15,98 6-66-15,-70-6-25 0,0 0-13 16,1 0-83-16,1-4-15 0,2-3-67 15,-1-5-155-15,2-3-132 0,-7 3-441 16,12-11-1146-16</inkml:trace>
  <inkml:trace contextRef="#ctx0" brushRef="#br0" timeOffset="68400.227">30514 8154 767 0,'0'0'2491'0,"0"0"-2066"16,0 0-214-16,0 0 119 0,-95 60-5 15,72-43-44-15,3 1-113 0,3-1-101 16,3-3-48-16,2 2-19 0,5-2-28 0,0-2 13 16,5 0-37-16,2 1 9 0,0-2 43 15,4 1 2-15,4 0-2 0,2-1-28 16,1-3 28-16,4 1 0 0,-4 0 13 16,2 1-13-16,-3-1-16 0,1 2 16 15,-5-1-9-15,-1-1 9 0,-2 1 3 16,-3 2 19-16,0-1-20 0,-2 1 12 0,-4 0-14 15,-6 1-37-15,-3-1-36 0,-4 1-10 16,-3-1-50-16,-5 1-64 0,-6-2-244 16,10-3-652-16,-24 1-613 0</inkml:trace>
  <inkml:trace contextRef="#ctx0" brushRef="#br0" timeOffset="69207.722">28327 8050 816 0,'0'0'62'0,"0"0"1201"16,0 0-774-16,0 0-120 0,0 0-49 15,0 0-2-15,0 0-38 0,0 0-59 16,0 0-72-16,0 0-81 0,0 0-24 0,-14-35-29 16,-3 59 38-16,0 7-13 15,1 6-9-15,-1 3 25 0,4 1-35 0,0-3 5 16,3-2-26-16,3-5-28 0,2-2 7 16,1-4 8-16,3-3-30 0,1-3 41 15,0-2-47-15,4 0 33 0,2-2-9 16,1 2-31-16,3-3-9 0,2 3 0 15,-1-1 0-15,1 2-16 0,1 6 34 16,-3 1-1-16,0 3 23 0,-4 5 25 0,-2 1 25 16,-3 4-3-16,-1 5 13 0,0 4-22 15,0 0 2-15,-5 0-15 0,-1-1 0 16,-1 1-28-16,2-6-33 16,4-5-58-16,1-6-60 0,7-8-78 0,13-7-244 15,5-9-235-15,-2-3-523 0</inkml:trace>
  <inkml:trace contextRef="#ctx0" brushRef="#br0" timeOffset="69780.314">30970 7938 973 0,'0'0'589'0,"0"0"128"16,0 0-519-16,0 0-182 0,0 0 216 15,0 0 99-15,0 0-78 0,79-34-113 16,-62 32-80-16,-3 2-16 0,-2 4-28 16,-4 4 19-16,-3 7 38 0,-2 3 28 15,-3 3-19-15,-3 7 3 0,-7 0-10 0,-5 4-15 16,-2 0-41-16,-3 4-17 0,3-5 0 15,0 0 1-15,1-3-2 0,4-4-1 16,1 0-21-16,2-5 2 0,4-1-1 16,2-1-11-16,3-1 18 0,0-1 2 15,0 3 11-15,4 1 0 0,-1 2 12 16,0 0 10-16,-2 2-3 0,3-1 19 16,-2-2 22-16,2-1-20 0,1 2-15 0,0-3-12 15,0 1-10-15,1-3 0 0,-1 0 19 16,-1 2-7-16,-2-4 4 0,-2 3-16 15,0-3 16-15,0-1-4 0,-2 0 0 16,-3-1-15-16,-1-5-3 0,0 2-94 16,0-6-78-16,1 1-89 0,-1-3-167 15,0-2-744-15</inkml:trace>
  <inkml:trace contextRef="#ctx0" brushRef="#br0" timeOffset="69939.729">31235 8413 104 0,'0'0'1764'0,"0"0"-212"16,0 0-1078-16,0 0-110 0,0 0 32 0,84-26-125 15,-70 21-128-15,2 1-109 0,-1 1-34 16,-1-2-55-16,0 4-86 0,2-3-89 16,-3 2-120-16,1-3-385 0,-6 4-1028 15</inkml:trace>
  <inkml:trace contextRef="#ctx0" brushRef="#br0" timeOffset="70130.03">31329 8516 734 0,'0'0'2628'16,"0"0"-2254"-16,0 0-308 0,0 0 189 16,0 0 131-16,0 0-59 0,0 0-82 15,0 0-113-15,86 5-90 0,-58-10-29 16,0-2-13-16,3 1-54 0,-3-2-111 15,0-2-41-15,1 1-65 0,-5 0-250 16,-1-2-756-16,-6 4-1230 0,-2-6 2306 0</inkml:trace>
  <inkml:trace contextRef="#ctx0" brushRef="#br0" timeOffset="70991.288">32307 7885 866 0,'0'0'1003'0,"0"0"-262"15,0 0-387-15,0 0-162 0,0 0 41 16,0 0 113-16,0 0-117 0,0 0-90 16,0 0-48-16,0 0-48 0,-89 93 16 15,68-52-3-15,3 3 19 0,1 0-26 0,4 0 4 16,5-4-34-16,0-5-19 0,5 0-12 16,2-9-6-16,1-3 16 0,0-5-19 15,1-4 11-15,4-2 10 0,1-1 2 16,0 0-2-16,2 0-16 0,0 1 15 15,1 2-11-15,-1 1 9 0,1 4-22 16,0 1 10-16,-1 1 14 0,0 0 1 16,-3 2 0-16,0 1 0 0,-2-1 25 0,-2 1-6 15,-1 2 15-15,0 1 52 16,-1 1-12-16,-4 1-31 0,-2-3-9 0,0 2 0 16,-1-4-34-16,3-3-15 0,1-7-7 15,2 0-18-15,2-7-25 0,0-1-129 16,5-2-70-16,3-4-48 0,2 0-121 15,3-6-217-15,4-5-450 0,-3-3-429 16,9-8 1500-16</inkml:trace>
  <inkml:trace contextRef="#ctx0" brushRef="#br0" timeOffset="71265.2">32475 8378 209 0,'0'0'433'0,"0"0"957"16,0 0-940-16,0 0 1 0,0 0-29 16,0 0-54-16,0 0-31 0,80 35-90 15,-55-35-89-15,2 0-65 0,-1 0-41 0,-1 0-9 16,1-7-43-16,-2-5-32 0,0 0-119 15,-1-1-69-15,-1-3-109 0,-3 1-193 16,-3-1-562-16,-3 4-651 0,-5-4 1422 0</inkml:trace>
  <inkml:trace contextRef="#ctx0" brushRef="#br0" timeOffset="72042.443">32701 8056 166 0,'0'0'1571'0,"0"0"-768"0,0 0-378 15,0 0-133-15,0 0-12 0,0 0 23 16,0 0-54-16,-6 85-40 0,4-50-82 15,2 2-38-15,0 3-5 0,0-1-4 16,0-1-25-16,0 0-55 0,0-5-12 0,0-2-13 16,0-3-79-16,0-5-29 0,0-3-10 15,0-5-38-15,0-2-67 0,0-1-182 16,0-5-300-16,0 0-636 0</inkml:trace>
  <inkml:trace contextRef="#ctx0" brushRef="#br0" timeOffset="72226.653">32585 8658 940 0,'0'0'463'16,"0"0"779"-16,0 0-716 0,0 0-153 15,0 0 46-15,0 0-102 0,0 0-69 16,0 0-97-16,0 0-47 0,0 0-24 16,0 0-6-16,99 5-16 0,-71-11-28 15,3 0-28-15,-3-3-2 0,1-1-83 16,-1-1-101-16,-3 0-78 0,1-2-136 15,-10 3-399-15,7-8-970 0</inkml:trace>
  <inkml:trace contextRef="#ctx0" brushRef="#br0" timeOffset="72506.002">33058 8047 1149 0,'0'0'117'0,"0"0"1348"15,0 0-1093-15,0 72-116 0,0-40 58 16,0 2-12-16,0 3 5 0,0 2-102 16,0 0-57-16,0 3-62 0,0 2-12 15,-3-2-22-15,-2-3-37 0,-1 0-15 0,1-7-27 16,1-2-47-16,2-10-83 0,2-2-41 15,0-6-26-15,6-8-80 0,5-4-165 16,1-1-497-16,-4-7-512 0</inkml:trace>
  <inkml:trace contextRef="#ctx0" brushRef="#br0" timeOffset="72932.209">33343 7878 293 0,'0'0'2574'15,"0"0"-2094"-15,0 0-362 0,0 0 65 16,0 0 132-16,0 0-57 0,78-26-140 16,-60 21-95-16,-5 5-23 0,2-2-25 15,-2 2-22-15,2 0-18 0,-7 4-7 16,-2 6 22-16,-1 6 35 0,-5 4 14 0,-2 4-10 15,-10 7 11-15,-3 4 25 16,-3 2-22-16,-2-2 19 0,0 1 34 0,3-3 28 16,1-2 10-16,4-5-8 0,5-2 35 15,0-5-44-15,4 0-55 0,3-2-20 16,0-1 16-16,0-2 4 0,7 1-7 16,0 2 10-16,2 2-7 0,4 1 10 0,0 1 15 15,0 1-19-15,4 0-2 0,-1-1-7 16,2 1-3-16,-1-2 7 0,-3 2-3 15,-1-2-14-15,-1 4 8 0,-2-1-7 16,-3 0 14-16,-1-2-17 0,-5 2 0 16,-1-2 1-16,0-1 1 0,-3-1-2 15,-7 2-26-15,-6 0-14 0,-4-1-104 16,-7 2-81-16,-6 1-75 0,-3-2-159 16,8-6-549-16,-18 3-989 0</inkml:trace>
  <inkml:trace contextRef="#ctx0" brushRef="#br0" timeOffset="73665.18">29089 9129 2582 0,'0'0'630'15,"0"0"-277"-15,0 0-47 0,0 0-51 16,0 0-37-16,20 82-38 0,-7-58-60 15,-3 1-46-15,-2-3-43 0,-2 0-31 16,0-1 0-16,-3-3 0 0,-1-6-13 0,-1 0-2 16,-1-5-37-16,0 0-115 15,0-3-44-15,0-2-77 0,0-2-204 0,0 0-593 16,-4-13-930-16</inkml:trace>
  <inkml:trace contextRef="#ctx0" brushRef="#br0" timeOffset="73854.835">29134 8913 1269 0,'0'0'2178'0,"0"0"-1572"0,0 0-316 0,0 0 16 0,0 0-81 16,0 0-109-16,83-51-116 0,-69 46-28 15,0 1-79-15,-1 4-139 0,-1 0-197 16,-3 4-857-16,-6 13-1391 0</inkml:trace>
  <inkml:trace contextRef="#ctx0" brushRef="#br0" timeOffset="74165.962">29373 9253 1820 0,'0'0'1214'0,"0"0"-587"0,0 0-278 0,0 0-85 16,0 0-32-16,-1 68-68 0,2-57-75 15,3-4-89-15,2-2-26 0,2 2 11 16,3-2 0-16,-1-1-16 0,2-2-46 16,0-2-41-16,2 0-6 0,0-6 19 15,0-3-11-15,1-1-51 0,-1-1-24 16,2 0-8-16,-4 3-24 0,-1 2-29 0,-1 5 40 16,-3 1 125-16,2 0 87 0,-2 6 81 15,0 3 18-15,-2 1 97 0,1 1 43 16,-4 2-11-16,0-2-29 0,-1 3-48 15,1-3-44-15,-1-2-51 0,-1 2-34 16,0-3-22-16,0 0-37 0,2-5-55 16,-1 1-156-16,1-3-106 0,2-1-209 15,-1 0-546-15,-1-5-484 0,4-12 1511 16</inkml:trace>
  <inkml:trace contextRef="#ctx0" brushRef="#br0" timeOffset="74583.285">29997 9013 215 0,'0'0'711'16,"0"0"1321"-16,0 0-1360 0,0 0-111 0,0 0-78 15,87-12-152-15,-65 11-136 0,9-3-79 16,3-3-43-16,4 2-27 0,2-4-16 16,3 0-30-16,-2 0-1 0,-4 1-29 15,-2 1-16-15,-8 4-24 0,-4 2-24 16,-8 1 5-16,-7 4 13 0,-5 7 27 15,-3 6-15-15,-3 2 26 0,-9 5 36 16,-2 6 2-16,-6 1 0 0,1-1 2 16,-4 1-2-16,1 2 0 0,-3-1-1 15,-1 5-23-15,1-2-25 0,-3 1 12 16,0 2-12-16,-1 1-1 0,1-2 4 16,2-2 28-16,4-4 18 0,6-1 0 0,4-5 18 15,7-7 4-15,4-4 52 0,1-2 9 16,1-2-1-16,7-3-8 0,4 0 5 0,4-2-9 15,4 0 4-15,2-2-7 16,4-1-22-16,0 0 1 0,-2-2-31 0,4 0-4 16,-4 0-11-16,-1 0-2 0,-2 0-13 15,-1-3-6-15,-3-1-4 0,-1 2-14 16,-1-4-22-16,1 0-27 0,-1-2-68 16,-4-1-34-16,0-2-63 0,1-5-213 15,-4 3-611-15,0-11-787 0</inkml:trace>
  <inkml:trace contextRef="#ctx0" brushRef="#br0" timeOffset="74822.956">30647 9082 2139 0,'0'0'256'0,"0"0"-172"0,0 0 184 0,0 0 136 16,0 0-123-16,0 0-138 0,0 0-93 15,0 0-34-15,0 0 47 0,-79 56 44 16,59-35 44-16,-2 2-34 0,-1 1-54 16,-2 0-26-16,-1 3-12 0,1 1-22 15,-4 3-3-15,1 2-22 0,1-1-31 16,1-1-29-16,3-3-112 0,1-3-37 16,5-2-61-16,3-4-224 0,5-4-537 0,2-6-612 15,3-3 1580-15</inkml:trace>
  <inkml:trace contextRef="#ctx0" brushRef="#br0" timeOffset="80812.046">15906 11740 2506 0,'0'0'303'15,"0"0"-200"-15,0 0 48 0,0 0-1 16,0 0 108-16,0 0 14 0,-2-68-20 0,-1 67-86 15,0-2-25-15,1 2 14 0,0-1 5 16,-1 2-9-16,0 0-34 0,-1 0-32 16,-2 2-33-16,-4 3-52 0,1 9-9 15,-2 3 7-15,-3 8 2 0,0 8 0 16,-1 5-1-16,-1 7-1 0,0 7-7 16,1 2 6-16,0 1-6 0,3 2 9 15,-1-5-12-15,6-7-20 0,3-7 32 16,1-11 12-16,3-8-12 0,0-9-27 15,0-3-4-15,0-5-9 0,0-2-6 16,3 0 0-16,0-3 0 0,2-3-6 0,4-3 18 16,1-1 3-16,2-3-22 0,2 1-18 15,-1 0 9-15,1 4 10 16,-1-1 18-16,-1 6 9 0,-1 1 9 0,-2 2 13 16,0 3 3-16,-2 9 31 0,-3 4 65 15,-1 2 6-15,-3 4-21 0,1 4-23 16,-1 0-18-16,0 4-12 0,0 1-28 0,-1 3 0 15,-2-2-23-15,0-1 22 0,0-2-2 16,3 0-24-16,0-3-29 0,0-1-24 16,0-1-16-16,2-1 9 0,2-2-53 15,2-1-98-15,1-4-153 0,-1-4-254 16,1-4-509-16,-3-4-435 0,2-6 1397 0</inkml:trace>
  <inkml:trace contextRef="#ctx0" brushRef="#br0" timeOffset="81283.624">16174 12149 2833 0,'0'0'397'16,"0"0"-155"-16,0 0-71 0,0 0 103 16,0 72 12-16,0-41-47 0,0 4-50 15,0 0-82-15,0 0-11 0,4-3 2 16,3-5-37-16,0-6-15 0,2-5-6 16,3-7 30-16,2-7-3 0,-1-2-37 0,6-8 1 15,-1-9-14-15,0-6-17 0,0-2-15 16,1-4-62-16,-2-4-29 0,-1 2-32 15,2-1-27-15,-4 3 5 0,0 0-19 16,-3 5 20-16,0 4 35 0,-4 2 24 16,0 3 40-16,-4 6 60 0,0 3 35 15,-3 6 22-15,2 0-4 0,-2 2 66 16,0 8 27-16,0 5-20 0,0 3-18 16,-2 6 9-16,2 3-15 0,-3 0-23 0,0 2 4 15,2 0-16-15,0 1-3 0,1-4 6 16,0 1-27-16,0-5-43 0,0-8-26 15,1-4-7-15,2-3-10 0,1-5-15 16,1-2-15-16,2 0-77 0,0-7-50 16,0-2-102-16,2-3-258 0,-1 0-568 15,0-6-633-15</inkml:trace>
  <inkml:trace contextRef="#ctx0" brushRef="#br0" timeOffset="81607.647">16645 12221 1994 0,'0'0'696'0,"0"0"-343"0,0 0-110 0,0 0 59 16,-4 87-5-16,1-59 61 0,1 1-67 16,2-3-85-16,0-3-89 0,0-4-59 15,3-5-58-15,3-3-27 16,2-4-16-16,-2-6-12 0,3-1-4 0,2-4-18 16,1-8-102-16,0-5-125 0,2-4-136 15,-1-2-72-15,0-2-11 0,-2 1 87 16,0 2 199-16,1 4 111 0,-3 4 80 15,0 2 46-15,-1 4 172 0,0 2 165 16,-3 4 2-16,0 0 2 0,-2 2-12 16,0 0-53-16,0 2-55 0,0 4-22 0,0 2-21 15,-1 2-8-15,-1 4-43 16,-1 2-19-16,2 1-9 0,-1 1-20 0,1-1-5 16,-1 0-51-16,1-2-23 0,-2 1-34 0,1-2-15 15,-1 1-50-15,0-2-101 0,2-1-38 16,-1-6-107-16,0-3-195 0,2-1-551 15,4-8-449-15</inkml:trace>
  <inkml:trace contextRef="#ctx0" brushRef="#br0" timeOffset="81775.233">17097 12336 2797 0,'0'0'474'0,"0"0"-260"0,0 0-69 15,0 0-2-15,-10 67 20 0,9-54 29 16,1-3-179-16,0 0-13 0,0-2-186 16,0-2-107-16,0 1-168 0,0-3-588 15,0-4-454-15</inkml:trace>
  <inkml:trace contextRef="#ctx0" brushRef="#br0" timeOffset="81953.067">17171 12001 3201 0,'0'0'486'0,"0"0"-218"0,0 0-85 15,0 0 69-15,0 0-39 0,0 0 70 0,0 0-179 16,0 0-104-16,0 0-215 0,0 0-56 16,10-15-67-16,-6 10-296 0,2-2-749 15,1-5-766-15</inkml:trace>
  <inkml:trace contextRef="#ctx0" brushRef="#br0" timeOffset="82200.582">17420 11733 1702 0,'0'0'577'16,"0"0"226"-16,0 0-538 0,0 0-71 0,-23 90 68 15,19-55 56-15,2-2 21 0,2 7-71 16,0 1-96-16,2 5-47 0,2 2-18 15,2 4-33-15,-2 2-26 0,2-2-2 16,1-4-13-16,2-8 4 0,-2-7-10 0,3-7-5 16,-1-8-22-16,-1-5-24 15,1-3 9-15,2-6-15 0,-5-1-4 0,2-3-88 16,-4 0-61-16,2-1 9 0,-1-6-29 16,-5-2-35-16,0-3-102 0,0-2-276 15,0 2-739-15,-11-7-282 0</inkml:trace>
  <inkml:trace contextRef="#ctx0" brushRef="#br0" timeOffset="82359.181">17315 12149 1387 0,'0'0'1133'15,"0"0"-413"-15,0 0-339 16,0 0-151-16,0 0 44 0,0 0-62 0,0 0-8 16,0 0-65-16,0 0-90 0,92 54-49 15,-69-54-68-15,2-9-47 0,3-3-86 0,1-5-137 16,0-5-262-16,-6 7-766 0,11-14-633 0</inkml:trace>
  <inkml:trace contextRef="#ctx0" brushRef="#br0" timeOffset="82599.899">17829 11965 726 0,'0'0'2618'0,"0"0"-2143"16,0 0-277-16,0 0-25 0,0 0 38 16,-50 79 95-16,34-57 28 0,0 1-151 15,3-1-113-15,2-3-31 0,2 0-39 16,6-3-37-16,2-3-12 0,1-1 6 15,4 0 4-15,8 0 5 0,1-1 16 16,5 0 6-16,0-1-55 0,2 2 2 16,-3 0 29-16,2 1 8 0,-4 1 10 0,-1 1 17 0,-4 1-11 15,0 0 8-15,-6-1 4 16,-1 2 2-16,-2-3 10 0,-1 0-12 16,0-2-45-16,-5 2-23 0,-7-3-24 0,1 1-4 15,-5 0-21-15,-1-2-72 0,-6 0-162 16,-2-1-174-16,5-2-438 0,-17 0-444 0</inkml:trace>
  <inkml:trace contextRef="#ctx0" brushRef="#br0" timeOffset="83095.158">18446 12209 258 0,'0'0'3185'0,"0"0"-2714"0,0 0-358 15,0 0-15-15,0 0 117 0,26 73 128 0,-24-50-24 16,-1 1-124-16,1 0-140 16,-1-5-55-16,0-1-15 0,2-4-9 0,-1-2-22 15,-1-5-116-15,2-4-55 0,-3-3-88 16,2 0-283-16,-2-7-857 0</inkml:trace>
  <inkml:trace contextRef="#ctx0" brushRef="#br0" timeOffset="83255.072">18547 11998 2217 0,'0'0'1518'16,"0"0"-1251"-16,0 0-169 0,0 0 5 0,0 0-100 0,0 0-3 0,0 0-22 15,0 0-28-15,78-26-135 16,-65 26-146-16,-2 0-268 0,-2 2-908 16</inkml:trace>
  <inkml:trace contextRef="#ctx0" brushRef="#br0" timeOffset="83513.277">18704 12319 1524 0,'0'0'630'0,"0"0"100"15,0 0-477-15,0 0-93 0,0 0 37 0,0 0 44 16,0 0 35-16,0 0-65 0,0 0-93 15,0 0-68-15,87-21-23 0,-67-2-27 16,0 4-17-16,0 2-5 0,0-1 20 16,-2 6-38-16,0 5 11 0,1 1 29 15,-3 1 46-15,1 5 4 0,-1 0 9 16,0 0 6-16,-1 9-7 0,0 0 32 16,1 3 14-16,-2 3 1 0,0 0-35 15,-3 2-36-15,1 1-16 0,-2-1-3 0,-3 2-15 16,1 0-58-16,0 0-116 15,-2 1-54-15,-1-1-110 0,1-6-279 0,-2 3-1098 16</inkml:trace>
  <inkml:trace contextRef="#ctx0" brushRef="#br0" timeOffset="84513.256">18854 12284 287 0,'0'0'68'0,"0"0"-12"16,0 0-4-16,0 0-16 0,0 0 397 16,0 0-32-16,0 0-108 0,0 0-43 15,0 0-39-15,0 0-52 0,0 0 61 0,-19 28 22 16,15-22-58-16,3 0-40 15,-1-1-13-15,1-1 6 0,-1-1 0 0,2 0 3 16,-1-1 5-16,1 4-9 16,0 3-11-16,0 0 23 0,0 3 2 0,3 1-26 15,0 1-28-15,1 0-22 0,0 2-27 16,-1-3 8-16,1 1-6 0,-1-2-21 16,-1 0-16-16,-1-1-12 0,2-3-13 15,-1 0-3-15,-1-1-5 0,1-4 3 16,-1 2 2-16,-1-4-5 0,2 2-19 0,-2-2-65 15,0 0-38-15,2-1-19 0,-1 1-20 16,1 2-66-16,-1-1-173 0,1-2-339 16,-2 0-706-16</inkml:trace>
  <inkml:trace contextRef="#ctx0" brushRef="#br0" timeOffset="84904.947">19549 11800 1235 0,'0'0'209'16,"0"0"1013"-16,0 0-801 16,0 0-79-16,0 0 53 0,0 0 7 0,0 0-67 0,0 0-107 15,0 0-78-15,0 0-19 0,0 0 7 16,54 0 20-16,-36-1-37 0,5-3-39 16,3 1-21-16,2-2-31 0,4-1 3 15,1 0-21-15,-1-2 7 0,1-1-19 16,-4 1-22-16,0 1-2 0,-6-2-12 15,-1 3-31-15,-4 0-91 0,-2-1-51 0,-4 2-42 16,-4 4-130-16,-5 0-273 16,-3 1-675-16,-6 0-650 0</inkml:trace>
  <inkml:trace contextRef="#ctx0" brushRef="#br0" timeOffset="85556.412">19630 11835 186 0,'0'0'218'0,"0"0"-159"15,0 0-23-15,0 0 19 0,0 0 565 16,0 0-246-16,0 0-192 0,0 0-107 16,0 0 22-16,0 0-6 0,0 0-32 15,-2 6-59-15,2-6-7 0,0 0-22 16,0 0 29-16,0 0 78 0,0 0 9 15,0 0 1-15,0 0 18 0,0 0 11 0,0 0-7 16,0 0-46-16,0 0-61 0,0 0 0 16,0 0 0-16,0 0 16 0,0 0-3 15,0 0-13-15,0 0-3 0,0 0 0 16,0 0-2-16,0 0-11 0,0 0 1 16,0 0 12-16,0 0 32 0,0 0 55 15,0 0 12-15,0 0 20 0,2 0 6 16,-2 0-29-16,0 0-7 0,0 0-9 0,0 0-17 15,0 0-18-15,1 0-17 0,-1 0-9 16,0 0-16-16,0 0 1 0,0 0-2 16,0 0 17-16,0 0 6 0,0 2 0 15,0 2 20-15,-1 0 21 0,-1 3-16 16,1 0 4-16,-1-2-1 0,-1-1 13 16,3 0-6-16,-3-1 6 0,3-1-16 15,0-2-3-15,0 1-3 0,0-1 5 0,0 0 1 16,0 0-10-16,0 0-15 0,0 0-6 15,0 0-4-15,0 3 10 0,-1-1-9 16,-1 5 5-16,1 3-5 0,0 4-1 16,-1 5 4-16,1 4 5 0,1 1-8 0,0 4-14 15,0-1-2-15,0 4 21 16,0 1-18-16,0 1 10 0,0-1-12 16,0 0 1-16,0 0-1 0,1 0 27 0,1 0-10 15,-2-1-6-15,0-1 1 16,0-1-1-16,0-4-12 0,-3-2-3 0,-2-2 2 15,4-6-14-15,-1-3 2 0,0-6 10 16,0-2-15-16,2-3 15 0,0-1-84 16,0 0-46-16,0-3-28 0,4-3-1 15,-1-6-46-15,2 1-6 0,0-4-46 16,-2-4-107-16,0 7-270 0,-3-10-686 0</inkml:trace>
  <inkml:trace contextRef="#ctx0" brushRef="#br0" timeOffset="85827.618">19569 12209 726 0,'0'0'1933'16,"0"0"-1535"-16,0 0-158 0,0 0-100 0,0 0 85 16,0 0 62-16,0 0-11 0,0 0-74 15,0 0-109-15,0 0 5 0,0 0 13 16,75-20 64-16,-51 14-49 0,0 1-41 15,2-2-18-15,-1 2-12 0,1 0-25 16,-1 0-11-16,-5 2-19 0,0-1 0 16,-1 2-15-16,-2 1-4 0,-3-1 1 15,0 1 6-15,-3-1-7 0,1 2-14 16,-4-1-10-16,-2 0-33 0,1-1-19 16,-3 2 3-16,2 0-27 0,-3-2-42 0,0 1-46 15,1-2-174-15,-4 2-308 0,0-6-904 0</inkml:trace>
  <inkml:trace contextRef="#ctx0" brushRef="#br0" timeOffset="86153.336">20262 11866 909 0,'0'0'2475'0,"0"0"-2057"0,0 0-173 15,0 0 126-15,77 0-28 0,-59-1-37 0,1-3-101 16,-2 1-102-16,0-4-73 0,1-1-30 15,1-1 0-15,-2-2-39 0,0 0-113 16,0 0-62-16,-4 3-80 0,-2-1-133 16,-3 1-249-16,-7 7-543 0,-1-1-374 15,-6 2 1072-15</inkml:trace>
  <inkml:trace contextRef="#ctx0" brushRef="#br0" timeOffset="86373.267">20390 11931 973 0,'0'0'1282'0,"0"0"-807"15,0 0-183-15,0 0-27 0,-16 67 63 0,12-46 37 16,0-1 17-16,0 0-113 0,2 4-91 16,1 2-43-16,-1 5 9 0,2 2 29 15,0 6-33-15,0 0-61 0,0 1-42 16,0 0-22-16,3-3 0 0,2-5 3 16,0-4-17-16,2-9-1 0,2-1-2 0,0-6 1 15,1-5-1-15,0-2-19 0,0-4 0 16,4-1-58-16,-1-4-25 0,3-9-54 15,0-2-62-15,1-7-71 0,-1-2-162 16,-6 2-335-16,0-11-866 0</inkml:trace>
  <inkml:trace contextRef="#ctx0" brushRef="#br0" timeOffset="86562.783">20584 12034 1588 0,'0'0'1516'16,"0"0"-1200"-16,0 0-148 0,0 0 94 15,0 0 59-15,57 66-7 0,-38-41 40 16,0-1-39-16,1 0-102 0,1 3-95 16,-2-6-60-16,0 1-39 0,-1-3-19 15,-1-3-27-15,-2-3-22 0,1-1-97 16,-2-5-21-16,-3-5-28 0,0-2-94 0,-2-4-253 16,-3-4-597-16,-2-10-872 0</inkml:trace>
  <inkml:trace contextRef="#ctx0" brushRef="#br0" timeOffset="86741.812">20838 12014 772 0,'0'0'2438'0,"0"0"-2082"15,0 0-229-15,-54 66 71 0,32-39 132 16,1 3-2-16,0 2-1 16,1 0-119-16,4 0-93 0,-2-1-32 0,1-2-32 15,1 0-33-15,0 1-18 0,1-6-34 16,4-4-18-16,1-2-121 0,2-9-60 15,6-4-37-15,2-5-106 0,0-3-209 16,0-6-819-16,2-20-628 0</inkml:trace>
  <inkml:trace contextRef="#ctx0" brushRef="#br0" timeOffset="87160.712">21056 11804 745 0,'0'0'2199'0,"0"0"-1758"0,0 0-121 16,0 0 115-16,0 0-50 0,0 0-93 16,0 0-108-16,0 0-95 0,0 0-68 15,0 0-19-15,85-43-2 0,-67 33-24 16,-1 4-13-16,-3 1-3 0,-2 2-3 16,-1 3-6-16,-1 0 4 0,-4 3 45 15,-1 3 21-15,-1 5 55 0,-3 0 4 16,-1 4-10-16,0-1-27 0,0 4-16 15,0 1-27-15,0 3 0 0,0 4 0 0,0 0-1 16,0 5 1-16,0 2 12 0,2 4-8 16,0 0 35-16,1 4-8 0,0 0-7 15,0-3-9-15,3 4 3 0,5-4 1 16,0-2 29-16,2-4 198 0,-1-5-71 16,-1-4-126-16,-3-9-49 0,-1 1-6 0,-1-6-6 15,-1 0-4-15,-3-4 13 0,1 0-42 16,-3-1-3-16,0-3-4 0,0 1-8 15,-7 1 35-15,-3 1 23 0,-6 1-1 16,0-1-30-16,-4-4 6 0,-3 0-43 16,0 0-45-16,-2-9-71 0,0-4-120 15,-3-6-308-15,8 3-545 0,-7-12-893 16</inkml:trace>
  <inkml:trace contextRef="#ctx0" brushRef="#br0" timeOffset="88401.216">21667 11559 1852 0,'0'0'1083'0,"0"0"-660"16,0 0-125-16,0 0 17 0,0 0-52 15,0 0-92-15,0 0-60 0,41-63-88 16,-33 51-23-16,1 1-18 0,-1 2-10 16,1 2-6-16,-1 1 0 0,1 2 6 15,-3 3 16-15,1 1 12 0,-1 1 44 0,0 6 21 16,1 5-10-16,-3 5-18 15,1 3 19-15,-2 5 9 0,0 6-19 0,-2 6-12 16,1 1-32-16,0 4-1 16,-2 4-1-16,0 0 3 0,0 1-2 0,0-3 0 15,0-2 1-15,0-4 62 0,3-8 68 0,4-8 100 16,-2-4-168-16,2-6-64 0,0-7-3 16,1-3-49-16,1-1-24 0,-1-1-7 15,0-1-5-15,2-5-13 0,0-4 15 16,-1-4-22-16,-1 0 22 0,1 1-4 15,-1-2-5-15,-2 6 45 0,-2 1 28 16,-1 2 10-16,-2 5 12 16,-1 1 1-16,0 0 14 0,0 0 26 0,0 0-22 15,0 4-19-15,0 1 0 0,3 4 53 16,1 1-16-16,1 4-12 0,0 3-22 16,1 2 28-16,2 2 37 0,1 1-7 15,-3 2-30-15,3 2-16 0,-2-1 13 16,0 1 9-16,-2 0 3 0,0 2 0 0,-2 0-7 15,-1-2-5-15,-1 1-13 0,1-4-12 16,-2 1 13-16,0-1 2 0,0-4 3 16,0-1-21-16,0 0-2 0,0-6-1 15,0-1 0-15,0 1-9 0,-2-2-58 0,-1-1 36 16,0 1 0-16,-2-2 13 0,-1 0-10 16,-3 0 16-16,1-2-1 0,-3 1 16 15,-3-1 1-15,0 1 24 0,-1-2-25 16,-1-1-25-16,-1-1-55 0,0 0 0 15,-2-3 12-15,2 0-27 0,-3 0 8 16,-1 0-22-16,2-4-37 0,1-3-141 16,-1-3-172-16,6 3-227 0,-8-6-551 0</inkml:trace>
  <inkml:trace contextRef="#ctx0" brushRef="#br0" timeOffset="90163.857">22771 12131 680 0,'0'0'2171'0,"0"0"-1768"0,0 0-164 15,0 0-55-15,0 0 49 0,0 0 50 16,0 0-41-16,0 0-75 0,0 0-84 0,0 0-37 15,97-17-3-15,-76 10-30 0,2 0-13 16,0-2-28-16,-4 1-74 0,-2 0-98 0,-2-1-39 16,-4 5-69-16,-5 1-204 0,-4 2-700 15,-2 1-542-15,-5 0 1525 0</inkml:trace>
  <inkml:trace contextRef="#ctx0" brushRef="#br0" timeOffset="90339.524">22813 12293 134 0,'0'0'2262'0,"0"0"-1627"15,0 0-233-15,0 0-142 0,0 0-43 0,0 0 59 16,88 0-101-16,-66 0-101 0,2 0-74 16,0-2 0-16,-1 2-34 0,2-2-103 15,1-1-110-15,0-2-134 0,-2-1-369 16,-7 1-956-16</inkml:trace>
  <inkml:trace contextRef="#ctx0" brushRef="#br0" timeOffset="90606.021">23810 11878 2531 0,'0'0'1079'0,"0"0"-810"16,0 0-182-16,0 0-2 0,0 0 122 15,100-3 257-15,-70 3-154 0,5 1-112 16,0 1-131-16,2-2-55 0,-4 0-12 16,-2 0-3-16,1-3-24 0,-3-2-13 15,-5-1-70-15,-2 0-67 0,-5 1-50 0,-6-1-82 16,-6 6-188-16,-5 0-247 0,0 0-635 15,-17 0-320-15</inkml:trace>
  <inkml:trace contextRef="#ctx0" brushRef="#br0" timeOffset="90857.164">23813 12019 775 0,'0'0'248'16,"0"0"1116"-16,0 0-703 0,0 68-142 0,0-44-81 15,2 2-81-15,4 3-33 0,0 2-39 16,0 3-31-16,-1 1-63 0,-1 4-30 16,-1 3-15-16,-2 1-41 0,1-2-53 15,-2-1-35-15,0-2-17 0,0-3-2 16,0-4-28-16,0-3 14 0,0-7-23 0,1-4-55 16,-1-5-27-16,2-5-30 0,0-3-13 15,-2-3-7-15,0-1 0 0,2 0-69 16,1-4-137-16,0-4-165 0,1-4-212 15,-1-1-528-15,1-12-273 0</inkml:trace>
  <inkml:trace contextRef="#ctx0" brushRef="#br0" timeOffset="91039.237">23869 12305 673 0,'0'0'479'0,"0"0"730"0,0 0-824 0,0 0-45 15,0 0 97-15,0 0 26 0,0 0-106 16,0 0-119-16,0 0-96 0,0 0-38 15,0 0-21-15,62-41-40 0,-45 35-40 16,0 1-3-16,3 0-21 0,-1 0-16 16,2 1-9-16,1-2-120 0,-3 1-106 0,1 1-54 15,-2 0-207-15,-3-1-604 16,-5 2-727-16,1-4 1375 0</inkml:trace>
  <inkml:trace contextRef="#ctx0" brushRef="#br0" timeOffset="91446.221">24564 11669 218 0,'0'0'2657'16,"0"0"-2228"-16,0 0-330 0,0 0 130 15,0 0 130-15,0 0 31 0,0 0-84 16,85 89-109-16,-59-64-63 0,0 1-21 0,0-2-18 16,-2-3-28-16,-2 1-67 0,1-5-17 15,-1-2-8-15,-5-4-27 0,3-4-79 16,0-1-74-16,-2-5-112 0,0-1-127 16,-5 0-238-16,5-9-715 0</inkml:trace>
  <inkml:trace contextRef="#ctx0" brushRef="#br0" timeOffset="91625.181">24975 11676 627 0,'0'0'2332'16,"0"0"-1961"-16,0 0-237 0,0 0-20 16,0 0 60-16,-94 50 77 0,70-31-25 0,-2 3-133 15,-2 3-93-15,4 1-2 0,-7 3-13 16,1 2-1-16,-2-1-74 0,-5 6-77 15,0 1-97-15,6-10-250 0,-23 17-1083 0</inkml:trace>
  <inkml:trace contextRef="#ctx0" brushRef="#br0" timeOffset="103370.8">16188 13344 593 0,'0'0'186'16,"0"0"927"-16,0 0-820 0,0 0 7 0,0 0-35 15,0 0-24-15,0 0-27 0,3-82 29 16,-2 63-18-16,-1-2-39 0,0 1-14 16,0 0-2-16,0-1-15 0,0 1-12 15,0 6-23-15,0-1-12 0,0 5 12 16,0 2-13-16,0 5-40 0,-1 3-27 16,1 0-21-16,-2 0 2 0,1 0-3 15,-1 3-18-15,-4 3-15 0,1 6-16 16,-1 3 4-16,-2 5-22 0,-1 7 15 0,2 2 4 15,1 7-7-15,0 2 25 16,2 0-37-16,-1 1 6 0,-1-2 6 0,1-3 37 16,1-1 15-16,-1-7 4 0,0-4-7 15,2-1-11-15,-3-7 0 0,5 1-1 16,-1-5-11-16,2-2-14 0,0-3-24 16,0-1-3-16,0-1 2 0,2-2-2 0,3-1 2 15,1 2 13-15,1-2 6 0,-1 1 31 16,1-1 1-16,3 0 15 0,-2 1-14 15,-3 1 13-15,3 3-11 0,-1 2 14 16,-2 2 13-16,-2 3-19 0,2 1-12 16,-4 0 0-16,2 0-12 0,-3 2 12 15,2-2-22-15,-2-1-18 0,0 2 18 16,0-2 22-16,0 3 0 0,1-2-16 16,-1 1-55-16,2 3-32 0,-2 1 10 0,1-1-24 15,0-3-27-15,2 0-14 0,-2-2-6 16,1-2-61-16,-1-3 20 0,2-2 39 15,-1-1-5-15,-1-4 4 0,1 0-17 16,-1 0-292-16,-1 0-534 0</inkml:trace>
  <inkml:trace contextRef="#ctx0" brushRef="#br0" timeOffset="104035.705">16465 13439 1873 0,'0'0'1038'16,"0"0"-772"-16,0 0-62 0,0 0 28 0,0 0 14 15,0 0 37-15,0 0-16 0,0 0-38 16,0 0-69-16,0 0-59 0,-42 46-40 16,39-20-9-16,2 4-3 0,-1 4-3 15,2 2 18-15,0-1-6 0,0-1-3 16,5-5-37-16,0-4-18 0,4-5-6 16,-2-8-31-16,3-1-14 0,0-8-7 15,2-3 24-15,-2 0 19 0,6-8 13 16,-2-2-10-16,0-3-31 0,0-3-37 0,0-3-24 15,0-2-9-15,-2-3-7 16,4 0 8-16,-5-2-15 0,2 2-9 0,-3 1-8 16,-1 2 43-16,-1 3 57 15,-2 4 26-15,-3 3 18 0,-1 5 19 0,-1 4 16 16,-1 2 15-16,0 0 32 0,0 5 24 16,0 4-37-16,0 4-10 0,0 7 12 15,0 5-3-15,2 0-15 0,-1 5 15 16,2-2-1-16,1 0 35 0,-1-2-43 0,1-7-59 15,1-3-24-15,-2-7-23 0,-1-3-17 16,4-1-13-16,-3-5-37 0,2 0-66 16,2-2-72-16,-2-6-224 0,-2 1-483 15,3-9-385-15</inkml:trace>
  <inkml:trace contextRef="#ctx0" brushRef="#br0" timeOffset="104364.779">16832 13555 1228 0,'0'0'224'0,"0"0"991"16,0 0-861-16,0 0-95 0,0 0 56 0,1 71 3 16,-4-48 15-16,1 1-82 0,1 0-66 15,1-3-59-15,0-3-52 0,0-2-74 16,0-4-25-16,0-5-36 0,1-5 2 16,4-2-8-16,1 0-1 0,2-2 37 15,0-8 28-15,4-4-34 0,-1-5-12 16,1 0-4-16,1 0 9 0,-3 1 13 15,-1 4 7-15,1 2 8 0,-2 3-9 16,0 3 25-16,0 2 0 0,-1-1 13 16,1 5-10-16,-1 0 28 0,1 0 0 15,0 5-6-15,0 2 18 0,0 4 7 16,0 2-13-16,-1 1 0 0,-2 3 3 0,-1-1-6 16,0 1-9-16,-1-2-25 0,-3-3-30 15,3 0-69-15,-3-7-115 0,4 0-48 16,-2-5-129-16,2 0-198 0,-1-5-488 0,1-7-423 15</inkml:trace>
  <inkml:trace contextRef="#ctx0" brushRef="#br0" timeOffset="104529.838">17299 13582 2820 0,'0'0'420'0,"0"0"-271"0,0 0 89 15,0 0 74-15,4 70 39 0,-11-49 11 16,-1 1-98-16,0 1-105 0,1-1-70 15,-2-3-43-15,1-1-46 0,1-5-58 16,2-1-119-16,2-6-87 0,0-3-85 16,2-3-165-16,1-5-283 0,0-4-606 15</inkml:trace>
  <inkml:trace contextRef="#ctx0" brushRef="#br0" timeOffset="104660.667">17355 13381 352 0,'0'0'2370'0,"0"0"-1994"0,0 0-216 0,0 0 50 16,0 0-42-16,0 0-20 0,0 0 16 16,0 0-164-16,0 0-69 0,0 0-130 15,0 0-83-15,19-4-153 0,-19 4-704 0</inkml:trace>
  <inkml:trace contextRef="#ctx0" brushRef="#br0" timeOffset="105117.235">17618 13122 3131 0,'0'0'484'0,"0"0"-267"0,0 0-19 0,0 0-13 15,0 0 107-15,0 0-30 16,-6 69-115-16,6-38-76 0,0 6-25 0,1 1-22 15,2 6-21-15,-1 4 12 0,-1 2 0 16,1 0-15-16,-1 2-13 0,-1-2-5 16,2 0 5-16,0-6 12 0,1-6 1 15,3-3-18-15,0-9 16 0,-1-5-40 0,3-7-1 16,2-6 0-16,1-5-3 0,-2-3-15 16,5-5-4-16,-4-6-15 0,-1-6-25 15,0-3-40-15,-4-2-60 0,-5 0-84 16,0-2-81-16,0 2-47 0,-5 3-65 15,-5-2-88-15,-3 3 67 0,-5 3 128 16,2-2 147-16,-5 2 228 0,-1 2 137 16,0 0 176-16,2 4 142 0,3 1 70 15,4 2-57-15,6 3-90 0,1 0-15 16,5 3-54-16,1 0-52 0,0 0-61 0,0 0-16 16,1 0-10-16,6 0-4 0,4 0-10 15,4 0-28-15,1 0-67 0,4-3-61 16,2-3-3-16,0-4-74 0,5-2-152 0,3-6-97 15,2-1-145-15,-6 3-313 0,12-11-1158 16</inkml:trace>
  <inkml:trace contextRef="#ctx0" brushRef="#br0" timeOffset="105399.016">18121 13318 863 0,'0'0'2399'0,"0"0"-2078"15,0 0-131-15,0 0 42 0,-61 85-28 16,41-61 66-16,0 2 48 0,2-4-113 15,4-3-95-15,5-3-43 0,3-4-58 16,1-2-9-16,5-3-27 0,0-2 24 16,5 1-16-16,3-3 2 0,5 2 17 0,3-1 15 15,0-1-15-15,4 1 16 16,0-1-16-16,-3 2-2 0,2-2-22 0,-2 0 23 16,-3 0 1-16,0 0-2 0,-2-1 1 15,-3 0 1-15,-2 2 0 0,-4 1 12 0,-1-2 7 16,-2 6 5-16,-2-1-24 0,-5 3-46 15,-3 1-15-15,-6 1-27 0,-1 1-16 16,-5 0-4-16,-2-1-49 0,-4-1-53 16,-3-1-215-16,6-2-687 0,-21 3-899 15</inkml:trace>
  <inkml:trace contextRef="#ctx0" brushRef="#br0" timeOffset="106030.284">18631 13478 2043 0,'0'0'1158'0,"0"0"-877"0,0 0-82 16,0 0 138-16,0 0-55 0,0 0-44 16,0 0-22-16,0 0-51 0,0 0-64 0,0 0-18 15,0 0-40-15,76 72-25 0,-70-50-18 16,-5-1-2-16,2 0-23 0,-1-4-94 15,-2-3-52-15,1-2-7 0,-1-5-14 16,0-3-78-16,0-3-252 0,-1-1-624 16,-11 0-1145-16</inkml:trace>
  <inkml:trace contextRef="#ctx0" brushRef="#br0" timeOffset="106158.134">18711 13386 1785 0,'0'0'1132'0,"0"0"-949"0,0 0-55 0,0 0 31 16,0 0-16-16,44-76-86 0,-33 63-57 16,2 3-143-16,2 1-211 0,0 3-109 15,1 0-362-15,-4 4-510 0,1 2 1019 16</inkml:trace>
  <inkml:trace contextRef="#ctx0" brushRef="#br0" timeOffset="106415.478">18944 13383 1345 0,'0'0'644'16,"0"0"151"-16,0 0-557 0,5 71-97 0,-5-47 69 15,0 0 120-15,0-2 13 16,-3-5-30-16,3 0-109 0,-1-7-122 0,1-4-82 16,0-3-59-16,1-3-33 0,7 0 8 15,2-9 65-15,1-3 16 0,3-5-32 16,1-2-36-16,1 0-7 0,0 2 56 16,-1 3 0-16,0 5 21 0,-1 2 0 15,-1 5-1-15,2 1 2 0,-1 1 17 16,1 0 17-16,0 5 7 0,-3 3-4 0,2 0-6 15,-1 4 3-15,-1 0-18 16,-1 0 1-16,-3 0-17 0,-1 0-1 0,0-1-39 16,-3 1-94-16,1-2-92 0,-2 0-136 15,1 1-215-15,-1-4-519 0,0 5-431 16</inkml:trace>
  <inkml:trace contextRef="#ctx0" brushRef="#br0" timeOffset="116574.273">20323 13177 1816 0,'0'0'661'0,"0"0"-149"0,0 0-227 16,0 0-28-16,0 0 34 0,0 0 20 16,-25 67 7-16,18-45-84 0,0 2-65 15,0 2-40-15,2 4-1 0,4 2-37 0,1 6-5 16,0 4-32-16,0 3-14 0,1 4-1 15,2 4-36-15,-1 3 10 0,2-1-10 16,-4 1-3-16,1-1-2 0,1-5-32 16,-2-5-14-16,1-8-34 0,1-9-16 15,-2-7 4-15,0-11-10 0,0-5-28 16,0-5-43-16,0-5-91 0,0-9-206 16,0-7-260-16,-2 2-506 0,-9-18-540 0</inkml:trace>
  <inkml:trace contextRef="#ctx0" brushRef="#br0" timeOffset="117063.652">20227 13272 212 0,'0'0'1907'0,"0"0"-1522"0,0 0-79 0,0 0 18 16,0 0 52-16,91-61-76 0,-59 46-54 15,3-1-83-15,4 2-48 0,1 1-32 0,2 4-24 16,-5 4-12-16,-1 5 2 0,-5 0-27 15,-6 8 12-15,-2 7-10 0,-8 6 10 16,-4 2-34-16,-8 4 37 0,-3 4-9 16,0 0-13-16,-11 0 7 0,-4 0-10 15,-5-2 15-15,0 0-27 0,-5-3-30 16,-3-1-50-16,0-2 0 0,-1-6 6 16,1-3 31-16,0-2-25 0,1-3 6 0,1-2 24 15,4-2 26-15,2 0-13 0,3-2 22 16,0-2-22-16,1 2 0 0,3-2-15 15,3 1 30-15,0-1 9 0,2 2 2 0,4-3-1 16,0 3 1-16,2 0-1 0,1-2 0 16,1 0-1-16,0 3-8 0,0 1 9 15,6 3 50-15,4 3 9 16,3 2 43-16,1 2-40 0,3 1 19 16,1 0-23-16,3 1-5 0,1 1-19 15,0 2-1-15,2 1 1 0,3 1-22 0,-1 2 10 16,0 0-19-16,3 1-3 0,-2-2 0 15,2-1 0-15,-3 2 0 0,2-4-9 16,-4-1 9-16,-1-1-16 0,-1-2-14 16,-6-3 14-16,-1-2-11 0,-4-2 14 15,-4-1-27-15,-3-4-21 0,-2 0-29 16,-1-1-9-16,-1-3-22 0,0 0-60 0,0 0-134 16,0-5-249-16,-1 1-614 0,-7-11-698 0</inkml:trace>
  <inkml:trace contextRef="#ctx0" brushRef="#br0" timeOffset="117715.209">21102 13303 2217 0,'0'0'504'16,"0"0"-115"-16,0 0-61 0,0 0 11 0,0 0-34 15,0 0-31-15,0 0-75 0,0 0-116 16,0 0-40-16,0 0 37 0,0 0-9 16,64 18 21-16,-41-13-10 0,0-3-39 15,-1 1-6-15,1-3-37 0,-2 0-11 16,-1-1-22-16,-1-3 18 0,0-1-80 0,-5-2-111 16,-1 2-62-16,-4-1-160 0,-5 3-362 15,-2 0-694-15</inkml:trace>
  <inkml:trace contextRef="#ctx0" brushRef="#br0" timeOffset="118034.67">21216 13333 183 0,'0'0'329'16,"0"0"990"-16,0 0-1027 0,0 0-10 0,0 0-1 16,0 0-11-16,-32 74-78 0,30-59-23 15,0-1-19-15,1 4-36 0,1 0-16 0,0 0 19 16,0 4-23-16,0 0 3 0,0 3-20 15,0 0-15-15,0 5-28 16,0-3 1-16,0 1-7 0,0 2-16 0,0 1 1 16,-2-3 13-16,1-1-25 0,-1-4-1 0,2-4 2 15,0-7 10-15,0-2-9 16,0-4 9-16,0-3-12 0,3-1-2 16,2-1 2-16,3-1 33 0,3 1 72 0,6-1 22 15,3 0-53-15,2 0-16 0,2 0-40 16,0 0-17-16,2-2 1 0,-4 0-2 15,1 0 1-15,-1-1-2 0,-2-1-15 16,-4 1-31-16,2-4-17 0,-3 1-72 16,-1-3-35-16,-1-3-57 0,0-1-229 0,-3 3-303 15,0-13-897-15</inkml:trace>
  <inkml:trace contextRef="#ctx0" brushRef="#br0" timeOffset="118287.198">21618 13416 1835 0,'0'0'580'0,"0"0"-74"16,0 0-332-16,0 0-18 0,0 0 178 15,0 0 110-15,59 81-47 0,-43-53-150 16,4 3-87-16,0 0-44 0,-1 0-36 15,1 0-44-15,-5-6-36 0,2-2-18 0,-4-6-16 16,2-5-30-16,-2-7-34 0,-1-1-34 16,-1-4-25-16,0-4-41 0,-1-5-108 15,0-6-265-15,-2 2-610 0,0-15-553 0</inkml:trace>
  <inkml:trace contextRef="#ctx0" brushRef="#br0" timeOffset="118477.853">21879 13439 2433 0,'0'0'435'0,"0"0"-223"0,0 0 15 0,0 0 36 16,-96 83 9-16,68-50 11 0,-2 3-77 15,1 6-79-15,4-2-41 0,0 1-9 16,2-4-27-16,3-4-47 0,6-6-3 16,3-5-37-16,2-7-43 0,7-7-63 15,2-6-62-15,0-2-33 0,9-10-166 16,4-11-77-16,-2 3-490 0,13-27-601 0</inkml:trace>
  <inkml:trace contextRef="#ctx0" brushRef="#br0" timeOffset="118862.712">22061 13349 2108 0,'0'0'727'15,"0"0"-455"-15,0 0-105 0,0 0 24 16,0 0 30-16,0 0-44 0,0 0-61 15,0 0-53-15,0 0 0 0,0 0 0 16,0 0-32-16,80-33-29 0,-72 32 23 16,0 1 9-16,2 0 4 0,-2 0-20 15,0 3 16-15,1 5 10 0,-1 3 24 16,0 4 52-16,-1 4-55 0,1 4-28 16,-2 1-6-16,2 4-3 0,-3-2-16 15,1 4 9-15,0-2-8 0,-2 2-12 16,-3 1 2-16,-1 0-1 0,0-1 10 15,0-1-9-15,0-1-2 0,-1-1 1 0,-2-4 0 16,0 0-1-16,-1-4 1 0,3-1 11 0,-2-4-1 16,1-1 6-16,-1-1-2 0,1-5-16 15,-1 0-16-15,-2-2-24 16,2 0 3-16,-4-1-12 0,2 0-3 0,-3-3-6 16,0 4 11-16,-4-4-21 0,-1-1-12 15,1 0-16-15,-2-1-29 0,1-8-48 16,-3-4-87-16,3-3-133 0,1-3-206 15,3 1-144-15,0-7-487 0</inkml:trace>
  <inkml:trace contextRef="#ctx0" brushRef="#br0" timeOffset="119853.203">22445 13128 813 0,'0'0'59'16,"0"0"12"-16,0 0 392 0,0 0 657 0,0 0-602 16,0 0-100-16,0 0-48 0,0 0-77 15,0 0-44-15,0 0-48 0,-4-5-65 16,5 2-50-16,4-3-46 0,1-4-16 16,4-1-5-16,1-4 2 0,2 1-3 0,2 0-18 15,-4 1-15-15,2 3 3 0,0 1-25 16,0 1 13-16,1 1 2 0,0 1 1 15,0 0-16-15,-3 5 0 0,-2 0-3 16,0 1-13-16,-1 0 16 0,-3 6 25 16,-1 5 12-16,1 2 0 0,-3 5-28 15,-2 6 13-15,0 2 15 0,0 3 0 16,0 6 1-16,-2 0 0 0,0 4-1 16,-1 4-2-16,0 3 2 0,0 4 12 15,0 2 10-15,0-2-20 0,3-4-2 0,0-8 2 16,0-9 29-16,0-6 6 0,3-9-37 15,3-2-10-15,2-6 7 0,-3-3 2 16,5-3 1-16,0 0 13 0,1-8-13 16,1-3-31-16,1-4 3 0,0-1-24 0,-3 1 5 15,1 1 13-15,-2 0 3 0,-1 6 6 16,-1-1 4-16,-3 4-4 0,1 3 9 16,-1 1-8-16,-1 1-1 0,0 0 14 15,2 2 11-15,1 4 62 0,0 4-9 16,2 0-9-16,1 4-10 0,-1 2 0 15,0 2-31-15,1 1 15 0,-1 1-6 16,0 4-12-16,2 1 0 0,-5 0-3 16,1 4-10-16,0 0-21 0,-2 2 34 15,-1 1 13-15,0-1-11 0,1-2 10 16,-1-2-11-16,0-2 15 0,-1 0-1 16,0-1 13-16,1-2 3 0,-3-3-31 0,3-3 1 15,-1-1 0-15,-1 0-1 0,1-3-1 16,-1-4-1-16,-1 3 1 0,0-1 1 15,0-3 12-15,0 0 6 0,0 0 4 16,0-3 3-16,-3 2-4 0,0 0 10 0,-1-1-19 16,-2 1 10-16,0-1-7 0,-4-1 10 15,0-1-23-15,-1-1 1 0,-4 1-3 16,1-2-3-16,-5-1-34 0,-1 0-22 16,1 0-14-16,-1-5-29 0,0-3-31 15,3-1-38-15,-1-1-21 0,5-2-81 16,-1 0-165-16,2 0-222 0,2 4-517 15,-4-4-280-15</inkml:trace>
  <inkml:trace contextRef="#ctx0" brushRef="#br0" timeOffset="123028.439">23613 13477 714 0,'0'0'1265'0,"0"0"-818"0,0 0-69 0,0 0-61 16,0 0 34-16,0 0 3 0,0 0-46 16,0 0-43-16,0 0-80 0,-9 10-74 15,18-10-37-15,5 2 24 0,3 2 83 16,5-1-99-16,1-1-26 0,0 0-56 0,-3-2-15 15,-1 0 0-15,0 0 14 16,-3 0-33-16,0-3-85 0,-3 2-74 0,-1-1-66 16,-3 1-113-16,-3 1-274 0,-6 3-616 15,0 2-530-15,-10 5 1314 0</inkml:trace>
  <inkml:trace contextRef="#ctx0" brushRef="#br0" timeOffset="123211.315">23714 13680 127 0,'0'0'1392'16,"0"0"-701"-16,0 0-161 0,0 0-154 0,0 0-38 16,0 0-75-16,0 0-102 0,0 0 31 15,0 0 8-15,0 0-58 0,86 0-67 16,-62-4-69-16,1-3-6 0,3-3-2 16,0-3-107-16,1-4-99 0,2-1-81 15,-3-2-189-15,-5 3-586 0,3-7-597 0</inkml:trace>
  <inkml:trace contextRef="#ctx0" brushRef="#br0" timeOffset="124989.384">25112 13009 287 0,'0'0'443'16,"0"0"1261"-16,0 0-1288 0,0 0-64 0,0 0 24 15,0 0 18-15,0 0 12 0,0 0-91 0,0 0-112 16,0 0-84-16,0 0-42 15,15-1-32-15,-9 8 1 0,6 5 21 0,4 5 76 16,2 3-28-16,3 3-36 0,2 2-18 16,1 2-31-16,0-1 3 0,-2-1-14 15,1-1 8-15,-1-1-26 0,-2-1-1 0,0-3-12 16,-1-2-12-16,-3-2 11 16,0-3-20-16,-5-3-15 0,-2-1-37 0,-1-2-52 15,-2-2-24-15,-1-1-19 0,0-3-37 16,-2 0-137-16,2-2-189 0,-2-8-202 15,-1 1-670-15,-2-12-376 0</inkml:trace>
  <inkml:trace contextRef="#ctx0" brushRef="#br0" timeOffset="125171.742">25463 12969 1546 0,'0'0'1688'0,"0"0"-1411"15,0 0-147-15,0 0 15 0,0 0 28 16,-91 64 41-16,66-39-55 0,-1 2-115 16,1 2-44-16,-1 0-31 0,-1 2-6 0,-1 1-16 15,-1 1-94-15,-4 0-60 0,0 3-134 16,9-11-436-16,-19 13-1481 0</inkml:trace>
  <inkml:trace contextRef="#ctx0" brushRef="#br0" timeOffset="130300.932">24483 13469 2587 0,'0'0'1108'0,"0"0"-965"0,0 0-143 16,0 0 0-16,0 0 56 0,-31 81 95 0,23-54 31 15,1 6-61-15,-1 4-46 0,0 7 2 16,2 5 9-16,1 4-27 0,-2 3-16 15,2 3-15-15,0-3-10 0,2-1-18 0,1-6-12 16,1-3-13-16,1-12-2 16,0-7-44-16,0-9-25 0,0-8-9 0,0-3-29 15,0-6-65-15,0-1-101 0,0-2-201 16,-2-5-623-16,-1-13-623 0</inkml:trace>
  <inkml:trace contextRef="#ctx0" brushRef="#br0" timeOffset="130817.326">24390 13436 2824 0,'0'0'337'0,"0"0"-241"0,0 0 37 16,0 0 42-16,47-72 34 0,-27 53-33 0,2 0-82 16,4 0-34-16,5-1 18 15,1 4-12-15,4 1-29 0,0 7-12 16,2 4-23-16,-5 4-2 0,-1 7 0 0,-8 8-9 15,-2 8-8-15,-8 3 15 0,-5 8 4 16,-6 4 23-16,-3 5-10 0,0 1-12 16,-10-2 9-16,-2 0 3 0,-2-4-14 15,-4-3 21-15,0-2-21 0,-3-4 18 16,-2-4-16-16,1-3 16 0,-4-3-19 16,1-1 2-16,-3-4-4 0,3 0-12 15,-3-1 12-15,2-2-23 0,1-1 10 16,3-2-29-16,-1-2 4 0,3-1-7 0,4-3 10 15,3-1 3-15,4 0 31 0,3 1 2 16,3-2 1-16,3 0 0 0,0 0-12 16,0 0-10-16,0 0-18 15,3 4 14-15,5 0 26 0,0 3 79 16,4 1-30-16,-1 2 17 0,2 1 5 0,2 0-9 16,-1 0 22-16,3 3-4 0,3-1 62 15,2-1-53-15,4 2-3 0,4-1-34 16,2 3-15-16,3-1-18 0,2 2-4 0,-1 1 0 15,2 3-3-15,-4-1-11 16,2 2-1-16,-1-1 3 0,-3-2-3 0,-1 0 0 16,-2 0-13-16,-2 0 11 0,-2-2-10 15,-4-3-13-15,-5-1-48 0,-4-2-34 16,-4-2 5-16,0-4-64 0,-5 0-54 16,1-1-78-16,-2-2-159 0,-2-2-294 15,0 2-625-15</inkml:trace>
  <inkml:trace contextRef="#ctx0" brushRef="#br0" timeOffset="139784.878">12856 16033 535 0,'0'0'453'0,"0"0"-271"0,0 0 349 16,0 0-401-16,0 0 68 0,0 0 42 16,0 0 22-16,0 0 34 0,0 0-10 15,0 0-9-15,-59 50-45 0,56-50-17 0,0-3-8 16,3 0-10-16,-3 1-4 0,2 1-1 15,1 1 20-15,0 0-22 0,0 0-41 0,0 0-18 16,0 0-3-16,0 0-40 0,0 0-43 16,0 0-21-16,1 0 1 0,2 0 5 15,0 0-3-15,4 0-24 0,2-1 9 16,4-4 12-16,7 2-24 0,6-1 3 16,3-2-3-16,1 0 37 0,3 0-37 15,0 0-11-15,-2 0-1 0,-1 0-7 16,0-1-14-16,3 2-15 0,-1-2-16 15,1 0-3-15,2 0-39 0,-3-1-15 16,-1 1-35-16,-3-1-15 0,-2 1-38 16,-4 1-112-16,-1 2-213 0,-4 0-420 0,-5-1-493 15,-3 5-34-15</inkml:trace>
  <inkml:trace contextRef="#ctx0" brushRef="#br0" timeOffset="141530.463">26388 15833 1846 0,'0'0'726'15,"0"0"-478"-15,0 0-194 0,0 0-41 0,0 0-13 16,0 0 164-16,0 0 2 0,0 0 19 15,0 0-55-15,17 8 19 0,-5-7 84 16,1 0-53-16,3 1-52 0,-1 1-4 16,0-3 3-16,1 2 9 0,1 0-43 15,0 1-32-15,0 0-27 0,0-1 0 16,0 2-4-16,3 0-8 0,-1-1-20 16,3-1 19-16,2 1 7 0,5-2 2 15,1-1 10-15,3 0-20 0,-1 0-19 16,0 0 26-16,-2 0-6 0,0 0-2 15,-2 0-18-15,2 0 0 0,-1 0-1 16,-1 2 0-16,0 0-15 0,1 4 15 0,1 0 0 16,1-1-3-16,0 1-12 0,0-1-9 15,0 0-4-15,0 0 26 0,0 0 2 0,0 1-1 16,-3-1-11-16,0 0-22 0,0 0 20 16,-2 2 14-16,3-1 18 0,1 1-2 15,4-3-1-15,0 1 6 0,2 1 10 16,3-1-31-16,3-1-2 0,0 0-20 15,2-1 1-15,3-1-34 0,1 1-9 16,3 0 27-16,4-3 9 0,2 1 4 16,0 2 11-16,-3-2 13 0,1-1 3 0,-3 2 10 15,-2-2 2-15,0 2 7 16,-3 1-22-16,-1-1 12 0,0 1 1 0,1 1-13 16,-5-2-3-16,0 1-21 15,-3 0-7-15,-1-2 6 0,-4 2 4 0,-1-3-7 16,-5 0 10-16,-2 0-1 0,-9 0-21 15,-1 0-31-15,-6 0 0 0,-3 0-19 16,-2-3-30-16,-5 0-39 0,0 1-62 0,-2 0-119 16,-5-2-176-16,-5 1-513 0,2-1-380 15,-11 0 786-15</inkml:trace>
  <inkml:trace contextRef="#ctx0" brushRef="#br0" timeOffset="142884.314">14219 16904 310 0,'0'0'72'0,"0"0"-37"0,0 0 31 15,0 0 1013-15,0 0-618 0,0 0-82 16,0 0-82-16,0 0-4 0,0 0-79 16,0 0-51-16,0 0-26 0,-41 36-20 15,41-36-25-15,0 0 2 0,0 0 42 16,1 0-23-16,6 0-38 0,3 0-6 16,3-1 9-16,7-1-4 0,2 1-18 15,4 0-19-15,-3 0-25 0,-1 1-12 16,1-3-3-16,-3 3-19 0,3 0-37 15,0-1-65-15,0-2-45 0,4 0-39 0,-2 2-50 16,5-3-156-16,-1 1-325 0,-6-1-527 16,12 1 314-16</inkml:trace>
  <inkml:trace contextRef="#ctx0" brushRef="#br0" timeOffset="143235.89">15329 16840 430 0,'0'0'1722'15,"0"0"-1263"-15,0 0-195 0,0 0-58 16,0 0 1-16,0 0 26 0,0 0-2 16,89 5-27-16,-76-2-18 0,6-2-46 0,-1 0-10 15,2 0-18-15,1 0 36 0,0 1-41 16,0-2-57-16,-1 0-23 0,-1 0 7 15,3 0 30-15,0 0-21 0,3 1-25 16,3 0-16-16,2 1 0 0,-1 1-2 0,2-2-32 16,0-1 29-16,-1 2-13 15,0-1 4-15,2 2-12 0,-2-2-13 16,2-1 3-16,-2 0 0 0,0 0 16 16,-1 0-10-16,0 0-2 0,-2-4-29 0,-4 1-24 15,-4 0-10-15,-2 0-33 0,-6 1-39 16,-2-2-89-16,-3 2-166 0,-3-3-305 15,-3 2-647-15,0-3 247 0</inkml:trace>
  <inkml:trace contextRef="#ctx0" brushRef="#br0" timeOffset="149361.889">25117 16739 72 0,'0'0'153'16,"0"0"-104"-16,0 0 62 0,0 0-36 16,0 0 681-16,0 0-479 0,0 0-85 15,0 0-30-15,0 0 46 0,6 0 64 16,-4 0-4-16,-1 0-23 0,0 0-23 15,-1 0-24-15,0 0-45 0,0 0-64 0,0 2-58 16,0-2-12-16,0 1 4 0,0-1 15 16,0 1-10-16,0 0-28 0,0-1-26 0,0 0 7 15,0 2 3-15,3-2 0 16,-3 2 3-16,3-1 10 0,0 1-22 16,2-1 23-16,-1 1 1 0,1-1-2 0,3 0-52 15,-2-1-84-15,2 0-75 0,1 0-72 16,-1 0-169-16,0 0-343 0,-2 0-429 15,2 0 1100-15,-89-8-89 0</inkml:trace>
  <inkml:trace contextRef="#ctx0" brushRef="#br0" timeOffset="177684.609">23650 16831 202 0,'0'0'330'0,"0"0"-220"15,0 0-110-15,0 0-41 0,0 0 18 16,0 0 23-16,0 0 4 0,0 0-4 0,0 0-30 16,-4-5 14-16,5 3-4 0,2 0-25 15,3 1 9-15,-1-2-127 0,0 2-56 16,4-1 166-16</inkml:trace>
  <inkml:trace contextRef="#ctx0" brushRef="#br0" timeOffset="180961.276">15332 15911 706 0,'0'0'137'0,"0"0"908"15,0 0-688-15,0 0-79 0,0 0 25 0,0 0-40 16,0 0-17-16,0 0-14 0,0 0-36 16,0 0-60-16,-30 1-39 0,30-1-27 15,0 0-17-15,0 0-13 0,0 0 1 16,1 2-26-16,5 2 4 0,1 2 15 0,4 1 13 15,4 5-19-15,1-1 3 0,1 1-28 16,2-1 10-16,-2-3 45 0,3 0-54 16,-1-2-4-16,0-1 0 0,1 2 1 15,4-2 26-15,-2 2-24 0,-2-3-3 16,2 2-19-16,-3-2 19 0,-1-1 19 16,0-1-17-16,-2-1-2 0,1-1 1 15,-1 0 14-15,-1-6 6 0,2-4-20 16,1-2 13-16,1-4 4 0,1-2-18 15,0-1-13-15,1 0 1 0,0 0-16 16,1 3-3-16,-3 1 28 0,1 3-12 16,0 2-1-16,-3 3 1 0,0 2-10 0,-1 2 3 15,-1 2 10-15,-1 1-4 16,2 0 16-16,-2 0 36 0,1 1-17 0,-2 4-7 16,2 2 10-16,-4-1-19 0,0 1-3 15,1-1 0-15,-1 2 26 0,-1-1-1 0,3 0 3 16,-3-1-16-16,2 0 6 0,-1-1-5 15,1-1 39-15,1 1-15 0,1-2-36 16,-1 1 0-16,2-3 15 0,0 1 5 16,1-2-18-16,4 0 22 0,-2 0-25 15,6 0 1-15,2-3 7 0,2-2-8 16,0-1-12-16,0 4 10 0,1-1 1 16,-1 1-11-16,-1 2 10 0,1 0 2 15,-2 0-2-15,-1 5-10 0,-1-1 12 16,-2 3 1-16,-2-2 24 0,-1 0-22 15,-2 0 18-15,0 1-18 0,-4-2-2 16,3-2-1-16,-3-2-9 0,4 0 9 0,-1 0 19 16,3-5-16-16,-1-3 12 0,2-1-14 15,1-1-1-15,3-1 0 0,0 1-1 16,2 1 0-16,1 3-24 0,2 2 22 0,-2 2 1 16,-1 2 1-16,3 0 1 0,-3 0 3 15,-1 0 22-15,0 0-10 0,3 0-12 16,-2 0 43-16,-2 0 4 0,-1 0 72 15,2 2-21-15,-4 1-46 0,1 1-25 16,-5-1 13-16,0 1-19 0,-2-1-9 16,-1 2-2-16,-1-1 11 0,-4-2 0 15,2 2-13-15,-5-2-11 0,-1-1 0 16,-1 0-2-16,0-1-16 0,-2 0 0 0,-1 0-3 16,-1 0-68-16,0 0-69 0,0 0-54 15,0 0-52-15,-3 0-156 0,1 2-584 16,-13 1-922-16</inkml:trace>
  <inkml:trace contextRef="#ctx0" brushRef="#br0" timeOffset="185244.054">3425 17559 1661 0,'0'0'1500'0,"0"0"-1182"0,0 0-188 0,0 0-22 0,0 0 90 15,0 0 113-15,0 0-94 0,0 0-87 16,0 0-50-16,0 0-24 0,0 0-10 16,0 0-6-16,0 0-6 0,-19 59 2 15,18-42-8-15,1 2-7 0,-3 2-19 16,2 3 15-16,-1 1-15 0,1 0-2 16,1-1 2-16,-3-4-2 0,2-4-2 0,-1-3-20 15,-1-5-33-15,2-5-28 16,-1-2-46-16,2-1-22 0,-1 0-7 15,-1-1-16-15,-1-5-59 0,-1-6-165 0,-1 2-398 16,-7-16-862-16</inkml:trace>
  <inkml:trace contextRef="#ctx0" brushRef="#br0" timeOffset="185420.512">3314 17289 2008 0,'0'0'1327'0,"0"0"-1051"0,0 0-118 16,0 0 72-16,0 0-17 0,0 0-181 16,0 0-32-16,0 0-131 0,0 0-5 15,0 0 36-15,0 0-112 0,33 5-249 16,-27 0-667-16,1 11-889 0</inkml:trace>
  <inkml:trace contextRef="#ctx0" brushRef="#br0" timeOffset="185819.41">3614 17542 1383 0,'0'0'1696'0,"0"0"-1485"15,0 0-195-15,0 0-16 0,0 0 187 0,0 0 70 0,0 0-78 16,81 72-69-16,-71-60-25 0,4-1 55 15,-2 3 34-15,-2-1-50 0,1 3-66 16,-2 2-21-16,-3-1-9 0,1 1-16 16,-4 0-8-16,0-2 26 0,-2-2-5 15,-1-3-4-15,0-4 35 0,0-4 57 16,0-3 18-16,0 0-33 0,0 0-16 16,0 0-6-16,0 0-6 0,0 0-3 0,-1-1-9 15,1-1-13-15,-2-2-2 0,1-2-1 16,-1 0-18-16,1-3-12 0,-2-4-10 15,2 0-2-15,-2-5-9 0,3-1-18 16,-2-3 15-16,2-3-6 0,0 1-16 0,5-2-8 16,2 1 9-16,1 2-7 0,3 2 1 15,0 3-10-15,1 3-12 0,-1 4-6 16,-1 3-18-16,0 2-71 16,-2 3-58-16,0 3-134 0,1 0-177 0,-2 3-248 15,-1 12-568-15</inkml:trace>
  <inkml:trace contextRef="#ctx0" brushRef="#br0" timeOffset="186227.132">4046 17381 1706 0,'0'0'1280'0,"0"0"-1165"16,0 0-3-16,0 0 140 0,0 0 171 0,0 0-212 15,69 67-92-15,-60-45 8 16,0 6-37-16,2 3 6 0,-2 2-68 0,1 3-26 16,-3-1 13-16,0-4-15 0,-2-2 0 15,-4-4 25-15,1-2-4 0,-2-4 1 16,0-3 0-16,0-3-4 0,-3-1 1 0,-2-4-17 16,0-3 25-16,2-1-5 0,0-4-4 15,-1 0-15-15,-1 0 13 0,1 0 14 16,-1-6 35-16,3 0-13 0,-4 0-37 15,3-6-15-15,2 0-12 0,1-4-34 16,0-1 19-16,1-1 27 0,9 2 0 16,0 0-11-16,3-1-4 0,3 2 3 15,3-1-4-15,0 1-2 0,2-1 18 16,1 1-3-16,-3 2-22 0,1 0-21 16,-3 2-6-16,0 3 18 0,-5 2-46 15,2 1-38-15,-5 4-137 0,0 1-197 16,-1 0-124-16,-5 0-232 0,3 5-956 0</inkml:trace>
  <inkml:trace contextRef="#ctx0" brushRef="#br0" timeOffset="187227.47">4657 17705 2886 0,'0'0'375'0,"0"0"-372"0,0 0 54 16,0 0 166-16,0 0 5 0,0 0-65 15,82 56-88-15,-62-53-14 0,-2-3 23 16,1-3-3-16,-3-4 6 0,-1-4-40 16,-2-2-1-16,0 0 13 0,-4-5-6 15,0 0-19-15,-3 0-31 0,-4-1-1 16,1-2-2-16,-3 2-43 0,0-2-13 16,0 2 28-16,-5 4-6 0,-1 2 3 15,-2 4 3-15,0 1 28 0,-5 4 19 0,1 3-19 16,-3 1 1-16,0 0 14 0,-2 8-2 15,2 1-10-15,0 8 31 0,3 1 6 16,0 5-12-16,2 4 0 0,5 1 0 16,0 2-16-16,2 1 3 0,3 1-15 15,0-2-11-15,3 3-4 0,3-4-4 16,4-3-30-16,0-2 12 0,2-5 18 0,2-4-34 16,-2-5 10-16,1-2 2 15,2-5-64-15,1-3-106 0,3-3-101 0,3-11-289 16,-8 2-746-16,11-16-233 0</inkml:trace>
  <inkml:trace contextRef="#ctx0" brushRef="#br0" timeOffset="187723.752">5183 17631 1797 0,'0'0'1237'0,"0"0"-619"16,0 0-435-16,0 0-20 0,0 0 116 15,-49 74-10-15,35-50-65 0,2 1-63 16,4 2-55-16,-1-2-31 0,2 0-19 15,4-1-5-15,2-5-1 0,-1-1-11 0,2-6-5 16,0-5-14-16,0-4-18 0,2-1-10 16,0-2-5-16,4 0-4 0,4-5 37 15,-1-4 12-15,3-5 10 0,0-1-1 16,-1-4-18-16,0-5-3 0,-1-5-83 16,0-2-21-16,-2-5 0 0,-1 0-19 15,1-4 12-15,-2 0-22 0,-3-1 9 16,0 1 40-16,0 1 25 0,-3 0 9 15,0 3 25-15,0 0 25 0,0 5 16 0,-6 2 15 16,3 6 3-16,-3 2-21 0,3 5 27 16,-2 4 1-16,2 2 2 0,0 2 10 15,0 2 6-15,2 1-13 0,-1 2 10 16,2 0 18-16,0 2-9 0,0 1-1 16,0 0-5-16,0 0-10 0,0 4-18 15,0 2-31-15,0 5-6 0,0 7-22 16,0 7 27-16,0 7 1 0,2 5 0 0,2 4 1 15,0 2 0-15,3 2-1 0,1 3 0 16,-1 2 0-16,3 2 11 0,3 3 5 16,-1-4 17-16,0 1-33 0,0-3-11 15,-2-6 9-15,3-4 1 0,-4-10-17 16,-1-8 14-16,1-8-32 0,-2-7-23 0,-1-5-21 16,1-1-49-16,2-6-29 15,-2-7-50-15,3-6-245 0,-4-4-732 16,2 3-867-16,-5-8 1543 0</inkml:trace>
  <inkml:trace contextRef="#ctx0" brushRef="#br0" timeOffset="188415.475">5506 17605 767 0,'0'0'225'0,"0"0"727"0,0 0-269 16,0 0-236-16,0 0-134 0,0 0 23 0,0 0-9 15,0 0-39-15,0 0-93 0,0 0-90 16,-1 87-31-16,8-61 12 0,0 2 0 16,1-1-10-16,0-2-24 0,1-4-15 15,-4-2-16-15,1-5-21 0,0-5-15 16,-3-6-19-16,1-3-21 0,0 0-12 15,4-5 30-15,1-8-15 0,0-3-49 16,3-8-47-16,-2-3-78 0,3-3-33 16,-4 1-18-16,2 2-27 0,-1 4 75 15,-1 4 37-15,2 5 96 0,-2 3 61 16,1 6 35-16,-2 4 102 0,0 1 97 16,-2 7 52-16,0 6 34 0,-1 3-37 0,1 7-44 15,0 3 1-15,0 0-26 0,-2 4-16 16,0 0-18-16,1-1-29 0,-1-1-40 15,-1-3-30-15,2-6-37 0,-2-3-9 0,0-4-27 16,-1-6-1-16,-1-3-51 0,2-3-77 16,0 0-50-16,1-6-7 0,5-6-61 15,-2-6-207-15,-1-2-574 0,0 3-520 16</inkml:trace>
  <inkml:trace contextRef="#ctx0" brushRef="#br0" timeOffset="188594.555">5970 17668 352 0,'0'0'682'16,"0"0"403"-16,0 0-904 0,0 0-35 16,0 0 138-16,23 69 75 0,-19-48-52 0,2-3-95 15,2-1-82-15,-1 2-51 0,3-2-32 16,-1-3-28-16,-1 1-19 0,2-4-151 16,0 1-55-16,-2-1-87 0,-1-3-185 15,1-2-564-15,-2 0-582 0</inkml:trace>
  <inkml:trace contextRef="#ctx0" brushRef="#br0" timeOffset="189094.073">6097 17571 29 0,'0'0'398'0,"0"0"-199"0,0 0 1550 16,0 0-1329-16,0 0-157 0,0 0 120 16,0 0 0-16,0 0-56 0,0 0-63 15,0 0-66-15,-71-5-50 0,67 6-4 0,0 5-15 16,0 1-80-16,-1 5-37 0,1 4-10 16,-2 3 1-16,3 3 15 0,-1 2 0 15,-2 1-5-15,3 0 5 0,-1 0 3 16,2 0 7-16,2-2-7 0,0-1 0 15,0-3-5-15,6-1-14 0,-1-3 13 16,2 1 0-16,0-3 0 0,-1-1-13 16,1 0 13-16,1-1 1 0,1-1-1 15,-2-2 9-15,2-2-24 0,1-2-1 16,-1-3-11-16,2-1 9 0,4 0-12 16,-1-2 3-16,2-7-10 0,-3-4-45 0,1-3-73 15,-1-3-37-15,2-5-75 0,-4-1-187 16,-3 6-563-16,0-9-759 0</inkml:trace>
  <inkml:trace contextRef="#ctx0" brushRef="#br0" timeOffset="189271.711">6357 17693 1076 0,'0'0'2129'15,"0"0"-1353"-15,0 0-644 0,0 0-131 16,8 68 94-16,-5-50 86 0,1-1-17 15,-1-1-78-15,2-1-86 0,-1 0-19 16,0 1-8-16,2-1-38 0,-2-4-112 16,1-3-50-16,-4-5-72 0,-1-3-262 0,0-3-642 15,0-5-825-15</inkml:trace>
  <inkml:trace contextRef="#ctx0" brushRef="#br0" timeOffset="189439.889">6354 17237 3004 0,'0'0'1628'0,"0"0"-1496"0,0 0-132 15,0 0 0-15,0 0 49 0,0 0 0 16,0 0-49-16,0 0-64 0,0 0-149 16,0 0-159-16,43-47-769 0,-37 36-1326 0</inkml:trace>
  <inkml:trace contextRef="#ctx0" brushRef="#br0" timeOffset="189839.606">6570 17002 2398 0,'0'0'1396'0,"0"0"-1274"16,4 78-40-16,-1-41 147 15,1 5 174-15,-1 4-66 0,1 3-98 0,2 1-106 16,2 6-57-16,0 4-36 0,1 4-38 0,-2 6-2 15,-1-1-2-15,-2-5-38 0,0-3-69 16,-2-14 39-16,-1-13 49 0,2-13 18 16,-3-9-37-16,3-7-27 0,0-4 21 15,1-1 12-15,1 0 1 0,3-7 2 16,2-4 17-16,2-5 13 0,4-1-1 16,-3-2-10-16,1 0-34 0,-2 0 12 15,-1 5 22-15,1 2-19 0,-4 5-9 16,1 2-6-16,1 5 9 0,-1 0 37 15,-1 3 31-15,4 8 58 0,-2 2 58 16,2 5-31-16,-4 1-27 0,-4 0-4 0,-1 0-18 16,-3-1-27-16,0-1 2 0,0-3-12 15,-4 0-2-15,-4-2-4 0,-1-3-24 0,0-3-52 16,-2-2-75-16,-1-4-22 0,0-2-62 16,0-12-53-16,-2-8-86 0,4-6-258 15,3-6-365-15,4 7-487 0</inkml:trace>
  <inkml:trace contextRef="#ctx0" brushRef="#br0" timeOffset="190244.169">6988 17075 2024 0,'0'0'1449'0,"0"0"-922"0,0 0-441 0,0 0 29 16,-3 73 130-16,1-37 119 0,2 9-43 15,0 0-107-15,0 2-111 0,8-1-82 16,3-1-21-16,2 2-3 0,3-1-9 15,4 0-15-15,0 0 2 0,-1-8 7 16,0-5-21-16,-2-7-10 0,0-8 12 16,-2-5 4-16,1-4-19 0,-2-2-12 15,2-2-34-15,-2-3-21 0,5-2-4 16,0 0-3-16,-2 0-4 0,2-6 10 0,-2-3 11 16,0-1 28-16,-4-2 37 0,2-4 44 15,-4 1 63-15,-3-2-4 0,0 1-19 16,-5-2 4-16,0 0-19 0,-3 2-24 15,0 2-1-15,0 6-56 0,-8 2 56 16,-1 6 3-16,-3 1 15 0,-2 11 20 16,-1 7 42-16,1 7 41 0,1 5 5 0,3 5 6 15,1 1-6-15,5-5-1 0,1 0 6 16,3-3-46-16,0-3-27 0,0-7-19 16,0-5 1-16,4-2-11 0,5-5-29 15,-2-2-27-15,5-2 25 0,2-3-1 16,5 0-52-16,5-3 22 0,2-7-80 15,6-1 74-15,0-5-126 0,1 0-212 16,-9 3-326-16,8-6-711 0</inkml:trace>
  <inkml:trace contextRef="#ctx0" brushRef="#br0" timeOffset="190865.62">8131 17742 1926 0,'0'0'819'16,"0"0"-389"-16,0 0-226 0,0 0-20 0,0 0 172 15,0 0-70-15,0 0-75 0,0 0-34 0,0 0-23 16,93-27-16-16,-61 27-40 16,7 0-25-16,2 2 37 0,1-1 6 15,0 1-62-15,1-2-23 0,-5 0-16 0,-2-2 3 16,0-3-18-16,-3-2-18 0,-1 0 6 16,-5-1-12-16,-2-2-16 0,-5 0-30 15,-3 0-67-15,-4 0-31 0,-6 2-32 16,-2 2-68-16,-5 4-203 0,0 1-631 15,-9 1-751-15</inkml:trace>
  <inkml:trace contextRef="#ctx0" brushRef="#br0" timeOffset="191085.143">8194 17870 1284 0,'0'0'1966'15,"0"0"-1458"-15,0 0-370 0,0 0-134 0,0 0 33 16,0 0 121-16,0 0 66 0,0 0-94 16,0 0-18-16,0 0-47 0,88 11 12 15,-59-11-1-15,2 0-20 0,-2 0-56 16,1 0 0-16,-1-1-3 0,0-5-10 16,-2-1-30-16,0-2-141 0,-3 0-67 15,-1-2-131-15,-7 4-250 0,0-6-794 0</inkml:trace>
  <inkml:trace contextRef="#ctx0" brushRef="#br0" timeOffset="191525.847">8168 17345 1334 0,'0'0'1779'0,"0"0"-1352"0,0 0-427 0,0 0-54 16,0 0 54-16,0 0 114 0,-42 84 38 16,28-54-11-16,-1 3-65 0,1 1-51 15,0 1-22-15,-1 1-3 0,1-2-24 16,1-1-4-16,-3 1 24 0,4-3 4 16,1-2 1-16,1-3 2 0,1 0 15 15,-1-3 1-15,4-2 3 0,2-2 3 16,1-5-3-16,2 1 7 0,-1-5-4 0,2 1-9 15,0-3-4-15,2 3 16 16,2-2-3-16,3 1 44 0,2 0-4 0,1 2-3 16,0 0 25-16,4 1 6 0,2 1-44 15,0-3-21-15,2 2 1 0,2-3-27 16,2 1-2-16,4-2 2 0,5-4 1 16,0 1 15-16,2-1-15 0,2-2 10 15,1-2-10-15,-4 1 0 0,3-2-3 16,-4 2-16-16,-2-2 16 0,-3 0 0 15,-2 0-1-15,-2 0-17 0,-2 0 6 16,-1-2-35-16,-3-1-110 0,1-3-73 0,-4 1-90 16,0-2-281-16,-4 0-795 0,-5-8-521 15</inkml:trace>
  <inkml:trace contextRef="#ctx0" brushRef="#br0" timeOffset="191861.577">8640 17355 1580 0,'0'0'1978'0,"0"0"-1483"0,0 0-385 16,0 0-64-16,0 0 7 16,0 0 59-16,0 0 74 0,0 0-11 0,76 65-95 15,-59-54-37-15,0 4-18 0,3-1 8 16,-1 2-30-16,3 1-3 0,-4 2-15 15,1 0 14-15,-3 1 0 0,-3 0 0 16,1 1-2-16,-3-1-7 0,-3-1 10 0,1 1 2 16,-4-1 16-16,1 0-17 0,-3 1-1 15,-1 0-3-15,-2 0 2 0,0 4 0 16,-2 2-23-16,-5-1-1 0,-2 2 10 16,-5-1-16-16,2 1-24 0,-3-4-7 15,-3 2-9-15,-2-3-37 0,0-2-53 16,-2-2-72-16,1-4-161 0,-1-4-335 15,6-5-826-15,-5-5 114 0</inkml:trace>
  <inkml:trace contextRef="#ctx0" brushRef="#br0" timeOffset="193973.912">2299 17526 1099 0,'0'0'1778'0,"0"0"-1394"0,0 0-158 16,0 0 134-16,0 0 4 0,0 0-22 15,0 0-136-15,0 0-92 0,0 0-23 16,3 78-17-16,5-38-4 0,-1 8-6 15,6 8 0-15,-3 8-12 0,2 5-22 0,-1 4-9 16,-1 2-19-16,-1-6 17 0,-2-5-17 16,-1-8-2-16,-3-11-2 15,-2-7-13-15,0-10-10 16,-1-5-94-16,0-8-2 0,0-5-35 0,0-7-29 16,-2-3-77-16,-6-6-111 0,-4-13-296 0,-6-10-622 15,2 4-743-15,-11-29 2033 0</inkml:trace>
  <inkml:trace contextRef="#ctx0" brushRef="#br0" timeOffset="194228.224">2226 17651 388 0,'0'0'1266'0,"0"0"-691"0,0 0-249 0,0 0-16 0,42-72 68 16,-32 59-41-16,0 3-88 16,1 3-67-16,0 0-40 0,-1 2-67 0,4 1-25 15,-1 2-22-15,0 2 0 0,2 0-16 16,-1 2 1-16,-3 4-1 0,1 4 47 15,-2 0 55-15,-1 4-30 16,-2 0-20-16,-1 3-8 0,-1 0-23 0,-5-1 4 16,0 2-12-16,0-2 12 0,0 0-7 15,-8 2-2-15,-1 0-16 0,-1 0 3 16,-1 1-15-16,-1 0-11 0,-2 2-35 16,1-3-3-16,-2-2-21 0,1 0-7 15,-2-2-3-15,-1-2-4 0,0-3 4 16,0-2-47-16,0-6-44 0,3-1-175 15,1 0-407-15,-4-1-1029 0</inkml:trace>
  <inkml:trace contextRef="#ctx0" brushRef="#br0" timeOffset="195328.726">9642 17169 939 0,'0'0'1007'0,"0"0"-399"0,0 0-183 16,0 0-185-16,0 0 63 0,0 0 22 0,0 0-20 15,-7 74-34-15,7-52-71 0,0-1-64 16,0 2-41-16,0-1-34 0,0-1-36 16,0 0-22-16,0-3-3 0,0-3-15 15,0-1-7-15,0-5-18 0,0-4-52 0,0-2-9 16,0-3-19-16,0 0-13 0,0 0-32 16,-4-6-55-16,-1-5-192 0,-3-5-683 15,1 1-774-15,-8-14 1252 0</inkml:trace>
  <inkml:trace contextRef="#ctx0" brushRef="#br0" timeOffset="195728.392">9425 17067 1744 0,'0'0'558'0,"0"0"-103"0,0 0-214 16,0 0 3-16,0 0 134 0,-62 66-44 15,53-49-67-15,1 2-93 0,2 2-84 16,4 3-47-16,2 4 0 0,2 6-40 15,8 3 22-15,1 4-23 0,5 1 16 16,0-2-18-16,4-3-12 0,-1-5 0 0,0-6-19 16,1-6 28-16,-3-5 0 0,3-5-16 15,-2-5-15-15,3-3 34 0,1-2 16 16,-2-6-16-16,3-7 3 0,0-3 49 16,-4-8-15-16,3-2-37 0,-5-5-6 15,-1-5-43-15,-2-1-16 0,-2 1 0 16,-4-1 3-16,2 0 3 0,-4 2 37 15,0 0 10-15,-3 1-20 0,-2 2 20 16,-1 2 9-16,0 2 3 0,-3 5 28 0,-7 1-6 16,0 7 9-16,-4 3-3 0,-3 2 6 15,-1 4-12-15,-3 1-1 0,-1 3-21 16,-1 2-3-16,0 0-12 0,-2 2-7 0,2 5 21 16,3 4 0-16,-2 3-38 15,2 5-24-15,1 1-21 0,2 3-9 0,3 3-109 16,-1-1-85-16,7 1-162 0,2-8-220 15,0 8-672-15</inkml:trace>
  <inkml:trace contextRef="#ctx0" brushRef="#br0" timeOffset="196391.679">10658 17151 1304 0,'0'0'104'0,"0"0"1220"0,0 0-987 0,0 0-116 16,0 0 39-16,0 0 47 0,0 0-40 15,0 0-71-15,0 65-93 0,2-32-35 16,1 5 0-16,3 8-19 0,2 2-6 16,-1 4-24-16,1 1-10 0,0-2-9 15,2-2-18-15,-1-6-7 0,-2-9-9 16,-1-10-12-16,2-9 12 0,-5-6-28 15,2-5-72-15,-2-4-27 0,1 0-53 0,0-11-73 16,-1-9-311-16,-3-8-521 0,0 5-521 16,-1-23 1558-16</inkml:trace>
  <inkml:trace contextRef="#ctx0" brushRef="#br0" timeOffset="196663.742">10713 17180 52 0,'0'0'356'0,"0"0"1428"0,0 0-1396 16,0 0-201-16,0 0 12 0,13-71 83 15,-8 61 27-15,3 3-72 0,-1 2-55 0,2 1-65 16,4 1-42-16,-2 3 0 16,5 0-29-16,-1 0-18 0,2 4 25 0,0 4 9 15,-1 1-28-15,-3 2-9 0,-3 3 6 16,0 0-7-16,-3 1 1 0,-4 2 21 16,-1-2-21-16,-2 2 9 0,0-1-6 15,0 1-10-15,-6 0-3 0,-3-1 1 16,-2 0-16-16,-2 0-43 0,-3-2-22 15,1-1 3-15,0-2-18 0,0 0-10 16,1-6-12-16,2 0-26 0,2-3-20 0,2 0-12 16,0-2-10-16,4 0-105 0,3 0-192 15,1-5-275-15,0-1-582 0,0 0 613 16</inkml:trace>
  <inkml:trace contextRef="#ctx0" brushRef="#br0" timeOffset="196940.717">11421 17192 1134 0,'0'0'193'16,"0"0"1016"-16,0 0-896 0,0 0-159 0,0 0 95 15,4 70 72-15,0-47 17 0,-4 1-68 16,3 1-102-16,-3-3-90 0,3-2-26 16,0 0-48-16,1-4-4 0,-1-1-30 0,1-2-14 15,-1-5-9-15,-1-1-83 0,-1-4-37 16,-1-2-37-16,0-1-62 0,0-7-257 16,-3-5-564-16,-4 1-782 0,-6-14 1873 0</inkml:trace>
  <inkml:trace contextRef="#ctx0" brushRef="#br0" timeOffset="197105.116">11356 16943 2214 0,'0'0'1286'0,"0"0"-992"0,0 0-197 16,0 0-18-16,0 0-79 0,0 0-16 15,0 0-19-15,0 0-56 0,0 0-295 0,0 0-225 16,78-20-723-16,-57 18-163 0</inkml:trace>
  <inkml:trace contextRef="#ctx0" brushRef="#br0" timeOffset="197373.818">11661 16998 1489 0,'0'0'339'16,"0"0"383"-16,0 0-448 0,-11 69-113 0,4-49 149 0,-1 3 20 16,0-3 10-16,1 1-85 0,1-2-100 15,0-3-74-15,5-2-50 0,1-5-31 16,0-1 0-16,0-2-2 15,1-3-17-15,5 1 19 0,0-3 1 0,2 4 24 16,1-3-22-16,0 0-2 0,1 0 0 16,0-1 2-16,-2 1 9 0,1 2-9 15,-2-1 21-15,0-1-24 0,-1 0-2 0,-3 1 0 16,0 0 0-16,-2 2 2 0,1 1 0 16,-2 1 25-16,0 2-25 0,-7 1-34 15,-1 2-25-15,-4 0-9 0,1-1-10 16,-3-1-37-16,0 0-92 0,-4-2-127 15,2-3-191-15,-4 1-600 0,7-4-539 16,-8-2 1367-16</inkml:trace>
  <inkml:trace contextRef="#ctx0" brushRef="#br0" timeOffset="198920.159">12039 17115 215 0,'0'0'225'16,"0"0"193"-16,0 0 899 0,0 0-894 16,0 0-120-16,0 0 24 0,0 0-28 15,0 0-40-15,0 0-58 0,0 0-28 16,0 0-42-16,40-14-38 0,-34 17-37 16,1 3-31-16,0 2 12 0,-1 4-15 15,-1 4 24-15,-2 3-15 0,1 3-19 0,-3 0-12 16,3 0-10-16,-4-1 7 0,2-5-62 15,-1-4-31-15,-1-5-9 0,0-4 27 0,0-1 22 16,2-2 15-16,-1-2-2 16,2-3-4-16,1-3 47 0,4-2 0 15,0-3-3-15,-2-3-4 0,3 2 7 16,-3-1 32-16,-2 2-7 0,4 3 0 0,-3 1-13 16,-2 2 7-16,1 5 12 15,0 1 0-15,-1 1 10 0,0 0 2 0,3 3-21 16,-2 4 37-16,3 3 15 0,-1 2-27 15,2 1-13-15,-2-1-16 0,-1 0-18 16,-1-1 0-16,1-3-15 0,-1-1-16 16,0 1 9-16,-1-4-49 0,0 1-162 0,3-5-81 15,-1 0-116-15,3-6-242 0,-4-1-648 16,2-9-46-16</inkml:trace>
  <inkml:trace contextRef="#ctx0" brushRef="#br0" timeOffset="199227.268">12448 17143 196 0,'0'0'547'0,"0"0"1247"16,0 0-1491-16,0 0-142 16,13 71 168-16,-9-50 52 0,1-1 31 0,-2-2-113 15,1-5-139-15,-1-5-114 0,4-4-46 16,0-3 0-16,2-1 2 0,1-4 19 16,3-7 22-16,-1-3-15 0,-1-4-28 15,2-4-49-15,-3 1-22 0,-2-1 3 16,-2 3 9-16,0 2 25 0,-3 3 22 0,-1 4-1 15,-2 3-5-15,0 4-10 0,0 1-3 16,0 2 12-16,-5 0 7 0,-4 0-19 16,-2 2 0-16,0 3 6 0,-2 2 24 15,0 4-12-15,1 1 13 0,1 4 0 16,0 0-15-16,4 2-7 0,-1 0 3 16,1 0-9-16,2-1-25 0,1-2-108 15,2-2-132-15,1-7-252 16,1-5-445-16,0-2-237 0,4-7 399 0,4-19 802 0</inkml:trace>
  <inkml:trace contextRef="#ctx0" brushRef="#br0" timeOffset="199464.87">12840 16737 1755 0,'0'0'564'15,"0"0"78"-15,0 0-322 0,0 0-119 0,0 0 96 16,0 0 9-16,0 85 14 0,-1-53-91 15,-1 2-97-15,2 2-61 0,0 2-19 16,3 1-9-16,2 2-10 0,2 0-31 16,1-1-2-16,-2-4-18 0,4-5-16 15,-1-5 4-15,2-7 5 0,-2-7-15 16,1-5-9-16,2-3 9 0,-2-3-6 0,-1-1-40 16,2-5-56-16,-4-4-41 0,-1-5-49 15,0-3-54-15,-5-2-235 16,-1 4-542-16,0-7-574 0</inkml:trace>
  <inkml:trace contextRef="#ctx0" brushRef="#br0" timeOffset="199646.879">12666 17056 988 0,'0'0'88'0,"0"0"1461"0,0 0-1233 16,0 0-214-16,0 0 36 0,0 0 107 15,0 0 141-15,0 0-74 0,0 0-110 16,0 0-102-16,95 11-44 0,-70-16-23 15,-1-1-33-15,3-2-21 0,-1-1-7 16,-1 0-177-16,2-1-118 0,-8 3-224 16,7 0-657-16</inkml:trace>
  <inkml:trace contextRef="#ctx0" brushRef="#br0" timeOffset="201663.261">13549 17179 368 0,'0'0'105'16,"0"0"35"-16,0 0-101 0,0 0 95 16,0 0 628-16,0 0-411 0,0 0-186 15,0 0-51-15,0 0-10 0,0 0 41 16,15-14 52-16,-15 14-32 0,0 0-88 16,0 0-77-16,0 0-7 0,0 0-18 0,0 0-4 0,0 2-13 15,0-1-71-15,0 0 0 0,0 2 47 16,1 1 66-16,-1 0 29 0,0-1-16 15,0 0 10-15,0-3 16 0,0 1 58 16,3-1 28-16,-3 0-3 0,0 0 7 16,0 0 8-16,0 0-6 0,0 0-23 15,0 0 0-15,0 0-6 0,0 0-17 16,0 0-6-16,0 0-16 0,0 0-19 16,0-1 0-16,0-1 6 0,0 2-6 15,0 0-6-15,0 0 0 0,0 0 12 16,0 0 6-16,0 0 9 0,0 0 0 15,-3-1-21-15,2 1-13 0,-4 0-3 0,1 0 6 16,0 0-13-16,-1 0-2 0,-2 0-19 16,2 3-17-16,-3 3 16 0,1 1-42 0,0 2 0 15,-2 6 18-15,2-1 24 0,3 5 0 16,1 2-21-16,3 3-3 16,0-2 4-16,0-1-1 0,6 0 22 15,1-3-1-15,1-3-11 0,1-4 12 0,0-5-4 16,1-3-17-16,0-3 21 15,0 0 15-15,1-3 32 0,2-7-4 16,-2-4 1-16,0-6-44 0,-2 0-54 0,-2-4 20 16,0 1-19-16,2-1 9 0,-5 3 4 15,0 2 12-15,1 3-13 0,-4 4 10 16,2 2 28-16,-1 6 0 0,-1 1-19 16,1 3-32-16,0 0 54 0,2 6 3 0,1 4 45 15,1 2 61-15,1 5-3 0,1 2-47 16,0 3-13-16,0-1 20 0,1 0-20 15,-1-4-21-15,1-2-24 0,0-3-1 16,-2-3-31-16,3-2-13 0,0-3-2 0,-2-2 6 16,1 0 6-16,0-2-110 0,0 0-82 15,4-4-120-15,-3 0-263 0,-3 0-742 16</inkml:trace>
  <inkml:trace contextRef="#ctx0" brushRef="#br0" timeOffset="202450.717">14376 17211 936 0,'0'0'94'16,"0"0"603"-16,0 0-262 0,0 0-118 0,0 0-33 15,0 0 43-15,0 0-8 16,0 0-33-16,0 0-56 0,0 0-51 0,0 0-45 16,11 63-9-16,-7-33-4 0,2 0-1 15,1 3-28-15,0-1-18 0,0-1-28 16,1-2-27-16,0-7-19 0,-1-3 0 15,1-7-2-15,-1-4-20 0,1-4 4 16,1-2 16-16,0-2 2 0,1-2 10 16,0-7 2-16,-1-4-12 0,3-3-50 15,-3-5 4-15,0-2-16 0,0-2-9 16,0 0 0-16,-1-2-15 0,0-1-26 0,2 2-16 16,-2 1 10-16,-3 5 20 15,1 4 48-15,-1 4 37 0,-2 8 11 0,-1 1-33 16,1 3 35-16,-2 0 79 0,2 3 28 15,0 5 24-15,3 2-9 0,-1 3-45 16,-1 3-18-16,0 1-15 0,0 1 11 16,1 0-8-16,-2 2-4 0,-1-3-19 0,1 3 2 15,0-5-26-15,0 3-37 16,-1-1-9-16,1-3-22 0,-2-2-59 0,1-2-53 16,0-3-59-16,-2-3-129 0,1-3-244 15,1-1-356-15,-1-1-323 0</inkml:trace>
  <inkml:trace contextRef="#ctx0" brushRef="#br0" timeOffset="202799.213">14830 17208 424 0,'0'0'583'15,"0"0"1406"-15,0 0-1596 0,0 0-190 0,0 0 15 16,0 0 69-16,-10 68-19 0,8-50-55 15,0 0-93-15,-1-3-77 0,3 0-43 0,-1-3-24 16,1-4-7-16,0-2-9 0,0-1 6 16,0-4 13-16,0-1-7 0,0-1-56 15,4-7-33-15,3-3 55 0,3-3-1 16,0-1 10-16,-1-2 25 0,1 3-3 16,-1 1 9-16,0 3 22 0,-1 4-3 15,1 0 0-15,-2 2 3 0,-1 4 63 16,0 0 12-16,2 0 12 0,-1 1-22 15,-1 5-15-15,1 3-13 0,2 0-6 16,-3 1-9-16,-1 2-1 0,1-1-21 16,-3 1 0-16,0 0-18 0,0 2-94 15,0-3 4-15,-1 2-14 0,1-1-50 0,0-3-114 16,-1-4-277-16,1-4-611 0,-2-1-464 16</inkml:trace>
  <inkml:trace contextRef="#ctx0" brushRef="#br0" timeOffset="202968.332">15194 17280 1441 0,'0'0'1150'0,"0"0"-454"0,0 0-460 16,-6 69-81-16,2-50 185 0,1-1-55 16,0-6-47-16,1-4-148 0,1 0-90 15,-1-5-87-15,2-3-117 0,0 0-100 16,0 0-181-16,0-6-626 0,0-12-615 0</inkml:trace>
  <inkml:trace contextRef="#ctx0" brushRef="#br0" timeOffset="203152.209">15212 17029 1823 0,'0'0'1016'0,"0"0"-415"15,0 0-265-15,0 0-91 16,0 0 120-16,0 0-99 0,0 0-44 0,-3 75-100 15,3-65-122-15,0-2-15 0,2 0-16 16,2 0 10-16,-1 0-22 0,3 0-141 16,2-2-104-16,-2-2-149 0,3-3-326 15,-2-1-554-15,0-5-150 0</inkml:trace>
  <inkml:trace contextRef="#ctx0" brushRef="#br0" timeOffset="203379.17">15335 16998 1170 0,'0'0'23'0,"0"0"540"0,0 0 18 0,0 0-313 0,0 0-65 16,1 85 108-16,1-56-17 0,-1 4-41 16,4 2-67-16,-1-1-66 0,3 1-16 15,-1 0 30-15,1-1 3 0,0-3-47 16,2-1-53-16,-1-3-37 0,0-3-1 0,0-3 0 16,2-4-24-16,1-4 22 0,-3-3-28 15,1-3-21-15,-1-4-23 0,-2 0-46 16,2-3-21-16,-3 0-28 0,2-3-88 15,-4-3-92-15,0-5-47 0,-3 1-204 0,0 1-510 16,0-5 11-16</inkml:trace>
  <inkml:trace contextRef="#ctx0" brushRef="#br0" timeOffset="203592.819">15251 17362 300 0,'0'0'202'0,"0"0"1337"16,0 0-1115-16,0 0-182 0,0 0 73 15,0 0-62-15,84-36-113 0,-71 31-45 0,1 1-44 16,-1 2-41-16,0-1-10 0,2 0-31 16,0 0-74-16,-3 3-150 0,1-2-62 15,1-3-83-15,-2 3-193 0,2-1-234 16,-2 1-104-16</inkml:trace>
  <inkml:trace contextRef="#ctx0" brushRef="#br0" timeOffset="213995.2">9828 18256 1261 0,'0'0'1731'16,"0"0"-1417"-16,0 0-130 0,0 0 3 15,0 0-11-15,0 0 54 0,0 0-24 0,0 0-54 16,0 0-59-16,-43-69-22 0,47 55 3 15,5 2 55-15,4 0-52 0,1 0-7 16,3 2-9-16,1 1-3 0,-1 3-27 16,-1 2-13-16,-2 2-18 0,-2 2 0 0,0 0 12 15,-4 6 7-15,1 4-8 0,-3-1-10 16,-2 5 1-16,-1 3-2 0,-3 1 0 16,0 2-31-16,0 3-20 15,-6-2 5-15,-3 1 12 0,-1-1-12 0,-4 1-3 16,2-2 31-16,0-1 16 0,-3-6-38 15,1 1-9-15,1-3 21 0,1-2-12 16,1-3 39-16,3-2 1 0,2-1 12 16,5-1 4-16,0-1-16 0,1 0-62 15,1 2-8-15,9 2 70 0,3 4 3 0,2-2 21 16,3 3-8-16,1-1 6 16,0 0-20-16,0-3 39 0,-1 0-7 0,-5-3-15 15,3-1-1-15,-4-2-18 0,-1 0 0 16,-2-2-19-16,-2-4 17 0,-1-3-69 15,2 0-46-15,-5-2-53 0,-1-2-277 16,-1 1-341-16,-1-6-807 0</inkml:trace>
  <inkml:trace contextRef="#ctx0" brushRef="#br0" timeOffset="214543.179">9596 18044 635 0,'0'0'130'15,"0"0"678"-15,0 0-457 0,0 0-105 16,0 0-12-16,0 0-50 0,0 0-110 16,0 0-19-16,-66 87 22 0,63-57-16 0,3 1-19 15,0 0 99-15,0 4-90 16,0 1 39-16,0 1-4 0,2-1 22 0,-1 1 10 15,2-4-7-15,-1 0-57 16,4-2 22-16,2-1-23 0,2-3-9 0,4-2-41 16,4-4-3-16,5 0-3 0,4-2 0 15,5 0 1-15,1-2 2 0,4-1-2 16,-1-2 1-16,0-4-43 0,-1-2 41 0,-2-3-38 16,0-5 9-16,-3 0-12 15,-2-10 10-15,-1-3 33 0,-4-5-36 0,2-2 34 16,-2-4 3-16,-2-1 13 0,-2-4-12 15,-2-1 46-15,-2-3-44 0,-4 2 13 16,-2-4-13-16,-2 1 19 0,-4-1 13 16,-3-1-32-16,0 1 19 0,0-1-21 15,-3 1 3-15,-5-1-1 0,-3 1 0 16,-3 1 25-16,-2 0-9 0,-1 3 6 0,-5 2 7 16,2 4 2-16,-4 3-15 0,-1 6 31 15,-1 3 13-15,4 7-47 0,-5 1 13 16,1 5-27-16,-3 2-2 0,1 5-6 15,-1 3-39-15,0 1 4 16,0 2 19-16,3 0-25 0,-1 0 10 0,5 5-33 16,-2 0-119-16,2 4 37 0,3 1-55 15,2 2-101-15,5 2-94 0,0 1-207 16,4-3-181-16,4-6-142 0</inkml:trace>
  <inkml:trace contextRef="#ctx0" brushRef="#br0" timeOffset="-214550.063">10778 18141 2716 0,'0'0'484'16,"0"0"-359"-16,0 0 65 0,0 0 63 0,0 0-29 16,0 0-36-16,-35 82-57 0,31-51-50 15,1 4 9-15,3 3 2 0,0 7 10 16,0 2-34-16,4 4-10 0,1 6-30 15,1 2-19-15,1 3-9 0,0 0-34 16,0-3 6-16,0-4-9 0,-1-9 1 16,-1-14-11-16,-4-11 7 0,1-13 9 15,-2-6-30-15,0-2-76 0,0-6-58 16,0-8-22-16,-6-7 22 0,-2-9-144 16,-3-6-384-16,-2-7-426 0,1 11-407 15</inkml:trace>
  <inkml:trace contextRef="#ctx0" brushRef="#br0" timeOffset="-214301.903">10638 18252 368 0,'0'0'1656'0,"0"0"-1202"0,0 0-222 15,0 0-48-15,0 0 110 0,29-67-42 16,-22 59-43-16,3 0-70 0,3 3-38 16,2-1-16-16,1 3 13 0,2 2-36 15,-2 1-33-15,1 0 5 0,-1 7 13 16,-3 2-13-16,0 4 50 0,-3 8 74 15,-3-1-100-15,-1 7-45 0,-4-1-13 0,-2 2-13 16,0-2 4-16,-2-1 9 0,-7-2 0 16,1-3-27-16,-6-2-10 0,0-2-6 15,-1-3 21-15,-1-3-52 0,0-4-13 0,0 1-4 16,0-7-43-16,2 0-64 16,-2-7-159-16,4-3-212 0,-2-1-228 0,5 1-483 15</inkml:trace>
  <inkml:trace contextRef="#ctx0" brushRef="#br0" timeOffset="-214139.797">11000 18267 1672 0,'0'0'1275'16,"0"0"-1035"-16,0 0-36 0,0 0 95 15,76-1 9-15,-60 1-166 0,-2 1-114 16,-2-1-28-16,1 0-53 0,1 0-193 0,-5 0-143 15,-3-1-568-15,-3 1-1289 0</inkml:trace>
  <inkml:trace contextRef="#ctx0" brushRef="#br0" timeOffset="-213953.393">11085 18498 1634 0,'0'0'1115'0,"0"0"-526"0,0 0-414 15,0 0-29-15,0 0 156 0,0 0-144 16,80-9-74-16,-58 3-53 0,1-3-31 16,2 0-75-16,1-2-21 0,-2-1-78 15,2 1-85-15,-6 2-163 0,5-5-832 0</inkml:trace>
  <inkml:trace contextRef="#ctx0" brushRef="#br0" timeOffset="-213435.052">11725 18186 466 0,'0'0'2601'15,"0"0"-2171"-15,0 0-278 0,0 0-44 16,0 0-4-16,0 0 28 0,-82-3 119 16,71 8-78-16,2 2-64 0,3 4-26 15,1 6-21-15,1 5-41 0,4 6-21 16,0 5 1-16,0 5 18 0,7-2 12 15,1-4 5-15,1-6-11 0,2-6-8 0,-1-9-17 16,1-4 0-16,-1-4 0 0,2-3 43 16,1-5-40-16,0-5-3 0,0-4-18 15,-2-7-59-15,0-6-15 0,-2-1-1 0,-3-2-24 16,0 3 27 0,1 3 19-16,-1 4 46 0,-2 3 9 0,1 6 14 15,-3 3 0-15,1 4-1 0,0 4-14 16,0 0 17-16,2 0 59 0,1 2 49 0,2 5 10 15,1 5-26-15,1 2-24 0,0 3-12 16,0 2-13-16,-1-2-27 0,0-1-16 16,0 2-15-16,1-3-22 0,-4-2-80 15,3-2-28-15,-2-4-7 0,-1-2-1 16,1-3-126-16,1-2-284 0,-3 0-575 16,-2-9-681-16</inkml:trace>
  <inkml:trace contextRef="#ctx0" brushRef="#br0" timeOffset="-213015.147">12099 17781 408 0,'0'0'2105'0,"0"0"-1766"15,0 0-243-15,0 0 10 0,0 0 153 16,0 0 134-16,0 0-50 0,0 0-208 15,38 92-91-15,-29-61-25 0,1 4-19 16,-3 2-1-16,-1 1-12 0,1 0 1 16,0-3 0-16,-3-5 12 0,1-9 13 15,-1-4-10-15,0-5 25 0,-1-5-3 16,2-1-25-16,-1-1 0 0,0-3-22 0,3 1 19 16,1 0 3-16,0 1 2 0,2-2 10 15,-1 0-9-15,3 2-3 0,-1 0 2 16,-1-1 10-16,-1 2-11 0,2 1 0 15,-2-2 0-15,0 2 21 0,-1 0-20 16,-1 0 13-16,1 1-11 0,-2-1 11 0,-1 2-3 16,-1-1 7-16,-1 1-17 0,-1-2 20 15,-2 2 6-15,0 2-3 0,0-2-1 16,-5 2 1-16,-3 1-6 0,-2 0-19 16,-2 2-34-16,-5 1-22 0,2-3-15 15,-5 0-76-15,-3-4-41 0,-1 0-57 16,1-7-116-16,-5 0-369 0,5 0-1002 15,-11-7 950-15</inkml:trace>
  <inkml:trace contextRef="#ctx0" brushRef="#br0" timeOffset="-212143.92">12887 18294 42 0,'0'0'2622'0,"0"0"-2134"0,0 0-255 16,0 0-87-16,0 0 44 0,0 0 77 16,0 0-53-16,0 0-40 0,90-4-72 15,-64 4-37-15,1 0-31 0,2-3-21 0,2-1-13 16,0 1-10-16,-3-4-11 0,-1 1-19 16,-3-2 12-16,-2 1-106 15,-2-3-52-15,-3 3-75 0,-3 1-149 0,-6 0-355 16,-3 2-878-16</inkml:trace>
  <inkml:trace contextRef="#ctx0" brushRef="#br0" timeOffset="-211942.958">12989 18429 1307 0,'0'0'1509'0,"0"0"-1149"0,0 0-290 16,0 0 42-16,0 0 262 0,0 0-40 15,90 7-66-15,-61-7-39 0,3 0-118 0,-2-5-59 16,0 0-52-16,-1-4 0 16,-3-2-52-16,0-1-96 0,-3-2-29 15,-1-1-84-15,-5-2-200 0,-7 5-704 0,-3-4-945 16</inkml:trace>
  <inkml:trace contextRef="#ctx0" brushRef="#br0" timeOffset="-211709.042">13330 18084 817 0,'0'0'1200'0,"0"0"-876"0,0 0-127 15,0 0 55-15,78-4 75 0,-50 7-53 16,0 3 15-16,1 3 10 0,0 1-160 16,-3 4-61-16,-2 2-7 0,-5 4-27 15,-2 3-25-15,-5 5-16 0,-2 3 21 16,-7 2-8-16,-3 2 12 0,0 1 0 15,-7-1-14-15,-3-2-14 0,-2-1-43 16,-4-6-78-16,-1 0-19 0,-3-1-62 16,-5-4-97-16,-2-1-140 0,-3-3-265 15,6-6-907-15</inkml:trace>
  <inkml:trace contextRef="#ctx0" brushRef="#br0" timeOffset="-210723.949">12193 18037 427 0,'0'0'183'0,"0"0"-108"15,0 0 345-15,0 0 312 0,0 0-304 16,0 0-162-16,0 0-18 0,0 0-7 16,0 0-36-16,0 0-71 0,0 0-68 15,-12 63-43-15,8-54-4 0,4 2-3 0,0 0-6 16,0 1-10-16,0 1-1 0,0 4 1 15,0-3-2-15,0 3-1 0,0 2-13 16,0-2 16-16,0 1-1 0,2-1-11 16,0 0-10-16,-2-3 19 0,3 1-13 15,0-2-13-15,-3-3 10 0,3 1 0 16,-1-4 16-16,-1 0-10 0,1-2-19 16,-2 0-3-16,0-5 6 0,0 1-6 15,1 0-3-15,-1-1-10 0,0 0-16 16,0 0-35-16,0 0-27 0,0 0-12 15,0 0-17-15,0-1-75 0,3 0-91 16,-2-4 36-16,2 3-142 0,-3-3-39 16,3 3-98-16,-3-1 509 0,0 1-108 0,-10 23 139 0</inkml:trace>
  <inkml:trace contextRef="#ctx0" brushRef="#br0" timeOffset="-209843.402">14123 18302 696 0,'0'0'45'0,"0"0"1511"16,0 0-1214-16,0 0-71 0,0 0 62 16,0 0-34-16,84 46-27 0,-66-40-84 0,0-4-56 15,-1 0-54-15,0-2-40 0,-4 0 8 16,0-7 20-16,0-2-17 0,-4-3 4 16,-1-1 6-16,1-3-25 0,-2-2-8 15,-1-2-26-15,-2 2-27 0,-1 0-29 16,-1 2-40-16,-2 4 43 0,0 1 13 15,0 4 12-15,-6 5 28 0,-1-1 6 0,-2 3-6 16,-4 0-18-16,-2 0-20 0,1 4 38 16,-2 2 3-16,-1 1 0 0,1 1-2 15,0 2 0-15,5 2 3 0,-1 0-4 16,2 2-14-16,4 4-5 0,0 2 19 16,5 1 16-16,1 2 15 0,0 2 13 15,3-1-23-15,4 0 14 0,2-2 20 16,2-2 7-16,2-2-12 0,0-3-1 15,0-5-18-15,-1 0-31 0,2-5-26 16,1-1 5-16,0-4-1 0,-1 0-15 0,4-7 15 16,1-6-102-16,3-6-118 0,1-6-177 15,-7 4-381-15,5-15-1112 0</inkml:trace>
  <inkml:trace contextRef="#ctx0" brushRef="#br0" timeOffset="-209679.511">14702 18180 1714 0,'0'0'458'0,"0"0"27"0,0 0-138 16,0 0 46-16,0 0 56 0,0 0-35 16,0 0-79-16,42 75-98 0,-41-59-97 15,2-2-57-15,-1 0-77 0,-1-5-6 16,1 0-46-16,-2-6-18 0,0 0-86 16,0-3-59-16,0 0-104 0,0-2-300 15,-8-11-1001-15</inkml:trace>
  <inkml:trace contextRef="#ctx0" brushRef="#br0" timeOffset="-209515.295">14593 17984 82 0,'0'0'2526'16,"0"0"-1996"-16,0 0-239 0,0 0 66 0,0 0-64 15,0 0-99-15,0 0-120 0,0 0-74 16,76-13-36-16,-53 5-213 0,0-1-193 15,-7 2-353-15,4-1-1505 0</inkml:trace>
  <inkml:trace contextRef="#ctx0" brushRef="#br0" timeOffset="-209345.603">14995 18177 1907 0,'0'0'1484'0,"0"0"-1113"0,0 0 0 15,0 0-53-15,79 9-90 0,-56-9-139 0,0-1-89 16,0-5-13-16,4-5-55 0,-3-3-43 16,0-4-124-16,-1-1-106 0,-7 2-265 15,1-6-698-15</inkml:trace>
  <inkml:trace contextRef="#ctx0" brushRef="#br0" timeOffset="-209132.985">15054 17926 752 0,'0'0'2457'0,"0"0"-2095"0,-9 78-207 15,9-45 50-15,4 9 99 0,5 2 34 16,1-2-36-16,3 1-128 0,2-2-125 16,0-1-49-16,0-4-40 0,-1-3-36 15,-1-5-102-15,-2-10-4 0,0-8-12 16,-1-9-61-16,0-2-100 0,0-12-82 0,0-9-94 15,-4-6-470-15,-2 4-496 0</inkml:trace>
  <inkml:trace contextRef="#ctx0" brushRef="#br0" timeOffset="-208788.062">15290 17712 1213 0,'0'0'1836'0,"0"0"-1409"0,0 0-262 0,0 0 65 16,0 0 125-16,28 90-57 0,-21-54-52 0,0 3-96 15,0 2-58-15,1 3-9 0,1 2-10 16,-1 4-6-16,-1-2-47 0,0 4-20 16,2-1-18-16,-1-5-22 0,-2-6-11 15,0-8 2-15,0-11 15 0,-1-8 4 16,-2-9-35-16,2-4-82 0,0 0 37 16,1-10 24-16,3-4 15 0,-2-6 3 15,0-3-4-15,-1-2-14 0,0 4-14 16,-1 2 35-16,1 9 30 0,-1 1-12 0,0 7 47 15,3 2 0-15,0 0 153 0,4 11 30 16,-1 1-65-16,2 1-25 0,0 2-16 16,0 1 6-16,-1-2-22 0,-1-1-40 0,-1-2-21 15,-2-4-17-15,0-2-32 0,-2-3-12 16,2 0-63-16,-2-2-80 0,0-3-63 16,0-4-196-16,0-3-273 0,-1 1-585 15</inkml:trace>
  <inkml:trace contextRef="#ctx0" brushRef="#br0" timeOffset="-208491.886">15725 18261 3 0,'0'0'509'0,"0"0"1151"16,0 0-1121-16,0 0-333 0,0 0-90 15,0 0 72-15,0 0 20 0,0 0-21 16,81 26-33-16,-70-26-72 0,0-6-44 16,0-4-15-16,1-3-23 0,-4-6-1 0,1-3-49 15,1-3-26-15,-4-3-28 16,-2 2 0-16,-1 2 21 0,-1 3 17 0,-2 7 53 15,0 2 13-15,-3 4 25 0,-5 4 26 16,-4 4-22-16,0 0-10 0,-2 4 50 0,-1 5 7 16,1 9 35-16,1 4-17 0,0 4 19 15,1 5 57-15,5 2-11 0,1 0-38 16,0 0-29-16,3 1 7 0,3-2 0 16,0-2-38-16,2-3-40 0,5-3-21 15,-1-4-21-15,4-5-7 0,0-3-2 16,3-3-4-16,-1-6-37 0,-1-3-40 15,2-1-41-15,2-12-59 0,-1-5-19 16,3-6-91-16,-2-6-285 0,-4 6-116 16,4-15-871-16</inkml:trace>
  <inkml:trace contextRef="#ctx0" brushRef="#br0" timeOffset="-208229.395">16165 18070 650 0,'0'0'2279'0,"0"0"-1988"0,0 0-195 0,0 0 133 15,0 0 121-15,56 76-11 0,-41-57-63 16,0 3-54-16,-2 0-38 0,-2 2-73 16,-2-2-50-16,-3 4-32 0,-1 1-28 15,-4 2-1-15,-1 3 0 0,0-3-3 16,0-3 0-16,-1-6 0 0,-2-6-18 16,1-5-4-16,-1-7 4 0,3-2-4 15,0-4-85-15,0-7 24 0,0-6 0 16,0-6 40-16,5-5 31 0,2-3-4 15,4-4-2-15,1 0 2 0,1 1 19 16,3-3-3-16,-2 3-68 0,1-3-149 0,-1 2-215 16,5 0-339-16,-6 10-732 0</inkml:trace>
  <inkml:trace contextRef="#ctx0" brushRef="#br0" timeOffset="-201857.636">17849 18131 1076 0,'0'0'1100'16,"0"0"-725"-16,0 0-198 0,0 0-19 15,0 0-55-15,0 0-36 0,0 0 338 0,0 0-259 16,0 0-82-16,0 0 18 0,-70-67 56 16,63 61 86-16,-2 0-34 0,-1 2-35 15,2 0-13-15,-4 3-13 0,-4 1-27 16,2 0-26-16,-2 0-24 0,0 3-15 0,-1 0 0 15,-1 3-1-15,0 1-36 0,2 1-3 16,-3 3-43-16,3 6 22 0,0 0-28 16,5 6 9-16,2 6 6 0,3 3-3 15,2 2 40-15,4 4-2 0,0-1 2 16,0-2 16-16,7-4 8 0,2-7-5 16,2-5-19-16,0-7-2 0,1-8-29 15,4-4-18-15,0-6 46 0,2-11 2 16,3-6-39-16,-2-6 6 0,0-4-31 15,-1-3-12-15,-5 1 9 0,-2 4 3 16,-2 1 19-16,-3 6 27 0,-1 6 19 16,-1 5-1-16,-3 4-11 0,2 4 9 0,-3 3-8 15,2 2 10-15,-1 0 1 0,3 7 0 16,1 5 28-16,3 5 75 0,0 2-69 16,4 3-10-16,-1 2 16 0,0 2 1 0,1-2-38 15,-1 1-1-15,0-3 19 0,1-5-21 16,-3 0-11-16,1-8-45 0,0 1 32 15,0-3-47-15,-1-1-44 0,4-4-68 16,-2-1-116-16,4-1-111 0,-1 0-207 16,-4 0-550-16,11 0-531 0</inkml:trace>
  <inkml:trace contextRef="#ctx0" brushRef="#br0" timeOffset="-201416.464">18735 18193 2040 0,'0'0'666'0,"0"0"-316"16,0 0-116-16,0 0 20 0,0 0-17 15,50 70 100-15,-43-46-110 0,-2 2-100 16,-1-2-37-16,1 2-53 0,-5-2-9 15,0-3-25-15,0 0-3 0,0-2-1 16,0-5-46-16,-5-6-89 0,1-4 12 0,-4-4-25 16,0-5-90-16,-4-12-168 15,1-6-196-15,-3-8-166 0,3 7 6 0,-2-19-420 16</inkml:trace>
  <inkml:trace contextRef="#ctx0" brushRef="#br0" timeOffset="-201325.788">18626 18006 2111 0,'0'0'553'15,"0"0"-260"-15,0 0-143 0,0 0 68 0,0 0-37 16,0 0-80-16,0 0-91 0,0 0-10 16,81-40-73-16,-61 33-233 0,-4 4-229 15,7-4-824-15</inkml:trace>
  <inkml:trace contextRef="#ctx0" brushRef="#br0" timeOffset="-201070.631">19034 18048 2342 0,'0'0'368'0,"0"0"-191"0,0 0 156 0,0 0 96 16,-1 67 16-16,-2-51-97 0,0 2-128 0,2-2-122 15,1 0-52-15,0 1-15 16,0-1-7-16,0 0-22 0,4-1 26 0,3-2-4 16,-1 0-23-16,5-1-1 0,-2-1-7 0,1 1 7 15,2-1 3-15,-1-2-2 0,-2 1-1 16,2-3-12-16,-3 2 12 15,0-1 2-15,-2 1 13 0,3 1 16 0,-5 0-10 16,-1 3 7-16,-3 2-10 0,0-1-18 16,0 3-15-16,-7-3-37 0,-2 1-46 15,0-4-56-15,1 0-61 0,-5-2-46 16,-2-1-125-16,-2 0-233 0,3-2-524 16,-14 4-482-16</inkml:trace>
  <inkml:trace contextRef="#ctx0" brushRef="#br0" timeOffset="-200325.693">19813 18112 1634 0,'0'0'487'15,"0"0"-118"-15,0 0-21 0,0 0-24 16,0 0-25-16,0 0-36 0,0 0-83 0,0 0-36 16,-81-25-31-16,72 33 18 0,-1 5-10 15,1 3-25-15,1 6-25 0,-1 5-12 16,3 0-10-16,2 4-24 0,0 0-4 15,2-3-18-15,2-1 8 0,0-7-11 16,0-2-28-16,2-6 10 0,3-2-4 0,1-6-6 16,6-2-6-16,-1-2 10 0,4-6 2 15,2-8-9-15,2-1-24 0,-2-7-35 16,0 1 9-16,1-1 10 16,-3 6 8-16,0 3 45 0,-1 1 3 15,-4 5 14-15,1 3 0 0,-2 3 1 0,-1 1 1 16,-1 3 46-16,0 9 21 0,0-1-9 15,1 6-9-15,-1-3 6 0,-1 4-19 16,3-3 6-16,-1 1-6 0,-1-4-17 0,0 0-20 16,3-2-37-16,-3-1-22 0,2-4-37 15,2-1-112-15,0-3-60 0,0-1-161 16,1-1-230-16,-4-3-505 0,7-7-402 16</inkml:trace>
  <inkml:trace contextRef="#ctx0" brushRef="#br0" timeOffset="-199711.58">20638 18008 2077 0,'0'0'405'0,"0"0"-243"0,0 0 8 16,0 0 138-16,0 0 75 0,0 0-4 16,0 0-115-16,36 83-108 0,-26-48-42 15,-1 1 19-15,0 1 34 0,-2-3-66 16,1-8-59-16,1-4-42 0,-1-8-49 15,1-4-3-15,-1-7-3 0,0-3 8 16,4-2 26-16,2-10-10 0,-1-7-52 16,3-7-16-16,-3-4-19 0,1-3 3 15,-5 2 21-15,1 2 37 0,-1 5 53 16,-2 3 3-16,0 7-1 0,-4 6 2 16,2 1 1-16,-4 4 38 0,2 3 27 0,-1 0 15 15,1 6 12-15,2 3 53 0,-1 4-38 16,2 2-19-16,0 3-15 15,1 1-18-15,-1 1 8 0,-1-2 0 0,1-2 4 16,-1 1-7-16,-1-1-28 0,1-2-33 16,-2-2-27-16,2-2-71 0,-4-3-83 0,2-3-65 15,0-3-68-15,0-1-287 0,0 0-712 16</inkml:trace>
  <inkml:trace contextRef="#ctx0" brushRef="#br0" timeOffset="-199370.467">21112 18118 2794 0,'0'0'516'0,"0"0"-379"16,0 0 15-16,0 0 103 0,0 0 116 15,0 0-9-15,0 0-149 0,12 65-143 16,-11-56-70-16,-1-2-1 0,3-1-48 16,-3-2-27-16,2-1-35 0,1 1 3 15,-2-3 12-15,2-1-13 0,1 0 16 0,2-1 59 16,0-7 12-16,0-3 0 15,2-5-6-15,1 0-31 0,-1 0 4 0,3-2 36 16,3 2-6-16,0 1 25 0,2 1 32 16,0 1 15-16,1 4-46 0,-1 3 12 15,-3 3 16-15,-1 3 27 0,-3 0 15 16,0 6 10-16,0 3-6 0,-2 4 2 16,-1 4 1-16,0 1-1 0,0 1-9 15,-4 2-10-15,-2 0-6 0,2-3-24 16,-2-1-28-16,0-4-34 0,0-3-89 15,0-3-87-15,0-6-70 0,1-1-150 16,-1-5-325-16,3-12-536 0</inkml:trace>
  <inkml:trace contextRef="#ctx0" brushRef="#br0" timeOffset="-199215.244">21533 18101 2767 0,'0'0'672'0,"0"0"-526"0,0 0-67 15,0 66 148-15,0-47 115 0,0-5 33 16,-1-2-123-16,-1-6-230 0,2-5-22 16,0-1-169-16,-1-3-103 0,-1-8-209 15,2 1-531-15,-1-21-613 0</inkml:trace>
  <inkml:trace contextRef="#ctx0" brushRef="#br0" timeOffset="-198954.707">21680 17558 3086 0,'0'0'456'0,"0"0"-361"0,0 0 53 15,0 0 103-15,29 65 124 0,-22-40-32 0,1 0-138 16,1 1-110-16,0 4-28 0,1 1 3 16,-3 5-36-16,-1 2-32 0,0 7-2 15,-3-1-2-15,-2 4-26 0,2-5-54 16,0-2-40-16,0-9 18 0,3-7 46 15,-2-8 8-15,2-5-33 0,0-4-61 16,-1-5-39-16,1-3-1 0,1 0 33 16,-2-1 1-16,-1-7-153 0,-3-4-60 15,-1-2-118-15,0-2-94 0,0 4-97 16,-8-1-355-16</inkml:trace>
  <inkml:trace contextRef="#ctx0" brushRef="#br0" timeOffset="-198786.878">21628 18011 2666 0,'0'0'759'0,"0"0"-489"0,0 0-166 16,0 0 22-16,0 0-26 0,0 0 151 0,0 0-3 16,0 0-88-16,0 0-49 15,0 0-22-15,78-25-46 0,-53 12-41 0,-2-4-2 16,1 3-19-16,1-2-67 0,-2 1-86 16,-3 1-63-16,2 2-54 0,-4 3-117 15,-5 2-259-15,2 4-707 0</inkml:trace>
  <inkml:trace contextRef="#ctx0" brushRef="#br0" timeOffset="-198137.577">22347 17983 1375 0,'0'0'774'0,"0"0"-289"15,0 0-109-15,0 0-24 0,0 0-44 0,0 0-56 16,0 0-73-16,0 0-67 0,-15 81-12 16,23-44 21-16,5 0 67 0,3 1-46 0,-2-8-50 15,3-5-28-15,-2-7-54 0,-2-8-10 16,3-5-25-16,-3-5 1 0,4 0-7 15,-1-10-15-15,1-7 12 0,-3-6-3 16,-2-4-21-16,-2-2-10 0,-2 0 22 16,-4 2 46-16,-2 4 0 0,-1 4 15 15,-1 2-12-15,0 5 19 0,-1 4-4 16,-5-1 26-16,-2 5-1 0,-2 0-16 16,-4 3-24-16,2 1 22 0,-2 0-8 15,3 0-17-15,0 0-2 0,3 1-31 16,1 1-20-16,2 1-89 0,2-2-46 0,3 0-96 15,0-1-176-15,0 0-281 0,0 0-661 0</inkml:trace>
  <inkml:trace contextRef="#ctx0" brushRef="#br0" timeOffset="-197903.2">22592 17921 1580 0,'0'0'637'0,"0"0"-191"0,0 0-70 16,0 0-18-16,84 18-57 0,-65-8-59 15,-2 3-43-15,-1 1-16 0,-3 0-37 16,1 2-19-16,-6 3-32 0,-3 2-15 15,-2 0-9-15,-3 4-28 0,0 0-25 16,-3-4-17-16,1-1-1 0,-3-5-3 16,2-7 3-16,2-3 0 0,1-4 12 15,0-1-12-15,0 0-52 0,0-7-9 16,1-5 13-16,7-5 47 0,0-5-14 0,5-3 3 16,2-2-9-16,3-2-47 0,4-1-9 15,4-1 12-15,1 0-28 0,4-2-128 16,0 2-257-16,-8 8-713 0,10-4-766 0</inkml:trace>
  <inkml:trace contextRef="#ctx0" brushRef="#br0" timeOffset="-197317.738">23303 17459 2560 0,'0'0'463'16,"0"0"-316"-16,0 0 22 0,0 0 98 0,0 0 52 16,0 0-6-16,34 76-133 0,-29-34-105 15,-1 7-38-15,-4 2-16 0,0 1-17 16,0-2-1-16,-3-6-3 0,2-5 0 0,-1-9-40 15,2-5-22-15,0-7-53 0,0-8 25 16,3-4 3-16,6-5-10 0,2-1 27 16,5 0 48-16,4-5 10 0,3 0 11 15,1 2 2-15,0 1 1 0,-1 2 49 16,0 3 6-16,-4 5 9 0,0 2-7 0,-5 3 6 16,0 0 19-16,-6 1 0 0,-2 1-7 15,-3 1 4-15,-1-3-4 16,-2 0-28-16,0-1-12 0,-2-2-7 15,-4-3 20-15,-2 1-20 0,-6-2-30 0,-2-3-33 16,-2 0-17-16,-1-3-36 0,-3 1 9 16,2-1-49-16,2 0 23 0,3 0-11 15,0-5-52-15,3-2-26 0,1-3-164 16,3-1-196-16,3 0-427 0,1-8-400 16</inkml:trace>
  <inkml:trace contextRef="#ctx0" brushRef="#br0" timeOffset="-196822.107">24114 17852 1918 0,'0'0'580'0,"0"0"-186"16,0 0-55-16,0 0-8 15,0 0-19-15,29 87-47 0,-26-65-103 0,0 1-94 16,-2-2-25-16,1-3-27 0,-2-4-16 16,0-3-15-16,0-4-22 0,0-3-56 15,0-4-50-15,0 0-81 0,-4-5-97 16,-1-1-208-16,-5-16-897 0</inkml:trace>
  <inkml:trace contextRef="#ctx0" brushRef="#br0" timeOffset="-196668.714">24015 17681 2809 0,'0'0'484'0,"0"0"-382"0,0 0 227 16,0 0 27-16,0 0-97 0,0 0-104 0,0 0-155 16,85-29-56-16,-62 14-133 0,2 1-112 15,2-1-265-15,-7 5-692 0,6 2-775 0</inkml:trace>
  <inkml:trace contextRef="#ctx0" brushRef="#br0" timeOffset="-196383.555">24465 17818 2187 0,'0'0'465'0,"0"0"-227"16,0 0 188-16,0 0 24 0,0 0-63 15,-19 66-85-15,17-58-117 0,-1-1-108 16,3 0-46-16,0 0-7 0,0 1-12 15,0-2-9-15,5 2 9 0,-1-1-10 0,3-1 0 16,-1 0 0-16,3-1-1 0,-1 2 0 0,1 1 0 16,2-2 1-1,-2 3 10-15,1 0-9 0,-1 1 1 0,1 4 14 16,-3-3 3-16,-4 2-5 0,0 0-16 0,-1-2-9 16,-2-1-22-16,0-1-6 0,-3 0 0 15,-3-5-3-15,-4 2-43 16,-2-2-46-16,-2-1-73 0,-3 0-50 0,-1-2-89 15,2 0-199-15,-7-1-747 0</inkml:trace>
  <inkml:trace contextRef="#ctx0" brushRef="#br0" timeOffset="-195746.605">25186 18005 16 0,'0'0'1282'0,"0"0"-998"15,0 0-106-15,0 0 4 0,0 0 68 16,0 0 22-16,-76 41-37 0,65-27-54 16,2 3-14-16,1 4 8 0,0 1-37 0,5 7-24 15,0 1 10-15,3 2 9 0,0-1 43 16,3-3-28-16,3-4-54 0,2-5-35 16,1-5-40-16,2-4-19 0,1-6-9 15,1-4 9-15,4-4 40 0,0-12-37 0,3-6-3 16,-3-6-59-16,0-6 0 0,-1 1 21 15,0-4 7-15,-4 3-4 0,0 6 9 16,-1 3 26-16,-3 6 20 0,-2 6 10 16,0 6 23-16,-2 3 18 0,-1 4 10 15,0 0 6-15,1 4 0 0,1 6 139 16,3 4-33-16,-1 5-61 0,1 1-43 16,0 2-32-16,-1-2-17 0,0-1-28 15,-1-1-12-15,0-2-33 0,2-3-4 16,1-2-82-16,-1-5-89 0,0-2-26 15,4-4 5-15,-1-2-27 0,0-6-132 16,-3-3-338-16,4-6-766 0</inkml:trace>
  <inkml:trace contextRef="#ctx0" brushRef="#br0" timeOffset="-195376.681">25636 17827 760 0,'0'0'2374'15,"0"0"-1849"-15,0 0-311 0,0 0 63 16,7 89 62-16,-7-56-31 0,0 5-60 16,2-5-86-16,-1 1-47 0,1-5-18 15,1-3 19-15,0-4-53 0,1-2-60 0,0-6-3 16,-1-3-2-16,0-6-16 0,3-5-33 16,-2 0-71-16,3-2 28 0,2-10 9 15,2-5 24-15,-1-2-9 0,2-4-7 16,-1-1 13-16,-2 2-3 0,3 1 15 0,-1-2 6 15,2 0-10 1,-1 2-5-16,-1-1 24 0,1 3 9 0,-2 2 28 16,-3 5 49-16,-3 3 22 0,1 6 0 15,-2 3-16-15,0 0 13 0,4 7-38 0,-2 7 37 16,3 8-2-16,0 5-23 0,2 4-11 16,0 0-10-16,-1 0-6 0,2-3-15 15,-2-1 0-15,2-4-15 0,-4-2-28 16,1-5-94-16,-1-5-62 0,-1-2-29 15,-1-7-210-15,2-2-294 0,-5-6-654 0</inkml:trace>
  <inkml:trace contextRef="#ctx0" brushRef="#br0" timeOffset="-194723.47">26084 17839 2164 0,'0'0'527'0,"0"0"-251"0,0 0-112 15,0 0 152-15,0 0 44 0,26 67-26 16,-20-42-120-16,-1 0-117 0,-1 2-29 16,0-4-19-16,0-3-22 0,-1-4-27 15,0-4-28-15,-1-6 0 0,0-4-34 16,0-2 28-16,1 0-12 0,1-3 2 15,4-8 44-15,0-3 28 0,1-3-9 0,-1-5-18 16,1 2 18-16,0 1 2 0,-4 3-21 16,1 3 16-16,2 3 12 0,-3 5-13 15,-1 2 22-15,1 2 9 0,-2 1 4 16,1 3-10-16,0 4 64 0,1 5 34 0,-1 2-67 16,0 3-31-16,-1-2-16 15,-2 2-21-15,2-2 0 0,-1-1-3 16,-1-5-15-16,2 1-10 0,-3-3-66 0,0 0-87 15,2-1-44-15,-2 0-51 0,0-3-223 16,0 0-649-16,0-3-1013 0</inkml:trace>
  <inkml:trace contextRef="#ctx0" brushRef="#br0" timeOffset="-194575.469">26469 17873 2141 0,'0'0'798'0,"0"0"-478"0,0 0-129 15,0 0 157-15,15 79 54 0,-14-52-39 16,-1-1-135-16,0-2-118 0,0-5-67 16,0-5-40-16,0-6-3 0,0-2-67 0,0-6-148 15,0 0-51-15,0-9-109 16,0 1-429-16,-1-17-1170 0</inkml:trace>
  <inkml:trace contextRef="#ctx0" brushRef="#br0" timeOffset="-194402.37">26597 17526 1661 0,'0'0'2031'15,"0"0"-1748"-15,0 0-208 0,0 0 210 0,0 0 132 16,0 0-77-16,0 0-139 0,0 0-201 16,0 0-73-16,0 0-110 0,0 0 5 15,38 29-9-15,-29-30-73 0,3-5-202 16,-1 0-546-16,0-5-853 0</inkml:trace>
  <inkml:trace contextRef="#ctx0" brushRef="#br0" timeOffset="-194130.96">26812 17370 2526 0,'0'0'550'0,"0"0"-473"16,0 0 6-16,0 0 124 0,0 0 104 0,0 0-9 15,-10 72-62-15,10-42-106 16,0 4-48-16,0 5 41 0,0 3 85 0,2 4-62 15,5 2-28-15,-2 2 22 16,1 0-29-16,2 0-69 0,-1-4-46 16,3-2 0-16,1-3-25 0,0-5-5 0,4-5-4 15,-2-5-5-15,2-7-1 0,-2-4-8 16,1-4-38-16,-2-6-21 0,-1-2 7 16,1-3-20-16,-4 0 15 0,0-4 7 15,0-5-23-15,-4-2-43 0,-2-3-85 16,-2-2-79-16,-2-1-103 0,-7-3-124 15,-3 2-221-15,2 6-421 0</inkml:trace>
  <inkml:trace contextRef="#ctx0" brushRef="#br0" timeOffset="-193993.214">26765 17842 749 0,'0'0'1113'0,"0"0"-662"0,0 0-89 16,0 0 62-16,0 0-32 0,0 0-66 0,0 0 32 16,0 0-17-16,0 0-57 15,0 0-109-15,0 0-84 0,93-36-60 0,-64 34-28 16,1-2-3-16,1 0-25 0,-1 0-100 15,-1-1-59-15,-2 1-22 0,0 0-48 16,-5 1-267-16,-2 1-668 0,0 1-961 16</inkml:trace>
  <inkml:trace contextRef="#ctx0" brushRef="#br0" timeOffset="-193754.098">27495 18231 4440 0,'0'0'758'0,"0"0"-539"15,0 0-164-15,0 0-55 0,0 0 0 16,0 0-1-16,0 0 1 0,0 0-155 15,0 0-147-15,0 0-10 0,-46-45-451 16,20 32-1976-16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08:30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18449 6913 954 0,'0'0'746'15,"0"0"-386"-15,0 0-152 0,0 0 12 0,0 0 560 16,0 0-361-16,0 0-142 0,0 0-94 16,0 0-24-16,-3-11-17 0,3 11-15 0,0 0-37 15,2 0-29-15,2 7-12 16,3 5 25-16,2 5 61 0,1 6 2 15,0 4-55-15,1 2-57 0,0 7 5 0,0 0-27 16,4 7 19-16,-1 6-10 0,5 3-11 16,-1 3 2-16,1 4-2 0,-2-3-1 15,2-3 0-15,-3-4-3 0,-1-7-21 16,0-7 24-16,-3-7 2 0,1-9 1 16,-2-6-3-16,-3-6 2 0,2-3 0 15,-2-4 16-15,0 0 12 0,2-6-8 16,1-5-1-16,1-6 0 0,0-3-3 15,3-7 1-15,-2-4-17 0,3-3 19 16,-3-1-21-16,1-1 1 0,1-3-1 0,1 0 0 16,-3 0 0-16,4 1-18 0,-3 2 5 15,-1 1 1-15,0 6 0 0,-4 3 10 16,-1 3-13-16,-2 4 3 0,-3 0-3 16,-1 7-46-16,-2-1-18 0,0 3-7 0,-2 4-17 15,-2-1-29-15,-4 2-40 0,-1 3-22 16,-3 2-45-16,-2 0-137 0,-2 7-193 15,4 0-493-15,-11 12-387 0</inkml:trace>
  <inkml:trace contextRef="#ctx0" brushRef="#br0" timeOffset="200.924">18645 7356 1770 0,'0'0'435'0,"0"0"-128"16,0 0-7-16,0 0 47 0,0 0-48 15,0 0-23-15,0 0-78 0,0 0-31 16,0 0 5-16,0 0-8 0,37-2-43 16,-25 1-29-16,4 1-39 0,-2-4-29 15,4 1-24-15,-2-1 0 0,2 0-24 16,-2 1-16-16,1-1-72 0,-1 2-58 0,3-2-44 16,-3 1-53-16,3 0-97 0,-5 1-396 15,3 1-685-15</inkml:trace>
  <inkml:trace contextRef="#ctx0" brushRef="#br0" timeOffset="1523.596">19654 7063 1319 0,'0'0'970'16,"0"0"-540"-16,0 0-160 0,0 0-30 0,0 0 62 15,0 0-96-15,0 0-55 0,0 0-19 16,0 0-6-16,0 0-1 0,0 0-26 15,88 28-28-15,-65-2-9 0,0 1 3 16,-1 4-16-16,-1 3-5 0,-1-2-17 0,-2 3-8 16,-3 0-17-16,-1 0-2 0,-3-3-13 15,-2-7-2-15,-2-4-2 0,-1-6 17 16,-3-4 1-16,1-4-1 0,-2-1 2 16,1-3-2-16,-3-2 0 0,0-1 15 15,0 0 0-15,0-6-13 0,0-4-2 16,0-3-15-16,-1-5-3 0,-3-2 2 15,3-2-2-15,-2 1-7 0,3 2 13 16,-2 0 12-16,2 3-2 0,0-1 1 16,0 0-13-16,0 2 13 0,2-1 1 15,1 0 0-15,0 1-3 0,3-1-9 0,0 0 10 16,0 2-1-16,1 3-10 0,-1-1 1 16,5 2 10-16,-2 1-17 0,0 3 16 15,4 0-7-15,-2 4 10 0,2 0 1 16,-1 0 2-16,0 2 22 0,0 0-4 15,0 0-5-15,-1 0-4 0,-1 2-9 16,-1 1-1-16,0 0-2 0,-1 1-3 16,-3 0 2-16,1-2 1 0,-2 3-12 15,0 2 10-15,-1-2-1 0,1 0-10 0,-1-3-5 16,-1 2-1-16,-2-1 7 0,1-2 0 16,-1 1-7-16,0-1-15 0,0 0 9 15,0-1 3-15,0 0 4 0,0 1-1 16,-3 0-6-16,2 2-15 0,-3-3-16 0,1 3-19 15,0-3-25-15,1 1-20 0,-1-1-25 16,-1 0-70-16,0 0-134 0,-1 0-274 16,-3-4-573-16,48-1-209 0</inkml:trace>
  <inkml:trace contextRef="#ctx0" brushRef="#br0" timeOffset="2606.268">20615 7085 1091 0,'0'0'537'0,"0"0"-105"0,0 0-53 15,0 0 11-15,0 0-21 0,0 0-47 16,0 0-60-16,0 0-58 0,0 0-49 16,0 0-59-16,-52-39-30 0,40 43-20 15,-2 5-2-15,-1 2-10 0,2 5-6 0,1 7-7 16,-1 3 1-16,3 5-7 15,-1 0 1-15,3 4-14 0,5-3 13 16,1 3 1-16,2-7 8 0,2-2 29 0,7-4 33 16,5-3 12-16,2 0 10 0,3-5-44 15,-2 0-27-15,1-4-13 0,-1-2-12 0,0-1 25 16,0-6-22-16,-1-1-15 0,-1 0-11 16,-1 0-1-16,-1-10-3 0,-3 0-4 15,0-5-115-15,0-1-78 0,-4 0-78 16,-2-2-68-16,-4-1-214 0,0 7-547 15,0-3-456-15</inkml:trace>
  <inkml:trace contextRef="#ctx0" brushRef="#br0" timeOffset="2772.233">20587 7317 2319 0,'0'0'636'0,"0"0"-284"15,0 0-108-15,0 0 56 0,0 0-73 16,0 0-24-16,90 7-5 0,-71-9-80 0,-1-7-60 15,2 0-48-15,-2 0-10 0,0-3-152 16,0 0-130-16,1-2-91 0,-6 2-268 16,5-4-839-16</inkml:trace>
  <inkml:trace contextRef="#ctx0" brushRef="#br0" timeOffset="2974.085">21056 7011 1812 0,'0'0'1219'0,"0"0"-1024"16,0 0-49-16,4 71 89 0,-2-40 84 16,-1 9 38-16,2-2-23 0,0 4-137 15,2 3-68-15,-2-1-47 0,-1-1-26 16,2-1-56-16,-4-5-10 0,0-3-5 0,0-8-52 16,0-6-108-16,0-9-37 0,0-5-14 15,0-6-105-15,0 0-259 0,3-9-485 16,-1-1 55-16,1-15-143 0</inkml:trace>
  <inkml:trace contextRef="#ctx0" brushRef="#br0" timeOffset="3240.385">21139 7119 7 0,'0'0'2614'0,"0"0"-2177"0,0 0-203 16,0 0 74-16,0 0-2 0,45-66-33 16,-34 59-30-16,1 2-39 0,0 0-63 15,3 5-46-15,5 0-18 0,1 5-19 0,1 7-3 16,0 1-15-16,1 5-13 0,-3 4-5 15,-3 3-10-15,0 4-12 0,-4 2 12 16,-4 6-11-16,-3-2 1 0,-4 2-2 16,-2 4 1-16,-2-3-1 15,-8 0 0-15,-2-2-1 0,0-4 0 0,-3-6-1 16,-1-1 0-16,-4-4 0 0,-2-6 2 16,-1-1-2-16,-2-3-65 0,-1-2-19 15,-2-4-24-15,0 0-16 0,2-3-9 16,1-2-57-16,6-2-69 0,2-8-160 15,6 1-381-15,-1-16-899 0</inkml:trace>
  <inkml:trace contextRef="#ctx0" brushRef="#br0" timeOffset="4005.27">22650 7124 2591 0,'0'0'408'16,"0"0"-88"-16,0 0-186 0,0 0 12 0,0 0 43 16,0 0 66-16,0 0 26 0,90 90-82 0,-69-54-70 15,1 6-40-15,-3 5-18 0,-1-2-6 16,-3 3 8-16,-2-6-18 0,-3 0-15 16,0-8-19-16,-2-6-21 0,-3-6 2 15,1-6 1-15,-1-7-1 0,-2-4-2 16,-3-5-3-16,4 0-12 0,-4 0 15 15,0-4-1-15,0-4 1 0,2-8 0 16,-1-5 0-16,-1-3-20 0,3-5-8 16,-1 0-12-16,0-1-6 0,4 0 22 15,3 2-10-15,2-1 32 0,1 0-16 16,2 0 6-16,2 4 12 0,1 0 0 16,0 3 0-16,0 5 1 0,-1 3 11 0,1 2-12 15,-3 0-2-15,3 5-17 0,-3-1-2 16,0 4-13-16,-2-3-74 0,-1 3-12 15,2 0-22-15,-3 1-42 0,1 3-79 16,-2 0-176-16,-1 0-341 0,0 9-856 0</inkml:trace>
  <inkml:trace contextRef="#ctx0" brushRef="#br0" timeOffset="4214.555">23495 7271 2632 0,'0'0'1232'16,"0"0"-1018"-16,0 0-133 0,0 0 10 16,0 0 49-16,0 0 51 0,79-26-12 15,-65 21-84-15,-1 3-89 0,0-4-6 0,-3 2-30 16,-1 2-72-16,-1-2-67 0,-2 3-42 16,-3 1-69-16,-3 0-159 0,0 0-153 15,-3 7-204-15,-3-3-220 0,-9 9-168 0</inkml:trace>
  <inkml:trace contextRef="#ctx0" brushRef="#br0" timeOffset="4362.147">23414 7378 1821 0,'0'0'545'0,"0"0"-97"15,0 0-156-15,0 0-24 0,0 0 84 0,0 0-31 0,0 0-83 16,0 0-39-16,98 41-57 0,-71-41-65 16,-1-4-34-16,2-5-23 0,-2-4-20 15,-2-2-25-15,-2-3-82 0,-2-1-63 0,-3-4-57 16,-5 4-130-16,-4 1-341 0,-2-7-844 0</inkml:trace>
  <inkml:trace contextRef="#ctx0" brushRef="#br0" timeOffset="4858.474">23568 6919 3131 0,'0'0'373'0,"0"0"-259"0,0 0 31 0,0 0 94 15,6 90 173-15,-3-55-2 0,0 6-55 16,-1 5-154-16,1 4-86 0,0 1-48 16,2 0-6-16,-4 0-31 0,2-6-30 0,0-4-17 15,0-6-7-15,2-4-25 16,1-8-45-16,1-4-40 0,4-5-51 0,3-4-38 16,1-8-51-16,5-2-131 15,0-5-164-15,1-11-106 0,2-3-18 16,0-4 93-16,2 1 50 0,-2 3-34 0,0 5 584 15,2 6 251-15,-3 5 326 0,-1 3 24 16,-2 4 4-16,1 5-110 0,-6 3-49 16,3 1-64-16,-2 2-90 0,-2-2-69 15,1 0-93-15,-1-4-59 0,0-1-9 16,0-5-16-16,1-3-15 0,0-2-1 16,1-11 10-16,1-4 9 0,-2-5-12 0,1-5-23 15,-2-1-13-15,-2-3-1 0,-3 0 0 16,-2 2 19-16,-3 0-7 0,0 2-9 0,-3 0 12 15,-5 3-15-15,-4 4 0 16,-4-2-12-16,-2 6 11 0,-2 0-8 0,-1 8 7 16,-1 2 2-16,3 5-22 0,-2 1 19 15,0 8-27-15,1 5 11 0,-1 2-11 16,1 2 5-16,0 2-18 0,1 0 9 16,1 0-9-16,1 0-52 0,3-2-38 15,-1 1-28-15,2-2-38 0,1 3-62 16,1-4-159-16,2-1-387 0,2 4-803 0</inkml:trace>
  <inkml:trace contextRef="#ctx0" brushRef="#br0" timeOffset="5077.439">24640 7542 4168 0,'0'0'511'0,"0"0"-434"16,0 0-65-16,0 0 22 0,-16 74 24 15,8-54 59-15,1 0-86 0,-1-2-31 16,3-1-79-16,-4-2-118 0,3-1-118 16,-1-2-241-16,1 0-702 0,-6 0-995 0</inkml:trace>
  <inkml:trace contextRef="#ctx0" brushRef="#br0" timeOffset="5805.497">25133 7283 775 0,'0'0'1381'0,"0"0"-735"0,0 0-376 0,0 0-113 16,0 0 56-16,-6 73 129 0,14-43-71 15,2 1-59-15,3-2-47 0,1-6-35 16,2-6-56-16,-1-6-31 0,2-4-6 0,-1-5-9 16,1-2 5-16,0-2-11 0,-2-9-20 15,-1-3-2-15,2-2-3 0,-4-4-74 16,0 1-12-16,-6-2 2 0,-2 0 4 16,-4 4-4-16,0 1-6 0,0 1 12 15,-7 3 31-15,-2 1 34 0,-6 2 16 16,-1 2 16-16,-4 4 21 0,-2-1 4 15,2 4 9-15,-2 0-22 0,4 7 3 16,2 5 6-16,0 5-17 0,3 1-20 0,2 5-31 16,0-3-19-16,5 0 0 0,4-3-56 15,-1-5-57-15,3-3-136 0,0-3-155 16,7-5-311-16,-1-1-284 0,9-7-100 0</inkml:trace>
  <inkml:trace contextRef="#ctx0" brushRef="#br0" timeOffset="6076.427">25389 7263 95 0,'0'0'2485'0,"0"0"-2108"16,0 0-249-16,90 0-10 16,-62 5 23-16,-3 5 8 0,-2 0 38 0,-4 2-14 15,1 4 3-15,-2 2-28 0,-5 1-58 16,-2 0-40-16,-4 0-19 0,-2 1 3 16,-2-2-12-16,-3 0 6 0,0-4 0 0,-5 0-6 15,-1-3-4-15,1-4 4 0,1-3-1 16,-2-1-2-16,3-3 5 0,1 0-2 15,2-3-16-15,0-6-6 0,0-4 0 16,5-5 2-16,3-3 29 0,5-2 0 16,0 1-6-16,3-3-10 0,-1 1-14 15,0 0-1-15,3 0-15 0,0 1-7 16,-2 1-43-16,4 1-86 0,-1 2-79 16,-1 1-71-16,-3 5-119 0,0 1-199 15,-4 1-472-15,-1 5-388 0</inkml:trace>
  <inkml:trace contextRef="#ctx0" brushRef="#br0" timeOffset="6873.176">26440 7167 1732 0,'0'0'182'0,"0"0"-29"15,0 0 455-15,0 0-261 0,16 80-15 16,-8-44-21-16,1 3-18 0,-1 0-48 0,0-1-49 16,1-6-41-16,2-8-54 0,-3-5-21 15,1-7-37-15,2-7-40 0,-1-5 19 16,0-1 2-16,6-10-5 0,-1-2 7 16,2-9-26-16,-3-2-71 0,3-3-43 15,-4-1-22-15,-1-2 44 0,-2 5-14 16,-3 0 1-16,2 3 2 0,-4 3 2 15,0 1 13-15,-2 2 76 0,-2 3 12 16,1 7 53-16,-2 1 14 0,0 5 20 0,1 0 3 16,1 2 4-16,-1 9 5 0,2 4 3 15,1 9-3-15,0-1-7 0,-1 7-6 16,0-3 0-16,2 2 0 0,-3-4-19 0,1-4-44 16,3-6-23-16,-3 1-27 15,3-8-4-15,-1-2-11 0,0-1-1 0,-1-4-19 16,1-1-57-16,0 0-69 15,2-6-82-15,-1-3-181 0,0-1-311 0,0-8-524 0</inkml:trace>
  <inkml:trace contextRef="#ctx0" brushRef="#br0" timeOffset="7271.635">26939 7163 1199 0,'0'0'432'0,"0"0"-97"16,0 0 54-16,0 0 5 0,0 0-31 16,0 0-25-16,23 78-34 0,-19-58-31 15,-1 0-53-15,-1-1-37 0,-2 3-38 0,0-2-34 16,0-1-34-16,0-2-25 0,0-2-24 16,-2-2-26-16,1-2-2 0,-2-1-1 15,0-5-14-15,3 1-1 0,0-2 13 16,0-3-18-16,0-1-25 0,0 0-13 15,0-7-6-15,4-1 16 0,4-7 47 16,2-4 1-16,2-3 1 0,0-3-19 16,1 3 4-16,2 1 14 0,-2 3 0 15,2 7 1-15,-2-1 0 0,0 6 12 16,0 2 10-16,-4 1 27 0,2 3 4 16,-3 0-10-16,0 6 3 0,2 2 9 0,-2 6-9 15,-3 0-9-15,1 5-25 0,-3-1 7 16,0 0-3-16,-1-2-16 0,0-1-31 15,-2-4-21-15,3-4-55 0,-2-2-103 16,1-5-50-16,2 0-75 0,1-7-225 16,-1-2-482-16,5-11-513 0</inkml:trace>
  <inkml:trace contextRef="#ctx0" brushRef="#br0" timeOffset="7424.443">27392 7238 2327 0,'0'0'1061'16,"0"0"-839"-16,0 0-139 0,0 0 99 15,5 79 214-15,-12-54 12 0,3-4-10 0,-1-2-215 16,1-5-129-16,1-3-54 16,0-5-33-16,3-2-53 0,-1-2-103 0,1-2-47 15,0-2-78-15,0-8-315 0,1 3-562 16,7-21-582-16</inkml:trace>
  <inkml:trace contextRef="#ctx0" brushRef="#br0" timeOffset="7809.668">27590 6940 10 0,'0'0'3217'0,"0"0"-2753"0,0 0-332 16,0 0 81-16,0 0 66 0,0 0 6 15,0 0-54-15,0 0-195 0,0 0-36 16,0 0-52-16,0 0-15 0,23 41-72 0,-15-41-71 16,3-1-26-16,3-7-73 0,3-3-92 15,-5-1 76-15,1-1 97 0,-4-1 83 16,0 3 65-16,-5 4 80 0,-1 3 61 15,-2 1 158-15,-1 3 34 0,0 0 8 16,0 6-5-16,0 5-35 0,-3 7-26 16,0 9-8-16,1 5-51 0,-1 4 0 15,-1 3 42-15,4 8-15 0,0 0-50 16,0 6-15-16,1 0 17 0,6-1 40 16,2 2-30-16,0-7 11 0,3-5-54 15,1-6-70-15,-2-5 30 0,1-7-15 16,0-7-27-16,-1-5-21 0,-2-5-15 0,0-5-30 15,0-2-13-15,3 0-3 16,2-7-6-16,-2-5-3 0,1-6 18 0,-4-3-43 16,-1-4-61-16,-5-1-40 0,-3-2-39 15,-3-3-107-15,-8-2-181 0,-3 1-126 0,-8-1-104 16,-2 1 27-16,3 8-54 16,-10-9 156-16</inkml:trace>
  <inkml:trace contextRef="#ctx0" brushRef="#br0" timeOffset="7981.829">27562 7154 893 0,'0'0'642'0,"0"0"-158"15,0 0-147-15,0 0-69 0,0 0-10 16,0 0 14-16,0 0 9 0,0 0-2 16,0 0-31-16,2 68-22 0,19-62-51 15,3-1-5-15,4 0 3 0,1-5-23 16,1 0-49-16,-1 0-27 0,-1 0-22 16,-2 0-19-16,-1 0-33 0,-1 0-1 15,-3 0-26-15,1-2-10 0,1-1-159 0,-2 2-127 16,2 1-185-16,-6 0-555 0,3 1-1155 0</inkml:trace>
  <inkml:trace contextRef="#ctx0" brushRef="#br0" timeOffset="14193.389">10601 9675 2247 0,'0'0'136'16,"0"0"569"-16,0 0-494 0,0 0-119 15,0 0 32-15,0 0 63 0,0 0 2 16,0 0-35-16,0 0-16 0,0 0-35 16,-5-1-51-16,13 1-51 0,6 0 13 0,3 1 36 15,9 2-13-15,2 0-19 0,3-3-17 16,4-2 0-16,1-6 0 0,3-1 9 15,-2-3-10-15,2 0-1 0,2-1-21 16,-1-1 19-16,0 4-21 0,-1-2-29 0,1 3 31 16,-2 4 19-16,-2 2-16 0,0 2-2 15,0 1 8-15,3 1 10 0,-2 6 3 16,-1 1-1-16,2 2 2 0,2-1-1 16,-2 0 0-16,-1-2-1 0,2 3 1 15,1-3 0-15,-4 1 16 0,-2 1-13 16,-1 0 0-16,-3 1 25 0,-1 1-25 15,-3-3 25-15,-3 1 15 0,0-3-24 16,4-3-7-16,-2 2 1 0,4-5-11 16,1 0 15-16,0-5-17 0,2-2-15 15,1-5-57-15,3 0-11 0,2-4-1 0,-1 2 15 16,3 6 29-16,-4 3 2 0,3 1 35 16,-3 4 3-16,3 0 0 0,-1 5 22 15,-2 2 21-15,-2 2 45 0,-2-1-23 16,-2 3-6-16,-4-3-31 0,0 1-9 15,-3 0-17-15,-1-2-1 0,-1-1-1 16,2 0-1-16,-5-3-1 0,5-1-14 0,-2-2 16 16,1-2 0-16,1-5-1 0,0 2-18 15,2 0 5-15,-3 1 14 0,-1 3 0 16,2 1 0-16,-4 0 0 0,1 0 0 16,-1 5 16-16,-2 0 24 0,0 2 34 15,1-2-9-15,2-1-22 0,-2 1-15 16,1 0-9-16,1-4-4 0,0 2-3 15,-1-3 7-15,1 0 5 0,-1 0 7 16,3-5 12-16,-1 1 16 0,-2-2 45 0,1 5-43 16,-1-4-40-16,-1 4-21 0,-1 0-3 15,-3-1-15-15,0 0-25 0,0 2-36 16,-2 0-93-16,0 2-54 0,-2 4-75 16,4 1-161-16,-6 0-232 0,3 1-562 0</inkml:trace>
  <inkml:trace contextRef="#ctx0" brushRef="#br0" timeOffset="15231.849">15420 9574 3484 0,'0'0'448'0,"0"0"-367"0,0 0-11 16,0 0 37-16,0 0-8 16,0 0-9-16,0 0-15 0,0 0 36 0,0 0 77 15,101 29-35-15,-68-11-61 0,2 4-16 16,1-2-42-16,2-1-32 0,0-7-2 16,2-3 0-16,1-9 2 0,3-4 15 15,3-13-17-15,1-2-2 0,-3-5-1 16,3 0-73-16,-5-4 6 0,-1 3-28 0,-5 5 18 15,-4 3 28-15,-1 5 27 16,-2 6 10-16,1 2 13 0,-3 4 1 0,0 1 1 16,-1 7 3-16,-4-1 15 15,3 0 4-15,-1 2-7 0,-1-2-3 0,6-2 1 16,1-2-1-16,2 1 71 0,4-1-47 16,2 1-35-16,3-2-1 0,-2 3-1 15,2-2 1-15,4 1 21 0,-1-1 19 16,2-2-7-16,-2-1 1 0,1 0-34 0,-2-5 24 15,-1-1 1-15,-3-4-22 0,-1-1 15 16,1-5-15-16,-1-1 0 0,0-1-2 16,-1-2-1-16,0 3-17 0,1-1-4 15,-4 3-4-15,3 6-15 0,-1 2 16 16,0 7 9-16,-2 0-1 0,-2 5 14 16,0 6 2-16,-1 1 16 0,-2 1 2 15,-2-1 9-15,-1-1 4 0,-1-3 12 16,-3-2-13-16,2-1-17 0,0-3-1 15,1-2-10-15,-1 0 0 0,-2 0 10 0,0-1-11 16,1-3 0-16,-1 2 14 0,2-1-12 16,0 3 43-16,1 0 3 0,-1 0-7 15,1 0 4-15,2 3 94 0,-5-1-86 16,4 1-30-16,-4-2-12 0,-3-1-12 16,-1 0-2-16,-3 0-13 0,-4 0 12 15,-4 0-63-15,-1-1-68 0,-5-1-85 0,-2 1-96 16,0-1-213-16,-2 2-695 15,-16-5-1160-15</inkml:trace>
  <inkml:trace contextRef="#ctx0" brushRef="#br0" timeOffset="19774.864">9807 13043 2297 0,'0'0'203'0,"0"0"447"0,0 0-442 15,0 0-91-15,0 0 35 16,0 0 50-16,0 0 69 0,0 0-78 0,0 0-34 15,0 0-51-15,41 35-22 0,-23-16-30 16,3 4-20-16,-1 4 1 0,-1 6-6 16,1 1-16-16,-4 3 7 0,2 2-20 15,-3-1-2-15,-2 0-1 0,-2 3 1 16,1-1 0-16,-4-2-3 0,-1-2-13 0,-3-2 4 16,2-6 11-16,-2-6-14 15,-1-6 13-15,0-6-14 0,-2-7-5 0,1-3 20 16,-1-1 0-16,2-11-38 0,0-6 20 15,2-6 4-15,-4-5-10 0,2-6 22 16,1-2-18-16,-3 6-10 0,4 0-31 16,-1 2 47-16,3 6-25 0,5-1 2 15,-1 0 1-15,1-1 6 0,2 2 0 16,-2-4 13-16,4 4 2 0,-3-2 13 0,-2 4 0 16,4 5 3-16,-4 1 0 0,1 8-1 15,-2 3-8-15,0 4 9 16,3 0 15-16,-2 9 7 0,5 3-10 0,-1-1-11 15,0 4-1-15,-2-3 0 0,1 2-31 16,1 1-121-16,1-1-37 0,0-2-227 0,-3-1-284 16,7 2-588-16</inkml:trace>
  <inkml:trace contextRef="#ctx0" brushRef="#br0" timeOffset="19984.661">10596 13461 3838 0,'0'0'547'15,"0"0"-447"-15,0 0-60 0,0 0 74 16,0 0 18-16,0 0 9 0,0 0-49 16,87 3-71-16,-70-3-21 0,3-3-79 15,-1-2-99-15,-3 0-59 0,3 1-123 0,-9 1-340 16,1 3-867-16</inkml:trace>
  <inkml:trace contextRef="#ctx0" brushRef="#br0" timeOffset="20138.426">10650 13659 2850 0,'0'0'515'0,"0"0"-359"15,0 0-33-15,0 0 205 0,0 0 60 0,0 0-58 16,0 0-142-16,0 0-97 0,0 0-23 15,76-18-25-15,-49 10-43 0,5-3-40 0,0 3-175 16,3-4-55-16,2 0-100 0,-11 2-386 16,11 2-1058-16</inkml:trace>
  <inkml:trace contextRef="#ctx0" brushRef="#br0" timeOffset="20470.884">11549 13259 1489 0,'0'0'2558'0,"0"0"-2342"16,0 0-216-16,0 0 0 0,-24 90 0 0,16-49 174 15,2 8 39-15,1 8-4 0,3 6-47 16,2 4-36-16,0 4-32 0,3 4-48 16,4-1-25-16,-1 1-21 0,0-7-9 15,4-8-12-15,-1-10-10 0,-1-10-39 16,0-15 24-16,0-10-39 0,-1-10-13 16,1-5 12-16,0-9-21 0,1-10-38 15,-2-10-37-15,0-8-173 0,-5-6-267 16,-1 8-469-16,-1-18-372 0</inkml:trace>
  <inkml:trace contextRef="#ctx0" brushRef="#br0" timeOffset="20716.148">11487 13380 2531 0,'0'0'409'0,"0"0"-201"16,0 0-4-16,13-78 123 0,1 59-12 16,2 1-64-16,4 3-62 0,3 2-72 0,5 3-27 15,-1 1-19-15,1 2-28 0,-2 4-28 16,0 1-12-16,-5 2-3 0,-2 2-15 15,-2 6 0-15,-4 4 11 0,-3 1-14 16,-3 7 17-16,-5 5 1 0,-2 3 15 0,-2 4-13 16,-9 5 11-16,-5 2-11 15,0 3-1-15,-7 0-1 0,-1-1-22 0,-2-2-42 16,-3-3-35-16,2-6-18 0,2-5-35 16,0-5-32-16,2-3-71 0,6-4-150 15,4-4-219-15,7-4-384 0,2 0-417 16</inkml:trace>
  <inkml:trace contextRef="#ctx0" brushRef="#br0" timeOffset="20899.1">11849 13878 3354 0,'0'0'456'0,"0"0"-302"0,0 0-69 16,0 80 13-16,0-55 89 0,0-3 20 15,0-3-120-15,0-2-87 0,0-4-15 16,2-1-59-16,3-5-158 0,-1 0-97 0,-1-3-195 16,0-3-498-16,-1-1-366 0</inkml:trace>
  <inkml:trace contextRef="#ctx0" brushRef="#br0" timeOffset="21394.407">12454 13689 2779 0,'0'0'407'0,"0"0"-6"16,0 0-126-16,0 0 14 0,0 0 9 15,102-6-72-15,-76 6-76 0,0 0-85 0,0 0-52 16,0 0-13-16,-2 0-24 0,2 0-44 15,-4-2-64-15,4-2-50 0,2-1-13 16,2-2-56-16,-1-1-142 0,-8 1-273 16,11-3-575-16</inkml:trace>
  <inkml:trace contextRef="#ctx0" brushRef="#br0" timeOffset="21547.715">13196 13583 1505 0,'0'0'1860'0,"0"0"-1555"0,0 0-261 15,0 0 132-15,0 0 41 0,0 0 42 16,0 0-27-16,0 0-57 0,0 0-107 16,0 0-55-16,0 0-13 0,82-3-110 0,-67-5-125 15,-1-6-128-15,3-5-268 0,-6 5-699 16,7-11-790-16</inkml:trace>
  <inkml:trace contextRef="#ctx0" brushRef="#br0" timeOffset="21757.76">13624 13357 2827 0,'0'0'500'0,"0"0"-243"15,0 0-52-15,0 90-38 0,0-48 56 0,-4 2 66 16,0 9-76-16,-1 2-81 0,1 1-28 16,2 1-24-16,1-3-31 0,1-4-31 15,0-6-18-15,0-5-18 0,1-8 0 16,1-7-47-16,-1-6-33 0,1-6-9 15,-1-5-32-15,1-5-43 0,-2-2-48 16,0-4-210-16,0-3-346 0,0-13-903 0</inkml:trace>
  <inkml:trace contextRef="#ctx0" brushRef="#br0" timeOffset="22022.124">13577 13337 3029 0,'0'0'470'0,"0"0"-341"0,0 0 17 0,28-76 42 16,-17 54 26-16,3 3-6 0,2 4-28 16,2 1-66-16,1 6-28 0,4 3-28 15,-3 5-42-15,-1 0-16 0,1 11-13 16,-6 2 13-16,0 5 4 0,-5 3-2 16,-4 4 14-16,-2 3-16 0,-3 0-22 15,0 2 7-15,-7 1 0 0,-2 0 14 16,-1-2-15-16,-3-2-45 0,-1-1-38 15,-2-4-61-15,1-3-39 0,0-4-45 16,0-2-71-16,2-6-98 0,0 0-138 0,4-4-216 16,0-2-756-16</inkml:trace>
  <inkml:trace contextRef="#ctx0" brushRef="#br0" timeOffset="22332.988">13960 13771 3451 0,'0'0'411'0,"0"0"-323"16,0 0-57-16,0 0 32 0,0 0 69 15,0 0 76-15,0 0-16 0,0 0-109 16,0 0-49-16,0 0-18 0,0 0-13 16,52 54-3-16,-51-52 0 0,-1-2-1 15,0 5 1-15,0 0 1 0,-1 1-1 0,-5 2-10 16,-1 2 7-16,0-2 3 0,1-2 4 15,2-2 11-15,2-3 3 0,2-1 10 16,0 0-28-16,0-5-13 0,5-6-36 16,2-7-4-16,4-1 16 0,2-5 3 15,1 1-9-15,1 2 6 0,-2 2 9 16,1 2 10-16,-2 3-13 0,-1 4-28 0,-2 1-59 16,-2 4-83-16,-1 3-85 0,0 0-180 15,-3 2-308-15,-2 0-567 0</inkml:trace>
  <inkml:trace contextRef="#ctx0" brushRef="#br0" timeOffset="23513.986">15140 13572 1937 0,'0'0'767'16,"0"0"-302"-16,0 0-149 0,0 0-41 15,0 0-46-15,77 11-31 0,-56-8-51 16,2-2-42-16,-2 2-55 0,0-3-38 15,1 0-12-15,-3 0-28 0,-1 0-68 16,0-3-131-16,-3-1-106 0,-3 1-193 0,-2 1-492 16,-3 1-469-16</inkml:trace>
  <inkml:trace contextRef="#ctx0" brushRef="#br0" timeOffset="23702.936">15286 13766 153 0,'0'0'2033'16,"0"0"-1423"-16,0 0-260 16,0 0-50-16,0 0-47 0,0 0-64 0,0 0-29 15,0 0-34-15,101 12-61 0,-77-17-27 16,2-2-38-16,2-4-19 0,0 3-134 16,0-2-171-16,-1 1-145 0,-5 3-541 15,5-2-796-15</inkml:trace>
  <inkml:trace contextRef="#ctx0" brushRef="#br0" timeOffset="24229.734">16290 13302 2689 0,'0'0'369'0,"0"0"-196"0,0 0-106 16,0 0-3-16,0 0 98 0,0 0 125 15,-76-68-41-15,63 68-83 0,1 0-58 16,0 7-46-16,-2 8-43 0,0 9-16 0,1 10 3 16,3 2 53-16,0 7 12 0,3-2 12 15,2 0 0-15,4-5-24 0,-1-6-45 16,2-3-11-16,0-9-13 15,0-7 10-15,6-5-49 0,0-6-43 0,5 0 17 16,1-7-8-16,3-9-41 0,0-4 27 0,4-4-3 16,-4-4-17-16,-1 3 23 15,0 1 40-15,-3 5 57 0,-2 6 2 0,-3 4 23 16,-1 7 13-16,-2 1 12 0,-1 1 29 16,0 3 12-16,2 7 44 0,-1 5-14 15,1 4-34-15,-1 4-41 0,1 2-3 16,-2 4-12-16,-1 1-9 0,1 6-1 15,-1 6 10-15,-1 5 3 0,0 3 9 16,0 3 0-16,0 3 0 0,0 1 9 16,-3-2-7-16,-2 1-45 0,0-5-1 15,1-3 0-15,1-3-17 0,0-8 16 16,3-3-14-16,0-6-8 0,0-9-7 16,2-3-55-16,1-6-15 0,0-4-23 15,2-3-18-15,-1-3-33 0,2-2-82 0,0-7-144 16,0-7-119-16,1 3-505 0,-1-13-631 15</inkml:trace>
  <inkml:trace contextRef="#ctx0" brushRef="#br0" timeOffset="24458.585">16570 13896 2534 0,'0'0'345'0,"0"0"-239"15,0 0-17-15,4 68 55 0,-4-41 130 16,2 1 14-16,-2 2-106 0,0-2-94 16,1 1-43-16,-1-2-36 0,0-2-9 0,0 0-3 15,0-3-28-15,0-3-55 16,0-2-30-16,0-6-16 0,0-4-52 0,0-5-86 16,0-2-140-16,0 0-287 15,0-11-631-15</inkml:trace>
  <inkml:trace contextRef="#ctx0" brushRef="#br0" timeOffset="24896.807">16968 13673 280 0,'0'0'2536'16,"0"0"-2010"-16,0 0-241 0,0 0-92 16,0 0-5-16,0 0 1 0,0 0-6 15,0 0-16-15,0 0-71 0,0 0-59 16,0 0-36-16,28-5 17 0,-16 5-2 0,2 0-15 15,2 0-1-15,0-2-19 0,2 0-58 0,0-3-68 16,2-2-81-16,-1-1-132 0,-3 0-301 16,4-7-787-16</inkml:trace>
  <inkml:trace contextRef="#ctx0" brushRef="#br0" timeOffset="25058.095">17536 13566 2406 0,'0'0'406'0,"0"0"-111"16,0 0-4-16,0 0 108 0,0 0-25 16,0 0-42-16,0 0-116 0,0 0-176 15,0 0-40-15,0 0-126 0,0 0-66 16,17 17-81-16,-11-22-161 0,-1 1-756 0,4-2-1106 16</inkml:trace>
  <inkml:trace contextRef="#ctx0" brushRef="#br0" timeOffset="25182.365">17976 13641 2898 0,'0'0'355'0,"0"0"-275"0,0 0 16 15,0 0-30-15,0 0-66 0,0 0-9 0,0 0-227 16,0 0-203-16,0 0-611 0</inkml:trace>
  <inkml:trace contextRef="#ctx0" brushRef="#br0" timeOffset="25574.598">18557 13337 1979 0,'0'0'496'0,"0"0"-213"0,0 0 19 15,0 0 123-15,0 0 45 0,0 0-35 16,-95-41-74-16,75 47-46 0,-2 8-77 16,-1 6-65-16,4 8 6 0,1 3-4 15,2 5-30-15,-1 3-39 0,5-1-55 16,-1-3-27-16,6-3-24 0,1-7-2 15,5-6-13-15,1-5-15 0,0-7-42 16,1-2-19-16,6-5-27 0,5 0-27 16,2-9 3-16,6-8-13 0,-1-4-55 15,1-5-89-15,3-5-61 0,-4 2-1 16,-2 1 113-16,0 2 87 0,-3 3 89 16,-3 4 72-16,-3 8 30 0,-3 6 112 0,-1 5-4 15,-4 0-8-15,0 12-9 0,0 7 28 0,0 8-37 16,0 5-23-16,-8 10 16 0,2 4 24 15,-4 5 9-15,1 3 6 0,0 4-16 16,-2-2-19-16,2 0-24 0,1-4-27 16,2-5-45-16,2-4-13 0,2-7-21 15,0-5-6-15,2-7-64 0,0-2-31 16,0-8-49-16,0-3-34 0,1-5-53 16,3-2-179-16,-1-3-340 0,7-1-681 0</inkml:trace>
  <inkml:trace contextRef="#ctx0" brushRef="#br0" timeOffset="25879.698">19101 13744 3632 0,'0'0'522'0,"0"0"-363"0,0 0-78 15,0 0 18-15,0 0 52 0,-90 80 141 16,76-65-103-16,2-6-113 0,7-4-46 15,3 0-30-15,2-5-28 0,0 0-45 16,6 2-18-16,5 0 75 0,2 2 16 16,3 2 12-16,-1 1-12 0,0 0-13 15,-2 1-1-15,2 0 13 0,-4 2 1 16,-3 0-1-16,0 1 1 0,-1-3-3 16,-5 3-40-16,-1 1-21 0,-1-4-7 0,0 4 1 15,-6 0-13-15,-3 0 0 0,-5-1-1 16,-1 0-12-16,-6-1-12 0,-5 0-54 15,-7 1-128-15,-8-2-175 0,8-2-343 16,-28 2-533-16</inkml:trace>
  <inkml:trace contextRef="#ctx0" brushRef="#br0" timeOffset="31455.305">13928 13626 463 0,'0'0'430'0,"0"0"-114"16,0 0-52-16,0 0-17 0,0 0-19 16,0 0-17-16,0 0-24 0,0 0-35 0,0 0-6 15,0 0-5-15,-3-5 23 0,3 5 29 16,0 0-21-16,0 0-19 0,0 0-14 16,0 0-9-16,0 0-4 0,0 0 9 15,0 0-15-15,0 0-49 0,0 0-36 16,0 1-35-16,0-1 0 0,0 5-1 15,0 2 2-15,0 5 8 0,5 6 4 16,-1 3 2-16,0 3-13 0,-1 3-2 16,0-1 0-16,1 1 0 0,-1 0-1 15,-3-2-1-15,0 2 0 0,0-4 0 0,0-2-1 16,0 0-25-16,0-4 26 0,0-2-1 16,0-2-19-16,0-4 0 0,0-1-12 15,0-4 3-15,0-1-16 0,0-3 20 16,0 0 24-16,0 0-15 0,0 0-1 0,0 0 0 15,0 0-6-15,0-3-16 0,0-2-9 16,3-2 25-16,-1-2 12 16,1-1-28-16,1-1-22 0,1-1 0 0,1 1-10 15,0 1-25-15,0 1-14 0,1 0-18 16,0 1-37-16,-1 1-54 0,1 0-69 16,1 2 2-16,-4 1-10 0,3 1-63 15,-4 1-114-15,0 1-196 0</inkml:trace>
  <inkml:trace contextRef="#ctx0" brushRef="#br0" timeOffset="32292.243">8602 14729 1664 0,'0'0'652'0,"0"0"-264"16,0 0-157-16,0 0 89 0,0 0 93 15,0 0-35-15,0 0-81 0,0 0-86 16,0 0-51-16,0 0-47 0,0 0-48 16,4-2-63-16,13 2 16 0,11 0 34 0,5 0 3 15,6 0-9-15,4 0-30 0,0 0-16 16,1 0-13-16,2 0-5 0,-3-4 0 15,0 1-1-15,-4-1-24 0,0-1-67 0,-4-2-56 16,-1 0-25-16,-8 3-4 16,-4-2-84-16,-5 4-206 0,-8 0-539 15,-8 2-575-15</inkml:trace>
  <inkml:trace contextRef="#ctx0" brushRef="#br0" timeOffset="32505.902">8642 14955 1049 0,'0'0'781'0,"0"0"-321"16,0 0-178-16,0 0-21 0,0 0 114 0,0 0 28 15,97 7-100-15,-60-7-129 0,2 0-71 16,1-1-19-16,1-5 15 0,-1-3-28 16,-1 0-50-16,1-2-21 0,-1-2-12 15,-4 0-47-15,0-3-100 0,-2 0-73 16,-3 2-67-16,-3-2-180 0,-8 5-540 15,0-8-575-15</inkml:trace>
  <inkml:trace contextRef="#ctx0" brushRef="#br0" timeOffset="32763.028">9180 14428 749 0,'0'0'1075'0,"0"0"-776"0,0 0 34 0,0 0 103 15,0 0-11-15,86 49-57 0,-63-35-91 16,-1 5-119-16,5 1-90 0,1 3-11 16,-4 3-4-16,3 4-22 0,-4 1-30 15,-2 3 19-15,-3 3-19 0,-6-1-1 16,-1 4 2-16,-5-2 20 0,-3-1-19 16,-3 3 10-16,-1-2-10 0,-7-1 0 0,-4-2 0 15,-3 0-3-15,-1-3-25 0,-5-3-52 16,-1-3 2-16,-4-1-6 0,-3-5-30 15,-2-1-39-15,-3-3-74 0,-2-3-103 16,9-3-173-16,-16-1-655 0</inkml:trace>
  <inkml:trace contextRef="#ctx0" brushRef="#br0" timeOffset="33400.019">10736 15115 935 0,'0'0'1410'0,"0"0"-881"16,0 0-183-16,79 15-40 0,-48-4-50 0,-2 7-55 15,-1 0-84-15,-5 3-61 0,-2 5-31 16,-4 2-9-16,-5 3-2 0,-3 1-14 15,-3-1-2-15,-3-2 0 0,-1-3-13 0,-2-4-7 16,0-8 19-16,0-5 1 0,0-4-17 16,0-4 3-16,0-1 16 0,0 0 28 15,0-8 10-15,1-4 24 0,-1-8-60 16,3-7 11-16,1-4 8 0,1-7 29 16,3 3-13-16,1 2 4 0,1 1 11 15,4 6-8-15,2 1 8 0,4 1-18 16,2 3-25-16,1 0-9 0,2 1-2 15,-1 0-29-15,0 4-12 0,-1 0-93 16,-1 5-85-16,1 2-61 0,0 1-116 0,-7 4-232 16,6 4-583-16</inkml:trace>
  <inkml:trace contextRef="#ctx0" brushRef="#br0" timeOffset="33579.864">11409 15199 1960 0,'0'0'444'0,"0"0"-215"0,0 0 105 16,0 0 171-16,0 0-72 0,0 0-98 16,82 0-37-16,-66 0-110 0,-1 0-111 15,0 0-64-15,1-1-13 0,-3 1-101 16,2-3-81-16,-4-1-57 0,-1 3-58 16,-4 1-195-16,-5 0-270 0,1 0-345 15,-2 8-213-15</inkml:trace>
  <inkml:trace contextRef="#ctx0" brushRef="#br0" timeOffset="33709.028">11464 15321 1159 0,'0'0'560'0,"0"0"-219"0,0 0-49 15,0 0 37-15,0 0-33 0,0 0-40 0,0 0-52 16,0 0-74-16,92 26-63 0,-66-30-67 16,3-4-51-16,3-4-117 0,2-2-55 15,2-2-91-15,-8 3-322 0,12-10-871 0</inkml:trace>
  <inkml:trace contextRef="#ctx0" brushRef="#br0" timeOffset="34027.097">12153 14997 2963 0,'0'0'473'0,"0"0"-359"0,0 0 38 16,0 0 87-16,0 0 91 0,0 0-18 0,0 0-93 15,-87 57-109-15,72-43-45 0,-2 3-23 16,3 2-8-16,0-1-13 0,1 3-5 15,6-3-13-15,2 0 9 0,2-6-12 16,3 2-2-16,2-3-16 0,5 0 16 16,6-1-29-16,0 1 19 0,3-1 10 15,1 0-26-15,2 1 1 0,0-2-19 0,2 3-9 16,-1-1-10-16,-2 1 25 0,-3-1 0 16,-1 1 16-16,-2 0 21 0,-4 0 3 15,-1 2 1-15,-3 1 2 0,-4 1 0 16,0-1-3-16,0 1-24 0,-3-2-6 15,-2 0 5-15,-6-2-21 0,-1 0-41 0,-4-1-34 16,-6 1-46-16,-1 0-69 16,-4-4-148-16,-3 6-174 0,6-5-261 0,-19 8-532 0</inkml:trace>
  <inkml:trace contextRef="#ctx0" brushRef="#br0" timeOffset="35173.886">10281 14984 1337 0,'0'0'780'0,"0"0"-223"16,0 0-245-16,0 0-47 0,0 0 69 0,-8 82-66 16,8-55-98-16,0 0-78 0,0 0-33 15,0-2-37-15,0-2-22 0,0-3-19 16,0-2-6-16,3-3-40 0,-3-1-62 0,0-3-21 15,0-3-38-15,0-6-33 16,0 1-1-16,0-3-7 0,0-3-230 0,0-4-547 16,0-14-495-16</inkml:trace>
  <inkml:trace contextRef="#ctx0" brushRef="#br0" timeOffset="35539.705">9991 14905 1159 0,'0'0'801'16,"0"0"-257"-16,0 0-222 0,0 0-55 0,-93 71-18 16,75-43-24-16,7 5-54 0,2 3-48 15,9 6-42-15,0 3-5 0,9 3-6 16,9-1-11-16,2 2-9 0,2-6-19 16,4-6-29-16,0-6 1 0,4-9-3 15,-2-4 0-15,2-8-3 0,0-7 0 0,0-3 3 16,1 0 1-16,0-7 0 0,3-5-1 15,-3-3-53-15,1-4-6 16,-2-2-1-16,-1-2-53 0,-2-2 6 0,-1-3-4 16,-4 0 17-16,0-3 33 0,-4-2 8 15,-2-2-36-15,-3-1-7 0,-1-1 13 16,-5-4 42-16,-3 1 15 0,-4 0-9 16,0-2-3-16,-4 3-4 0,-5 3 19 0,-1 8 23 15,-4 6 38-15,-1 8 71 0,-2 8 2 16,0 6-25-16,-5 1-60 0,-1 10 15 15,-3 5-28-15,-4 6 0 0,0 6-13 16,-3 6-32-16,-4 5-32 0,0 2-89 16,-4 4-36-16,-2 4-22 0,1 1-80 15,12-10-152-15,-14 22-528 0</inkml:trace>
  <inkml:trace contextRef="#ctx0" brushRef="#br0" timeOffset="35923.444">9845 16443 2479 0,'0'0'374'0,"0"0"-271"15,0 0 108-15,0 0 238 0,81-21-68 16,-62 16-152-16,-3-2-130 0,4 1-64 15,-1-1-18-15,-3 3-17 0,-1 1-12 16,-6 3-19-16,-2 0-16 0,-1 4 10 16,0 7 18-16,-5 4-71 0,-1 2-8 15,0 6 16-15,-4 0 38 0,-5 2 19 0,-1-3 10 16,0-1 13-16,-3-3 2 0,3 0 13 16,3-1 12-16,0-4-12 0,5 1 6 15,2-1 43-15,0-2 5 0,5 2 5 16,6-2-22-16,4 0 6 0,3-2-16 15,2-2-2-15,2-5 2 0,1-2-12 16,0 0-3-16,1-7-13 0,-2-7-12 16,-2-3-2-16,2-6-125 0,-5-6-51 0,-1-4-64 15,-3-2-166-15,-4 7-405 0,-4-15-918 16</inkml:trace>
  <inkml:trace contextRef="#ctx0" brushRef="#br0" timeOffset="36341.115">9589 16248 1846 0,'0'0'671'0,"-29"67"-275"0,26-28-111 0,3 9 46 16,2 9 20-16,12 2-72 0,5-1-52 16,4-1-66-16,6-5-40 0,0-4-32 15,1-7-22-15,2-5-27 0,1-8 0 16,0-4 9-16,4-7 3 0,4-4 6 15,-1-7-6-15,1-5-12 0,0-1-19 16,1-9-4-16,4-7-17 0,-1-6-12 16,1-3 0-16,-1-4-6 0,-1-4-1 15,-1-2 4-15,-4-2-31 0,-3-2-18 16,-4 0 3-16,-3-3 6 0,-2-4 6 16,-7-2 15-16,-1-2-9 0,-4-3 6 15,-4 0 16-15,-1 1 10 0,-6 0 9 0,-1 2-36 16,-3 3 37-16,0 2 1 0,-12 5-17 15,-3 7 17-15,-5 6 1 0,-6 4 1 16,1 9 23-16,-6 5-13 0,-1 8-12 16,-2 1-1-16,-2 10-1 0,-1 4-17 15,1 5 1-15,-3 6-1 0,-2 0 4 16,-1 4-25-16,-4 0 18 0,4 1-33 0,-3 1-66 16,2-1-22-16,1 0-46 15,2-3-115-15,0-1-211 0,12-5-499 0,-9 7-527 0</inkml:trace>
  <inkml:trace contextRef="#ctx0" brushRef="#br0" timeOffset="40372.683">11713 16281 947 0,'0'0'371'0,"0"0"-143"0,0 0-40 16,0 0 20-16,0 0 6 0,0 0-91 16,0 0 407-16,0 0-299 0,0 0-68 15,-43-19-19-15,39 19 31 0,-2-1-14 16,2 1 9-16,2 0 3 0,-1 0-34 0,2 0-33 15,1 0-35-15,0 0-31 0,0 0-40 16,0 0-13-16,4 0-18 0,6 1 31 16,0 1-31-16,5 1 28 0,-1-2-13 15,3 2 15-15,-1-1 1 0,1-2-12 16,-1 0 12-16,2 0 0 16,-2 0-22-16,1-5 22 0,-4 1 3 0,3 1-3 15,-5 0-3-15,0 0 2 0,-2 2-30 16,-1 1-7-16,-3 0 22 0,1 5 16 0,0 4 37 15,-2 4 13-15,-1 5-31 0,-2 3-18 16,2 2 0-16,-3 2 9 0,2 1-9 16,-1 3-1-16,1 2 0 0,1-1-2 15,-2 4-1-15,2-1 1 0,-1 3-14 16,-1 0 15-16,0-3-17 0,-1 0-11 16,0-4 5-16,0-4 8 0,0-6-3 15,0-2 7-15,0-8-4 0,0-4-18 0,0-2-33 16,0-3-5-16,0 0-32 0,0-1-79 15,0-6-124-15,-4-1-257 0,1 1-429 16,-7-7-235-16</inkml:trace>
  <inkml:trace contextRef="#ctx0" brushRef="#br0" timeOffset="40556.835">11722 16579 2323 0,'0'0'429'0,"0"0"-169"0,0 0-135 16,0 0 108-16,0 0 132 0,0 0-101 15,0 0-72-15,0 0-55 0,50-69-66 16,-35 59-37-16,-2 1-34 0,-1-1-56 16,0 5 10-16,0-3-85 0,-2 5-108 15,-2 2-142-15,-2 1-248 0,-3 0-650 16,-3 12-393-16</inkml:trace>
  <inkml:trace contextRef="#ctx0" brushRef="#br0" timeOffset="40758.615">11720 16727 1228 0,'0'0'1174'16,"0"0"-860"-16,0 0-128 0,0 0 3 0,0 0 96 15,0 0-28-15,0 0-37 16,0 0 10-16,0 0-52 0,0 0-57 0,87-19-59 16,-64 15-1-16,0-1-61 0,0 0-31 15,-3 0 29-15,0 0-16 0,-1 0-20 16,-2-1-98-16,1 3-64 0,-2-2-23 15,-1 2-81-15,-3 0-129 0,-3 2-259 16,1 1-657-16</inkml:trace>
  <inkml:trace contextRef="#ctx0" brushRef="#br0" timeOffset="41519.455">13149 16323 916 0,'0'0'394'0,"0"0"0"16,0 0-66-16,0 0-40 0,0 0 23 15,0 0-41-15,0 0-10 0,0 0-34 16,0 0-42-16,0 0-38 0,0 0 52 16,36-56 44-16,-16 56-46 0,-1 2-72 0,4 9-37 15,-2 2-10-15,-2 6-40 0,0 3 15 16,-4 3-27-16,-4 2-4 0,-1-1-18 16,-4 2-3-16,1-1 0 0,-6-1-15 0,-1 2-13 15,0-1-58-15,0-2-13 16,-3-3 4-16,-2-5 26 0,0-3 35 0,2-5 33 15,-1-5 0-15,0-4-1 16,-1 0-13-16,-1-8-4 0,1-6-28 0,1-5 45 16,1-6 0-16,1-2 2 0,2-2 35 15,2-1-1-15,5 2 9 0,6 0-9 16,1 5-3-16,2 2 22 0,0 4 2 16,3 1-27-16,1 2-25 0,-3 3 13 15,2 0-16-15,-2 4 0 0,0 0-3 16,-2 2-37-16,-2 3-4 0,0-2-5 0,-2 3-41 15,-1 1-81-15,1 0-49 0,-3 0-63 16,1 1-133-16,-1 5-165 0,-2-1-416 16,-3 4-371-16</inkml:trace>
  <inkml:trace contextRef="#ctx0" brushRef="#br0" timeOffset="41893.745">13731 16442 39 0,'0'0'2366'0,"0"0"-2028"16,0 0-183-16,0 0-27 0,37 70-9 15,-26-59 34-15,0-3-7 0,1-5-93 0,0-3-51 16,1 0 12-16,2-5 46 0,1-9 4 16,-2-1 5-16,3-5-43 0,-2-1-23 15,1-2-3-15,-3-1 1 0,-3 2-1 16,-2 2-18-16,-5 4 2 0,-3 2-15 15,0 3 18-15,0 0-19 0,-10 2 10 0,-1 2-13 16,-5 1 16-16,-1 0 19 16,-2 4 26-16,0 2 25 0,-1 5-49 0,5 7 28 15,0 6 40-15,2 3-39 16,2 6 4-16,0 4 2 0,2 4-15 0,2 1 10 16,3 0-13-16,1-2-18 0,1-3 0 15,2-4-1-15,2-5-16 0,5-5 0 16,3-6-31-16,6-6-9 0,0-2 15 15,4-1 39-15,6-2-52 0,1-5-104 16,3-2-88-16,4-3 16 0,-1-2-198 0,-10 3-268 16,14-5-440-16</inkml:trace>
  <inkml:trace contextRef="#ctx0" brushRef="#br0" timeOffset="43599.946">14199 16276 665 0,'0'0'476'16,"0"0"-53"-16,0 0-65 0,0 0 86 0,0 0-41 15,0 0-62-15,0 0-64 0,0 0-61 16,0 0-45-16,0 0-17 0,23-57-18 16,-18 57 7-16,0 5-3 0,3 8-28 15,0 6-29-15,2 9 31 0,-2 4-64 16,-1 4-13-16,0 2-34 0,-3-2 0 15,1-1-6-15,-3-6-28 0,4-4-9 16,-3-6-9-16,3-3-7 0,-2-5-15 0,0-5-10 16,-1-4-27-16,0-2-20 15,2-1 19-15,-1-8 100 0,4-4 9 16,-2-6 12-16,0-3-12 0,1-3-22 16,-1 1 18-16,1-1-21 0,2 0 25 0,-2 5 0 15,3-1 16-15,0 0-15 0,0 4 2 16,-1 1-3-16,1 3 1 15,0 1 28-15,-1 3 15 0,-1 3-13 0,0 2-15 16,-4 3-16-16,0 1 1 0,1 2-1 0,-1 9 71 16,2 3-15-16,-1 10-6 0,1 5 12 15,-3 6-31-15,2 4-28 0,-2 1 9 16,1-2-12-16,1 0-22 0,-2-6-34 16,3-3 19-16,1-7-78 0,2-4-41 15,2-3-62-15,0-6-107 0,0-4-186 16,2-3-188-16,-3-2-119 0,3-1-384 0</inkml:trace>
  <inkml:trace contextRef="#ctx0" brushRef="#br0" timeOffset="44366.105">14840 16313 722 0,'0'0'528'0,"0"0"-141"16,0 0-117-16,0 0 15 0,0 0 22 16,0 0-13-16,0 0-24 0,0 0-47 0,0 0-16 15,0 0-7-15,0 0-14 0,-12-9-48 16,12 17-53-16,0 4-26 0,0 11-6 15,5 4 13-15,1 7 36 0,1 6 31 16,2-2-34-16,2 2-40 0,1-5-31 0,1-4-28 16,-2-6-15-16,3-7-25 15,1-5-15-15,-2-7 2 0,3-4 53 16,2-2-2-16,-1-4-38 0,0-11 18 16,3-4-43-16,-4-4-28 0,-1-4 12 0,-1-1 16 15,-3 0 40-15,0-1 24 0,-2 2 1 16,-3 1 1-16,-1 2 11 0,-4 5 16 15,1 0-6-15,-2 3 9 0,0 3-12 16,0 1 25-16,0 6-26 0,0 2 1 16,0 4 24-16,0 0-2 0,0 3 5 15,0 7-9-15,0 6 3 0,0 6-15 16,0 6 3-16,0 5-10 0,0-1 8 0,-2 0-26 16,2-1-37-16,0-4-25 0,0-4-77 15,0-4-57-15,0-6-17 0,3-7-48 16,1-6-132-16,4 0-171 0,-1-6-242 15,3-12-535-15</inkml:trace>
  <inkml:trace contextRef="#ctx0" brushRef="#br0" timeOffset="44805.241">15306 16320 2297 0,'0'0'397'0,"0"0"-255"16,0 0-36-16,0 0 73 0,0 0 105 15,0 0 115-15,0 0-56 0,4 66-147 16,-4-35-91-16,0 3-15 0,-3-1-28 15,1 0-10-15,2-5-52 0,0-5-9 16,0-7-50-16,1-5-5 0,3-6 8 0,2-4-9 16,4-1 9-16,0-8 37 0,3-6-33 15,3-9-51-15,0-3 9 0,4-6 8 16,-1 5 21-16,0-1 43 0,-1 7 9 16,-2 4 13-16,-1 4 19 0,-4 4 9 15,-1 3 25-15,-3 5 27 0,-2 1 7 16,-1 0 7-16,-1 3 15 0,1 4-4 15,-1 3-31-15,3 0-18 0,-3 7-4 16,-2 0-21-16,1-1 0 0,-2 1-16 0,1-3-15 16,1-3-6-16,-1-3-37 15,3-4-37-15,1-4-19 0,-1 0 43 0,3-5 56 16,3-5 24-16,-1-6-21 0,7-3-3 16,-2-1-19-16,3 0 1 0,2 2-26 15,-3 3 26-15,2 7 15 0,-1 3 3 0,0 5 30 16,-3 0 25-16,-2 7-11 0,-1 6-4 15,-2 4 34-15,-2 3-3 0,-2 3-34 16,-1-1-3-16,-3 0-31 0,1-5-3 16,-2-1-9-16,1-4-50 0,-1-6-43 15,2-4-86-15,-2-2-58 0,1-2-119 16,1-11-209-16,-1 3-463 0,3-21-387 0</inkml:trace>
  <inkml:trace contextRef="#ctx0" brushRef="#br0" timeOffset="45304.004">15924 15950 2164 0,'0'0'707'16,"0"0"-415"-16,0 0-142 0,0 0 54 15,0 0 130-15,0 0 71 0,23 75-104 0,-21-39-104 16,-2 8-68-16,0 3-22 0,0 6 3 16,0 1-10-16,0 0-78 0,-2-2-22 15,2-5-49-15,0-7-42 0,0-6-53 16,3-8 61-16,3-8 19 0,4-8 18 15,3-4-7-15,0-6-30 0,4 0 0 16,2-5 21-16,1-5 19 0,0 0-35 16,-4-1 41-16,0 2 11 0,-3 1 26 15,-2 2 34-15,-5 2 6 0,-1 2 47 16,-1 2-3-16,-3 0-19 0,2 6 21 0,0 0 18 16,0 3-36-16,0 3-25 15,3-2-16-15,-1 2-11 0,1-3-4 0,0-2-12 16,4-3-55-16,-1-2-19 0,1-2 44 15,3-2 27-15,-2-5 3 0,1-4-1 16,2-3-53-16,-4-2-1 0,1-2 2 0,-2-1 29 16,-3-3-10-16,-3 3 32 15,0 1-17-15,-3 2 4 0,0 4-13 0,0 2 25 16,0 4 3-16,-1 0 34 0,-2 3-33 16,-2 2 27-16,2-1-10 0,-2 2-18 15,-4 0-2-15,2 2 2 0,-3 3 3 16,-4 3-3-16,-1 2 0 0,-4 3-12 15,0 1 12-15,-4 3 31 0,2 2-31 16,-1 1-1-16,6 0-39 0,1 1-16 16,5-2-31-16,4 0-77 0,6-3-184 15,0-4-247-15,6-4-186 0,8-6-306 0,-3-2 371 16,15-5 60-16</inkml:trace>
  <inkml:trace contextRef="#ctx0" brushRef="#br0" timeOffset="45788.006">16447 16379 859 0,'0'0'0'0,"0"0"-199"0,0 0 57 0,0 0 142 16,0 0 242-16,0 0 90 0,0 0-36 15,0 0-25-15,0 0 44 0,0 0 35 16,0 0-30-16,-20 0-60 0,20 7-61 16,0-1-23-16,0 3 9 0,4 1 5 0,1 1 15 15,-2 0-23-15,3 0-47 0,-2 1-60 16,0 3-35-16,1-3-2 0,-1 3-4 16,1-1-3-16,-2-2-13 0,2 1-2 0,-1-2-14 15,-1-3 20-15,0 0-19 0,1-3-3 16,0-1-1-16,-1 0 1 0,-3-1-1 15,2-2 0-15,-2 2-2 16,1-2 2-16,-1 1 1 0,0 3 4 16,0-4-4-16,0 3 0 0,0-3-25 0,0-1 9 15,0 0-2-15,0 0-20 0,2-3-30 16,1-2 25-16,2-4 30 0,1 1 13 16,4-7 62-16,0 0-6 0,2-4-56 15,1 1-3-15,1 3 0 0,0 1 3 16,3 4 0-16,0-1 12 0,2 3-12 15,-1 2 0-15,2 1-55 0,-4 2 14 16,-1 0-18-16,-2 2-98 0,-2 1-91 0,1-1-142 16,-2 1-279-16,-3 0-583 0,0 0-232 0</inkml:trace>
  <inkml:trace contextRef="#ctx0" brushRef="#br0" timeOffset="46605.316">16976 16349 316 0,'0'0'1148'0,"0"0"-809"15,0 0-122-15,0 0 20 0,0 0 44 16,0 0 9-16,0 0-14 0,0 0-8 16,0 0-39-16,0 0-33 0,16 14-58 15,-13-7-47-15,-2 0-27 0,2 3-11 16,-3 1-10-16,0 2 1 0,0 5-7 15,0-3-9-15,-3 6 0 0,-2 0-6 16,0-1-3-16,0 0-1 0,0-3-5 16,5-5-13-16,-3-1-12 0,3-4-19 0,0-4-12 0,0-2-19 15,0-1-32-15,2 0-35 16,2-4-41-16,1-3 19 0,5-5 3 16,-2-2 24-16,3-3-48 0,1-2-39 0,-2-2-88 15,5 0-224-15,-7 7-296 0,9-11-539 16</inkml:trace>
  <inkml:trace contextRef="#ctx0" brushRef="#br0" timeOffset="46962.39">17306 16248 1182 0,'0'0'459'0,"0"0"-50"0,0 0-88 0,98 28-14 0,-66-11-18 16,-2 6-71-16,-2 0-84 0,-4 3-32 16,-2 1 25-16,-6-1 31 0,-1 2 57 15,-6-1-64-15,1-2-54 0,-2-2-35 0,0-3 13 16,-2 0-35-16,-2-1 13 0,2 1-31 15,-2 3-4-15,3 2 13 0,-2 0 6 16,2 3-3-16,0-3-9 0,5 0 3 16,-1-3 6-16,2-2-13 0,2-2-19 0,-2-2-2 15,2-3-10-15,-1-2 9 0,-2 0-33 16,-3-1 34-16,-3-1 1 0,-5 3 39 16,-1 4 22-16,-4 4 48 0,-12 3-57 15,-3 2-51-15,-4 2 28 0,-5-4 19 16,-1-2-24-16,1-6 20 0,0-4-26 15,4-6-16-15,0-5-3 0,4-6-15 16,4-11 2-16,4-5-63 0,10-6-10 16,2-3 43-16,12-5 6 0,9-3-18 15,6 0 18-15,3-1 34 0,6-1 2 16,4 4-1-16,1 0-20 0,-1-1 10 0,3 3-22 16,-4 0-120-16,-2 4-92 0,-3 2-115 15,-4 5-257-15,-7 6-514 0,3 1-459 16</inkml:trace>
  <inkml:trace contextRef="#ctx0" brushRef="#br0" timeOffset="47465.935">18710 16363 1182 0,'0'0'1469'16,"0"0"-990"-16,0 0-208 0,0 0-71 15,0 0 65-15,0 0 127 0,0 0-5 0,113-4-114 16,-71 11-150-16,6-2-83 0,0 1-40 16,-1-2-22-16,1-1-2 0,-8-1-44 15,-1-2-63-15,-7 0 8 0,-3 0-10 16,-5 0-21-16,-4-3-29 0,-7 0-62 16,-1 2-114-16,-9-1-118 0,-3 2-98 0,-9 0 60 15,-2 3-102-15,-23 6-417 0</inkml:trace>
  <inkml:trace contextRef="#ctx0" brushRef="#br0" timeOffset="47612.469">18939 16481 1273 0,'0'0'696'0,"0"0"-203"0,0 0-187 0,0 0-20 16,0 0-33-16,0 0 4 0,0 0-80 15,0 0-111-15,0 0 110 0,0 0 10 0,0 0-71 16,59 28-13-16,-14-29-52 0,2-7-50 16,-2-4-36-16,-2 0 5 0,-1-4-72 15,-6-1-28-15,-4 0-57 0,-2-1-11 16,-5-1-152-16,-7 5-232 0,-5-7-638 0</inkml:trace>
  <inkml:trace contextRef="#ctx0" brushRef="#br0" timeOffset="47959.299">19259 16023 1167 0,'0'0'1054'0,"0"0"-759"16,0 0-108-16,0 0-49 0,87 66 7 16,-63-45 98-16,-2-1 18 0,-1 2-99 15,2-3-61-15,-3 0-16 0,1-1-38 16,-3 0-28-16,0-1 34 0,-4 1-40 15,-2 0-13-15,-2 2-1 0,-6 1-18 16,-4 3-3-16,0 3-25 0,-7 4 9 16,-9 4-16-16,-1 0-15 0,-5 1 22 0,-2-3 21 15,-4-1 7-15,2-1 7 16,-2-6-55-16,1-3-101 0,1-6-49 0,1-3-152 16,6-6-306-16,0-7-590 0</inkml:trace>
  <inkml:trace contextRef="#ctx0" brushRef="#br0" timeOffset="49970.647">20942 15821 2297 0,'0'0'355'0,"0"0"-185"15,0 0-169-15,0 0 65 0,0 0 143 16,0 0 173-16,0 0-53 0,0 0-115 15,9 97-110-15,-2-50-23 0,-3 6-22 0,2 10 56 16,-1 4 123-16,-2 4-136 0,-3 2-74 16,0-4-5-16,0 0-23 0,0-3-24 15,-5-1 11-15,-1-7-14 0,0-4-4 16,3-10-12-16,0-13-25 0,3-8 3 16,0-13 16-16,0-5-63 0,0-5-69 15,0-5-76-15,3-8-81 0,3-11-159 16,-3 3-489-16,2-26-446 0</inkml:trace>
  <inkml:trace contextRef="#ctx0" brushRef="#br0" timeOffset="50257.957">21016 15902 2624 0,'0'0'332'0,"0"0"-156"0,0 0-90 15,0 0 105-15,0 0 111 0,0 0-60 16,0 0-88-16,0 0-76 0,0 0 0 0,85-42-31 15,-66 42 30-15,0 0-21 0,1 5-28 16,1 3-25-16,-3 0 37 0,-3 4-36 16,-2 1 51-16,-5 2-9 0,-4 2 47 15,-4 6 17-15,-2 1-30 0,-9 4-43 16,-4 3-22-16,-3 0-15 0,-4 0 0 16,0 0-1-16,-4-4-11 0,1-3 0 15,0-3-28-15,1-6-25 0,2-2-39 16,2-4-41-16,4-4-31 0,3-2-42 0,4-3-140 15,3 0-245-15,3 0-524 0,2 0-293 0</inkml:trace>
  <inkml:trace contextRef="#ctx0" brushRef="#br0" timeOffset="50585.415">21367 16530 2455 0,'0'0'557'0,"0"0"-336"0,0 0-93 16,0 0-27-16,0 75-12 0,0-53 133 16,0 3-68-16,0-2-60 0,0-1-49 15,0-1-23-15,0 2-22 0,-1-4 0 0,0 0-45 16,1-3-34-16,-3-5-40 0,3-3-80 16,0-4-96-16,0-3-227 0,0-1-668 0</inkml:trace>
  <inkml:trace contextRef="#ctx0" brushRef="#br0" timeOffset="51971.844">21902 16152 1834 0,'0'0'493'15,"0"0"-209"-15,0 0-58 0,0 0 59 0,0 0 12 16,0 0-59-16,0 0-102 0,0 0 21 15,0 0 44-15,0 0-76 0,76-21-41 16,-57 19-47-16,0 0 19 0,-1 2-29 16,0 0-27-16,1 0-10 0,-5 0-15 15,2-2-18-15,-4 2-103 0,-1 0-41 16,-1 0-84-16,-3 0-122 0,-2 0-189 16,-4 4-700-16</inkml:trace>
  <inkml:trace contextRef="#ctx0" brushRef="#br0" timeOffset="52132.894">21921 16281 1592 0,'0'0'1074'0,"0"0"-794"16,0 0-193-16,0 0 53 0,0 0 81 0,0 0 61 16,0 0-21-16,0 0-103 0,0 0-68 15,91 9-55-15,-64-7-33 0,-1-1-2 16,3-1-35-16,0 0-74 0,0 0-67 15,1 0-26-15,0 0-118 16,0-3-295-16,-7 0-48 0,5-3-1103 0</inkml:trace>
  <inkml:trace contextRef="#ctx0" brushRef="#br0" timeOffset="54056.18">22811 15965 676 0,'0'0'544'0,"0"0"-95"15,0 0-82-15,0 0-52 0,0 0-47 0,0 0-23 16,0 0-27-16,0 0-62 0,0 0-47 16,0 0-33-16,-1 0-15 0,1 0-1 15,0 0 19-15,-2 0 16 16,2 1 12-16,-1 2 6 0,-3 1-9 0,0 3 0 16,-1 5 24-16,-1 1-63 0,1 5-40 0,0 3 9 15,1 3 0-15,4 1 19 16,0 4-52-16,0 1 1 0,0 2-2 0,0 1 3 15,0-1-3-15,3-4 0 0,0-6-2 16,3-4-45-16,1-6 44 0,0-5 0 16,3-3 3-16,-3-4-25 0,4 0 24 15,-2-5 1-15,3-6 0 0,0-2-35 16,2-5-30-16,-1-2-7 0,1-4-15 16,-1 1 9-16,2-1 8 0,-2 1-30 15,0-2 30-15,1 1-5 0,-1 0 56 16,1 1 19-16,-2-2 9 0,-2 2 23 15,2-1-1-15,-2-1-15 0,-1 1 9 0,0 4-6 16,-4 1-16-16,1 5 19 16,-4 5-9-16,1 2 9 0,-3 5 16 0,0 1 9 15,0 1 7-15,0 0 2 16,0 0 10-16,0 3-23 0,0 3-24 0,-3 3 0 16,-2 4-7-16,0 3-11 0,-1 5 0 15,0 2-1-15,0 1 65 0,1 4-53 0,-1-2-11 16,4 4 16-16,-3-1 24 0,1 1-23 15,0 1-17-15,-1-2-1 0,3-1-12 16,-1-2-4-16,1-3-5 0,1-4-17 16,1-3-42-16,0-5-11 0,0-5-37 15,0-3-74-15,6-3-60 0,-1 0-154 16,2-1-159-16,1-4-466 0,-3-6-404 0</inkml:trace>
  <inkml:trace contextRef="#ctx0" brushRef="#br0" timeOffset="55163.748">21179 16517 101 0,'0'0'685'0,"0"0"-219"15,0 0-63-15,0 0 16 0,0 0-43 0,0 0-41 16,0 0-49-16,0 0-49 0,0 0-21 15,0 0-29-15,0 0-17 0,4 51 3 16,-3-51-23-16,-1 0-35 0,0 0-12 16,2 0-4-16,-1 0 21 0,-1 0-9 0,3-1-44 15,-1-2-21-15,2 0-3 0,3-4 0 16,2-1-25-16,1-1 7 0,2-2-13 16,0-3-12-16,2 4-2 0,-2 0-28 15,1 2 2-15,-4 3 10 0,0 3-1 16,-4 1-24-16,-2 1-9 0,-1 0 15 15,-1 4 19-15,1 6 18 0,-2 2 39 16,0 7-39-16,0 3-3 0,0 1-25 16,-3 1 16-16,0 2-19 0,-2 1-3 15,1 0-9-15,0 1 3 0,-2 0 0 16,0 0 3-16,4-3 37 0,-3 0 6 16,5-5-3-16,0-3-2 0,0-4-1 0,0-5-24 15,2-5-16-15,1-1 18 0,2-2 22 16,1 0 28-16,4-5 33 0,-1-3 7 0,1-5 0 15,1-4-34-15,-1-3-18 16,-1-3-16-16,-2 1-55 0,0-1-59 16,-1-1-35-16,-3 4-59 0,-1-1-87 15,-1 1-246-15,1 4-229 0,-2-7-760 0</inkml:trace>
  <inkml:trace contextRef="#ctx0" brushRef="#br0" timeOffset="55351.037">21291 16361 1159 0,'0'0'1187'0,"0"0"-552"15,0 0-67-15,0 0-83 0,0 0-128 16,0 0-110-16,0 0-99 0,0 0-100 0,0 0-48 16,65-68-16-16,-51 63-24 0,0 1-43 15,0 0-89-15,0 1-42 0,2 2-84 0,0 1-206 16,-3 0-551-16,3 0-788 0</inkml:trace>
  <inkml:trace contextRef="#ctx0" brushRef="#br0" timeOffset="56224.912">23235 16368 457 0,'0'0'1595'0,"0"0"-1207"0,0 0-114 16,0 0 25-16,0 0-1 0,0 0-63 16,0 0-67-16,0 0-77 0,0 0 7 0,0 0 5 15,20-26-11-15,-9 21-11 0,0 2 3 16,-2 0-25-16,-2 2-39 0,-3 0-20 16,3 1-22-16,-4 0 20 0,2 0-10 15,-2 5-1-15,-1 4 13 0,1 2 55 16,0 3-18-16,-1 4-15 0,-1 2-19 0,-1 3 10 15,0-1-12-15,0 3 0 16,0-3-2-16,0 1 2 0,0-4-1 0,0-4 2 16,0-1 0-16,4-3-2 0,1-5-12 15,0-2 12-15,1-2 24 0,4-2 7 16,0 0-6-16,1-4-10 0,-1-3 1 16,0-3 2-16,-2-3-18 0,0-4-42 15,1-2-66-15,-3-3-69 0,2-2-81 16,-3-1-158-16,1 4-351 0,-6-7-880 0</inkml:trace>
  <inkml:trace contextRef="#ctx0" brushRef="#br0" timeOffset="56382.182">23339 16154 2704 0,'0'0'401'0,"0"0"-212"0,0 0-106 0,0 0 98 16,0 0 68-16,0 0-67 0,0 0-182 15,0 0-50-15,88-31-227 0,-69 26-62 16,2 4-119-16,-4-3-334 0,5 2-777 0</inkml:trace>
  <inkml:trace contextRef="#ctx0" brushRef="#br0" timeOffset="57293.287">23926 15845 199 0,'0'0'1891'0,"0"0"-1531"0,0 0-160 16,0 0-29-16,0 0 31 0,0 0 79 15,0 0 34-15,0 0-119 0,0 0-74 0,0 0-34 16,-18-9-34-16,18 11-4 0,-3 2 13 15,3-1 8-15,0-2 13 0,0-1-19 16,0 0-28-16,0 0-33 0,0 0-2 16,0 0 1-16,0 0 22 0,0 0 2 0,0 0-8 15,0-1-1-15,0 1-2 0,0-2 5 16,0 2 4-16,0-1 0 0,0 0-7 16,0 1 4-16,0-1 9 0,0-1 18 15,0 1-15-15,0 0-7 0,0-1 1 16,0-1-28-16,-2 1-1 0,0 0-21 15,-1-1 22-15,0 2 14 0,0 0 1 16,0 0-12-16,2 1 12 0,-1-3-14 16,0 3 15-16,-2 0-4 0,2 0-12 15,-1 0-22-15,0 0-3 0,-3 0 10 16,2 0-16-16,-2 0-21 0,-2 4 3 0,-1 1 2 16,0 2-2-16,-2 5 9 0,-1 3-6 15,-1 7 27-15,1 6 18 0,1 3-14 16,3 4 15-16,1 3 2 0,4 1 25 15,1-4-23-15,2-2 8 0,3-7-11 0,8-7 1 16,3-7-1-16,1-4 0 16,4-5 11-16,3-3 1 0,-1-4 5 0,1-6-16 15,0-6 15-15,-1-2-17 0,-3-1-43 16,0-3-13-16,-2-2-12 0,1 1 0 16,-5-1-16-16,1 0-16 0,-4 5 13 15,-2 1 42-15,-3 5 14 0,0 4 24 16,-2 2 7-16,-2 4 41 0,0 3 20 15,0 0-8-15,0 0 9 0,-2 8 3 16,-2 3-21-16,1 6-16 0,-2 3-4 16,0 3 7-16,1 3-15 0,-1 3-13 15,-1 5-3-15,0 6 19 0,-2 6 24 0,2 6-25 16,-2 3-5-16,-1 3 12 0,1 3 2 16,0 1-8-16,2 0 12 0,-2 1-29 15,2-1 0-15,3-2-2 0,0-3 0 16,1-4-15-16,0-4-3 0,2-8-4 0,0-8-15 15,0-8-3-15,3-7-9 0,3-7-32 16,1-6 10-16,1-5-38 0,1-2-42 16,0-8-50-16,0-6-49 0,1-4-23 15,-3-5-172-15,-1 4-536 0,0-15-573 0</inkml:trace>
  <inkml:trace contextRef="#ctx0" brushRef="#br0" timeOffset="57512.19">24341 16389 2587 0,'0'0'341'0,"0"0"-187"15,0 0-17-15,0 0 42 0,0 0 87 16,0 0-32-16,0 0-87 0,0 0-71 16,0 0-42-16,65 71-12 0,-60-52-9 15,-3 0-11-15,-2 2-2 0,0 3 0 0,0 2-25 16,-9 0-69-16,0-2-51 0,1-3-53 15,-1-5-56-15,-1-5-96 0,1-7-107 16,3-2-345-16,-5-7-726 0</inkml:trace>
  <inkml:trace contextRef="#ctx0" brushRef="#br0" timeOffset="57664.922">24368 16250 2062 0,'0'0'1544'0,"0"0"-1294"0,0 0-216 15,0 0 215-15,0 0 55 0,0 0-94 16,0 0-65-16,95-51-121 0,-72 38-24 16,2-1-43-16,0 0-114 0,-1 1-102 15,-1 2-132-15,-8 4-398 0,2 0-991 0</inkml:trace>
  <inkml:trace contextRef="#ctx0" brushRef="#br0" timeOffset="58412.956">25887 15952 2722 0,'0'0'366'0,"0"0"-260"0,0 0 34 15,0 0 67-15,0 0 90 0,0 0-5 16,0 0-96-16,0 0-90 0,0 0-23 0,-25 77 44 16,25-35 61-16,5 7-26 15,1 2-67-15,1-1-19 0,1-5-46 0,-2-7-30 16,1-7-12-16,1-8 10 0,3-8-41 16,-1-9-21-16,3-6-9 0,4-5 30 0,5-13-3 15,1-4-67-15,2-8-59 0,4-6-39 16,-2-3 3-16,2-3-15 0,-1 3 38 15,1-3 65-15,-4 4-80 0,-2 0 6 16,-4 1 60-16,-5 6 54 0,-3 2 19 16,-5 7 32-16,-1 6 29 0,-2 5 77 15,-2 6 51-15,1 5 51 0,-2 0-17 16,2 0-20-16,-2 7-28 0,0 6 21 16,4 3 4-16,-4 7 8 0,3 5-19 15,-3 3 20-15,0 1 7 0,2 2-11 16,-1 1-36-16,2 0-102 0,2-1-6 0,-2-2-43 15,2-1 0-15,1-5-37 16,3-2-25-16,-4-4-3 0,0-2-25 0,-1-3-25 16,2-5-37-16,-1-1-148 15,1-3-156-15,-3-2-573 0,2-4-466 0</inkml:trace>
  <inkml:trace contextRef="#ctx0" brushRef="#br0" timeOffset="58595.345">26540 16258 2704 0,'0'0'366'0,"0"0"-241"16,0 0 101-16,0 0 91 0,0 0 20 16,0 0-100-16,0 0-85 0,0 0-59 15,76 50-19-15,-67-35-34 0,-4 1-40 16,1-1-13-16,-3 2 1 0,0-1-37 0,-1-4-62 16,1-1-44-16,-3-6-32 0,0-2-15 15,1-3-49-15,0-5-153 0,-1-2-282 16,0-12-674-16</inkml:trace>
  <inkml:trace contextRef="#ctx0" brushRef="#br0" timeOffset="58755.691">26658 16035 3399 0,'0'0'455'0,"0"0"-357"0,0 0-20 0,0 0 33 15,0 0 57-15,0 0 18 0,0 0-100 16,79-19-86-16,-53 9-68 0,0 3-80 15,1 0-104-15,-1 0-148 0,-8 3-588 16,3 4-1050-16</inkml:trace>
  <inkml:trace contextRef="#ctx0" brushRef="#br0" timeOffset="59182.938">27468 16043 2353 0,'0'0'481'0,"0"0"-218"0,0 0-75 15,0 0-25-15,46 91 52 0,-35-61-16 16,0 1-70-16,0 0-47 0,-1-2-7 16,-3-4-66-16,2-6-9 0,-2-5-40 15,-2-4-7-15,-1-4-86 0,0-4-56 16,-2-2-115-16,-1-1-300 0,1-13-817 0</inkml:trace>
  <inkml:trace contextRef="#ctx0" brushRef="#br0" timeOffset="59320.856">27657 15791 3216 0,'0'0'423'0,"0"0"-379"0,0 0-12 16,0 0 37-16,0 0 12 0,0 0-81 16,85-37-129-16,-66 30-430 0,9-3-1222 0</inkml:trace>
  <inkml:trace contextRef="#ctx0" brushRef="#br0" timeOffset="59589.582">28063 15997 2940 0,'0'0'660'0,"0"0"-414"0,0 0-120 0,0 0 56 16,-57 65 123-16,49-56-86 0,5-3-99 0,3-2-120 15,0 2-27-15,6 0 27 0,5 2 62 16,1 2-1-16,4 2-12 0,4-2-9 15,-3 2-14-15,2 1-25 0,-2 0 10 16,0 2-9-16,-3 1-2 0,0 1 0 16,-2 0-1-16,-1 1-1 0,-5 1 1 15,-1 0 0-15,-4 0-20 0,-1-1-22 0,-1-1-21 16,-7-4-7-16,-3-1 7 0,-4-2-22 16,-1-4-50-16,-4 0-44 0,-4-3-75 15,-3-3-91-15,8 0-277 0,-18 0-840 0</inkml:trace>
  <inkml:trace contextRef="#ctx0" brushRef="#br0" timeOffset="60243.917">29078 16171 1672 0,'0'0'500'0,"0"0"-167"15,0 0-46-15,0 0 47 0,0 0-51 0,0 0-67 16,-91-28-52-16,78 28-41 16,-1 5 22-16,3 7-51 0,0 7-32 0,-1 7-2 15,7 6 20-15,0 4 16 0,5-4-12 16,0-2-44-16,0-6-40 0,8-7-13 0,4-6 7 16,1-5 6-16,5-6 33 0,1-3-33 15,5-11-21-15,3-4-56 0,-1-6-26 16,0-4-11-16,-3 1 1 0,0-1 42 15,-4 4 50-15,-4 2 21 16,-3 4 3-16,-4 3 22 0,-3 5 3 0,0 4 0 16,-4 5 13-16,1 1 74 0,-2 0 27 15,0 5-58-15,1 6-22 0,1 6 12 16,2 5-31-16,1 4-25 0,3 2-15 16,3 0 28-16,1-4-31 0,2-3-15 15,3-2-41-15,2-7-42 0,3-4-72 0,2-4-20 16,-2-4-23-16,3-1-127 0,-5-5-303 15,6-9-1061-15</inkml:trace>
  <inkml:trace contextRef="#ctx0" brushRef="#br0" timeOffset="60824.905">29828 16009 2236 0,'0'0'395'16,"0"0"-160"-16,0 0 5 0,0 0 25 16,0 0 62-16,0 0-56 0,0 0-36 15,0 0-58-15,0 0 34 0,19 72-42 0,-7-38-58 16,-4 0-63-16,3-2-23 0,-4-3-2 15,1-6-23-15,2-2-27 0,-1-8-4 16,2-4 7-16,1-4-4 0,1-2 16 16,4-3-3-16,2-10 8 0,1-6-11 15,6-7-62-15,0-4-12 0,2-4 27 16,-3-1 47-16,0 2 18 0,-3 2 2 16,-2 0 0-16,-6 6 19 0,-2 0 7 15,-7 5-13-15,1 5 7 0,-4 6 24 16,-1 3 31-16,-1 3 0 0,0 0 27 15,0 0-43-15,0 6-30 0,0 3-28 16,0 5-2-16,0 9 23 0,0 4 4 16,0 3 8-16,0-1 1 0,0-1-37 0,-1-2-6 15,-2-2-31-15,0-2-45 0,0-4-62 16,2-6 9-16,1-3-37 0,0-9-45 16,1 0-161-16,9-11-184 0,-2 3-597 15,10-17-447-15</inkml:trace>
  <inkml:trace contextRef="#ctx0" brushRef="#br0" timeOffset="61140.811">30424 15958 3295 0,'0'0'475'0,"0"0"-402"0,0 0 49 16,0 0 139-16,0 77 188 0,-2-51-148 0,-1 0-112 16,0-3-82-16,3-2-44 15,0-3-41-15,0 0-22 0,0-6-40 16,3-1-42-16,2-3-49 0,1-4 12 0,2-1-16 15,2-3 9-15,3-3 49 0,3-8 9 16,1-4-31-16,5-5-15 0,-1-2 24 16,-2 0 55-16,1 3 35 0,-1 1 0 15,-1 4 0-15,-5 4 2 0,-1 2 63 0,-4 4 22 16,-2 4 18-16,-4 0-3 16,1 0 0-16,3 4-10 0,-3 4 9 0,3 0-34 15,-3 3-48-15,-1-1-19 0,0 3-12 16,-1-1-36-16,1 0-17 0,-1-2-45 15,-1 0-10-15,0 1-16 0,0-3-10 16,0 0-56-16,0 0-176 0,0-4-283 16,-1-4-776-16</inkml:trace>
  <inkml:trace contextRef="#ctx0" brushRef="#br0" timeOffset="61329.984">30891 16054 382 0,'0'0'3093'0,"0"0"-2654"0,0 0-367 15,0 79 92-15,-2-52 230 0,1-1-58 0,-1-3-83 16,2-3-167-16,0-6-86 16,3-3-67-16,7-4-104 0,2-6-59 0,-1-1-54 15,6-7-140-15,-6-2-242 0,7-16-846 0</inkml:trace>
  <inkml:trace contextRef="#ctx0" brushRef="#br0" timeOffset="61705.28">31386 15514 3186 0,'0'0'414'15,"0"0"-354"-15,0 0 167 0,11 81 165 0,-11-45 10 16,0 7-126-16,2 3-83 0,0 2-78 16,-2 0-35-16,3 3 5 0,-3-1-48 15,0 1-37-15,0-1-61 0,-3 0-79 16,-6-1-24-16,2-6-47 0,-2-5-19 0,-1-9-21 15,5-7 77-15,0-7 81 16,-1-6-30-16,1-6-113 0,-3-3-29 0,-2-2-115 16,0-4 31-16,-3-4 110 0,0-2 78 15,2-3 47-15,-6-1 114 0,2-3 120 16,-2-1 87-16,-2-2 15 0,5-3 19 16,-3 0-53-16,5-2-6 0,3 5-20 15,3 4 8-15,2 4 10 0,4 8 24 16,0 5-36-16,3 1 0 0,7 0-26 15,5 0 27-15,5 0 27 0,6 1-46 16,2 2-32-16,4-2-8 0,0 1-37 0,2-2-34 16,0 0-38-16,0-3-1 0,1-4-2 15,-3-1-101-15,-2-1-67 0,-3-2-13 16,-2 0-26-16,-4 3-83 0,-3 0-165 16,-3 4-216-16,-5-1-562 0,-1 5-303 0</inkml:trace>
  <inkml:trace contextRef="#ctx0" brushRef="#br0" timeOffset="61978.791">31677 16254 222 0,'0'0'2224'16,"0"0"-1863"-16,0 0-136 0,55 72 151 15,-33-59 30-15,-2-5-126 0,0-6-84 16,0-2-87-16,3-3-44 0,3-9-50 16,-2-6-15-16,3-2-2 0,-1-5-10 0,-2-3-35 15,-1 3 13-15,-4 0-12 0,-5 4 21 16,-6 4 25-16,-5 4 0 0,-3 2 56 15,-5 4 31-15,-10 3-1 0,-4 2 35 16,-7 2 97-16,-5 9-38 0,1 7-73 16,-3 8-34-16,1 5-3 0,1 5 0 15,5 0-18-15,1 2-26 0,6-2-26 16,4-2-27-16,4-5-1 0,7-2-2 16,4-6-22-16,0-4-57 0,6-2 20 0,6-2 13 15,6-3-25-15,5 0-25 0,3-4 40 16,2-2-24-16,-7-2-446 15,5 0-732-15</inkml:trace>
  <inkml:trace contextRef="#ctx0" brushRef="#br0" timeOffset="62138.632">32301 16473 4433 0,'0'0'649'15,"0"0"-427"-15,0 0 57 0,0 0-49 16,0 0-230-16,0 0-21 0,0 0-188 15,0 0-100-15,0 0-144 0,0 0-280 0,-40-72-1176 16</inkml:trace>
  <inkml:trace contextRef="#ctx0" brushRef="#br0" timeOffset="66775.897">26920 11619 1823 0,'0'0'532'15,"0"0"-383"-15,0 0-33 0,0 0 411 16,0 0-202-16,0 0-103 0,0 0-55 0,0 0-60 16,0 0 3-16,0 0-4 0,39-5 0 15,-22 5-22-15,6 0-10 0,6 0 7 16,7 3 2-16,2-1-3 0,5 1-18 15,5 0-25-15,6 0 6 0,5-2 6 16,5-1-3-16,7 0 0 0,1-5 2 16,5 0-17-16,1 0-28 0,0-1 15 15,-3 4-18-15,3 1 0 0,-2 1-2 0,2 0 0 16,-1 7 2-16,3 0 18 0,-1 5-16 16,1 0-4-16,2-2-8 0,-3 2-4 15,3-1 14-15,2-1 19 0,1 1-16 16,0 0-3-16,4-2 12 0,4 0-12 15,6 2 2-15,6-2 16 0,3 2-15 16,6 0 31-16,1 2-7 0,3 0 52 0,-1 1 40 16,2 1-37-16,-4 1-27 0,1-1-22 15,-6 0 3-15,-1-2-21 16,-3-4-15-16,-3 1-23 0,-5-3 8 0,-2 0 12 16,-9-2 0-16,-9 0-9 0,-13-2 11 15,-9 0-11-15,-13-2-37 0,-12 0 46 16,-9 0 2-16,-10-1-35 0,-4 0-58 15,-8 0-31-15,0 0-21 0,-6 0-29 0,-11 0-80 16,-8 3-203-16,-6 1-236 16,4-2-493-16,-24 6-8 0</inkml:trace>
  <inkml:trace contextRef="#ctx0" brushRef="#br0" timeOffset="68041.947">9354 12431 1421 0,'0'0'176'16,"0"0"-36"-16,0 0 854 0,0 0-647 16,0 0-44-16,0 0-62 0,0 0-14 15,0 0 16-15,0 0-81 0,0 0-35 16,0 0-18-16,23-15-26 0,-10 15 13 0,7-2-10 15,1 2-16-15,4-2 1 0,4 2-25 16,3 0 6-16,5-1-6 0,8-2-19 16,4 2 34-16,9-4-18 0,7 0-25 15,5 1 22-15,5-2-28 16,4 0 8-16,2 2-19 0,4 3-2 0,0 0-18 16,0 1-11-16,0 0 17 0,3 0-8 15,1 0 3-15,4 0 17 0,0 1-2 16,-2-1-19-16,1 1 7 0,-5-1-19 0,-2 1 32 15,-4 1-9-15,-4 1-1 0,-3-3-3 16,-2 6-19-16,-3-2 13 16,-4 0-4-16,-5 2 24 0,-3 0-23 0,-7 1-1 15,-1-1-3-15,-6 0 26 0,-1 0 2 16,-3-3-2-16,-1 3 0 0,-2-5 1 16,-5 2 1-16,0-3 18 0,-5 0-6 0,-5 0 1 15,-2-3-10-15,-3 0 21 0,-5-1 1 16,1 1 2-16,-5-1-12 0,-3 2-13 15,-1 0 11-15,-1 1-13 0,-2 1-33 16,0-2-22-16,0 2-22 0,0-1-6 16,0 0-15-16,-5-2-56 15,-2-1-47-15,1-1-131 0,-1 2-351 0,-10-8-1201 0</inkml:trace>
  <inkml:trace contextRef="#ctx0" brushRef="#br0" timeOffset="69754.78">11304 1588 1307 0,'0'0'397'0,"0"0"-186"15,0 0 224-15,0 0 248 0,0 0-287 16,0 0-124-16,0 0-42 0,0 0-54 16,0 0-17-16,0-8-3 0,0 8-8 0,0 3-25 15,-2-3-30-15,2 1-26 0,0 1-12 16,0-2-6-16,0 0 6 0,0 0 9 16,0 0 28-16,0 0-1 0,0 0-27 15,0 0-21-15,0 0-13 0,0 1-6 0,0-1-8 16,0 0-14-16,0 0-2 0,0 0 0 15,-1 1-2-15,1-1-1 0,0 0 2 16,0 0-1-16,0 0 1 0,0 0-1 16,0 0-1-16,0 0-9 0,0 0 9 15,0 1-9-15,-1 1 0 0,1-1-6 16,-2 2-3-16,2-2-1 0,-1 1 20 16,-1 1-1-16,2-3 1 0,0 1 1 15,0-1 1-15,0 0 2 0,-1 1-1 16,1-1 1-16,0 0 0 0,0 2-2 15,0-2-1-15,0 2-17 0,0-2 3 16,0 0-7-16,0 1 4 0,0-1 3 16,0 0 13-16,0 0-1 0,0 0 3 0,0 0 11 15,0 0 10-15,0 0 7 0,0 0-4 16,0 0 0-16,-2 0-8 0,2 0 2 16,0 0-18-16,0 0 0 0,0 2-28 0,0-1-17 15,0 2-10-15,0 2 9 16,0 3 7-16,0 3 8 0,0 6 19 0,0 1 10 15,0 7 1-15,0 4 1 16,0 4-2-16,0 9-10 0,0 5 0 16,2 9-16-16,2 5 25 0,-1 8-12 0,0 4 3 15,1 6-19-15,-1-1-9 0,-1-1 19 16,-1-6-13-16,1-8 7 0,-1-6 27 16,2-13 15-16,-2-2-15 0,1-12 0 15,-1-5-18-15,-1-7-50 0,3-5-37 16,0-6-36-16,0-6-54 0,1-1-33 15,2-6-83-15,4-7-5 0,-3-7-22 0,0-5-127 16,-1 3-263-16,-3-22-256 0</inkml:trace>
  <inkml:trace contextRef="#ctx0" brushRef="#br0" timeOffset="70074.007">11263 1631 893 0,'0'0'1222'0,"0"0"-746"16,0 0-196-16,0 0-65 0,0 0-20 15,26-68-1-15,-15 54-45 0,0 6-26 16,2-3-12-16,0 5-1 0,3 2-19 16,-3 3-12-16,3 1-30 0,-2 2-2 0,-1 6-19 15,2 4 10-15,-2-1-20 0,-2 4-16 16,-2 2 23-16,-3 0 18 0,-2 1 7 15,-3 1-28-15,-1 1 3 0,0 3 5 16,-5 0-5-16,-4 1 3 0,-5 2 1 16,-1-2-29-16,-2 0-59 0,-1-1-18 15,-2-4-22-15,1 0-44 0,-1-3-36 0,3-3-35 16,1-2-32-16,2-3-69 0,5-2-169 16,3-3-256-16,-1 0-342 0</inkml:trace>
  <inkml:trace contextRef="#ctx0" brushRef="#br0" timeOffset="70440.716">12036 2070 2677 0,'0'0'443'15,"0"0"-296"-15,0 0-51 0,0 0-10 0,0 0 22 16,0 0 50-16,0 0 25 0,-35 79-39 16,27-59-59-16,2-2-54 0,2-3-31 15,-1-1-19-15,4-3-28 0,-2-5-17 16,3-2-105-16,0-4-134 0,4 0-159 16,2-3-509-16,13-11-107 0</inkml:trace>
  <inkml:trace contextRef="#ctx0" brushRef="#br0" timeOffset="70886.518">12811 1700 3014 0,'0'0'381'0,"0"0"-242"0,0 0 61 0,-75-14 76 15,45 14-50-15,0 8-21 0,-1 6 39 16,1 6-90-16,3 9-41 0,1 5-24 15,3 5-7-15,6 4-24 0,4-2-6 16,4-3-34-16,8-4-18 0,1-10-39 16,1-6-19-16,9-8-15 0,3-6 24 15,3-4 12-15,4 0-36 0,3-10-4 16,-1-6-37-16,5-5 13 0,-2-5-47 16,-1-2-11-16,-3-5 19 0,0 1 28 15,-2 0 29-15,-3 4 21 0,-2 2 18 16,-4 7 24-16,0 5 20 0,-4 5 19 15,-2 5 9-15,-2 2 44 0,-1 2 4 16,1 3 31-16,-1 6 20 0,2 6-18 0,-2 5-13 16,1 5-3-16,-2 9 5 0,0 5-46 15,0 6-2-15,-2 6-17 0,-2 7-31 0,-2 7-2 16,-2 4-2-16,-1 4-25 0,2-1 8 16,-2-1-2-16,2-5-7 0,1-6-27 15,3-6 9-15,0-6-19 0,-1-7-6 16,3-7-44-16,1-7-12 0,0-4-39 15,0-9-23-15,0-6-101 0,0-5-127 16,0-3-222-16,1-5-410 0,3-11-129 0</inkml:trace>
  <inkml:trace contextRef="#ctx0" brushRef="#br0" timeOffset="71743.117">14016 2021 1877 0,'0'0'260'15,"0"0"2"-15,0 0 22 0,0 0 3 16,-50-70-35-16,38 58-54 0,-1 5 24 0,0 1 5 15,2 3 0-15,-2 3 0 0,4 0-59 16,-2 7-60-16,-1 7-71 0,-1 6-19 16,1 7 7-16,1 8 21 0,4 5 0 15,1 1 3-15,3 0-6 0,3-7-19 0,0-6-24 16,0-9-31-16,0-7 10 0,3-7-4 16,4-1 1-16,1-4 13 0,4-4 11 15,4-7 0-15,6-7-12 0,1-5-46 16,0-5-29-16,-1-1-33 0,-1-1 12 15,-2 3 14-15,-2 5 42 0,-1 4 14 16,-3 6 1-16,-1 4-7 0,-1 7-3 16,1 1 47-16,-2 4 81 0,4 6 60 15,-4 5-14-15,-1 1-7 0,2 2-36 16,-3 2-23-16,-2-1-8 0,-2 0-20 16,1-3-20-16,-2-2-13 0,0-4 0 15,0-3-34-15,-1-3-15 0,-2-4-96 0,1 0-97 16,-1 0-52-16,0-6-122 15,0 1-266-15,0-8-670 0</inkml:trace>
  <inkml:trace contextRef="#ctx0" brushRef="#br0" timeOffset="72005.836">14311 1826 2745 0,'0'0'340'0,"0"0"-266"0,0 0 63 0,0 0 95 16,0 0 62-16,0 0-26 0,50 73-53 15,-46-51-54-15,0 3-65 0,-2 2-38 16,-2 2-14-16,0 2-27 0,0 2-17 16,-3-3-12-16,-1-1-7 0,2-8-5 15,1-4 24-15,1-7 3 0,0-8 15 16,0-1 10-16,0-1 0 0,4-2 18 16,3-6 101-16,5-2-19 0,3-2-45 15,1-6-43-15,3 0-30 0,-1-1-10 0,2 1-19 16,0-1-14-16,0 0-28 15,3-1-157-15,1-1-77 0,2 0-112 0,-7 5-287 16,7-7-1044-16</inkml:trace>
  <inkml:trace contextRef="#ctx0" brushRef="#br0" timeOffset="72320.947">14800 1981 2989 0,'0'0'457'0,"0"0"-324"16,0 0-35-16,0 0 53 0,0 0 66 15,0 0-4-15,0 0-48 0,0 0-17 16,0 0-15-16,88 28-29 0,-69-42-95 0,2-4-9 16,0-6-49-16,0 0-28 0,-1-2 6 15,-4 3-3-15,-3 3 3 0,-6 4 37 16,-1 5 33-16,-6 4 1 0,0 2 1 16,-1 3 58-16,-9 0-40 0,-5 2 15 15,-1 0 21-15,-2 0-21 0,-1 7 3 0,-1 6-15 16,0 6-20-16,1 8 13 0,0 5 13 15,2 5 24-15,2 2 3 0,4 1-3 16,2-1-27-16,5-5-23 0,4-1-2 16,0-9-16-16,11-5-20 0,4-3 8 15,5-4 28-15,3-3-12 0,6-3-1 16,4-2-76-16,4-4-105 0,-1 0-78 16,4-4-76-16,-10-2-241 0,16-4-786 0</inkml:trace>
  <inkml:trace contextRef="#ctx0" brushRef="#br0" timeOffset="72956.961">16116 2144 1026 0,'0'0'81'0,"0"0"-61"0,0 0-20 16,0 0 332-16,-27-73 35 0,19 60 65 0,-2-1-35 16,1 3-75-16,-2 2-34 0,2 4 2 15,2 2-9-15,0 1-32 0,1 2 6 16,2 5-88-16,-2 4-59 0,0 11-40 15,0 9-19-15,-2 10-3 0,2 5-6 16,0-1 19-16,4-1-4 0,2-10-23 16,0-4-32-16,0-10-30 0,5-6-13 15,1-7 18-15,5-4 25 0,0-1 10 16,3-12-10-16,6-7-25 0,2-7-58 0,0-6-15 16,1-4-7-16,-3-1 9 0,-3 3 15 15,0 3 38-15,-5 7 21 0,-1 5 19 16,-3 6 0-16,-4 7-9 0,0 2-10 15,-1 4 22-15,-1 0 81 0,-1 4 24 16,5 7 25-16,-2 2-7 0,0 1-12 16,2 4-35-16,-1 0-21 0,0 0-6 15,2-2-27-15,-1-2-22 0,2-3-29 16,0-2-23-16,1-5 3 0,2-3-15 16,1-1-108-16,4-3-63 0,3-6-88 0,1-5-226 15,-3 1-781-15,5-10-770 0</inkml:trace>
  <inkml:trace contextRef="#ctx0" brushRef="#br0" timeOffset="73254.947">16734 1808 726 0,'0'0'2514'0,"0"0"-2114"0,0 0-245 16,0 0 122-16,0 0 6 0,0 0-94 16,0 0-28-16,-73 84-32 0,51-57-62 15,3 0-33-15,2-2-13 0,5-2-21 16,3-5 0-16,4-6-18 0,5-1-7 0,0-4-11 15,3-1 11-15,8-2 25 16,1 2 15-16,7-2 22 0,-2 0-6 0,5 1-7 16,-2 0-21-16,-3 1 16 0,0 0-4 15,-5 1 12-15,-2 0 19 0,-3 4 12 16,-2-3 0-16,-4 4 15 0,-1 1-21 16,0 1-3-16,-6 0-10 15,-7 0-39-15,2-3-42 0,-5 0-71 0,3-5-36 16,1-3-32-16,1-3-34 0,5-3-62 0,2-7-133 15,2-5-193-15,2 0-642 0,0-15-590 0</inkml:trace>
  <inkml:trace contextRef="#ctx0" brushRef="#br0" timeOffset="73556.51">17194 1644 3325 0,'0'0'525'16,"0"0"-282"-16,0 0-69 0,0 0 74 0,-35 77-23 15,11-46-19-15,-1 0 50 16,-2 0-116-16,2-1-64 0,1-3-30 0,6-4-46 16,4-3-12-16,6-7-37 15,3-1-15-15,5-3-6 0,0 0 19 0,10-2 29 16,2 0 21-16,5 2 1 0,3-3 1 0,1 0 2 16,-1 1 10-16,0-1-11 0,-3 1 10 15,-3 0 0-15,-2 1-9 0,-2 0 15 16,-1 1 4-16,-5 1 17 0,-2 0-2 15,-2 3 2-15,0 0 1 0,-10 1-1 16,-2 2-2-16,-3-1-19 0,-5-2-18 16,0 0-45-16,0-3-34 0,1-2-33 15,-1-3-40-15,6-2-65 0,1-3-91 16,3 0-101-16,4-5-271 0,0-10-840 0</inkml:trace>
  <inkml:trace contextRef="#ctx0" brushRef="#br0" timeOffset="74106.635">17500 1839 2719 0,'0'0'666'0,"0"0"-460"0,0 0-130 0,0 0 95 15,0 0-46-15,0 0 30 16,-44 66 94-16,38-39-51 0,1-1-53 0,3 4-35 16,2-2-48-16,3-2-41 0,6-4-10 15,-1-1-10-15,3-5 1 0,1-4 26 16,-1-6 9-16,4-4-13 0,-2-2-9 16,5 0-15-16,-1-5-20 0,3-7-38 15,-1-4-49-15,3-3-19 0,-2-6 2 16,0 0-18-16,2-3 37 0,-4 2 37 15,-3 0 36-15,-3 4 32 0,-6 1 19 16,-4 5 43-16,-2 2 44 0,-5 3 27 0,-6 1-19 16,-2 3 30-16,-3 2-21 0,0 2-28 15,-1 2-10-15,0 1-21 16,-2 0-38-16,3 4-26 0,-1 4-37 0,2-1-12 16,0 2-21-16,4 0-9 0,0 4-16 0,2 2-53 15,2 1-64-15,0 1-89 0,0 6-155 16,2-8-317-16,1 8-836 0</inkml:trace>
  <inkml:trace contextRef="#ctx0" brushRef="#br0" timeOffset="74456.44">18201 1733 1668 0,'0'0'1430'16,"0"0"-1312"-16,0 0-96 0,0 0 65 0,0 0 91 16,0 0 56-16,-82-26 39 0,71 33-31 15,-3 6-78-15,0 8-52 0,0 4-29 16,-2 8 16-16,1 5 64 0,0 2 8 15,0 5 6-15,0 0-7 0,3 0-55 16,1-6-24-16,5-7-45 0,4-6-25 16,2-5-21-16,0-9-3 0,6-1-12 15,5-5 0-15,1-2 0 0,4-3-4 0,3-1 16 16,2-4-39-16,5-6-55 0,0-3-79 16,0-7-74-16,0-2-149 0,-6 3-315 15,6-12-924-15</inkml:trace>
  <inkml:trace contextRef="#ctx0" brushRef="#br0" timeOffset="74615.86">18397 1801 3417 0,'0'0'515'0,"0"0"-360"16,-11 66 69-16,1-31 92 0,-5 4 27 0,2 0 2 16,-1-6-72-16,5-2-121 0,0-4-94 15,5-4-58-15,-1-4-45 0,5-4-67 16,0-3-64-16,0-6 3 0,4-4-34 0,3-2-103 15,0-4-387-15,2-16-676 0</inkml:trace>
  <inkml:trace contextRef="#ctx0" brushRef="#br0" timeOffset="74765.489">18409 1658 3621 0,'0'0'548'0,"0"0"-411"16,0 0 15-16,0 0-115 0,0 0-34 15,0 0 62-15,0 0-65 0,90-1-3 16,-61 8-59-16,0 5-174 0,4 1-212 16,-9-1-691-16,7 6-1174 0</inkml:trace>
  <inkml:trace contextRef="#ctx0" brushRef="#br0" timeOffset="75121.989">18905 1867 3543 0,'0'0'592'0,"0"0"-336"16,0 0 80-16,0 0-54 0,-90 72-41 0,67-42-10 16,-1-4-52-16,5 2-43 0,3-1-48 15,5-4-55-15,3-1-33 16,5-4-15-16,3-5-18 0,0-4-13 0,0-4-11 16,6-1-7-16,6-4-8 0,3-2-4 15,3-8 37-15,3-3-22 0,5-8-52 16,-1-1-5-16,-2-4-1 0,-1 2 9 15,-2 2 15-15,-6 4 58 0,-1 2 37 16,-6 8 3-16,-2 3 25 0,-2 3 27 16,-3 2 64-16,0 0 12 0,0 7-15 0,0 1-46 15,-3 6 0-15,-2 6-3 0,-1 0-22 16,0 2 19-16,0 1 17 0,1-4-23 16,4-5-52-16,-1-2-6 0,2-2-33 0,0-7-22 15,3 0-5-15,5-3-59 0,3-3-32 16,2-4-8-16,4-5-33 0,2-2-167 15,0-4-234-15,-5 4-526 0,5-7-604 16</inkml:trace>
  <inkml:trace contextRef="#ctx0" brushRef="#br0" timeOffset="76103.258">19369 1345 2989 0,'0'0'457'0,"0"0"-296"16,0 0-50-16,0 0 100 0,0 0 143 0,20 83-78 15,-16-37-15-15,-1 6-59 0,-2 6-49 16,2 4-7-16,-1 1 27 0,-1-3-64 16,2-2-45-16,0-3-37 0,1-5-27 15,-1-6-3-15,1-6-21 0,-1-7-27 16,2-5-4-16,-2-8-15 0,1-5-36 16,0-7-37-16,-2-1-52 0,-1-5-72 0,1 0-252 15,-2-3-271-15,0-8-712 0</inkml:trace>
  <inkml:trace contextRef="#ctx0" brushRef="#br0" timeOffset="76771.902">19281 1824 2794 0,'0'0'783'0,"0"0"-509"0,0 0-164 16,0 0 73-16,0 0 4 0,0 0 32 16,0 0 52-16,0 0-133 0,0 0-135 0,0 0 19 15,0 0-13-15,43 0 18 0,-15 0-27 16,3 0-74-16,6 0-85 0,-1-10-75 15,3-2-30-15,1 1-8 0,-2-3-36 0,-3 3-99 16,-2 0-57-16,-4 4 61 16,-6 4 121-16,-1 3 282 0,-5 7 68 0,-6 10 233 15,-2 2 34-15,-2 2-1 16,-3 3-25-16,-1 0-34 0,0-2-21 16,0-3-12-16,3-3-72 0,1-6-68 0,5-4-49 15,1-2 5-15,5-4-2 0,1 0-19 16,4-7-37-16,0-4-71 0,0-3-25 15,1-3-18-15,-3-1 9 0,-2 2-7 16,-5 0 9-16,-3 6 22 0,-6 4 81 16,-4 4 22-16,-1 2 68 0,-9 0 38 0,-5 4-76 15,-3 4 45-15,-3 5 23 0,-2 3 3 16,-1 3 34-16,4 5 48 16,2-1-49-16,3-1-50 0,4-3-24 0,5-3-18 15,3-3-28-15,2-6-36 0,1-1 0 16,6-3 10-16,6-3 20 0,3 0-15 15,4-5-12-15,5-6-3 0,0-3-6 16,4-8-46-16,1-2-45 0,1-2-40 0,0 0-12 16,3-4-13-16,-3-2-37 15,2-1-57-15,2-3-17 0,-2-3-31 0,-2-2-8 16,-3-3 23-16,-3 0 55 0,-5-3 61 16,-3 1 70-16,-6 2 103 0,-2 5 7 15,-3 3 240-15,-4 7 25 0,-1 6-25 16,-1 0-4-16,0 4-23 0,0 6-13 15,0-2-33-15,0 4 8 0,-1 3-9 0,-1 2-29 16,2 2-37-16,-1 1-37 0,1 3-36 16,-2 0-22-16,2 0-12 0,-1 0-22 15,-1 4-14-15,2 5-16 0,-1 7 40 16,-2 5 12-16,2 8 49 0,-2 9-25 16,-1 5-3-16,-1 3-5 0,-4 6-16 15,0 2 0-15,-2 4-16 0,1 0-5 16,0-4-13-16,5-5-5 0,2-8-47 0,3-6-34 15,0-8-21-15,7-4-13 16,1-5-23-16,0-3-34 0,0-2-72 0,0-1-179 16,-1-6-291-16,-2 0-835 0</inkml:trace>
  <inkml:trace contextRef="#ctx0" brushRef="#br0" timeOffset="77799.509">21218 1842 2255 0,'0'0'1040'0,"0"0"-789"16,0 0-159-16,0 0 56 0,0 0 57 0,95-21-1 15,-61 14-46-15,5 2-31 0,7 1-28 0,1-2-37 16,4 1-4-16,3-1-27 0,-1 0-30 15,-2-3 2-15,0 2-3 0,-6-2 0 16,-3 0-10-16,-5-1-27 0,-7 0-3 16,-4 3-52-16,-8 0-79 0,-5 2-56 15,-8 3-43-15,-5 2-87 0,-5 0-134 16,-5 0-218-16,-20 5-618 0</inkml:trace>
  <inkml:trace contextRef="#ctx0" brushRef="#br0" timeOffset="77996.214">21192 1907 1706 0,'0'0'688'16,"0"0"-410"-16,0 0-111 0,0 0 93 15,0 0 2-15,0 0-46 0,0 0 11 0,0 0 44 16,0 0-18-16,0 0-15 0,116 48-47 16,-62-48-68-16,2 0-50 0,3-7-18 0,-1-2-27 15,-4-1-28-15,-3 0-2 0,-5-2-29 16,-4 1-3-16,-6-2-63 0,-3 0-97 15,-6-1-66-15,-6-1-94 0,-6 3-275 16,-6-9-873-16</inkml:trace>
  <inkml:trace contextRef="#ctx0" brushRef="#br0" timeOffset="78377.442">21532 1405 3049 0,'0'0'424'0,"0"0"-389"0,0 0-16 15,0 0 44-15,0 0 36 16,0 0 99-16,0 0-41 0,0 0-118 0,0 0-37 16,0 0-2-16,-89 83 12 0,55-48 13 15,-3 3 34-15,-5 6-9 0,-5 1 6 16,-2 4-19-16,-2 0 7 0,-1-1-7 15,4 0 10-15,3-8 42 0,8-5 72 16,9-6-60-16,8-7-58 0,6-4-27 16,9-5-16-16,3-1-18 0,2-1 3 15,6 3 15-15,7 0 9 0,9 4 37 0,6-2 21 16,6 0-3-16,5-2-9 0,5 0-12 16,-1-4-12-16,3 1-28 0,-4-2-1 15,2-2 19-15,-3 0-21 0,-2-2-1 16,0-2-20-16,0-1-16 0,-2-2-85 0,2 0-68 15,-2-2-69-15,-1-7-70 0,-10-1-205 16,11-9-766-16</inkml:trace>
  <inkml:trace contextRef="#ctx0" brushRef="#br0" timeOffset="78658.005">22003 1511 3022 0,'0'0'437'0,"0"0"-392"0,0 0 88 0,0 0 6 16,0 0 56-16,0 0 87 0,96 59-71 15,-75-37-69-15,0 0-25 0,2 2-40 16,-1 2-28-16,-2 1-24 0,-1 1-16 16,-5 1-9-16,1 1-1 0,-7 3-24 0,-5 0 7 15,-3 0 15-15,-3 3-77 0,-11-3-34 16,-5 4 6-16,-4-1 28 0,-3 0-10 15,-4 0 0-15,-2-1-7 0,1-1 0 16,-4-3-23-16,3-2-72 0,-1-4-108 16,1-4-109-16,7-5-303 0,-12-2-611 0</inkml:trace>
  <inkml:trace contextRef="#ctx0" brushRef="#br0" timeOffset="80756.225">23189 1354 3198 0,'0'0'394'0,"0"0"-267"16,0 0-51-16,0 0 37 0,0 0 48 16,0 0 38-16,0 0 28 0,0 0-88 15,0 0-99-15,0 0 12 0,0 0-24 16,84-9-10-16,-56 5-15 0,3-1 10 0,-1-1-4 15,2-3-9-15,-1 2 0 0,2 0-1 16,-4-4-12-16,0 3-2 16,-6-1 0-16,-2 3-13 0,-7 0 25 0,-3 4-15 15,-3 1-1-15,-2 0-2 0,-4 1-13 0,-2 0-10 16,0 0 14-16,0 0 5 16,0 0-3-16,3 1 25 0,0 2 3 0,-2 3 25 15,2 0-7-15,0 1 1 0,-1 2-7 16,-1-1 0-16,1 8 1 0,0-2-12 15,-2 7 30-15,2 5-19 0,-1 5 16 16,-1 6 18-16,0 7-15 16,0 5-13-16,0 5-18 0,-5 1 15 0,0 2-15 15,-1-4 0-15,1-2 14 0,1-7-12 16,4-8-2-16,0-8 0 0,0-3 0 16,0-7 0-16,2-4 10 0,0-4-10 15,-1-2-21-15,3-4-7 0,-4-2-18 0,0-2-7 16,0 0-76-16,0 0-66 15,0 0-48-15,0-4-44 0,0-4-105 0,-7 0-297 16,5-2-593-16,-12-7-160 0</inkml:trace>
  <inkml:trace contextRef="#ctx0" brushRef="#br0" timeOffset="80982.827">23293 1748 2812 0,'0'0'404'0,"0"0"-251"15,0 0-3-15,0 0 81 0,0 0 17 16,0 0-19-16,0 0 26 0,0 0-3 16,79 3-74-16,-47-3-34 0,2 0-28 15,1-5-46-15,1-1-36 0,-3-1-22 0,-1-2-9 16,-2 1-3-16,-4 0-24 0,-4-1-18 16,-4 2-80-16,-5 1-77 0,-2 1-40 15,-4 2-61-15,-6 3-154 0,-1 0-297 16,0 0-620-16,-16 11-81 0</inkml:trace>
  <inkml:trace contextRef="#ctx0" brushRef="#br0" timeOffset="81150.424">23328 1927 1997 0,'0'0'451'0,"0"0"-200"16,0 0-45-16,0 0 137 0,0 0-15 16,0 0-6-16,0 0-24 0,0 0-62 15,0 0-63-15,0 0-56 0,0 0-13 16,7 23 37-16,17-28-6 0,4-2-83 15,1-2-37-15,1 0-15 0,0 0-31 16,0-1-42-16,1 1-126 0,0 0-44 0,2 1-66 16,-2 0-205-16,-8 4-663 15,5-3-885-15</inkml:trace>
  <inkml:trace contextRef="#ctx0" brushRef="#br0" timeOffset="82108.693">24271 1446 300 0,'0'0'1649'0,"0"0"-1273"16,0 0-231-16,0 0 17 0,0 0 28 0,0 0 70 16,0 0 37-16,0 0-31 0,0 0-64 15,0 0-45-15,-5 5-6 0,0 3-20 0,-1 7-10 16,0 5-9-16,-2 3-11 0,-1 5 4 15,2 4-16-15,0 1 9 0,1 1-21 16,1-1-28-16,2-1-16 0,1-3-8 16,2-7-15-16,0-2-10 0,0-6-15 15,5-6-10-15,0-2 4 0,1-1 3 16,3-5 2-16,1 0-2 0,2 0-10 16,5-7 25-16,0-5-52 0,6-7 6 15,0-4-9-15,1-2-13 0,-2-2 10 16,1-2-13-16,-3 2-7 0,-1-1 1 15,-2 3-4-15,-1-1 16 0,-6 2 12 16,-2 0-3-16,-2 3 12 0,-4 3 31 16,2 4 16-16,-4 4 39 0,0 4 17 15,0 2 0-15,0 1 9 0,0 3 7 16,0 0 8-16,0 0-12 0,0 0-22 0,-2 0-12 16,0 0-21-16,2 1-13 0,0 1 0 15,-1 2-22-15,0 0-6 0,1 5 28 16,-2 1 17-16,1 7 7 0,-1 1 20 15,-1 3-7-15,0 3-19 0,0 2-3 0,0 2 1 16,1 1 5-16,-4 2-18 0,0-1 10 16,3-2-11-16,0-3-1 0,2-4-1 15,1-7 18-15,0-1-15 0,0-2-3 16,0-2-12-16,1-4 0 0,2 0-4 16,0-2-5-16,-1-2-10 0,2 1-24 15,-1-2-109-15,0 0-25 0,1 0-20 16,0-5-52-16,2 1-96 0,-1-5-173 0,-3 3-629 15,4-6-574-15</inkml:trace>
  <inkml:trace contextRef="#ctx0" brushRef="#br0" timeOffset="93548.842">24761 1445 280 0,'0'0'555'0,"0"0"909"0,0 0-1025 0,0 0-159 16,0 0 49-16,0 0 17 0,0 0-41 16,0 0-79-16,0 0-68 0,0 0-43 15,0 0-35-15,3 1-12 0,-3 1-22 16,2 2-18-16,-1 1-3 0,1 4 11 15,1 0 20-15,-2 4 45 0,-1 0 3 16,0-1-40-16,0 4-15 0,0-1-22 16,0 2-15-16,-1 1-12 0,-2 1-2 0,-2 2 0 15,0 2-1-15,0 2 1 16,-1-1-13-16,1-1 12 0,1-2-15 0,1-4 15 16,0-2 0-16,3-5-1 0,0-2-11 15,0-4 12-15,0-3-21 0,0-1-10 16,0 0-15-16,0 0 6 0,0 0 4 0,0-2-10 15,0-3-7-15,4-3-5 0,2-3 12 16,1-1 0-16,2-1-13 0,-4-3-6 16,3 2 22-16,-1 0 15 0,0-1 6 15,-1 0 6-15,2-1-2 0,2-1 18 16,0-2 1-16,-1 0-14 0,5-2 4 16,-2-1 11-16,1 1 0 0,1 2 1 15,-2 2 0-15,1 3 15 0,-3 3-4 16,0 1-10-16,-1 5 29 0,-2 3 17 15,0 2-32-15,-1 0-12 0,2 0 0 0,1 6 15 16,0 3 1-16,-2 1 5 16,2 2 4-16,-4 1-12 0,1 1 2 15,-3 3-3-15,-1-1 10 0,-2 1 3 0,0 3-12 16,0 1-14-16,-2-1 24 0,-1 5-11 16,-3 0 1-16,1-1-16 0,-2 2 2 15,2-4 0-15,1-1-1 0,1-3 8 16,0-5-9-16,3-3-1 0,0-2-11 0,0-3-7 15,0-4 1-15,0 0-1 0,0-1 16 16,0 0-12-16,0 0-13 0,2-5-83 16,3-3-44-16,1-3-72 0,3-3-185 15,-1-3-316-15,3-2-638 0,-4 7-108 16</inkml:trace>
  <inkml:trace contextRef="#ctx0" brushRef="#br0" timeOffset="93777.565">25237 1526 616 0,'0'0'326'0,"0"0"818"15,0 0-675-15,0 0-140 0,0 0 52 0,0 0 32 16,0 0-38-16,17 81-107 16,-14-62-103-16,0 1-67 0,0 1-5 0,-1 0-22 15,-2 0-22-15,0 0-46 0,0 0-3 16,0-3-19-16,0-4-17 0,-3-1-66 15,1-2-25-15,-1-5-27 0,3 0-52 16,-1-4-80-16,1-2-153 0,0 0-227 16,0-8-331-16,0 1-439 0,3-12 1302 0</inkml:trace>
  <inkml:trace contextRef="#ctx0" brushRef="#br0" timeOffset="93963.718">25305 1358 222 0,'0'0'2148'16,"0"0"-1651"-16,0 0-221 0,0 0-31 16,0 0 126-16,0 0-91 0,0 0-126 15,78-8-98-15,-58 8-56 0,1 0-47 16,4 0-192-16,4-6-57 0,3-2-37 0,1-5-823 16,-7 3-938-16,10-14 2010 0</inkml:trace>
  <inkml:trace contextRef="#ctx0" brushRef="#br0" timeOffset="94163.958">25757 1192 65 0,'0'0'2561'0,"0"0"-2184"0,0 0-240 15,-62 85 46-15,43-47 74 0,2 2 24 16,1 1-29-16,4 4-25 0,4 3-54 16,2 4-58-16,3-1-14 0,1 3-15 15,2-4-52-15,0-4-16 0,0-6-17 16,7-13-1-16,2-6-1 0,3-7-14 15,2-7 0-15,-3-5 13 0,3-2-1 0,0-5-96 16,0-6-76-16,-3-3-120 16,-5-4-185-16,-1-2-558 0,-5 1-693 15</inkml:trace>
  <inkml:trace contextRef="#ctx0" brushRef="#br0" timeOffset="94327.706">25491 1588 1357 0,'0'0'1030'16,"0"0"-216"-16,0 0-448 0,0 0-104 15,0 0 87-15,0 0-110 0,0 0-56 16,0 0-54-16,0 0-12 0,0 0 85 16,0 0-40-16,87 1-89 0,-53-1-58 15,-3 0-12-15,2-5-3 0,2-2-24 16,0 0-28-16,2-2-131 0,1 1-99 16,0-1-188-16,-9 3-754 0,4 0-1072 0</inkml:trace>
  <inkml:trace contextRef="#ctx0" brushRef="#br0" timeOffset="94960.292">26492 1483 49 0,'0'0'189'0,"0"0"1768"0,0 0-1553 0,0 0-94 16,0 0 87-16,0 0-17 15,17 84-87-15,-17-48-64 0,2 7-61 0,-2 2-38 16,0 2-9-16,0-3-32 0,1-5-46 15,2-7-42-15,5-6-1 0,0-9-28 16,4-5 17-16,1-6 11 0,5-6 40 16,2-4 4-16,2-10-44 0,6-7-92 15,0-6-53-15,0-5-22 0,-1-2 40 0,-1-3 39 16,-3 1 42-16,-3 3 14 0,-3 3 11 16,-3 5 2-16,-4 7 19 0,-3 4 12 15,-4 7 23-15,0 2 36 0,-3 5 48 16,0 0-8-16,0 6-52 0,0 6-46 15,0 1 61-15,-2 10-3 0,-2 3-25 16,1 2 9-16,-3 4-15 0,3 0-12 16,1 2-4-16,2-3-11 0,-3-1-4 0,3-3-9 15,0-4-18-15,3-7-29 0,2-3-69 16,7-4-88-16,2-3-69 0,3 0-105 16,2-4-135-16,4-2-542 0,-6 0-1122 15,2-8 2145-15</inkml:trace>
  <inkml:trace contextRef="#ctx0" brushRef="#br0" timeOffset="95506.763">27967 1483 434 0,'0'0'1875'0,"0"0"-1549"16,0 0-101-16,0 0 32 0,0 0 154 15,0 0 15-15,0 0-100 0,0 0-124 16,0 0-98-16,0 0-63 0,-51 68-26 16,32-42-13-16,-1 2 17 0,6-2-17 0,2-4-2 15,5-2-13-15,4-5-11 0,3-5-20 16,6 0 7-16,7-1 37 0,4 1 28 15,3-1-26-15,3 0-2 0,-1 0-11 16,0 0-8-16,-2 1 19 0,-3 0 13 16,-1 2-11-16,-6 1-1 0,-3 3 2 15,-4-2 28-15,-1 1 21 0,-2-1-6 16,0 1-15-16,-6-1 3 0,-3-3-19 0,0-1 7 16,-3-1-22-16,1-3-56 0,1-3-48 15,-2 0-35-15,3-3 0 0,1 0 20 16,2-6-33-16,1-3-119 0,4-3-23 15,1-3-255-15,0-7-258 0,6-1-510 16</inkml:trace>
  <inkml:trace contextRef="#ctx0" brushRef="#br0" timeOffset="95838.52">28282 1595 1387 0,'0'0'602'15,"0"0"430"-15,0 0-725 0,9 65-50 16,-9-37 153-16,0 1-10 0,-2-1-48 0,-2-2-119 15,-2-1-84-15,3-2-60 0,1-7-50 16,0-3-39-16,2-4 0 0,0-5-39 16,2-2 5-16,5-2 13 0,6-5-55 15,0-7-47-15,5-4-36 0,1-5-38 16,3-1-32-16,-1-3 15 0,-2-1 15 16,0 2 20-16,-2 0-7 0,-5 3 40 15,-1 0 146-15,-5 2 25 0,1 6 42 16,-3 1 69-16,-2 5 41 0,-1 3-17 15,-1 4-19-15,0 0-13 0,0 7-53 16,0 8-29-16,0 3 41 0,0 8 21 16,3 2 49-16,0 3-37 0,2-2-19 15,0 1-7-15,2-4-26 0,2-1-50 0,-2-2-18 16,1-2-25-16,1-2-5 0,-3-5-77 16,3-2-74-16,2-3-34 0,1-6-67 15,3-3-184-15,-3 0-545 0,11-14-736 16</inkml:trace>
  <inkml:trace contextRef="#ctx0" brushRef="#br0" timeOffset="96063.306">28801 1649 1755 0,'0'0'1991'16,"0"0"-1742"-16,0 0-173 0,0 0 176 15,-77 82 61-15,60-51-83 0,4 2-77 0,3-1-61 16,5 1-31-16,5-6-24 15,0-4-31-15,3-3-6 0,6-4-13 0,4-5-38 16,3-5-13-16,2-6 30 16,5-3-39-16,1-11 2 0,3-9-39 0,4-6-47 15,2-5-72-15,0-6-60 0,0-3-111 16,0-1-236-16,0-1-493 0,-7 9-307 16</inkml:trace>
  <inkml:trace contextRef="#ctx0" brushRef="#br0" timeOffset="96406.259">29197 1201 699 0,'0'0'16'15,"0"0"1313"-15,0 0-808 0,0 0-237 16,0 0-21-16,0 0 62 0,0 0-33 16,0 0-107-16,0 0-21 0,0 0-11 15,0 0-16-15,-43 91 61 0,33-47-4 16,1 3-53-16,-1 6-49 0,-3 3-40 16,0 1-25-16,-1 4-13 0,-1 0-14 15,0-1-1-15,0-4-12 0,4-8-14 16,1-6-31-16,5-6 21 0,2-11-9 0,3-8 28 15,0-7-7-15,3-6-9 0,8-4 1 16,1-5 33-16,4-9-2 0,4-6-35 16,3-5-25-16,-1-3-15 0,-2 2 3 15,-3 2 34-15,-1 6 40 0,-4 8-2 16,-4 5-1-16,0 5 3 0,-2 5 52 0,1 7 22 16,-5 6 31-16,1 5-16 0,-3 2-37 15,0 0-24-15,0 0 6 0,0-2-31 16,3-4 16-16,-1-6-19 0,4-3-12 15,-1-2-13-15,1-4-24 0,6-4-77 16,-2 0-37-16,5-10-91 0,1-3-184 16,5-4-613-16,-8 3-682 0,8-13 698 0</inkml:trace>
  <inkml:trace contextRef="#ctx0" brushRef="#br0" timeOffset="96751.058">29666 1799 1396 0,'0'0'1848'0,"0"0"-1388"0,0 0-139 15,0 0-30-15,0 0-65 0,43 72-35 16,-16-66-37-16,8-6-20 0,7 0-36 16,7-11-19-16,1-7-24 0,5-5-55 15,0-8-42-15,1-4-96 0,-3-3-54 16,1-3-147-16,-9-1-341 0,-14 11-899 15,0-13-704-15</inkml:trace>
  <inkml:trace contextRef="#ctx0" brushRef="#br0" timeOffset="96952.327">30061 1331 1577 0,'0'0'85'0,"0"0"970"0,-54 69-830 15,37-31 5-15,-2 7 266 0,2 8 17 0,3 0-79 16,3 3-136-16,-1 0-78 0,3 0-73 15,2-2-62-15,-2-5-30 0,3-8-55 16,5-8-24-16,1-10-21 0,7-9-89 16,7-8 18-16,11-6-3 0,7-12-16 15,7-12-80-15,6-10-179 0,2-8-387 16,2-6-695-16,-5-5-180 0,-10 13 1418 16</inkml:trace>
  <inkml:trace contextRef="#ctx0" brushRef="#br0" timeOffset="97638.259">30512 1174 1471 0,'0'0'1831'16,"0"0"-1504"-16,0 0-327 0,0 0 51 0,0 0 179 16,-31 79 146-16,17-36-45 0,-1 5-82 15,1 4-22-15,1 3-17 0,-1 0-25 0,1 0-76 16,0 0-63-16,-2-2-36 0,5-8-10 16,0-4-2-16,5-8 0 0,0-8-34 15,5-9-34-15,0-7 18 16,6-5-39-16,5-2-15 0,5-2 2 15,4-9 13-15,3-5-50 0,-1-2-15 0,1-1-1 16,-3 4 46-16,-7 4 31 0,-5 3 27 16,-1 6 53-16,-4 0 25 0,-3 10 58 15,0 3 38-15,0 6 48 0,-3 3-16 16,-6 0-28-16,3 1-30 0,2-4-25 16,3-2-15-16,1-5-25 0,0-2-11 15,0-4 5-15,5-1 0 0,3-5 3 16,4 0-27-16,2-3-54 0,1-6-22 0,4-6-25 15,1-4-12-15,0-2-49 0,-1-1 21 16,-2-1 24-16,-1-1 22 0,0-1-47 16,-1-4 2-16,2-5 6 0,-3-3 56 0,2-5 49 15,-1-2-25-15,0-3-12 0,1 2-182 16,2 9-3-16,-5 6 175 0,1 11 76 16,-5 7 108-16,-4 9 0 0,2 3-39 15,-4 0 4-15,-1 5 41 0,-2 5-14 16,1 4 16-16,-1 2-8 0,0 1-37 15,0-1-11-15,0 1 14 0,0-1-12 16,0-2-3-16,0 0-22 0,0 3-18 16,-1-1 12-16,-1 4-16 0,-1 3-3 15,-4 4 4-15,3 2 2 0,-2 5-15 0,0 1-1 16,1 1-2-16,1-2 0 0,-1 1 0 16,2-8-1-16,3-4-14 0,0-4 14 15,0-6 0-15,0-6 0 0,0-1-18 16,0-3-24-16,0-1-31 0,0-2 3 15,0 0 15-15,0 0-3 0,-6-3-38 0,-2 0-18 16,-4-2-9-16,-1 1 77 16,-5-1 47-16,2 0 22 0,-1 0 3 0,2-2 4 15,1-2 33-15,4 0 46 0,4-1-12 16,3-2-18-16,3 0-16 0,6-5-15 16,10-1-44-16,12-3 0 0,6-1 53 15,9 0 15-15,1 2-13 0,5 1-18 16,-2 1 7-16,-1 2-14 0,-5 4-33 15,2 2-42-15,-4 2-41 0,-2 5-74 16,-6 0-36-16,-3 3-117 0,-8 0-451 16,-7 4-1581-16,-6 1 1549 0</inkml:trace>
  <inkml:trace contextRef="#ctx0" brushRef="#br0" timeOffset="98519.849">26142 2636 1615 0,'0'0'325'15,"0"0"734"-15,0 0-669 0,0 0-120 16,0 0 67-16,0 0-9 0,0 0-58 16,0 0-110-16,0 0-25 0,-13 83-25 15,9-36 9-15,0 13 40 0,-2 9-14 0,1 3-50 16,2 3-5-16,0 3-17 16,-3 0-52-16,-2 3 16 0,-1 0-34 0,-1 2-3 15,-2-5 0-15,-2-3 0 0,2-9-43 16,3-10 16-16,3-13 3 0,5-13-6 15,1-12-19-15,0-11-94 0,3-6-21 0,4-1-34 16,3-8-16-16,4-13-128 0,2-6-235 16,1-11-439-16,-5 6-523 0</inkml:trace>
  <inkml:trace contextRef="#ctx0" brushRef="#br0" timeOffset="98794.764">26169 2780 1489 0,'0'0'650'16,"0"0"321"-16,0 0-678 0,0 0-26 16,0 0 88-16,78-9-82 0,-59 15-87 0,1 0-51 15,0 3-33-15,0 0-25 0,-1 1 6 0,0 2-37 16,-3 0-25-16,-5 2-18 0,-3 3 9 16,-7 2-11-16,-1 6 0 15,-3 3 37-15,-8 3-37 0,-8 2-2 0,-3 0 4 16,1-2 15-16,-5-3-18 0,1-5 0 15,1-5-20-15,3-5-35 0,3-3-15 16,2-3-22-16,2-5-25 0,3 0-34 16,0-2-23-16,2 0-50 0,3-3-125 15,2-2-146-15,3 0-489 0,1-2-188 16,3 2 51-16</inkml:trace>
  <inkml:trace contextRef="#ctx0" brushRef="#br0" timeOffset="99168.61">26698 2885 153 0,'0'0'2909'0,"0"0"-2336"0,0 0-261 0,0 0 54 16,-31 77-50-16,25-45-61 0,1 1-38 16,0 3-65-16,3-5-70 0,2 0-42 15,0-4-18-15,3-2-22 0,4-7-33 16,4-4 8-16,-3-4 4 0,5-5-9 15,0-3-37-15,4-2-22 0,-1-12-14 16,6-6-50-16,-1-3-32 0,1-5 13 16,-2-2 14-16,0 1 24 0,-4-4 50 15,1 4 18-15,-5 1 18 0,-2 6 38 16,0 1 10-16,-5 6 60 0,-1 5 9 0,-3 4 40 16,-1 3 43-16,2 1-10 0,-1 1-74 15,-1 7-66-15,5 7 20 0,-1 4 89 16,3 6 21-16,-1 3-31 0,1 2 18 0,0 3-18 15,2-2-31-15,-2-1-31 16,0-3-39-16,-1-3-36 0,2-1-83 0,0-5-89 16,-1-4-22-16,0-4-57 0,2-5-160 15,0-5-564-15,-5-2-906 0</inkml:trace>
  <inkml:trace contextRef="#ctx0" brushRef="#br0" timeOffset="99336.379">27182 3129 1911 0,'0'0'1596'16,"0"0"-1280"-16,0 0-162 0,0 0 119 15,0 0 74-15,0 0-92 0,0 0-71 0,96 34-90 16,-74-34-88-16,0 0-6 0,1-5-143 16,0-2-127-16,-4 0-132 0,-3 1-393 15,-7-2-1532-15</inkml:trace>
  <inkml:trace contextRef="#ctx0" brushRef="#br0" timeOffset="99490.452">27220 3352 3041 0,'0'0'1077'0,"0"0"-928"16,0 0-21-16,0 0 178 0,0 0-3 0,0 0-77 15,0 0-92-15,89 42-80 0,-58-45-54 16,2-4-44-16,1-6-105 0,1 2-101 0,0-3-100 15,-9 4-392-15,10-3-1127 0</inkml:trace>
  <inkml:trace contextRef="#ctx0" brushRef="#br0" timeOffset="100044.945">28086 3005 1740 0,'0'0'1781'16,"0"0"-1781"-16,0 0 22 0,0 0-22 15,-65-74 199-15,48 62 9 0,3 0 96 16,-1 7-149-16,4 5-77 0,0 2-26 16,-1 13 4-16,-1 10 2 0,-2 9 41 15,2 7 30-15,-4 4 21 0,4 4-28 16,0-4-25-16,0-2-24 0,4-9-18 16,3-6-39-16,6-7-16 0,0-9-18 15,6-6-25-15,5-4-2 0,7-2-19 0,3-12 3 16,2-3-15-16,2-7-25 0,1-1-6 15,-3-2 8-15,-1 2 26 16,-2-3 2-16,-1 7 15 0,-3 3 44 0,-2 4 12 16,-4 5 3-16,-2 4 49 0,-4 1 19 0,0 2-18 15,-1 3-13-15,1 8-1 0,1 5 41 16,-5 4-3-16,1 8-4 0,-1 2-6 16,0 7-12-16,0 3-3 0,0 4-6 15,0 6-22-15,-1 4 6 0,-2 3-18 16,1 2-11-16,-2 0 1 0,1 1-2 15,0-6-25-15,0-2 22 0,2-5-55 16,1-8-64-16,0-7-49 0,1-6-52 16,2-2-61-16,3-6-163 0,-2-6-283 15,1-4-575-15,-3-3-304 0,-2-5 1394 0</inkml:trace>
  <inkml:trace contextRef="#ctx0" brushRef="#br0" timeOffset="102470.137">13394 3864 1018 0,'0'0'707'16,"0"0"662"-16,0 0-1041 0,0 0-137 15,0 0 45-15,0 0-63 0,0 0-81 16,-85 41-30-16,60-15-25 0,0 6 4 16,-2 7 15-16,1 3 12 0,0 5 68 15,-1 1-43-15,0 2-47 0,-1 2 4 0,1-3-26 16,1 0 22-16,1-6-12 0,4-4 0 16,2-4-19-16,5-5-12 0,3-2-3 15,2-4 0-15,3-2-24 0,3-3-1 16,3-1 1-16,0-4-10 0,9 3 18 15,3-4 16-15,4 3 0 0,6-2 28 16,2 1 6-16,2-2 6 0,3 2 3 16,1 1 3-16,2-2-1 0,3 2 17 15,1 1 2-15,4-2-40 0,3 0-12 0,2-2-12 16,2-2-21-16,0-7-16 0,0-4-100 16,2-1-35-16,-1-10-31 0,-2-8-54 15,4-5-116-15,-15 4-320 0,12-22-886 0</inkml:trace>
  <inkml:trace contextRef="#ctx0" brushRef="#br0" timeOffset="103425.469">15749 3948 88 0,'0'0'2300'0,"0"0"-1784"16,0 0-262-16,0 0-92 0,0 0 36 15,0 0 10-15,-80 48-25 0,60-23-19 0,0 6-39 16,3 1-32-16,-4 1 0 0,5 3 7 16,-1 4 29-16,3 1-9 0,2 1-43 15,5 3-6-15,4 2-13 0,3-1-28 16,2 1-2-16,9-1-28 0,5-3-15 15,4-5 15-15,-1-4-25 0,5-4-5 16,-1-10-99-16,-1-4-62 0,4-10-72 16,0-5-59-16,1-1-176 0,-5-5-546 15,7-17-765-15</inkml:trace>
  <inkml:trace contextRef="#ctx0" brushRef="#br0" timeOffset="103679.674">16188 4073 424 0,'0'0'2151'0,"0"0"-1608"0,0 0-148 16,-13 69-66-16,13-35 38 0,0 0-56 16,0 6-77-16,0 5-87 0,3 5-34 15,-1 7-9-15,-2 2-22 0,0 8-11 16,0 3-20-16,0 3-33 0,0 4-15 15,-3 1-1-15,-2 0-2 0,2-1-14 0,0-7 2 16,0-7-24-16,2-12-44 0,1-11-17 16,0-13-19-16,0-11-10 0,4-11-36 15,2-5-70-15,2-8-175 0,-2-9-388 16,2-6-741-16,-4 2-134 0</inkml:trace>
  <inkml:trace contextRef="#ctx0" brushRef="#br0" timeOffset="103936.621">16197 4170 1542 0,'0'0'1022'0,"0"0"-485"16,0 0-301-16,0 0-99 0,0 0 79 16,0 0 1-16,76-32-25 0,-56 29-33 15,2 2-66-15,-2 1-34 0,3 0-6 16,-1 0-41-16,1 8 4 0,-3 3 36 15,-1 0-18-15,-5 4-6 0,-5 2-13 16,-7 6-14-16,-2 3-1 0,-8 3-2 16,-6 6 1-16,-4-3-50 0,-2 2-45 0,-3-3-46 15,3-7-64-15,2-3-39 16,0-7-65-16,2-7-235 0,0-6-590 16,6-1-487-16,-3-8 1397 0</inkml:trace>
  <inkml:trace contextRef="#ctx0" brushRef="#br0" timeOffset="104198.944">16591 4076 434 0,'0'0'133'0,"0"0"1605"16,0 0-1157-16,77 28-216 0,-48-15 4 15,-2 4-29-15,2-3-64 0,-2 3-80 16,-2 2-79-16,-3 4-43 0,-4-1-24 15,-1 3-1-15,-8 5-3 0,-3 0-9 16,-6 7-19-16,-2 4-17 0,-9 1-1 16,-6 2-49-16,-3 0-43 0,-1-3-10 0,-2-4 7 15,3-8 17-15,3-6 1 0,2-9 24 16,2-5-28-16,3-6-80 16,0-3-153-16,1 0-290 0,4-5-787 0,0 0-164 15,1-4 1383-15</inkml:trace>
  <inkml:trace contextRef="#ctx0" brushRef="#br0" timeOffset="104418.943">17185 4384 3011 0,'0'0'754'15,"0"0"-445"-15,0 0 9 0,0 0-28 16,79 2-130-16,-55-6-50 0,2-3-55 0,1-5-55 16,0 1-54-16,-1-2-127 0,-1 0-143 15,-9 4-339-15,-1-3-1444 0</inkml:trace>
  <inkml:trace contextRef="#ctx0" brushRef="#br0" timeOffset="104605.788">17165 4603 267 0,'0'0'3256'0,"0"0"-2768"15,0 0-336-15,0 0-6 0,0 0 21 16,0 0 25-16,0 0 29 0,95 11-111 16,-67-16-74-16,2-2-36 0,0-3-46 15,-2 3-80-15,-1-4-43 0,-3 1-71 16,-1 1-175-16,-4-1-678 0,-5 1-1072 0</inkml:trace>
  <inkml:trace contextRef="#ctx0" brushRef="#br0" timeOffset="105429.979">18099 4115 729 0,'0'0'111'0,"0"0"1240"0,0 0-834 0,0 0-141 16,0 0-82-16,0 0 61 0,0 0-60 15,0 0-119-15,0 0 4 0,0 0-6 16,-79-5-26-16,66 13-44 0,-2 4-3 16,1 4-27-16,0 3-10 0,2 4-15 15,2 6-16-15,1 2-8 0,6 7-7 16,3 4 19-16,0 1-19 0,0 4-3 0,10 1-12 15,-1 0-3-15,1-2 0 16,-1-3-18-16,4-6-28 0,-2-4 4 16,2-4-78-16,0-8-39 0,4-2-7 15,2-7-40-15,1-5-145 0,-5-5-401 16,12-4-1108-16</inkml:trace>
  <inkml:trace contextRef="#ctx0" brushRef="#br0" timeOffset="106372.863">18585 4196 179 0,'0'0'53'0,"0"0"87"0,0 0 3 15,0 0-81-15,0 0 378 0,0 0 130 16,0 0-196-16,0 0-83 0,0 0 4 15,-44-68 37-15,42 63-73 0,0 3-10 16,1-1-55-16,1 2-30 0,0 1-3 16,0 0-23-16,-2 0-9 0,2 0-17 15,0 0-13-15,-1 0-12 0,1 0-10 0,0 0 4 16,0 0 2-16,0 0-6 0,0 0-16 16,0 0-18-16,0 0-12 0,0 0-10 15,0 0-9-15,0 0-9 0,0 0 13 16,0 0-4-16,0 0 0 0,-2 0 3 15,2 0 4-15,0 0-1 0,0 0-6 16,-1 0-9-16,1 0 13 0,-2 0-4 0,2 0 0 16,0 0-11-16,0 0 1 15,0 0 0-15,-4 0-1 0,3 0-1 0,-4 0-3 16,1 0-34-16,0 0 4 16,-2 0 31-16,-1-1-17 0,0 1 16 0,1 0-18 15,0 0-13-15,0 1 31 0,0 2-12 16,-3 0 12-16,-2 4-12 0,1 1-1 15,-3 2 14-15,2 2-10 0,-2 4 0 16,1-1 10-16,2 1 0 0,-1 6 2 16,1 0 10-16,2 5-8 0,2 5 16 15,-1 2 2-15,5 0-20 0,2-1 0 0,0-2 2 16,4-6 0-16,4-3-2 0,4-8 0 16,0-2 2-16,3-5-2 0,1-3 1 15,4-4-2-15,0-4-35 0,-1-7-34 16,1-4-23-16,2-3-14 0,-3-4-20 0,1-2-12 15,0-1 14-15,-2 0-9 0,-1 0 17 16,-4 2 20-16,-2 3-13 0,-1 4 41 16,-5 3 43-16,-1 4 26 15,-2 2 57-15,-2 5 34 0,0 2 10 0,0 0-4 16,0 0-14-16,0 2-50 0,-3 7-32 16,0-1 20-16,-2 9 29 0,-1 1 15 15,2 1 0-15,-1 5 19 0,0 4-47 16,1 3 3-16,-1 2 22 0,0 6-16 15,0 2 1-15,0 7-1 0,0 2-3 16,1 5-16-16,1 4 47 0,0 4 12 16,0 0-22-16,-1-1-39 0,0 1 2 0,1-3 1 15,-1-5-16-15,1-5 3 0,1-4 3 16,2-8-16-16,0-4 11 0,0-7-13 16,5-4-22-16,2-6-5 0,0-5 5 15,0-3-60-15,0-6 15 0,3-3-19 0,-2-2-3 16,0-9-41-16,0-7-95 0,1-4-43 15,-6-6-173-15,0-4-333 0,-3 7-719 16,0-22 211-16</inkml:trace>
  <inkml:trace contextRef="#ctx0" brushRef="#br0" timeOffset="106726.148">19006 3989 2626 0,'0'0'553'0,"0"0"-184"0,0 0-9 15,0 0-53-15,95 56-9 0,-64-33-8 16,1 3-103-16,1 3-86 0,-2 1-40 15,-3-1-25-15,-2 0-11 0,-4 2-23 16,-5 1 0-16,-3 1-2 0,-5-1-1 16,-4 0 0-16,-5 1-15 0,-3-1 13 15,-11 4-45-15,-6-1-16 0,-2-3 15 0,-7 3 15 16,-2 0-15-16,-2-3 12 0,-4 0-27 16,-2 1-37-16,-2-4-59 0,0 1-45 15,-1-3-125-15,-1-3-267 0,2-2-584 16,10-7-611-16,-17 2 1537 0</inkml:trace>
  <inkml:trace contextRef="#ctx0" brushRef="#br0" timeOffset="117853.6">13123 4416 738 0,'0'0'212'0,"0"0"1030"15,0 0-728-15,0 0-135 0,0 0 10 16,0 0-28-16,0 0-84 0,0 0-28 15,0 0-30-15,68-57-52 0,-50 52-35 0,4 2 8 16,1-2 13-16,4 0-40 0,4 2-52 16,2-3-10-16,7-3 10 15,2-1-22-15,4-3-8 0,1-2-13 0,2-4-17 16,-2-1-1-16,-2 0 0 0,-1-3-18 16,-5 4-40-16,-4 0-51 0,-4 0-68 15,-5 7-3-15,-6-1-25 0,-4 5-60 16,-7 5-129-16,-6 3-272 0,-3 0-477 15,-9 11-321-15</inkml:trace>
  <inkml:trace contextRef="#ctx0" brushRef="#br0" timeOffset="118088.573">13254 4543 440 0,'0'0'1456'0,"0"0"-423"0,0 0-617 16,0 0-181-16,0 0-64 0,0 0-61 15,0 0-32-15,0 0 7 0,0 0 150 16,0 0-52-16,79-7-75 0,-44 3-24 16,2-4-26-16,5-2 4 0,1-1-25 15,1-3 3-15,4-2-38 0,0 2 34 16,1-3-36-16,1-2 0 0,0 0-36 0,-2-1-50 16,1-3-118-16,-2 1-72 0,-4-3-153 15,-10 7-534-15,1-9-731 0</inkml:trace>
  <inkml:trace contextRef="#ctx0" brushRef="#br0" timeOffset="118500.767">14021 3815 1638 0,'0'0'1839'0,"0"0"-1453"0,0 0-178 0,0 0 29 16,0 0 97-16,0 0-18 0,0 0-56 16,0 0-96-16,0 0-64 0,0 0-45 15,0 0-16-15,9 17 13 0,16-7 29 16,6 5-26-16,6-1 42 0,0 4-25 15,4 0-48-15,-2 1 3 0,2-2-27 16,-3 3-13-16,-2 1 10 0,-3-3-9 16,-3 0-15-16,-5 0-6 0,-2-3-9 15,-6 0-1-15,-3 4-2 0,-5 0 3 16,-7 4-1-16,-2 2 16 0,-11 6 3 16,-9 4-16-16,-5 4-8 0,-6 2-16 15,-5 0 9-15,-1 3-23 0,-2 0-29 0,-3-3-42 16,-1 2-96-16,-5-3-91 0,0-2-178 15,12-8-438-15,-23 9-713 0</inkml:trace>
  <inkml:trace contextRef="#ctx0" brushRef="#br0" timeOffset="120151.909">1699 8010 1964 0,'0'0'1227'0,"0"0"-976"15,0 0-143-15,0 0-29 0,0 0 60 16,0 0 63-16,0 0-67 0,0 0-38 15,0 0-94-15,-41-42 19 0,57 35-16 16,13-1 72-16,7 0-7 0,12 1-6 16,8 0 0-16,7 2-3 0,6 0-16 0,6 2-4 15,2-2-42-15,3 1-16 0,3-1 16 16,5 0 0-16,1-4-9 16,6 1-1-16,3-3 10 0,6-1 15 0,1 0-15 15,6 0-26-15,5 1 26 0,8 1 13 16,6 1-11-16,3 1 38 0,2 2 0 0,4 0-40 15,-4-1-46-15,3 3 27 0,-1-3 19 16,5 0 32-16,0 0-31 0,2-2-1 16,3 1 0-16,2-3-3 0,-1-1-9 15,-5 2-41-15,1-7 16 0,-4 3 9 16,0-4 28-16,-1 0 2 0,-2 0 17 16,-1 2-17-16,1 2 16 0,-6-2-18 15,-3 3-6-15,-2 1-12 0,-8 3 18 16,-5 2 16-16,-6 2-16 0,-5 1-14 0,-9 3 14 15,-10 1 3-15,-3 0-1 0,-13 0-2 16,-5 1-19-16,-8 5 1 0,-8-1-1 16,-6 2-18-16,-5 0 0 0,-5 0 0 15,-6 3 25-15,-5 4 12 0,-2 3 0 16,-5 4 18-16,-3 2-2 0,-4 4 8 16,-2 3-22-16,-1 5 19 0,-2 2-5 15,0 5-13-15,-3 5 0 0,-4 3 12 0,-2 3-15 16,-1 2-2-16,-3 4-26 0,-2-1 25 15,1 5 3-15,0 3 22 0,-2 1-7 16,0 5-15-16,0 2-1 0,0 6-2 16,1 5-15-16,0 7 15 0,-1 6-30 15,0 8 32-15,2 5 1 0,-1 7-1 16,2 6-11-16,-2 3 9 0,3 7 3 16,-1-2 28-16,3 1-6 0,1 2-21 0,-1 0 11 15,5 3-12-15,-1 5-2 0,0 4 1 16,2 4 1-16,1 8 0 0,-3 1-37 15,3 7 18-15,-1 6 16 0,4 4 3 16,-3 7 0-16,3 2 3 0,0 4 13 16,-2 4-13-16,1 3-1 0,1 6 41 0,0 2-15 15,0 6-25-15,0 3-3 0,0 3 9 16,0 1-7-16,0 3-2 16,3-2 0-16,3 3 0 0,0-3 0 15,3 0 0-15,3-2 31 0,5-2-3 0,-1-4-25 16,4-6 28-16,3-4 12 0,-1-6 6 15,1-3-33-15,0-4-14 0,-1-4-2 16,1-4 3-16,0-5 9 0,-2-8-10 16,1-7-2-16,1-8-23 0,0-10 1 15,2-13 13-15,0-10 6 0,-1-13 2 16,2-14-1-16,-2-16 2 0,1-10-13 16,-2-11-24-16,1-11-12 0,1-8 12 0,-2-5-12 15,-3-7 18-15,2-3-47 0,-4-5 10 16,-3-4-22-16,1-5 37 0,-5-5-56 15,-2-2-21-15,-1 0-61 0,-2-2 10 0,-1-5-50 16,-4-3-89-16,-1-8 9 0,0 4-161 16,-15-25-609-16</inkml:trace>
  <inkml:trace contextRef="#ctx0" brushRef="#br0" timeOffset="121102.379">1167 8788 424 0,'0'0'2121'0,"0"0"-1712"16,0 0-125-16,0 0-7 0,0 0 52 15,0 0-40-15,0 0-55 0,0 0-55 16,0 0-55-16,0 0-26 0,23-67 7 16,4 58 23-16,6-4-3 0,3-4-52 15,5 5-57-15,-2-5-16 0,2 3 2 0,-2-4-2 16,-1 1-19-16,-3-2 1 0,-2 0-95 16,-3 2-52-16,-6 0-19 0,-4 3-75 15,-6 5-197-15,-7 3-633 0,-7 6-1103 0</inkml:trace>
  <inkml:trace contextRef="#ctx0" brushRef="#br0" timeOffset="121279.354">1328 8801 935 0,'0'0'2109'15,"0"0"-1662"-15,5 70-266 0,1-35 58 16,2 8 84-16,1 4-53 0,-2 3-131 15,3 1-117-15,-1-2-22 0,-2-2-74 16,-1-6-69-16,1-7-15 0,-3-6 15 0,-1-8-36 16,-2-4-140-16,-1-5-327 0,0-4-478 15,-1-6-339-15</inkml:trace>
  <inkml:trace contextRef="#ctx0" brushRef="#br0" timeOffset="121431.224">1382 9147 42 0,'0'0'2059'0,"0"0"-1489"0,0 0-284 15,0 0-56-15,0 0 79 0,0 0-84 16,92-35-96-16,-75 32-63 0,2 1-59 16,-6 0-7-16,3 2-25 0,-6 0-152 15,-2 0-102-15,-5 5-75 0,-1 4-228 16,-2 1-665-16,-3 1-12 0</inkml:trace>
  <inkml:trace contextRef="#ctx0" brushRef="#br0" timeOffset="121588.04">1386 9394 836 0,'0'0'3'16,"0"0"977"-16,0 0-432 0,0 0-174 16,0 0-94-16,0 0 97 0,0 0-85 0,0 0-59 15,0 0-26-15,89-26 2 0,-59 13-85 16,4 1-62-16,-3-5-62 0,1 4-25 0,-2-3-80 16,1 3-119-16,-3 0-43 0,3 2-144 15,-10 4-402-15,11 0-979 0</inkml:trace>
  <inkml:trace contextRef="#ctx0" brushRef="#br0" timeOffset="121860.685">1716 8991 222 0,'0'0'1994'16,"0"0"-1458"-16,0 0-263 0,0 0 66 15,0 0-3-15,0 0-37 0,79 76-54 0,-48-46-6 16,2 6-70-16,0 2-43 0,3 1-70 16,-5 0-56-16,1-6-22 0,-3-2-64 15,-3-6-83-15,-1-9-11 0,-4-7-13 16,2-9-45-16,-4-3-201 0,-3-6-293 15,-5-18-520-15</inkml:trace>
  <inkml:trace contextRef="#ctx0" brushRef="#br0" timeOffset="122007.04">2127 8994 693 0,'0'0'489'16,"0"0"948"-16,0 0-1000 0,0 0-197 0,-64 84-2 15,44-46-63-15,0 0-65 0,-2 3-28 16,1-1-67-16,-4-3-2 0,2-2-13 15,-6-3-47-15,-4 3-130 0,-7 1-187 16,-5 0-171-16,9-8-705 0,-30 12-318 0</inkml:trace>
  <inkml:trace contextRef="#ctx0" brushRef="#br0" timeOffset="122236.817">1037 9745 954 0,'0'0'49'15,"0"0"563"-15,0 0 76 0,0 0-326 16,0 0-153-16,0 0-7 0,0 0 41 15,0 0-17-15,0 0-2 0,0 0 6 16,0 0 74-16,107 9-72 0,-63-14-16 0,4-3-75 16,8-2-25-16,5 0-49 0,7-4-39 15,8 0 5-15,5-3 10 0,5 3-19 16,5-2-2-16,4 2-22 0,0 1-2 16,-4 1-23-16,-2 2-14 0,-8 2-89 15,-8 0-50-15,-5 1-105 0,-6-1-52 16,-10 0-306-16,-14 1-696 0,-4 0-763 0</inkml:trace>
  <inkml:trace contextRef="#ctx0" brushRef="#br0" timeOffset="122384.351">2842 9560 2126 0,'0'0'1520'0,"0"0"-1167"0,0 0-186 16,0 0 47-16,0 0 21 0,0 0-53 15,0 0-96-15,0 0-86 0,0 0-46 16,0 0-216-16,0 0-210 0,-5 43-1040 0</inkml:trace>
  <inkml:trace contextRef="#ctx0" brushRef="#br0" timeOffset="124780.207">4033 8526 391 0,'0'0'2523'0,"0"0"-2012"0,0 0-251 15,0 0-23-15,0 0 29 0,0 0-39 16,0 0-97-16,0 0-62 0,0 0-22 16,0 0 65-16,0 0 49 0,87-10-47 0,-50 8-55 15,5-2 0-15,4 1-19 16,-1 0-2-16,5-4-4 0,-3 1-11 0,0-2-10 16,-1-1-12-16,-3 1-9 0,-4-4 8 15,-1 1 1-15,-6 0-18 0,-1 3-13 16,-6-3-27-16,-2 4-12 0,-5 2-6 15,-3 5 2-15,-6 0 16 0,-1 0 0 16,-5 6 3-16,-3 6 15 0,0 4 12 16,-7 3-3-16,-3 5-15 0,-3 1 12 15,-6 3-18-15,-1 2 18 0,-3 0 9 16,-3 0 7-16,-6 3-10 0,-3 4 0 16,-3 3 16-16,-4 3 12 0,-3 0 31 0,-1 4-19 15,0 7-11-15,-2-2 0 0,5 3 18 16,0-1 36-16,7-4 4 0,7-3-10 15,3-5 25-15,9-7-3 0,4-8 2 0,7-6-24 16,3-6-21-16,3-5-4 16,0-4-2-16,6-1-22 0,8-3 0 0,5-2 0 15,6 0 61-15,5-1 6 0,6-8-9 16,3-1 3-16,3-3-3 0,1-1-10 16,3 1 4-16,0 2-15 15,3 1-25-15,0 2-12 0,2 2-3 0,-1 2-19 16,-2 1 7-16,-1 0 3 0,-2-1-30 15,-2 0-25-15,-7 2-16 0,0-4-14 16,-4 2-41-16,-5-3-40 0,-3 1-3 16,-3-1-85-16,-4-4-191 0,-7 4-337 15,-3-12-647-15</inkml:trace>
  <inkml:trace contextRef="#ctx0" brushRef="#br0" timeOffset="125055.104">5114 8368 528 0,'0'0'2288'0,"0"0"-1884"16,0 0-193-16,0 0 153 0,0 0-28 15,0 0-161-15,0 0-54 0,-82 95-41 16,60-58-9-16,-2 3-18 0,-3 7-10 15,-5 0-6-15,-4 6 3 0,-6 3-19 0,-3 5-19 16,-3 3 32-16,-2-1-19 0,-2 2-15 16,5-1 0-16,-1-5-30 0,6-3-26 15,5-6-107-15,8-7-97 0,5-8-109 16,7-10-293-16,-1-7-878 0</inkml:trace>
  <inkml:trace contextRef="#ctx0" brushRef="#br0" timeOffset="130554.814">2032 10384 108 0,'0'0'2568'0,"0"0"-2112"16,0 0-325-16,0 0-29 0,0 0 73 16,0 0 90-16,0 0-29 0,0 0-51 15,-87 31-64-15,74-20-46 0,-1 1-32 16,2 3-21-16,-1 3-7 0,2 3 7 16,0 2 9-16,2 2-4 0,0 1 10 15,5 2 3-15,2-1-3 0,2 2 0 16,0-1 6-16,3 1-9 0,6 2 3 15,2-1-12-15,1 1-23 0,2-2-2 16,2-3-1-16,1-2-33 0,1-1 0 0,2-3-40 16,0-2-34-16,-1-2 13 0,1-3 5 15,-1-6-62-15,2 0-41 0,1-7-56 16,-3 0-188-16,1-1-277 0,-9-5-561 16</inkml:trace>
  <inkml:trace contextRef="#ctx0" brushRef="#br0" timeOffset="131316.465">2317 10688 511 0,'0'0'104'0,"0"0"830"0,0 0 125 16,0 0-622-16,0 0-117 0,0 0 0 15,0 0 26-15,0 0-55 0,0 0-52 16,0 0-76-16,13-9-52 0,-6 9-38 15,3 0 34-15,6 0-9 0,0 2-43 16,3 0-40-16,0 1-15 0,1-2 0 16,0 2-12-16,-1-2 10 0,-1-1-25 15,1 0-19-15,-2 0-58 0,2-1-65 0,-3-3-46 16,0-1-82-16,-3-2-255 0,-2 2-550 16,-4-4-759-16</inkml:trace>
  <inkml:trace contextRef="#ctx0" brushRef="#br0" timeOffset="131659.147">2873 10474 1050 0,'0'0'71'0,"0"0"1237"0,0 0-789 15,0 0-160-15,0 0-51 0,0 0-75 0,79 6-66 16,-67-4-82-16,-2 3-60 15,0 1-25-15,-3 1-1 0,-1 5-21 0,-1 4-60 16,-1 3-53-16,-3 5-7 0,-1 5 25 16,0-1 3-16,-5 1 0 0,-4 1 34 15,0 0 36-15,-1-4 44 0,0-2 17 16,0-2 30-16,1-4 1 0,1-3-19 0,2-3 18 16,3-3 17-16,0-3 2 15,2-6-18-15,1 1-48 0,0-1-3 0,1 0 3 16,5 0 19-16,1 0 63 0,6 0 47 15,-1 0-25-15,3 0-19 0,0 0-22 16,0-1-38-16,2-4-15 0,0-2-10 16,-4 1-43-16,4-6-140 0,-2 0-151 15,-3 4-250-15,3-16-619 0</inkml:trace>
  <inkml:trace contextRef="#ctx0" brushRef="#br0" timeOffset="131900.557">3323 10356 1299 0,'0'0'1126'0,"0"0"-691"0,0 0-197 16,0 0 24-16,0 0 93 0,0 0-2 16,89 78-95-16,-74-56-87 0,0-2-85 15,0 4-18-15,-1 4-25 0,-4 1-27 16,-1 3-15-16,-2 3-1 0,-4-2 0 15,0 3 0-15,-3-1-25 0,0 1-67 0,-6-1-66 16,-2-4-72-16,-1-2 1 16,-3-3-35-16,-2-3-232 0,5-7-477 0,-11 0-454 15</inkml:trace>
  <inkml:trace contextRef="#ctx0" brushRef="#br0" timeOffset="132753.935">4013 10600 1154 0,'0'0'1785'0,"0"0"-1398"15,0 0-171-15,0 0 43 0,0 0-1 16,0 0-8-16,0 0-83 0,88 3-65 0,-68-3-55 16,-1 0-26-16,1 0-19 0,0-3-2 15,-1-3-1-15,0 1-20 0,-3-2-63 16,-2 3-114-16,-1-2-99 0,-2 4-87 15,-3 0-384-15,-5 2-1139 0</inkml:trace>
  <inkml:trace contextRef="#ctx0" brushRef="#br0" timeOffset="132945.059">4180 10825 881 0,'0'0'1336'0,"0"0"-858"0,0 0-230 0,0 0-75 16,0 0 12-16,0 0-19 0,84-4-147 16,-62-3-19-16,-1-3-198 0,2-1-89 0,-5 1-203 15,6-1-809-15</inkml:trace>
  <inkml:trace contextRef="#ctx0" brushRef="#br0" timeOffset="133251.935">4891 10301 176 0,'0'0'512'0,"0"0"1290"0,0 0-1236 0,0 0-285 16,0 0-33-16,-72 73 42 0,56-44-13 16,0 5-53-16,3 5-4 0,4 3-57 15,5 1-22-15,4 2-22 0,0 0-36 16,7-3-13-16,6-1-40 0,4-1-11 0,1-7-10 16,5-3-9-16,0-3-40 0,0-6 10 15,0-3-1-15,0-2-88 0,0-7-65 16,0-6-31-16,-1-3-76 15,0-10-182-15,-7-2-522 0,-2-15-1042 0</inkml:trace>
  <inkml:trace contextRef="#ctx0" brushRef="#br0" timeOffset="133539.245">5218 10417 1615 0,'0'0'1336'0,"0"0"-1006"0,0 0-63 15,0 0 131-15,0 0-60 0,0 0-109 16,85-20-77-16,-72 20-45 0,-3 2-55 16,2 6-39-16,-1 3-13 0,-2 4 3 0,-2 5-2 15,-1 6-1-15,-2 4-34 16,-3 4 19-16,-1 1 2 0,0 3 13 0,0-3 2 16,-4-4-2-16,4-3 1 0,0-5-1 15,0-3 0-15,4-2-2 0,4-6 1 16,-1 0-10-16,6-6 11 0,1-1 0 15,1-5 68-15,5 0-4 0,0-6-3 16,-1-5-27-16,1-3-34 0,-3-8-70 16,-1 1-111-16,-3-6-131 0,-1 8-235 15,-7-16-1130-15</inkml:trace>
  <inkml:trace contextRef="#ctx0" brushRef="#br0" timeOffset="133768.201">5679 10266 3273 0,'0'0'482'15,"0"0"-334"-15,0 0-20 0,0 0 11 16,0 0 156-16,0 0-42 0,88 52-87 0,-72-38-87 16,-3 4-51-16,3 3-13 0,-5 4-13 15,1 5-2-15,-4 3 0 0,-2 7-55 16,-4-2-24-16,-2 3-4 0,-2 2-3 0,-8 1-4 15,-4 0-39-15,-4 0-36 0,-2 2-34 16,-6-2-147-16,-4 5-251 16,6-13-634-16,-23 25-308 0</inkml:trace>
  <inkml:trace contextRef="#ctx0" brushRef="#br0" timeOffset="135471.073">2195 11962 72 0,'0'0'326'0,"0"0"502"0,0 0 256 0,0 0-713 15,0 0-85-15,0 0-33 16,0 0 40-16,0 0-21 0,0 0-39 0,0 0-51 15,0 0-23-15,0 0-39 0,0 0-33 16,0-2-28-16,2 1-35 0,8 1-21 0,2 0 62 16,5 0 21-16,2 0-9 0,1 0-65 15,0 0-11-15,-1 0-1 0,0 0-11 16,-3 0 10-16,1 0-15 0,-1 0-8 16,1 0-136-16,-1 0-75 0,0 0-57 15,-3 0-177-15,0 1-276 0,-6 1-941 0</inkml:trace>
  <inkml:trace contextRef="#ctx0" brushRef="#br0" timeOffset="135901.935">2795 11792 1387 0,'0'0'1830'0,"0"0"-1696"15,0 0-64-15,0 0-29 0,0 0 197 16,0 0 77-16,0 0-96 0,0 0-91 16,81 1-66-16,-71 3-62 0,2 3 1 15,-4 1-2-15,2 3-11 0,-4 5 9 16,0 3-118-16,-3 1-3 0,0 3-31 15,-3 5 8-15,0-1 5 0,-5 1-22 0,0 0-2 16,-3-1 45-16,-3-2 38 0,-1-2 51 16,2-3 32-16,-4-2 29 15,5-3 6-15,-1-6 39 0,2 0 47 16,3-5 22-16,1-1-39 0,4-2-12 0,-2-1-11 16,2 0-18-16,0 0-34 0,0 0-29 0,2 0 1 15,5 0 27-15,3 0 80 0,2 0-21 16,-2 0-34-16,4 0-25 0,-1 0-25 15,0 0-3-15,0 0-6 0,2 0-41 16,2 0-120-16,1 0-68 0,3 0-104 16,-6-1-368-16,13-2-804 0</inkml:trace>
  <inkml:trace contextRef="#ctx0" brushRef="#br0" timeOffset="136279.344">3765 11981 1003 0,'0'0'2191'0,"0"0"-2185"0,0 0-6 0,0 0 0 16,0 0 16-16,0 0 172 0,6 81-20 15,-12-56-73-15,1-1-57 0,-1 0-38 16,0-3-14-16,-1-2-69 0,3-3-161 0,-2-1-130 16,3-6-381-16,-6-3-584 0</inkml:trace>
  <inkml:trace contextRef="#ctx0" brushRef="#br0" timeOffset="136621.329">4097 11707 1137 0,'0'0'2021'0,"0"0"-1836"0,0 0-115 16,0 0 44-16,92-6 44 0,-72 6 16 16,-1 2-42-16,0 3-28 0,-5 1-42 15,0 2-18-15,-2 3-32 0,-5 2 16 16,0 5-9-16,-4 5-19 0,-3 2-15 15,0 6-29-15,-3 4-6 0,-7-1 0 0,3 1 16 16,-2-3 5-16,2-2 29 0,0-6 16 16,4-5 3-16,0-5 15 0,2-3 29 15,1-5-32-15,0 0-3 0,3-4-25 16,3 0 19-16,5 0 56 0,1 0 61 16,5-2-43-16,-1 0-44 0,5 0-21 15,-1 0-31-15,1-4 0 0,2-2-37 16,-2 0-46-16,0 1-56 0,0 0-67 15,-2-1-105-15,-5 3-271 0,-1 0-1075 0</inkml:trace>
  <inkml:trace contextRef="#ctx0" brushRef="#br0" timeOffset="137648.231">5466 11793 427 0,'0'0'228'0,"0"0"-188"16,0 0 237-16,0 0 770 0,0 0-661 15,0 0-38-15,0 0-59 0,0 0-43 16,0 0-26-16,-87-50-2 0,73 46-26 15,1 2-24-15,-3-2 12 0,3 4 3 16,-3 0-28-16,3 0-44 0,-1 4 12 16,1 5-34-16,3 3-53 0,0 5-23 0,3 3-10 15,4 6 9-15,3 4 9 0,0 3-2 16,7 1-2-16,3-4-17 16,0-4-31-16,0-4 4 0,0-8 5 15,0-8-8-15,1-1 28 0,1-5-53 0,0-5 21 16,4-4-3-16,-2-7-6 0,3-3-43 15,-5-5 15-15,0 0-3 0,-1 0 6 0,-2-2 15 16,-2 3 16-16,0 2-3 0,2 2 18 16,-2 5 0-16,-3 2 10 0,2 3-7 15,-1 6 19-15,-2 2 22 0,2 1 43 16,2 0 10-16,2 4 30 0,2 7-3 16,1 1-28-16,3 5-10 0,-1 1 1 15,-1 1-7-15,1 0-34 0,-1 0-23 16,-2-2-1-16,1-3-24 0,-3-2-16 0,4-5-34 15,-3-1-67-15,2-5-44 0,2-1-30 16,-1-1-48-16,3-7-115 16,-3 0-231-16,-2-1-590 0,2-1-333 0</inkml:trace>
  <inkml:trace contextRef="#ctx0" brushRef="#br0" timeOffset="138201.551">5662 11643 20 0,'0'0'3012'15,"0"0"-2569"-15,0 0-443 0,0 0 0 16,0 0 22-16,0 0 105 0,0 0 50 16,0 0 30-16,92 46-49 0,-65-34-56 0,1 1-24 15,-5-1-19-15,1 2-28 0,-2 3-3 16,-6 1-16-16,0 1 1 0,-6 5-10 16,-3-1 12-16,-1 2-13 0,-3-4 1 15,-3-3 22-15,0-7 3 0,0-3 21 16,0-6 13-16,0-2 24 0,0 0-12 0,0-2 15 15,0-8 70-15,0-7-50 0,4-4-51 16,3-4 3-16,2-4-12 0,4 0-43 16,1 0-6-16,2 2-28 15,0 0-8-15,4 3-28 0,-1 2-33 16,-2 1-96-16,0 3-74 0,-1 5-95 0,0-1-190 16,-4 5-460-16,-5 4-250 0,4 5-46 15</inkml:trace>
  <inkml:trace contextRef="#ctx0" brushRef="#br0" timeOffset="138472.453">6195 11681 1790 0,'0'0'1098'0,"0"0"-691"16,0 0-134-16,0 0-45 0,0 0 14 16,0 0 14-16,0 0-45 0,0 0-69 15,88 52-53-15,-69-64-27 0,-2-6-13 16,2-1-49-16,-2-6-40 0,-1-2-61 16,-3 1-29-16,-2 2-6 0,-3 1 0 15,-4 8 45-15,0 4 57 0,-4 6 12 0,0 3 22 16,-4 2 44-16,-6 8 34 0,-6 4 12 15,0 6 3-15,-4 5 6 0,0 4-1 16,1 7 10-16,3 1-3 0,2 3 8 16,1-2 33-16,6 0 4 0,1-3-80 15,4-3-70-15,2-3-6 0,0-7-43 0,5-4-15 16,3-6-6-16,7-6-61 16,2-3 8-16,3-1 4 0,3-8-48 15,2-3-77-15,-5-3-197 0,-3 2-332 16,4-8-701-16</inkml:trace>
  <inkml:trace contextRef="#ctx0" brushRef="#br0" timeOffset="139188.938">4264 12750 98 0,'0'0'248'15,"0"0"2098"-15,0 0-1916 0,0 0-295 16,0 0 122-16,0 0 22 0,0 0-12 0,-87-42-48 16,70 37 13-16,0 1-16 0,-3 1-41 15,0 2-49-15,-1 1-47 0,-2 0-9 16,2 4 3-16,1 5 28 0,2 4-47 15,1 3-35-15,5 5-19 0,5 6-3 16,4 2 3-16,3 1 0 0,0 0-20 16,7-4-4-16,4-4-10 0,0-4 4 15,1-8 6-15,-1-2-25 0,2-6 34 0,0-2-40 16,6 0-15-16,-2-8 9 0,5-7 6 16,-1-4-25-16,-2-5-30 0,-2 1-13 15,-2 2 6-15,-1-1 46 0,-4 5 43 16,2 3 0-16,-1 3-6 0,-2 6 34 15,4 2 43-15,-3 3 53 0,5 0-10 16,0 7 10-16,0 4-29 0,2-1 7 16,-2 3 9-16,-1 0-16 0,-3-1-30 0,2 0-37 15,-1-2-14-15,0-1-51 0,0-1-134 16,0-4-91-16,4-4-178 0,-6 0-323 16,7-10-841-16</inkml:trace>
  <inkml:trace contextRef="#ctx0" brushRef="#br0" timeOffset="139500.927">4617 12558 1228 0,'0'0'1205'0,"0"0"-587"0,0 0-337 0,0 0-81 15,0 0 129-15,-26 66-3 0,13-42-30 16,0 4-44-16,1-2-77 0,4-5-71 16,-2-1-58-16,6-6-44 0,2-3-2 15,2-4 0-15,0-4 0 0,3 0-33 16,7-1 33-16,3-1 22 0,6-1-7 0,0 0-12 15,2 0 9-15,2 0-11 0,-4 0 16 16,2 0-15-16,-3 0 19 0,-1 0-19 16,-4 2 17-16,0 3-4 0,-4 1 12 15,-3 5 4-15,-2-3-16 0,-4 8-12 16,0-2-6-16,-1 2-28 0,-5 1-57 16,-3-2-34-16,-1 1 6 0,0-4-1 15,3-3 28-15,-1-4 18 0,1-5-13 0,-1 0-12 16,-3-11-208-16,1-6-87 0,-1 2-360 15,1-17-848-15</inkml:trace>
  <inkml:trace contextRef="#ctx0" brushRef="#br0" timeOffset="139803.51">5018 12512 1011 0,'0'0'2224'0,"0"0"-1732"0,0 0-224 0,0 0 82 16,0 0 9-16,0 0-65 0,0 0-59 15,-62 81-31-15,46-62-59 0,4 2-66 16,1-2-46-16,1-5-33 0,1 1-14 0,6-5-10 16,0-1-15-16,3-3-22 0,0-3-21 15,0 2-9-15,7-1 18 0,4 3 21 16,4-2 13-16,4 1 38 0,0-1-24 16,1 1 1-16,-1-1 21 0,1 0 3 15,-3 3 3-15,-2 0 12 0,-1 0 3 16,-4 2 4-16,-1 2 8 0,-3 0-13 15,-1 0-17-15,-3 0-26 0,-2 2 26 16,0 1 0-16,-9-1-49 0,-1 1-15 16,0 0-15-16,-4 0-31 0,2-1-50 0,-2-2-43 15,1-4-78-15,-3 0-174 16,4-3-227-16,1-1-610 0,-7-3-324 0</inkml:trace>
  <inkml:trace contextRef="#ctx0" brushRef="#br0" timeOffset="140187.542">5322 12629 1431 0,'0'0'78'0,"0"0"1392"15,0 0-1077-15,0 0-94 0,0 0 113 16,0 0-63-16,0 0-142 0,-20 79-69 15,20-60-15-15,4-2-19 0,7-4-55 16,1-1-48-16,4-1-1 0,0-4 25 0,-1-1-8 16,0-2-17-16,1-4-37 0,-2 0 10 15,2-7 2-15,-3-5-18 0,0-7-36 16,1-4-32-16,-2-4-2 16,-2-1-8-16,-1 0 53 0,-5 0 6 0,0 6 37 15,-2 6 22-15,-2 3 3 0,0 7 13 16,-6 2 43-16,-4 4 5 0,-6 0 17 0,0 0-14 15,-4 4-62-15,-3 0 23 0,3 5-7 16,-2 1-16-16,2-1-2 0,4 3-34 16,3 0-34-16,3 3-16 0,3-1-5 15,2-1-11-15,5 2-118 0,0-2-159 16,0 0-234-16,0-4-647 0</inkml:trace>
  <inkml:trace contextRef="#ctx0" brushRef="#br0" timeOffset="140454.268">5767 12512 3205 0,'0'0'635'0,"0"0"-510"0,0 0 130 16,0 0 215-16,0 0-96 0,0 0-97 15,0 0-122-15,0 0-52 0,-69 78-33 16,62-53-25-16,1 1-23 0,2 2 11 15,4-1 15-15,0-2-5 0,0-2-13 16,0-3-3-16,7-4-9 0,-2-3-3 16,4-3-15-16,-1-2 0 0,3-3 0 15,-1 0-30-15,4-4-18 0,2-1-37 16,1-6-51-16,1-6-73 0,0-6-89 16,-1-4-180-16,-5 3-650 0,1-12-1108 0</inkml:trace>
  <inkml:trace contextRef="#ctx0" brushRef="#br0" timeOffset="140620.8">5976 12639 3235 0,'0'0'615'0,"0"0"-517"15,0 0 125-15,0 0 270 0,-1 75-55 16,-2-62-140-16,1-4-101 0,-1-2-106 16,3-3-91-16,-1-4-19 0,-1 0-102 15,1 0-82-15,-5-6-81 0,2-2-167 16,-2-4-281-16,0 2-802 0,-1-10-462 0</inkml:trace>
  <inkml:trace contextRef="#ctx0" brushRef="#br0" timeOffset="140791.876">5947 12489 1045 0,'0'0'1966'0,"0"0"-1671"0,0 0-181 0,0 0 10 0,0 0-89 16,0 0-34-16,87-27-1 0,-73 21-66 15,3-1-201-15,-4 1-179 0,0 0-555 16,2 4-454-16</inkml:trace>
  <inkml:trace contextRef="#ctx0" brushRef="#br0" timeOffset="140901.674">6194 12485 1611 0,'0'0'1276'0,"0"0"-901"0,0 0-29 15,1 77 82-15,-1-50-37 0,0-1-73 0,0-1 12 16,0-5-58-16,0-4-93 0,0-6-67 16,0-3-49-16,0-6-44 0,0-1-19 15,3-1-40-15,0-9-39 0,5-7 19 16,-2-4 5-16,0-8-54 0,3 0-92 15,-1-3-49-15,-1 1-27 0,2 0-69 0,1 0-106 16,2 0-156-16,-2-1-429 0,-3 8-67 16,3-14 50-16</inkml:trace>
  <inkml:trace contextRef="#ctx0" brushRef="#br0" timeOffset="141272.714">6321 12221 140 0,'0'0'1502'16,"0"0"-534"-16,0 0-485 0,0 0-31 16,0 0-108-16,0 0-83 0,0 0-62 15,20 91-41-15,-13-56 43 0,2 5 66 16,2 3-54-16,2-1-36 0,4-2-19 15,-2-4-101-15,-1-7-57 0,-2-8-26 16,-2-5-56-16,-2-6-24 0,-3-1-25 0,-1-6-28 16,-4 1-36-16,0-3-101 0,0-1-185 15,0 4-134-15,-6-2-82 0,-5 3-73 16,1-4 84-16,-2 4 273 0,-1-2 413 16,2 1 238-16,2 0 396 0,2-1 2 0,4 2-172 15,1-4-144-15,2 2-59 16,0-3-39-16,3 0-36 0,7 0-32 0,-1-3-19 15,6-4-14-15,0-4 19 0,0-3-26 16,2-1-49-16,-4-4-52 0,1 1-11 16,-2 2-2-16,-2 0-1 0,-1 4-36 15,-5 1-19-15,0 4 56 0,-1 2 15 16,-3 3 35-16,0 2 15 0,0 3 39 16,0 8 4-16,0 3-44 0,-3 8-49 15,-1 4-15-15,4 2 0 0,0 0 43 16,0-2-37-16,7-6-6 0,3-2-27 0,3-4 27 15,3-6 36-15,4-7-36 0,2-1 0 16,1 0-79-16,-3-5-102 0,-3 5-239 16,-5-2-606-16,-5 9-1809 0</inkml:trace>
  <inkml:trace contextRef="#ctx0" brushRef="#br0" timeOffset="142556.166">1433 14257 434 0,'0'0'1894'16,"0"0"-1407"-16,0 0-211 0,0 0-65 16,0 0 192-16,0 0-60 0,0 0 16 15,0 0-65-15,0 0-101 0,0 0-52 16,0 0 17-16,-15-45-33 0,19 45-61 0,9-2-28 16,3-2 56-16,10 0 20 0,2-1-16 15,4-1-50-15,0 4-43 0,-3-3 9 16,-1 0-12-16,-2 1-3 0,-2-1-18 15,-3 1-6-15,-1 0-101 0,-2 0-38 16,-4 2-32-16,1 2-37 0,-4 0-127 0,-2 0-260 16,-5 2-595-16,-3 6-718 0</inkml:trace>
  <inkml:trace contextRef="#ctx0" brushRef="#br0" timeOffset="142755.143">1560 14295 251 0,'0'0'2491'0,"0"0"-1841"0,0 0-266 0,0 0-26 16,-32 67-13-16,29-42-36 0,1 6-86 0,2 6-61 15,0 2-16-15,4 7 0 0,0 1-64 16,2 5-48-16,0 0-34 0,0 1-15 16,-3-3-6-16,4-4-12 0,-4-9-49 15,0-6-43-15,-2-6-6 16,0-9-31-16,-1-4-43 0,0-7-69 0,0 0-124 15,0-5-96-15,0 0-185 0,-2-2-657 0,-6-13-280 0</inkml:trace>
  <inkml:trace contextRef="#ctx0" brushRef="#br0" timeOffset="142904.94">1619 14645 1125 0,'0'0'159'15,"0"0"1324"-15,0 0-970 0,0 0-116 16,77 4 63-16,-54 1-41 0,1-2-139 0,-2-2-81 15,2 2-96-15,2-3-87 0,2 0-1 16,-1-2-15-16,3-5-21 0,1-2-105 16,0-1-131-16,-1-4-110 0,-6 5-222 15,9-4-810-15</inkml:trace>
  <inkml:trace contextRef="#ctx0" brushRef="#br0" timeOffset="143185.261">2412 14276 1030 0,'0'0'1693'16,"0"0"-1260"-16,0 0-203 0,0 0 30 16,0 0 65-16,0 0-34 0,0 0-92 0,0 0-66 15,0 0-75-15,-71 71-21 16,66-41-18-16,0 7 5 0,4 7 25 0,1 6 31 15,1 1 79-15,6 0-12 0,4 1-37 16,1-5-59-16,2 0-23 0,0-4-28 16,-1-1-15-16,0-4-9 0,1-7-15 15,-2-4-135-15,4-6-46 0,-6-8-69 16,4-5-127-16,-2-8-131 0,-5 0-200 16,7-17-719-16</inkml:trace>
  <inkml:trace contextRef="#ctx0" brushRef="#br0" timeOffset="143436.437">2612 14453 114 0,'0'0'744'0,"0"0"1254"0,0 0-1661 16,0 0-242-16,0 0 96 0,0 0 138 16,0 0-26-16,0 0-126 0,0 0-53 0,0 0-31 15,-7 0-37-15,22 0-13 0,6 0 49 16,8 5 28-16,5-2 21 0,4 2-40 15,-2 3-64-15,2 0-1 0,-1 1 10 0,-3 2-3 16,0 2-40-16,-4 1 9 0,-1 0-12 16,-2 1-17-16,-5-4-38 0,-2-1-104 15,-4 0-28-15,-6-3-25 16,-1-3-45-16,-5-2-140 0,-3-2-319 0,-1-5-775 16</inkml:trace>
  <inkml:trace contextRef="#ctx0" brushRef="#br0" timeOffset="143645.837">2967 14372 2141 0,'0'0'1495'0,"0"0"-1309"0,0 0-123 0,0 0 100 16,0 0 128-16,-55 92-13 0,42-62-44 16,-1 4-75-16,-2 2-88 0,4-1-55 15,-2 1-16-15,1-3-25 0,0-1-20 0,3-3-23 16,3-6-153-16,2-5-62 0,1-6-56 15,4-10-102-15,0-2-247 0,0-14-937 0</inkml:trace>
  <inkml:trace contextRef="#ctx0" brushRef="#br0" timeOffset="143868.595">3219 14276 1261 0,'0'0'2197'0,"0"0"-1924"0,0 0-110 0,0 0 129 15,0 0 47-15,0 0-19 0,0 0-143 16,0 0-88-16,0 0-34 0,0 0-19 16,0 0-11-16,87 61-7 0,-75-39-6 15,-1 5 10-15,-1 5-4 0,1 6-18 16,-2 3-3-16,-2 3-34 0,0 4-24 16,-4 0-6-16,0 1-40 0,-2-2-21 15,-1-3 2-15,0-6 19 0,-7-6-1 16,-6-5-53-16,-1-3-45 0,-6-4-89 15,-6-4-154-15,7-3-611 0,-24 2-822 0</inkml:trace>
  <inkml:trace contextRef="#ctx0" brushRef="#br0" timeOffset="145267.227">1383 15640 184 0,'0'0'2'15,"0"0"390"-15,0 0 1286 0,0 0-1223 16,0 0-101-16,0 0-13 0,0 0 1 0,0 0-40 16,-88-9-61-16,75 9-55 0,-1 0-13 15,1 4-25-15,-2-1 20 0,2 2-58 16,-1 4-15-16,0 0-46 0,-2 3-13 15,0 4-17-15,2 4-19 0,-1 4-2 16,2 1-9-16,2 4 11 0,2-2 3 16,2 0 10-16,-2 0-13 0,5-2-2 15,1 1-38-15,3-2-3 0,0 1-2 16,7 0-4-16,3-1 0 0,5-2 12 0,2 0 4 16,2 0 5-16,2-1-18 15,2-1 0-15,0-1-21 0,-1-2-32 0,1-1 4 16,1-4-29-16,1-1-43 0,0-2-79 15,-1-5-89-15,3 1-125 0,-1-4-220 16,-6-1-516-16</inkml:trace>
  <inkml:trace contextRef="#ctx0" brushRef="#br0" timeOffset="146508.47">1862 15696 901 0,'0'0'23'0,"0"0"319"16,0 0 738-16,0 0-660 0,0 0-92 16,0 0-35-16,0 0-39 0,0 0-118 0,0 0-64 15,0 0 66-15,0 0 95 0,80 58-62 16,-51-33-57-16,1 0 22 0,-1 2-62 16,-3 2-43-16,0-1-1 0,-6 1-30 15,0-3-13-15,-4-1-18 0,0-4-36 16,-6-4-26-16,0-3-24 0,-1-4-79 0,-3-3-80 15,-2-1-124-15,-2-3-289 0,-1-1-630 16</inkml:trace>
  <inkml:trace contextRef="#ctx0" brushRef="#br0" timeOffset="146738.991">2102 15706 878 0,'0'0'726'0,"0"0"401"0,0 0-710 0,0 0-22 0,0 0-23 15,0 0-170-15,0 0-131 0,-66 69-27 16,50-39-6-16,0 2 2 0,0 3-12 16,2-1-28-16,1-2-24 0,0-1-10 15,1-2-3-15,0-6-38 0,0-1-6 16,3-6 1-16,-2-2-17 0,1-6-26 16,-1-2-66-16,-1-4-103 0,0-2-189 15,2 0-766-15,-3-2-103 0</inkml:trace>
  <inkml:trace contextRef="#ctx0" brushRef="#br0" timeOffset="147033.842">2160 15444 696 0,'0'0'228'15,"0"0"1469"-15,0 0-1189 0,83-19-88 16,-60 15-44-16,-7 1-178 0,0 1-101 15,-3 2-44-15,-1 0-22 0,-2 2-31 16,-2 4 0-16,0 4 0 0,0 4 9 0,-4 4-9 16,-1 6-9-16,-1 2-29 0,-2 3 20 15,0-2 18-15,-6-3 16 0,1-2 25 16,-1-4-13-16,0-2-4 0,0-3 7 16,2-5 4-16,2-1-16 0,1-2-18 15,1-3-2-15,0 1-16 0,0 1-33 16,4 0 4-16,2 2-7 0,4-2 9 15,0 1 4-15,3-2 27 0,-1 4 1 16,2-3-13-16,-1 2-73 0,4-2-113 0,-4 3-123 16,0-2-277-16,2 2-855 0</inkml:trace>
  <inkml:trace contextRef="#ctx0" brushRef="#br0" timeOffset="147751.869">2657 15977 1030 0,'0'0'326'0,"0"0"-209"16,0 0 1368-16,0 0-1070 0,0 0-199 16,0 0-39-16,0 0 37 0,0 0-10 15,0 0-51-15,85 6-63 0,-59-6-31 16,1 0-43-16,1 0-16 0,-1 0-15 0,-4-2-13 16,2-2-3-16,-4 0-53 0,-2 0-103 15,1 0-55-15,-4-3-64 0,-3 3-216 16,-4-2-710-16,-6 0-574 0</inkml:trace>
  <inkml:trace contextRef="#ctx0" brushRef="#br0" timeOffset="148176.358">2840 15781 969 0,'0'0'101'0,"0"0"-9"16,0 0 883-16,0 0-377 0,0 0-216 16,0 0-181-16,0 0-26 0,0 0 25 15,0 0-65-15,0 0-31 0,0 0-13 16,5 78 10-16,1-50-7 0,2 2 27 0,-1 1-6 15,-1 1-20-15,0-1-39 0,1 0-22 16,-3-3-34-16,2 0-36 0,-2-6-7 16,2-1-78-16,-3-6-87 0,4-2-81 15,-4-3-86-15,1-5-247 0,-1-1-646 16,-1-4-310-16</inkml:trace>
  <inkml:trace contextRef="#ctx0" brushRef="#br0" timeOffset="148413.772">3186 15693 733 0,'0'0'358'15,"0"0"878"-15,0 0-784 0,0 0-112 16,0 0-15-16,14 67-46 0,-9-46-77 0,-1 4-45 15,2 0-47-15,-1 3-26 0,1 0-41 16,-1-1-43-16,-1 2-35 0,2-4-34 16,-2 0-131-16,2-5-90 0,-2-3-141 0,-1-7-640 15,-3-6-705-15</inkml:trace>
  <inkml:trace contextRef="#ctx0" brushRef="#br0" timeOffset="148681.864">3575 15569 2687 0,'0'0'1083'16,"0"0"-1048"-16,0 0-32 0,0 0 198 16,0 0 100-16,95 60-26 0,-70-46-108 0,-2 1-69 15,0 1-31-15,1 3-27 0,-2 3-12 16,-2 0-26-16,-4 6 19 0,-3 0-2 15,-5 4 4-15,-2 1-23 0,-6 2-21 16,0-1-16-16,0 1-3 0,-8 1-9 0,-4-1-15 16,-2 0-35-16,-5-1-61 0,-1 1-94 15,-5-3-49-15,-2 1-78 16,5-12-227-16,-9 7-754 0</inkml:trace>
  <inkml:trace contextRef="#ctx0" brushRef="#br0" timeOffset="149282.329">1519 16909 1431 0,'0'0'149'0,"0"0"1198"16,0 0-833-16,0 0-207 0,0 0-90 15,0 0-9-15,0 0 25 0,0 0 5 0,85-9-32 16,-49 8-50-16,0-1-40 15,1-2-61-15,-4 4-28 0,-3-1-27 0,-2-1-2 16,-6 2-19-16,-1-2 20 0,-1 2-63 16,-4 0-98-16,0 0-126 0,-5 4-183 15,-2-1-540-15,-4 1-1040 0</inkml:trace>
  <inkml:trace contextRef="#ctx0" brushRef="#br0" timeOffset="149475.358">1618 17151 300 0,'0'0'2551'0,"0"0"-2026"0,0 0-256 15,0 0-23-15,0 0 71 0,0 0-102 16,0 0-33-16,0 0-68 0,111 3-34 0,-68-9-77 16,2-4-3-16,2-1-111 0,-2-1-133 15,-2 2-82-15,-8 3-311 0,8 0-914 0</inkml:trace>
  <inkml:trace contextRef="#ctx0" brushRef="#br0" timeOffset="150436.777">2703 16718 985 0,'0'0'39'0,"0"0"937"15,0 0-162-15,0 0-282 0,0 0-155 0,0 0-100 16,0 0-36-16,0 0-5 16,0 0-35-16,0 0-63 0,0 0-61 0,-72 63-34 15,61-48-7-15,0 1-20 0,2 1 14 16,0 3-30-16,3-1-13 0,0 3-17 15,5-1-13-15,-1-1 6 0,2 3-3 16,3 0-9-16,6 2 18 0,1 3 1 16,4 0-17-16,2 1 1 0,3-1-173 15,4-1 11-15,0-2-49 0,2-4-71 16,2 0-181-16,-4-7-590 0,10 0-432 0</inkml:trace>
  <inkml:trace contextRef="#ctx0" brushRef="#br0" timeOffset="151035.177">3104 16912 333 0,'0'0'1789'0,"0"0"-1404"0,0 0-217 15,0 0 112-15,0 0 84 0,0 0-78 16,76-22-87-16,-50 15-48 0,0 1-21 16,0 1-21-16,-2 1-50 0,-2 1-16 15,-2 3-15-15,-5 0-28 0,-1 0 0 16,-4 7-2-16,-4 2-85 0,-2 3-25 15,-4 6 17-15,0 1-49 0,-2 5-10 0,-7-1 52 16,-3 2 7-16,-5-1 19 0,1-1 9 16,-1 0 48-16,-1-3 19 0,0-2 48 15,1-4-32-15,5-2 51 0,2-3-7 16,4-4 51-16,0-3 24 0,5-2-15 16,1 0-29-16,0 0-50 0,0 0-19 0,3 0-6 15,4 0 0-15,2 0 40 0,4 0 31 16,1 0 3-16,3-1-22 0,2 0-12 15,1-1-28-15,-1 0-14 0,1 1-14 16,0-2-24-16,-1-1-48 0,1 2-148 16,1-3-135-16,-6 3-139 0,10 2-730 0</inkml:trace>
  <inkml:trace contextRef="#ctx0" brushRef="#br0" timeOffset="151232.442">3699 16855 916 0,'0'0'1494'0,"0"0"-1242"15,0 0-114-15,0 0 122 16,0 0 107-16,97 85 16 0,-77-64-80 0,0-2-104 16,-1 0-94-16,-1 0-89 0,-2-3-16 15,0-2-34-15,-1-2-22 0,-3-4-159 16,0-6-96-16,-3-2-75 0,-1 0-290 0,-2-12-738 15</inkml:trace>
  <inkml:trace contextRef="#ctx0" brushRef="#br0" timeOffset="151414.924">3958 16788 855 0,'0'0'2388'15,"0"0"-2064"-15,0 0-216 0,0 0 75 16,-59 91 140-16,42-59-59 0,1 4-100 15,-3 3-62-15,2 2-53 0,1 2-30 16,1-2-19-16,0-2-24 0,-2-5-44 0,5-6-34 16,2-5-108-16,3-9 20 0,1-7-86 15,3-7-84-15,-1 0-272 0,-1-20-1066 16</inkml:trace>
  <inkml:trace contextRef="#ctx0" brushRef="#br0" timeOffset="151696.948">4104 16498 3146 0,'0'0'423'15,"0"0"-309"-15,0 0 47 0,0 0 24 0,0 0 44 16,0 0-40-16,0 0-71 0,0 0-69 16,0 0 16-16,0 0 0 0,62 81-35 15,-58-55-27-15,2 4 10 0,-2 1-13 16,-1 0-3-16,0-3 3 0,3-1 2 0,-2-4-2 15,2-3-2-15,1-5-23 0,3-3-15 16,0-3-6-16,3-3 12 0,2-2 12 16,-1 0 10-16,2-3-22 0,1-1-74 15,-2 0-100-15,0 0-40 0,0 0-28 0,1-3-181 16,-6 1-773 0,0-1-780-16</inkml:trace>
  <inkml:trace contextRef="#ctx0" brushRef="#br0" timeOffset="151886.87">4600 16940 4197 0,'0'0'673'0,"0"0"-673"0,0 0 22 0,0 0-22 15,0 0 125-15,0 0 31 0,0 0-65 16,79-4-76-16,-64-2-15 0,2-1-101 15,0-4-15-15,-4-2-46 0,2-3-77 16,-3 1-158-16,-4 2-234 0,-4-1-849 16</inkml:trace>
  <inkml:trace contextRef="#ctx0" brushRef="#br0" timeOffset="152085.477">4633 16709 1121 0,'0'0'2522'16,"0"0"-2261"-16,0 0-260 0,7 89 142 16,0-56 188-16,2 4 9 0,0-1-144 15,2-4-128-15,-1 0-68 0,3-1-14 16,2 0-7-16,-1 0-55 0,-1-1-103 16,0-3-52-16,-2-4-117 0,0-5-245 0,-7-7-731 15,-1-4-574-15</inkml:trace>
  <inkml:trace contextRef="#ctx0" brushRef="#br0" timeOffset="152419.718">5051 16704 3019 0,'0'0'700'0,"0"0"-502"15,0 0-113-15,0 0 60 0,89-37 122 16,-69 31-23-16,-2 1-71 0,-1 4-78 16,-4 1-59-16,1 0-20 0,-4 7-1 0,-1 4-15 15,-3 6-22-15,-1 6-11 0,0 7-10 16,-4 6 15-16,1 2-2 0,-2 4 28 16,0 3 0-16,1-2 0 0,1-4 2 15,2-2 2-15,-1-9 19 0,4-5 47 16,1-7-13-16,3-7-53 0,-1-2-1 0,7-2 29 15,2-2 16-15,4-3 18 16,1 0-21-16,4-4-25 0,-1-2-17 0,0-5-1 16,-2 1-55-16,1 0-85 0,-3-1-29 15,-1 4-62-15,-3 0-159 0,-5 1-376 16,-1 3-1333-16</inkml:trace>
  <inkml:trace contextRef="#ctx0" brushRef="#br0" timeOffset="152721.727">5884 16464 4032 0,'0'0'502'0,"0"0"-471"0,0 0-31 16,80 54 43-16,-58-34 93 0,-2 3 48 16,-1-3-7-16,-5 0-101 0,1 2-58 0,-5 2-2 15,-3 2 2-15,-4 5-16 16,-3 1-2-16,0 4-41 0,-10 1-71 0,-6 2-72 16,-3 0-40-16,-8 4-45 0,-5 0-106 15,6-10-240-15,-25 21-918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12:09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6543 7335 134 0,'0'0'283'0,"0"0"-129"0,0 0-99 0,0 0-16 16,0 0 0-16,0 0 5 0,0 0-44 16,0 0-131-16,0 0 102 0,-18 18-56 15,18-14 4-15,0-4 32 0,0 0 16 0,0 0 33 16,6-4 0-16,0-7 153 0,2 0-71 16,2-3 42-16,0-3 62 0,3-1-4 15,-1 0 17-15,3-1-7 0,0-2-3 16,1 0 25-16,0-3-45 0,1 1-26 15,-2 1-14-15,-4-2 423 0,1 2-318 16,-4 3-103-16,0 1 41 0,-4 2 47 16,1 3-13-16,-3 4-5 0,-1 5-28 15,-1-1-43-15,0 5-6 0,-1 0 9 0,-6 6 0 16,0 1-23-16,-5 4-33 16,-5 5-63-16,-2 6-13 0,-4 6 17 0,-4 7 6 15,-5 3-23-15,-3 6 18 16,-5 3-16-16,-2 5 0 0,-3-1 27 0,1 1-5 15,3-2 5-15,4-3-30 0,4-3-18 16,4-6-16-16,5-6 7 0,5-7-10 16,9-9-6-16,4-9-86 0,3-5-28 0,3-2-121 15,0-9-173-15,0-2-336 0,3-13-729 16</inkml:trace>
  <inkml:trace contextRef="#ctx0" brushRef="#br0" timeOffset="262.89">6166 7245 2096 0,'0'0'392'0,"0"0"-225"0,0 0 33 15,0 0 175-15,-56 66-32 0,43-38-109 16,0 2-83-16,3 2-46 0,3-1-9 16,2 4-40-16,4 2-31 0,1-1-6 15,0 2-19-15,7-3 0 0,2-1-19 16,4-4-12-16,0-8 28 0,1-5 2 0,2-2-21 15,6-8 13-15,2-1 9 0,6-1 28 16,2-5-3-16,7 0-22 0,2-11 10 16,1-3-13-16,5-7-41 0,0-4-62 15,1-4-55-15,5-7-43 0,0-2-97 16,3-4-181-16,-15 11-285 0,28-25-493 0</inkml:trace>
  <inkml:trace contextRef="#ctx0" brushRef="#br0" timeOffset="521.957">7494 6228 3176 0,'0'0'420'0,"0"0"-419"0,0 0 84 16,0 0 70-16,18 81 100 0,-13-42 37 15,-1 7-32-15,-1 10-94 0,1 10-71 16,-4 7-49-16,0 6-32 0,0 6-14 16,0 2-27-16,-3-6-7 0,2-10-6 15,1-13-55-15,4-19-77 0,8-17-42 16,4-20-53-16,7-9-35 0,-5-11-221 16,18-32-995-16</inkml:trace>
  <inkml:trace contextRef="#ctx0" brushRef="#br0" timeOffset="788.463">8027 6338 3149 0,'0'0'385'15,"0"0"-248"-15,-90 58 64 0,53-29 51 0,-8 6 53 16,-1 2-135-16,3 1-84 0,5-2-52 16,5-1-34-16,3-2-21 0,7 0-25 15,4-6-9-15,6-3-26 0,5-4 78 16,3-7 3-16,5-6 53 0,0-1-7 15,9 0-15-15,3 1 24 0,6 2-5 16,5 1-4-16,1 0-9 0,4 1-13 16,3-1-12-16,0-1-12 0,1 3 37 15,5-1-36-15,-1-1 0 0,0 2-1 16,0-1-14-16,2-1-23 0,-1-1-18 16,-1 0-188-16,0-2-164 0,-1-3-211 15,-8-2-595-15,5-2-1008 0</inkml:trace>
  <inkml:trace contextRef="#ctx0" brushRef="#br0" timeOffset="990.346">8687 6656 3952 0,'0'0'561'15,"0"0"-428"-15,0 0-105 0,0 0 12 16,0 0 98-16,14 72 70 0,-11-45 36 15,-2 0-132-15,2-4-83 0,0 0-29 16,3-3-40-16,0-1-8 0,1-2-129 16,3-7-86-16,0-7-69 0,-1-3-256 15,1 0-561-15,-4-21-881 0</inkml:trace>
  <inkml:trace contextRef="#ctx0" brushRef="#br0" timeOffset="1143.699">8769 6332 4066 0,'0'0'617'0,"0"0"-454"16,0 0-10-16,0 0-22 0,0 0-115 15,0 0-16-15,0 0-43 0,0 0-76 16,0 0-38-16,0 0-147 0,0 0-440 16,92 22-2013-16</inkml:trace>
  <inkml:trace contextRef="#ctx0" brushRef="#br0" timeOffset="1425.851">9222 6628 3587 0,'0'0'695'0,"0"0"-367"16,0 0 13-16,-65 64-42 0,49-46-80 16,3-6-107-16,6-2-54 0,2-7-55 15,5 0-2-15,2-2-1 0,8 1-79 0,10 1 49 16,3 0-7-16,7 1-5 0,-1-2-10 15,3 2-9-15,-5 2 10 0,-1 0 17 16,-1-1 16-16,-7 2 3 0,-3-2 3 0,-4 3-8 16,-5 3 18-16,-3-3-8 0,-3 3 10 15,-3 1 21-15,-6-1-20 0,-8 2-1 16,-3 1-16-16,-2 0-54 0,-4 0-34 16,-7 0-52-16,-1-2-68 0,-8 4-188 15,10-4-265-15,-25 4-846 0</inkml:trace>
  <inkml:trace contextRef="#ctx0" brushRef="#br0" timeOffset="2096.063">10348 6461 2418 0,'0'0'358'0,"0"0"-114"0,0 0 88 16,0 0-2-16,-79 2-15 0,60 9-27 0,-1 8-28 15,1 9-53-15,2 6-26 0,0 8-7 16,4 3-31-16,4 4-27 0,3-6-31 16,1-5-43-16,5-9-42 0,0-8-16 15,0-11-14-15,5-6-31 0,4-4 48 16,1 0 11-16,6-11-27 0,-1-4-16 15,2-6-31-15,-3-3-31 0,1-3 18 16,-4-1 7-16,-2 2-1 0,1 2 10 16,-4 2 8-16,-2 5 34 0,0 5 13 0,-1 5-4 15,0 5-6-15,-1 2-9 0,1 3 37 16,2 10 115-16,2 5-14 0,1 5-40 16,-1 5-2-16,4 2 11 0,-2-1 6 15,3-1-9-15,-1-6-50 0,2-3-17 0,3-7-25 16,1-1 1-16,2-7 24 0,0-3 0 15,2-1-1-15,-1 0-97 0,3-6-64 16,-4-5-69-16,3 0-231 0,-8 2-318 16,12-7-1001-16</inkml:trace>
  <inkml:trace contextRef="#ctx0" brushRef="#br0" timeOffset="2340.837">11016 6703 3849 0,'0'0'600'0,"0"0"-553"16,0 0 107-16,0 0 9 15,0 0-22-15,78 7 30 0,-44-7-6 0,6-1-95 16,2-9-34-16,-1 2-36 0,2-5-31 15,-4-4-94-15,-2 0-137 0,-2-4-132 16,-9 5-320-16,0-13-1023 0</inkml:trace>
  <inkml:trace contextRef="#ctx0" brushRef="#br0" timeOffset="2632.569">11254 6282 2312 0,'0'0'478'0,"0"0"-164"0,0 0 126 16,-42 67 23-16,37-38-35 0,2 4-95 16,3 6-63-16,2 5-87 0,4 9-55 15,0 9-25-15,-1 2-52 0,2 5-29 0,-2 2-19 16,-1 2 20-16,0 1-22 16,2-5-2-16,-3-1 2 0,3-5-2 15,-2-6 1-15,0-6-12 0,-1-6 9 0,0-5-15 16,-1-8 5-16,-2-4 13 15,0-9-15-15,0-7-39 0,-2-5-10 0,-4-4 15 16,-1-3-6-16,-6-3-63 0,-1-5-81 16,-2-7-43-16,1-6-11 0,0-7-71 0,0-7-214 15,4 7-460-15,-4-31-498 0</inkml:trace>
  <inkml:trace contextRef="#ctx0" brushRef="#br0" timeOffset="2832.825">11674 6756 2966 0,'0'0'594'15,"0"0"-241"-15,28 64 64 0,-22-37-59 0,-2 2-36 16,-3-1-96-16,-1 0-83 0,0 1-95 16,0-5-48-16,-4-2-28 0,-2-4-99 15,0-5-99-15,-1-7 9 0,0-6-27 16,-2-3-237-16,2-8-768 0,-4-15-1221 0</inkml:trace>
  <inkml:trace contextRef="#ctx0" brushRef="#br0" timeOffset="2999.365">11670 6422 3269 0,'0'0'571'0,"0"0"-148"15,0 0 84-15,0 0-121 0,0 0-97 16,0 0-98-16,0 0-122 0,0 0-53 0,0 0-16 15,0 0-7-15,39 45-56 16,-32-31-95-16,0 3-63 0,-4 8-63 0,-3 2-177 16,0-5-731-16,0 13-1269 0</inkml:trace>
  <inkml:trace contextRef="#ctx0" brushRef="#br0" timeOffset="3334.927">11997 6825 630 0,'0'0'3578'0,"0"0"-3021"0,0 0-345 0,0 0 62 0,0 0-91 15,0 0-47-15,0 0 61 0,75 42-73 16,-45-56-52-16,2-10-57 0,3-2-15 16,-4-7-90-16,0 1-34 0,-5-2-6 15,-5 5-13-15,-5 3-6 0,-5 5-18 16,-6 4 17-16,-5 6 16 0,0 1 26 15,-10 5-21-15,-5 1 80 0,-6 1 30 16,-5 3 7-16,1 3 12 0,-2 7 53 0,1 8-19 16,1 7 6-16,4 8 52 0,6 9 3 15,-2 2 18-15,6 8 6 0,0 2 24 16,2 1-24-16,4-6-19 0,4-5-18 0,1-10-21 16,4-12 8-16,7-7 22 0,4-9-21 15,5-6-50-15,6-6-20 0,0-13-37 16,6-8-50-16,1-11-28 0,1-6-49 15,-2-6-55-15,1-3-126 0,-3-3-290 16,-5 13-647-16,1-21-795 0</inkml:trace>
  <inkml:trace contextRef="#ctx0" brushRef="#br0" timeOffset="3524.373">12467 6078 2707 0,'0'0'762'0,"0"0"-540"0,0 0 1 16,0 0 110-16,4 78-36 0,-8-40 33 0,-2 7-13 15,-1 4-43-15,3 5-38 0,-2 5-48 16,-1 5-58-16,-2 7-34 0,-1 2-51 0,1 2-24 16,0-6-21-16,4-3-18 0,4-7-6 15,1-9-24-15,5-10-76 0,10-9-66 16,8-13-7-16,8-7-40 0,4-9-150 16,-5-2-611-16,19-8-921 0</inkml:trace>
  <inkml:trace contextRef="#ctx0" brushRef="#br0" timeOffset="3926.981">13025 6810 3628 0,'0'0'682'15,"0"0"-444"-15,0 0 116 0,0 0 0 16,-84 74-53-16,61-49 38 0,3-2-83 0,1-3-87 16,7-4-79-16,5-2-54 0,3-4-35 15,3-3-1-15,1-2-1 0,1 0-2 16,8-3-48-16,2-2-36 0,6 0 3 15,2 0-13-15,4-8-26 0,3-9-1 0,2-5 6 16,0-4-18-16,-3-8-31 0,3-4-55 16,0-5-86-16,-3-5-18 0,1-5-30 15,-2-4 4-15,-2-5 91 0,-2-5 143 16,-4 0 71-16,-5-1-11 0,-3 2 55 16,-4 6 3-16,-1 8 191 0,-1 13 64 15,-2 10 4-15,0 8-57 0,0 12-16 16,0 6 30-16,-2 3 17 0,-1 2-62 15,-1 8-82-15,-1 10-25 0,-1 5 12 16,0 10 33-16,2 10 24 0,-3 2 16 16,4 8-56-16,-4 6-32 0,3 3-37 15,-1 3 0-15,-2-2 0 0,4-4 3 0,2-6-15 16,1-7-12-16,0-5-16 0,0-7 1 16,4-3-15-16,5-9-85 0,2-6-112 15,5-7-73-15,3-8-161 0,-2-3-526 16,13-12-751-16</inkml:trace>
  <inkml:trace contextRef="#ctx0" brushRef="#br0" timeOffset="4071.675">13844 6902 4347 0,'0'0'482'0,"0"0"-415"0,0 0-67 15,0 0-101-15,-89 24-189 0,71-20-111 16,-11-2-780-16</inkml:trace>
  <inkml:trace contextRef="#ctx0" brushRef="#br0" timeOffset="10475.015">8384 10903 368 0,'0'0'1186'0,"0"0"-1081"16,0 0 964-16,0 0-715 0,0 0-80 15,0 0-86-15,0 0-27 0,0 0 13 16,0 0 30-16,0 0 2 0,16 52-41 16,-9-18-17-16,-1 6-19 0,0 9-34 0,2 5-39 15,-3 6-1-15,-2 5-15 0,-2 2-16 16,-1 5-21-16,0 0-3 0,0 2-15 16,-4-6 15-16,-2-6-3 15,0-6-16-15,2-12-5 0,3-10-28 0,-1-12-37 16,1-9-25-16,1-7-28 0,0-6-34 15,0 0-39-15,1-7-65 0,5-7-143 16,1 0-281-16,6-23-536 0</inkml:trace>
  <inkml:trace contextRef="#ctx0" brushRef="#br0" timeOffset="10809.414">8922 11022 1079 0,'0'0'121'15,"0"0"110"-15,0 0 882 0,0 0-595 16,0 0-158-16,0 0-65 0,0 0-147 16,0 0-54-16,0 0-44 0,-78 56-50 0,54-31-1 15,-1 4-11-15,-3 4-16 0,1 3-1 16,0 2 7-16,-2-1-6 0,2 4 0 16,-1-5 28-16,2-2 12 0,4-3 23 15,2-4 3-15,6-4-23 0,0-7 13 16,6-4 16-16,4-5 8 0,2-2-15 15,2-4-19-15,2 2-18 0,8 3 0 16,7-1 81-16,4 7 96 0,6 0-69 16,6 5-21-16,-1 1-38 0,4 0 6 15,0 1 13-15,-2 1 33 0,1 0-30 16,-3-3-47-16,-3 2-24 0,-2 0-15 16,-4-5-6-16,-3 2-28 0,0-3-16 0,-5-2-61 15,-1-1-62-15,-1-3-104 0,-1-5-151 16,-1-2-305-16,-2 0-792 0</inkml:trace>
  <inkml:trace contextRef="#ctx0" brushRef="#br0" timeOffset="11069.691">9286 11115 2236 0,'0'0'1515'16,"0"0"-1242"-16,0 0-116 0,0 0 89 0,97 20 87 15,-70-18-76-15,-2 0-67 0,2-2-84 16,-1 0-57-16,1-2-49 0,2-5 0 16,-3-4-76-16,0-1-113 0,-1 0-84 15,-4-1-112-15,-4 2-225 0,-5 0-528 16,-6-1-593-16</inkml:trace>
  <inkml:trace contextRef="#ctx0" brushRef="#br0" timeOffset="11258.669">9432 11192 1884 0,'0'0'567'16,"0"0"128"-16,-42 70-408 0,29-41-91 16,-1 5 126-16,2 5 44 0,1-3-32 15,2 3-85-15,5 0-50 0,1-1-59 0,1 0-46 16,1 4-45-16,1-4-3 0,0 0-34 15,6-7 24-15,2-4-13 0,5-8-23 16,2-4 0-16,2-10-27 0,0-1 3 16,5-4-31-16,-1 0-70 0,-2-7-70 15,1-5-65-15,-2-2-128 0,-5 2-282 16,1-9-973-16</inkml:trace>
  <inkml:trace contextRef="#ctx0" brushRef="#br0" timeOffset="11440.354">9873 11286 2629 0,'0'0'440'15,"0"0"-277"-15,31 76 89 0,-17-37 171 0,-1 6 43 16,2 2-62-16,0-1-119 0,1-7-120 16,-3-5-83-16,1-7-73 0,2-7-9 15,-2-8-39-15,2-9-47 0,1-3-137 16,5-9-40-16,-2-10-195 0,-3 1-571 15,6-21-1199-15</inkml:trace>
  <inkml:trace contextRef="#ctx0" brushRef="#br0" timeOffset="11638.866">10258 11262 2217 0,'0'0'1148'0,"0"0"-595"15,0 0-279-15,-82 86-51 0,50-50 43 16,2 6-11-16,-3 0 17 0,-1-2-90 15,3-1-88-15,-1 1-62 0,5-5-32 0,1-1-31 16,2 0-57-16,1-3-107 0,6-6-58 16,3-2-57-16,5-9-192 0,2-5-224 15,7-9-888-15</inkml:trace>
  <inkml:trace contextRef="#ctx0" brushRef="#br0" timeOffset="11869.624">10475 11676 3109 0,'0'0'689'0,"0"0"-359"0,0 0-143 16,0 0-44-16,0 68 5 0,-4-50 15 15,-2 0-43-15,-1-1-53 0,-3-3-42 16,4-2-25-16,-1-2-98 0,1-3-139 16,1-6-106-16,3-1-118 0,2 0-170 15,0-4-835-15,7-13-279 0</inkml:trace>
  <inkml:trace contextRef="#ctx0" brushRef="#br0" timeOffset="12294.879">10749 11297 2240 0,'0'0'1411'0,"0"0"-942"15,12 68-257-15,-8-32-57 0,-1 9 51 16,-2 6 55-16,-1-1 87 0,0 0-114 0,0-4-101 16,0-10-88-16,0-7-45 0,0-11-3 15,6-7-30-15,6-9-9 0,5-2-55 16,3-14 6-16,8-10-25 0,2-9-45 15,0-7-93-15,2-6-155 0,-2-3-184 16,0 0 103-16,1 4 136 0,-3 6 97 16,-2 8 132-16,-1 9 125 0,-5 11 215 15,-6 11 96-15,-1 4 61 0,-1 13 28 16,-5 8-52-16,0 7-116 0,-2 4-69 16,-1 7-25-16,-3 3 18 0,1-1-15 15,-1 5-19-15,-1 2-22 0,0 3-15 16,0 3-12-16,0 1-28 0,-1 2-11 15,-5-2-16-15,3-3-3 0,0-1 18 0,-1-7 10 16,-2-2-13-16,0-8-15 0,-4-6 6 16,2-4-20-16,-4-9 11 0,-1-3-10 15,-3-5-2-15,1-5-42 0,-3-6-16 0,1 0-2 16,-1-6-1-16,-2-7-54 16,0-7 0-16,3-2-47 0,1-7-18 0,4-2-92 15,5-3-176-15,2 7-538 0,5-15-640 0</inkml:trace>
  <inkml:trace contextRef="#ctx0" brushRef="#br0" timeOffset="12502.037">11605 11733 1542 0,'0'0'2266'0,"0"0"-1985"0,0 0-213 0,0 0-37 0,38 73-15 15,-38-45 87-15,-11 4 135 0,-3 3 18 0,-3 0-69 16,-2-5-92-16,2-1-95 0,-2-8-10 15,6-3-139-15,0-7-91 0,4-6-75 16,4-5-217-16,-1 0-682 0,3-16-967 0</inkml:trace>
  <inkml:trace contextRef="#ctx0" brushRef="#br0" timeOffset="13103.415">12246 11259 1679 0,'0'0'2111'15,"0"0"-1755"-15,0 0-179 0,93 12-40 16,-65-7-17-16,-3 1-30 0,-3 1 8 16,-5-2 98-16,-7 1-73 0,2-1-59 15,-4-1-31-15,-4-1-31 0,-1 3 0 16,-3 0 13-16,0 6 22 0,-7 3-28 15,-6 6-9-15,-4 4-39 0,-5 4 26 0,-2 3 11 16,-2 2 2-16,4-3 0 16,2 0 0-16,7-2 40 0,2-2 39 0,8-3-9 15,3-2 39-15,0 0 16 0,10-3-56 16,6-1-17-16,5 0-7 0,2-4-12 0,8 0 16 16,2-7-19-16,3-2-27 0,-2-3-3 15,-1-2-18-15,-4-2-22 0,-5-4 1 16,-4 0-6-16,-6-4-28 0,-5 2-24 15,-4-2-70-15,-5-4-70 16,0 2-87-16,-11-2-269 0,1 4-438 16,-14-5-517-16</inkml:trace>
  <inkml:trace contextRef="#ctx0" brushRef="#br0" timeOffset="13265.985">12189 11497 2443 0,'0'0'1181'16,"0"0"-925"-16,0 0-93 0,0 0-12 15,81 26 79-15,-54-10 51 0,3-2 47 16,1-1-42-16,0 2-94 16,1-7-89-16,1-3-94 0,0-3-9 0,0-2-88 0,-4-6-58 15,0-2-58-15,0-5-83 0,-3-5-274 16,-5 6-662-16,4-12-878 0</inkml:trace>
  <inkml:trace contextRef="#ctx0" brushRef="#br0" timeOffset="13642.71">12922 11211 1979 0,'0'0'805'0,"0"0"-190"16,0 0-346-16,0 0-16 0,0 0 57 15,0 0-68-15,0 0 30 0,0 0-64 16,81 14-82-16,-64-13-35 0,-1 1-18 16,0-2-12-16,2 0-22 0,0 0-8 15,1-3-28-15,-2 0-3 0,3 0-10 16,-2 2-8-16,0 1-7 0,-2 0-2 15,1 3 3-15,-1 4-10 0,-3 8 7 0,-1 4-10 16,-1 1 22-16,-3 4 15 16,-1 4 12-16,-3 3 3 0,2 0-13 0,-3 4 1 15,-1 2-2-15,1 3-1 0,-1 3-15 16,-1 0-25-16,1 2-8 0,-1-1 28 16,1-2 20-16,2-3 0 0,-1-6 0 15,0-2 2-15,2-3 20 0,-2-6-10 16,0 0 25-16,0-8 8 0,-1-3-11 15,-2-3-7-15,0-4-26 0,0-2 1 0,0-2-2 16,0 0-53-16,-8 0-26 0,-4 0 18 16,-6 0-61-16,-2-3 8 0,-7-2-39 15,-5-2-76-15,-6 1-57 0,-5 0-205 16,10 2-553-16,-23-1-559 0</inkml:trace>
  <inkml:trace contextRef="#ctx0" brushRef="#br0" timeOffset="14475.766">14087 11660 1854 0,'0'0'42'0,"0"0"783"15,0 0-456-15,0 0-113 0,0 0 26 0,26 74-14 16,-25-51-35-16,-1-4-61 0,0 2-79 16,0-6-56-16,-3-1-37 0,0-5-21 15,2-3-53-15,0 0-63 0,1-6-36 0,0 2-34 16,0-2-43-16,0 0-122 15,0 0-277-15,5-6-593 0</inkml:trace>
  <inkml:trace contextRef="#ctx0" brushRef="#br0" timeOffset="14860.904">15114 11006 1994 0,'0'0'583'0,"0"0"82"16,0 0-322-16,0 0-56 0,2 98 12 16,-1-55-1-16,2 11-5 0,0 7-51 15,1 6-77-15,2 4-37 0,-3 2-28 16,0 1-39-16,-2-6-61 0,-1-5-12 0,3-10-122 15,1-13-58-15,4-14 12 16,3-11 17-16,4-11-21 0,1-4-86 0,2-8-222 16,-1-3-500-16,2-17-905 0</inkml:trace>
  <inkml:trace contextRef="#ctx0" brushRef="#br0" timeOffset="15128.781">15558 11298 3347 0,'0'0'977'16,"0"0"-772"-16,0 0-45 0,-85 26 61 16,59-14-92-16,-1 0-32 0,1 4 7 15,0-2-52-15,6 4-37 0,2 0-15 16,1 1-15-16,4 4-3 0,-1 1-13 0,5 2 10 16,3-4 9-16,2 1 11 15,4-4-27-15,0-6-33 0,12 0 6 0,6-3 6 16,3 1 19-16,6 0 15 0,3 0 14 15,-1 0 0-15,3 1-1 0,-3-2-16 16,-1 4 18-16,-2-5 0 0,-3-1-2 16,-2-2-29-16,-1-1-54 0,-2-5-69 15,-2 0-62-15,1-6-123 0,-2-5-232 16,-1 3-573-16,2-9-636 0</inkml:trace>
  <inkml:trace contextRef="#ctx0" brushRef="#br0" timeOffset="15344.499">15973 11199 78 0,'0'0'3283'0,"0"0"-2306"16,0 0-748-16,0 0-44 0,0 0 63 0,0 0-89 16,95-2 2-16,-77 1 31 0,0-3-114 15,1-3-66-15,-3 0-12 0,3-3-21 16,-3-4-61-16,-1-1-91 0,1-1-67 0,-3 0-150 15,-3-1-337-15,-5 5-811 0,-5 2-889 16</inkml:trace>
  <inkml:trace contextRef="#ctx0" brushRef="#br0" timeOffset="15525.58">16048 11331 2289 0,'0'0'1428'0,"0"0"-1050"15,-23 84-260-15,17-54-40 0,4 5 28 0,-1-1 76 16,1-2 141-16,2-3-42 0,0 1-126 0,0-4-79 15,0-4-48-15,3-3-10 0,4-2 6 16,3-5 34-16,0-3-19 0,2-1-14 16,2-4-25-16,2-1-3 0,0-2-27 15,2-1 3-15,0 0-43 0,1-4-36 16,-2-4-34-16,2-3-3 0,-3-1-65 16,1-7-162-16,-5 6-377 0,3-14-1020 0</inkml:trace>
  <inkml:trace contextRef="#ctx0" brushRef="#br0" timeOffset="15823.874">16525 11348 3502 0,'0'0'662'0,"0"0"-519"15,10 77-131-15,-2-43-10 0,0 0 73 16,4-4 129-16,-2-2 97 0,0-3-188 16,1-5-93-16,0-4-20 0,1-4-74 15,1-4-64-15,-1-3-46 0,2-5-76 0,-2 0-118 16,2-8-257-16,-4-2-714 0</inkml:trace>
  <inkml:trace contextRef="#ctx0" brushRef="#br0" timeOffset="15967.268">16762 11301 1137 0,'0'0'1864'0,"0"0"-890"16,0 0-764-16,-71 66-60 0,45-38-48 15,-1 3 22-15,-2 5 101 0,0-1-2 16,0 0-79-16,5-2-80 0,-1-2-64 15,2-3-27-15,2 1-92 0,2-3-86 16,0-2-62-16,6-2-155 0,2-8-522 16,8-9-479-16</inkml:trace>
  <inkml:trace contextRef="#ctx0" brushRef="#br0" timeOffset="16154.819">16910 11608 1926 0,'0'0'1839'16,"0"0"-1474"-16,0 0-218 0,7 82 2 0,-7-51-35 16,-3-2-15-16,-2-1 92 0,-3-3-8 15,5-6-143-15,0-4-40 0,2-5-144 16,1-3-114-16,0 0-79 0,0-3-193 16,0-3-719-16,0-1-1202 0</inkml:trace>
  <inkml:trace contextRef="#ctx0" brushRef="#br0" timeOffset="16679.684">17772 11556 463 0,'0'0'1026'0,"0"0"320"16,0 0-796-16,0 0-75 0,80 10-68 15,-55-6-69-15,1-2-74 0,1 0-83 16,1-2-102-16,-2-2-67 0,0-5-12 16,-1-5-135-16,4-2-98 0,3-5-84 15,1-2-180-15,3 0-515 0,-8 7-575 16,16-6 227-16</inkml:trace>
  <inkml:trace contextRef="#ctx0" brushRef="#br0" timeOffset="16903.894">18626 11391 307 0,'0'0'3273'0,"0"0"-2958"16,0 0-315-16,0 0-72 0,0 0-60 16,0 0 30-16,0 0 61 0,81 19 10 0,-61-17-62 15,3 0 11-15,2-2 37 16,-2 0-19-16,3 0 58 0,-2 0 6 0,-1 0 28 16,-1-2-24-16,-2-2-1 15,0-1 61-15,-1-1-1 0,-2 3-31 0,2-1-32 16,-3 3-22-16,3 1 21 0,0 0 1 15,2 5 108-15,2 4 41 0,-1 2 31 16,2 1 8-16,2-1 44 0,2 1 106 16,-1-3-49-16,0-1-29 0,-1-5-47 15,-2 0-28-15,0-3-55 0,-1 0-69 16,-2-6-61-16,-3-4-82 0,-2-2-109 0,-3-2-55 16,-2-2-161-16,-4 5-577 0,1-8-993 15</inkml:trace>
  <inkml:trace contextRef="#ctx0" brushRef="#br0" timeOffset="17268.322">19971 11343 2115 0,'0'0'2387'0,"0"0"-1947"0,0 0-281 15,0 0-74-15,43 76-36 0,-30-52 18 16,0 1 94-16,-1 0 30 0,-1 0-112 15,4-1-49-15,-1-1-9 0,0 1-3 0,0-1-18 16,1-1-2-16,-3 0-28 0,-1 0-64 16,-1-4-66-16,-2 0-35 0,-1-6-21 15,0-1-59-15,-1-5-80 0,-2-5-138 16,2-1-477-16,-2 0-529 0,-1-11 110 0</inkml:trace>
  <inkml:trace contextRef="#ctx0" brushRef="#br0" timeOffset="17440.988">20315 11442 7 0,'0'0'1911'16,"0"0"-93"-16,0 0-1468 0,0 0-123 15,-85 22-47-15,58-8-1 0,-5 4 51 0,-1 1 18 16,-3 0-130-16,1 1-118 16,-2 1-12-16,1 0-64 0,4 0-34 0,2-2-3 15,4 1-65-15,4 0-96 0,-1 0-253 16,5-4-578-16,5-6-505 0,-1-2 347 0</inkml:trace>
  <inkml:trace contextRef="#ctx0" brushRef="#br0" timeOffset="17990.725">19625 11687 766 0,'0'0'268'0,"0"0"638"0,0 0-310 15,0 0-248-15,0 0-123 0,0 0-24 16,-13 71-20-16,7-53-26 0,1 3 0 15,-1-2-42-15,-1 2-63 0,1-7-50 16,1 1 0-16,-1-5-138 0,3-4-45 0,3-4-93 16,0-2-194-16,0-3-708 0,1-6-489 15,10-7 1631-15</inkml:trace>
  <inkml:trace contextRef="#ctx0" brushRef="#br0" timeOffset="18693.227">20368 11629 1398 0,'0'0'143'0,"0"0"1289"0,0 0-1087 0,0 0-103 16,0 0 92-16,0 0-10 0,0 0-30 16,0 0-35-16,17 81-72 0,-14-58-61 15,-3 0-44-15,1 1-33 0,-1-3-13 0,0 0-8 16,0-3-26-16,0-7-2 16,0-3-16-16,1-3-8 0,2-5-13 0,2 0-23 15,3-3-32-15,4-7 43 0,2-2 3 16,4-5 3-16,2-5-6 0,-1 0-21 15,-1 0 2-15,2-1 22 0,-4 4 31 16,1 2 15-16,-4 4 21 0,-1 3 10 16,-1 5 33-16,-2 3 10 0,-2 2-22 15,-2 0 3-15,0 1 13 0,0 7 11 0,-2 6-3 16,0 1-27-16,-1 2-36 0,-2 4-13 16,0-6-27-16,0 0-34 0,0-3-95 15,0-3-83-15,3-6-63 0,0-3-210 16,0 0-545-16,4-4-855 0</inkml:trace>
  <inkml:trace contextRef="#ctx0" brushRef="#br0" timeOffset="19365.913">20980 10951 1721 0,'0'0'2440'0,"0"0"-1978"16,0 0-326-16,0 0-75 15,0 0-15-15,0 0 68 0,0 0 127 0,0 0-56 16,0 0-97-16,0 0-30 0,0 0-28 16,56 5 1-16,-40-8-19 0,-2 1-9 15,-1 1 11-15,-1-3-14 0,-3 4 0 16,-4-2-1-16,0 1-1 0,-1 1-1 16,-3 0 0-16,-1 0 0 0,2 0-9 15,-2 0-1-15,1 0-2 0,1 0 13 16,0 0-13-16,1 0 15 0,2 0-2 15,-1 0 0-15,3 0-28 0,3-3-22 0,-2 0 4 16,3-2 17-16,1-2 10 16,-2 1-9-16,1-1 2 0,1 2 4 0,-2 1-3 15,-1 2 14-15,-2 2-17 16,0 0 3-16,-1 0 23 0,0 5 4 0,0 4 16 16,-3 1 11-16,0 4 4 0,0 2-31 15,0 3 3-15,0 1 12 0,-1 5-15 0,0 2 1 16,1 3 2-16,-3 5-3 15,3 3 1-15,-3 5 11 0,0 2-9 0,0 5 18 16,-3 2 13-16,-1 0-19 0,-2 2 6 16,0 0 4-16,-2-3 2 0,2-5 3 15,2-5-5-15,2-4 14 0,2-6-15 16,0-6 3-16,0-5-26 0,0-4 0 16,2-6-1-16,1 1-2 0,-2-6-13 15,1-3 12-15,-2 1-12 0,0-3-12 16,0 2-28-16,0-2 7 0,-5 0-10 0,-1 1 0 15,-4-1-9-15,-6 3-48 0,-5 0-50 16,-11 0-75-16,-7-1-167 0,-10-2-395 16,-10 0-862-16,10 0-73 0</inkml:trace>
  <inkml:trace contextRef="#ctx0" brushRef="#br0" timeOffset="20074.272">17396 11833 1422 0,'0'0'143'0,"0"0"929"16,0 0-734-16,0 0-92 0,0 0-48 16,0 0-1-16,0 0-11 0,-51 79-16 15,35-59-44-15,-1-1-57 0,0 2-66 16,-3-2-3-16,-2 4-41 0,-1-4-44 16,3 1-31-16,-3 0-60 0,1-3-55 15,3-1-158-15,-1-6-423 0,6-3-994 16,-9 0 1304-16</inkml:trace>
  <inkml:trace contextRef="#ctx0" brushRef="#br0" timeOffset="31874.723">6809 14381 931 0,'0'0'69'0,"0"0"133"0,0 0 1128 15,0 0-902-15,0 0-28 0,0 0-70 0,0 0-7 16,0 0-31-16,0 0-26 16,0 0-72-16,-4-7-65 0,7 7-53 0,5 0-21 15,8 0 62-15,3 3 47 0,8-2-30 16,1 4-77-16,0-1-44 0,1-1-13 15,-1 0-28-15,-4-2 13 0,0-1-40 0,-2 0-51 16,-2 0-28-16,-1-5-25 0,-3 0-40 16,-4 1-115-16,-1 1-176 15,-5 0-275-15,-6 3-958 0</inkml:trace>
  <inkml:trace contextRef="#ctx0" brushRef="#br0" timeOffset="32059.025">6933 14579 1911 0,'0'0'977'0,"0"0"-618"0,0 0-203 15,0 0-45-15,0 0 202 0,0 0-11 0,0 0-68 16,0 0-138-16,89 64-81 0,-64-62-15 16,-1-2-43-16,2 0-56 0,5-4-63 15,3-4-137-15,2-3-236 0,-7 3-746 16,14-7-702-16</inkml:trace>
  <inkml:trace contextRef="#ctx0" brushRef="#br0" timeOffset="32532.448">8295 13707 1706 0,'0'0'65'0,"0"0"700"0,0 0-588 15,-18-78-151-15,14 63 96 0,3 3 103 16,-3 6 81-16,1 5-4 0,1 1-75 0,-1 2-85 16,-4 4-139-16,1 6-3 15,-5 6-77-15,-1 2 40 0,-2 10 34 0,-2 5 3 16,-4 6-16-16,2 6 4 0,-3 5-7 15,-1 2 19-15,-1 6 0 0,0-1-2 16,-1 0-14-16,-1-2 3 0,6-3-2 16,-2-5-4-16,5-4 6 0,0-7-22 15,7-9 16-15,5-10-56 0,4-9-23 16,4-10-102-16,8 0 95 0,2-10 39 16,1-3 66-16,-2 2 1 0,3-1 18 0,-5 6-19 15,2 3 0-15,-1 3 33 16,-1 3 91-16,1 10 25 0,-1 4 6 0,-1 10-19 15,0 4-32-15,-4 7-4 0,0 2-46 16,-2 3-4-16,2 0-28 0,-3 2-3 16,-2 0-19-16,1 1-4 0,-1-3-20 15,1-2-1-15,-1-4 9 0,1-5-18 0,-1-7-55 16,0-6-43-16,1-9-29 0,-1-3-35 16,2-5-84-16,-3-2-146 0,0 0-214 15,0-6-475-15</inkml:trace>
  <inkml:trace contextRef="#ctx0" brushRef="#br0" timeOffset="33438.959">9220 14321 333 0,'0'0'101'16,"0"0"1989"-16,0 0-1793 0,0 0-133 16,-13-69-1-16,7 47-3 0,0 4 21 15,-3 0 22-15,1 3-46 0,-2 4 13 16,0-1-25-16,0 4 1 0,1 0-28 16,-2 5-22-16,1 0 21 0,-1 2 0 0,0 1-7 15,1 0-27-15,-2 7-68 16,-2 5-9-16,1 6-6 0,-1 9-2 0,1 6 2 15,0 9 18-15,6 7 12 16,2 3-13-16,2 2-17 0,3-1-1 0,2-5-21 16,5-8 5-16,4-11 17 0,-2-7 13 15,4-8-13-15,3-7-24 0,0-6 24 0,4-1 9 16,3-6-7-16,4-10-2 0,-3-4-28 16,0-7 16-16,-1 0-28 0,-1-3-6 15,-6 1 16-15,-1 1 5 0,-3 2 10 16,0 2 3-16,-3 1 12 0,-1 4 0 15,-2 5 21-15,-5 3-3 0,2 5 4 16,-3 4-7-16,0 2 4 0,0 0-19 16,0 0-9-16,3 4 6 0,2 6-44 15,0 5 47-15,2 4 3 0,3 8 33 16,1-1-36-16,1 5-15 0,0-2-16 16,2-1-21-16,4-3-16 0,3-3 16 15,2-7-68-15,4-2-66 0,1-5-20 16,0-3-52-16,3-1-264 0,-9-3-543 0,9 0-632 15</inkml:trace>
  <inkml:trace contextRef="#ctx0" brushRef="#br0" timeOffset="33683.143">10016 14427 1922 0,'0'0'1562'15,"0"0"-1296"-15,0 0-78 0,0 0 101 0,93-6-13 16,-61 6-35-16,4 0-76 0,3 0-97 16,0-3-58-16,3 1-10 0,-1-5-34 15,-2-3-76-15,-3 0-87 0,-4-5-22 0,-3 0-83 16,-9 3-281-16,0-8-861 0</inkml:trace>
  <inkml:trace contextRef="#ctx0" brushRef="#br0" timeOffset="33939.467">10187 14109 2419 0,'0'0'367'0,"0"0"-113"0,0 0 85 16,0 0 35-16,0 0-40 0,0 0-76 15,0 0-47-15,0 0-60 0,0 0-56 0,0 0-18 16,-24 68-4-16,28-33 28 0,2 8 18 16,1 4-15-16,-3 4-38 0,2 4-23 15,-3 1-25-15,-3 4-18 0,0 2-12 16,0-1 9-16,-6 0-27 0,3-10-80 16,-1-5-3-16,1-10-15 0,3-9-6 15,0-11-17-15,7-9-68 0,0-7-126 16,4-4-187-16,-2-4-437 0,6-16-740 0</inkml:trace>
  <inkml:trace contextRef="#ctx0" brushRef="#br0" timeOffset="34724.214">10745 13773 1494 0,'0'0'1412'0,"0"0"-1229"0,0 0-147 0,0 0 114 16,0 0 202-16,0 0-27 0,0 0-21 0,0 0-47 16,20 79-50-16,-10-45-53 15,2 4-23-15,0 6-15 0,0 4-37 0,-2 4 1 16,-1 7-38-16,-5 3-30 0,-4 1-11 15,0 6-1-15,-3 0-27 0,-7 0-40 16,3-4-37-16,0-10 37 0,4-16 40 16,1-11 5-16,2-12-11 0,0-10-35 0,0-3-42 15,2-3 36-15,5-3 74 0,3-4 25 16,6-7-7-16,0 0-16 0,6-5 14 16,-1 0-14-16,2 3-2 0,-3 1-12 15,5 4-10-15,-2 4 7 0,1 2 15 16,0 4 0-16,-1 1 15 0,-3 0-13 15,-3 1 23-15,-3 5 8 0,-2 0 72 16,-5 1-47-16,0-1-6 0,-4 2 3 16,-1 1-16-16,-2-1-8 0,0 3-13 15,0 1 16-15,-6-2-13 0,-3 3-6 0,-2-1-12 16,-2 1 16-16,-2-1 11 0,-3 1-3 16,0-3-8-16,-3-2-16 0,1-2 9 15,1-5-12-15,-4-1-17 0,1-3-35 16,-1-6-39-16,-2-5-19 0,3-3-9 15,1 0-41-15,4-4-37 0,4 2-50 0,3 2-91 16,3 1-163-16,4 9-311 0,1-1-729 16</inkml:trace>
  <inkml:trace contextRef="#ctx0" brushRef="#br0" timeOffset="35618.488">11491 14222 1729 0,'0'0'1637'16,"0"0"-1424"-16,0 0-172 0,0 0 76 0,0 0 87 15,78 78 4-15,-49-47-12 0,0 2-26 16,-2 0-83-16,-1-3-38 0,0 1-21 15,-3-2-3-15,-4-4-11 0,-2-3-14 0,-1-4-12 16,-5-4-10-16,0-1 21 0,-4-6-14 16,0-3-16-16,-1-3 9 0,-2-1 10 15,0-2 12-15,2-8-41 16,1-3 39-16,-2-5-9 0,-1-3-4 0,0-3-10 16,-1-2 1-16,-3 0 5 15,0-4-18-15,0-1 12 0,-1-2-9 0,-7-2 6 16,0-1 6-16,-5 0-6 0,3 2-12 15,0 4 9-15,3 2 31 0,2 7-19 16,5 4 17-16,0 5 2 0,0 1 15 16,3 3 32-16,5 2 6 0,1 0 3 0,0 1-13 15,3 1-5-15,2 2-4 0,4 2 6 16,3-1 6-16,3-2-12 0,5 2 6 16,3-3-15-16,1-3-4 0,3 1 10 15,2-2 0-15,3-2-10 0,-2 0-8 16,2 1 5-16,0-2-6 0,-5 4-12 15,-1-1-24-15,-5 1 5 0,-5 2-15 0,-5 1-9 16,-3 3-86-16,-5-1-38 0,-4 2-13 16,-5 0-56-16,-3 0-107 0,0 2-246 15,-14 8-576-15</inkml:trace>
  <inkml:trace contextRef="#ctx0" brushRef="#br0" timeOffset="35973.344">12010 14427 2267 0,'0'0'1181'16,"0"0"-777"-16,0 0-265 0,0 0-23 0,0 0-16 16,0 0-3-16,0 0 42 15,0 0 16-15,0 0-87 0,92-11-58 0,-64 9-10 16,-2-1-37-16,-1 1 12 0,-3 1-21 15,-2-2-53-15,0 0-59 0,-4-2-60 16,2-3-56-16,-4-3-134 0,-5 4-336 16,1-9-930-16</inkml:trace>
  <inkml:trace contextRef="#ctx0" brushRef="#br0" timeOffset="36192.653">12425 14194 1068 0,'0'0'1820'0,"0"0"-1432"0,0 0-191 16,0 0-29-16,0 0 97 0,0 0 30 0,0 0-25 16,15 84-82-16,-10-57-77 0,1 5-34 15,4 4-34-15,-3 5-22 0,-1 0-21 16,0 2-43-16,-2 0-92 0,2-3-53 16,-3-3-41-16,1-6-37 0,2-4-92 15,1-6-228-15,-2-6-661 0,0 0-604 0</inkml:trace>
  <inkml:trace contextRef="#ctx0" brushRef="#br0" timeOffset="36715.29">13551 13544 1732 0,'0'0'1170'15,"0"0"-802"-15,0 0-107 0,1 78-93 16,4-47 24-16,2 7 16 0,3 5-2 16,0 5-42-16,2 4-71 0,3 5-16 15,0 2-3-15,-1 3-16 0,-1 3-24 16,1-1-22-16,-5 4-12 0,-2-1-12 16,0-3-3-16,-2-2-38 0,-2-5-23 15,0-5-8-15,1-8-42 0,0-9-45 16,2-9-44-16,1-7-72 0,2-8-198 15,-3-5-612-15,1-6-471 0</inkml:trace>
  <inkml:trace contextRef="#ctx0" brushRef="#br0" timeOffset="37433.195">14799 13916 114 0,'0'0'978'0,"0"0"890"0,0 0-1510 15,0 0-75-15,0 0-34 0,0 0 16 16,0 0-1-16,-90-29-10 0,78 29-51 16,-2 4-41-16,2 4-61 0,1 7-52 15,0 4-46-15,-1 6-2 0,5 6 17 16,1 2 15-16,0 3-29 0,4-1 14 15,2-6-16-15,0-5 0 0,0-8-2 0,0-6-28 16,0-3-5-16,1-3-10 16,6-4-6-16,-1 0 28 0,4 0 20 0,3-6-26 15,0-5 23-15,4-7-72 16,-1-3-13-16,3-9 6 0,-3-1-15 0,1 1 15 16,0-1 12-16,-1 4 6 15,-1 2 24-15,-1 8 10 0,-1 3 10 0,-1 6 18 0,-1 4 3 16,-2 4 46-16,1 0 78 0,-3 11 15 15,3 2-22-15,-1 6-22 0,-2 4-22 16,3 3-18-16,-2 0-9 0,1 3-9 16,-3-1-19-16,0-1-18 0,1-4 0 15,2-2-30-15,-2-6-4 0,0-2-9 16,2-3 13-16,2-1-4 0,-2-2-15 16,3-2-28-16,2 1-98 0,-1-5-41 15,4-1-61-15,1 0-230 0,-3-1-523 16,8-9-553-16</inkml:trace>
  <inkml:trace contextRef="#ctx0" brushRef="#br0" timeOffset="38039.584">15578 14094 2932 0,'0'0'711'15,"0"0"-402"-15,0 0-170 0,0 0 23 16,0 0-53-16,0 0-1 0,0 0 62 16,6 84-19-16,-7-61-96 0,-4 1-40 0,2-1-15 15,-1-3-11-15,-1-4-38 0,2-5-62 16,1-4-40-16,1-5-50 0,1-2-42 16,0-4-85-16,0-12-205 0,1 4-478 15,9-19-496-15</inkml:trace>
  <inkml:trace contextRef="#ctx0" brushRef="#br0" timeOffset="38434.367">15927 13569 1163 0,'0'0'1893'16,"0"0"-1561"-16,0 0-189 0,0 0 60 0,17 75 118 15,-17-36-12-15,0 2-53 0,0 7-80 0,-3 0-78 16,-5 1-31-16,2 1-38 15,-1 2-29-15,-2-4-19 0,-1-1-20 16,3-5-47-16,0-9-3 0,2-9 40 16,4-9 27-16,1-8-9 0,0-5-24 0,0-2 5 15,4 0-11-15,7-2 45 0,3-2 14 16,2 1-13-16,5 0-4 0,1 3-9 16,3 0 6-16,2 0 22 0,0 6 15 15,1 2-13-15,-3 3 10 0,-2-1-12 16,-4 3 1-16,-1-1 11 0,-5 1 10 15,-2 1 2-15,-5-2 7 0,-2 1 3 0,-4 0 28 16,0-1-19-16,-1 0-9 0,-7-1 3 16,-3-1 3-16,-1 2-16 0,-3-5-8 15,-3 0 2-15,0-3-18 0,-1-4-24 16,-3 0-41-16,2-5-3 0,-3-5-30 16,3-5-23-16,-2-4-15 0,2-4-58 15,3-5 5-15,3-2-142 0,5-1-226 0,4 8-619 16,5-5-615-16</inkml:trace>
  <inkml:trace contextRef="#ctx0" brushRef="#br0" timeOffset="38781.626">16920 13841 3086 0,'0'0'655'16,"0"0"-347"-16,0 0-123 0,0 0 64 15,0 0-70-15,0 0 8 0,0 0-19 0,0 0-76 16,0 0-52-16,-78 67 8 0,64-41-2 16,1 5-31-16,0 6-15 0,0 2 0 15,4 4-3-15,3 0-9 0,2-1-6 16,4-2 6-16,0-4 12 0,10-5 34 15,3-5 9-15,6-7-7 0,2-1-8 16,1-5-15-16,4-3-13 0,0-4-21 16,1-3 18-16,-1-3-39 0,2-3-43 15,-3-6-56-15,-3-5-11 0,-2-4-48 16,-3-2-78-16,-5-4-118 0,-4 1-229 0,-5 4-590 16,-3-1-444-16</inkml:trace>
  <inkml:trace contextRef="#ctx0" brushRef="#br0" timeOffset="38932.798">16864 14119 2947 0,'0'0'476'0,"0"0"-216"16,0 0-27-16,0 0-41 0,0 0-64 15,0 0 158-15,0 0 61 0,76-4-96 0,-44 3-83 16,0-2-59-16,-1 0-45 0,0-2-58 16,-2-1-6-16,-4 3-30 0,-2-2-107 15,-4 0-92-15,-2-1-31 0,-2 0-66 0,-1 0-205 16,-5 2-529-16,0-4-981 0</inkml:trace>
  <inkml:trace contextRef="#ctx0" brushRef="#br0" timeOffset="39342.157">17472 13824 2357 0,'0'0'1180'16,"0"0"-956"-16,0 0-35 0,92-4 49 15,-60 3-70-15,5 0 71 0,-1-1 34 16,3 0-104-16,5-3-72 0,2 4-23 0,0-4-20 16,1 3-26-16,-2 0-27 15,0 2 0-15,-8 0-1 0,-5 4-9 0,-5 7 9 16,-4 2 3-16,-10 4-3 0,-7 3-19 16,-6 6-2-16,0 2 18 0,-14 6 3 0,-6 1 12 15,-6 4 0 1,-4 1-12-16,-2 2 0 0,-4 2-11 0,0 1-16 15,-3 1-10-15,2 0 34 0,2-4-13 16,5-2 16-16,6-6 21 0,7 0-19 0,7-8-1 16,5-2-1-16,5-1-14 0,0-3 14 15,9-3 37-15,10-2 5 0,3-2 19 16,7-4 3-16,5-4-31 0,5 1 4 16,1-4-1-16,4-1-5 0,0-1 17 15,-3 0 4-15,-2 0-38 0,-1-4-14 16,-5-2-46-16,-2-1-69 0,-7-4-22 15,2-1-30-15,-6-1-22 0,-1-2-84 16,-4-2-98-16,-4-1-171 0,0 4-477 0,-3-10-544 16</inkml:trace>
  <inkml:trace contextRef="#ctx0" brushRef="#br0" timeOffset="39564.272">18390 14093 251 0,'0'0'3041'0,"0"0"-2547"16,0 0-223-16,0 0-55 0,-76 63-71 16,48-42 44-16,1 3 91 0,-5 0-124 15,0 4-65-15,-1 2-54 0,-1 1-34 16,0 2-3-16,-3 0-2 0,1-1-28 16,2 0-41-16,0-2-8 0,0-3-59 15,3-4 0-15,4-4-32 0,6-4-25 16,5-8-85-16,4-4-92 0,5-3-258 0,7-7-815 15</inkml:trace>
  <inkml:trace contextRef="#ctx0" brushRef="#br0" timeOffset="40475.135">18660 13587 2929 0,'0'0'397'15,"0"0"-191"-15,0 0-111 0,0 0 54 16,0 0 55-16,78-76 44 0,-57 65-65 15,1 1-47-15,2 5-21 0,-2 2-5 0,2-1-18 16,-2 4-33-16,-2 0-47 16,2 5-11-16,-2-1-1 0,-3-1-3 0,0 3-13 15,-6-4 4-15,-2 2 9 0,-3 0-15 0,-1 1-10 16,-4 4-3-16,-1 4 31 16,0 9 29-16,-3 6-7 0,-7 10-10 0,-6 7-12 15,-1 7 2-15,-2 7 19 16,-2 3-2-16,-1-3-16 0,5-4 0 0,3-6-3 15,3-12 18-15,7-10-6 0,2-9-12 16,1-6-1-16,1-7-23 0,0-3 12 16,0-2 10-16,4 0-29 0,4-6 7 15,1 0 20-15,2-5 4 0,-3 1 0 16,1-1-24-16,0 2-10 0,-4 3-9 16,-2 3 22-16,0 3-13 0,0 3 34 15,-1 8 29-15,1 8 57 0,0 8-39 16,0 5-46-16,2 4-1 0,-1 4 1 15,4-1 1-15,0 4 10 0,2-1 3 0,-1-3-13 16,0 0 47-16,2-3 3 0,-2 4 3 16,1-3 3-16,-2 3 55 0,0-2-28 0,-1 3-24 15,-3-3-37-15,1-1-9 0,-2-1-3 16,-2-1-12-16,0-4 0 0,-1-3 1 16,0-4 2-16,-2-5-1 15,-6-6-2-15,1-4-31 0,-5-3-45 0,0-3-18 16,-2-3-19-16,-3 0 19 0,-3-1 2 15,1-7 12-15,-1-3-27 0,0-3-87 16,-2-3-51-16,-1-7-65 0,2-1-128 16,5 5-261-16,-6-10-689 0</inkml:trace>
  <inkml:trace contextRef="#ctx0" brushRef="#br0" timeOffset="46274.249">20882 13704 658 0,'0'0'2495'0,"0"0"-2078"16,0 0-177-16,0 0 16 0,0 0-38 15,0 0-50-15,0 0 75 0,-77-58-71 16,57 52-64-16,-3-1 17 0,-3 2-6 16,-1-1-34-16,-1 2-21 0,-6 0-16 0,-1 0 1 15,-1 2-48-15,-4 2 20 16,-3 0-18-16,-3 3-3 0,-3 8 0 0,-2 6-3 15,-1 3 1-15,-1 4-16 0,4 5 18 16,1 2 1-16,8-1 0 0,5 3-1 16,5-5-12-16,9-2-3 0,7-4 12 15,8-5-22-15,4-1 24 0,2-4 1 16,14-5 22-16,4 0-19 0,8 0 18 16,8-2 21-16,8 2-14 0,3-1-7 15,4 2 15-15,1-1-36 0,1 1-2 0,0-2-25 16,1-1 12-16,-1-1 14 0,0-3-29 15,-3-1-13-15,-2 0-30 0,-2 0-21 16,-7-5-16-16,-4 0-2 0,-5 0-23 16,-8 1-25-16,-6 1-43 0,-5 1-69 15,-9 2-113-15,0 0-121 0,-13 0-250 16,-8 3-436-16,-4 4-276 0,0-1 1466 16</inkml:trace>
  <inkml:trace contextRef="#ctx0" brushRef="#br0" timeOffset="46508.273">19876 14372 904 0,'0'0'1675'0,"0"0"-1395"0,0 0-215 16,0 0 172-16,0 0 110 0,78 5-59 16,-44-5-14-16,5 0-56 0,7 0 27 15,5 0-32-15,2 1-75 0,2 5-50 16,0 0-36-16,1 1-9 0,-4-1-19 15,0 0-24-15,-2 1-1 0,-5-2-12 0,-3 1 10 16,-2-3-46-16,-7 0 4 16,-4-1-96-16,-3-2-50 0,-4 0-47 15,-1 0-60-15,-2-5-147 0,-8 0-349 16,-2-5-1018-16</inkml:trace>
  <inkml:trace contextRef="#ctx0" brushRef="#br0" timeOffset="47140.254">22217 13627 85 0,'0'0'1957'16,"0"0"-1420"-16,0 0-144 0,0 0-54 0,0 0 35 15,0 0-141-15,-3-66-69 0,-15 57-29 16,-5 1-20-16,-6 5-7 0,-1 1-27 15,-5 2-17-15,-1 5 4 0,-4 9-28 0,-2 3-15 16,-3 5 3-16,-2 8 2 16,1 2-2-16,-2 8 9 0,4 2-3 0,2 4 2 0,6 0-11 15,4 1-1 1,6 2-2-16,7-1-22 0,2-1 1 0,8 0-1 16,5-2 18-16,4-3 19 0,4-4 6 0,10-1 127 15,6-4-42-15,5-2-49 0,3-2-15 16,4-5-25-16,1-3-15 0,4-5-12 15,-1-4-9-15,2-3 0 0,-2-8 11 16,0-1-14-16,-3 0-82 0,-3-7 15 16,-1-5-39-16,-6-4-34 0,0-1-40 15,-3-3-35-15,-7-1-89 0,-1 0-239 16,-6-3-487-16,-4 5-458 0,-2-11 196 0</inkml:trace>
  <inkml:trace contextRef="#ctx0" brushRef="#br0" timeOffset="47333.855">21879 13808 336 0,'0'0'1902'0,"0"0"-1282"15,0 0-219-15,0 0-93 0,0 0-36 16,0 0-30-16,0 0-39 0,0 0-26 0,-27 81-32 16,21-49-13-16,3 5-15 0,0 4-49 15,-1 4-38-15,0 7-30 0,-1 0-24 16,1 2-35-16,-2 2-97 0,3-3-82 15,0-2-47-15,3-4-177 0,0-13-293 16,5 5-816-16</inkml:trace>
  <inkml:trace contextRef="#ctx0" brushRef="#br0" timeOffset="47533.191">22541 14505 2093 0,'0'0'517'16,"0"0"-517"-16,0 0-1489 0,0 0 368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13:11.36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10442 5609 1132 0,'0'0'1077'0,"0"0"31"16,0 0-860-16,0 0-80 0,0 0 61 0,0 0 60 16,0 0 30-16,0 0-85 15,0 0-72-15,0 0-52 0,-45-6-39 0,34 0-17 0,2-1 26 16,-1 2 66-16,0-1-22 16,-1 1-39-16,-4 3-37 0,2-1 4 0,-4 1-22 15,0 2 0-15,-3 0 6 0,-1 4-11 16,-3 0-11-16,-1 5-14 0,-2-3-18 15,3 2 18-15,-1 3-13 0,-3-4 12 16,1 0 1-16,0 1-2 0,-1-1-13 16,0 0 3-16,-3 2 0 0,0-2 0 15,0 3-64-15,-3 0 25 0,-1 3-7 16,3 0 1-16,1 2 17 0,3 2-5 16,1-3 27-16,3-1 15 0,2 0-25 0,6-3 0 15,3 2 28-15,0-4 3 16,4-2 9-16,3-1-12 0,4-2-24 15,-1-2-3-15,3 0-22 0,0 1-27 16,0 0 27-16,8 1 40 0,0 1 9 0,2 2 0 16,4 0 2-16,-1 0 19 0,3-3-21 15,-3 1-14-15,1-1 2 0,-1-1-3 16,2-2-7-16,-1 0-69 0,2-6-84 16,1-3-92-16,-1 0-124 0,-3-2-169 0,0 0-170 15,-1 4-342-15,-7 1-113 0,-2 6 716 0</inkml:trace>
  <inkml:trace contextRef="#ctx0" brushRef="#br0" timeOffset="300.262">9636 6031 13 0,'0'0'2094'0,"0"0"-1596"0,0 0-224 16,0 0-24-16,0 0 56 0,0 0-5 0,0 0-59 15,0 0-35-15,0 0-42 16,0 0-35-16,0 0-46 0,-21 22-26 0,21-22-17 16,0 0-17-16,0 0 1 0,3 0-7 15,1 0-15-15,5 1 16 0,2 5 30 16,1-1 12-16,8 2 40 0,2-2 12 16,2-2-48-16,5 1-38 0,-1-4 9 15,3 0-11-15,2 0-1 0,3 0-22 16,-1 0 1-16,1 0-2 0,-2-2 14 15,1-2-15-15,-2-2-25 0,-1 0-5 16,-3 0-13-16,-5-1-42 0,-1 2-80 0,-5-1-50 16,-3 5-38-16,-4-1-114 0,-3 2-347 15,-4 0-741-15</inkml:trace>
  <inkml:trace contextRef="#ctx0" brushRef="#br0" timeOffset="1038.887">9671 5847 65 0,'0'0'346'0,"0"0"928"0,0 0-823 16,0 0-102-16,0 0-94 0,0 0 31 16,0 0-14-16,0 0-68 0,0 0-81 15,0 0-18-15,12 0 2 0,-4 0 3 16,-2 0-3-16,3 0 6 0,0 0-7 0,0 0-38 16,-1 0 3-16,-1 1-9 0,4-1 3 15,-1 0 0-15,4 0-28 0,3 2-3 16,0-2 0-16,3 0-10 0,0 0-5 15,-1 0-16-15,3 0 24 0,-1 0 4 0,0 0-9 16,0 0 5-16,1-2-8 16,-1 0-19-16,0 1-5 0,0-2 5 0,1 2 13 15,-2-2-13-15,2 1-2 16,-2 0-17-16,-1-1 19 0,-1-1 1 0,-3 1 0 16,-1 1 12-16,-1-1-13 0,-2 1 0 15,-3 0-1-15,-2 1 1 0,-5 0-3 16,3 1 1-16,-4 0 0 0,0 0 1 15,0 0 0-15,0 0-15 0,0 0-36 16,0 0-22-16,0 0-24 0,0 0-47 16,0 0-76-16,-1 0-58 0,-1 2-137 0,1 2-267 15,0 2-901-15</inkml:trace>
  <inkml:trace contextRef="#ctx0" brushRef="#br0" timeOffset="2128.984">11360 5491 928 0,'0'0'368'0,"0"0"811"0,0 0-783 0,0 0-24 16,0 0 19-16,0 0-51 0,0 0-39 15,9-69-47-15,-15 61-14 0,0 0-47 16,0 3-22-16,-3 1-49 0,-2-1-24 0,-3 5-38 16,-1 0 10-16,-2 0-27 15,0 5-21-15,-3 7-22 0,-1 6-30 0,0 8-1 16,-2 9 4-16,5 8 12 0,0 10-7 16,1 2-2-16,5 6 9 0,3 4-12 15,5 4 2-15,2 1 13 0,2 2-9 16,5 0 6-16,4-5 13 0,4-8-1 15,5-7-9-15,2-12 12 0,1-9 25 16,2-10-23-16,1-9 1 0,5-6 33 0,1-6 4 16,5-6 5-16,2-10-5 0,4-6-13 15,2-6-9-15,0-5-3 0,0-6-15 16,-1-5 0-16,-1-7-25 0,-3-4-2 16,-2-5-31-16,-2-1 7 0,-3-1-7 15,-5 0 21-15,-4 1-24 0,-5 1-3 16,-4 2-9-16,-6 1-3 0,-5 6-19 15,-2 5 37-15,-9 4 48 0,-5 8 10 16,-3 5 13-16,-2 4 8 0,-3 7-2 16,-1 4-17-16,0 3 77 0,0 6-30 0,0 5 6 15,0 0-15-15,1 9 9 16,-2 3-25-16,1 2-6 0,0 5-18 0,1 4-10 16,0 2-17-16,-1 2-10 0,3 3-6 15,1-2-39-15,2 0-83 0,3-2-75 0,1-5-213 16,3-8-277-16,4-7-331 15,0-6-179-15</inkml:trace>
  <inkml:trace contextRef="#ctx0" brushRef="#br0" timeOffset="2353.608">11392 5370 346 0,'0'0'1512'0,"0"0"-362"0,0 0-939 16,0 0-45-16,-28 94 154 0,23-57 14 15,-1 5-6-15,-1 5-56 0,1 3-88 0,0 2-61 16,0 3-47-16,1 1-66 0,-2 1-10 16,2-1-25-16,-1-4-54 0,2-9-41 15,1-7 13-15,3-15 2 0,0-9-47 16,0-8-78-16,3-4-143 0,4-5-166 0,2-7-92 16,2-6-185-16,1-5-321 15,1-3 511-15,-2 1 534 0</inkml:trace>
  <inkml:trace contextRef="#ctx0" brushRef="#br0" timeOffset="2500.583">11424 5866 361 0,'0'0'274'0,"0"0"-183"0,0 0 1318 16,0 0-931-16,0 0-120 0,0 0-38 16,0 0-6-16,76-19-39 0,-57 32-42 15,2 6-43-15,4 5-29 0,4 5 0 16,4 5 109-16,1 2-74 0,-1 3-105 16,-1-2-39-16,0-1-43 0,-3-4-9 0,-1-4-15 15,-3-5-43-15,3-4-98 0,-3-7-55 16,3-5-35-16,-2-6-170 0,-5-1-563 15,3-1-723-15</inkml:trace>
  <inkml:trace contextRef="#ctx0" brushRef="#br0" timeOffset="3023.179">12340 5366 1362 0,'0'0'767'0,"0"0"-365"0,0 0-80 15,0 0 50-15,0 0 28 0,0 0-6 16,0 0-41-16,0 0-59 0,0 0-88 15,0 0-99-15,-58-17-58 0,44 32-25 16,1 7-6-16,-4 10-5 0,5 10 23 16,-1 7-5-16,3 9-1 0,2 7-6 0,3 5 7 15,4 5-10-15,1-1-5 16,3 3-13-16,8-6 11 0,3-5-14 16,4-11-3-16,1-11-9 0,1-10-7 0,0-9 1 15,2-7-40-15,1-6-46 0,0-6-24 16,1-6-31-16,2 0-23 0,2-12-3 15,-3-1-187-15,0-5-234 0,-5-5-409 0,-7 7-494 16</inkml:trace>
  <inkml:trace contextRef="#ctx0" brushRef="#br0" timeOffset="3549.784">12543 5789 975 0,'0'0'260'16,"0"0"1109"-16,0 0-1038 0,0 0-129 15,0 0 50-15,0 0 72 0,0 0 3 16,0 0-30-16,46 70-68 0,-35-55-47 16,4 4 26-16,1 4 6 0,3 2-89 15,-2 4-55-15,5-1-16 0,-1 0-8 16,1 2-16-16,0-2-28 0,1-3 0 0,0-2-2 15,-1-5-3-15,1-4-18 0,-2-5 6 16,1-8 12-16,2-1 1 0,1-9-74 16,-1-9 0-16,-1-7-18 0,-2-8-1 15,-3-3 10-15,-3-6 2 0,-5 6 16 0,-5-1 14 16,-2 2 26-16,-3-1 2 0,-4 5 13 16,-7-4 0-16,-4-1 12 0,-5-1-28 15,0-3-3-15,-3 2 4 0,0 2 24 16,5 4-33-16,4 5 36 0,5 4 12 15,5 5-11-15,2 4 27 0,2 0 12 16,0 3 27-16,0 2-2 0,3 2-13 16,3 1-12-16,4 0 15 0,2 4 3 15,2-1 6-15,6 3 3 0,2 0-12 16,7 0-12-16,1 0-4 0,7 0-5 16,2-3-10-16,0-1 9 0,6-3 10 15,0-1-25-15,2-2 0 0,4-1 6 16,1 1 16-16,-1 0 20 0,-4-2-47 0,-5 1-10 15,-4-1-3-15,-8 4-2 0,-5 0-14 16,-6 1-77-16,-7 2-84 0,-6 0-51 0,-3 3-17 16,-3 2-75-16,-3 0-165 0,-6 0-511 15,-19 5-741-15</inkml:trace>
  <inkml:trace contextRef="#ctx0" brushRef="#br0" timeOffset="3884.912">13118 5796 1072 0,'0'0'2196'0,"0"0"-1840"0,0 0-226 16,0 0-55-16,0 0-9 0,0 0 50 16,0 0 101-16,0 0-31 0,0 0-108 15,0 0-57-15,0 0 10 0,38-7 22 16,-17 2-19-16,2-4-13 0,-1 1-5 16,3 2-16-16,-1 4-1 0,-2-1-1 15,-2 1 1-15,0 2-15 0,-4 0-9 16,1 0-18-16,-4 0-59 0,2 0-81 15,-2 0-70-15,2-5-122 0,-1-3-294 16,-3-3-727-16,2-15-92 0</inkml:trace>
  <inkml:trace contextRef="#ctx0" brushRef="#br0" timeOffset="4224.399">13667 5511 1479 0,'0'0'2183'0,"0"0"-1815"0,0 0-158 15,0 0 97-15,0 0-91 0,0 0 29 16,0 0-43-16,0 0-78 0,0 0-60 16,-4 74-37-16,-4-42-24 0,0 3-3 15,1-1 0-15,3-2-4 0,1-2-8 16,0-3-6-16,3-6 3 0,0-4-12 16,6-1-1-16,5-3-8 0,2 1 21 15,5-1-4-15,0 3-2 0,3-4-10 0,0 4 30 16,1-1 0-16,-3 4 1 0,1 0 12 15,-3 1-11-15,-3 3-1 16,-2-1 3-16,-1 1 15 0,-5 2 12 0,-2-1-8 16,-1-2 8-16,-3 0 4 0,0-2-4 15,0-1-6-15,-4-5-3 0,-3 0-5 16,-4-4-16-16,-3 0-44 0,0-8-44 16,-5-2-19-16,-1-1-8 0,0-12-35 0,-3-9-77 15,-2-8-101-15,6 6-317 0,-16-30-752 16</inkml:trace>
  <inkml:trace contextRef="#ctx0" brushRef="#br0" timeOffset="4407.334">13765 5602 3447 0,'0'0'625'0,"0"0"-404"0,0 0 104 15,0 0-82-15,0 0-139 0,82-4 3 0,-67 4-12 16,7 0-37-16,3 0-58 15,6-5-9-15,3-3-46 0,2-5-187 0,-1-3-62 16,0-2-111-16,-4-1-342 0,-2-2-795 16</inkml:trace>
  <inkml:trace contextRef="#ctx0" brushRef="#br0" timeOffset="4634.795">14472 5266 2009 0,'0'0'1624'0,"0"0"-1388"15,0 0-129-15,0 0 60 0,0 0-8 16,0 0 30-16,79 43 128 0,-62-26-29 16,2 4-69-16,1 3-70 0,5 4-52 15,3 3-30-15,0 4-19 0,1 3 10 0,-2 1 23 16,-3 3 34-16,-6 0-73 0,-4 5-24 16,-4 2-18-16,-5 1-11 0,-5 3-4 15,-2 1-30-15,-11 3-31 0,-9 1 1 16,-3 1-19-16,-10 2-45 0,-7-1-19 15,-8-2-19-15,-6-4-24 0,-6-1-195 0,14-14-682 16,-36 17-961-16</inkml:trace>
  <inkml:trace contextRef="#ctx0" brushRef="#br0" timeOffset="31108.945">9082 8888 2917 0,'0'0'711'0,"0"0"-474"0,0 0-99 15,0 0-52-15,0 0 60 0,0 0 103 16,0 0 13-16,0 0-91 0,0 0-54 16,69 0-35-16,-49 0-30 0,3 0-9 0,-3 0-4 15,-1 0-8-15,0-3-17 0,-2-1-14 16,-2-2-15-16,-1 0-4 0,-5 0-57 16,-1 0-70-16,-2 2-32 0,-5 1-43 15,-1 3-42-15,0 0-115 0,-3 1-279 16,-4 5-701-16,-9 11-336 0</inkml:trace>
  <inkml:trace contextRef="#ctx0" brushRef="#br0" timeOffset="31303.884">9090 9109 2493 0,'0'0'483'15,"0"0"-259"-15,0 0-55 0,0 0 110 16,0 0 11-16,0 0-63 0,85 3-56 15,-59 1-53-15,0-3-26 0,-3 3-33 16,2-3-59-16,-4-1-39 0,-2 0-91 16,0 0-69-16,-2-1-58 0,-2-4-83 0,-4-1-249 15,-2 1-632-15,-5 3-535 0</inkml:trace>
  <inkml:trace contextRef="#ctx0" brushRef="#br0" timeOffset="31802.59">8752 8363 2591 0,'0'0'572'0,"0"0"-228"16,0 0-85-16,0 0-61 0,0 0-18 15,0 0-49-15,-32 86-10 0,28-50-28 0,-1 1-19 16,2 5-50-16,2 5 7 0,1 2-15 16,0 4-14-16,0 8 0 0,7 2 13 15,2 4-13-15,8 3 32 0,1 0-6 16,2 2 18-16,1-8-12 15,1-7-7-15,-2-10-11 0,2-11 21 16,-5-12 12-16,0-11-13 0,-1-7 7 0,3-6-31 16,-1-6 16-16,0-8-4 0,2-7-24 15,-1-4-12-15,-2-7-70 0,-4-4-16 16,0 0 24-16,-6 0 9 0,-2 5 16 16,-4 6 9-16,-1 6 3 0,0 6 6 15,-7 6 10-15,-3 0 8 0,-5 1 10 16,-1 0-12-16,-4 1-4 0,-4 1 19 15,-4 2-1-15,2 2 0 0,-4 0 1 0,4 6-18 16,0 3-7-16,3 4-12 0,0 1-31 16,6 5-32-16,1 0-65 0,3 4-87 0,0-1-229 15,4-3-543-15,1 12-566 0</inkml:trace>
  <inkml:trace contextRef="#ctx0" brushRef="#br0" timeOffset="67600.651">17479 2519 1608 0,'0'0'756'0,"0"0"-440"0,0 0-248 16,0 0 566-16,0 0-289 0,0 0-118 15,0 0-1-15,0 0-14 0,30 94 4 16,-21-47-74-16,-2 9-32 0,2 8-21 15,0 8-37-15,-1 7-31 0,0 9 22 0,0 1 3 16,4 2-25-16,-1-2-20 16,1-6-1-16,-1-3 1 0,2-11-1 15,2-8-1-15,-4-11 0 0,3-10 1 16,1-10 0-16,1-11 15 0,-2-9-14 0,3-8-1 16,2-2 21-16,3-15 40 0,2-10-15 15,2-8-13-15,1-9-12 0,1-8-21 16,-2-2-1-16,-1-3-1 0,-2-1-13 15,-4 0 15-15,1 0-15 0,-3 2-5 16,-3 3 19-16,2 1-1 0,-3 4-14 0,0 6-17 16,-3 3 2-16,0 5 7 0,-4 5 12 15,-1 6-40-15,-4 6-31 0,-1 3-8 16,0 1-4-16,-6 9-44 0,-6 0-101 16,-5 2-229-16,-2 4-277 0,1 3-575 15,-14 14-348-15</inkml:trace>
  <inkml:trace contextRef="#ctx0" brushRef="#br0" timeOffset="67775.344">17547 3267 1615 0,'0'0'737'16,"0"0"-163"-16,0 0-127 0,0 0-29 0,0 0-99 16,0 0 10-16,0 0-14 0,0 0-73 15,82 2-10-15,-56-2-92 0,3 0-40 0,1-5-39 16,-1 0-40-16,1-2-21 0,2 0-21 15,1 0-61-15,3 0-91 0,1-1-62 16,2 2-41-16,1 3-222 0,-10 2-592 16,19 1-878-16</inkml:trace>
  <inkml:trace contextRef="#ctx0" brushRef="#br0" timeOffset="68272.094">18893 3319 3116 0,'0'0'440'0,"0"0"-380"15,0 0 16-15,-84-40 18 0,57 32 82 16,0 6 125-16,4 2-87 0,2 4-87 0,3 11-78 16,1 9 1-16,3 6-14 0,1 10 7 15,2 3 10-15,4 2 5 0,4-1 6 16,1-6-18-16,2-4-12 0,3-10-1 15,6-6-5-15,2-8-16 0,5-7 0 16,3-3-10-16,4-12 17 0,5-5-19 16,3-11-61-16,3-5-43 0,0-7-7 15,-1-1 10-15,-3-4 24 0,0-1 3 16,-5 1 25-16,1-3-1 0,-4-4 10 16,-2 2-43-16,-6-5 30 0,-3-3-96 15,-5 1 96-15,-3 3 27 0,-3 2 26 0,0 9 31 16,0 8 50-16,0 11 3 0,0 10 37 15,0 4 24-15,0 6-37 0,0 4-3 16,-3 0-7-16,-1 5-31 0,-1 7-36 16,-1 6 2-16,-2 6 7 0,-2 8 18 15,-1 6-6-15,-1 6 21 0,1 9-12 16,-1 6-28-16,1 7-14 0,-4 6-5 0,5 1-14 16,0 1-28-16,2-5 16 0,5-9-21 15,3-5-46-15,0-11-19 0,7-10 10 16,4-9 17-16,0-8 7 0,4-6-53 15,1-7-40-15,4-4-37 0,-1-4-55 16,6-11-267-16,-7 2-563 0,10-18-798 0</inkml:trace>
  <inkml:trace contextRef="#ctx0" brushRef="#br0" timeOffset="68519.371">19642 3166 2850 0,'0'0'1024'0,"0"0"-841"0,0 0-98 16,0 0 83-16,0 0 61 0,0 0 24 16,-92 96 28-16,74-60-101 0,1 6-92 15,0 3-18-15,3 2 6 0,1 0-27 16,1 0-19-16,5-6-30 0,0-4 0 16,7-10-27-16,0-6-16 0,4-6-14 15,6-6-19-15,1-7-6 0,3-2-13 16,0 0-18-16,1-8-12 0,-1-5-47 15,-1-4-139-15,-1-3-151 0,-4 0-176 16,-3 1-119-16,-4 1-241 0,-1 5 219 0,-3-3-29 16</inkml:trace>
  <inkml:trace contextRef="#ctx0" brushRef="#br0" timeOffset="68658.932">19470 3466 1646 0,'0'0'720'0,"0"0"-211"0,0 0-134 16,0 0-50-16,0 0 15 0,0 0 21 15,0 0-11-15,0 0-98 0,0 0 26 16,0 0-38-16,98 30-43 0,-63-35-42 0,3-7-86 15,-1-1-69-15,4-4-31 0,0-2-105 16,1-2-34-16,-3 1-49 0,1 1-165 16,-12 3-396-16,9-4-876 0</inkml:trace>
  <inkml:trace contextRef="#ctx0" brushRef="#br0" timeOffset="68889.122">20301 2992 3928 0,'0'0'497'0,"0"0"-371"15,2 77 105-15,-2-32 128 0,-5 8-7 16,-1 3-13-16,1 0-91 0,-1 3-109 16,0-1-70-16,0 2-45 0,1-1-24 0,0-3-45 15,2-6-85-15,3-9-60 16,0-13 3-16,6-9 14 0,6-12-39 15,3-7-175-15,-1-6-269 0,-2-3-732 16,-3-21-895-16</inkml:trace>
  <inkml:trace contextRef="#ctx0" brushRef="#br0" timeOffset="69133.433">20370 3036 3265 0,'0'0'498'0,"0"0"-312"0,0 0 174 16,90-28-51-16,-53 25-75 0,0 3 17 15,2 2-20-15,0 8-94 0,0 4-49 16,-3 6-27-16,-3 4-22 0,-7 3-27 16,-5 6-3-16,-9 5-9 0,-7 4-33 15,-5 5 12-15,-10 3-10 0,-10 2-23 0,-8 2-4 16,-4 1 13-16,-4-2 8 0,-4-6 25 16,1-3 9-16,-3-6-21 15,3-5 5-15,-1-8 17 0,7-8-31 16,4-7-22-16,7-6-36 0,5-4-71 0,3-2-111 15,5-8-150-15,3-4-205 0,2 3-725 16,4-11-849-16</inkml:trace>
  <inkml:trace contextRef="#ctx0" brushRef="#br0" timeOffset="69306.551">20994 3764 2500 0,'0'0'1544'0,"0"0"-1219"15,0 0 64-15,0 0-46 0,-16 89-142 16,-3-66-55-16,-1-1-1 0,-2-3-87 16,-3 2-58-16,3-5-49 0,-2 1-117 0,1-3-126 15,1-1-177-15,6-2-662 0,-10-4-1363 0</inkml:trace>
  <inkml:trace contextRef="#ctx0" brushRef="#br0" timeOffset="70054.415">22468 3075 1982 0,'0'0'198'0,"0"0"809"0,0 0-685 16,0 0-31-16,0 0-90 0,0 0 53 15,0 0 37-15,0 0-93 0,0 0-17 16,0 0-4-16,-12 120-6 0,1-46-47 0,-6 9-30 16,-2 7-12-16,-4 3-15 0,-1 4-25 15,-2-4-15-15,4-5-27 0,4-12-17 16,3-12-16-16,8-19 6 0,4-14 2 15,2-14-14-15,1-7-28 0,0-10-45 16,7 0-46-16,4-12 27 0,2-6-13 16,5-10-110-16,1-10-189 0,1-5-182 0,0-5-379 15,-9 9-192-15,4-20-127 0</inkml:trace>
  <inkml:trace contextRef="#ctx0" brushRef="#br0" timeOffset="70464.88">22451 3182 1524 0,'0'0'630'0,"0"0"-222"0,0 0-109 16,0 0 60-16,0 0-18 0,0 0-22 0,0 0-49 16,0 0-58-16,0 0-51 0,0 0-7 15,0 0-4-15,2-5-12 0,-1 5-31 16,-1 0-12-16,0 0-7 0,0 0-15 16,2 0-37-16,1 5-36 0,2 4 0 15,5 7 15-15,3 8 43 0,4 7-4 16,1 5 10-16,1 7-19 0,-2 5-11 15,0 5-13-15,0 3-21 0,-1 3 3 16,1 1 7-16,-3-3-10 0,0-1-12 16,-2-2 0-16,-1-8 11 0,0-3-11 0,1-9 11 15,-2-5 0-15,2-8-2 0,-4-7 1 16,0-6-10-16,0-2-4 0,-2-3 14 16,0-3 1-16,0 0 1 0,2-7 22 15,1-7 32-15,1-3-2 0,0-9-10 16,3-5-18-16,-3-8-24 0,0-4-2 15,2-4-13-15,-2-1-12 0,-1-1 9 16,2 2-7-16,-1 1 22 0,2 1-33 0,0 1-9 16,0-1-28-16,2 0-21 15,0 2 0-15,0 1 21 0,-3 5 3 0,1 3 0 16,2 8-28-16,-3 4-28 0,-3 6-48 16,-1 6-48-16,0 3-82 0,-4 6-190 15,0 1-546-15,-3 0-440 0</inkml:trace>
  <inkml:trace contextRef="#ctx0" brushRef="#br0" timeOffset="71024.697">23500 3239 867 0,'0'0'287'0,"0"0"-170"0,0 0-22 0,0 0 12 16,0 0 695-16,0 0-337 0,0 0-137 15,0 0-79-15,0 0-14 0,0 0 15 16,-46-10-80-16,33 20-31 0,-1 8 4 16,-5 4 31-16,1 8 24 0,-3 6-54 15,0 7-24-15,1 4-10 0,1 5 55 16,3 2-4-16,4 1-42 0,2-1-43 16,3-2-31-16,7-2-18 0,0-4-15 0,6-6-12 15,5-7-2-15,5-8-16 16,4-6-48-16,2-8 2 0,2-5-39 0,3-6-1 15,1 0-6-15,3-9-21 0,0-7-65 0,1-3-143 16,2-5-280-16,-10 5-511 16,13-10-487-16</inkml:trace>
  <inkml:trace contextRef="#ctx0" brushRef="#br0" timeOffset="71468.726">23934 3517 790 0,'0'0'2401'15,"0"0"-2039"-15,0 0-188 0,0 0 75 16,0 0 8-16,-79-40-24 0,59 40 8 0,0 5-91 16,-1 9-49-16,0 11-27 15,-1 6 5-15,3 6-3 0,-1 5 34 16,5 3-4-16,3-3-6 0,2-1-27 0,4-6-24 16,2-6-4-16,4-6 0 0,0-6-5 15,7-7-40-15,4-5-22 0,7-5-12 16,1-2 19-16,5-11-3 0,3-8 3 0,2-7-34 15,3-6-45-15,0-4-21 0,-1-2-10 16,0-2 1-16,-1-1 4 0,-1 2-23 16,-4-6 8-16,0 0-47 0,-2-5 21 15,-3-2 18-15,-4-3-10 0,1-2-23 16,-3 2 22-16,-2 5 66 0,-1 5 59 16,-6 10 29-16,1 9 129 0,-6 10-25 15,0 7 60-15,0 8 33 0,0 1-17 16,0 2-16-16,0 3-35 0,-3 8-43 0,-3 6-46 15,1 7 24-15,0 10 25 0,-1 7 49 16,3 4 20-16,-3 6-15 0,1 2-34 16,-1 3-42-16,1 0-28 0,-4 1-28 15,2-4-11-15,1-6-36 0,2-7-101 16,2-7-30-16,2-11 9 0,2-6 8 16,6-7-49-16,4-6-136 0,2-5-205 15,0-5-618-15,5-18-808 0</inkml:trace>
  <inkml:trace contextRef="#ctx0" brushRef="#br0" timeOffset="71733.602">24553 3204 2081 0,'0'0'1120'0,"0"0"-748"0,0 0-169 16,0 0 23-16,40 67 137 0,-30-46-54 15,-1 3-42-15,3-1-114 0,-3 1-74 16,1 2-39-16,-2 2-7 0,1 3-15 15,-4 1-15-15,-4 7-2 0,-1 1 15 16,-6 1-15-16,-8 0 0 0,-5 0-1 16,-4-2-19-16,-3 0-14 0,-1-7-31 15,-2 1-18-15,1-5 2 0,-3-2-5 16,-2-2-50-16,-2-4-62 0,-2-3-101 16,-4-4-178-16,10-6-562 0,-21-1-939 0</inkml:trace>
  <inkml:trace contextRef="#ctx0" brushRef="#br0" timeOffset="72543.571">25139 3425 303 0,'0'0'2366'15,"0"0"-1980"-15,0 0-117 0,0 0 184 0,0 0-66 16,0 0-61-16,84-4-95 0,-61 1-80 15,2 2-84-15,2-3-61 0,2 4-6 16,-1-4-34-16,1-1-48 0,1 0-115 16,-4 1-100-16,-1 3-179 0,-9-3-640 15,-6 4-998-15</inkml:trace>
  <inkml:trace contextRef="#ctx0" brushRef="#br0" timeOffset="72716.55">25198 3638 866 0,'0'0'2451'16,"0"0"-2045"-16,0 0-286 0,0 0 71 15,0 0 76-15,0 0-35 0,0 0-29 16,104-7-71-16,-65-3-132 0,3-1-52 0,4-1-138 16,0 2-104-16,1 3-35 0,-14 0-430 15,9-1-1420-15</inkml:trace>
  <inkml:trace contextRef="#ctx0" brushRef="#br0" timeOffset="74888.356">18825 4020 1714 0,'0'0'1054'16,"0"0"-570"-16,0 0-112 15,0 0-75-15,49 67-18 0,-34-41 0 0,2 0-47 16,-2 0-82-16,0 0-52 0,-2-2-37 16,-1-3-51-16,-2-3-10 0,-3-5-25 0,-1-6-9 15,-1-2-18-15,1 0-9 0,-1-5-86 16,2 0-97-16,0-10-142 0,0 3-325 15,2-14-1131-15</inkml:trace>
  <inkml:trace contextRef="#ctx0" brushRef="#br0" timeOffset="75041.115">19037 3924 2086 0,'0'0'695'0,"0"0"-195"0,0 0-94 15,0 0-85-15,39 80-70 0,-26-55-77 16,-1 2-131-16,0-3-43 0,-1 0-71 0,0 0-128 16,3-1-96-16,-2-1-128 0,-1-4-542 15,-2 8-357-15</inkml:trace>
  <inkml:trace contextRef="#ctx0" brushRef="#br0" timeOffset="75917.101">19307 4717 170 0,'0'0'1213'0,"0"0"-1115"0,0 0 396 16,0 0 493-16,0 0-578 0,0 0-107 15,0 0-53-15,0 0-48 0,0 0-5 16,0 0-31-16,-57-60-70 0,44 58-24 0,-4 2-18 16,0 4 20-16,0 8 53 0,-2 6-40 15,4 7-10-15,3 8-15 0,1 5 25 16,3 6 41-16,3 3 31 0,4-4-73 16,1-3-42-16,0-8-43 0,0-9 2 15,4-8-4-15,4-8-21 0,0-7 21 16,6 0-16-16,0-4 9 0,3-6-6 15,0-5 15-15,0-3-39 0,-1-5-16 16,-1-1-18-16,-1-1 9 0,-2 3 6 16,-1 1 4-16,-1 3 5 0,0 3 9 0,-2 2 1 15,-3 5 11-15,-2 3 28 0,-3 4 0 16,0 0 0-16,2 1-38 0,-1 1 38 16,1 7 34-16,3 4 55 0,2 5 11 0,1 6-9 15,-1 1-33-15,1 0-6 0,1 1-10 16,-2-6-39-16,1-3-3 0,2-3 0 15,-3-2-18-15,0-6-3 0,3-2-22 16,0-3-63-16,0 0-59 16,5-3-48-16,-1-6-101 0,3-4-293 0,-6 0-640 15,2-8-867-15</inkml:trace>
  <inkml:trace contextRef="#ctx0" brushRef="#br0" timeOffset="76074.008">19678 4853 2304 0,'0'0'1191'0,"0"0"-916"0,0 0 19 16,0 0 147-16,0 0-71 16,99 12-50-16,-75-12-92 0,0 0-100 0,2-4-74 15,-1-4-54-15,1-4 0 0,0-1-118 0,-2-2-34 16,-1-2-42-16,-2-1-103 0,-1 0-246 16,-9 6-629-16,-1-4-888 0</inkml:trace>
  <inkml:trace contextRef="#ctx0" brushRef="#br0" timeOffset="76256.257">19873 4639 2043 0,'0'0'1207'15,"0"0"-908"-15,0 0-87 0,0 0 94 16,0 0-17-16,0 0 33 0,-40 78-52 0,40-54-99 16,0 2-55-16,0 3-31 15,6 2-48-15,2 1-37 0,1 1-37 0,-1-1-118 16,-2 3-25-16,-1-4-35 0,1-1-47 15,0-5-135-15,-3-4-225 0,2-8-604 0,-2 0-661 16</inkml:trace>
  <inkml:trace contextRef="#ctx0" brushRef="#br0" timeOffset="76997.574">20281 4503 1213 0,'0'0'2071'0,"0"0"-1649"0,0 0-189 0,0 0-56 16,0 0 103-16,0 0-24 0,0 0 18 15,0 0-88-15,53 87-67 0,-51-61-40 16,-2 3-15-16,0 4-6 0,-2 0-16 16,-4 1-9-16,-2 0-17 0,0-2-4 15,-1-2-12-15,1-4-2 0,2-2-16 16,5-5-4-16,1-3-14 0,0-3 6 16,4 0-16-16,4-5 6 0,6 3 16 15,0-4 12-15,5-1 0 0,-1-2-13 16,2-3-17-16,-3 0 17 0,2 0 22 0,-4-1 2 15,-1 1-11-15,-6 1 10 16,-2-2-19-16,-2 3 18 0,-2-1-18 0,-2 0 21 16,0 3 16-16,0 0 20 0,-3 4 4 15,-4 1-28-15,-2 2 0 0,-3-1 16 16,-3-1-10-16,-1 0 6 0,-2-2-12 16,-2-3-12-16,4-2-9 0,-1-3-39 0,3 0-29 15,-1-9-57-15,4-4-74 0,2-1-41 16,3-5-98-16,5-2-196 0,1 6-437 15,1-11-465-15</inkml:trace>
  <inkml:trace contextRef="#ctx0" brushRef="#br0" timeOffset="77566.255">20601 4872 1206 0,'0'0'1746'0,"0"0"-1136"0,0 0-172 0,0 0-190 15,0 0-93-15,0 0-28 0,0 0 33 16,24 64 61-16,-14-37-71 0,1 1-40 15,1 1-9-15,0-4-16 0,2 0-40 0,-1-3-5 16,2-5-4-16,-1-6-15 0,3-3-8 16,-1-2 13-16,4-6-26 0,-1 0-3 15,1-11-18-15,0-3-7 0,-2-4-36 16,1-3-8-16,-3-5-41 0,-1-1-33 16,-2-4-1-16,0-1 0 15,-6 0-7-15,-4-1 9 0,-3 0 12 0,0-3 12 16,-5 1-7-16,-7 1 14 0,-1 0 45 15,-2 5 69-15,1 1 0 0,3 7 35 16,1 4 8-16,3 5 34 0,1 5 19 16,3 1 13-16,1 1-3 0,2 1-22 15,0 1-10-15,0-1-3 0,2 0-22 0,4 0-3 16,2-2 6-16,5 0-6 16,2 2-3-16,3 2-3 0,5 2-12 0,2 0-1 15,4 0-2-15,1 0-1 0,5 4 10 16,2-2 21-16,0 3 0 0,1-4 6 0,-2-1-3 15,0 0-13-15,0 0-18 0,-4 0-16 16,-4-3-11-16,-4 0-13 0,-3-1-2 16,-4 2 12-16,-3-3-45 0,-3 1-71 15,0 0-61-15,-5-2-50 0,0 1-79 16,-4 1-210-16,-2 1-606 0,-3 3-947 0</inkml:trace>
  <inkml:trace contextRef="#ctx0" brushRef="#br0" timeOffset="77853.396">21026 4886 1072 0,'0'0'2722'16,"0"0"-2323"-16,0 0-325 0,0 0-18 15,0 0 65-15,0 0 126 0,0 0 2 16,0 0-96-16,0 0-44 0,0 0-57 16,79 48-52-16,-54-54-21 0,1-5-58 0,0-3-89 15,1-4-87-15,-2-3-128 0,-5 5-320 16,3-8-1037-16</inkml:trace>
  <inkml:trace contextRef="#ctx0" brushRef="#br0" timeOffset="78180.938">21479 4699 2126 0,'0'0'1887'0,"0"0"-1480"0,0 0-210 0,0 0-58 16,0 0-4-16,0 0-1 0,-47 79 28 15,39-65-64-15,1-2-75 0,4 0-23 16,1 1-15-16,2 0-10 0,0 0 7 16,3-1 6-16,6-1-37 0,1 0 13 15,1 3 14-15,2-1 20 0,0 0-1 16,2 3-9-16,-2-2 10 0,-2 2-8 0,1-1 10 16,-4 1 15-16,0-2-12 0,-4 0 15 15,2 0 7-15,-2-1-10 0,-3 1 25 16,-1 0 2-16,0 0-5 0,0-1-13 15,-7 0 4-15,-3 1-4 0,0-1-24 16,-2 0-17-16,-5-3-23 0,3-3-18 0,-5 0-61 16,0-4-27-16,0-3-26 15,1-4-58-15,0-10-117 0,3-7-238 16,3 3-708-16,-4-22-955 0</inkml:trace>
  <inkml:trace contextRef="#ctx0" brushRef="#br0" timeOffset="78342.973">21533 4789 2161 0,'0'0'1494'0,"0"0"-994"0,0 0-217 0,0 0 99 15,0 0-149-15,82 0-120 0,-57-5-6 16,0-6-41-16,3-1-66 0,4-1-21 16,4-3-131-16,0 2-117 0,1 2-32 15,2-2-227-15,-10 6-786 0,9-3-1249 0</inkml:trace>
  <inkml:trace contextRef="#ctx0" brushRef="#br0" timeOffset="87872.316">26535 3316 863 0,'0'0'156'0,"0"0"-133"0,0 0 0 16,0 0 498-16,0 0-5 0,0 0-182 0,0 0-92 15,0 0-14-15,0 0-6 0,0-34-37 16,0 30 9-16,0 0-26 0,0-1-14 15,0 1-19-15,0 1-30 0,0 0-5 16,0-1-10-16,0 0-9 0,0-1-31 16,-4 0 12-16,-1-2-10 0,-1 0-18 15,0-1-6-15,-1 2 15 0,0-3-27 16,-1 6 8-16,3-2-8 0,-3 3 11 0,2-1 4 16,-1 1 0-16,2 2-7 15,-3 0-3-15,2 0-21 0,-3 0-22 0,1 7 1 16,-2 1-16-16,1 7 0 0,0 5 9 15,1 5 27-15,2 5 1 0,1 3 12 16,-2 0-11-16,2 1 9 0,4-5-10 16,-1-4 0-16,2-6 11 0,0-4 14 15,2-6-22-15,2-4 12 0,5-5-2 16,-1 0 2-16,4 0 16 0,4-3-6 16,1-6-25-16,3-5-12 0,0-3-25 15,-2-4-3-15,0 2-24 0,-2 0 11 0,-1 1 7 16,-4 2-4-16,-3 4 29 0,-1 2 8 15,-3 4-18-15,-1 2 13 0,-2 4-13 16,-1 0-6-16,2 0 37 0,1 1 20 16,0 6 33-16,2 2 6 0,1 0 18 15,-2 3-31-15,1 0-12 0,0 1-18 16,-2-2 5-16,0 0-20 0,0-1-1 0,0-1-3 16,3-4-31-16,-2 0-15 15,0-3-10-15,2-1-80 0,1 0-22 0,0-1-47 16,1 0-81-16,0-2-158 0,-2 0-343 15,3-8-710-15</inkml:trace>
  <inkml:trace contextRef="#ctx0" brushRef="#br0" timeOffset="91551.567">27520 3324 378 0,'0'0'388'0,"0"0"-388"0,0 0-10 0,0 0 10 15,0 0 23-15,0 0 954 0,0 0-633 16,0 0-107-16,0 0-43 0,0 0 22 16,-6 0 28-16,6 0-26 0,0 0-14 0,0 0-33 15,0 0-29-15,0 2-19 0,0-2-3 16,0 0-3-16,0 1-2 0,0-1 0 15,0 0-25-15,0 0-19 0,0 0-24 16,0 0-16-16,0 0-4 0,2 0 7 16,-2 0-6-16,2 0-9 0,-2 0-1 15,0 0-6-15,2 0 4 0,1 0-4 0,2 0 10 16,3 0 2-16,3 0 4 0,4 0 6 16,5 0 5-16,-1 0-11 0,4 0 12 15,-1 0-25-15,0 0 3 0,1 0-18 16,0 0-19-16,-3-3 7 0,1 0 9 15,-1 1-16-15,-1-3-33 0,-1 0-21 16,-1 0-29-16,-3 1-9 0,-3 0-6 0,-4 0-35 16,-1 3-44-16,-4-2-88 0,-2 3-79 15,0-2-107-15,0 0-233 0,-8-6-818 0</inkml:trace>
  <inkml:trace contextRef="#ctx0" brushRef="#br0" timeOffset="91871.579">27696 3104 783 0,'0'0'110'0,"0"0"47"16,0 0 419-16,0 0 157 0,0 0-310 0,0 0-150 15,0 0-30-15,0 0-36 0,0 0-17 16,0 0-11-16,0 0-69 0,3 22 7 15,-2-7-8-15,2 2-25 0,-3 4-15 16,0 1-20-16,0 0-24 0,0 1 25 16,0 4-23-16,0-2-25 0,0 3 0 15,-3-2-2-15,2-2-4 0,-2-2-17 16,1-3 19-16,2-1-23 0,0-5-9 16,0-1-34-16,0-4-29 0,0-3-30 15,0 1-40-15,0-1-34 0,2-5-40 16,2 1-16-16,4-1-182 0,-3 0-191 0,2-1-520 15</inkml:trace>
  <inkml:trace contextRef="#ctx0" brushRef="#br0" timeOffset="92849.642">28219 2891 297 0,'0'0'544'16,"0"0"-456"-16,0 0-36 0,0 0 1197 15,0 0-774-15,0 0-176 0,0 0-66 16,0 0 22-16,0 0 30 0,0 0-59 0,13-21-59 15,-13 21-46-15,0 0-28 0,0 0-28 0,0 0-3 16,0 3-9-16,3 6-22 0,-1 4 77 16,4 5-19-16,-1 7-28 15,-1 6-15-15,-1 2-18 0,-1 6 11 0,-2 2-15 16,0 6-24-16,-3 1-2 16,-3 1-17-16,0-4 16 0,1-3-24 0,1-9 12 15,3-4 13-15,-1-9-1 0,2-4 3 16,0-4-3-16,0-3-18 0,0-4 19 15,0-2-23-15,2-1 10 0,-2-2 13 16,1 0 0-16,1 0-1 0,0 0 1 16,1 0-10-16,2 0 12 0,1-4 32 15,2 0 2-15,-1 0-33 0,1-3 1 16,0 1-2-16,1 0-2 0,-1-3-29 0,0 2 13 16,1 0-3-16,0-3-1 0,-1 3 7 15,-1 0-4-15,0 2 17 0,2-2-10 16,-1 1 0-16,-2 2-7 0,1 2-5 15,3 0-16-15,-2 2 6 0,-3 0-3 0,4 0 27 16,0 1 10-16,-2 4 13 0,-1 2 11 16,1 1 10-16,-2-1-18 0,1 2-16 15,-3 0 15-15,2 1-14 0,-4 2 2 16,0-1 13-16,-1 2-13 0,0 0 30 16,0 3-3-16,-2-2-30 0,-3 4-3 15,-1-2 3-15,-1-3 1 0,2 1 2 16,-3-3-2-16,2-4 1 0,1 1 1 15,-4-3 12-15,3 0-14 0,-2-1-1 16,0-1 12-16,-4 1-10 0,1-1 20 0,-3-3-22 16,3 0 3-16,-3 0-3 0,3 0-19 15,1 0-24-15,0-3-15 0,-2-4-32 16,2 0-39-16,1-1-23 0,1-1-32 16,1-3-23-16,-1 1-108 0,6-2-169 15,-1 0-178-15,3 3-421 0,0-2-81 0</inkml:trace>
  <inkml:trace contextRef="#ctx0" brushRef="#br0" timeOffset="103051.758">28682 3229 699 0,'0'0'59'16,"0"0"-1"-16,0 0 47 0,0 0 87 15,0 0 802-15,0 0-654 0,0 0-66 16,0 0-27-16,0 0-10 0,-14-60 31 15,11 56-65-15,2 2-20 0,-1 2-11 16,1 0-11-16,0 0-34 0,1 0-40 0,0 0-59 16,0 6-27-16,0 5-1 0,0 5 40 15,4 7-3-15,0 2 28 0,4 0-65 16,0 0 22-16,4-2-16 0,-1-2-6 16,2-5 0-16,0 0 2 15,-1-4 0-15,1-3 27 0,-2-1-29 0,2-1 0 16,-3-4-16-16,1 1 1 0,1-4 15 15,-3 0 2-15,0 0 9 0,1-4-11 0,-3-3-24 16,0-1-26-16,-1-2 7 0,-2-3 6 16,3-1-22-16,-4-2 3 0,-1-1 13 15,-1-2 12-15,-1 0-13 0,0-4 22 16,0-2-43-16,0 0 40 0,0 0 0 16,0 0 3-16,0 4 19 0,0 0-33 15,2 2 11-15,-1 0 25 0,2 3 14 0,1 0-14 16,-1-2 1-16,3 5-1 0,2-2 0 15,0 4 1-15,1 2 24 0,-1 2-8 16,4 0-17-16,-4 3-12 0,7-1-1 16,-4 0 13-16,5 0 2 0,3 1 23 15,2 1-24-15,0 0 10 0,3 3 11 16,1 0-19-16,2 0 16 0,0 0 3 16,4 0 28-16,-1 2 12 0,2-1-18 0,-1 0 8 15,2-1-14-15,-2 0-26 0,-3 0 16 16,-3 0-6-16,-5-1-22 0,-3 0-11 15,-3-1 8-15,-5 2 2 0,-1-1 1 16,-5 1-25-16,0-2-15 0,-3 2-56 0,0 0-1 16,0 0-12-16,-5 0-42 0,-1 0-82 15,-5 3-257-15,2-1-574 0,-14 5-417 16</inkml:trace>
  <inkml:trace contextRef="#ctx0" brushRef="#br0" timeOffset="103294.892">29045 3213 1410 0,'0'0'1384'0,"0"0"-1105"0,0 0-205 15,0 0 6-15,0 0 130 0,0 0 78 16,0 0-67-16,0 0-89 0,0 0-47 0,0 0-54 15,0 0-29-15,77 51-2 0,-61-46-16 16,4-3-18-16,1-2-29 0,0 0-110 16,1-2-60-16,1-4-119 0,-9 0-351 15,6-7-938-15</inkml:trace>
  <inkml:trace contextRef="#ctx0" brushRef="#br0" timeOffset="103580.979">29515 3120 2561 0,'0'0'376'0,"0"0"-270"0,0 0 57 0,0 0 115 15,0 0 35-15,-67 71-115 0,55-55-91 0,1 0-41 16,4-1-16-16,3 2-35 0,1-3-15 16,3-2-23-16,0 1-11 0,3-3 31 15,5 0 1-15,4-1 2 0,-1-1 28 16,3 0-6-16,2-1 15 0,0-1-21 15,-3 2 2-15,0 1-2 0,-3-2 18 0,-2 1 6 16,-3 2 10-16,-2-2-7 0,-3-1-3 16,0 1-36-16,0 0-4 0,-7-1-3 15,-3-4-68-15,-1 1-46 0,-3-3-98 16,-1-1-9-16,2-2 7 0,1-7-56 16,1-4-187-16,3 3-357 0,2-12-572 0</inkml:trace>
  <inkml:trace contextRef="#ctx0" brushRef="#br0" timeOffset="103713.079">29494 3202 2383 0,'0'0'590'0,"0"0"-242"0,0 0-81 0,0 0 49 15,92 11-15-15,-70-9-93 0,6-1-133 16,-1-1-75-16,5 0-31 0,-1-2-137 16,3-3-95-16,-12 0-213 0,7 2-789 0</inkml:trace>
  <inkml:trace contextRef="#ctx0" brushRef="#br0" timeOffset="108898.11">26160 3144 552 0,'0'0'0'0,"0"0"0"0,0 0 1063 16,0 0-923-16,-45-67 87 16,34 53-113-16,0-4 64 0,2 2-58 0,4 1 54 15,2-1-29-15,1 0-51 0,2 3 34 16,0-4 10-16,2 1 6 0,3 1 6 16,1 1-10-16,0-2-1 0,0 2 0 15,-1 1-41-15,0 1-29 0,-4 4-32 0,1 3 7 16,-2 3 20-16,0 2 8 0,0 0 27 15,0 0 10-15,0 2-25 0,0 3-10 16,-5 3 19-16,-4 6-13 0,-2 5-37 16,-3 10-16-16,0 3-11 0,-1 5 11 15,1 1-8-15,2 0-7 0,3 1-10 16,1-2 7-16,4-1-8 0,-1 0-1 16,4 3 3-16,1 3-3 0,0 1 1 15,8 2 3-15,2 0-2 0,3 0-4 16,5-2-30-16,1-2 19 0,3-3-30 15,4-3 4-15,5-3-106 0,3-3-41 0,5-4-16 16,7-4-108-16,6-6-110 0,-9-3-381 16,21-3-1044-16</inkml:trace>
  <inkml:trace contextRef="#ctx0" brushRef="#br0" timeOffset="109704.571">30092 2709 1618 0,'0'0'1766'15,"0"0"-1493"-15,0 0-238 0,0 0 37 16,0 0 73-16,0 0 25 0,75 71-48 16,-55-43-53-16,0 5 2 0,1 3-15 15,-4 1 0-15,-3 4 9 0,-4 0 18 0,-2 2-18 16,-5-4 24-16,-3 3-49 15,0-2 3-15,-2-2-22 0,-8 2-21 0,-3 0-1 16,-1 1-12-16,-3-1 11 16,0-4-24-16,0 1-54 0,3-3-27 0,0-4-1 15,3-6 2-15,3-2-46 0,-1-2-41 16,5-6-72-16,2-4-134 0,1-7-292 16,1-3-782-16</inkml:trace>
  <inkml:trace contextRef="#ctx0" brushRef="#br0" timeOffset="110040.469">30758 2759 1197 0,'0'0'2128'16,"0"0"-1726"-16,0 0-206 0,0 0-54 0,0 0 54 0,0 0 12 16,0 0-54-16,-78 16-49 0,67 1-53 15,-2 7-24-15,-2 6 9 16,1 9 9-16,0 5-3 0,2 3 3 0,1 0-16 16,5 0-2-16,3-4-27 0,1 0 2 15,2-4-3-15,0-5 0 0,6-3-31 16,2-3 31-16,1-4-12 0,2-4 11 15,-1-1-20-15,4-6-16 0,1-1-80 16,5-4-27-16,3-3-32 16,1-3-60-16,4-2-149 0,-7 0-422 0,7-6-1040 15</inkml:trace>
  <inkml:trace contextRef="#ctx0" brushRef="#br0" timeOffset="111115.215">31212 3008 1882 0,'0'0'217'0,"0"0"-71"16,0 0 106-16,0 0 71 0,-16-70-44 16,10 55-33-16,-3 2-27 0,-2 3-48 15,1 1 15-15,-3 2 15 0,0 3-48 0,1 3-17 16,-5 1 7-16,0 0-76 0,-2 8-8 15,-1 7-25-15,-4 9-13 0,0 7-5 16,-3 12 33-16,1 5-22 0,3 3 23 0,2-1 5 16,6-4-34-1,8-7-10-15,4-9-11 0,3-8-12 0,4-10-3 16,7-5 1-16,4-5 14 0,6-2 36 16,5-9 13-16,2-3 0 0,6-9-49 0,-1-3-43 15,4-3-36-15,0-3 5 0,0 3 10 16,-6 2-16-16,-3 4 25 0,-9 6 5 15,-2 6-2-15,-6 4-7 0,-5 5 13 16,1 0 46-16,-3 5 28 0,-1 4 58 16,-1 4-15-16,-1 3 0 0,1 4-7 15,-1 2 13-15,-1 2-31 0,0-2 12 16,3-1-43-16,0-5-15 0,1-3-14 0,2-3-23 16,0-2-2-16,3-3-7 0,-1-5-56 15,4 0-64-15,-1-1-128 0,6-10-205 16,-4 4-543-16,8-14-720 0</inkml:trace>
  <inkml:trace contextRef="#ctx0" brushRef="#br0" timeOffset="111296.954">31637 3088 2624 0,'0'0'1078'0,"0"0"-829"0,0 0-101 15,0 0 117-15,0 0 84 0,0 0-88 16,0 0-51-16,0 0-85 0,88 19-67 15,-58-19-57-15,2 0-1 0,4-1-31 16,0-6-133-16,1 2-44 0,0-4-49 0,-1 1-123 16,-9 2-257-16,8-6-804 0</inkml:trace>
  <inkml:trace contextRef="#ctx0" brushRef="#br0" timeOffset="111681.215">32276 2642 1785 0,'0'0'1681'0,"0"0"-1396"0,0 0-254 16,0 0 60-16,0 0 82 0,-31 83 130 15,23-49-58-15,-4 6-42 0,5 5-56 16,-2 2-52-16,3 1-31 0,-3 1-31 16,1-1-33-16,2-6-9 0,1-3-18 15,2-10-28-15,1-4-9 0,2-7 2 16,0-5 41-16,5-5-3 0,3-4-23 15,0-3-2-15,4-1 6 0,2 0 19 0,0-2 24 16,0-2 18-16,3 2-2 0,-2-1-13 16,1 3-2-16,-3 0 0 0,-1 3 14 15,0 1-12-15,0 2-1 0,-2 3 0 16,1-1-1-16,-3-1 0 0,-2 2 0 0,-1 1 0 16,2-1 1-16,-4 1-2 0,2 2 0 15,-5-3-1-15,0 3 0 0,0-1 0 16,0 0 2-16,-8 0 11 0,-1-4 3 15,-2 1 25-15,0-1 0 0,-4-4-10 16,-1-2-8-16,1-1-22 0,-1 0-58 16,-4-7-59-16,0-3-40 0,-2-3-35 15,2-4-56-15,0-3-120 0,4-5-232 16,3 8-533-16,3-16-347 0</inkml:trace>
  <inkml:trace contextRef="#ctx0" brushRef="#br0" timeOffset="112182.8">32596 3039 222 0,'0'0'2761'15,"0"0"-2291"-15,0 0-315 0,0 0-44 16,0 0 9-16,0 0 49 0,-12 84 70 16,13-59-28-16,7 2-48 0,5-1-76 15,1-4-17-15,5-1-24 0,0-5-12 16,4-3 21-16,0-4 0 0,2-3 16 0,1-5-28 16,-1-1-43-16,0-1-13 0,-2-9-5 15,-2-3-19-15,-3-2-39 0,0-3 33 16,-3-3-15-16,0-1-4 0,-4 0-42 15,-4 1-4-15,1-2-13 0,-3-1 19 16,-2-4 46-16,-3-1-6 0,0-3-13 16,0 0-39-16,-5-2-14 0,-2 3 21 15,-1 2 107-15,0 8 1 0,1 4 52 0,3 3 20 16,0 3 5-16,2 3-2 0,2 2 2 16,0 2 0-16,2 0-9 0,7 0-4 15,2 3 19-15,4-4 21 0,3 1-7 16,5 1-2-16,3-1-23 0,1 2-20 15,2 2-17-15,0 0-17 0,1 0-19 16,-2 0-11-16,0 1 7 0,-2 0 3 16,-1 3-35-16,-5-4-44 0,-1 5-58 0,-2-4-35 15,-3 3-88-15,-2-2-100 0,-5-1-279 16,-6 5-760-16</inkml:trace>
  <inkml:trace contextRef="#ctx0" brushRef="#br0" timeOffset="112379.092">33058 3063 1570 0,'0'0'1051'16,"0"0"-521"-16,0 0-297 0,0 0 8 0,0 0 106 16,0 0-74-16,0 0-87 0,90 14-38 15,-75-13-52-15,1-1-65 0,1 0-31 16,0 0-136-16,1 0-74 0,-2-3-61 15,-2-3-111-15,-6 0-401 0,0-3-957 0</inkml:trace>
  <inkml:trace contextRef="#ctx0" brushRef="#br0" timeOffset="112737.843">33348 2957 901 0,'0'0'1712'0,"0"0"-1281"0,0 0-264 15,0 0 2-15,0 0 126 0,0 0 16 0,-31 74-91 16,20-54-102-16,0-2-74 0,0 2-13 0,2 0-16 16,-2 0-15-16,5-4-1 15,4-3-42-15,0-1-1 0,2-5-30 0,2 1-4 16,5-2 16-16,3-2 12 0,4-1-11 16,2 0-14-16,4-1 43 0,0-1 20 15,-1 2-1-15,1 0 13 0,0 2 0 16,-1 0 0-16,-3 2 0 0,-3 0 0 15,-3 3 24-15,-3-3 61 0,-4 4-19 16,-3-3-9-16,0 4 27 0,-3 1 29 16,-5 2-17-16,-1 1-13 0,-1 0-21 15,-3 1 6-15,2-3-28 0,-1 1 0 16,-2-5-29-16,1-2-11 0,1-1-21 16,1-3-44-16,0-4-12 0,2 0-31 15,1 0-41-15,2-4-23 0,1-7-54 0,-1-1-115 16,0-7-253-16,3 3-682 0,-2-16-351 0</inkml:trace>
  <inkml:trace contextRef="#ctx0" brushRef="#br0" timeOffset="112901.399">33421 3082 2146 0,'0'0'1553'0,"0"0"-1292"15,0 0-179-15,0 0 199 0,0 0-61 16,0 0-99-16,0 0-69 0,77-9-52 15,-58 5-9-15,2-5-204 0,1 1-116 0,-3-2-153 16,-7 3-599-16,1-8-864 0</inkml:trace>
  <inkml:trace contextRef="#ctx0" brushRef="#br0" timeOffset="113163.173">33737 2709 1903 0,'0'0'1131'0,"0"0"-850"0,0 0-217 16,0 0 101-16,0 0 100 0,27 67 69 15,-17-49-95-15,-2 1-84 0,0 5-53 16,4 3 3-16,-1 1-32 0,-3 3-45 16,-1 1-27-16,-2 1-1 0,-2 0 0 15,-3 0-15-15,0 1-35 0,0-3-54 16,-10 1-10-16,-1 1-4 0,-8-3 22 15,-3 2-16-15,-5 6 9 0,-5-1-1 0,-2 5-21 16,-5-3 97-16,1 1-124 0,-1-7-149 16,0-5-34-16,12-10-153 15,-16 3-648-15</inkml:trace>
  <inkml:trace contextRef="#ctx0" brushRef="#br0" timeOffset="113992.195">25336 4353 3335 0,'0'0'576'16,"0"0"-318"-16,0 0-115 15,0 0 6-15,0 0 39 0,0 0-59 0,77-37-33 16,-47 30-66-16,3 0-17 0,3 1-13 16,0 1-21-16,-1 0-10 0,-1 4-24 15,0 0-77-15,-4 1-41 0,-1-2-81 16,-4 2-88-16,-8 0-189 0,-5 2-723 0,-10 4-725 0</inkml:trace>
  <inkml:trace contextRef="#ctx0" brushRef="#br0" timeOffset="114158.077">25501 4563 303 0,'0'0'2596'15,"0"0"-2186"-15,0 0-153 0,0 0 12 0,0 0 29 16,0 0-120-16,0 0-66 0,0 0-41 15,0 0-59-15,0 0-12 0,108-15-77 16,-66 10-200-16,-2 0-103 0,-10 3-406 16,6 0-1375-16</inkml:trace>
  <inkml:trace contextRef="#ctx0" brushRef="#br0" timeOffset="120594.361">27015 4416 2502 0,'0'0'367'0,"0"0"-146"0,0 0 32 15,0 0-75-15,0 0-45 0,0 0 40 0,0 0 0 16,0 0-66-16,0 0-26 0,-70-71-6 16,60 67-3-16,-2 2-13 0,2 2 6 15,-3 0-28-15,-1 5-25 0,1 7 35 0,-6 7 2 16,0 9-18-16,0 7 0 0,2 7 24 15,0 4-9-15,3 0-6 0,3-2-15 16,6-7-13-16,2-6-12 16,3-8 1-16,3-7-2 0,7-9 1 0,3-5-2 15,5-2 2-15,2-6 18 0,4-9-18 16,2-6-15-16,0-3-53 0,-1-3-18 16,-2-3 28-16,-4 6-10 0,-1 0-6 15,-4 6 15-15,-1 7 12 0,-3 5 16 16,0 6 0-16,-1 0 6 0,-2 8 25 15,0 6 74-15,1 5-18 0,0 0 9 16,-1 4-19-16,-1 2 0 0,0-4-30 16,2 0-1-16,-2-5-13 0,1-2-2 0,2-6-15 15,2-2-7-15,-2-3-27 0,1-3-62 16,-2 0-51-16,3 0-76 0,-2-9-172 16,-3 4-359-16,-1-13-789 0</inkml:trace>
  <inkml:trace contextRef="#ctx0" brushRef="#br0" timeOffset="120986.022">27344 4157 1011 0,'0'0'1981'0,"0"0"-1735"0,0 0-201 0,0 0 76 16,0 0 19-16,0 0-23 0,0 0-38 16,77-23-35-16,-72 26-44 0,-1 2-28 15,-2 6-4-15,-2 0 32 0,0 2 3 16,-2 3 16-16,-7 2-3 0,-2 3-16 15,0-2-9-15,-4 1 8 0,4-5 1 0,3-1 56 16,2-4 58-16,1-3-27 0,5-1-23 16,0-1 5-16,0-1 9 0,5 0-4 15,3 0 10-15,1 0 3 0,2-3-41 16,4 0-24-16,1-1-4 0,1 0-15 16,3 0-3-16,2 0-42 0,1-1-94 15,-2 0-57-15,0-2-74 0,-1 3-89 16,-6 0-360-16,6-1-983 0</inkml:trace>
  <inkml:trace contextRef="#ctx0" brushRef="#br0" timeOffset="121471.133">28091 4675 1261 0,'0'0'1510'16,"0"0"-1333"-16,0 0-52 0,0 0 96 15,0 0 71-15,0 0-27 0,0 0-44 16,0 0-40-16,0 0-79 0,0 0-67 0,0 0 30 15,11-15 0-15,11 18 12 0,1-2-31 16,3 2-6-16,-1-2-6 0,0 1 3 16,3-2-3-16,-3 0-13 0,1-2-18 15,-1-3-3-15,-2-1-1 0,-1 1-57 16,-2-2-93-16,-4 2-44 0,-4 1-66 16,-4 2-123-16,-2 2-583 0,-6-5-1075 0</inkml:trace>
  <inkml:trace contextRef="#ctx0" brushRef="#br0" timeOffset="122505.407">29143 4192 212 0,'0'0'2039'0,"0"0"-1702"0,0 0-47 16,0 0 1-16,0 0-36 0,0 0-68 0,0 0-51 15,0 0 41-15,0 0 62 16,17 68-71-16,-11-33-57 0,-5 4-74 0,-1 2 25 15,0 1-34-15,-1 1-6 16,-7 0-20-16,-3 0 10 0,-1 1-10 0,1-3-2 16,-1-2-21-16,1-3 21 0,0-8 0 15,5-6 0-15,3-8-3 0,1-6-15 16,2-6-4-16,3-2-33 0,8 0-4 0,1-5 40 16,5-3 1-16,2-3-20 0,3-3 17 15,-1 4 18-15,0 1-10 0,-1 4-5 16,-2 4 2-16,0 1 16 0,0 0 3 15,-2 6-3-15,-1 3 25 0,-2 1-24 16,-3-1 1-16,-2 1 0 0,-2 1 42 16,-3-3-1-16,-3 3 3 0,0 1-15 15,0-1-12-15,-7 1 0 0,-4-2 11 16,-3 1 4-16,-3 1-6 0,-2-2 3 16,-4 2-29-16,0-2 13 0,1-3-3 0,-1-1-12 15,1-5-34-15,0-1-12 16,5 0-16-16,1-7-34 0,4-5-31 0,3-7-63 15,6-3-62-15,3-8-140 0,0 6-241 16,3-25-945-16</inkml:trace>
  <inkml:trace contextRef="#ctx0" brushRef="#br0" timeOffset="122800.374">29586 4063 95 0,'0'0'2523'15,"0"0"-1881"-15,0 0-378 0,0 0-188 16,0 0 28-16,0 0 25 0,0 0 25 16,0 0-2-16,0 0-84 0,0 0-67 15,0 0-1-15,83 22-1 0,-76-6-24 16,-4 1-6-16,-3 4 31 0,0 4 13 0,0-3 2 16,-5 2-15-16,0-5-22 0,2-5 22 15,1-3 36-15,2-4-34 0,0-1 21 16,2-4 36-16,4 2-10 0,5 1 10 0,1-2 10 15,2 2-41-15,2 0-27 0,2 0-1 16,1 1-1-16,1-4-40 0,3 3-61 16,2-1-79-16,-2 0-102 0,3 0-83 15,-7-2-357-15,5 1-976 0</inkml:trace>
  <inkml:trace contextRef="#ctx0" brushRef="#br0" timeOffset="123442.221">29974 4622 988 0,'0'0'1877'15,"0"0"-1496"-15,0 0-317 0,0 0 25 16,0 0 41-16,0 0 47 0,53 67 28 15,-41-49-19-15,2 0-58 0,2-1-50 0,1-3-19 16,3 0-19-16,0-4-18 0,0-1-22 16,2-2-1-16,-1-4 0 0,0-3-11 15,-1 0 12-15,-2-3-12 0,-2-7-19 0,-3-1-37 16,-4-3-29-16,0 0-3 16,-3-4 21-16,-1-2 13 0,-2-3-12 0,-3-4-14 15,1-3 20-15,-1-1-33 0,0-6-34 16,0 2 12-16,0-3 2 0,0 3-67 15,-3 3 32-15,2 3 86 0,-2 7 73 16,1 3 2-16,2 3 49 0,0 4 79 16,0 3 25-16,0 4-4 0,3-2-39 15,2 1-22-15,0 2-25 0,2 2-20 16,3-3 26-16,2-1-20 0,4 3 4 16,1-2 9-16,6 3-10 0,3 0 7 0,4-2 28 15,2 1-9-15,3 0 5 0,1 3-28 16,-1-2-6-16,2 1 6 15,-1-2 6-15,-2 3-12 0,0-1-10 0,-3 1-40 16,0 0-2-16,-6 0-29 0,-2 0-53 16,-4 0-46-16,-4 0-51 0,-4 1-40 15,-1 3-60-15,-5 0-110 0,-1-2-359 16,-4 4-550-16</inkml:trace>
  <inkml:trace contextRef="#ctx0" brushRef="#br0" timeOffset="123666.832">30503 4652 2702 0,'0'0'781'0,"0"0"-553"0,0 0-216 15,0 0 92-15,0 0 103 0,0 0 16 16,0 0 10-16,0 0-67 0,0 0-104 15,99-12-50-15,-70 4-12 0,-3-2-79 0,3-1-90 16,-1 0-77-16,0-3-58 0,-3 1-237 16,-5 1-841-16,-1-6-567 0</inkml:trace>
  <inkml:trace contextRef="#ctx0" brushRef="#br0" timeOffset="123960.804">31020 4386 1823 0,'0'0'1278'0,"0"0"-984"0,0 0-247 16,0 0 39-16,0 0 129 0,0 0 116 16,-14 70-91-16,4-48-88 0,0 1-99 15,1-1-53-15,0-2-4 0,2-2-11 16,5 0 3-16,-1 0 9 0,3-5-22 16,0 1-9-16,0 1 3 0,5-2-28 15,4-2 43-15,0 1-27 0,-1 1 21 0,0-2 22 16,1 1 1-16,-3-3 0 0,2 1 1 15,-6-2 23-15,1-2-25 0,0 1 44 16,-3-2 5-16,0-1-18 0,0-3-12 16,0 4-19-16,-1-4 0 0,-6 2-19 15,-2 0 7-15,-4 1-116 0,-2-2-77 0,2-2-16 16,-1 0-60-16,1-1-181 0,0-5-263 16,4-3-454-16,-4-12 4 0</inkml:trace>
  <inkml:trace contextRef="#ctx0" brushRef="#br0" timeOffset="124132.642">31057 4495 1380 0,'0'0'2100'0,"0"0"-1733"16,0 0-285-16,0 0 47 0,0 0-16 0,80-34-35 15,-58 27-32-15,3 0-46 0,0 1-74 16,1 0-140-16,2 3-50 0,-4 1-84 15,-7 1-319-15,4-3-813 0</inkml:trace>
  <inkml:trace contextRef="#ctx0" brushRef="#br0" timeOffset="124708.312">31519 3982 620 0,'0'0'2657'16,"0"0"-2279"-16,0 0-230 0,0 0 12 16,101-23-15-16,-79 17-57 0,-1 1 8 15,-4 5-43-15,-1 0-53 0,-1 0-3 16,-7 0-34-16,0 9-13 0,-7 3 0 0,-1 4 28 16,-4 3 4-16,-8 5 18 0,-7 2 3 0,-4 2 50 15,-1 3-50-15,-2-5-3 0,3-2 1 16,3-5 21-16,7-6 9 0,5-5-6 15,1-1 21-15,7-2-27 0,0-1-18 16,7 1 42-16,5 0 16 0,7 0 12 16,3-3-15-16,6 0 2 0,5-1-48 15,5-1-10-15,1 0-3 16,3 0-109-16,-3 0-73 0,-2 0-92 0,-4 0-180 16,-11 0-713-16,-1 0-1157 0</inkml:trace>
  <inkml:trace contextRef="#ctx0" brushRef="#br0" timeOffset="125680.216">25586 5621 2229 0,'0'0'1033'16,"0"0"-801"-16,0 0-187 0,0 0 31 15,0 0 97-15,85 0-59 0,-54-4-74 16,2 0-18-16,1-2-22 0,-1-3 0 0,0 2-40 16,-3 0-83-16,-1 1-67 0,-5 0-29 15,-4 1-141-15,-6 4-408 0,-8 1-632 0</inkml:trace>
  <inkml:trace contextRef="#ctx0" brushRef="#br0" timeOffset="125834.39">25800 5792 1603 0,'0'0'1498'0,"0"0"-1265"16,0 0-144-16,0 0 117 0,0 0-19 15,96-22-58-15,-62 12-126 0,7 1-3 16,5-1-173-16,3-1-188 0,-11 3-312 16,21-4-920-16</inkml:trace>
  <inkml:trace contextRef="#ctx0" brushRef="#br0" timeOffset="126275.319">27053 5609 1137 0,'0'0'1777'0,"0"0"-1553"16,0 0-134-16,-82 17 88 0,56-5-22 16,-2 3-11-16,3 3-6 0,-1 3 37 15,4 4 15-15,3 4-35 0,6 0-26 0,2 1-22 16,5-1-43-16,4-3-16 0,2-7-15 16,3-3-3-16,9-7-19 0,2-4-10 15,6-5 25-15,2 0 23 0,6-11-8 16,0-3-42-16,3-9-12 0,-3-2-83 15,4 2-9-15,-2-5 5 16,-4 3-6-16,2 1 15 0,-9 4 0 16,-1 2 38-16,-6 4 52 0,-4 3 0 0,-5 6 40 15,-1 0 22-15,-2 5 3 0,0 0 12 16,0 0-2-16,0 4-20 0,-3 7-30 16,1 3 6-16,-1 5 39 0,-1 6-8 0,4 4 14 15,0-3-45-15,0 0 6 0,0-4-37 16,7-4-1-16,0-3-42 0,4-6-49 15,1-5 15-15,2-4-31 0,0 0-64 16,3-10-120-16,-6 2-253 0,4-17-881 0</inkml:trace>
  <inkml:trace contextRef="#ctx0" brushRef="#br0" timeOffset="126584.265">27449 5309 2062 0,'0'0'1415'0,"0"0"-1142"0,0 0-229 16,0 0 91-16,0 0 82 0,90-23-52 0,-70 23-78 15,-3 0-19-15,2 0-28 0,-1 6-19 16,-2 3-21-16,-3-1-19 0,-4 5-30 16,-5 5 24-16,-4 3 22 0,-1 6-25 15,-11 1 6-15,-4 3-46 0,-4-3-4 16,4-2 23-16,-1-4 49 0,6-7 49 0,0-3-2 15,4-5 9-15,6-3 25 0,1-2-7 16,1-2-34-16,9 0-12 0,3 0 24 16,7-2 25-16,2 0 34 0,4-3-96 15,2-1-15-15,-1 1-36 0,0 0-63 16,-2 3-67-16,1-2-64 0,-3 3-80 16,0-1-122-16,-8 2-649 0,2 0-812 15</inkml:trace>
  <inkml:trace contextRef="#ctx0" brushRef="#br0" timeOffset="126868.877">28178 5924 3380 0,'0'0'1171'0,"0"0"-1155"0,0 0-16 15,0 0-9-15,0 0 9 0,0 0 86 16,88-1 46-16,-58-5-36 0,7-1-72 0,2-1-24 16,1-3-15-16,0 1-50 0,-2-2-85 15,-5 2-17-15,-3-1-38 0,-5-1-108 16,-7 7-236-16,-5-9-802 0</inkml:trace>
  <inkml:trace contextRef="#ctx0" brushRef="#br0" timeOffset="127188.918">28344 5614 1603 0,'0'0'1441'16,"0"0"-886"-16,0 0-259 0,0 0-164 15,0 0-56-15,0 0 89 0,0 0 96 16,25 67-58-16,-17-39-71 0,4 2-52 15,-2 3-46-15,-1 4-33 0,2 0 8 16,-4 1-9-16,1-1-25 0,-4-1 7 0,1-3-28 16,-2 0-77-16,0-3-21 15,2-6-23-15,0-7-35 0,1-5-45 16,4-5-109-16,0-7-217 0,-2 0-587 16,4-12-359-16</inkml:trace>
  <inkml:trace contextRef="#ctx0" brushRef="#br0" timeOffset="127597.032">28910 5382 2598 0,'0'0'1351'0,"0"0"-1289"15,0 0-49-15,0 0-13 0,0 0 167 16,0 0 50-16,31 88 98 0,-28-53-106 0,-3 1-108 15,0 2-71-15,0 3 16 0,-3 0-46 16,-6-3-15-16,1 4-22 0,-3-4-12 16,-1-2-43-16,1-3-3 0,3-3 15 15,3-11 13-15,2-6 24 0,3-6-16 16,0-4 0-16,5-3-6 0,3 0 34 16,4 0 31-16,2-3 0 0,2 0 16 0,4 0-7 15,-1 1-9-15,-1 2 0 0,0 0 0 16,-3 0 1-16,0 4 21 15,-4 0 6-15,0 2 24 0,-2 0-27 0,-2 3-22 16,-3-2-3-16,-1 1 31 0,-3 2-6 16,0-2-13-16,0 2 6 0,-9 1 1 15,-2-3-19-15,-3 3 31 0,-6-2 9 16,1 0-37-16,-4-4-3 0,-3-1-25 16,1-4-27-16,0 0-59 0,3-7-62 15,2-7-51-15,3-5-191 0,3 1-375 16,3-24-964-16</inkml:trace>
  <inkml:trace contextRef="#ctx0" brushRef="#br0" timeOffset="127869.795">29321 5403 1702 0,'0'0'1667'0,"0"0"-1473"0,0 0-42 0,0 0 112 15,0 0-41-15,79-7-40 0,-68 8-68 16,-6 6-62-16,1 4-53 0,-4 2-37 15,-2 4-3-15,0 3 40 0,-3 4 15 16,-7 4-3-16,-1 0-11 0,-4 1-1 16,2-3 0-16,1-4 1 0,4-4 33 15,3-5 56-15,4-5-38 0,1-2-9 16,0-2-15-16,3-2 12 0,5 1-7 0,2 0 7 16,2-2 9-16,1-1-9 0,3 0-40 15,-2 0-12-15,3 0-120 0,-1-4-65 16,2 1-63-16,-4-2-171 0,-3 4-545 15,0-5-1082-15</inkml:trace>
  <inkml:trace contextRef="#ctx0" brushRef="#br0" timeOffset="128592.65">29917 5610 1740 0,'0'0'1054'0,"0"0"-781"0,0 0-94 15,0 0-7-15,0 0 91 0,80-24-2 16,-70 24-62-16,0 11-37 0,-4 1-41 15,-5 10-50-15,-1 4-12 0,-4 5-10 0,-9 3-12 16,0 3-6-16,-4-5 6 0,3-1-21 16,-1-3-14-16,5-4-1 0,1-1-1 15,5 0 0-15,2-4-1 0,2-2-11 0,0-3-10 16,9-3 10-16,2 2 10 16,4-1-32-16,0 0 33 0,3 1 1 0,-5-2-2 15,2 1 3-15,-4 0-1 0,-3-1 19 16,-1-3-17-16,-6 1 13 0,-1 0 3 15,0 2 25-15,-5-1 4 0,-4 0 8 16,-4-1-34-16,-2 1 3 0,-1-3-23 16,-4-2-2-16,0-3-9 0,1-2-33 15,-2 0-37-15,1-3-37 0,2-5-28 16,0-5-1-16,3-3-41 0,1-5-118 16,2-6-236-16,3-4-782 0,1 5-615 15</inkml:trace>
  <inkml:trace contextRef="#ctx0" brushRef="#br0" timeOffset="128731.177">30146 5638 2179 0,'0'0'1776'15,"0"0"-1568"-15,0 0-19 0,84-15 167 0,-53 8-120 16,3 0-126-16,5-2-46 0,3 0-64 16,7 0-27-16,4 1-108 0,6 1-135 15,-2 3-151-15,-13 1-382 0,15-3-1328 0</inkml:trace>
  <inkml:trace contextRef="#ctx0" brushRef="#br0" timeOffset="138499.832">31840 5680 183 0,'0'0'2949'0,"0"0"-2589"0,0 0-157 15,0 0 93-15,0 0 26 0,-93 4-71 16,59 7-97-16,-2 5-68 0,1 2-43 15,2 4 6-15,2 2 6 0,6 2 0 16,5-2-12-16,3 2-9 0,3 1-7 0,3-2-9 16,5 0 22-16,3 0 3 15,3 0-25-15,0-1 12 0,1 0-17 0,9-2-13 16,2 0 0-16,-1-4 19 0,6-3-19 16,3-2-22-16,-1-4 21 0,3-2-26 15,2-3 6-15,-2-4-49 0,3 0-62 16,-2-5-54-16,-3-4-64 0,-3-2-134 15,-4 3-379-15,-6-6-830 0</inkml:trace>
  <inkml:trace contextRef="#ctx0" brushRef="#br0" timeOffset="138664.375">31580 5957 871 0,'0'0'387'0,"0"0"1093"15,0 0-1047-15,0 0-219 0,0 0 226 16,0 0-66-16,0 0-39 0,0 0-147 15,88-10-117-15,-63 8-50 0,6-3-21 16,0 0-12-16,6-2-22 0,-1-4-132 0,7-1-122 16,1 0-157-16,-10 3-647 0,23-9-976 0</inkml:trace>
  <inkml:trace contextRef="#ctx0" brushRef="#br0" timeOffset="138918.176">32675 5555 130 0,'0'0'2809'0,"0"0"-2279"0,0 0-296 15,0 0 96-15,0 0 17 0,0 0-59 16,0 0-95-16,-91 79-55 0,70-50-7 16,-4 7 46-16,-7 7-13 0,-1 6-73 0,-7 8-52 15,-4 9-38-15,-3 4-1 0,2-1-20 16,4-3-71-16,7-12 12 0,9-10 31 15,10-14 8-15,6-8-51 16,6-9-52-16,3-6-44 0,2-4-68 0,8-3-144 16,6-6-129-16,8-11-455 0,4-5-527 15</inkml:trace>
  <inkml:trace contextRef="#ctx0" brushRef="#br0" timeOffset="139136.518">32853 5670 2306 0,'0'0'388'0,"0"0"-118"0,0 0 276 16,0 0-67-16,0 0-147 0,0 0-90 0,-48 83-76 15,25-43 28-15,-8 6 80 0,-5 12-76 16,-3 4-86-16,-6 8-60 0,-3 4-22 16,-3 2-30-16,6-3-24 0,5-11-58 15,10-10 6-15,10-17 25 0,9-14-4 16,11-9-52-16,0-8-21 0,8-4-68 15,9-6-40-15,5-11-145 0,8-10-673 16,-6 4-579-16</inkml:trace>
  <inkml:trace contextRef="#ctx0" brushRef="#br0" timeOffset="139438.702">32853 5729 1201 0,'0'0'439'0,"0"0"770"16,0 0-818-16,0 0-188 0,0 0 51 15,0 0-9-15,0 0-62 0,0 0-49 0,0 0 40 0,0 0 21 16,53 77-57-16,-47-42-24 0,2 5-35 16,-2 5-2-16,-3 4-31 0,2 1-43 15,-2 2 18-15,4-4-20 0,-1-1 0 16,1-8 2-16,1-5 12 0,0-8 7 16,-1-7 17-16,1-5-8 0,-3-7 5 15,-2-1-11-15,-3-6 5 0,2 0 58 16,-2 0 94-16,2-4-36 0,0-6 14 15,4-8-9-15,4-8-101 0,5-10-50 0,5-8-12 16,1-10 0-16,3-6-45 16,2-6-37-16,-2-1-45 0,3 2-46 15,-1 5-21-15,0 13-50 0,0 9-102 0,-2 8-224 16,-6 9-657-16,4 0-1062 0</inkml:trace>
  <inkml:trace contextRef="#ctx0" brushRef="#br0" timeOffset="143038.14">8832 10317 78 0,'0'0'989'16,"0"0"541"-16,0 0-1227 0,-34 76-11 0,24-40 115 15,0 9-32-15,-1 6-77 0,-1 6-63 16,-2 7-34-16,0 8-60 0,0 9-52 16,-2 2-62-16,0 9-8 0,0-1-4 15,0 3-14-15,1-2-1 0,1-6-21 16,3-9 19-16,1-11-14 0,4-18 15 15,3-14-17-15,2-15-40 0,1-13-53 16,0-6-73-16,3-6-80 0,7-16-42 0,3-9-164 16,0-12-307-16,-3 5-725 0</inkml:trace>
  <inkml:trace contextRef="#ctx0" brushRef="#br0" timeOffset="143380.538">8743 10534 421 0,'0'0'195'15,"0"0"1415"-15,9-84-1155 0,-6 60-72 0,1-1 6 0,0 8-73 16,-3 7-64-16,2 7-39 0,-1 3-57 16,1 0-48-16,1 5-62 0,5 9-18 15,4 5 68-15,3 6-19 0,4 12 12 16,1 5-31-16,0 11-31 0,3 7 4 16,-1 7-16-16,-1 7-15 0,1 5-20 15,1 3 18-15,-4 0-16 0,-1-3 5 16,0-7 13-16,-3-11 0 0,0-8 0 0,-5-16 3 15,-2-8 13-15,-4-13-1 16,1-6 9-16,-3-8 7 0,0-2 12 0,0-2 30 16,3-8 0-16,2-10 10 0,0-8 41 15,-1-11-48-15,2-8-46 0,2-5-11 0,-1-5 5 16,4-4-23-16,1-1-1 0,5 2-18 16,-1 1-10-16,4 3 7 0,1 2-15 15,1 2-52-15,-5 4-22 0,2 6-15 16,-4 4-21-16,-2 9-32 0,-5 7-62 15,-2 10-154-15,-3 6-348 0,-3 6-727 0</inkml:trace>
  <inkml:trace contextRef="#ctx0" brushRef="#br0" timeOffset="143784.303">9977 10621 225 0,'0'0'2427'16,"0"0"-2073"-16,0 0-175 0,0 0 41 15,-94 39 88-15,70-20-44 0,-1 5-47 16,5 6-56-16,0 4-40 0,5 6-34 0,2 4-4 16,4 8-9-16,5 5-6 0,3 7-10 15,1 2 6-15,1 6-12 0,9 5-6 16,2-6-44-16,5-3 1 0,5-6-3 15,0-12-3-15,2-12-33 0,5-8-23 16,0-10-45-16,2-9-34 0,1-7-10 16,6-4-32-16,-1-15-139 0,-11 3-357 0,14-15-908 15</inkml:trace>
  <inkml:trace contextRef="#ctx0" brushRef="#br0" timeOffset="144520.255">10616 10957 2086 0,'0'0'327'0,"0"0"-191"0,0 0 102 0,0 0 93 16,-79-35-31-16,60 34-56 0,-1 1-17 15,0 0-86-15,1 7-46 0,1 2-23 16,-1 3-13-16,3 3 22 0,-1 3 80 16,7 3-28-16,-1 5-44 0,3 4-18 0,5 5-1 15,3 2-2-15,0 3 23 0,3 0 16 16,7-3-34-16,0-3-27 0,3-10-18 15,0-6-26-15,-1-5 25 0,3-7 9 16,1-6-14-16,4-2-1 0,2-13 3 16,-2-6-24-16,2-8-27 0,-2-7-43 15,-1-5-6-15,0-2 9 0,-2-2 6 16,0-2-9-16,2-5-7 0,-2 4-15 16,2-2-3-16,-5-3 34 0,2 3 8 15,-6-2-18-15,-2 0 7 0,-4 1 24 0,-2 1-10 16,-2 3 13-16,0 6 34 0,0 5-13 15,-3 10 16-15,0 7 67 0,0 10 45 16,1 5 32-16,1 4 4 0,-1 0-26 16,2 8-58-16,-3 9-63 0,0 8 25 15,2 8 14-15,0 6 12 0,1 3 21 16,0 4 18-16,0 6-30 0,0 2-31 16,0 6 7-16,0 6-19 0,0 5 9 15,0-1-15-15,0 1-12 0,0-4-13 0,0-4-20 16,0-4-58-16,1-8-49 0,5-9-62 15,-2-7-73-15,4-12-115 0,1-10-281 16,-1-7-543-16,3-8-428 0</inkml:trace>
  <inkml:trace contextRef="#ctx0" brushRef="#br0" timeOffset="144677.69">11020 11258 2137 0,'0'0'1554'16,"0"0"-1293"-16,0 0-57 0,0 0 113 15,-6 76-95-15,6-53-53 0,0-2-40 16,3-2-50-16,4-1-79 0,4-2-22 0,1-2-94 16,0-1-74-16,4-3-48 0,-2-3-175 15,0-4-560-15,-5-3-448 0,3-5-278 0</inkml:trace>
  <inkml:trace contextRef="#ctx0" brushRef="#br0" timeOffset="145229.545">11767 11076 39 0,'0'0'1331'16,"0"0"-225"-16,0 0-781 0,0 0-58 15,0 0 81-15,-77-58 35 0,61 52-31 0,2 4-72 16,-2 2 13-16,3 0-112 0,-1 0-58 16,2 4-29-16,-1 6-30 0,0-1 3 15,0 5 0-15,3 4 9 0,0 4 52 0,1 5-34 16,-1 3-28-16,5 6-5 16,0 5-7-16,2 2 7 0,3-1-13 0,0-5-12 15,0-8-35-15,5-6 20 0,2-10-21 16,7-7 0-16,2-6-2 0,4 0-10 15,2-11 10-15,3-10-13 0,2-8-18 16,0-7-37-16,-1-9-20 0,0-2-10 16,3-5 6-16,-2-2 12 0,-2-1 6 15,2-4-12-15,-2-2 0 0,-2-3-4 16,-6 2 4-16,-3-5 8 0,-5 3 25 16,-3 1-3-16,-2 4 30 0,-4 10 28 15,1 9 60-15,-1 17 80 0,0 10 16 16,0 6-4-16,0 7-21 0,0 0-34 15,-1 7-46-15,-3 4-49 0,0 9-2 16,-1 8 22-16,1 7 8 0,2 3 12 0,1 8 22 16,1 3-10-16,0 3-27 0,0 5-25 15,0 7 17-15,0 2-18 0,0 2-1 16,-2-3-13-16,-2-3-35 0,-3-4-15 0,1-2-10 16,2-9-57-16,-2-3-61 0,3-7-78 15,0-4-157-15,3-9-636 0,-3-3-1116 0</inkml:trace>
  <inkml:trace contextRef="#ctx0" brushRef="#br0" timeOffset="145487.857">12150 11265 2410 0,'0'0'1711'0,"0"0"-1412"0,0 0-157 0,0 0 230 16,0 0-85-16,0 0-71 0,0 0 44 15,0 0-109-15,0 0-84 0,0 0-61 16,69-25-6-16,-65 25-33 0,1 6-3 15,-2 5 25-15,-2 6 11 0,1 7 3 16,-2 3 19-16,0 5-22 0,-5 0 1 0,2-6 1 16,2-2-1-16,1-6 29 0,0-6-27 15,0-1-3-15,7-4-27 0,4-4 9 16,1-1 2-16,3-2 1 0,3-5-57 16,1-4-34-16,1-5-21 0,0-6-34 15,0-3-4-15,-4-4-91 0,0-3-246 16,-6 9-588-16,2-17-870 0</inkml:trace>
  <inkml:trace contextRef="#ctx0" brushRef="#br0" timeOffset="145730.638">12654 10818 2350 0,'0'0'1621'0,"0"0"-1230"0,0 0-243 15,0 0 139-15,0 0-21 0,0 0-1 16,85 60 30-16,-61-37-87 0,1 0-90 15,3 3-39-15,-1 2-7 0,-4 4-21 0,-2 4-15 16,-6 1-33-16,-6 6 15 16,-8 3-18-16,-1 2-28 0,-4 1-47 0,-8 0-24 15,-6-2-19-15,0-3-42 0,-3-6-10 16,1-7-3-16,-1-8 0 0,3-8-102 16,-1-10-202-16,3-5-322 15,0-6-774-15,5-5-515 0,0-12 2088 0</inkml:trace>
  <inkml:trace contextRef="#ctx0" brushRef="#br0" timeOffset="145882.079">13343 11012 2096 0,'0'0'2025'0,"0"0"-1754"0,0 0-61 16,0 0 45-16,0 0-178 15,82 7-34-15,-73 0 2 0,2 0-45 0,-3 1-74 16,0 1-98-16,0 1-102 0,-4 1-83 15,0-4-633-15,-4 9-874 0</inkml:trace>
  <inkml:trace contextRef="#ctx0" brushRef="#br0" timeOffset="146023.081">13281 11293 1770 0,'0'0'1869'0,"0"0"-1315"0,0 0-417 15,0 0-47-15,0 0 107 0,0 0-43 0,0 0 49 16,93 26 71-16,-65-33-140 0,1-4-64 15,1-1-70-15,-1-1-22 0,0 2-155 16,3-1-42-16,-2 3 35 0,-9 0-375 16,4 5-1346-16</inkml:trace>
  <inkml:trace contextRef="#ctx0" brushRef="#br0" timeOffset="146585.777">14287 10643 1679 0,'0'0'1433'0,"0"0"-937"0,0 0-353 15,0 0 11-15,0 0 100 0,-52 103 4 16,36-50-4-16,1 7-18 0,-1 12-74 0,0 2-61 15,1 4-25-15,-2 1-9 16,1 2-6-16,-1-2-31 0,2-6-5 0,0-7-25 16,6-13-13-16,3-16-35 0,2-14-43 15,4-16-53-15,0-7-57 0,4-16-17 16,5-10-162-16,1-10-270 0,1 5-541 16,3-26-489-16</inkml:trace>
  <inkml:trace contextRef="#ctx0" brushRef="#br0" timeOffset="146830.564">14212 10759 1330 0,'0'0'218'0,"0"0"1396"0,0 0-1261 16,0 0-115-16,0 0 67 0,0 0-58 15,0 0-21-15,0 0-38 0,0 0 70 16,0 0-60-16,88 106-27 0,-65-57-1 16,0 4-61-16,0 2-46 0,-2-1-29 15,0 0-32-15,-1-6 0 0,-2-5 0 16,0-7 22-16,-3-11 9 0,0-4-9 15,-4-9-3-15,0-5-18 0,2-4 9 0,-3-3-12 16,3-6 1-16,2-10-2 16,0-11-16-16,1-6-4 0,0-9-24 0,2-8-25 15,0-1-27-15,1-5-30 0,0-2-64 16,-1-3-63-16,0 2-163 0,-6 15-328 16,5-16-804-16</inkml:trace>
  <inkml:trace contextRef="#ctx0" brushRef="#br0" timeOffset="147378.839">15016 10812 1219 0,'0'0'42'0,"0"0"1794"0,0 0-1415 15,0 0-55-15,0 0-30 0,-96 37-76 16,76-18-28-16,0 2-17 0,3 4-41 16,3 4-37-16,5 3-40 0,7 8-9 15,2 4 1-15,0 4 38 0,8 1-33 0,4-1-55 16,2-1-39-16,2-5-9 0,1-7-21 16,2-8-70-16,1-6 0 0,6-8-61 15,3-11-46-15,6-3-68 0,4-15-203 16,-9 2-512-16,17-17-770 0</inkml:trace>
  <inkml:trace contextRef="#ctx0" brushRef="#br0" timeOffset="147757.154">15550 10953 2425 0,'0'0'966'0,"0"0"-686"16,0 0-69-16,-96 38 184 0,60-15-24 15,3 7-39-15,1 4-6 0,2 6-47 0,7 3-73 16,5-3-37-16,7 1-21 15,7-7-67-15,4-4-29 0,0-8-49 16,6-7-3-16,4-5 0 0,6-8-6 0,3-2-30 16,2-8 11-16,2-8-26 0,0-8-27 15,-1-2-10-15,1-5 1 0,-3-3 14 16,2-2-9-16,-1 0-14 0,2-5 5 0,0-2-22 16,-1-2-11-16,0-3-7 0,-2-5-16 15,-3-2-24-15,-3-3 11 0,-2 1 46 16,-3-1 73-16,-5 3 41 0,0 6 37 15,-4 9 12-15,0 10 78 0,0 11 2 16,0 8 30-16,0 8-31 16,0 3-25-16,-4 1-24 0,1 9-30 0,-1 7-48 15,0 7 26-15,-1 10 13 0,2 4 33 16,0 9 21-16,3 0 39 0,0 5-55 16,0 2-32-16,0 1-19 0,-1 2-27 15,-2 2-15-15,-2-7-27 0,0-2-88 16,2-4-43-16,2-9-18 0,1-9-35 0,0-11-18 15,7-7-82-15,1-8-342 16,6-4-1076-16</inkml:trace>
  <inkml:trace contextRef="#ctx0" brushRef="#br0" timeOffset="147922.315">15901 11150 440 0,'0'0'2654'0,"0"0"-1667"0,0 0-806 15,0 0 40-15,0 0 105 0,7 78-41 16,-7-56 46-16,0 0-85 0,0 0-128 15,0-4-109-15,6-2-9 0,1-3-106 16,-1-3-66-16,3-2-38 0,4-5-6 16,0-3-75-16,1-3-290 0,-2-5-680 0,5-18-778 15</inkml:trace>
  <inkml:trace contextRef="#ctx0" brushRef="#br0" timeOffset="148163.849">16397 10772 2553 0,'0'0'1465'0,"0"0"-1236"0,0 0-18 0,0 0 69 15,0 0-83-15,0 0 38 0,66 74-31 0,-51-50-107 16,5 5-45-16,0 4 20 0,5 3 4 16,-2 1 60-16,-2 3-51 0,-3-2-46 15,-6 5-15-15,-4-1-24 0,-7 4-2 16,-1-2-10-16,-9 1-60 0,-9-2-31 15,-2-5-30-15,-4-1-7 0,-2-8-8 16,-2-4-35-16,-1-10-71 0,-3-6-170 16,0-9-318-16,7 0-776 0,-9-12-579 0</inkml:trace>
  <inkml:trace contextRef="#ctx0" brushRef="#br0" timeOffset="148763.361">17309 10837 2613 0,'0'0'1160'0,"0"0"-903"0,0 0-96 16,0 0 78-16,0 0 11 0,0 0-112 0,-17 69 9 16,8-25 15-16,-1 11-64 0,-3 9-19 15,2 7-6-15,-2 4-9 0,-2-1-13 16,2 1-23-16,-2-6-28 0,1-9-9 16,3-9-64-16,4-13-31 0,1-15 1 15,5-14 2-15,1-9-94 0,0-4-66 16,5-17-182-16,7-6-544 0,-4 0-486 0,4-24-243 15</inkml:trace>
  <inkml:trace contextRef="#ctx0" brushRef="#br0" timeOffset="148990.009">17328 10969 1600 0,'0'0'481'0,"0"0"336"0,0 0-385 16,0 0-26-16,0 0-47 15,0 0-104-15,76 90 17 0,-60-56-4 0,3 3-54 16,-2 4-37-16,1 2-10 0,-1 1-58 15,-4 1-45-15,0 0-34 0,-3-6-30 16,-3-7-1-16,2-8 0 0,-2-10-20 16,-1-7 21-16,1-7 0 0,4 0 3 15,1-15-3-15,4-8 0 0,3-8-2 16,1-11-38-16,0-5-11 0,2-3 17 16,-1-5 4-16,-2-2-12 0,1-3-31 0,2 0-52 15,-1 3-46-15,2 2-49 0,3 11-116 16,0 6-272-16,-4 15-574 0,6 3-735 0</inkml:trace>
  <inkml:trace contextRef="#ctx0" brushRef="#br0" timeOffset="149262.442">18216 10906 2020 0,'0'0'1891'0,"0"0"-1630"16,0 0-168-16,0 0 47 0,0 0 83 16,-85 25-2-16,72-5 39 0,1 8-38 0,6 7-79 15,0 8-31-15,6 4 22 0,0 6 32 16,0 1-73-16,6 2-20 0,2-2-37 16,0-4-18-16,4-7-6 0,-1-6-12 15,0-4-10-15,3-11-11 16,0-6 6-16,2-5-67 0,2-9-14 0,3-2-22 0,5-7-33 15,1-12-53-15,2-5-91 16,0-7-377-16,-9 7-922 0,9-12-1020 0</inkml:trace>
  <inkml:trace contextRef="#ctx0" brushRef="#br0" timeOffset="149652.271">18693 11107 699 0,'0'0'2903'15,"0"0"-2512"-15,0 0-150 0,0 0 94 16,0 0-49-16,0 0-38 0,-93 19 56 15,66 8-82-15,1 7-68 0,0 5-27 0,6 4 57 16,1 3-30-16,5-1-40 16,4-2-21-16,4-3-20 0,3-10-28 0,3-6-27 0,0-9-18 15,3-6 0-15,4-7-1 0,8-2-14 16,4-5-6-16,5-14-21 16,6-8-31-16,3-8-50 0,-1-11-34 15,3-2 10-15,0 1 8 0,-1-2 33 0,0-1-6 16,2 3-9-16,-5-2-28 0,-3-2-15 15,-2 0 2-15,-7-1 92 0,-4 2 70 16,-7 0 45-16,-3-1 40 0,-2 5-12 16,-2 2 10-16,1 10 5 0,1 6-3 15,-3 15-15-15,3 6-4 0,-1 7-38 16,-1 2 20-16,-1 15 6 0,0 9 31 16,0 10-3-16,-1 10-28 0,-5 6 40 0,-4 3 35 15,1 2-29-15,1 0-37 0,-4-1-30 16,1-1-32-16,-1-1-1 0,-1-4-24 15,0-3-72-15,0-5-67 0,2-1-54 16,2-10-41-16,-1-3-133 0,6-9-355 16,-2-6-975-16</inkml:trace>
  <inkml:trace contextRef="#ctx0" brushRef="#br0" timeOffset="149884.887">19086 11278 2232 0,'0'0'1647'0,"0"0"-1355"0,0 0-127 16,89-35 184-16,-67 24-116 0,-2 2-3 15,-3 4 138-15,-8 2-144 0,-2 2-131 16,-2-1-50-16,-4 2-43 0,-1 3-12 16,0 7 12-16,0 7 33 0,-6 6-21 15,-1 6 3-15,0 1-14 0,-3 1 10 16,4-4-11-16,3-6 0 0,3-3 0 0,0-6 21 16,8-3 3-16,4-6 1 0,6-3-25 15,3-3-30-15,5-13-66 0,4-3-71 16,4-10-93-16,0-2-87 15,-8 6-419-15,10-18-1175 0</inkml:trace>
  <inkml:trace contextRef="#ctx0" brushRef="#br0" timeOffset="150054.606">19743 10861 473 0,'0'0'3535'0,"0"0"-2999"0,0 0-372 0,0 0-32 15,0 0-19-15,42 78 92 0,-33-53 87 16,1 2-98-16,-1 0-131 0,3 2-44 15,-4 2-18-15,-4 5-1 0,-2 1-31 16,-4 5-87-16,-10 4-76 0,-8 1-13 16,-7 4-7-16,-5 3-56 0,-4 2-185 15,-7 3-297-15,7-14-659 0,-29 19-541 16</inkml:trace>
  <inkml:trace contextRef="#ctx0" brushRef="#br0" timeOffset="152188.346">8463 13015 1800 0,'0'0'1699'15,"0"0"-1412"-15,0 0-258 16,0 0 65-16,0 0 92 0,-44 88 100 0,34-40-26 16,-1 9-48-16,0 13-47 0,-2 9-30 0,1 7-56 15,-5 5-21-15,-1 4 0 0,-1 0-25 16,-1-3-21-16,0-5 3 15,1-7-15-15,0-11-33 0,3-12-10 16,3-11-24-16,2-14 3 0,3-13-24 16,4-11-40-16,0-8-87 0,4-11-71 0,4-13-289 15,6-16-382-15,3-10-310 0,-3 5-418 16</inkml:trace>
  <inkml:trace contextRef="#ctx0" brushRef="#br0" timeOffset="152462.519">8413 13214 1694 0,'0'0'1070'0,"0"0"-621"0,0 0-201 0,0 0-35 16,0 0 133-16,0 0-92 0,0 0-19 16,0 0 24-16,88 50-93 0,-67-16-29 15,1 7 68-15,3 5-69 0,-2 4-48 0,-2 5-39 16,-2 5-7-16,0 1-2 0,-5 2-22 16,-2-1-18-16,-4-7 3 0,0-7 12 15,-2-12 0-15,-3-13 0 0,2-9 10 16,-2-8-24-16,0-6 0 0,0-9 17 15,4-10 15-15,0-13-12 0,4-8-21 16,1-12-14-16,2 0-22 0,0-9-4 16,1-1-8-16,1 1-7 0,4-3-32 15,3-2-32-15,1 3-24 0,1 3 6 16,3 5-55-16,-2 10-97 0,1 8-154 16,0 13-276-16,-8 11-616 0,6 9-739 0</inkml:trace>
  <inkml:trace contextRef="#ctx0" brushRef="#br0" timeOffset="152700.694">9344 13480 1896 0,'0'0'1574'0,"0"0"-1179"0,0 0-288 15,0 0 22-15,-88 98 145 0,66-55-5 16,4 5-26-16,2 5-29 0,3 2-89 15,7 2 45-15,3-1-3 0,3-2-55 0,0-4-70 16,6-4-20-16,5-6-22 0,0-6-19 16,0-9 3-16,5-6-11 15,0-8-9-15,4-5-7 0,3-6-66 0,4-3-61 16,-2-11-10-16,1-7-46 0,1-8-276 16,-10 3-763-16,2-17-1079 0</inkml:trace>
  <inkml:trace contextRef="#ctx0" brushRef="#br0" timeOffset="152980.532">9626 13647 1471 0,'0'0'2139'15,"0"0"-1776"-15,0 0-323 0,0 0 239 0,0 0 114 16,0 0-111-16,0 0-34 0,78-1-90 16,-62 1-85-16,-3 0-31 0,0 0-24 15,-3 3-18-15,-1 0-39 0,-5 7 12 16,-1 2 11-16,-3 8-26 0,0 7-34 15,-7 7 0-15,-3 5 15 0,-5 4 21 0,2 0 40 16,1-1-1-16,1 0-9 16,1-7 10-16,6-4 3 0,4-8 31 0,0-4 30 15,7-5-9-15,8-4 11 0,6-5-5 16,5-5-12-16,4-4 2 0,3-7-17 16,4-9-34-16,0-2-37 0,-2-6-63 15,0-1-55-15,-6-1-61 0,-3-5-131 16,-5 11-372-16,-1-12-1136 0</inkml:trace>
  <inkml:trace contextRef="#ctx0" brushRef="#br0" timeOffset="153227.315">10284 13487 3041 0,'0'0'1026'0,"0"0"-848"0,0 0-23 0,0 0 12 16,0 0-41-16,66 78-3 0,-50-56 24 15,0 5-52-15,1 0-16 0,0 5-2 16,-4 3-35-16,-4 3-11 0,-5 1-13 16,-4 6-15-16,-1 2 3 0,-11-2-6 0,-4 2-36 15,-4-4-50-15,1-5-5 16,-5-3 5-16,1-8-15 0,4-6-64 16,-1-7-76-16,5-9-138 0,0-5-150 0,6-6-762 15,3-5-1015-15</inkml:trace>
  <inkml:trace contextRef="#ctx0" brushRef="#br0" timeOffset="153374.065">10947 13723 1997 0,'0'0'1804'0,"0"0"-1439"0,0 0-241 16,86 14 53-16,-60-7 8 0,0 1 30 15,-2-1 70-15,-5 0-179 0,-2-2-106 16,3-3-46-16,-5 0-113 0,5-2-58 15,-1 0-110-15,-3-2-310 0,-3-6-1320 0</inkml:trace>
  <inkml:trace contextRef="#ctx0" brushRef="#br0" timeOffset="153556.348">11052 13915 3525 0,'0'0'733'0,"0"0"-643"0,0 0-18 0,0 0 51 15,0 0 19-15,85 26 116 16,-65-23-35-16,3-3-126 0,0 0-45 0,1-3-52 16,-2-2-18-16,3-2-156 0,-1-1-37 15,1-3-68-15,-6 3-214 0,6-7-921 0</inkml:trace>
  <inkml:trace contextRef="#ctx0" brushRef="#br0" timeOffset="154028.207">12559 13330 2077 0,'0'0'802'0,"0"0"-802"16,0 0-90-16,-32 75 44 0,15-40 46 16,-3 3 184-16,-3 6 126 0,0 3-1 0,0 3-31 15,8-1-52-15,0-1 15 0,7 0-18 0,8-6-62 16,3-2-1-16,13-6 11 16,6-3-27-16,7-3-53 0,4-3-21 15,4-6-12-15,3-2 18 0,5-5-31 16,1-5 1-16,5-5-25 0,-2-2-18 15,1-9-3-15,-1-6 0 0,0-2-121 0,-4-4-56 16,-3-4-39-16,-6 0-78 0,-6-4-232 16,-9 7-820-16,-6-15-1254 0</inkml:trace>
  <inkml:trace contextRef="#ctx0" brushRef="#br0" timeOffset="154215.74">12721 13444 1941 0,'0'0'1714'0,"0"0"-1487"0,0 0-108 16,0 0-2-16,-51 77 14 0,44-39 74 16,4 8 57-16,2 6-35 0,1 5-53 0,0 2-73 15,0 7-28-15,1 0-37 0,-1 5-36 16,0 2-102-16,-1 0-57 0,-5 3-67 16,-2-2-60-16,2 1-225 15,3-18-739-15,-6 28-1366 0</inkml:trace>
  <inkml:trace contextRef="#ctx0" brushRef="#br0" timeOffset="156014.922">16927 13497 212 0,'0'0'2680'0,"0"0"-1912"16,0 0-361-16,0 0-176 0,0 0 47 0,0 0-29 15,95-28-25-15,-67 28-47 0,0 0-49 0,0 0-22 16,1 2-27-16,-3 4-19 16,-5 2-20-16,-1 0-19 0,-6 2-21 0,-6 2-11 15,-3 3-16-15,-5 5 5 0,-2 5-8 16,-14 8-21-16,-5 4-19 0,-7 1-24 15,0 5 8-15,-3-4 38 0,3-2 23 16,0-5 24-16,3-4-1 0,2-4 2 16,6-5 10-16,4-6 12 0,7-3 20 15,6-4 3-15,0 1-45 0,9-1 0 16,10 2 49-16,6 1 36 0,6-1-15 16,3-2-16-16,5-3-2 0,-1-1-25 0,-2-2-9 15,-1 0 3-15,-4-3 3 0,-2-4-11 16,0 0-13-16,-2-2-2 0,-1-4-59 15,-1-3-84-15,-4-2-56 0,-2-2-58 16,-2-1-180-16,-7 5-649 0,1-5-799 0</inkml:trace>
  <inkml:trace contextRef="#ctx0" brushRef="#br0" timeOffset="156199.11">17644 13652 2292 0,'0'0'1550'0,"0"0"-1223"0,0 0-128 16,0 0 113-16,0 0-63 0,0 0-106 0,76 0-57 16,-65 0-80-16,1 0-6 0,-2-3-125 15,3 0-56-15,-3 2-102 0,-4 0-151 16,1 1-657-16,-7 0-902 0</inkml:trace>
  <inkml:trace contextRef="#ctx0" brushRef="#br0" timeOffset="156346.888">17691 13872 3138 0,'0'0'711'0,"0"0"-579"16,0 0-66-16,0 0 104 0,0 0 131 0,0 0-21 15,0 0-78-15,0 0-92 0,0 0-64 16,82 37-19-16,-57-37-27 0,5-7-104 16,2-4-80-16,2-2-56 0,2 0-128 0,-10 3-383 15,6-4-1156-15</inkml:trace>
  <inkml:trace contextRef="#ctx0" brushRef="#br0" timeOffset="162702.387">18856 13652 764 0,'0'0'0'0,"0"0"0"16,0 0 681-16,0 0-151 0,0 0-109 16,0 0-92-16,0 0 12 0,0 0-31 15,0 0-41-15,12-65-64 0,-12 53-38 16,0 1-10-16,0-1-29 0,-3 1-35 15,0 3 18-15,-2-1 19 0,-1 1-32 16,0 2-30-16,-4 1-16 0,0 0-21 16,-3-1-16-16,-4 2-15 0,1 3-9 0,0 1 6 15,-1 0 1-15,-2 5-10 16,3 6 8-16,-2 4 3 0,-1 6-2 16,3 9 3-16,0 4 25 0,3 6 15 15,3 2-10-15,2-1 4 0,3 1 24 0,2-6-15 16,3-3-4-16,0-8-17 0,0-7-10 15,3-6-12-15,3-4-16 0,4-2-9 0,0-4 10 16,3-2 15-16,4 0 24 0,3-11-24 16,2 1-39-16,1-9-47 0,-1-2-12 15,-2-1 3-15,0-3 19 0,-1 1 8 16,-4 1 19-16,-1 5-16 0,-3 4 6 16,-3 5 16-16,1 3 21 0,-3 3-5 15,-1 3 27-15,1 2 50 0,-1 6 2 16,1 3 35-16,1 4-35 0,-1 3 1 15,-2 1-1-15,1 0-3 0,-1 2 0 16,1-5-15-16,0-2-22 0,-1-4-12 16,1 0-27-16,-1-4-16 0,3-1 3 15,-1-2-6-15,5-2-93 0,1-1-31 16,5 0-57-16,2-5-146 0,1-3-339 0,-1 0-808 16</inkml:trace>
  <inkml:trace contextRef="#ctx0" brushRef="#br0" timeOffset="163213.744">19965 13276 1683 0,'0'0'1728'0,"0"0"-1380"0,0 0-216 16,0 0-72-16,0 0 40 16,-13 78 126-16,6-51 96 0,-1 1-125 0,0 2-120 15,1 1-38-15,0-1-5 0,-2 2 0 16,4-2-19-16,-3-1 0 0,2 1-12 15,2-7-3-15,0-3-10 0,1-8 8 16,3-5-32-16,0-1 7 0,0-5-10 16,3-1-6-16,5 0 22 0,3 0 2 15,3 0-2-15,0 0-19 0,3 0-9 16,2 0 18-16,-1 0 13 0,-1 0-1 16,0 1-6-16,-1 5 25 0,1 1 0 15,-3 1 16-15,-2-1-14 0,-1 2 19 0,-1-1-2 16,-2 0-18-16,-1 0 33 0,-4-2 0 15,0 0 2-15,0 0-5 0,-3-1 24 16,0 2 4-16,-1 0 17 0,-7 1-18 16,-3 3-3-16,-5-1-21 0,-3-1-7 0,-4-2-24 15,-3-1-3-15,0 0-76 0,-5-1-56 16,-1-3-30-16,-3 0-50 16,-4-1-117-16,10 1-353 0,-25-2-1112 0</inkml:trace>
  <inkml:trace contextRef="#ctx0" brushRef="#br0" timeOffset="164878.988">13717 15631 2447 0,'0'0'480'0,"0"0"-112"0,0 0 82 16,0 0-16-16,0 0-55 0,106 3-81 16,-70-3-71-16,3-4-87 0,4-2-46 15,-1-2-39-15,-3 0-34 0,1 0-21 16,-7-1-10-16,-2 1-11 0,-8 2-34 16,-3 0-79-16,-4 1-43 0,-9 5-44 0,-6 0-84 15,-1 6-251-15,-3 3-554 0,-18 12-1001 0</inkml:trace>
  <inkml:trace contextRef="#ctx0" brushRef="#br0" timeOffset="165007.378">13836 15860 1527 0,'0'0'43'0,"0"0"887"16,0 0-517-16,0 0 12 0,0 0 51 16,105 4-124-16,-72-4-70 0,5-4-59 15,-1-4-76-15,5-3-67 0,-5-5-55 16,1-3-25-16,-2-3-71 0,-3-4-58 15,-1-2-59-15,-2-1-107 0,-10 5-283 16,0-6-1014-16</inkml:trace>
  <inkml:trace contextRef="#ctx0" brushRef="#br0" timeOffset="165268.18">14157 15398 1808 0,'0'0'188'0,"0"0"550"0,0 0-215 0,0 0-117 15,86-23 17-15,-55 23-149 0,5 0-64 16,2 2-44-16,2 5-27 0,2 2-60 16,-3 2-42-16,-5 1-37 0,-3 5-3 15,-6 1-13-15,-7 5 16 0,-5 5 16 16,-9 4-15-16,-4 6-1 0,-3 4-46 16,-10 3 3-16,-6 2 0 0,-2-2 19 15,-3-3 22-15,-2-5-26 0,-1-3-12 16,0-7-28-16,1-3-9 0,2-4-55 15,1-3-61-15,4-3-123 0,0-6-214 16,7-1-697-16,1-7-904 0</inkml:trace>
  <inkml:trace contextRef="#ctx0" brushRef="#br0" timeOffset="165702.758">15457 15387 1626 0,'0'0'166'16,"0"0"932"-16,0 0-733 0,0 0-148 0,0 0 14 15,0 0 99-15,0 0-45 0,6 100-37 16,-6-51-79-16,0 8-64 0,-1 6-35 15,-4 8-18-15,1 4-9 0,-3 2 18 16,-2 0 19-16,3-6 11 0,-1-6-61 16,1-12-30-16,3-12-91 0,3-12 0 15,-2-11-32-15,2-8-2 0,0-10-26 16,2 0-105-16,4-16-134 0,3-9-108 16,0-8-606-16,-1 5-493 0</inkml:trace>
  <inkml:trace contextRef="#ctx0" brushRef="#br0" timeOffset="165968.781">15502 15540 362 0,'0'0'1595'16,"0"0"-841"-16,0 0-244 0,0 0-175 0,0 0 34 15,0 0-74-15,0 0-97 16,0 0 40-16,0 0-53 0,84 47-72 0,-61-13-39 16,2 6-16-16,0 3-25 0,3 2 1 15,0 2-13-15,-2-1-20 0,0-2-1 16,-1-4-1-16,-5-7-1 0,0-5 0 15,-4-7 1-15,-3-6-14 0,-4-7 14 16,-1-5-11-16,-4-3 12 0,1-3 14 16,-1-11 31-16,3-7 38 0,1-10-80 15,2-10-3-15,0-4-46 0,0-7-9 16,1-1-30-16,2-1-31 0,0 2-44 0,2 7-43 16,0 3-47-16,1 9-132 0,3 6-278 15,-7 8-534-15,8 0-595 0</inkml:trace>
  <inkml:trace contextRef="#ctx0" brushRef="#br0" timeOffset="166234.219">16414 15673 2267 0,'0'0'1258'16,"0"0"-917"-16,0 0-197 0,0 0 4 15,0 0 79-15,0 0-13 0,-88-12-30 0,68 19-12 16,1 6-74-16,2 5-55 0,1 8 12 16,2 5 6-16,2 11 18 0,4 2-9 15,1 5 21-15,5 0 30 0,2 0-27 16,0-4-39-16,3-4-41 0,7-4-14 16,0-7-28-16,6-7-35 0,-2-7-70 15,8-9-22-15,2-7-31 0,5-11-31 16,0-12-192-16,-3 2-688 0,7-20-1146 0</inkml:trace>
  <inkml:trace contextRef="#ctx0" brushRef="#br0" timeOffset="166740.212">17078 15696 909 0,'0'0'2653'0,"0"0"-2243"16,0 0-253-16,0 0 39 0,0 0 151 16,38 67-1-16,-28-44-96 0,6-3-116 15,0 3-76-15,3 0-34 0,0 1-12 0,-1-1-12 16,-5 2-12-16,-3 3-9 0,-9 0-101 16,-1 3-48-16,-8 0-1 0,-8 0-19 15,-4 0-22-15,-6-4-11 0,0 1-54 16,-4-6-98-16,1-3-203 0,6-7-551 15,-6-7-887-15</inkml:trace>
  <inkml:trace contextRef="#ctx0" brushRef="#br0" timeOffset="166905.235">17668 15827 2047 0,'0'0'2267'0,"0"0"-1917"0,0 0-154 16,0 0 134-16,81 0-153 0,-68 0-65 15,-2 0-30-15,2 0-82 0,2 0-18 16,-2 0-119-16,-2 0-85 0,-7 0-102 0,-1 0-359 16,-6 2-1106-16</inkml:trace>
  <inkml:trace contextRef="#ctx0" brushRef="#br0" timeOffset="167042.1">17592 16111 2096 0,'0'0'1874'0,"0"0"-1608"0,0 0-216 0,0 0 49 0,0 0 22 15,98 9 15-15,-71-19 98 0,3-6-121 16,-1-1-113-16,-1-4-116 0,-3 2-115 16,-3 0-172-16,-7 5-621 0,6-1-908 0</inkml:trace>
  <inkml:trace contextRef="#ctx0" brushRef="#br0" timeOffset="167482.629">18455 15624 1494 0,'0'0'601'0,"0"0"126"0,0 0-291 15,0 0-58-15,-12 91 21 0,9-58-52 16,-2 6-53-16,-2 3-101 0,-1 5-73 16,0 3-35-16,-4 3-14 0,-1-1-23 15,2-2 1-15,-1-2-37 0,2-6-12 16,1-8-45-16,2-8-35 0,2-7-5 16,2-7 8-16,3-10-5 0,0-2-35 0,0-9-65 15,4-10-78-15,9-9-165 16,-6 3-333-16,9-22-755 0</inkml:trace>
  <inkml:trace contextRef="#ctx0" brushRef="#br0" timeOffset="167724.039">18514 15709 1038 0,'0'0'998'0,"0"0"258"0,0 0-932 0,0 0-122 0,0 0 119 0,0 0-32 16,0 0 32-16,0 0-79 0,64 89-71 15,-49-51-43-15,1 5-19 0,1 1-3 16,-3 2-27-16,1 0-27 0,0-5-13 15,-1-5-39-15,-1-10-13 0,1-8-9 0,2-9 22 16,3-8 33-16,1-4 3 0,2-11 1 16,1-11 2-16,-3-11-36 0,2-5-3 15,-4-6-39-15,0-3-25 16,-1 1-12-16,-4 1 4 0,0 2-31 16,-4 5-43-16,-1 3-52 0,-2 7-41 0,1 4-103 15,-3 8-282-15,-2 0-867 0</inkml:trace>
  <inkml:trace contextRef="#ctx0" brushRef="#br0" timeOffset="168261.581">19642 15812 1887 0,'0'0'551'0,"0"0"-161"16,0 0-72-16,0 0 55 0,0 0-48 15,0 0-48-15,0 0-78 0,0 0-87 0,0 0-25 16,0 0-4-16,-85 13 37 16,72 4 43-16,-1 6-47 0,1 5-21 0,0 5-19 15,2 3-15-15,3 3-12 16,4-1-13-16,1 0-36 0,3-2 0 0,3-1-18 0,4-2-6 16,3-6-74-16,5-6 1 0,-1-5-62 15,5-7-44-15,0-7-41 16,4-2-91-16,3-10-220 0,1-9-563 0,-7 2-505 15</inkml:trace>
  <inkml:trace contextRef="#ctx0" brushRef="#br0" timeOffset="168579.092">19940 15909 1831 0,'0'0'1281'0,"0"0"-728"0,0 0-207 0,0 0-70 16,0 0 92-16,0 0-116 15,0 0-26-15,0 0 0 0,-65 72-65 0,50-41-43 16,2 1 6-16,3 1 21 0,3-6-88 15,5-6-51-15,1-3-6 0,1-6-27 16,0-6-12-16,6-3-12 0,2-3-37 0,4 0 49 16,1-9 8-16,2-3-14 15,-1-4 5-15,0-5-5 0,0 2 9 0,0-2-1 16,-2 3 22-16,-1 1-3 0,-3 3-9 16,-1 3-1-16,-1 4 25 15,-2 4-18-15,-1 0-25 0,0 3-5 0,2 0 51 16,1 0 3-16,3 5 15 0,0 2 25 15,3 4 5-15,0 2 22 0,2 2-37 16,-2 0-2-16,-1 1-7 0,-3 1-12 16,4 0-12-16,-4-2-21 0,1-2-37 15,-2-1-85-15,2-2-30 0,-3-7-19 16,2-3-94-16,0 0-100 0,3-8-163 0,-4-1-478 16,2-11-563-16</inkml:trace>
  <inkml:trace contextRef="#ctx0" brushRef="#br0" timeOffset="168845.547">20436 15799 703 0,'0'0'2181'0,"0"0"-1832"0,0 0-177 16,0 0 41-16,0 0 71 0,75 31-58 15,-57-15 5-15,-1 3-86 0,0 2-74 16,-1 2-25-16,1 3 16 0,-3 0-7 15,-3 2-18-15,-7 3-21 0,-2-2-4 16,-2 3-9-16,-5-1-3 0,-5 0-29 16,-3-1-4-16,-2-1-14 0,0-4-20 0,-1-3-26 15,0-4-31-15,-1-5-18 0,1-3-33 16,-4-3-58-16,3-5-115 0,-3-2-271 16,2 0-680-16,-5-3-259 0</inkml:trace>
  <inkml:trace contextRef="#ctx0" brushRef="#br0" timeOffset="173439.695">16544 15879 1380 0,'0'0'1825'0,"0"0"-1440"0,0 0-126 16,0 0 3-16,0 0-85 0,0 0-74 16,0 0-10-16,0 0 8 0,0 0 7 0,0 0 52 15,78-2-56-15,-52 11-46 0,-2 1-36 16,-1 2 14-16,-3 1-34 0,-4-1 11 15,-3 3-10-15,-4-1 18 0,-5 3-6 16,-1-3-15-16,-3 4 2 0,0-2 0 0,-3 1-2 16,-5 1-9-16,-4 1-43 0,-2 2-3 15,-1 2 16-15,-5 1 5 16,0 4 0-16,1-1 19 0,-2 0 12 0,0-3 2 16,5 0 1-16,2-6 12 0,4-6 0 15,3-3-12-15,4-4 0 0,3-1-24 16,0-2-13-16,4-2 6 0,8 0 29 15,3 0 2-15,6 0 16 0,2-3 5 16,1 0 25-16,2 1-46 0,0 1-16 16,-3 1 14-16,3 0-10 0,-3 0-10 15,2 0-30-15,-2 0-96 0,1-2-87 0,2-4-123 16,-6-1-293-16,6-8-981 0</inkml:trace>
  <inkml:trace contextRef="#ctx0" brushRef="#br0" timeOffset="174311.898">21190 15696 1330 0,'0'0'1159'0,"0"0"-513"15,0 0-187-15,0 0-131 0,0 0-33 16,0 0-66-16,0 0-37 0,-42 74-17 16,30-34-28-16,0 8-37 0,0 8-18 0,1 7-19 15,-1 3-18-15,2 4-16 0,-1 3-20 0,1-3-19 16,1-2-1-1,2-5-24-15,3-10-5 0,2-12-28 0,2-10-55 0,0-14-18 16,6-10 15-16,0-7-20 0,2-5-27 16,4-12-78-16,3-13-91 0,2-10-239 15,3-11-490-15,-4 10-220 0,7-26 469 0</inkml:trace>
  <inkml:trace contextRef="#ctx0" brushRef="#br0" timeOffset="174550.905">21223 16002 117 0,'0'0'584'15,"0"0"107"-15,3-69 46 0,-3 54-113 16,2 2-104-16,1 6-76 0,2 2-123 15,0 3-77-15,2 2-77 0,0 4-61 16,6 9-14-16,0 6 7 0,3 8-50 0,1 6 6 16,0 7-9-16,-2 4-6 15,-1 2-14-15,-2-2-25 0,0-1-2 0,-1-5-5 16,-2-9 3-16,-1-10 0 0,2-9-15 16,-3-6 15-16,2-4 3 0,1-11 42 15,2-9 38-15,2-11-25 0,2-9-22 16,1-4-16-16,1-5-15 0,-1-2-4 15,2 2-10-15,-1 2 9 0,-2 6-46 0,-2 3-40 16,-2 7-70-16,1 3-19 0,0 8-29 16,-1 3-64-16,0 4-84 0,2 4-212 15,-4 4-233-15,5 1-579 0</inkml:trace>
  <inkml:trace contextRef="#ctx0" brushRef="#br0" timeOffset="174811.52">22076 15696 1618 0,'0'0'1209'16,"0"0"-792"-16,0 0-248 0,0 0 27 0,0 0 101 15,-59 70-77-15,48-30-21 0,-1 6-28 16,4 4-54-16,0 3 3 0,5-2-15 15,3-1-23-15,0-7-33 0,0-5-49 16,6-7-9-16,3-6-27 0,4-6-10 16,1-9-31-16,3-9-43 0,1-3 9 15,4-19-22-15,5-11-128 0,-1-9-258 16,-4 6-706-16,6-27-1091 0</inkml:trace>
  <inkml:trace contextRef="#ctx0" brushRef="#br0" timeOffset="175150.455">22424 15454 995 0,'0'0'2659'0,"0"0"-2249"16,0 0-173-16,0 0 13 0,1 80-9 15,-6-40-12-15,-3 4-36 0,-2 3-75 0,2-4-20 16,0 1-50-16,1-5-47 0,0-1-1 16,4-3-33-16,0-6 11 0,2-5-53 15,-1-6-26-15,2-6 10 0,0-7 45 16,0-3 12-16,3-2 13 0,6 0 21 15,-1-2 18-15,4-1-18 0,2 3 0 16,-1 0-36-16,2 5 36 0,-1 3 18 0,3 3 3 16,-3 0-21-16,-3 1-2 0,2-2 2 15,-4 1 22-15,-1-1-7 16,-1 0 3-16,-4 2 1 0,2 2 11 0,-4 3-28 16,1 1 26-16,-2-3-25 0,-3 1 12 15,-9 0-13-15,-1-1-2 0,-5 2-31 16,-3-2-30-16,-2-2 0 0,0-1-21 15,-3-6 8-15,2-5-2 0,-1-1-32 16,-1-10-33-16,3-6-138 0,-1-10-156 0,8 3-314 16,-6-27-1010-16</inkml:trace>
  <inkml:trace contextRef="#ctx0" brushRef="#br0" timeOffset="175368.056">22763 15647 2060 0,'0'0'763'0,"0"0"-484"0,0 0-100 16,0 0 31-16,87 65 87 0,-67-43-16 16,-5 2-103-16,-1 5-1 0,-6-1-63 15,-6 5-77-15,-2 0-25 0,-14 4 10 16,-5 3-22-16,-7 0-64 0,-5-1-32 16,-4 1-9-16,-2-2-75 0,-8 1-84 15,2-3-134-15,8-8-296 0,-23 8-702 0</inkml:trace>
  <inkml:trace contextRef="#ctx0" brushRef="#br0" timeOffset="176372.775">18859 16549 627 0,'0'0'91'16,"0"0"-29"-16,0 0 1214 0,0 0-846 16,0 0-59-16,0 0-34 0,0 0-101 15,0 0-81-15,0 0-3 0,0 0-32 0,0 0-64 16,18-4-24-16,-13 5 15 0,5 2-22 16,4-1 32-16,4 1-32 0,3-1 3 15,5-2-25-15,3 0 22 0,4 0-25 16,4 0 0-16,5 0 0 0,4 0-1 15,5 0-18-15,2 0 17 0,6 0 1 0,3 0-19 16,4 0-2-16,3 0-42 0,1 0-36 16,2 0 27-16,1 0-37 0,-1 2 6 15,-5 1 34-15,-2-2 32 0,-5 4-22 16,-4-1-10-16,-5-2 70 0,-4 2-13 16,-4-1 6-16,-1-2 5 0,-3 2-69 15,-2-3-44-15,-1 1-29 0,-5-1-84 16,-1 0-37-16,-3 0 10 0,-5 0-53 0,-3 0-144 15,1-1-245-15</inkml:trace>
  <inkml:trace contextRef="#ctx0" brushRef="#br0" timeOffset="177112.958">21479 16786 622 0,'0'0'0'0,"0"0"-63"0,0 0 63 15,0 0 560-15,0 0-215 0,0 0 10 0,0 0 8 16,0 0-62-16,0 0-17 0,0 0 12 15,-55-38-15-15,46 36-46 0,3 0-11 0,1 1 12 16,0 0-57-16,2 0-46 0,2 1-40 16,-1 0-9-16,2 0-22 0,0 0-25 15,0 0-15-15,0 0-22 0,2 0-49 16,7 0 40-16,5 0 9 0,8 1 46 16,6 3 15-16,9-2 19 0,8 1-21 15,5-2-26-15,4-1-2 0,7 0-9 16,2-4-12-16,2-7-8 0,6-1-2 15,-4-2 24-15,6-3-21 0,-3-1 0 16,5 1-3-16,-4 2-2 0,-1 0-1 16,-1 1-7-16,-8 3 10 0,-8 0 1 15,-5 3-1-15,-12 4-10 0,-10 3-2 0,-9 1-10 16,-8 0 10-16,-6 1-9 0,-3 10 21 16,-8 1 0-16,-9 3-4 0,-4 6-103 15,-7 1-47-15,1 1-3 0,-2-2-51 16,0 0-103-16,8-6-290 0,-11-1-923 15</inkml:trace>
  <inkml:trace contextRef="#ctx0" brushRef="#br0" timeOffset="183666.756">24896 15199 828 0,'0'0'1412'0,"0"0"-1112"15,0 0 10-15,-11 89-2 0,6-46 7 16,-3 5-65-16,-2 5-83 0,-1 2-23 0,1 6-52 16,-5-1-30-16,-1 2-12 0,1-3-47 15,1-1-3-15,0-7-11 16,6-8-54-16,0-10-55 0,5-11-2 0,-1-9 8 15,4-8-28-15,0-5-32 0,0-12-61 16,0-11-69-16,9-8-138 0,-1-11-95 16,0 7-104-16,4-28-66 0</inkml:trace>
  <inkml:trace contextRef="#ctx0" brushRef="#br0" timeOffset="183930.263">24812 15273 362 0,'0'0'264'0,"0"0"-163"15,0 0 1266-15,6-66-1060 0,-2 55-13 16,2 5-65-16,3 4-63 0,5 2-19 0,0 8 10 15,6 11 58-15,0 9-69 0,1 9-58 16,0 6 19-16,-2 7 32 0,-3 4-11 0,-2 2-60 16,-2 1-3-16,-3-2-31 0,0-1 0 15,-3-5-3-15,0-6-6 0,-1-7-23 16,-1-12-1-16,0-9 33 16,0-8-3-16,1-6-9 0,2-2 21 0,2-13 40 15,5-12 3-15,2-11-9 0,4-11-52 16,1-9-25-16,1-4-31 0,1-4 30 15,-3 1-11-15,1 2-38 0,0 4-45 16,-1 8-28-16,2 9 12 0,-2 9-51 16,0 10-34-16,-2 8-50 0,0 5-63 15,-1 8-102-15,3 1-100 0,-9 4-227 16,9 10-501-16</inkml:trace>
  <inkml:trace contextRef="#ctx0" brushRef="#br0" timeOffset="184179.286">25718 15460 2013 0,'0'0'1330'0,"0"0"-1165"16,0 0-29-16,0 0 53 0,0 0 51 15,0 0-37-15,0 0-64 0,0 0-49 16,-85-17-37-16,72 22 104 0,-4 5-43 16,0 5-93-16,0 3 4 0,0 10 20 15,2 7 20-15,2 6 11 0,1 7-6 16,4 3 46-16,2 1-61 0,4 0-28 15,2-7-27-15,0-5-24 0,11-8-19 16,4-9-91-16,4-9 43 0,9-12-4 0,5-9-6 16,8-17-74-16,6-12-138 15,4-8-367-15,-13 7-731 0,14-18-784 0</inkml:trace>
  <inkml:trace contextRef="#ctx0" brushRef="#br0" timeOffset="184480.263">26161 15479 173 0,'0'0'3057'15,"0"0"-2581"-15,0 0-233 0,0 0 95 0,-88 83-99 16,57-49-11-16,0 1 14 0,2 4-13 16,5-5-44-16,6-4-75 0,10-6-110 15,5-5-6-15,3-9-55 0,3-3-24 16,8-7 36-16,4-1 28 0,5-13 19 16,3-9-22-16,4-6-22 0,4-4-36 15,-3-3-19-15,-2 2-9 0,-3 5 2 16,-4 5 35-16,-3 7 36 0,-5 6 0 15,-3 8-9-15,-3 3-10 0,0 0 56 16,-2 6 37-16,-2 7 102 0,0 4-16 0,-1 2-44 16,0 2-36-16,0 0 0 15,0-2 0-15,0 2-4 0,0-5-27 0,0-3-12 16,0-1-11-16,0 0-22 0,2-3-47 16,-2-1-45-16,0 0-7 0,0-3-4 15,0 0-58-15,0 0-212 0,0-1-385 16,0-1-670-16</inkml:trace>
  <inkml:trace contextRef="#ctx0" brushRef="#br0" timeOffset="184690.992">26527 15265 714 0,'0'0'1704'0,"0"0"-1549"0,0 0 25 15,0 0 129-15,0 0-22 0,0 0-46 16,73 74-32-16,-64-51-33 0,-2 0-16 15,2 3-22-15,-6 0-45 0,-2 0-19 0,-1 4-27 16,-1 1-47-16,-6 3-3 0,-1 1-75 16,0 2-24-16,-5-1 89 0,0-4-171 15,-4-5-187-15,1-3-121 0,4-8-305 16,-8 0-861-16</inkml:trace>
  <inkml:trace contextRef="#ctx0" brushRef="#br0" timeOffset="184835.565">26757 15523 1471 0,'0'0'536'0,"0"0"276"16,0 0-472-16,85-25-143 0,-61 21 38 15,-1 1-51-15,0 3-58 0,-2-1-120 16,0 1-6-16,-4 0-66 0,-3 0-256 0,-3 0-227 16,-5 0-610-16</inkml:trace>
  <inkml:trace contextRef="#ctx0" brushRef="#br0" timeOffset="184986.895">26773 15723 909 0,'0'0'2591'0,"0"0"-2225"0,0 0-316 0,0 0-50 0,0 0 123 16,0 0 12-16,0 0 61 0,85 10-47 16,-56-20-122-16,4-5-27 0,3 1-139 15,1-1-78-15,3 1-41 0,-1 3 91 16,-2 0 101-16,-9 4-439 0,-3 0-1382 15</inkml:trace>
  <inkml:trace contextRef="#ctx0" brushRef="#br0" timeOffset="185347.294">27578 15223 2546 0,'0'0'1259'0,"0"0"-1058"15,0 0-173-15,0 0 49 0,0 0 85 16,-34 70 123-16,15-26-36 0,-2 10-99 16,-2 4-70-16,3 2-34 0,-5 0-1 15,2 0-26-15,2-3-19 0,0-3-34 16,1-5-21-16,4-9-55 0,2-10-31 16,4-10 6-16,5-9-4 15,2-10-31-15,3-2-117 0,0-15-259 0,3 1-648 16,5-28-810-16</inkml:trace>
  <inkml:trace contextRef="#ctx0" brushRef="#br0" timeOffset="185612.179">27542 15298 2134 0,'0'0'1590'0,"0"0"-1215"0,0 0-347 16,0 0 28-16,0 0 115 0,0 0 114 16,53 68-33-16,-42-36-127 0,1 6-76 15,-1 0-3-15,2 3 0 0,-3 1-22 16,4 0-22-16,-3 0 16 0,-2-4 3 15,-2-8-21-15,-3-5-3 0,2-8 2 16,-3-8-8-16,-2-4 9 0,0-4 12 16,2-1 46-16,0-4-13 0,0-7-5 15,7-10 5-15,3-8-5 0,3-7-19 16,3-8-21-16,2-4-42 0,1-2-31 16,0 0-31-16,-1-2-27 0,1 4-61 15,-2 2-51-15,-1 6-22 0,-5 7-170 0,-5 10-244 16,-3-1-664-16</inkml:trace>
  <inkml:trace contextRef="#ctx0" brushRef="#br0" timeOffset="185860.99">28119 15127 1357 0,'0'0'2268'16,"0"0"-1928"-16,0 0-229 0,-36 64 33 15,19-31 85-15,0 5 86 0,1 5-61 16,1 3-58-16,4 1-56 0,2 3-25 16,1 0 40-16,0 4-37 0,4-4-71 15,3-4-47-15,1-5-15 0,1-7-30 16,11-9 5-16,-1-7-17 0,6-7-7 16,2-8 7-16,6-3 8 0,4-12-51 0,1-8-49 15,2-8-62-15,-2-7-157 0,-1-3-286 16,-6 5-590-16,2-19-624 0</inkml:trace>
  <inkml:trace contextRef="#ctx0" brushRef="#br0" timeOffset="186183.831">28413 14971 2070 0,'0'0'1647'0,"0"0"-1433"0,0 0-107 16,-11 69 128-16,-1-29 142 0,-1 7-9 15,0 1-111-15,0 4-115 0,0-3-54 16,3-2-36-16,1-4-52 0,3-3-15 15,0-6-58-15,4-4-9 0,2-6 0 16,0-6-3-16,0-6-1 0,0-6 4 16,0-3 15-16,8-3 48 0,1 0 19 15,2-4 31-15,0-1-13 0,3 2-17 16,0 0-1-16,-2 3-17 0,-3 0 17 0,1 0 18 16,-1 5 7-16,-1 2-7 0,0 3 10 15,1-2-1-15,-3 4-6 0,2-1 16 16,-1 0-7-16,-3 0 38 0,-1 0-44 15,-3-3-22-15,0 3-2 0,-7-3-3 0,-8 7-37 16,-3-5-54-16,-4 2-4 0,0-1-15 16,-2-4-22-16,1-4-62 0,3-3-162 15,4-5-187-15,6-5-427 0,-3-21-271 16</inkml:trace>
  <inkml:trace contextRef="#ctx0" brushRef="#br0" timeOffset="186411.031">28712 15216 1565 0,'0'0'1094'16,"0"0"-574"-16,0 0-294 0,0 0 34 15,72 67 83-15,-56-45-45 0,1 2 2 16,2-1-100-16,-1 2-108 0,-2 0-61 16,-4 0-1-16,-7 4-20 0,-2-1-10 15,-3 3-21-15,-8 2-83 0,-9 2-31 0,-5 0-29 16,-6-3-46-16,-1-3-87 0,-1-4-75 15,1-8-130-15,1-5-173 0,3-8-446 16,9-4-247-16</inkml:trace>
  <inkml:trace contextRef="#ctx0" brushRef="#br0" timeOffset="186546.165">29052 15477 658 0,'0'0'3100'0,"0"0"-2688"16,0 0-64-16,0 0 70 0,83-3-201 15,-63 1-95-15,2-2-7 0,3 2-75 16,1-2-40-16,-1 0-31 0,0-2-136 16,-5 2-105-16,-1-1-115 0,-9 2-308 15,-5 3-872-15,-11 1-673 0</inkml:trace>
  <inkml:trace contextRef="#ctx0" brushRef="#br0" timeOffset="186676.721">28949 15708 775 0,'0'0'2572'15,"0"0"-2169"-15,0 0-180 0,0 0 183 0,0 0-106 16,0 0-24-16,93 26-108 0,-59-29-107 16,2-5-61-16,1-6-30 0,-2 2-212 15,-2-2-117-15,-9 4-249 0,5-5-1070 0</inkml:trace>
  <inkml:trace contextRef="#ctx0" brushRef="#br0" timeOffset="187412.294">29973 15274 1691 0,'0'0'1927'0,"0"0"-1725"0,0 0-136 15,80 24-22-15,-55-14 62 0,-3 0 27 16,-2-1-2-16,-3 1-72 0,0 2-35 16,0 2-24-16,-5 2 0 0,-5 3-15 15,-4 4-22-15,-3 5-7 0,-14 6 1 0,-8 4 29 16,-7 3 14-16,-4 6 34 16,-4-2 25-16,1 0 53 0,2-4 61 0,6-6 107 15,8-8-100-15,9-7-55 0,8-6-103 16,3-5-22-16,12-4-36 0,11-1 36 15,10-4 3-15,12 0 17 0,8-11-20 16,9-2-82-16,0-1-77 0,-3 3-74 16,-3 4-156-16,-17 2-719 0,1 5-1264 0</inkml:trace>
  <inkml:trace contextRef="#ctx0" brushRef="#br0" timeOffset="188182.179">25708 13645 2395 0,'0'0'435'16,"0"0"-280"-16,0 0 30 0,0 0 10 0,-10 98 62 15,5-44-27-15,-4 10-70 0,-1 8-61 16,-2 3 47-16,-4 6-50 0,1-1-31 15,-4-1-12-15,1-1-44 0,2-10-9 16,1-10-43-16,4-13-25 0,2-15 24 16,4-14-8-16,4-7-67 0,1-9-85 15,0-9-80-15,6-10-74 0,6-12-268 16,-3 3-467-16,11-29-257 0</inkml:trace>
  <inkml:trace contextRef="#ctx0" brushRef="#br0" timeOffset="188446.093">25744 13869 532 0,'0'0'2074'0,"0"0"-1707"0,0 0-188 16,0 0-19-16,0 0-39 0,0 0-4 16,0 0 60-16,0 0 19 0,85 49-14 0,-67-7-51 15,0 5 3-15,-2 3-63 0,1 1-21 16,-3-1-10-16,0-6-40 16,-1-5-1-16,0-11-1 0,1-8 2 0,-2-7 32 15,-1-8-17-15,-1-4 1 0,2-1 24 16,-3-9 46-16,2-7 37 0,3-7-28 15,0-7-46-15,3-6-25 0,0-3-12 16,2-4-12-16,1-1-27 0,0 0-34 16,0 1 9-16,-1-1-111 0,-2 3-22 15,0 3-19-15,0 0-52 0,0 5-103 16,-1 4-114-16,2 2-199 0,-5 10-460 0</inkml:trace>
  <inkml:trace contextRef="#ctx0" brushRef="#br0" timeOffset="188645.722">26550 13697 1732 0,'0'0'1245'16,"0"0"-823"-16,0 0-175 0,0 0 15 0,0 0 33 15,0 0-40-15,0 0-11 0,-84 67-85 16,65-37-52-16,-3 9-27 0,-1 6 8 16,5 1 37-16,2 2-27 0,8-2-44 15,3-2-48-15,5 0-6 0,2-4-15 16,8-7-33-16,6-6-89 0,3-11-3 15,6-9 23-15,7-7 10 0,6-5-19 16,3-10-133-16,4-5-269 0,-10 1-690 16,11-11-904-16</inkml:trace>
  <inkml:trace contextRef="#ctx0" brushRef="#br0" timeOffset="188960.5">26838 13960 2899 0,'0'0'1060'0,"0"0"-902"16,0 0-15-16,0 0 77 0,-92 54 64 15,67-27 28-15,2 0-7 0,5 2-108 16,8-6-85-16,7-4-70 0,3-5-42 0,1-5-46 16,9-2 19-16,7-6 5 0,2-1 20 15,7-6-14-15,3-9-69 0,1-6-37 16,3-1-27-16,-2-4-37 0,0 0-12 16,-5-1 7-16,-3 2 56 0,-5 6 36 15,-5 1 83-15,-5 5 16 0,-5 5 25 16,-3 1 31-16,0 4 42 0,0 3 93 0,-4 0-25 15,-1 5-59-15,-2 6-68 0,0 7 4 16,-1 4 48-16,-1 2 28 0,1 2-13 16,4-2-30-16,2-3-9 0,2-2-67 15,0-4-31-15,2-4-47 0,5-4-77 0,4-4 21 16,0-3 9-16,6-1 15 0,3-10-77 16,-1-3-208-16,-1 1-577 15,4-14-697-15</inkml:trace>
  <inkml:trace contextRef="#ctx0" brushRef="#br0" timeOffset="189161.822">27312 13744 2418 0,'0'0'727'16,"0"0"-536"-16,0 0 73 0,0 0 61 16,0 0-74-16,0 0 57 0,69 65-93 15,-54-41-104-15,-2 1-28 0,-3 3-30 0,-2 0-53 16,-5 4-1-16,-3 3-51 0,-7 2-71 15,-6 3-21-15,-5-1-14 0,-3 3 6 16,-5-4-60-16,1-4-115 0,-3-4-197 16,2-6-179-16,7-8-460 0,-4-8-224 0</inkml:trace>
  <inkml:trace contextRef="#ctx0" brushRef="#br0" timeOffset="189339.744">27737 13952 2395 0,'0'0'1503'0,"0"0"-1305"0,0 0-2 16,81-19 9-16,-58 13-82 0,2 0-55 0,-2 0-68 15,1 0-46-15,2 0-152 16,-1 2-94-16,-5 4-66 0,-6 0-434 0,-14 3-1270 0</inkml:trace>
  <inkml:trace contextRef="#ctx0" brushRef="#br0" timeOffset="189458.286">27756 14177 1914 0,'0'0'1470'0,"0"0"-1159"0,0 0-207 0,0 0 138 15,87-13 39-15,-56-3-95 0,5-4-96 0,5 0-90 16,-2-5-67-16,3 0-94 0,-1 0-97 16,1-1-171-16,-10 5-361 0,10-12-737 0</inkml:trace>
  <inkml:trace contextRef="#ctx0" brushRef="#br0" timeOffset="189663.46">28589 13574 3313 0,'0'0'1029'16,"0"0"-874"-16,0 0-109 0,0 0 87 15,-22 76 60-15,10-40 46 0,1 2-126 16,3 4-107-16,-1 6-6 0,3 2-21 0,1 4-47 15,-3 4-26-15,-1 2-81 16,0 1-52-16,1 0-157 0,1-3-314 16,0-14-602-16,3 5-473 0</inkml:trace>
  <inkml:trace contextRef="#ctx0" brushRef="#br0" timeOffset="191707.585">25387 16352 742 0,'0'0'0'0,"0"0"0"16,0 0 424-16,0 0 204 0,0 0-190 16,0 0-53-16,0 0 14 0,0 0-19 15,0 0-79-15,0 0-109 0,30-52-79 0,-30 52-52 16,2 4-5-16,-2 4 3 0,0 9 81 0,0 8 34 16,0 11-41-16,0 11-35 15,-8 7-46-15,1 3-21 0,-2 0 0 0,-2 0-16 16,2-2-6-16,1-9-9 15,-1-5-37-15,6-11-52 0,0-8-12 0,3-10-7 16,0-8-50-16,3-4-44 0,7-10-6 16,2-11-63-16,2-9-186 0,4-8-273 15,-3-8-448-15,-5 11-144 0</inkml:trace>
  <inkml:trace contextRef="#ctx0" brushRef="#br0" timeOffset="191872.453">25463 16418 280 0,'0'0'294'0,"0"0"-170"0,0 0 1232 16,0 0-994-16,0 0-135 0,0 0-147 15,0 0-19-15,0 0 158 0,0 0 27 0,0 0-48 16,26 84-68-16,-16-48-16 0,2 2 18 16,1-2 38-16,-2 1-29 0,4-3-63 15,-4-4-46-15,1-4-32 0,-1-6 18 16,1-7-18-16,1-6 2 0,0-7 37 0,3-7 26 16,5-13-12-16,4-8 12 15,4-9-65-15,-1-4-87 0,4-1-68 0,0-3-46 16,0 5-38-16,-1 2-26 0,1 5-108 15,-8 11-318-15,8-3-787 0</inkml:trace>
  <inkml:trace contextRef="#ctx0" brushRef="#br0" timeOffset="192129.672">26287 16348 1094 0,'0'0'2062'0,"0"0"-1727"16,0 0-183-16,-59 95 66 0,45-57 90 15,3 5-44-15,-1 1-57 0,3 0-106 16,7 2-5-16,2-3-26 0,0-3-6 0,8-4-64 16,5-5 0-16,3-8-42 0,4-4-60 15,2-10-14-15,2-7 20 0,5-5-12 16,3-14-31-16,1-6-60 0,1-7-185 15,-10 5-392-15,6-17-860 0</inkml:trace>
  <inkml:trace contextRef="#ctx0" brushRef="#br0" timeOffset="192470.774">26701 16099 825 0,'0'0'563'0,"0"0"833"0,0 0-1081 16,0 0-88-16,-18 66 77 0,10-25-26 15,1 8-5-15,-2 4-77 0,2 2-81 16,2 0-16-16,-1-2-16 0,0-3-34 0,0-4-12 16,-1-4-37-16,4-7-1 0,0-6-54 15,3-10-4-15,0-9-3 0,0-6-6 16,0-4 7-16,9 0 48 16,-1-2 13-16,6-5 16 0,0 0-16 0,0 2-11 15,3 1-10-15,-3 3-26 0,1 1-2 0,-2 3 45 16,2 4 1-16,-7 4 3 0,0 1 44 15,-2 1 39-15,-4 2 7 16,0-1-19-16,-2-1-22 0,0-1 10 0,-4 1-10 16,-7-1-6-16,0-2-43 0,-4 1-9 15,1-4-28-15,-5 0-9 0,-1-2-22 16,0-1-15-16,-2-3 6 0,2-1-44 16,-2 0-31-16,2-1-40 0,0-8-69 15,1-5-205-15,7 2-502 0,-5-12-633 0</inkml:trace>
  <inkml:trace contextRef="#ctx0" brushRef="#br0" timeOffset="192971.332">26993 16448 1835 0,'0'0'1116'0,"0"0"-978"0,0 0-106 15,0 0 109-15,77 14 136 16,-47 3-53-16,1 5-60 0,-1 4-80 0,-1 2-55 16,-5 3-10-16,-5 0 10 0,-5 1-7 15,-6 2 2-15,-5 1 11 0,-3-1-7 0,-11 2 25 16,-9-1-53-16,-3-2-6 16,-3-4-35-16,-1-5-34 0,-1-4-98 0,0-7-98 15,3-8-158-15,7-3-300 16,-1-8-885-16</inkml:trace>
  <inkml:trace contextRef="#ctx0" brushRef="#br0" timeOffset="193142.701">27433 16637 1944 0,'0'0'1574'0,"0"0"-1312"0,0 0-89 0,81 5 25 0,-56-5-129 15,-2 0-69-15,0 0-3 0,-4 0-125 16,1 0-225-16,-7 0-142 0,-4 0-618 0</inkml:trace>
  <inkml:trace contextRef="#ctx0" brushRef="#br0" timeOffset="193258.249">27419 16905 1353 0,'0'0'1908'0,"0"0"-1666"0,0 0-179 0,0 0 105 15,0 0 46-15,104 11-38 0,-70-22-33 16,5-4-72-16,3-6-71 0,1-2-44 0,-1-2-168 15,1-1-131-15,-1-1-302 0,-10 8-671 16,7-6 138-16</inkml:trace>
  <inkml:trace contextRef="#ctx0" brushRef="#br0" timeOffset="193428.858">28201 16522 1235 0,'0'0'2338'15,"0"0"-1915"-15,0 0-253 0,-33 68 16 0,22-29 34 16,1 7-60-16,1 5-71 0,1 4-89 16,0 4-46-16,2-2-89 0,3 0-88 15,1 1-135-15,0-15-321 0,-6 17-935 0</inkml:trace>
  <inkml:trace contextRef="#ctx0" brushRef="#br0" timeOffset="194571.251">26690 9272 2779 0,'0'0'643'0,"0"0"-465"16,0 0-137-16,-23 79 60 0,14-29 126 15,-4 11 98-15,-2 7-83 0,1 5-72 0,0 6-29 16,-2-1-40-16,1 4 52 0,1-4-40 15,-2-4-62-15,2-6-29 16,2-8-22-16,2-8-19 0,2-15 1 0,3-9-21 16,2-13-77-16,3-7-3 0,0-8-65 15,0-6-38-15,8-13-69 0,4-12-107 16,5-11-217-16,1-9-383 0,-3 9-315 16</inkml:trace>
  <inkml:trace contextRef="#ctx0" brushRef="#br0" timeOffset="194815.269">26661 9525 20 0,'0'0'648'0,"10"-84"-436"0,-6 60 1298 15,1 4-1136-15,3 4-2 0,2 7-34 16,1 7-62-16,4 6-63 0,1 10-21 16,4 13-8-16,0 8-29 0,-1 9-13 0,-2 6-34 15,-2 5 17-15,-2 3-24 0,-3 3-58 16,-3-3-31-16,-1-4-9 0,2-8-3 16,-3-9 0-16,-1-11 0 0,1-12 0 15,-2-8 24-15,-1-6 19 0,1-1 12 16,3-10 48-16,3-12 40 0,2-9-24 15,3-11-76-15,5-9-43 0,0-2-12 16,1-7-3-16,-1 1-19 0,3 0-2 16,-1-1-67-16,1 6-46 0,1 3-28 15,1 9-4-15,1 8-53 0,0 8-106 0,0 8-165 16,-6 7-492-16,5 5-737 0</inkml:trace>
  <inkml:trace contextRef="#ctx0" brushRef="#br0" timeOffset="195064.625">27576 9369 1554 0,'0'0'1983'0,"0"0"-1712"0,0 0-129 16,0 0 28-16,0 0 26 0,-88-6-28 16,66 24-20-16,2 6-41 0,1 11-39 15,4 5 9-15,5 6-4 0,1 3 77 16,6 4-7-16,3 1-52 0,0 0-2 0,9-3-50 15,2-5-39-15,6-4-10 0,5-10 10 16,1-7-30-16,6-7 17 0,1-6-8 16,1-6-107-16,2-6-54 0,1 0-42 15,3-10-65-15,-3-5-224 0,-8 2-845 16,6-11-1313-16</inkml:trace>
  <inkml:trace contextRef="#ctx0" brushRef="#br0" timeOffset="195730.202">28115 9524 398 0,'0'0'2452'0,"0"0"-2109"15,0 0-232-15,0 0 52 0,-86-24 33 16,63 23 66-16,2 1-33 0,0 4-45 0,1 11-60 16,4 4-53-16,1 10-12 0,2 6 33 15,4 7 53-15,1 3 32 0,5-1-49 16,3-4-58-16,3-6-48 0,8-9-19 15,3-6 9-15,3-7 0 0,2-6 0 16,4-6 7-16,2-6-7 0,6-11 3 16,0-7-15-16,3-10-18 0,0-6-52 15,-1-3-25-15,1-4-24 0,-3 1-28 16,3-3 21-16,-4 0 40 0,-1 0 9 16,-1-3 6-16,-2 0 18 0,-6-1 29 0,-4 0 24 15,-4 2 0-15,-9 4 40 0,-3 3 0 16,0 7-6-16,-5 9 25 0,0 7 24 15,2 8 58-15,1 8-9 16,2 5-40-16,0 0-71 0,-3 8-21 0,3 8-18 16,-2 8 18-16,-1 11 73 0,-3 7-9 0,1 7-27 15,-4 6 8-15,1 2-17 0,-1 4-28 16,-2-1-9-16,0 0-19 16,-3-4 7-16,2-3-110 0,1-8-52 0,6-9-60 15,5-8-91-15,0-12-107 0,2-8-106 16,4-7-159-16,8-12-775 0</inkml:trace>
  <inkml:trace contextRef="#ctx0" brushRef="#br0" timeOffset="195918.763">28684 9266 1421 0,'0'0'1832'16,"0"0"-1583"-16,0 0-126 0,0 0 155 16,0 0 29-16,78 54-55 0,-65-20-11 0,1 5-27 15,-2 6-64-15,-1 0-43 0,-5 1-22 16,1-1-30-16,-4-3-39 0,-3-1-16 15,0-1-33-15,-1-1-10 0,-9-3-112 16,-3-1-22-16,-2-7-17 0,-2-4-43 16,1-8-83-16,1-6-263 0,1-8-557 15,0-7-513-15</inkml:trace>
  <inkml:trace contextRef="#ctx0" brushRef="#br0" timeOffset="196082.362">29085 9488 1535 0,'0'0'2167'16,"0"0"-1856"-16,0 0-60 0,0 0 84 0,88 0-123 16,-75 0-53-16,-2 0-55 15,0 0-85-15,0 0-19 0,-1 0-55 0,0 0-157 16,-4 6-142-16,-5-1-208 0,-1 0-729 16,-11 10-764-16</inkml:trace>
  <inkml:trace contextRef="#ctx0" brushRef="#br0" timeOffset="196218.274">29020 9755 2221 0,'0'0'1856'0,"0"0"-1656"0,0 0-20 16,0 0 193-16,76 26-68 0,-48-25 27 15,2-1-93-15,5-3-97 0,1-4-78 16,6-5-64-16,4-3-9 0,-5-4-166 16,5 0-92-16,-5-1-71 0,-4 0-195 15,-9 4-798-15,2-6-1586 0</inkml:trace>
  <inkml:trace contextRef="#ctx0" brushRef="#br0" timeOffset="196448.291">30081 9025 2077 0,'0'0'2160'0,"0"0"-1871"16,0 0-286-16,0 0 71 0,-12 79 92 15,11-47 113-15,1 4-53 0,0 6-126 16,0 6-67-16,4 5-33 0,-4 6-6 16,0 3-9-16,0 2-28 0,0 1-148 0,-6-2-5 15,2-3-62-15,0-5-156 0,2-13-284 16,-4 11-745-16</inkml:trace>
  <inkml:trace contextRef="#ctx0" brushRef="#br0" timeOffset="196938.781">25857 10957 2202 0,'0'0'1256'0,"0"0"-908"0,0 0-178 16,0 0-101-16,0 0 153 15,0 0 116-15,89 7-67 0,-43-9-12 0,7-7-100 16,8-1-53-16,2-2-57 0,1-3-19 15,-2 2-27-15,-2 0-3 0,-5 1-14 16,-6-1-22-16,-1-1-86 0,-7 3-21 16,-7 1-53-16,-6 2-58 0,-8 4-126 15,-9 4-282-15,-7 0-586 0,-10 6-595 16</inkml:trace>
  <inkml:trace contextRef="#ctx0" brushRef="#br0" timeOffset="197100.174">26034 11090 1865 0,'0'0'1008'0,"0"0"-659"16,0 0-100-16,0 0-116 0,0 0 211 0,76-9-28 15,-28 4-40-15,8-3-115 16,5 0-100-16,1-2-58 0,0 1-3 0,-3-3-52 16,-5 4-124-16,-4-3-44 0,-4 1-62 15,-6-1-263-15,-13 4-711 0,-1-5-878 0</inkml:trace>
  <inkml:trace contextRef="#ctx0" brushRef="#br0" timeOffset="197394.781">26602 10674 3079 0,'0'0'512'16,"0"0"-287"-16,0 0-65 0,99 45 72 16,-66-30-67-16,1 0-26 0,0 0-49 0,2-3-13 15,1 1-40-15,1-1-27 16,-3 1-10-16,-4 1-15 0,-5 0-10 0,-7 0 25 16,-6 5-20-16,-9 3 20 0,-4 7 0 15,-17 7-1-15,-9 5-138 0,-13 6-38 16,-4 2-13-16,-7-1 30 0,-3-3 22 15,-1-5-80-15,-2-4-170 0,15-11-263 16,-24 0-709-16</inkml:trace>
  <inkml:trace contextRef="#ctx0" brushRef="#br0" timeOffset="197878.455">25890 10606 3201 0,'0'0'685'15,"0"0"-480"-15,0 0-205 0,0 0-13 16,0 0 13-16,0 0 56 0,0 0 44 15,0 0-100-15,-43 97-31 0,28-53 3 0,-2 5 17 16,-1 2 11-16,0-5 18 0,-1 0 17 16,0-6-11-16,2 2 29 0,1-3-40 15,1 2 5-15,4 0-18 0,3-3 0 16,1-2-34-16,5-1-9 0,2-4 12 16,11-1 18-16,6-5 12 0,3-2 1 15,8-1 52-15,3-1 1 0,3-3-16 0,2 3-37 16,2-1-25-16,3-1 7 0,3 4-48 15,0-1-213-15,-9-6-191 0,11 12-978 0</inkml:trace>
  <inkml:trace contextRef="#ctx0" brushRef="#br0" timeOffset="199703.948">27923 6642 232 0,'0'0'270'0,"0"0"-172"16,0 0-46-16,103 7-52 0,-72-4 0 0,0-2 570 0,-3 0-338 15,3-1-53-15,-3 0-36 0,1 0-117 16,2 0-25-16,-3 0-1 0,-2 0-69 15,-2 0-61-15,-1 0-10 0,-1 2-29 16,-3 1 23-16,2-1 80 0,-1 0 66 16,-3 1 36-16,0-1 134 0,1 2 70 15,-1-1-57-15,1 0-37 0,-2-1 23 16,2-1-1-16,1 2-84 0,1-1-61 16,0 1-23-16,0 0-23 0,4-3 23 15,2 4 0-15,5-3 2 0,3-1-2 16,2 0 0-16,3 0-13 0,3 0-46 15,-2-1-12-15,2-3 22 0,-2 3 23 0,-1-2 26 16,2 3 14-16,0-2-12 0,-2 2-1 16,3 0 1-16,0 0 20 0,0 6 4 15,1-1 20-15,0 2-46 0,1 4-65 16,2 2-3-16,-2-2-202 0,2 1-273 16,2 0 15-16,2-5-82 0</inkml:trace>
  <inkml:trace contextRef="#ctx0" brushRef="#br0" timeOffset="200012.37">30470 6784 39 0,'0'0'46'15,"0"0"-23"-15,114 4-23 0,-63-3 124 0,0-1 81 16,1 0-153-16,-3 0-9 0,-1 0 48 0,-3 0-62 16,-1-1 20-16,-4-3 707 15,2-2-519-15,-5 0-142 0,2 3-24 0,-2-1-16 16,1 2-13-16,-3 2 40 15,-1 0-37-15,-3 0 33 0,0 0 12 0,-3 0-9 16,-2 2-39-16,-4-1 17 0,0 0-46 16,-3-1-12-16,-4 0 2 0,0 0 13 15,-4 0-3-15,0 0-12 0,-2 0 2 16,-2 0 1-16,-1-2 25 0,2 0-4 16,-1 2-25-16,4-3-25 0,-3 2 2 0,2-1 4 15,-3 2-10-15,-1 0 12 0,0 0-5 16,-3 0-7-16,-1 0-7 0,-2 0-35 15,0 0-150-15,0 0-149 0,-8 0-265 16,-1 3-144-16</inkml:trace>
  <inkml:trace contextRef="#ctx0" brushRef="#br0" timeOffset="203544.033">28063 11156 372 0,'0'0'323'0,"0"0"1169"0,0 0-1117 16,0 0-114-16,0 0 31 0,0 0 62 15,0 0-38-15,0 0-55 0,0 0-54 16,0 0-67-16,0 0-7 0,-11-42 12 0,8 35 21 15,-2 0-56-15,-2 0-15 0,2-2-16 16,-3 1-24-16,-1 3-21 0,0-2-25 16,0 2-9-16,-1-1-25 0,-2 4 7 15,4 1-9-15,-3 1-7 0,-1 3-12 16,1 6 10-16,0 5-1 0,-2 10 37 0,1 4 0 16,0 5 34-16,1 3-1 15,1-1 4-15,0 3-19 0,5-5-15 0,-1 0 34 16,3-5-26-16,3-8-10 15,0-1 1-15,0-8-2 0,0-4-34 16,4-3 19-16,3-4 15 0,6 0 22 0,2-10 26 16,6-2-5-16,2-9-43 0,6-6-46 15,1-6-36-15,2-5-1 0,1-2-17 16,0-3-2-16,-2 0-5 0,0-1 11 16,-3-3-21-16,0-1-7 0,-3-1 3 15,-2 3-7-15,-1 2 24 0,-5 4 48 0,-3 4 32 16,-3 7 23-16,-2 1 2 0,-6 7 34 15,0 4 28-15,-3 1 28 0,0 5-22 16,0 3 21-16,0 1-6 0,-1 2-3 16,-1 5 8-16,2 0-18 0,0 0-27 15,0 0-26-15,0 0-18 0,-1 7-52 16,-1 5 52-16,2 7 6 0,-3 7 74 0,0 8 3 16,0 5-3-16,0 4-38 0,-2 4 10 15,-1 1 4-15,-1 4-11 16,-3-2-17-16,2 0-16 0,-1-2-12 15,1-3-24-15,0-5-4 0,5-3 7 0,0-7-22 16,3-5-86-16,0-8-9 0,0-5-25 16,6-7-38-16,5-5-127 0,-2 0-272 0,7-8-827 0</inkml:trace>
  <inkml:trace contextRef="#ctx0" brushRef="#br0" timeOffset="203708.58">28620 11089 1778 0,'0'0'2152'0,"0"0"-1779"0,0 0-231 16,0 0 38-16,0 0 121 0,0 0 37 15,0 0-67-15,83-36-170 0,-57 26-101 16,0 1-40-16,0 3-32 0,-4 2-117 16,-2 1-36-16,-6 3-78 0,-3 0-328 15,-6 3-916-15</inkml:trace>
  <inkml:trace contextRef="#ctx0" brushRef="#br0" timeOffset="203879.282">28572 11287 893 0,'0'0'2964'0,"0"0"-2532"0,0 0-320 16,0 0 148-16,0 0 95 0,0 0 14 16,0 0-72-16,79-5-131 0,-43-1-120 15,4 0-46-15,5-2 0 0,0-4-76 16,1 1-111-16,1-3-62 0,-3-2-141 15,-11 8-545-15,10-9-793 0</inkml:trace>
  <inkml:trace contextRef="#ctx0" brushRef="#br0" timeOffset="204316.407">29453 10693 1994 0,'0'0'1657'16,"0"0"-1179"-16,0 0-244 0,0 0-73 0,0 0-1 15,0 0 89-15,0 0 16 0,0 0-85 16,0 0-101-16,0 0-40 0,0 0 43 16,6 41 27-16,-8-24 45 0,0-1-66 15,0-2-25-15,2-1-11 0,-3-4-22 0,3 0 12 16,0-3-12-16,0 0 0 0,0-2-2 15,0-1-13-15,0 1-12 0,0-2 0 16,0 1 21-16,0 0-21 0,0-2 12 16,0 1-13-16,0 1-1 0,0-2-1 15,0 5 0-15,0 0 1 0,0 4 0 16,0 3-1-16,0 3-1 0,0 3-14 0,0 4 15 16,3 2 0-16,-3 0 1 15,2 3-1-15,-2-2-12 0,4 0 10 0,-2-2-10 16,1 0 9-16,0-1-24 0,0-1 24 15,0-1-25-15,-1-2-32 0,3-2-9 16,-1 0-16-16,-1-2 1 0,3-1-22 16,-3-2-21-16,-2 0-22 0,0-4-27 15,1 0-46-15,-2-2-146 0,0-2-289 16,0-1-691-16,-7-3-751 0</inkml:trace>
  <inkml:trace contextRef="#ctx0" brushRef="#br0" timeOffset="204859.837">29135 11096 3112 0,'0'0'994'0,"0"0"-838"15,0 0-69-15,0 0 93 0,0 0 8 16,0 0 5-16,0 0 46 0,0 0-105 16,0 0-83-16,98-51-23 0,-61 42-28 0,3 4-21 15,-1 0-3-15,0 1 3 0,-3 1 0 16,2 1-22-16,-4 0-67 0,-1-1-88 16,-5 3-51-16,-2 0-113 0,-8-2-275 15,-5 2-751-15</inkml:trace>
  <inkml:trace contextRef="#ctx0" brushRef="#br0" timeOffset="205059.772">29065 11472 718 0,'0'0'2969'0,"0"0"-2388"15,0 0-581-15,0 0 66 0,0 0-10 0,0 0 182 16,0 0 112-16,90 6-97 0,-54-15-144 15,6-3-66-15,7-3-43 0,1-6-12 16,3-3-22-16,-2-1-93 0,-3 1-53 16,1-2-62-16,-3-3-119 0,-11 8-372 15,7-12-1169-15</inkml:trace>
  <inkml:trace contextRef="#ctx0" brushRef="#br0" timeOffset="205283.429">30193 10649 2179 0,'0'0'1663'0,"0"0"-1150"0,0 0-296 0,0 0-155 0,0 0 2 16,0 0 93-16,0 0 103 0,0 0 38 16,6 77-94-16,-12-35-95 0,-2 8-55 15,0 3-21-15,-1 4-12 0,-2 4-18 16,2 0-3-16,2 3-1 0,-3-5-17 15,5 2-63-15,-3-6-25 16,5-1-76-16,0-6-55 0,3-2-102 0,-1-2-208 16,-1-11-475-16,-2 6-513 0</inkml:trace>
  <inkml:trace contextRef="#ctx0" brushRef="#br0" timeOffset="214018.458">19346 13665 1605 0,'0'0'598'15,"0"0"-320"-15,0 0-168 0,0 0-4 16,0 0 58-16,0 0 35 0,0 0-39 16,0 0-54-16,0 0 2 0,0 0 57 15,-5 3-23-15,2 0-35 0,0-1-9 16,2-1-14-16,-1 1-8 0,0-2 2 16,2 0 16-16,0 0-7 0,0 0-19 15,0 0-25-15,0 0-15 0,0 0-12 0,0 0-16 16,0-2 0-16,1 0 0 15,0-2 0-15,4 0 0 0,-2-2-12 0,0 1-6 16,0 2 16-16,-2 2-1 0,1-1 3 0,-2 2 24 16,0 0 4-16,0 0 9 15,0 0-3-15,0 0-3 0,0 0-6 16,0 0-13-16,0 2-11 0,0-2-1 16,-2 1-2-16,2-1-32 0,0 0-28 0,0 0-21 15,0 0-7-15,0 0-18 0,0 0-36 16,0 0-41-16,0 0-83 0,0 0-116 15,0 0-67-15,2 0-98 0,-1 0-178 16,1 0-586-16,-2 0 1261 0,-5 0-173 0</inkml:trace>
  <inkml:trace contextRef="#ctx0" brushRef="#br0" timeOffset="-213239.076">15058 12375 137 0,'0'0'1699'0,"0"0"-568"16,0 0-865-16,0 0-65 0,0 0 46 16,0 0 43-16,0 0-39 0,0 0-18 15,0 0-70-15,0 0-30 0,35-3 45 16,-8 8-1-16,6 1-67 0,0-5-34 16,4 2-25-16,-3-3-20 0,-1 0-30 15,-2-7-1-15,-4 2-3 0,-3-5-24 0,-1 4-104 16,-7-3-52-16,0 0-41 15,-6 4-75-15,-4-2-175 0,-3 4-259 16,-3-1-613-16,-6 4-573 0</inkml:trace>
  <inkml:trace contextRef="#ctx0" brushRef="#br0" timeOffset="-212910.096">15259 12436 300 0,'0'0'2431'15,"0"0"-2174"-15,0 0-72 0,-8 83 7 0,8-51 113 0,0 1-10 16,0 1 10-16,-3 1-116 0,3-2-81 15,-2 2-79-15,-1-3-29 0,0-2-71 16,0-4-78-16,-2-2 0 0,-3-6 2 16,2-4-4-16,-3 0-38 0,-1-4-90 15,-5 1-116-15,0-3-185 0,-4-2 27 16,2-2 104-16,1-4 449 0,1 0 120 16,1-3 160-16,3-2 41 0,-1-2 32 15,1 1 10-15,-2-2 6 0,6 5-90 16,-1-2-13-16,4 1 14 0,4 2-47 0,0 2-50 15,0-1-57-15,4 1-36 0,5 0-23 16,5 0 31-16,5 0 61 0,4 0-55 16,5 0-37-16,-1 0-36 0,0 0-31 15,-1 0-15-15,-1-2-24 0,2-1-157 0,1-5-49 16,-1-2-122-16,-3 0-347 16,11-10-832-16</inkml:trace>
  <inkml:trace contextRef="#ctx0" brushRef="#br0" timeOffset="-212767.137">15741 12594 1076 0,'0'0'2263'15,"0"0"-1955"-15,0 0-115 0,0 0 87 0,0 0-16 16,0 0-50-16,76 35-69 0,-62-36-81 16,1-9-64-16,1-5-64 15,1-4-106-15,1-5-74 0,-1-3-167 0,-5 5-318 16,-2-11-759-16</inkml:trace>
  <inkml:trace contextRef="#ctx0" brushRef="#br0" timeOffset="-212498.451">15783 12319 466 0,'0'0'2484'0,"0"0"-2113"16,0 0-145-16,0 0 24 0,-25 92-2 15,25-64 6-15,3 3-7 0,6 2-77 16,3 3-60-16,3 4-39 0,0 5-16 15,2 3-37-15,2 6 4 0,-2 0 33 16,0 1-28-16,-3-1-27 0,-2-6-11 16,-4-2 11-16,-3-7 12 0,-3-7-10 0,-2-5 2 15,0-6-4-15,-2-7-37 0,-2-2-15 16,-5-5 0-16,-1-2-9 0,-3-4-53 0,-5-1-37 16,0-2-16-16,-2-14-22 15,-1-3-52-15,2-9-140 0,-3-4-282 16,4-5-514-16,2-2-381 0,3 11 1437 15</inkml:trace>
  <inkml:trace contextRef="#ctx0" brushRef="#br0" timeOffset="-212182.334">16721 12408 2100 0,'0'0'1808'15,"0"0"-1553"-15,0 0-159 0,0 0-37 16,0 0-59-16,0 0 2 0,78 29 91 16,-72-22-21-16,-3 2-54 0,-3 4-18 15,0 4-15-15,-2 3-22 0,-6 5-1 16,-4 3-8-16,0 0-1 0,0 0 4 16,0 0 26-16,3-4 17 0,2-5 31 0,2-2 28 15,3-3 19-15,2-2-4 16,0-5-25-16,2-1 16 0,6-1 12 0,4-2 25 15,2 0 30-15,5 0-22 0,2-2-37 16,1-1-18-16,3 0-9 0,0 0-16 16,1-2-27-16,0-1-3 0,-1-1-9 15,-1 0-64-15,1 2-89 0,-1-2-56 0,-1 2-108 16,-7 0-312-16,7-2-969 0</inkml:trace>
  <inkml:trace contextRef="#ctx0" brushRef="#br0" timeOffset="-211586.206">17832 12461 212 0,'0'0'2832'0,"0"0"-2331"15,0 0-305-15,0 83-117 0,-3-50 37 16,3 2 17-16,-2-1 98 0,0-2-21 15,1-4-125-15,1-6-85 0,0-3-44 0,0-7-48 16,1-5-32-16,1-5-29 16,-1-2-26-16,0-2-104 0,1-5-232 0,-2-16-783 15</inkml:trace>
  <inkml:trace contextRef="#ctx0" brushRef="#br0" timeOffset="-211424.59">17789 12215 2017 0,'0'0'1623'0,"0"0"-1352"16,0 0-133-16,0 0 113 0,0 0 61 16,0 0-69-16,0 0-50 0,0 0-166 15,0 0-27-15,78-37-58 0,-46 25-162 16,1 0-110-16,2 1-232 0,-10 3-755 16,14 4-1126-16</inkml:trace>
  <inkml:trace contextRef="#ctx0" brushRef="#br0" timeOffset="-211167.247">18305 12300 684 0,'0'0'687'0,"0"0"844"16,0 0-1220-16,-60 83 33 0,39-58 75 0,3-2-69 15,5-2-56-15,1-5-112 16,9 0-105-16,3-3-68 0,3-2-9 16,7 2-1-16,3-1-11 0,4-1 12 15,2 0 21-15,1-2-21 0,3-3 1 0,-1 1-1 16,0-2 0-16,-1-1 0 0,-2 0 3 15,0-1-2-15,-5 0 2 0,-1 1 12 16,-4 1-15-16,-5 0 4 0,-4 3 20 16,0 2-24-16,-6 2-34 0,-7 1-67 15,-2 3-19-15,-1-1 3 0,-4 0 21 16,-1-2-24-16,2-2-14 0,-5-1-89 16,0-4-139-16,5 0-327 0,-17-2-1160 0</inkml:trace>
  <inkml:trace contextRef="#ctx0" brushRef="#br0" timeOffset="-210500.496">19285 12319 985 0,'0'0'2105'0,"0"0"-1741"0,0 0-234 0,0 0-41 15,0 0 62-15,0 0 66 0,0 0 80 16,0 0-59-16,0 0-151 0,0 0 23 16,0 0 1-16,56 3 2 0,-36 16-30 15,-1 5-4-15,-2 2-3 0,-6 4-12 16,-3 2-34-16,-1 0 10 0,-4 2-10 0,-1-3-9 15,-2-3-5-15,0-6-13 16,0-4 9-16,0-7-11 0,0-4 2 0,0-6-1 16,0-1 10-16,0 0-10 0,0-4-2 15,0-8-33-15,3-6 14 0,2-8 7 0,3-5 12 16,0-1-2-16,-1-2-13 0,1 3 0 16,0 1-3-16,1 5-4 15,0 0-54-15,2 1-70 0,2 1-56 16,0 4-80-16,3-1-205 0,-5 6-612 15,5 3-901-15</inkml:trace>
  <inkml:trace contextRef="#ctx0" brushRef="#br0" timeOffset="-210212.268">19736 12431 2756 0,'0'0'1142'0,"0"0"-989"0,0 0-46 0,24 66 68 15,-15-55 115-15,1-5-50 16,2-6-81-16,2 0-52 0,3-11-34 0,2-7-30 15,4-5-43-15,-3-4-113 0,1-4-39 0,-3 0 14 16,-3 3 18-16,-1 4 9 16,-5 6 31-16,-5 4 9 0,-2 6 31 0,-2 4 36 15,-5 2 8-15,-8 2 70 0,-2 0 12 16,-3 4-24-16,0 3 3 0,-1 3-1 16,1 3 7-16,4 4-4 0,1 2 13 15,1 1-1-15,3 5 4 0,1-1-28 16,4-1-10-16,2-2-45 0,2-2-26 15,2-5-17-15,7 3-57 0,5-6-35 16,2-3-43-16,5-4-34 0,5-4-117 16,3-4-250-16,-7-4-786 0,11-10-919 0</inkml:trace>
  <inkml:trace contextRef="#ctx0" brushRef="#br0" timeOffset="-209834.507">20253 12339 2244 0,'0'0'1514'0,"0"0"-1196"0,0 0-159 15,0 0 65-15,-70 89 112 0,54-59 34 16,0 1 19-16,3-2-89 0,4-8-143 16,5-4-100-16,4-7-57 0,0-4-16 15,0-3-14-15,10-3 15 0,3 0 15 16,3-7-28-16,3-10-53 0,3-7-16 16,0-6-30-16,1-5-27 0,-4-1 17 15,1-1 6-15,-1 0-12 0,-1-3-13 16,-1 0-52-16,-3-4-24 0,-3-2 19 15,-2-3 60-15,-4-1 21 0,-4 0 97 16,-1 1 35-16,-4 6 44 0,-5 10 29 16,-1 7 39-16,4 9 84 0,2 8-10 15,0 6-11-15,2 3-12 0,-3 5-26 0,0 7-42 16,1 7-34-16,-2 10 3 0,3 4-10 16,0 7 28-16,3 3 43 0,0 3-13 15,0 0-51-15,0 1-33 0,5 1-28 16,0-1-12-16,0-6-13 0,-1-4-17 0,3-8-12 15,0-7-13-15,-1-5-15 0,3-6-64 16,2-6-52-16,-2-4-65 0,4-2-109 16,1-13-241-16,-2 4-581 0,7-20-457 0</inkml:trace>
  <inkml:trace contextRef="#ctx0" brushRef="#br0" timeOffset="-209568.159">20543 12212 261 0,'0'0'587'15,"0"0"1815"-15,0 0-1771 0,0 0-286 16,0 0-115-16,8 84 4 0,-8-58-4 0,0 0 48 15,0 1-22-15,0-7-83 16,0-4-86-16,0-6-74 0,0-5-13 0,1-1-43 16,3-4-2-16,3 0 11 0,1-4-14 15,0-8-13-15,4-2-39 0,-1-3-46 16,2-4-18-16,0 0 14 0,-3 4 27 16,3 2 37-16,-3 3-6 0,-1 2 5 0,0 5 29 15,-1 4 58-15,-1 1 9 0,-1 2 105 16,-1 6 6-16,2 4-9 0,-2 1-16 15,-2 4-28-15,2-3 0 0,-1 3-9 16,1-1-18-16,0-3-40 0,2 0-11 16,3-3-72-16,1-1-131 0,4-1-35 15,4-4-147-15,-3 0-373 0,11-2-760 0</inkml:trace>
  <inkml:trace contextRef="#ctx0" brushRef="#br0" timeOffset="-209333.778">21159 12232 72 0,'0'0'3745'0,"0"0"-3200"15,0 0-295-15,0 0-4 0,0 0-68 16,-88 65 2-16,77-40 84 0,3 5-118 16,4-2-68-16,2 0-23 0,2-1-1 0,3-3-34 15,4-5-20-15,0-3-3 0,4-6-24 16,1-5-30-16,2-5-7 0,1 0-39 15,3-12-45-15,3-7-35 0,1-9-30 0,-2-3-118 16,0-1-280-16,-4 4-579 0,1-9-485 0</inkml:trace>
  <inkml:trace contextRef="#ctx0" brushRef="#br0" timeOffset="-209221.815">21317 12227 1805 0,'0'0'1675'0,"0"0"-1037"0,0 0-399 15,-9 73-77-15,1-47 149 0,1-4-15 16,-1-1 30-16,4-6-141 0,0-4-135 15,2-7-50-15,2-4-94 0,0-4-60 16,0-10-84-16,8-8-49 0,-3 4-336 16,8-20-1036-16</inkml:trace>
  <inkml:trace contextRef="#ctx0" brushRef="#br0" timeOffset="-209052.261">21514 11764 2244 0,'0'0'1950'15,"0"0"-1557"-15,0 0-180 0,0 0 172 0,0 0-99 16,-14 73-44-16,10-59-51 0,2-1-176 16,2-6-15-16,0 0-151 0,0-1-64 15,8-1-64-15,6-5-140 0,2-6-342 16,0-2-744-16,5-14-623 0</inkml:trace>
  <inkml:trace contextRef="#ctx0" brushRef="#br0" timeOffset="-208735.523">21764 11758 1254 0,'0'0'634'0,"0"0"1084"0,0 0-1519 0,-14 79-155 16,-3-42 32-16,-1 5 94 16,-4 4 181-16,2 6-15 0,-2-2-97 0,2 1-86 15,4-5-52-15,4-6-50 0,3-8-42 0,4-7-9 16,4-8-15-16,1-3 4 16,0-7 10-16,4-1-19 0,4-3-26 15,1 0 10-15,3-2 20 0,1 2 15 0,2-3-2 16,-1 3-12-16,2 0-3 0,-3 1 15 15,1 3 1-15,-1 0-11 0,3 1 11 16,-1 0 1-16,3-1 1 0,-3 0 3 16,0 0 0-16,-2-2 10 0,-1 0-1 15,-3-1-10-15,-4-4 0 0,-2 3 0 16,-1-3-1-16,-2 3 17 0,0-2-18 16,-8 0-49-16,-3 0 13 0,-3 0 18 15,-3-1 16-15,-3 0-11 0,3 0-11 16,-2-2-22-16,1-4-34 0,0-3-54 15,1-3-70-15,5-3-208 0,1 3-648 0,4-7-1095 16</inkml:trace>
  <inkml:trace contextRef="#ctx0" brushRef="#br0" timeOffset="-208585.365">22291 12347 2350 0,'0'0'1735'15,"0"0"-1300"-15,0 0-250 16,0 0 127-16,0 0 36 0,0 0-6 0,0 0-55 15,0 0-124-15,0 0-148 0,0 0-15 16,0 0-102-16,36 24-40 0,-33-29-3 16,-3 3-31-16,0-3-100 0,-3 3-665 15,-17-2-1803-15</inkml:trace>
  <inkml:trace contextRef="#ctx0" brushRef="#br0" timeOffset="-207726.193">21464 11712 424 0,'0'0'212'0,"0"0"1495"0,0 0-1287 15,0 0-48-15,0 0-18 0,0 0-32 16,0 0-1-16,0 0-41 0,-9 78-54 16,2-56-72-16,0 3-56 0,1 4-6 15,0 3-7-15,3 3-11 0,1 3-26 16,2 3-20-16,0 5-10 0,0 3-16 0,2 3 16 16,-2 4-16-16,0-2-2 0,0-1-1 15,-2-4-51-15,-1-6 22 16,3-10-3-16,0-3-22 0,1-10-111 15,9-5-85-15,5-6-62 0,6-8-206 0,-3-1-466 16,13-6-539-16</inkml:trace>
  <inkml:trace contextRef="#ctx0" brushRef="#br0" timeOffset="-207285.614">22157 12333 2119 0,'0'0'1851'0,"0"0"-1557"16,0 0-173-16,0 0-21 0,0 0 8 0,0 0 21 15,0 0 25-15,0 0-63 0,82 27-39 0,-60-43-6 16,2-6-46-16,-2-7-18 0,1 0-25 16,-3-2-3-16,-4 1 31 0,-1 5 15 15,-7 5 17-15,-6 3 5 0,-2 4 11 16,-5 4 10-16,-6 4-9 0,-8 0-4 16,-2 5-30-16,-5 0-9 0,-2 5-6 15,-1 6-28-15,0 7 43 0,4 5 25 16,0 8 20-16,2 5-8 0,6 3-24 15,0 1-13-15,3 1-27 0,3 1 2 16,5-4-5-16,3-5-25 0,3-5-58 16,8-6-38-16,7-4-9 0,6-5 58 15,6-4 37-15,3-4-37 0,1-4-128 16,-6-1-332-16,4 0-813 0</inkml:trace>
  <inkml:trace contextRef="#ctx0" brushRef="#br0" timeOffset="-206235.079">15132 13674 284 0,'0'0'2719'16,"0"0"-2231"-16,0 0-241 0,0 0-49 15,0 0 116-15,0 0-57 0,88 31 5 16,-57-21-35-16,3-4-102 0,-1-3-52 16,2-3-18-16,-1 0-12 0,-1-8-7 0,-3-1-11 15,-3-3-23-15,-3 0-2 0,-3-2-13 16,-2 2-47-16,-6-1-157 0,-4 2-68 0,-2 3-94 16,-6 4-260-16,-1 4-629 0,-1 0-754 15,-14 5 1650-15</inkml:trace>
  <inkml:trace contextRef="#ctx0" brushRef="#br0" timeOffset="-206106.879">15361 13834 398 0,'0'0'2612'0,"0"0"-2181"15,0 0-231-15,0 0 43 0,0 0 68 16,0 0-16-16,0 0 7 0,85 53-82 16,-62-53-58-16,4-3-64 0,-4-6-35 15,2-2-32-15,-5-4-30 0,-1-1-1 16,-2-2-11-16,-7 0-87 0,0-1-88 15,-5 3-43-15,-1 1-85 0,-4 1-257 0,0 3-824 16,-3 1-1056-16</inkml:trace>
  <inkml:trace contextRef="#ctx0" brushRef="#br0" timeOffset="-205851.955">15400 13444 2504 0,'0'0'435'0,"0"0"-144"16,0 0 84-16,0 0 28 0,0 0-65 15,0 0-53-15,0 0-67 0,105-17-50 16,-69 20-6-16,-2 3-37 0,0 4-49 16,-3 2-52-16,1 1-10 0,-2 5-14 15,-2 1-27-15,-4 5 12 0,-5 0-67 16,-3 4 15-16,-8 3-3 0,-6 4 9 16,-2 4 24-16,-6 2-9 0,-5 1 3 0,-4 0 33 15,-3-1 10-15,-1-5 0 0,-4-1-1 16,0-8-23-16,-3 0 2 0,0-7-21 15,-2-1-67-15,-1-3-103 0,1-4-193 16,5-4-655-16,-9 1-858 0</inkml:trace>
  <inkml:trace contextRef="#ctx0" brushRef="#br0" timeOffset="-202472.455">20929 13770 2413 0,'0'0'1053'16,"0"0"-677"-16,0 0-140 0,0 0-74 15,0 0 37-15,0 0 73 0,0 0-73 0,0 0-73 0,0 0-65 16,-23 38-37-16,16-26-12 0,-1 1-9 16,3-2-3-16,-1 3-2 0,3-4-31 15,1 1-13-15,-1 0-40 0,1 1-51 16,-1 0-39-16,3 0-43 0,0-1-70 15,0-1-186-15,0 0-271 0,3-3-447 16,4-3-380-16,7-3 1544 0</inkml:trace>
  <inkml:trace contextRef="#ctx0" brushRef="#br0" timeOffset="-202049.918">21708 13361 1205 0,'0'0'2224'0,"0"0"-1857"0,0 0-179 0,0 0-83 0,0 0 44 16,0 0 75-16,0 0 23 0,-80-15-66 15,64 15-80-15,2 4-71 0,-2 3-18 16,1 2-12-16,1 8 0 0,0 2 1 16,2 6 23-16,2 6-2 0,3 2-4 15,4 5-3-15,3-1 9 0,0-1-23 16,9-5 0-16,0-5-1 0,2-8-11 15,1-6-16-15,1-7 2 0,2-4 4 16,1-1 6-16,1-10 12 0,4-7-37 16,0-8-3-16,1-7-21 0,-3-2-31 15,-1-4 12-15,0 2 12 0,-4 3 22 0,-1 3 18 16,-3 6 31-16,-3 7 12 0,-1 5-10 16,-3 6 26-16,-3 5 24 0,2 1-2 15,-2 0 60-15,1 3-39 0,-1 5-38 0,0 8 7 16,2 4 0-16,-1 6 0 0,3 4 6 15,-1 1 12-15,0-1-4 0,1 0-26 16,1-4-25-16,0-4-3 0,3-3-1 16,2-3-27-16,-2-5-5 0,7-3-31 15,-2-3-52-15,5-3-31 0,0 0-41 16,0-2-149-16,-4 0-660 0,0-7-1127 0</inkml:trace>
  <inkml:trace contextRef="#ctx0" brushRef="#br0" timeOffset="-201285.104">22468 13575 767 0,'0'0'2950'15,"0"0"-2460"-15,0 0-356 0,0 0-35 0,0 0 25 16,-2 66 113-16,-2-45-10 0,-2 0-90 16,1-1-88-16,-1-2-49 0,3-4-2 15,1-2-20-15,-1-6-14 0,0-4-71 16,2-2-43-16,1 0-37 0,0-9-41 16,0-9-71-16,0-8-362 0,5-10-613 15,-1 7-712-15</inkml:trace>
  <inkml:trace contextRef="#ctx0" brushRef="#br0" timeOffset="-200938.805">22681 13058 1971 0,'0'0'1465'0,"0"0"-1066"16,0 0-176-16,0 0-35 0,9 69 97 0,-9-34-29 16,0 5 31-16,-3 5-76 15,-1-1-93-15,-1-1-54 0,0-1-40 0,2-3-24 16,3-7-11-16,0-4-13 0,0-9-40 15,0-5 3-15,0-8 22 0,6-2 8 16,4-4-2-16,0 0-10 0,3 0 16 16,4 0 24-16,2-3-16 0,-1 2 4 15,2 1 0-15,-1 0 0 0,1 0 15 16,-3 5-2-16,-1 1 2 0,-2 1 0 16,-2 0 3-16,-4 1 61 0,0-2-3 15,-3 0-34-15,-3-3-3 0,-2 0-8 0,0-2-16 16,-5 1-3-16,-7-1 1 15,-2 1-62-15,-6-2-6 0,0 0-4 16,1 0 4-16,-1-5 27 0,0-1-30 0,1-2-10 16,-1-1-37-16,3-2-71 0,0-3-67 15,3-2-235-15,5 3-490 0,4-10-537 0</inkml:trace>
  <inkml:trace contextRef="#ctx0" brushRef="#br0" timeOffset="-200483.78">23629 13193 2996 0,'0'0'1144'0,"0"0"-964"15,0 0-80-15,0 0 57 0,0 0 135 16,-81-15-10-16,59 24-84 0,1 6-95 16,2 7-67-16,0 7 7 0,5 1 14 0,2 5-5 15,2-1 14-15,6 0-5 0,2-4-25 16,1-6-36-16,1-5-12 0,0-6-9 16,4-5 9-16,2-4-21 0,3-4-28 15,4-1-15-15,0-10 4 0,5-3 14 16,-2-5 0-16,3-6-18 0,-3-2 3 15,0 1 9-15,-2 1 12 0,0 3 13 16,-5-1 8-16,1 6 22 0,-3 3 9 0,-1 4 28 16,0 1-1-16,-2 7 10 0,-1 0 11 15,0 2-2-15,3 2 0 0,2 6 24 16,4 5 21-16,-2 5-12 0,5 4-16 16,-7 0 1-16,4 2-10 0,-7 1-17 15,1-7-37-15,-3-2-11 0,0-5-47 16,-1-6-78-16,-1-4-22 0,0-1-61 15,-1-1-47-15,0-8-227 0,0 1-601 16,0-12-889-16</inkml:trace>
  <inkml:trace contextRef="#ctx0" brushRef="#br0" timeOffset="-200011.371">23849 13078 1372 0,'0'0'1759'15,"0"0"-1256"-15,0 0-317 0,0 0-26 0,0 0 69 16,0 0 57-16,85 52 77 0,-73-32-97 15,-2 2-123-15,-3 3-73 0,-1 0-39 16,-2 3-16-16,0-4-15 0,-2 0-15 16,-1-4-3-16,1-5 2 0,1-3 1 15,-1-5 0-15,1-4-12 0,2-3-19 16,1 0-3-16,5-5 19 0,1-6-7 0,5-6-27 16,0-5-58-16,3-6-72 15,2-1-89-15,-2 0-133 0,2 1-218 16,-2 1-180-16,-1 9-291 0,-4 5 395 15,-1 5 221-15,-4 4 430 0,0 4 59 0,-5 7 652 16,1 4 388-16,-1 1-418 0,0 0-49 16,2-1-124-16,-2-3-121 0,2-5-45 15,0 0-59-15,5-3-66 0,-1-1-35 0,2-9-16 16,2-3-21-16,-1-3-30 0,3-4-47 16,-3-1-9-16,-3-3-34 0,-1 3 7 15,-3 3 5-15,-2 2 10 0,-3 5 12 16,-2 2 1-16,0 5 11 0,-7 2 3 15,-4 2 7-15,-4 0-22 0,-1 11 1 16,-4 4 23-16,1 9 25 0,1 7-3 16,-1 6 21-16,5 2 31 0,0 3 66 15,3 1-72-15,4-4-65 0,2-2-27 16,5-6-30-16,0-5-13 0,6-7-57 16,6-6-13-16,4-6-21 0,4-4-13 15,2-3-34-15,1-7-103 0,-5 0-273 16,3-8-949-16</inkml:trace>
  <inkml:trace contextRef="#ctx0" brushRef="#br0" timeOffset="-191731.609">21238 14304 2474 0,'0'0'473'0,"0"0"-194"0,0 0-5 0,0 0 29 16,0 0-23-16,0 0-43 0,0 0-60 15,0 0-94-15,0 0-36 0,0 0 36 16,28 15 70-16,-19 1-70 0,1 2-46 16,-1 3-16-16,0 4-19 0,-4 1-2 0,0 0 0 15,-1-2-1-15,-1-2-23 16,-1-3 5-16,0-5 4 0,-2-4 0 0,0-5-4 16,2-3-14-16,-2-1-20 0,2-1 17 15,-2 0-38-15,0-7-18 0,3-2 2 16,3-5 89-16,0-6 1 0,1-3 12 0,-1-3 10 15,4 2-7-15,-1 1-12 0,1 1-2 16,1 4 3-16,1 3 11 16,-2 4 16-16,1 3 3 0,-2 6-22 0,1 0 13 15,-1 2 15-15,0 6 49 0,-1 3-43 16,1 4-13-16,-1 1-2 0,-2 5-13 16,0 1 13-16,-2 2-13 0,-1 3-17 15,0 0-1-15,-3-4-21 0,1-1-19 16,-1-2-89-16,0-7-18 0,0-5 5 15,2-4-16-15,-1-2-44 0,4-2-181 16,0-8-195-16,-2 3-181 0,5-13-491 0</inkml:trace>
  <inkml:trace contextRef="#ctx0" brushRef="#br0" timeOffset="-191412.386">21627 14359 752 0,'0'0'75'0,"0"0"1129"15,0 0-605-15,0 0-236 0,0 0-72 0,0 0 14 16,0 0-36-16,0 0 1 0,17 82-58 15,-10-59-45-15,1-1-25 0,2-3-22 16,0-2-31-16,0-5-52 0,3-3-37 16,-2-5 0-16,4-4-12 0,-1-1 10 15,1-11-47-15,0-4-19 0,3-6-27 16,-4-6-26-16,-1-1 4 0,-1-1 8 16,-4 2 19-16,-2 5 46 0,0 2 35 15,-2 5 9-15,-4 4 19 0,0 5 37 16,-4 0 40-16,-5 3-37 0,-2 3 22 15,-4 0 11-15,2 1-24 0,-1 1 3 16,2 6 0-16,-1 4-28 0,2 4-10 0,2 2-5 16,0 2-14-16,4 0-14 0,-2 0-27 15,4 0-19-15,1-2-56 0,-1-1-113 16,3 1-80-16,0-3-189 0,2-5-581 0,2-1-814 16,2-8 1366-16</inkml:trace>
  <inkml:trace contextRef="#ctx0" brushRef="#br0" timeOffset="-191127.38">21907 14297 806 0,'0'0'304'0,"0"0"1008"0,0 0-922 16,0 0-53-16,0 0 93 0,0 0 11 15,0 0-125-15,74 69-90 0,-65-45-26 16,-2 1-22-16,-1-1-25 0,0-2-56 16,-2-4-72-16,0-6-25 0,-1-2-28 15,0-8-11-15,2-2-1 0,1-2-58 16,3-10 6-16,0-5 19 0,1-4-7 0,3-5-12 15,-3 0 15-15,1 0 24 16,-2 3 35-16,0 6 2 0,1 2 1 0,-1 5 15 16,1 2 25-16,-1 5 33 0,0 3 32 0,0 0 11 15,-2 5-18-15,2 2-28 16,0 3-12-16,-1 2-6 0,-2 2-13 0,2 3-21 16,-2-1 28-16,2 3-4 0,-2 0-27 15,-1-1-27-15,3-1-37 0,1 0-166 16,0-5-57-16,4-1-200 0,-1-4-625 15,5-6-925-15</inkml:trace>
  <inkml:trace contextRef="#ctx0" brushRef="#br0" timeOffset="-190695.199">22788 14208 2353 0,'0'0'1710'0,"0"0"-1390"0,0 0-202 0,0 0 64 15,0 0 131-15,0 0-20 0,-10 94-14 16,10-63-121-16,0 2-59 0,0-3-17 16,3-5-37-16,3-6-42 0,0-4-3 15,1-6-21-15,1-5-6 0,3-4-9 16,0-4-31-16,7-11-11 0,-2-4-13 0,2-8-21 15,-1-4 2-15,1-2 16 0,-1-4 6 16,-2 3 18-16,0-1 21 0,-2 1 22 16,-1 3 27-16,-4 2 0 0,0 4 42 15,-5 5-5-15,0 6 30 0,-1 7 33 16,-2 6 1-16,0 1 26 0,0 1-3 16,0 6-39-16,0 4-34 0,0 6 1 15,0 2-13-15,0 6 0 0,0 2 10 16,0 2 8-16,-1-3 42 0,0-1-38 0,1-1-61 15,0-3-16-15,-2-1-60 16,1-3-29-16,1-5-16 0,0-3-12 0,0-6-40 16,0-3-57-16,0 0-112 0,3-8-189 15,1-6-432-15,0 2-202 0,5-12-660 0</inkml:trace>
  <inkml:trace contextRef="#ctx0" brushRef="#br0" timeOffset="-190369.205">23168 14080 1896 0,'0'0'1336'15,"0"0"-885"-15,0 0-233 0,0 0-42 0,0 0 173 16,0 0 30-16,0 0 0 0,0 0-87 16,14 78-155-16,-14-57-65 0,0 2-8 15,-2-3-13-15,2 1-51 0,-1-3-3 16,1-1-15-16,0-5-24 0,0-3-31 16,0-6 9-16,0-3-2 0,1 0-34 0,2-2-16 15,3-8-9-15,4-3 77 16,3-4 8-16,-1-2-15 0,3 0-40 0,-1 0-6 15,-1 3 30-15,1 0 44 16,-2 3 8-16,0 4 18 0,-1 1 1 0,-3 6 1 16,-1 0 82-16,-1 2 43 0,-2 0 24 15,-1 3-10-15,0 4-34 0,-1 1-14 0,1 2-13 16,-3 2-1-16,1 2-11 0,-1 0-19 16,0 0-17-16,0-3-21 0,0 2-10 15,-1-3-31-15,-1 1-75 0,-1-3-57 16,3-2-53-16,-1-1-34 0,1-5-128 15,0 0-563-15,0-14-571 0</inkml:trace>
  <inkml:trace contextRef="#ctx0" brushRef="#br0" timeOffset="-190206.712">23519 14089 3435 0,'0'0'512'0,"0"0"-308"15,0 0 132-15,0 0 61 0,1 80-16 16,-2-60-74-16,0 0-104 0,-2-5-103 15,0-3-82-15,3-2-18 0,0-3-70 0,0 0-117 16,3-2-7-16,0-4-22 0,-1-1-154 16,-2-2-329-16,2-17-1093 0</inkml:trace>
  <inkml:trace contextRef="#ctx0" brushRef="#br0" timeOffset="-190051.487">23585 13797 2312 0,'0'0'1995'15,"0"0"-1615"-15,0 0-291 0,0 0 89 0,0 0 121 16,0 0 87-16,0 0-36 0,0 0-169 16,0 0-175-16,0 0-6 0,0 0-75 15,47 42-70-15,-35-42-72 0,2-7-126 16,4-7-292-16,-2-1-708 16,10-11-665-16</inkml:trace>
  <inkml:trace contextRef="#ctx0" brushRef="#br0" timeOffset="-189684.031">23934 13609 783 0,'0'0'2794'0,"0"0"-2353"0,0 0-293 16,0 0 63-16,-13 81 104 0,7-53-29 15,-1 3 10-15,3 3-114 0,1 3-55 16,2 4-12-16,1 3 58 0,0 3-34 16,0 5-70-16,3 1-27 0,1-1-12 15,0-3-15-15,3-5-3 0,1-6-10 16,0-10 13-16,4-7-12 0,-2-8-3 0,1-6-23 15,-1-7-34-15,2 0-45 16,0-12-4-16,0-6-9 0,0-6-24 0,-3-3-49 16,-2-3-73-16,-4 2-85 0,-3 1-73 15,0 2-115-15,-13 0-131 0,-3 0 10 16,-6 1-16-16,-5-1 148 0,-3 0 523 0,-3 3 88 16,-1 2 182-16,0 7 22 15,6 4 139-15,5 7 177 0,7 2-174 0,4 0-71 16,7 2-43-16,5 4-31 15,0-1-43-15,5 0 21 0,7 1-5 0,6 0-52 16,3-2-43-16,5-4-16 0,0 0-30 16,4-5-91-16,-1-7-30 0,1-3-60 15,-1-4-61-15,-4-2-73 0,0-4-143 16,-3-1-232-16,-5 8-827 0,5-10-1341 0</inkml:trace>
  <inkml:trace contextRef="#ctx0" brushRef="#br0" timeOffset="-189432.512">24328 13785 1979 0,'0'0'1565'0,"0"0"-966"0,0 0-322 16,-45 73 96-16,33-51 36 0,2 0-59 15,0-2-54-15,3-2-96 0,4-6-119 16,3 0-68-16,0-5-11 0,2 0-4 0,6 1 2 16,2 0-12-16,3 0-3 0,2-2 0 15,-1 0-3-15,3 2 3 0,-4-2 3 16,2 2-3-16,-4 0 13 0,-2 1-1 15,-2 3-24-15,0 0-16 0,-4 2 7 16,-3 3 15-16,0 2-9 0,-6 1 2 16,-5 1-5-16,-4 0-12 0,-3-1-22 0,-6 1-2 15,-5 1-46-15,-4-2-77 0,-9 4-155 16,-6 1-325-16,9-7-709 0,-27 11-948 0</inkml:trace>
  <inkml:trace contextRef="#ctx0" brushRef="#br0" timeOffset="-173631.34">22363 1000 988 0,'0'0'2071'0,"0"0"-1640"0,0 0-190 16,0 0-43-16,0 0 75 0,0 0 28 16,0 0-27-16,0 0-50 0,0 0-74 15,-3 36-65-15,3-9 9 0,-1 12 25 0,-3 15 66 16,-1 10-97-16,-5 8-40 0,2 5-18 15,-3 6-4-15,-3 2-26 0,1-1-2 16,0 2-1-16,2-4-27 0,2-10 0 16,3-13-58-16,3-15 40 0,3-17-16 15,3-14-69-15,7-10-29 0,4-5-20 16,1-14-57-16,5-10-208 0,-1-11-227 16,-5 5-720-16,2-33-766 0</inkml:trace>
  <inkml:trace contextRef="#ctx0" brushRef="#br0" timeOffset="-173401.263">22402 1152 16 0,'0'0'3143'16,"0"0"-2622"-16,0 0-344 15,0 0-143-15,0 0 23 0,0 0 34 0,0 0 31 0,0 0 71 16,0 0-47-16,64 85-63 0,-41-45-15 16,1 10-12-16,-1 3-41 0,-1 0-15 15,0 1-9-15,-2-9 7 0,-3-10 0 16,0-8 2-16,-5-11 25 0,-2-7 34 15,-1-4-1-15,-4-5 6 0,0 0 98 16,-1 0-6-16,4-8-56 0,-2-5-15 16,3-6-12-16,4-8-12 0,-2-7-34 15,3-11-27-15,3-5-9 0,0-5-27 16,3-3-58-16,0-1-70 16,-1 1-19-16,4 5-13 0,0 7-34 0,0 8-73 15,-1 4-129-15,3 10-274 0,-7 9-520 0,9-4-689 16</inkml:trace>
  <inkml:trace contextRef="#ctx0" brushRef="#br0" timeOffset="-173150.634">23325 811 1668 0,'0'0'1972'0,"0"0"-1679"0,0 0-145 15,0 0 64-15,-97 83 45 0,74-48-41 16,4 6-14-16,2 6-46 0,4 5-40 15,3 2-25-15,4 6-18 0,3 1-24 16,3-4-19-16,0-3-6 0,9-7-20 16,2-9 14-16,3-8-17 0,6-10 17 0,1-4-18 15,2-6-27-15,3-5-16 0,5-5-36 16,2-2-27-16,5-11-28 16,1-6-19-16,0-7-58 0,0-5-162 0,-10 6-610 15,4-16-948-15</inkml:trace>
  <inkml:trace contextRef="#ctx0" brushRef="#br0" timeOffset="-172859.39">23663 883 1355 0,'0'0'169'0,"0"0"828"16,0 0-768-16,0 0-78 0,0 0 182 15,0 0 11-15,0 0-22 0,0 0-58 16,0 0-87-16,0 0-62 0,0 0-10 16,13 34 156-16,-8-13-52 0,0 6-69 0,-2 4-24 15,2 4 2-15,-2 5 13 0,1 3-34 16,-2 6-52-16,1 1-26 0,-3 4-19 16,2 0-21-16,-1 1-6 0,-1-8-31 15,3-7-57-15,2-9 6 0,3-14 27 16,2-5-31-16,0-10 3 0,4-2-40 0,0-5-43 15,0-10-122-15,1-8-292 0,-5-7-653 16,-3 6-1112-16</inkml:trace>
  <inkml:trace contextRef="#ctx0" brushRef="#br0" timeOffset="-172549.62">23738 946 2617 0,'0'0'1254'0,"0"0"-1033"0,0 0-75 16,0 0 44-16,0 0 29 16,0 0-4-16,0 0-31 0,0 0-44 0,92-55-70 15,-58 46-33-15,0 3-34 0,1 4-2 0,1 2 1 16,-1 0-2-16,-1 6-28 0,-3 6 3 16,-3 3-2-16,-5 2-1 0,-3 4 26 15,-4 0-13-15,-4 4 15 0,-5 3 1 16,-6 3 48-16,-1 2-16 0,-3 4-2 15,-8 0-7-15,-3 0-6 0,-8 2-15 16,-1-2-2-16,-5-2 1 0,-2-2-2 16,-2-4-15-16,2-6-24 0,0-4-13 15,3-5-33-15,1-6-35 0,3-6-14 16,5-2-20-16,3-14-117 0,1-10-266 0,5 2-506 16,-2-30-590-16</inkml:trace>
  <inkml:trace contextRef="#ctx0" brushRef="#br0" timeOffset="-172319.726">24629 786 2632 0,'0'0'1166'0,"0"0"-937"0,0 0-16 0,0 0 70 16,70 81-61-16,-61-56-2 0,-4 3-100 15,-4 3-77-15,-1 2-43 0,-4 7-15 16,-9 5-3-16,-10 6-74 0,-9 3 16 15,-7 2 8-15,-8 5-5 0,-3-2-17 16,-4-1-14-16,-3-3 14 0,1-5 16 16,-4-6-29-16,-1-6-90 0,-2-7-282 0,17-11-652 15,-31 1-941-15</inkml:trace>
  <inkml:trace contextRef="#ctx0" brushRef="#br0" timeOffset="-171648.15">20450 1644 2206 0,'0'0'1126'0,"0"0"-796"0,0 0-84 16,0 0 93-16,0 0-94 0,0 0-54 15,0 0-25-15,0 0 27 0,75-53-1 16,-41 42-73-16,-1 4-43 0,-3 1-40 16,-5 6-36-16,-3 0-15 0,-4 2 13 15,-5 6-23-15,-5 1 1 0,-2 3 0 16,-6 7 22-16,0 6-65 0,-11 6-33 16,-5 5-19-16,-5 1 51 0,-4 0 13 15,-1-6 13-15,0-1 8 0,0-7 0 0,3-3 19 16,3-4 13-16,4-4 2 0,3-4 2 15,5-4 16-15,5-2-17 0,3-1-1 16,0 1-34-16,9-2 34 0,6 2 46 16,3 2 52-16,6-3-12 0,3 1-28 15,2-2-3-15,2 0-9 0,0 0 12 16,2-6-22-16,1-2-36 0,-1-2-17 16,1-1-62-16,1-1-156 0,2-3-57 15,-1-1-219-15,-10 6-751 0,12-2-1284 0</inkml:trace>
  <inkml:trace contextRef="#ctx0" brushRef="#br0" timeOffset="-171366.471">21470 1378 927 0,'0'0'2132'0,"0"0"-1895"0,0 0-116 0,0 0 66 0,-94 29 75 16,78-10-20-16,3 7-42 0,5 5-42 16,5 5-34-16,3 3-10 0,3 2 8 15,8-1-26-15,6-1-23 0,4-5-9 16,3-7 19-16,5-7 51 0,3-6-64 16,1-4-37-16,0-6-15 0,0-4-4 15,0 0-14-15,-4-5-15 0,0-7-91 16,-2-1-59-16,-4-3-21 0,-4 1-20 15,-6-2-53-15,-3 3-228 0,-6 4-576 16,-4-2-540-16</inkml:trace>
  <inkml:trace contextRef="#ctx0" brushRef="#br0" timeOffset="-171203.513">21438 1686 1345 0,'0'0'2291'0,"0"0"-1844"0,0 0-275 15,0 0 2-15,0 0 33 0,0 0 17 16,78-19 54-16,-52 7-131 0,3-4-105 15,-2 0-42-15,-1 0-32 0,0-3-120 16,-3 0-72-16,-3 1-18 0,-3 0-76 16,-6 1-281-16,-3 6-624 0,-8-7-1182 0</inkml:trace>
  <inkml:trace contextRef="#ctx0" brushRef="#br0" timeOffset="-171001.002">21324 1223 430 0,'0'0'2403'0,"0"0"-1945"0,0 0-163 16,0 0 36-16,0 0-20 0,0 0-56 15,0 0 22-15,0 0-14 0,71 85-61 0,-40-54-59 16,1 6-40-16,3 6-67 0,-1 4-36 16,0 7-45-16,-3 3-55 15,0 1-74-15,-4 2-15 0,-1-3-26 16,-2-3-56-16,-2-4-206 0,0-5-329 0,-7-13-776 15</inkml:trace>
  <inkml:trace contextRef="#ctx0" brushRef="#br0" timeOffset="-169802.184">21904 1291 737 0,'0'0'179'15,"0"0"385"-15,0 0-289 0,0 0-274 16,0 0 274-16,-88-42 133 0,73 39-43 0,1-1-102 16,-1 1 31-16,0 3 23 0,-1 0-78 15,-3 0-50-15,2 7-58 0,-5 0-6 16,-2 5-26-16,-1 0-31 0,-2 5-37 15,-1-1-4-15,-1 1-14 0,-1 1-13 16,1 0 0-16,-1 0-22 0,1 1-9 0,-1 1-71 16,1 1-65-16,-1 1-84 15,0 4-158-15,0 1-591 16,4-6-1298-16,-12 11 2213 0</inkml:trace>
  <inkml:trace contextRef="#ctx0" brushRef="#br0" timeOffset="-169144.396">19374 1541 65 0,'0'0'2501'16,"0"0"-1980"-16,0 0-272 0,0 0 28 16,0 0 54-16,99-30-83 0,-68 26-59 15,-2 4-31-15,1 0-16 0,-4 6-44 0,-3 4-24 16,-4 0-22-16,-5 5-49 15,-3 0 9-15,-2 5-10 0,-6 2-2 0,-1 0 2 16,-2 2-1-16,-2-1-1 0,-5 2-2 16,-1-3 2-16,-1 1 0 0,0-4 1 15,-1 1-1-15,3-7-13 0,1 0 10 16,2-3-15-16,2-2 0 0,2 0-13 0,0-1-28 16,5 2 29-16,6 1 2 0,4 0 25 15,1 2 3-15,4-1-3 0,-3-2 1 16,2 2 2-16,-1-1 15 0,-5-1 4 15,-1 2 18-15,-1 0-16 0,-3 3-6 16,-2-3 25-16,-1 3-9 0,-3-1 36 16,-2 1-18-16,0-2 12 0,-2 0-36 15,-3-2-4-15,-3-1-19 0,-2-2-2 16,-1-1-76-16,-1-1-1 0,-1-1-48 16,0-1-47-16,1-2-29 0,0-1-63 15,2-1-129-15,2-6-385 0,5 1-782 0</inkml:trace>
  <inkml:trace contextRef="#ctx0" brushRef="#br0" timeOffset="-168995.613">20140 1944 2050 0,'0'0'1278'16,"0"0"-856"-16,0 0-297 0,0 0-43 0,-51 72-44 15,25-44-38-15,0-1-50 0,-3 3-202 16,9-10-286-16,-7 7-1258 0</inkml:trace>
  <inkml:trace contextRef="#ctx0" brushRef="#br0" timeOffset="-135684.988">10387 7403 1755 0,'0'0'668'16,"0"0"362"-16,0 0-834 0,0 0-88 15,0 0 62-15,0 0 81 0,0 0-39 0,0 0-42 16,0 0-56-16,0 0-40 0,-49 76-31 15,46-52 3-15,-2 4-6 0,1 7-4 16,-1 5-8-16,1 4-26 0,-2 5-2 16,0 2-21-16,-1-4-10 0,1-3 0 15,-1-5-12-15,0-8-43 0,-2-10-31 16,4-4-19-16,-1-6-25 0,0-5-13 16,0-4-59-16,-2-2-101 0,0-7-144 0,1-5-117 15,0-7-31-15,1-4 60 0,-2-3 94 16,2-2-37-16,1 1 179 0,-2 1 330 15,0 4 135-15,1 4 373 0,0 5 115 16,1 4-38-16,0 3-79 0,2 6-128 16,-4-1-57-16,3 1-36 0,0 0-50 0,-1 0-39 15,-2 1-52-15,1 5-50 16,-1 3-39-16,0 5-18 0,1 6 4 0,2 4 2 16,2 6-15-16,2 4 1 0,0 3-1 15,9-1-7-15,4-2-9 0,4-3-12 16,-2-6-1-16,2-6 1 0,0-9-11 15,1-6 11-15,2-4 0 0,-1-2-12 16,4-11-19-16,0-5 29 0,-1-3 1 16,-1-4-52-16,-1-1-44 0,0-3-29 15,-4 0-35-15,1-2-88 0,-4-4-162 0,-5 10-609 16,0-17-974-16</inkml:trace>
  <inkml:trace contextRef="#ctx0" brushRef="#br0" timeOffset="-135422.265">10366 6806 3246 0,'0'0'426'0,"0"0"-234"0,0 0-7 15,0 0 31-15,0 0 11 0,0 0-54 16,0 0 5-16,0 0-46 0,0 0-80 15,0 0-38-15,46 75-14 0,-39-47-3 16,3-1-34-16,-4 1-67 0,0 0-92 16,-3-5-42-16,0-4-54 0,-2-11-89 0,-1-3-107 15,0-3-166-15,-4-2-607 0</inkml:trace>
  <inkml:trace contextRef="#ctx0" brushRef="#br0" timeOffset="-135287.504">10389 6553 2632 0,'0'0'549'0,"0"0"-253"15,0 0 87-15,0 0-57 0,0 0-130 16,0 0-136-16,0 0-60 0,0 0-62 16,0 0-149-16,86-1-144 0,-77 8-338 15,4 7-1161-15</inkml:trace>
  <inkml:trace contextRef="#ctx0" brushRef="#br0" timeOffset="-135009.713">10814 6680 2489 0,'0'0'582'0,"0"0"-151"0,0 0-74 16,0 0-56-16,0 0 41 0,23 77-40 0,-20-57-91 15,-2 1-113-15,2 3-61 0,-3-2-37 16,2 1-31-16,-1 1-18 0,1-2 16 15,1-4-7-15,-2-4 25 0,3-2 12 16,-4-5-25-16,1-2-18 0,2 0 9 16,-3-5 10-16,2 0 27 0,-1 0 3 15,2-7-1-15,0-3 16 0,2-3 3 16,0-3-21-16,1-5-19 0,3-2-8 16,-4-2 11-16,1-2 1 15,2 0-19-15,-3-1-58 0,1 1-93 0,-2-1-88 16,-1 0-170-16,-1 9-330 0,-2-6-696 0</inkml:trace>
  <inkml:trace contextRef="#ctx0" brushRef="#br0" timeOffset="-134753.167">11071 6609 2244 0,'0'0'677'0,"0"0"-395"0,0 0-81 15,0 0 135-15,0 0 14 0,0 0-45 16,0 0-89-16,44 76-108 0,-35-52-50 15,1 1-36-15,-3 6 12 0,0 2-19 16,-1 3-15-16,0-3-22 0,-1 3-11 16,0-7-4-16,-1-4 21 0,-1-7 14 0,0-7-16 15,0-3-4-15,0-3-2 16,0-5-1-16,0-2 25 0,4-9 6 0,0-1 34 16,2-8-3-16,3-3-2 0,0-4-35 15,1 1-43-15,4-2-65 16,2 1-62-16,1 0-53 0,5 1-66 0,-7 7-344 15,10-5-1058-15</inkml:trace>
  <inkml:trace contextRef="#ctx0" brushRef="#br0" timeOffset="-134450.845">12040 7443 2827 0,'0'0'340'0,"0"0"-228"0,0 0 34 0,0 0 73 15,-17 97 55-15,14-59-4 16,-1 2-71-16,0 3-75 0,-1 2-43 15,-1 0-38-15,-2 1-34 0,-1-2-9 0,-1-3-28 16,-1-5-55-16,-1-9-72 0,0-6 6 16,0-8-39-16,-3-7-79 0,1-6-282 15,2 0-803-15,-8-17-492 0</inkml:trace>
  <inkml:trace contextRef="#ctx0" brushRef="#br0" timeOffset="-134231.03">11761 7661 2756 0,'0'0'395'0,"0"0"-296"16,0 0-64-16,7 96 16 0,-4-56 156 16,1 3 39-16,-1 0 22 0,4 4-74 15,-1-2-45-15,1 2-41 0,2-2-49 16,2-6-7-16,-2-7 16 0,1-10 21 0,3-10 52 16,2-9-64-16,5-6-34 15,3-15-43-15,0-8-9 0,7-9-4 0,-2-7-48 16,3-6-71-16,0-5-37 15,2-2-44-15,0-4-104 0,0-2-124 0,-10 17-765 16,1-24-1015-16</inkml:trace>
  <inkml:trace contextRef="#ctx0" brushRef="#br0" timeOffset="-134018.127">12138 6832 3801 0,'0'0'467'0,"0"0"-265"0,0 0-63 0,35 72 27 15,-27-42 101-15,-2 0-75 16,-1 3-55-16,-2-2-90 0,-2 0-47 0,-1-4-24 16,0 0-28-16,0-4-124 0,0-3-108 15,3-5-104-15,-2-8-205 0,-1-7-503 16,2-3-528-16</inkml:trace>
  <inkml:trace contextRef="#ctx0" brushRef="#br0" timeOffset="-133836.794">12048 6621 3142 0,'0'0'458'0,"0"0"-193"0,0 0-108 16,0 0 31-16,0 0 20 0,0 0-31 15,0 0-8-15,0 0-86 0,0 0-83 16,0 0-3-16,51 70-68 0,-40-55-172 0,1 1-155 16,-4-4-315-16,0 7-1158 0</inkml:trace>
  <inkml:trace contextRef="#ctx0" brushRef="#br0" timeOffset="-133536.501">12450 6811 3421 0,'0'0'509'16,"0"0"-276"-16,0 0-53 0,0 0 55 0,0 0 18 15,0 0 13-15,0 0-92 0,0 0-92 16,0 0-40-16,0 0-8 0,83 83 5 16,-74-59-12-16,2 5 7 0,-3 4-4 15,-3 3-15-15,1 1-14 0,-1-2-1 16,0-4-2-16,-1-8-25 0,2-6 15 15,-3-9 0-15,-1-1 0 0,1-7 5 0,0 0 7 16,-2-3 16-16,3-8 2 0,3-7 15 16,-2-7-30-16,-1-6-3 0,0-2-67 15,-1-7-24-15,-3 2-21 0,2 1-4 16,-2 1-39-16,0 0-54 0,0 2-129 0,0 2-218 16,0 7-547-16,0-6-566 0</inkml:trace>
  <inkml:trace contextRef="#ctx0" brushRef="#br0" timeOffset="-133295.395">12736 6760 2711 0,'0'0'568'0,"0"0"-377"0,0 0-45 15,0 0 56-15,58 72 115 0,-45-51 10 16,2-1-22-16,0 4-100 0,-3-2-46 16,-1 4-49-16,-1 3-43 0,-1-3-21 15,-1 3-28-15,-2-2 6 0,-3-6 13 16,2-5 17-16,-2-6 49 0,0-6 52 0,-1-2-68 15,4-2-11-15,1-3-43 0,3-7-3 16,2-2 7-16,4-9-16 0,1 0-21 16,3 1-34-16,3-3-26 0,-1 0-12 15,3 4-22-15,-1 2-42 0,2 2-58 16,0-1-50-16,0 4-218 0,-9 3-679 0,9-1-1161 16</inkml:trace>
  <inkml:trace contextRef="#ctx0" brushRef="#br0" timeOffset="-133123.228">14136 6948 4857 0,'0'0'552'0,"0"0"-552"0,0 0-21 0,0 0-262 15,0 0-316-15,0 0 173 0,0 0-266 16,-97-3-1168-16</inkml:trace>
  <inkml:trace contextRef="#ctx0" brushRef="#br0" timeOffset="-118198.96">14289 9681 752 0,'0'0'1314'16,"0"0"-1029"-16,0 0-20 0,0 0-85 15,0 0 16-15,0 0-13 0,0 0-56 16,0 0-44-16,0 0 12 0,8-10 16 0,1 9-28 16,-1-1 15-16,3-1 18 0,-3 1 6 15,2 1-33-15,-2 1-11 0,-1 0-16 16,-3-4 1-16,3 3-20 0,0 1 0 16,1-1-2-16,-1 1-4 0,4 0 9 15,2 0-27-15,3 0 5 0,0 0-23 16,4 1 13-16,1 4 1 0,3-4-2 15,3 3 14-15,-1-2-26 0,3-2 10 0,0 0 2 16,0 0-11-16,-2 0 12 0,-1-1-2 16,-1-4-12-16,-1 4 3 0,-1-4 22 15,0 4-23-15,-3-2 16 0,3 1-18 16,0 2 3-16,2 0 22 0,0-1-14 0,3 1-10 16,1 0 1-16,3 0 10 0,0 0-12 15,-1 0-9-15,4 0 9 16,-2 0 12-16,4-1-11 0,-4-1 11 0,2 1-12 15,-2 1-10-15,-1-2 10 0,0 2 21 16,-2 0-18-16,-3 0 28 0,-1 0 0 16,0 0-10-16,-1 2 13 0,1-1 51 15,1 1-36-15,3-1-3 0,1-1-28 16,0 0 22-16,3 0-16 0,-1-3-23 0,3-2 0 16,1-2 0-16,1 0 1 0,1 0 0 15,1-1 0-15,2 1 0 0,-1 2 14 16,2 1-4-16,-1 1 3 0,-3 2 2 15,-2 1-16-15,1 0 17 0,-2 3-18 16,0 0 3-16,2 1 16 0,-2-3-19 0,3-1 0 16,0 0 0-16,0-1 0 0,0-3 0 15,1-5-3-15,0 1-12 0,-1 0 15 16,1 2-1-16,-1-1-1 0,-1 2 0 16,-1-1 1-16,0 5 2 0,0-1-1 15,0 2 2-15,2-2-2 0,-1 1 0 16,2 0 0-16,0-2 0 0,2 0 3 15,1-3 9-15,-1 0-10 0,3-1-2 16,0-4 0-16,-2 3-1 0,1-3 1 16,-2 1 1-16,0 1-1 0,-2-1 2 15,-1 1-1-15,0 0-1 0,-1 3 12 0,-4 0-12 16,1 1 0-16,-1 5-1 0,0-2-11 16,0 2 9-16,1-1 1 0,0 1 1 15,0 0 1-15,1 0-1 0,-4-2 2 16,1 1 9-16,-4 1 7 0,-2-1-17 0,-5-1-3 15,0 0 3-15,-1 1 0 16,0-2 12-16,0 0 0 0,2 2-8 0,0 0 11 16,-1 0 9-16,4-1-9 0,-2 1-3 15,-2 0-9-15,-2 1 10 0,2 0-10 16,-2 0 18-16,-3 0 0 0,0 0-9 16,-2 0-10-16,-2-2 10 0,-4-1 1 15,-4 2-10-15,1 1 0 0,-3-2-1 16,0-1 13-16,-3 2-12 0,0 1 24 15,0-1 43-15,0 1-25 0,0-4-45 16,-4 1 0-16,-5-1-97 0,-4-2-85 16,-3 0-64-16,-4 5-91 0,-6-3-181 0,4 3-438 15,-23 1-1080-15</inkml:trace>
  <inkml:trace contextRef="#ctx0" brushRef="#br0" timeOffset="-117668.457">16543 7888 398 0,'0'0'2267'0,"0"0"-1929"0,0 0-124 0,0 0-23 16,0 0 85-16,0 0-71 15,0 0-31-15,0 0-22 0,0 0-12 0,0 0 3 16,17-82-50-16,0 62-38 0,3-1-27 0,3-1-14 16,1-6-14-16,0 1-3 15,3-1-25-15,1-1-52 0,-1 2-105 0,0 1-42 16,-5 2-22-16,1 3-133 0,-3 5-112 16,-7 3-250-16,-3 6-394 0</inkml:trace>
  <inkml:trace contextRef="#ctx0" brushRef="#br0" timeOffset="-117390.214">16746 7900 1891 0,'0'0'800'0,"0"0"-540"16,0 0-48-16,0 0-40 0,0 0 85 0,0 0-42 16,19-68-33-16,-7 35-49 0,6-5-80 15,3-7-50-15,4 1-3 0,2-4-56 16,3 2-120-16,2 0-95 0,1 0-126 15,-10 16-290-15,10-15-593 0</inkml:trace>
  <inkml:trace contextRef="#ctx0" brushRef="#br0" timeOffset="-116481.271">17660 6625 2646 0,'0'0'325'0,"0"0"-248"0,0 0 9 15,0 0-6-15,0 0 57 0,0 0 67 0,0 0-53 16,0 0-43-16,0 0-49 16,0 0-15-16,-2-59-22 0,2 57 3 0,-1 2-3 15,1 0 7-15,0 0-8 0,0 0-4 16,0 0-1-16,-2 0 6 0,2 0 6 0,0 0 9 15,-1 0 13-15,1 0 6 0,0 2 13 16,-2-1 5-16,1-1-9 16,-4 4-46-16,1 1-19 0,-3 3-19 0,-2 5-3 15,-1 6-2-15,-2 7 23 0,1 5 1 16,2 7 1-16,2 4-1 0,1 5 46 16,2 0-29-16,4 6-16 0,0-1-2 15,0 0 1-15,6-2-22 0,1-7 6 16,3-9 16-16,2-11 19 0,-2-8 18 15,0-6-35-15,3-6 11 0,-2-3 8 16,1 0 38-16,2-6-7 0,2-6-12 16,0-4-30-16,-1-7-10 0,0-5-90 15,-2-2-12-15,-3 3 13 0,-5 3 58 0,-5 3 31 16,0 7 0-16,-5 2 34 16,-10 5 12-16,-1 5-43 0,-6 0 8 0,1 2-11 15,-2 2-16-15,1 2-24 0,-1 7-19 16,-2-1-19-16,2 5-137 0,1 2-81 15,-3 2-189-15,6-1-638 0,-11 11-735 16</inkml:trace>
  <inkml:trace contextRef="#ctx0" brushRef="#br0" timeOffset="-102750.736">19433 9740 39 0,'0'0'750'0,"0"0"-320"16,0 0 234-16,0 0-204 0,0 0-66 0,0 0-31 15,78-5-47-15,-68 5-6 16,-2 0-11-16,0 0-20 0,5 0-53 0,0 0-63 16,4-2-43-16,4 0-37 0,3 0-10 15,2 1-14-15,4-2-4 0,2 3-16 0,4 0-11 16,6 0 5-16,3 0-12 15,6 3 4-15,5 0 11 0,6-1-20 16,6 0-16-16,4-2 1 0,8-2-2 0,2-6-17 16,6-2 17-16,3-2-26 0,2-2-4 15,5 3-26-15,3 2 15 0,1 2 42 16,-1 1 0-16,3 1-2 0,-2 5 2 16,-1 0 10-16,-3 0-9 0,0 0-1 15,-3 0 0-15,-1-1-30 0,-5-3 17 16,-2-2-11-16,-3 0 2 0,-2-2-2 15,-4 1 9-15,-2 0 12 0,-3 2 3 16,-3 1 0-16,-1 2 3 0,-8 0 18 0,-1 2 4 16,-5 0 14-16,-4 0 16 0,-6 0-24 15,-6 0 2-15,-5 2-14 0,-6 0-19 16,-4-1-1-16,-5 2-1 0,-2-3-11 16,-5 1-2-16,-3-1-21 0,-4 0-35 15,-2 0 1-15,-1 0-28 0,-2 0-37 0,0 0-53 16,-5 0-109-16,-5 0-177 0,0 0-672 15,-13 0-821-15</inkml:trace>
  <inkml:trace contextRef="#ctx0" brushRef="#br1" timeOffset="-46321.157">743 7088 1823 0,'0'0'1919'0,"0"0"-1670"15,0 0-249-15,0 0-95 0,0 0 95 0,0 0 82 16,0 0 0-16,91-11-44 0,-64 8-4 15,4 1 38-15,2 2 34 0,3 0-19 0,5 0-22 16,3 0-28-16,2 2 6 16,3 1-18-16,4 1-13 0,-1-3 10 0,3-1-1 15,3 0 1-15,1-4-22 0,1-4 34 16,2-1-19-16,0-1 1 0,2 0-16 16,-1-1-10-16,2 1 10 0,1 0 10 15,5 0 8-15,-1 2 1 0,4 1-19 16,4 0 2-16,0-2-2 0,4 1 2 15,1-1 10-15,2-1-1 0,0-1-11 16,3-3-21-16,2 0 20 0,-1 1 1 16,0 1 1-16,2 0-1 0,0 1 12 15,1 3 10-15,2 2-10 0,-1 1 0 0,-2 3-6 16,1-1 7-16,1 1 5 0,-1-2-18 16,-1 2-18-16,1-4 15 0,0-1-12 15,0-2-5-15,2 1 20 0,0-3 9 16,-1 1-9-16,1-2-3 0,0 3 3 15,1-1 0-15,-1 3 27 0,-1-2-25 0,1 4 35 16,-3 0-37-16,-2 0-30 16,-3-2 27-16,1 2-15 0,-2-1 17 0,0-1-7 15,0 1 8-15,1-5 24 0,2 0-24 16,-1-2 19-16,1-1-19 0,-2-2-3 16,-2 2 3-16,-5-1 0 0,-1 2-1 15,-6 1-33-15,1 4 22 0,-6-3 12 16,-2 5 0-16,-3-1 0 0,-5 1-3 0,-1 1 2 15,-5-1 1-15,-1 5-1 0,-2-3-6 16,-2 3 7-16,0-3 3 0,-3 1-3 16,1 1 3-16,-1-1-3 0,-3 1 1 15,-1-1-1-15,-3 1-1 0,-1 2 0 16,-1 0 1-16,-2 0-2 0,-3 0 2 0,-3 2-4 16,1 1 4-16,-4-2 0 0,0 0 28 15,-2 2-27-15,-1-2 11 0,-2 0-12 16,0-1-17-16,0 0 17 0,-3 0 28 15,2 0-28-15,-2 0 3 0,0 0-1 16,0-1 19-16,1-2-21 0,-2 2-1 16,5 0 1-16,-2 0-3 0,3-1-15 15,0 1 5-15,-1-1 1 0,4 2 10 0,-3 0 2 16,3 0 3-16,-4 0-2 16,3 0 12-16,-5-2-13 0,3 0 1 0,0 1 13 15,-1-1-2-15,3 0 19 0,-1 0-31 16,-2 2-3-16,1 0-21 0,-1 0 23 15,-2 0-25-15,2 0 25 0,-3 0-12 16,0 4 12-16,-3-1 0 0,-2 0-2 16,-1-2 3-16,-4 1 0 0,-1 1 0 15,-3-2 0-15,0-1 0 0,-2 0 16 0,0 0-13 16,0 0-2-16,0 0 1 0,0 0-2 16,0 0-2-16,0 0 2 0,0 0 2 15,0 0 16-15,0 0 4 0,0 0 5 0,0 0 1 16,0 0 8-16,0 0 4 15,0 0 3-15,0 0-12 0,0 0-7 0,0 0-3 16,0 0-9-16,0 0 13 16,0 0-10-16,0 0 0 0,0 0-12 15,0 0 9-15,0 0-12 0,0 0-2 0,0 0-11 16,0 0 10-16,0 0-12 0,0 0 14 16,0 0 0-16,0 0 1 0,0 0 12 15,0 0 6-15,0 0 1 0,0-1 2 16,5 1-6-16,0-3-13 0,1 1 13 15,4-2-15-15,3-1-3 0,0 1-1 16,2-2-14-16,-2 2-6 0,1 2 9 16,-5 0-4-16,-1 2 7 0,-1 0 12 0,0 0 9 15,3 0-7-15,0 0 17 0,3-2-16 16,-1 2 0-16,-1 0-1 0,4 0 13 16,-4 0 12-16,2 2-27 0,-3 0-1 15,1 0 1-15,-4-2 3 0,-2 1 0 0,0 0 16 16,-2 1-7-16,-3-2 6 0,0 0-6 15,0 2 10-15,0-2-7 0,0 0-12 16,0 1 0-16,0 3 0 0,0 0 9 16,-3 3-11-16,0 0 11 0,-2 4-9 15,0 0-1-15,-2 3 0 0,-1-1-2 16,1 5 1-16,-3-1-1 0,0 2 2 16,3 0-2-16,-3 5 0 0,1-1 0 15,0 1 0-15,2 2 2 0,-1 2-2 16,3 0-3-16,-2-1 2 0,3 2-11 15,-1 0 0-15,1 0 11 0,-2 0-1 16,4 3-1-16,-1 0 2 0,0 0 0 0,1 1 1 16,2 0-12-16,0 4 12 0,0 1 0 15,0 1 2-15,0 6-2 0,0 0 0 16,0 4 9-16,0 4 6 0,0 0-15 0,0-2-2 16,0 0-1-16,0 1 3 0,-3 1-2 15,-1 3-13-15,-3 3 15 0,-2 4 17 16,0 3-5-16,-1 5-9 0,-2 2 0 15,0 2-2-15,-2 2 11 0,-1 5-11 16,-2-1 2-16,2 3 13 0,-2 5-15 16,0 0 21-16,-2 2-20 0,0 1-2 15,1-2 12-15,-1 3 5 0,3-5-16 16,2 1 10-16,1-1-9 0,1-1-1 16,-1-2 2-16,1 0 0 0,1 0 0 15,1-3-3-15,1 3-13 0,-1-2 13 16,2 2 7-16,-1-3-7 0,3-1-15 0,-2 2 15 15,0-3 11-15,1 1-10 16,1 0 1-16,-1 1-4 0,2-2-8 0,-1 2 10 16,1-4 0-16,1 0-11 0,0 1 11 0,1-4 0 15,0 1 0-15,1-2 0 16,0-2 9-16,0-1 6 0,2-2-15 16,0-1 0-16,0-2-1 0,0 0-2 0,0-3 1 15,2 2-19-15,3-3 21 0,0 1 0 16,-1 2-11-16,2-2-1 0,0 3 10 15,-2-2 2-15,3-1-1 0,-3 1 0 16,2-2 2-16,0 1 13 0,1-2-14 16,0-3 0-16,-1 1-2 0,1-1-1 15,1-3-9-15,0-2 12 0,1-3 0 16,-1-1-11-16,1-2 9 0,1 1-11 16,0 0-23-16,-1 2 35 0,2 0-17 15,-2 1-7-15,0 0 22 0,-1 3-21 0,1-3 21 16,-2 3 2-16,1-1-11 0,1 2-9 15,2 1 21-15,-3 2-19 0,2 1 7 16,-1 0-20-16,0-2 31 0,-2 1-14 16,1-3 15-16,-3-1-1 0,-1-2-1 0,0 1 1 15,1 0 0-15,-4-1 0 0,2-2 1 16,-3-5 13-16,0-4 2 0,0-5-12 16,0-4 9-16,0-5 0 0,2 1-1 15,-1-5-11-15,2-2-15 0,-2 1 5 16,1-1 10-16,-1 0 2 0,-1-2-2 15,0 0-1-15,0-2-11 0,1 1 10 16,-1-5-10-16,0 0 12 0,0-3 12 16,0-2-11-16,2-4 17 0,-2-2-16 0,0-2-2 15,0 0-21-15,0 0-1 0,3 0 20 16,-2 0 0-16,2 0-22 0,-1 0 9 16,1 0 13-16,0 0-10 0,-2 0 11 15,2 0-2-15,2 0 3 0,-2 0 0 16,-1 0 4-16,-1 2 11 0,1-2-13 15,-1 0 10-15,1 2-9 0,-1-1 9 16,2 1-12-16,-2 0 1 0,4 2 11 16,-1 2 10-16,2 2 5 0,-2 1-15 0,-1 3 7 15,3 0-17-15,-3 0 1 0,1 1-1 16,-1 0 10-16,4-1-9 0,-3-2-3 16,2-1 18-16,0-3-17 0,1 0-1 15,3-3 0-15,0-3 12 0,2 0 34 0,2 0-25 16,-1 0-21-16,3 0 1 0,-1-3-1 15,2-1 21-15,-1 0-9 0,2 1-12 16,2 2 0-16,-1-1-1 0,0 2 0 16,3 0 1-16,-1 0-2 0,4 5 17 15,1 0-12-15,-1 0 6 0,4-1 6 16,1-2-17-16,2 1 2 0,1-3-1 16,2 0 0-16,1 0-1 0,0 0 1 15,3 0-1-15,1 0-19 0,2-1 2 0,0-2 18 16,1 2 0-16,2-1 2 15,1 0-13-15,2 0 13 0,1 0-1 0,2 1 25 16,2-2-7-16,1 2-18 0,4-2 1 16,1 0 8-16,1 1-8 0,2 0-1 15,0 0-5-15,3 1 5 0,0 1 1 0,-1 0 1 16,-1 0 16-16,2 0-8 0,-2 0-9 16,-1 5-1-16,-3-1 1 0,3 1-1 15,-3 3 0-15,-1-2-2 0,1 0 2 16,2 3-15-16,-4-2 14 15,1 2 1-15,-1 0 2 0,-3 0-1 0,4 2 0 16,-4 0 13-16,2-1-13 0,-1 1 0 16,-1 0 2-16,0 1-1 0,1 1 0 15,0-1 14-15,-2 0-3 0,-1-2-11 16,3 2 2-16,-6-3-4 0,4 1 0 16,-3 0-39-16,1-3 39 0,-2 0 0 15,3 0 1-15,-3 0-13 0,0-1 15 0,-3 0-3 16,0 1 16-16,0-3-14 15,2 2-2-15,-3-1 2 0,0 0 25 0,0-3-27 16,1 1-12-16,1-2 12 0,-3-1 16 0,2 0 2 16,0 0-18-16,-1 0 0 0,0 0 0 15,-5-3-1-15,2 1-2 16,-1-1-12-16,-1 0 15 0,-3 1 0 16,-2-1-13-16,-1 1 10 0,0-2 1 15,0 4-29-15,-3-1 30 0,1-1 1 0,-3 2-2 16,1 0-41-16,-3 0 43 0,1 0 15 15,0 0 9-15,-2 0-22 0,-4 0-2 16,-1 0 0-16,-1 0-12 0,-3 0 10 16,-1 0 0-16,-2 0 2 0,0 0 0 15,-4 0 0-15,1 0 1 0,-1 0 2 16,-1 0 15-16,1 0-15 0,-3 2 13 16,3-1-4-16,-4-1-12 0,1 2-2 15,0-2-1-15,-4 2 3 0,0-2 9 0,-1 0 6 16,-1 0-13-16,-1 0 16 15,0 0 0-15,0 0 3 0,0 0 4 0,0 0 2 16,0 0-6-16,0 0-9 0,0 0-10 0,0-2 0 16,0 2 0-16,0 0 10 0,0-2-9 15,0 2 13-15,0 0-4 0,0-1 3 16,0-1-12-16,0 1 12 0,0 1-13 16,0 0 10-16,0 0-10 0,0 0-2 15,0 0-11-15,0 0-4 0,0 0 0 16,0 0 14-16,0 0 0 0,0 0 1 15,0 0 0-15,0 1 1 0,0 2-1 16,0-3-3-16,0 0 0 0,0 2 1 16,0-2 2-16,0 2 2 0,0-1 0 15,0-1-2-15,0 0 0 0,0 1-3 16,2 0 2-16,-2 3-2 0,3-2-10 0,-2 2 12 16,4 0 0-16,-2 2 0 0,0 3-14 15,2 2-3-15,-1 3 16 0,0 2 2 16,-1 1-12-16,0 2-3 0,3 1 3 15,-3 3 10-15,-2 3 0 0,3 0-22 0,-1 2 24 16,-1 1 3-16,1 1 12 0,0-4-15 16,0 2 1-16,1-2-1 0,1 1-12 15,1 1-4-15,-1 2 14 0,-1-1-10 16,2 0 9-16,-3 1-9 0,0-3 9 16,1-2 2-16,-1-1 1 0,-2-2 0 15,-1 0-1-15,4 0 1 0,-2-1 0 16,1 3 0-16,1-1-18 0,1 1 16 15,0-1-1-15,1 1 0 0,-2 0 1 16,1 2 0-16,-3 2-14 0,1-2 16 16,-1 2 15-16,-2-1-15 0,0 2-9 0,0-2 9 15,0-1 1-15,0-2 0 0,-2-4 11 16,2 2-12-16,0-1-12 0,0-1-9 16,-1 3 2-16,-1-2-17 0,1 0 22 15,1 0 14-15,0-3 0 0,-1-2 12 0,1-2-10 16,0-2 16-16,0-3 9 15,0-2-5-15,0-4 2 0,0 1-22 0,0-1 1 16,0 0 15-16,0-3-16 0,0 3 0 16,0 0-2-16,0-1 0 0,1 1-1 15,0-1-2-15,2 4-9 0,0-2 11 16,-1 1 1-16,-1 1 1 0,1-2 11 16,-1 3-9-16,-1-2 9 0,0 1-10 15,0-1 16-15,0 0-5 0,0 1-12 0,0-3 2 16,-1 2 9-16,-1-2 6 0,1 1-6 15,-1 0-11-15,2-2-1 0,-1 2-3 16,-1-1-18-16,2 1 6 0,0 0-1 16,0 1-8-16,0 0 12 0,0 0 10 15,0-1 2-15,0-1 1 0,0-2 2 16,0 1-1-16,0-1 1 0,0 1-1 0,0-1 1 16,0 2 9-16,0 1 0 0,0 6-9 15,6 4-2-15,4 5 2 0,0 7 21 16,2 2-21-16,1 2 8 0,-2-1-11 15,-2-3-1-15,2 0-14 0,-2-2 14 16,0 0-11-16,-1-1 9 0,0-2-22 0,-4 1-2 16,0 0 18-16,-4 2 7 0,0-2 2 15,0 2-15-15,0 2-3 0,0 2-13 16,0 4 28-16,0 2 0 0,0 4 3 16,2 5-18-16,-1 4 9 0,2 5 6 15,-1 6-6-15,-1 1-9 0,2 4 16 16,-3 3-1-16,0-1 3 0,0 2 0 15,0-3-12-15,-3 4-11 0,0-3 23 16,0 1 1-16,0 0 12 0,-1-1-11 16,1-2 2-16,-1-1-2 0,1 0-2 0,1-2 2 15,-1 1-1-15,-1-2-1 16,3 0 0-16,1-2-2 0,-3-1 1 0,3-3 1 16,-1-1 2-16,-1-6 11 0,1-3-12 15,-2-1 2-15,1-7 15 0,2-3-18 16,-3-2 0-16,3-1-2 0,-3-1 17 0,3 1-15 15,0-1 0-15,0 2-1 0,0-3-8 16,0-1 9-16,0-4 18 0,0 1-3 16,0-4-15-16,0-1 0 0,0-5-1 15,0-5 0-15,0-5-1 0,0-1 2 16,0-2 0-16,0 0 12 0,0 0-10 16,0 0-2-16,0 0 0 0,0 0 3 15,0 0 13-15,0 0 2 0,0 0 0 0,0 0-6 16,0 0-10-16,0 0 13 0,0 0 3 15,0 0-16-15,0 0-2 0,0 0-9 16,0 0-18-16,0 0 27 0,2 0 11 16,2 0-9-16,1 0-2 0,-1 0 1 15,4 0-2-15,-3 0 1 0,-1 0-1 16,1 0-13-16,-1 0 14 16,-1 0 2-16,-2 0 0 0,1 0-1 0,-2 0-1 15,1 0-3-15,-1 0-18 0,0 0-6 0,0 0-1 16,0 0 7-16,0 0-3 0,0 0-7 15,0 0-8-15,0 0-13 0,0 0-15 16,0 0-18-16,-3 0-49 0,-3 0-50 16,-2 0-56-16,-8 0-153 0,4 0-287 15,-21-11-783-15,111 22-614 0</inkml:trace>
  <inkml:trace contextRef="#ctx0" brushRef="#br1" timeOffset="-24531.407">1537 7396 127 0,'0'0'294'0,"0"0"468"0,0 0 61 15,0 0-360-15,0 0-189 0,0 0 64 16,0 0-22-16,0 0-75 0,0 0-39 15,0 0-45-15,0 0-3 0,0 0 33 0,0 0-35 16,-10-17-50-16,10 17-31 0,-2 0-10 16,0 0-6-16,2 3 44 0,-1-1-29 15,1 2-15-15,-2 1-9 0,2-1-12 0,0 2-7 16,-1-1-6-16,1 4 1 16,0 1-7-16,0 1-13 0,0 5 1 0,0 2 9 15,0 3-12-15,0 7-2 0,0 3 2 16,0 2 14-16,3 4-14 0,-3 1-12 15,1 3 9-15,-1-3-21 0,2 2 9 16,0-5 15-16,-2-2 2 0,0-5-2 16,1-4-13-16,1-2 13 0,-2-1-3 15,0-3 0-15,0-2-9 0,0 0 11 16,1 0-11-16,-1 0-9 0,0 1-1 16,0-1 20-16,0 2-10 0,0 0-16 15,0 0-2-15,-1-4 14 0,-1-3-2 0,1 0 16 16,-1-3 1-16,0-3-17 15,2-1-7-15,0-1 23 0,-1-1-10 0,1-2 9 16,0 2-19-16,0-2 7 0,0 0 3 16,0 0-4-16,0 0 14 0,0 0-10 15,0-2-6-15,0 0-13 0,0 1-37 0,0-1-18 16,0-2-78-16,0 1-69 0,0 0-71 16,-2-4-177-16,1 0-617 0,-4-9-842 0,13 63 1553 15</inkml:trace>
  <inkml:trace contextRef="#ctx0" brushRef="#br1" timeOffset="-21205.146">2046 7491 336 0,'0'0'313'0,"0"0"1303"0,0 0-1096 16,0 0-215-16,0 0-52 0,0 0 51 0,0 0-48 16,0 0-99-16,0 0-72 0,0 0-23 15,-52 14-31-15,36-2-6 0,2 3-25 16,-5 0-24-16,0 4 22 0,-2-2-23 0,-1 2 14 15,1-2 10-15,-1 3 2 16,-1-2-2-16,0-1-9 0,1 1-25 0,-1-2-21 16,1 0 31-16,2-2-10 15,3-2-3-15,0 1 10 0,2-4-29 0,1 0 1 16,4-4 27-16,1 2 28 16,3-3-18-16,-1-1-3 0,3 0 7 0,1-1 15 15,-1 2 2-15,-1-2-1 16,1 3 11-16,1-3 17 0,-1 2-1 0,1-2 4 15,0 2 2-15,0-4 10 0,2 4-3 16,-2-3 0-16,3 1 3 0,-2-2-9 16,1 0-1-16,1 1 3 0,0-1 1 15,0 0-10-15,0 0-3 0,0 0 3 0,0 0 3 16,0 0 12-16,0 0-2 0,0 0-10 16,0 0 6-16,0 0 12 0,0-1-9 15,0 1-9-15,0 0-3 0,0-2-3 16,0 2-7-16,0 0-3 0,3 0-12 15,0 0 0-15,1 0-1 0,2 3 25 16,5 2 1-16,-2 1 0 0,4 0-10 0,-2 0-17 16,3 3 33-16,0 1-10 0,-3-3 1 15,5 3-13-15,-3-2 10 0,3 2-1 16,-2-2-18-16,4 1 21 0,-4-1-21 16,5 3 15-16,-3-3-3 0,4 3 0 15,-3-3-14-15,2 1 1 0,1 2 10 16,-2-4-12-16,-1 1 0 0,-3-1 0 15,2-1-1-15,-3 1-12 0,1-2 13 16,-1 2 0-16,0-1 1 0,-1-2-1 16,-2 0-15-16,0 2 14 0,0-4 1 0,-3 2-23 15,2-1 23-15,-1 0 0 0,1 0-2 16,-3 0 1-16,-2-2-1 0,1 3-17 0,0-2 16 16,-2 1-15-16,0-1 0 0,-1-1-16 15,-1 1-3-15,0-1-12 0,1 1 3 16,-2-1-16-16,0-1 4 0,0 0 8 15,0 0 4-15,0 0-6 0,0 1-44 16,0-1-53-16,0 2-55 0,0-2-126 16,-3 0-252-16,-7 0-911 0</inkml:trace>
  <inkml:trace contextRef="#ctx0" brushRef="#br1" timeOffset="-20394.603">2840 7556 1357 0,'0'0'1035'15,"0"0"-289"-15,0 0-344 0,0 0-212 16,0 0 8-16,0 0 112 0,0 0-52 16,0 0-58-16,0 0-80 0,0 0-68 15,0 0-3-15,43-9 40 0,-22 9-6 16,3 0-44-16,2 0-11 0,3 0 8 15,-2 0-8-15,3 0 2 0,0 0-12 16,2 0-2-16,0 0-13 0,0 0-1 16,-2 0 0-16,2-2-1 0,-4 1 1 0,0 1-2 15,-5 0-1-15,-4 0 1 0,-5 0 0 16,-1 0-2-16,-7 1-13 0,0 1 12 16,-3 1 3-16,-2 1 11 0,-1 1 4 15,0 2 9-15,0 2 4 0,-3-1 11 16,-3 4-15-16,-2 0 7 0,-5 5-13 15,-3-3-15-15,-6 2 15 0,-4 2-15 0,-4-1-3 16,-6 1-6-16,-3 0 3 0,0 0 1 16,-4-5-19-16,4 0-19 0,0-1 4 15,6-5-37-15,1 2 0 0,5-5 9 16,5 0-28-16,4 1-36 0,5-2 12 16,5-2-13-16,4 1-29 0,2-2-86 15,2 0-92-15,2 0-194 0,7 0-455 16,-2 0-220-16</inkml:trace>
  <inkml:trace contextRef="#ctx0" brushRef="#br1" timeOffset="-20067.033">3386 7836 696 0,'0'0'163'0,"0"0"1528"0,0 0-1083 16,0 0-331-16,0 0-61 0,0 0 7 15,0 0 29-15,0 0-34 0,-92 33-44 16,68-28-42-16,-4-1-36 0,-2 0-13 16,-2-1-22-16,-2 0-15 0,-2 3 3 15,-1-3-34-15,0 2-6 0,1 0-9 16,3 1-27-16,3-1 8 0,5 2-2 16,5-2-4-16,6-3-11 0,5 2-13 15,3-2-37-15,5-2 9 0,-1 0-53 16,2 0-9-16,0 0 9 0,3 0 14 0,1 0-35 15,5 0-82-15,0 0-108 0,2 0-55 16,-1-3-203-16,5-4-507 0,-7 0 60 16</inkml:trace>
  <inkml:trace contextRef="#ctx0" brushRef="#br1" timeOffset="-8475.902">4041 7307 2418 0,'0'0'1377'16,"0"0"-1059"-16,0 0-187 0,0 0 15 16,0 0 73-16,0 0-44 0,0 0-76 0,0 0-26 15,0 0-6-15,0 0 62 0,63 3 41 16,-36-3-39-16,2 0-40 0,0 0-25 0,-2-3-8 16,1 0-25-16,-3-1-31 0,-1 1 16 15,0-2-18-15,-1-1-13 0,-4 1-74 16,-5 0-44-16,0 1-33 0,-2 1-61 15,-6 2-60-15,0 1-134 0,-6 4-230 16,0 5-551-16,0-2-331 0</inkml:trace>
  <inkml:trace contextRef="#ctx0" brushRef="#br1" timeOffset="-8236.736">4196 7394 658 0,'0'0'114'16,"0"0"1607"-16,0 0-1206 0,0 0-176 15,0 0 67-15,0 0-32 0,0 0-50 0,0 0-71 16,-65 67-51-16,65-42-34 0,9 10 82 16,2 1-116-16,3 6-52 0,0 3-34 0,-4 8 1 15,3 4-4-15,-2 0-27 0,-2 1-18 16,0-3-1-16,-1-7 0 0,0-4-17 16,-4-4-12-16,3-8-61 0,-1-3-15 15,-1-10-7-15,0-8-5 0,1-4-50 16,-3-6-52-16,1-1-104 0,-1-6-42 15,4-10-40-15,-3-7-179 0,-1 2-438 16,-3-22-598-16</inkml:trace>
  <inkml:trace contextRef="#ctx0" brushRef="#br1" timeOffset="-8061.193">4268 7743 665 0,'0'0'1783'15,"0"0"-1258"-15,0 0-224 0,0 0 83 0,0 0 26 16,0 0-80-16,0 0-71 0,0 0-47 15,0 0-40-15,0 0-26 0,85-27-67 0,-63 19-39 16,2-1-40-16,-1-2-39 16,-1 1-67-16,0 2-87 0,-2 3-55 0,-4 3-110 15,-4 2-329-15,-3 5-625 16,-4 11-966-16</inkml:trace>
  <inkml:trace contextRef="#ctx0" brushRef="#br1" timeOffset="-7465.941">4633 7713 904 0,'0'0'225'16,"0"0"947"-16,0 0-920 0,0 0-58 16,0 0 121-16,0 0-50 0,0 0-97 15,0 0 0-15,0 0-48 0,88 84-35 16,-78-59-41-16,-3 2 0 0,-3 4-21 0,-1 0-23 15,-1 2-22-15,-2-2 3 0,0-5 19 16,0-5 10-16,0-5 24 0,-2-7 10 16,2-3-22-16,-3-3 26 0,2-3 21 15,1 0 18-15,-2 0 59 0,1-5 24 0,1-5-56 16,0-2 40-16,0-4 5 16,0-5-40-16,6-3-27 0,0-2-13 0,3-2-18 15,2 2-31-15,-1-1-17 16,4 2-13-16,1 3-27 0,-1 1-7 15,2 2-11-15,0 1-147 0,0 1-105 0,2 6-135 16,0 2-281-16,-4 3-580 0,5 3-776 0</inkml:trace>
  <inkml:trace contextRef="#ctx0" brushRef="#br1" timeOffset="-7090.034">5193 7736 2635 0,'0'0'626'15,"0"0"-232"-15,0 0 106 0,0 0-109 16,0 0-64-16,0 0-119 0,-85 19-77 0,71-11-52 16,2 4-40-16,2 4-23 0,-2 3-14 15,3 3-1-15,0 0 20 0,3 2-6 16,-1-3-12-16,3-2-1 0,4-2-2 16,-2-3 0-16,2-7-1 0,0-2-2 15,0-1-9-15,6-4-40 0,1 0-24 16,3 0 9-16,4 0 6 0,1-4-15 15,3-4 30-15,0-3-15 0,2-2-13 16,-2-2 4-16,-1 0 30 0,-1-1 12 16,0 1 26-16,-6 2 2 0,0 3 2 15,-3 1-1-15,-1 6 11 0,-3-1 4 16,-2 3-1-16,-1 1-12 0,2 0-1 0,-1 4 32 16,2 5 12-16,0 3 28 15,3 1-10-15,1 2-3 0,-1-1 9 0,1 0-27 16,-1-2-43-16,2-2-31 0,2-3-11 15,-2-1-7-15,4-1-58 0,-3-5-62 16,4 0-47-16,0 0-156 0,2-7-328 0,-3 0-654 16,0-4-732-16</inkml:trace>
  <inkml:trace contextRef="#ctx0" brushRef="#br1" timeOffset="-6837.91">5595 7751 13 0,'0'0'2358'0,"0"0"-1656"15,0 0-239-15,0 0 57 0,0 0-100 16,0 0-127-16,0 0-94 0,0 0-43 16,0 0-46-16,0 0-31 0,-77 67-30 15,68-47-16-15,2 1 1 0,-2 0 2 0,5-1-6 16,3 1-18-16,1 0 7 0,0-3-4 16,1-3 6-16,6 1 0 0,2-4-20 15,1 0-1-15,2-3-3 0,0-1-9 16,3-1 10-16,2-3-28 0,1-4-25 0,2 0-9 15,1-2-30-15,2-7-28 0,-1-4-61 16,2-5-62-16,-1-1-131 0,-7 5-589 16,3-11-811-16</inkml:trace>
  <inkml:trace contextRef="#ctx0" brushRef="#br1" timeOffset="-5951.98">5927 7279 964 0,'0'0'39'0,"0"0"977"0,0 0-475 0,0 0-155 16,0 0-111-16,0 0-55 0,0 0 12 16,0 0-21-16,0 0-45 0,0 0-31 15,0 0-35-15,-69 70-29 0,62-52-9 16,-1 4-9-16,4 2 6 0,-2 5-16 16,5 3 0-16,1 3-6 0,0 3-15 15,8 3-10-15,3 0-12 0,0-4-10 16,2 0 9-16,2-6-24 0,2-2 10 15,-3-6-25-15,3-3-65 0,1-2 15 16,1-6-68-16,-1-1-17 0,0-5-62 0,2-5-120 16,0-1-202-16,0-1-547 0,-6-5-401 15,4-6 1243-15</inkml:trace>
  <inkml:trace contextRef="#ctx0" brushRef="#br1" timeOffset="-4748.926">6299 7300 98 0,'0'0'202'0,"0"0"-94"15,0 0-59-15,0 0-36 0,0 0-10 16,0 0 29-16,0 0 8 0,0 0-14 15,0 0 6-15,0 0 216 0,0 4 244 0,0-4-137 16,0 0-122-16,0 0-57 0,0 0-50 16,0 0-32-16,0 0 10 0,0 0-4 15,0 0-10-15,0 0-22 0,0 0-17 16,0 0-12-16,0 0 16 0,0 0 15 16,0 0 7-16,0 0 0 0,0 0-9 15,0 0-17-15,0 0-3 0,0 0-4 16,0 0-9-16,0 0-15 0,0 0 2 15,1 0 3-15,-1 0 4 0,0 0 12 16,0 0-12-16,0 0 12 0,0 0-22 0,0 0 16 16,0 0 0-16,0 0 9 0,0 0-6 15,0 0 13-15,0 0 2 0,0-1 4 16,0 1-13-16,0 0 0 0,0 0-13 16,0 0-2-16,0 0-8 0,0 0 14 15,0 0 0-15,0 0-6 0,2-1 2 0,-2 1-3 16,0 0 0-16,0 0-3 0,0 0-10 15,0 0-2-15,0 0-10 0,0 0 0 16,0 0 10-16,0 0 5 0,0 0-15 16,0 0-3-16,0 0 13 0,0 0-13 15,0 0 15-15,0 0 4 0,1 0-16 16,-1 0 19-16,0 0-7 0,0 0-2 16,0 0 5-16,0 0-5 0,0 1 11 0,0 0-2 15,0 1-3-15,0 3-4 0,3 1 7 16,0 6 36-16,0 3-27 0,0 4-6 15,1 3 3-15,-1 6-16 0,1 2-12 16,2 2-3-16,-2 4 1 16,1 5-10-16,-3-1 8 0,4 2-14 0,-3-2 17 15,2-3 0-15,-1-2-2 0,-3-3 3 16,2-6 1-16,-2-2 11 0,1-5-12 0,1-6-1 16,-2-2-2-16,-1-4-19 15,2-7-18-15,-2 0-25 0,1-4-183 0,1-7 1 16,-1-5-45-16,1-7-175 0,-2 0-333 15,0 4-709-15,-2-10 589 0</inkml:trace>
  <inkml:trace contextRef="#ctx0" brushRef="#br1" timeOffset="-4369.91">6312 7363 49 0,'0'0'1586'0,"0"0"-483"15,0 0-734-15,0 0-72 0,0 0 45 16,0 0 11-16,0 0-107 0,0 0-85 16,0 0-68-16,0 0-22 0,88-35-13 15,-68 31-12-15,3 2 0 0,3 2-12 16,1 0-9-16,1 0-1 0,-1 3 19 0,-1 3-3 16,-1 2-7-16,-1 0-5 15,-1 2 6-15,0 0-4 0,-3 2 10 0,-1 0-25 16,-2 0 0-16,-1 1 6 0,-4 3-8 15,-2 1 8-15,-3 1-18 0,-3 1 9 16,-4 5-11-16,0 2 0 0,0 1-1 16,-4 2-1-16,-5 1-29 0,-2 1 5 15,-1-4-8-15,-2 3-7 0,1-1 7 0,-6 0-13 16,2-4-3-16,-3-1 9 0,-2-3 0 16,3-4 4-16,-1-4-23 0,3-3-21 15,-2-7-6-15,3-3-53 0,2-6-90 16,1-12-191-16,-1-11-259 0,5 6-711 15,-4-25-121-15</inkml:trace>
  <inkml:trace contextRef="#ctx0" brushRef="#br1" timeOffset="-4033.426">6943 7122 665 0,'0'0'2096'0,"0"0"-1702"16,0 0-138-16,0 0 161 0,0 0-146 16,81 32-84-16,-63-23-13 0,-3 2-29 15,2 1-31-15,-1 1-53 0,0 1-15 16,-2 1-6-16,2 4-15 0,-4 2 12 16,-2 3-7-16,1 6-14 0,-2-3-14 15,-2 6 22-15,-2-2-21 0,-3 5 22 16,0 0-4-16,-2 0-18 0,0 0 9 15,-6 1 0-15,0 1 13 0,-2 0-7 16,-1-1-17-16,-2-1 14 0,-3-4-15 16,0 0 13-16,0-3-1 0,-5 1 6 0,0-2 0 15,-5-3-16-15,-4 1-2 0,-2 1-17 16,-2-3-26-16,-2-1-112 16,-2-3-32-16,1-1-63 0,-2-2-66 0,-1-3-224 0,11-3-708 15,-18 0-1079-15</inkml:trace>
  <inkml:trace contextRef="#ctx0" brushRef="#br1" timeOffset="-1477.981">1017 9078 39 0,'0'0'444'16,"0"0"-382"-16,0 0-7 0,0 0 1241 16,0 0-758-16,0 0-187 0,0 0-65 15,0 0 8-15,0 0 11 0,-23 4-57 16,23-4-52-16,-1 0-12 0,1 0-8 0,0 0-34 15,0 0-25-15,0 0-31 0,1-1 6 16,3-1-3-16,6 2-34 0,2 0 18 16,5 0 3-16,5 0-2 0,2 0 17 15,4 0-33-15,-2 0-22 0,-1 0-21 16,0 0 0-16,-2-4-3 0,-1 1-1 16,-2-2-11-16,-4 0-3 0,2-2-22 15,-3-1 1-15,-1 2-67 0,-4 1-40 16,-1 0-43-16,-2-1-61 0,-1 5-98 15,-3 1-175-15,-3 0-223 0,0 0-411 16,0 1-210-16,-3 2 585 0,-10 3 767 16</inkml:trace>
  <inkml:trace contextRef="#ctx0" brushRef="#br1" timeOffset="-1259.259">1194 9107 251 0,'0'0'307'0,"0"0"905"16,0 0-596-16,0 0-245 0,0 0-69 0,0 0-11 0,0 0-40 15,0 0-46-15,-17 76-32 0,23-58-12 16,1 3-52-16,0 4-32 0,2 0-24 16,-2 4-9-16,0 2-32 0,-1 0-12 15,0-1-19-15,-2 1 17 0,-1-5-41 16,-3-1-44-16,1-6-41 0,-1-1-35 16,0-1-26-16,0-2-89 0,-2 1-146 15,-6-2-339-15,-2-1-531 0,-1-1 350 16,1-4 944-16,-6 1 0 0</inkml:trace>
  <inkml:trace contextRef="#ctx0" brushRef="#br1" timeOffset="-1060.63">1085 9606 650 0,'0'0'3'0,"0"0"82"0,0 0 719 0,0 0-86 16,0 0-304-16,0 0-125 0,0 0-17 0,0 0-55 16,0 0-52-16,0 0-26 0,24-14-13 15,-14 12-26-15,5-1-2 0,-1 1-1 16,-1 1-3-16,3-1-8 0,1 0-30 15,-2 0-18-15,0-2-29 0,0 1-9 16,1 0-28-16,-3-3-25 0,1 4-133 16,1-4-72-16,-1 1-73 0,-1 3-111 15,-1-2-314-15,-4 1-704 0,1 3 752 0</inkml:trace>
  <inkml:trace contextRef="#ctx0" brushRef="#br1" timeOffset="-300.639">1544 9375 88 0,'0'0'421'0,"0"0"609"0,0 0-474 16,0 0-213-16,0 0-107 0,0 0 24 15,0 0-29-15,0 0-52 0,0 0-33 16,0 0-35-16,0 0-13 0,3 18 15 16,-1-5-27-16,1 5-21 0,1 1-15 15,-3 1-21-15,-1 2-6 0,0 0-20 16,0 0 9-16,0-2-12 0,2-6-12 0,-2-3-17 15,0-4 11-15,0-3 18 0,0-4 1 16,1 0-1-16,1 0-2 0,-1-3-73 16,2-5 37-16,3-5 13 0,3-4-4 15,-1-6-15-15,2 1-3 0,0-2-25 0,2 2-1 16,-4 4 47-16,1 4-2 0,-1 3-4 16,-3 6 1-16,1 3 11 15,-3 2 20-15,1 0 83 0,0 7 40 0,1 1-22 16,2 5 19-16,-1 0-29 0,-2 2 7 15,-1 1-48-15,1-3-13 0,-1 2 10 16,0-2-19-16,-1-3-28 0,-1-1-2 16,3-6-39-16,-4 1-11 0,1-4-100 15,1 0-71-15,1-7-131 0,1-6-141 16,1-6-505-16,-3-6-630 0,1 4 1519 16</inkml:trace>
  <inkml:trace contextRef="#ctx0" brushRef="#br1" timeOffset="-75.633">1866 8978 2837 0,'0'0'537'0,"0"0"-368"15,0 0 49-15,0 0 94 0,-4 85-19 16,4-51-49-16,5 4-25 0,2 3-51 16,4 5-18-16,1 0-41 0,0 1-17 15,0 1-47-15,0-5-36 0,0-2-9 16,-3-6-39-16,1-6 14 0,-3-9 4 15,-1-6-37-15,-2-5-51 0,2-6-29 16,-3-3-58-16,-2 0-19 0,-1 0-8 16,0-7-133-16,0-1-222 0,0-5-206 15,-3 2-670-15,-14-11 343 0</inkml:trace>
  <inkml:trace contextRef="#ctx0" brushRef="#br1" timeOffset="92.694">1759 9374 902 0,'0'0'326'16,"0"0"1083"-16,0 0-895 0,0 0-208 0,0 0 99 15,0 0 3-15,0 0-102 0,0 0-121 16,0 0-50-16,0 0 3 0,0 0 54 16,48-4-37-16,-32 4-73 0,1 0-52 15,0-1-5-15,2-5-25 0,1-1-10 16,-1-2-153-16,4-1-66 0,0-2-40 16,0 0-70-16,2 0-295 0,-7 3-676 15,1-1-662-15</inkml:trace>
  <inkml:trace contextRef="#ctx0" brushRef="#br1" timeOffset="378.914">2181 9412 2785 0,'0'0'465'0,"0"0"-363"0,0 0 149 15,0 0 133-15,0 0-42 0,0 0-160 16,0 0-30-16,0 0-20 16,0 0-59-16,0 0-48 0,88 21-25 0,-75-42-18 15,2-5-53-15,-4-3-37 0,1 4-9 16,-4 1 6-16,-2 6-1 0,-3 6 29 0,-2 4 23 15,-1 4 54-15,0 3 6 16,-1 1 31-16,-6 3 47 0,-6 4 3 0,0 5-81 16,-3 2 0-16,2 6 36 0,-1 5 14 15,5 4 33-15,0 3 13 16,3 2-7-16,3 1 0 0,1-4 6 0,0-1-28 16,3-5-58-16,0-5-9 0,0-5-49 15,1-8 0-15,5-1-83 0,2-6-71 16,4 0 2-16,1-7-45 0,6-6-125 15,2-6-210-15,-6 1-703 0,9-10-611 0</inkml:trace>
  <inkml:trace contextRef="#ctx0" brushRef="#br1" timeOffset="793.461">2582 9393 2081 0,'0'0'1366'0,"0"0"-949"0,0 0-354 16,0 0 82-16,0 0 173 0,-62 76-43 15,48-57-76-15,5 2-43 0,2-1-55 16,1-2-46-16,6-2-55 0,0-1-26 16,0-4-20-16,0-1-6 0,1-8-52 15,5 0-28-15,0-2-3 0,3 0-4 16,4-9 15-16,0-4 38 0,1-2 24 16,-1-4-16-16,1 1 0 0,-1 1-2 15,1 4 8-15,0 2 10 0,-4 8 24 0,3 3 38 16,-3 0 19-16,2 10 25 0,-1 7 43 15,1 3-1-15,-1 6-20 0,2 3 30 16,0 4 7-16,-2 0 14 0,-2 2 22 16,-3 2 18-16,-2 2 12 0,-2 0-7 15,-2 0-71-15,0-1-27 0,0-3-39 0,-3-4-13 16,-1-7-10-16,-2-5 16 0,1-4 19 16,-3-7-4-16,2-3 3 0,-3-4-36 15,-1-1-3-15,-4 0-42 0,1-8-10 16,-6-5 16-16,2-6-25 0,-3-6-49 15,0-3 9-15,4-4-3 0,0 0-19 16,4-3 6-16,5 0-43 0,5-1-89 16,2 0-282-16,0-1-276 0,5 6-675 0,2-7 171 15</inkml:trace>
  <inkml:trace contextRef="#ctx0" brushRef="#br1" timeOffset="1051.449">2860 9382 2589 0,'0'0'396'0,"0"0"-259"15,0 0 150-15,0 0 21 0,0 0-3 0,0 0-79 16,0 0-127-16,0 0-55 0,0 0-13 16,0 0-31-16,0 0 0 0,49 11-25 15,-42-8-16-15,-2 2-39 0,-1 3 24 16,0 0 31-16,1 4 3 0,-2 0 9 16,-2 4 13-16,1-1 63 0,0 1 15 0,-2 2-10 15,0-5-15-15,2-1-19 0,-1-3-3 16,1-5-31-16,-1-1-21 0,2-3 15 15,1 0-7-15,1-3-11 0,2-6-69 16,3-5-26-16,0-4-9 0,5-7-51 16,0-4-70-16,1-3 5 0,1-6-175 15,-1-1-603-15,-7 12-482 0</inkml:trace>
  <inkml:trace contextRef="#ctx0" brushRef="#br1" timeOffset="1294.652">3127 8813 602 0,'0'0'104'0,"0"0"2132"16,0 0-1649-16,0 0-362 0,0 0 14 0,0 0 27 16,0 0-15-16,0 0-87 0,0 0-78 15,19 68-28-15,-12-38 4 0,1 2 2 16,0 7-6-16,-1 3 6 0,2 6 16 0,-3 2 20 16,2 6-18-16,-1 4-39 0,-1-1-22 15,2-1-19-15,0-8-1 0,-1-9-1 16,0-9-11-16,-1-7-22 0,4-7-25 15,-1-4-55-15,-2-6-6 0,3-2-12 16,-1-6-13-16,-2 0-38 0,2 0-87 16,-1-5-182-16,-1-4-240 0,-1 0-790 15,0-8-88-15</inkml:trace>
  <inkml:trace contextRef="#ctx0" brushRef="#br1" timeOffset="1968.5">4215 9124 323 0,'0'0'398'0,"0"0"1527"0,0 0-1415 16,0 0-162-16,0 0 15 16,0 0-55-16,0 0-75 0,0 0-54 0,-82-2-95 15,72 21-10-15,-1 8 8 0,3 5 4 16,5 6-6-16,3 3 2 0,0 1 59 15,6 0-26-15,5-6-45 0,-2-6-24 16,1-8-46-16,0-8-28 0,0-5-11 16,2-9-22-16,1-2-33 0,1-11 2 0,5-10-18 15,-3-8-67-15,4-6-94 0,-3-6-277 16,-4-2-570-16,-3 12-337 16</inkml:trace>
  <inkml:trace contextRef="#ctx0" brushRef="#br1" timeOffset="2154.287">4432 8649 1072 0,'0'0'65'0,"0"0"1351"16,0 0-792-16,0 0-179 0,0 0 25 0,0 0-113 15,-7 101-63-15,6-55-65 0,-1 4 7 16,2 4-11-16,0 3-77 0,0-2-48 16,5-4-54-16,2 3-31 0,0-3-15 15,3-6-37-15,0-1-108 0,-1-5-19 16,4-9-43-16,-2-5-58 0,3-9-132 15,1-8-287-15,0-7-85 0,0-2-194 0,-1-11-54 16</inkml:trace>
  <inkml:trace contextRef="#ctx0" brushRef="#br1" timeOffset="2399.883">4682 9216 430 0,'0'0'294'0,"0"0"-118"16,0 0 1137-16,0 0-668 0,0 0-228 16,0 0-27-16,0 0 11 0,68 66-53 0,-62-49-60 15,-1-3-52-15,-2-5-99 0,0-3-91 16,0-6-46-16,3 0 48 0,1-7-48 15,4-6-2-15,2-7-38 0,3-7-5 16,-3-3-17-16,0-1-45 0,-2 3 21 16,-2 5 25-16,-1 3 36 0,-3 7 10 15,-5 2-25-15,0 5 11 0,0 3 29 16,-8 2 4-16,-3-1 32 0,-3 2 11 16,0 0-11-16,-4 0 20 0,1 0-10 0,0 6-14 15,2 5-32-15,0 3-18 0,3 5 6 16,0 0-4-16,4 1-27 0,1-1-12 15,4-1-9-15,1 1-100 0,2-1-96 16,0-3-239-16,5-6-580 0,6-4-754 0</inkml:trace>
  <inkml:trace contextRef="#ctx0" brushRef="#br1" timeOffset="2703.798">5173 8953 718 0,'0'0'2644'0,"0"0"-2116"0,0 0-307 15,0 0 127-15,-33 66-21 0,19-42-9 16,2 0-93-16,2-1-97 0,0-3-67 16,3-2-58-16,4-3-3 0,3-4-40 15,0-2-11-15,1-1-4 0,8-3 0 16,4-1 13-16,2-1 11 0,2 2 31 16,2 0-2-16,1-3 2 0,-3 3 0 15,0 1-3-15,-4 0 3 0,0 0 1 0,-4 2 1 16,1 3 29-16,-4 1 8 0,-4 4 22 0,-2 3 21 15,0 0-34-15,-4 4-17 16,-7 0-16-16,-2-3-15 0,0-1-19 16,-3-2-45-16,1-5-45 0,0-1-31 0,0-4-31 15,2-4-25-15,3-3-47 0,1-2-113 16,1-10-244-16,2-7-479 0,3 2-665 16</inkml:trace>
  <inkml:trace contextRef="#ctx0" brushRef="#br1" timeOffset="3642.884">5463 9037 1064 0,'0'0'2409'0,"0"0"-1938"0,0 0-292 16,0 0 76-16,0 0-51 0,0 0-47 16,0 0-21-16,0 0-60 0,0 0-58 15,0 0-2-15,0 0 14 0,3 6-30 16,-3 2-11-16,0 4-3 0,0-1 14 0,0 2 15 15,0-1 13-15,0-2 5 0,0 0 10 16,2-1-6-16,1 1-10 0,3-1-15 16,-1 1 0-16,2 2-10 0,3 1 1 15,-1 4 19-15,1 2 5 0,1 0 10 16,-1 4-1-16,-1 1 10 0,0-2 100 16,-1-2-68-16,-1-2-41 0,1-4-36 15,-2-3 0-15,2-5-2 0,-2-5 1 16,0-1-12-16,1-1-40 0,4-11-9 15,-2-5-17-15,3-8-20 0,-1-3-60 16,-1-5-22-16,-1-2-7 0,1-2 24 16,-4 2 15-16,-2-2-4 0,-4 2 21 15,0 1 60-15,0 5 64 0,0 3 7 0,-2 6 78 16,1 8 62-16,0 3-6 16,1 7-8-16,0 2 7 0,0 0 2 0,0 4-7 15,0 8-36-15,0 3 18 0,1 6 11 0,2 4-8 16,-2 4 11-16,2-1 3 0,0 1-9 15,-1-1-39-15,1-4-31 0,0 0-39 16,-1-5-9-16,2-1-21 0,-2-8-15 16,2-2-22-16,-2-7-60 0,-1-1-36 15,4 0-31-15,-1-6-28 0,3-2 39 16,3-4-53-16,0-5-171 0,1-2-251 16,0-1-48-16,-2-4 75 0,1-1 90 15,-2 0 12-15,1 0-27 0,1 5 547 16,0-3 39-16,2 4 443 0,-1 7 19 0,1 2-63 15,-1 5-115-15,1 3-59 0,2 2-7 16,-1 6-17-16,0 5-18 0,0 3-48 16,-2 3-1-16,0 1-18 0,-4 0 7 15,0 0 21-15,0 1 12 0,-3 0-13 16,-1-2 1-16,-1 1-30 0,-1-1-34 16,-1 1-52-16,0-4-43 0,0 1-24 0,0-4 0 15,0-1-30-15,0 0-10 0,0-3-27 16,3-3-36-16,2-3-16 0,2-1-16 15,4-1 129-15,4-8 6 0,2-5 0 16,6-5-43-16,0-9-31 0,3-1-15 16,3-3-16-16,0-2-47 0,1 2-88 15,-1 1-175-15,-3 6-116 0,-2 1-21 16,-3 6 51-16,-3 7 212 0,-3 6 289 16,-4 5 13-16,-2 0 275 0,-5 11 94 0,-1 2 24 15,-3 1 26-15,0 0 30 0,0-2-91 16,1-5-126-16,1-2-112 0,-2-4-59 15,3-1 15-15,1 0-30 0,-1-4-59 16,0-4-6-16,1-3-37 0,-2 0-65 16,-1 2-31-16,-1 2 12 0,0 4 31 15,-7 3 30-15,-6 4 64 0,1 8 2 16,-2 3 61-16,-2 8 56 0,4 1 14 16,-2 4 14-16,4-3-13 0,4 0-43 0,2-4-43 15,4-5-46-15,0-3-43 0,6-4-37 16,2-2-43-16,7-5 24 0,5 1-52 15,7-3-38-15,2 0 39 0,4-5-96 0,-1-3-372 16,1-1-431-16,-10 1-89 0</inkml:trace>
  <inkml:trace contextRef="#ctx0" brushRef="#br1" timeOffset="4325.937">1762 10457 2590 0,'0'0'1049'0,"0"0"-857"0,0 0-16 0,0 0 178 16,0 0-119-16,0 0-134 0,0 0-54 15,0 0 29-15,0 0 35 0,5 73 45 16,6-52-62-16,-1-6-56 0,0-3-38 16,0-6-2-16,-1-2 1 0,1-3 1 15,3-1 21-15,0-1-9 0,5-7-12 0,0-3-36 16,2-5-34-16,0-2-31 16,-4-4-25-16,-2 2 4 0,-3-4-26 0,-4 4 25 15,-3 0 21-15,-4 5 24 0,0 5-3 16,0 3 47-16,-4 6 34 0,-5 0 59 15,-1 1 0-15,-4 0 12 0,-1 0 22 16,-2 4-74-16,1 1-19 0,0 3-40 0,2 1 6 16,1 1-47-16,3 0 3 0,1 3-15 15,4 1 0-15,2-3-18 0,1 0-216 16,2-1-179-16,0-1-475 0,0-3-363 16,0-3 545-16</inkml:trace>
  <inkml:trace contextRef="#ctx0" brushRef="#br1" timeOffset="4504.268">2115 10422 901 0,'0'0'1584'0,"0"0"-1139"16,0 0-138-16,100-9 151 0,-76 3-49 15,-2 2-157-15,-2-4-121 0,-3-1-54 0,-1-3-28 16,0-3-28-16,-3-6-21 16,1-2-56-16,-1-2-185 0,-4-2-135 0,-3-1-250 15,-2 8-716-15,-4-10-630 0</inkml:trace>
  <inkml:trace contextRef="#ctx0" brushRef="#br1" timeOffset="4718.307">2239 10112 157 0,'0'0'1672'0,"0"0"-1069"0,0 0-326 0,0 0 22 15,0 0 34-15,-24 75-64 0,25-51-38 16,8 4 40-16,5 3 15 0,1 2-30 16,2 5-74-16,0 0-44 0,-1 7-28 15,0 0-37-15,-2 4-18 0,-4-1-13 16,-1-2-8-16,-2-7-13 0,-1-2 0 15,-3-6 1-15,-2-4-10 0,1-5-12 16,-1-3-10-16,-1-5 7 0,0-1-16 16,0-5 17-16,-1 0-59 0,-2-3-27 15,0 0-19-15,0-2 10 0,0 0 11 0,-2-2 21 16,-1-1-36-16,-3-4-44 0,-3-7-53 16,-3-3-69-16,1-5-177 0,3-8-350 15,7 0-688-15,1 6 154 0</inkml:trace>
  <inkml:trace contextRef="#ctx0" brushRef="#br1" timeOffset="5214.75">3522 10081 2172 0,'0'0'1754'15,"0"0"-1375"-15,0 0-261 0,0 0 5 16,0 0 47-16,0 0 36 0,0 0-41 16,0 0 14-16,0 0-60 0,-13 76-37 15,34-27-30-15,0 6-10 0,0 3 16 0,-2-2-22 16,-3-3 52-16,-2-5-51 0,-2-6-37 15,-4-7-33-15,2-6-61 0,-4-10 3 16,-3-2-39-16,0-10-71 0,0-7-141 16,0-1-300-16,-2-8-566 0,-1-17-355 0</inkml:trace>
  <inkml:trace contextRef="#ctx0" brushRef="#br1" timeOffset="5412.825">3654 10113 2292 0,'0'0'1322'0,"0"0"-1171"15,0 0-66-15,0 0 139 0,0 0-37 16,80-13-38-16,-56 14 74 0,2 7 1 16,3 0-98-16,-2 1-62 0,-1 3-9 0,-4 1-9 15,-1 4-4-15,-5 0-5 0,-1 1-4 16,-8 3 22-16,-1 1 94 0,-6 2-31 16,0 2-24-16,-5 3-36 15,-3 0-40-15,-8 1-4 0,0 0-14 0,-4 0-67 16,-2-3-5-16,-4 1-25 0,-1-2-19 15,-4-2-23-15,0-7-11 0,-1-1 7 16,-1-5-23-16,1-3-105 0,-1-6-179 16,9-2-331-16,-10-3-785 15</inkml:trace>
  <inkml:trace contextRef="#ctx0" brushRef="#br1" timeOffset="5828.322">4715 10328 1281 0,'0'0'2170'16,"0"0"-1580"-16,0 0-358 0,0 0-173 0,0 0 12 0,0 0 34 15,0 0 188-15,0 0-27 0,0 0-86 16,0 0-92-16,29 82-39 0,-26-55-22 15,1-3-6-15,-1-3-21 0,0 0-13 16,-3-6-5-16,2-2-52 0,-2-1-67 16,0-6-43-16,-5-4-46 0,-4-2-79 15,-4-5-279-15,2-4-783 0,-11-16-640 0</inkml:trace>
  <inkml:trace contextRef="#ctx0" brushRef="#br1" timeOffset="5956.102">4663 10093 2387 0,'0'0'1481'0,"0"0"-1154"16,0 0-290-16,0 0 106 0,0 0 15 16,0 0-28-16,0 0-29 0,78-2-56 15,-62 4-45-15,3-2-89 0,1 1-145 0,0 0-161 16,-4 0-377-16,4 4-1010 0</inkml:trace>
  <inkml:trace contextRef="#ctx0" brushRef="#br1" timeOffset="6203.128">5015 10300 1391 0,'0'0'2527'16,"0"0"-2207"-16,0 0-264 0,26 64 65 0,-22-45 127 16,3-1 80-16,-2-2-29 0,-2-2-68 15,-2-5-116-15,2-3-109 0,1-1-6 16,-3-3-43-16,2-2 4 0,-3 0-13 16,2 0-8-16,1-2-13 0,1 0 3 15,2-3 52-15,3-2 3 0,3-1-4 16,2 1-2-16,0 0 3 0,2 5-7 0,1-1 22 15,-1 3-8-15,4 0 10 0,-1 3 2 16,-3 3 0-16,1 1-1 0,-4 4-18 16,0-2 15-16,-5 2-16 0,1 3-8 15,-3-3-3-15,-2 1-44 0,2 0-51 0,-5-5-38 16,1 1-102-16,-2-1-229 16,1-5-540-16,-1-1-923 0</inkml:trace>
  <inkml:trace contextRef="#ctx0" brushRef="#br1" timeOffset="6457.635">5613 9878 1159 0,'0'0'2926'0,"0"0"-2628"0,13 73-276 16,-6-36 28-16,3 8 113 0,3 3 132 15,-1 2 29-15,1 1-90 0,-1 2-98 16,2 1-48-16,0 0-51 0,-1-4-37 0,0-5-15 16,0-4-51-16,-1-7-86 15,-1-5-42-15,-1-9-31 0,0-7-8 0,0-12-90 16,2-5-264-16,-5-7-218 0,7-22-875 0</inkml:trace>
  <inkml:trace contextRef="#ctx0" brushRef="#br1" timeOffset="6660.777">6012 10164 3362 0,'0'0'739'0,"0"0"-546"0,0 0 0 16,0 0 19-16,0 0-18 0,-76 67-20 15,54-40-43-15,5 3-61 0,1 1-45 16,3 0-1-16,1 0 0 0,7-2 10 16,2-1-10-16,3-3-3 0,1-3 10 15,8-3 5-15,2-2-2 0,4-3-10 16,2-3-24-16,2-4-12 0,1-2 9 15,4-2-19-15,-2-3-53 0,3 0-29 0,-2 0-57 16,0 0-50-16,-3 0-59 16,0 0-172-16,-7 4-343 0,3 5-777 0</inkml:trace>
  <inkml:trace contextRef="#ctx0" brushRef="#br1" timeOffset="7675.565">246 9199 160 0,'0'0'98'0,"0"0"120"0,0 0 1109 16,0 0-880-16,0 0-114 0,0 0-39 15,0 0-9-15,0 0 18 0,0 0-59 16,0 0-34-16,0 0-39 0,0 0-6 0,0 0 9 16,0 0 11-16,24-27 3 15,-15 37 57-15,-2 2-44 0,2 6-40 0,-2 0-12 16,-1 3-82-16,-3 0-55 0,1-1-12 15,-1 1-40-15,-1-6-75 0,-1 0-61 16,2-7-62-16,-2-2-37 0,5-1-136 16,-2-5-297-16,1 0-472 0,2-12-196 0</inkml:trace>
  <inkml:trace contextRef="#ctx0" brushRef="#br1" timeOffset="7911.901">449 9221 1315 0,'0'0'1565'0,"0"0"-1248"0,0 0-273 15,0 0-43-15,0 0 135 0,25 69 181 0,-20-44 26 16,0 3-127-16,-1-3-216 16,2 0-41-16,4-1-307 0,-3-6-321 0,5 4-1382 0</inkml:trace>
  <inkml:trace contextRef="#ctx0" brushRef="#br1" timeOffset="8476.312">6295 9628 222 0,'0'0'2532'0,"0"0"-2191"16,0 0-236-16,0 0 125 0,0 0 93 16,17 84 42-16,-17-55-91 0,0 5-73 15,-3 3-47-15,-4 1-32 0,-2 4-39 16,0-2-49-16,2-6-34 0,1-4-17 16,1-9-41-16,3-12-95 0,2-7-69 15,2-5-54-15,9-14-201 0,-2 2-524 16,8-21-653-16</inkml:trace>
  <inkml:trace contextRef="#ctx0" brushRef="#br1" timeOffset="8609.135">6545 9743 1767 0,'0'0'1810'0,"0"0"-1466"16,0 0-190-16,0 0 15 0,-21 72-2 0,9-43-55 16,-1 2-78-16,0-2-34 0,2 2-93 15,-1 0-180-15,6-9-199 0,-8 12-767 16</inkml:trace>
  <inkml:trace contextRef="#ctx0" brushRef="#br1" timeOffset="21788.45">550 12069 2304 0,'0'0'1398'0,"0"0"-1080"0,0 0-102 15,0 0-82-15,0 0 11 0,0 0-3 16,0 0-22-16,0 0 46 0,0 0 14 16,91 8-73-16,-61-5 2 0,0 0-42 15,1-3 3-15,-1 0-12 0,-3 0-10 0,-2 0-30 16,1 0-15-16,-3-6-3 0,-2 2-1 15,-3-1-2-15,-1 1-48 0,-2-1-89 16,-4 2-79-16,-4 0-62 0,-1 3-32 16,-5 0-159-16,1 4-496 0,-2 7-524 0</inkml:trace>
  <inkml:trace contextRef="#ctx0" brushRef="#br1" timeOffset="22042.278">599 12279 2865 0,'0'0'731'16,"0"0"-432"-16,0 0-56 0,0 0 83 15,0 0-36-15,0 0-103 0,0 0-111 16,0 0-51-16,0 0-13 0,0 0 19 0,0 0 54 16,39 8 28-16,-10-8 8 0,1 0-30 15,2 0-60-15,1 2-13 0,0-1-18 16,0-1 12-16,3 0-18 0,0 0 6 15,2 0-15-15,2-4-61 0,2 0-85 0,0 0-40 16,2 1 66-16,0 0-144 16,-1 3-204-16,-12 0-535 0,13 0-782 0</inkml:trace>
  <inkml:trace contextRef="#ctx0" brushRef="#br1" timeOffset="22587.16">1974 11922 2624 0,'0'0'649'0,"0"0"-439"16,0 0-134-16,0 0 63 15,0 0 122-15,0 0 3 0,0 0-87 0,0 0-38 16,0 0 21-16,92 40-21 0,-72-28-41 15,-2 1-49-15,-1 3 9 0,-4 3-37 16,1 0 4-16,-5 6-10 0,0 3-2 16,-5 0-13-16,0 3-15 0,-3-2-3 15,-1-3-13-15,0-5 21 0,0-4 10 16,0-5 15-16,0-6 13 0,0-2 8 16,0-4 7-16,0 0-7 0,0-4-23 15,0-2-10-15,-1-6-2 0,1-3 44 0,-1-8-45 16,1-7 2-16,0 1 14 0,1-2 8 15,5 4-9-15,1 0 10 0,1 4-22 16,3 1 21-16,-1 4-22 0,0 0-1 16,3 3-1-16,-1 2 0 0,-2 1-15 15,3 3-34-15,-3 1-27 0,3 2-58 16,-2 0-13-16,1 0-43 0,2-1-60 16,-1 4-138-16,3 2-227 0,-6 1-429 15,0 4-525-15</inkml:trace>
  <inkml:trace contextRef="#ctx0" brushRef="#br1" timeOffset="22799.91">2597 11976 1694 0,'0'0'1231'0,"0"0"-924"0,0 0-74 0,0 0 127 16,0 0-17-16,0 0-42 0,30 86-60 15,-23-63-85-15,0-1-36 0,-1 2 23 16,0-4-51-16,-2-5-74 0,1 2-18 15,-4-9-15-15,3 2-28 0,-4-5-15 16,1-2-27-16,1-3-35 0,-2 0-58 0,0 0-59 16,0-3-164-16,0-2-364 0,-3-11-842 0</inkml:trace>
  <inkml:trace contextRef="#ctx0" brushRef="#br1" timeOffset="22958.268">2644 11749 2921 0,'0'0'648'16,"0"0"-562"-16,0 0 68 0,0 0 264 16,0 0-34-16,0 0-113 0,0 0-118 15,0 0-117-15,0 0-36 0,0 0-39 0,0 0-124 16,65 1-89-16,-53 5-82 0,-3-4-342 16,2 11-910-16</inkml:trace>
  <inkml:trace contextRef="#ctx0" brushRef="#br1" timeOffset="23240.312">2915 11998 2721 0,'0'0'357'0,"0"0"-220"0,0 0 238 15,1 66 133-15,-1-47-67 0,-1-5-118 16,-2-4-136-16,3-3-99 0,0-6-75 16,0-1-13-16,0-1-61 0,6-6-46 15,1-3 33-15,2-6 72 0,5-3-90 16,2-3-40-16,3-2-31 0,-3 4 11 15,2 3 46-15,1 3 53 0,-2 5 25 0,2 3-15 16,-3 3 14-16,1 3 29 16,-4 1 4-16,0 7 83 0,-1 4 28 15,-5 3 3-15,1 0 9 0,-2 3-10 0,-3-1-13 16,0 0-11-16,0-2-2 0,-2 1-26 16,1-3-56-16,2-1-9 0,-2-4-80 0,1-4-58 15,2-1-55-15,4-3-73 16,1-5-368-16,0 0-699 0,9-19-508 0</inkml:trace>
  <inkml:trace contextRef="#ctx0" brushRef="#br1" timeOffset="23667.666">3427 11934 1471 0,'0'0'1873'0,"0"0"-1660"0,0 0-169 0,-29 78 145 16,13-45 104-16,-3 0 50 0,3 0 2 15,2-7-109-15,5-5-105 0,2-9-124 16,5-7-7-16,2-5-64 0,0-2-16 15,5-7 19-15,4-6 61 0,1-4 27 0,4-4-25 16,2-1-2-16,0 2 0 0,-2 2-2 16,3 5-19-16,0 8-3 0,0 3 2 15,0 4 19-15,-1 4 3 0,-1 10 28 16,2 2-7-16,-2 6 10 0,1 4 8 16,-2 5-11-16,0 0-7 0,-4 4-19 0,0-1 20 15,-5 4-19-15,0 4 27 16,-2 3-5-16,-2 2 2 0,-1 3 31 0,0 2-18 15,-6-2 20-15,-1-2-20 0,-6-3-7 16,2-6-11-16,-5-2 5 0,0-8 0 16,-4-4 0-16,-2-6-5 0,-2-5-22 15,-1-7-46-15,-2-6 25 0,4-1 9 16,-1-2 0-16,2-11-28 0,2-5-54 16,2-6 18-16,4-5 9 0,7-2 21 0,2-3-18 15,5-2 18-15,2 1 6 0,5-1 13 16,3 0 8-16,4 0 4 0,2 2-9 15,3 0-10-15,1-1-6 0,-1 2-77 16,1 1-68-16,0 3-97 0,-2 2-202 16,-1 2-238-16,-7 7-523 0,3-1-401 0</inkml:trace>
  <inkml:trace contextRef="#ctx0" brushRef="#br1" timeOffset="24202.802">4150 11950 1760 0,'0'0'338'0,"0"0"-105"0,0 0 296 15,0 0-36-15,0 0-96 0,0 0-76 16,0 0-25-16,0 0-92 0,0 0-90 0,0 0-34 15,0 0-6-15,-11 96 5 0,23-55-8 16,2-2 42-16,0-6-43 0,-1-7-40 16,3-6-30-16,-3-10-12 0,2-6-36 15,0-4 44-15,5-11-17 0,-1-10 19 16,1-8 2-16,1-6-82 0,0-3-35 16,-1-2 19-16,-4-2 21 0,0 4 41 15,-5 5 33-15,1 2-47 0,-8 11 16 16,-3 5-52-16,-1 7-13 0,-4 8 99 15,-10 0 39-15,1 0 23 0,-4 7 21 16,1 4-9-16,-3 6-18 0,3 4-13 16,2 4-3-16,2 0 3 0,3 1-16 0,-1-2-27 15,6-5-6-15,1-5-58 0,3-2-72 16,0-3-148-16,0-2-235 0,5-2-803 16</inkml:trace>
  <inkml:trace contextRef="#ctx0" brushRef="#br1" timeOffset="24356.747">4706 11962 3495 0,'0'0'631'16,"0"0"-463"-16,0 0 160 0,101-4-5 15,-75-4-149-15,0-5-70 0,-3-4 57 16,2-6-67-16,-1-4-36 0,2-8-58 16,-3-3-97-16,-3-2-101 0,-1 0-86 15,-7 2-174-15,-2 7-226 0,-6 8-497 16,-4 1-387-16</inkml:trace>
  <inkml:trace contextRef="#ctx0" brushRef="#br1" timeOffset="24595.399">4816 11530 2606 0,'0'0'533'0,"0"0"-386"0,0 0 32 0,0 0 49 16,-23 78-5-16,20-43 32 0,0 1 28 16,3 7-95-16,3-1-34 0,4 6-10 15,5 2-22-15,2 3-52 0,1 4-12 16,0 0-21-16,0 3-25 0,0-2-11 15,0 3-1-15,1-5 0 0,-3-2-23 16,-3-1 23-16,1-5 10 0,-6-1-8 16,-4-5-4-16,-1-4-8 0,0-5-15 15,0-6-2-15,-3-5-10 0,-3-9-27 16,0-1-18-16,-2-8-13 0,-2-4-10 16,-1 0-48-16,-4-9-5 0,-3 0-50 15,-4-8-86-15,2 5-326 0,-18-12-1104 0</inkml:trace>
  <inkml:trace contextRef="#ctx0" brushRef="#br1" timeOffset="25431.755">1475 12835 2345 0,'0'0'1079'16,"0"0"-869"-16,0 0-90 0,0 0-10 15,0 0 167-15,0 0 34 0,6 73-65 0,3-40-80 16,1 5-52-16,-3 1-47 0,2-3 6 15,-3-3-33-15,0-4-8 0,-1-6-32 16,1-8-21-16,-3-4-10 0,-2-5-2 16,-1-5-31-16,0-1-98 0,0-1-109 0,0-8-141 15,0-6-227-15,0 2-555 16,-7-21-438-16</inkml:trace>
  <inkml:trace contextRef="#ctx0" brushRef="#br1" timeOffset="25613.208">1425 12548 2989 0,'0'0'628'0,"0"0"-464"0,0 0 18 16,0 0 275-16,0 0-72 0,0 0-183 15,0 0-125-15,0 0-77 0,0 0-46 16,0 0-6-16,40-26-28 0,-30 26-6 16,2 0-144-16,4 0-180 0,-5 5-356 0,5 8-1033 15</inkml:trace>
  <inkml:trace contextRef="#ctx0" brushRef="#br1" timeOffset="25907.314">1725 12837 1971 0,'0'0'574'0,"0"0"-326"0,0 0 194 0,0 0 135 16,0 0-25-16,0 0-182 0,0 0-146 16,0 0-98-16,0 0-81 0,0 0-45 15,0 0-55-15,0 57-12 0,0-57 3 16,2-1-10-16,6-3 35 0,2-2 35 15,0 1-20-15,0-2 2 0,1 4 4 16,0-3 6-16,-3 3-4 0,2 2-8 16,-1 1-19-16,0 0 12 0,2 7 31 0,-1 2 1 15,-1 3 33-15,2 0-13 16,-2 5 4-16,-2-1-4 0,1 0-20 0,0 1 15 16,-2-3-14-16,0-1-2 15,-2 2 0-15,-1-7-1 0,0-3-18 0,0-5-36 16,-2 0-127-16,1-1-88 0,2-8-53 15,0-1-129-15,2-5-146 0,0 3-448 16,1-13-463-16</inkml:trace>
  <inkml:trace contextRef="#ctx0" brushRef="#br1" timeOffset="26308.816">2153 12459 179 0,'0'0'3027'0,"0"0"-2585"15,0 0-325-15,0 0 147 0,0 0 123 16,0 0-93-16,0 0-110 0,0 0-92 0,20 80-16 16,-15-42-12-16,3 7 3 0,-1 5 13 15,3 6 5-15,2 1-15 0,-1 2-25 16,5-2-45-16,-3 0-6 0,4-8-6 0,-4-7-25 16,0-10 13-16,0-9-3 15,-4-9-1-15,2-4-35 0,-4-8-7 0,2-2-4 16,-1 0-29-16,-3-7-47 15,1-2-41-15,-2-6-96 0,-4-3-72 0,0-1-79 16,-1 1-110-16,-8 0-51 0,-4 4 29 16,-4-1 50-16,-5 2 15 0,-2 1 75 15,-5-2 430-15,-1-3 378 0,-2 3 75 16,2-1 57-16,4 4 9 0,7 4 53 16,6 2-45-16,7 3-102 0,5 2-80 0,1 0-52 15,0 0-59-15,0 0-80 0,4 0-84 16,6 0-8-16,3 0 26 0,6 0 4 15,3 0-22-15,2 0-34 0,-1 0-33 16,0-4-3-16,-1 0-12 0,-1-1-43 16,1 0-137-16,0 0-87 0,-2 0-113 15,3 4-182-15,-10 1-668 0,7 0-841 0</inkml:trace>
  <inkml:trace contextRef="#ctx0" brushRef="#br1" timeOffset="26584.622">2493 12996 1360 0,'0'0'1471'0,"0"0"-1252"0,0 0-104 15,0 0 131-15,0 0 102 0,0 0-52 16,0 0-105-16,0 0-107 0,0 0 9 16,0 0 43-16,73 54 45 0,-60-61-58 0,-3-6-61 15,1-3-62-15,1-4-22 0,-3-2-12 16,-2-2-12-16,3 1-18 0,-4 6 15 16,-3 0 6-16,0 9-1 0,-3 2 7 15,0 6 37-15,0 0 4 0,-3 0 8 16,-6 1-12-16,-5 5-22 0,2 4-18 15,-5 4 37-15,4 7-21 0,-1 5 24 16,4 5 19-16,4 4 21 0,1-1 34 16,5 2-9-16,0-4-31 0,3-2-34 15,6-5-23-15,3-2-26 0,2-5-13 16,4-4-18-16,3-3-78 0,2-5-54 0,3-3-149 16,1-3-204-16,-6-7-521 0,9-15-387 15</inkml:trace>
  <inkml:trace contextRef="#ctx0" brushRef="#br1" timeOffset="26959.36">3040 13035 3238 0,'0'0'445'15,"0"0"-388"-15,0 0 198 0,-50 77 138 0,30-45-102 16,4 2-9-16,-3-2-31 0,8-5-102 16,0-8-55-16,4-4-64 0,5-8-30 15,2-5-51-15,0-2-16 0,0 0-12 16,0-2 3-16,2-5-22 0,8-5 13 15,1-4 48-15,0-3-9 0,5-3 3 16,1 2-52-16,2 2 9 0,2 1 3 0,0 10 9 16,2 6-25-16,1 1-50 0,-2 4 68 0,-2 11 28 15,2 5 53 1,-4 4 44-16,-3 6 34 0,-1 2-1 0,-4 2-49 16,-4 4 56-16,-1 2-10 0,-4 5 0 15,-1 0 18-15,0 7-9 0,-4 1 3 0,-4 2 6 16,-3-3 6-16,-5-2-1 0,1-5-11 15,0-9 5-15,0-6-12 0,1-8-15 16,2-8-10-16,-1-9-9 0,3-5-45 16,-1-1-21-16,-5-14-33 0,1-8-46 15,0-9-71-15,-1-6-5 0,3-7 20 16,6-4-35-16,4-1-43 0,3 2-48 16,4 1-51-16,8 2-227 0,-1 12-638 15,7-14-602-15</inkml:trace>
  <inkml:trace contextRef="#ctx0" brushRef="#br1" timeOffset="27260.395">3408 13236 2910 0,'0'0'530'15,"0"0"-434"-15,0 0-21 0,0 0 121 0,0 0 122 16,0 0-125-16,0 0 39 0,0 0-71 16,84-9-41-16,-69-20-50 0,-3-3-70 15,2-4-83-15,-5 3-9 0,-2 4 37 16,-4 6 27-16,-1 8 3 0,-2 4 10 15,-5 6 15-15,-7 5 59 0,-6 0-38 16,-3 4 59-16,-4 6-78 0,0 7-1 16,1 7 30-16,2 4-13 0,6 8-16 15,4 0 32-15,4 3 12 0,5-4 15 16,3 0 10-16,0-3-7 0,0-3 6 16,3-4-18-16,2-6-52 0,0-5 0 15,2-4-52-15,-2-6-34 0,2-4-66 0,3-4 29 16,0-10-12-16,2-7-60 0,2-6-109 15,-2-4-254-15,-2 3-816 0,4-12-726 16</inkml:trace>
  <inkml:trace contextRef="#ctx0" brushRef="#br1" timeOffset="27467.729">3634 13076 2775 0,'0'0'732'0,"0"0"-454"0,0 0-42 16,0 0-4-16,0 0-15 0,75 82-25 15,-62-60-63-15,-3 0-34 0,-1 0 33 16,-1 2 52-16,-2 0-94 0,-1 1-50 15,-4-1-33-15,0-5 18 0,-1-2-18 16,0-6 13-16,0-4 11 0,0-6-13 16,0-1-14-16,0 0-27 0,2-7-43 15,2-3-6-15,5-5 27 0,2-7-15 0,8-5-43 16,3-6-123-16,7-1-93 0,7-5-121 16,-6 11-331-16,20-17-766 0</inkml:trace>
  <inkml:trace contextRef="#ctx0" brushRef="#br1" timeOffset="27740.66">4283 12910 3417 0,'0'0'707'0,"0"0"-585"15,0 0 36-15,-75 87 191 0,49-56-52 16,1-2-56-16,5-5-13 0,6-6-107 16,5-5-74-16,3-4-47 0,6-3-54 15,0-3-64-15,7 1 5 0,4 1 83 16,3-3 30-16,5 4 20 0,2-2-20 15,1-1-15-15,1 1 3 0,-1 0 11 16,-1-1-1-16,-2 1-26 0,-2-2 26 0,-2 1-10 16,-4 1-9-16,-4 0 3 0,-2 1-13 15,-4 1-15-15,-1 3-8 0,-1 3 17 16,-8 2-15-16,-5 1-9 0,-2 2-19 16,-4 0-30-16,-3-3-56 0,-3 3-131 15,0-3-179-15,3-3-474 0,-16 2-785 0</inkml:trace>
  <inkml:trace contextRef="#ctx0" brushRef="#br1" timeOffset="28297.836">4981 13016 1045 0,'0'0'677'16,"0"0"-31"-16,0 0-59 0,0 0-80 16,0 0-115-16,0 0-133 0,0 0-54 15,0 0-47-15,0 0 12 0,-25 78-19 16,25-50-1-16,4 2 6 0,5-2 8 15,1-6-30-15,1-4-67 0,1-6-55 16,2-7-9-16,2-3 40 0,1-2-28 16,3-10-15-16,2-7-11 0,0-6-29 15,1-7-17-15,-3 1 2 0,0-4-6 16,-3 5 0-16,-5 3 6 0,0 4 1 16,-5 6 35-16,-3 4 18 0,-1 5-29 15,-3 5 30-15,0 1 18 0,-9 0 19 0,-5 4-19 16,-2 4-18-16,-3-1-12 15,-1 5-19-15,3 0 4 0,3 4-7 0,2-1 1 16,2-1-4-16,3 1-21 0,1-4-13 16,3-1-98-16,3-2-226 0,0-2-319 15,0-1-838-15</inkml:trace>
  <inkml:trace contextRef="#ctx0" brushRef="#br1" timeOffset="28651.329">5376 13087 2699 0,'0'0'992'16,"0"0"-659"-16,87-7 64 0,-54-1-37 15,3-3-148-15,-4-4-72 0,-4-1-24 16,0-6-43-16,-3-3-18 0,-1-5-19 16,-2-3-36-16,-5-1-99 0,-1-2-93 15,-6 1-55-15,-1 1-70 0,-4 6-124 0,-5 5-95 16,-1 5-166-16,-9 2-93 0,-5 7 116 16,-5 3 408-16,-3 2 271 0,-3 4 170 15,-3 0 188-15,3 1 93 0,0 10 44 16,6 2-32-16,7 4-35 0,3 5-112 15,2 3-64-15,5 5-65 0,3 2-38 0,0 1-13 16,4 3 15-16,6 1-12 16,2 5-8-16,2 0 1 0,-1 4 32 0,0 1-36 15,0 1-34-15,-3 1-30 16,-1 1-37-16,1-1-17 0,-3-4-10 0,0-2-3 16,-2-3-9-16,-2-5 10 0,-3-5 2 15,0-5-1-15,-2-6-20 0,-4-4-28 16,-3-5-11-16,-2-2-19 0,0-5-13 15,-7-1-33-15,-2-2-21 0,-3-2-20 0,-3-6 22 16,-4-6-84-16,8 2-300 16,-17-19-887-16</inkml:trace>
  <inkml:trace contextRef="#ctx0" brushRef="#br1" timeOffset="29407.394">6263 12251 2892 0,'0'0'441'0,"0"0"-231"0,0 0-8 0,0 0 47 15,0 0 70-15,0 0-16 0,0 0-103 16,-6 99-56-16,9-47-34 0,8 8 0 16,-3 5 45-16,0-1-18 0,1 3-52 15,1-6-12-15,-3-2-40 0,2-5-33 16,-1-3-22-16,1-5-15 0,1-3-17 15,-1-8-49-15,4-9-83 0,-2-7-39 0,5-12-70 16,-1-7-221-16,-1-5-439 0,5-24-603 0</inkml:trace>
  <inkml:trace contextRef="#ctx0" brushRef="#br1" timeOffset="29641.881">6726 12537 3022 0,'0'0'792'16,"0"0"-635"-16,0 0-3 0,0 0 89 15,0 0 66-15,-103 15-82 0,74 3-62 16,-1 5-85-16,1 5-59 0,-1 1-6 16,4 4 7-16,3-1 2 0,3 2 16 15,4-2 2-15,7-2-12 0,2-2-20 16,7-2-10-16,0-2-25 0,9-4-14 16,8-1 8-16,3-4 28 0,8 0 3 15,2-7-24-15,3-2-25 0,4-2-45 16,-1-4-38-16,-1 0-46 0,1-2-46 0,-3 0-34 15,-3 2-184-15,-8 0-579 0,-2 15-694 0</inkml:trace>
  <inkml:trace contextRef="#ctx0" brushRef="#br1" timeOffset="30410.291">848 14693 2375 0,'0'0'725'0,"0"0"-349"0,0 0-47 16,0 0 70-16,0 0-14 0,0 0-139 15,0 0-118-15,0 0-8 0,0 0 23 16,0 0 18-16,55 15-49 0,-23-8-51 0,0-2-37 16,-4-2-1-16,0-1-23 0,-4-2-12 15,-2 0-9-15,-2 0-9 0,0-4-101 16,-4-1-97-16,-3 4-68 0,-1 1-123 15,-5 0-222-15,-3 1-464 0,-4 12-572 0</inkml:trace>
  <inkml:trace contextRef="#ctx0" brushRef="#br1" timeOffset="30574.115">887 14936 2300 0,'0'0'667'0,"0"0"-251"0,0 0-39 16,0 0-9-16,0 0-79 0,0 0-122 15,0 0-68-15,0 0 30 0,0 0 9 0,0 0-28 16,0 0-31-16,104 4-48 0,-72-4-31 16,-3 0-1-16,1 0-26 0,-1 3-13 15,1 1-134-15,5 1-75 0,2 2-82 16,3 0-293-16,-8-1-694 0,17 3-853 0</inkml:trace>
  <inkml:trace contextRef="#ctx0" brushRef="#br1" timeOffset="31099.07">2236 14353 2654 0,'0'0'437'0,"0"0"-322"0,0 0 134 16,-30-69 71-16,23 56-5 0,1 3-20 15,2 6-75-15,1 2-57 0,0 2-25 16,1 0-12-16,-1 0-16 0,-1 5-58 0,-3 3-52 16,-3 5-73-16,0 5-49 0,-4 7 15 15,-1 9 24-15,-2 5 40 0,-1 8 9 16,0 8 19-16,-2 7-4 0,-1 10 1 15,1 3 7-15,-1 4 10 0,2-4 2 16,0-4-1-16,5-13 2 0,-1-12 25 16,7-11-8-16,0-13-4 0,4-8-15 0,1-10-37 15,3-4-33-15,0 0-42 0,3-4-8 16,4-5 20-16,2 0 69 0,3 1 31 16,2-3 16-16,0 3-4 0,2 3 16 15,-3 1 40-15,-2 4-6 0,0 0-15 16,-1 0-7-16,0 7 37 0,-1 4 25 15,-1 4-22-15,2 4-22 0,-1 2-18 0,-2 6-19 16,0 1-3-16,2 2-17 16,-3 7 19-16,-2 4-2 0,-1 5 4 15,0 5 8-15,-3 3-14 0,0 4-4 16,0 3-10-16,-3 2-2 0,0-3-31 0,2-2-94 16,-2-1-25-16,1-7-4 0,1-3-88 15,1-5-243-15,0-12-578 0,0 4-773 0</inkml:trace>
  <inkml:trace contextRef="#ctx0" brushRef="#br1" timeOffset="33878.821">2904 14887 329 0,'0'0'799'15,"0"0"557"-15,0 0-677 0,0 0-215 16,0 0-155-16,0 0-36 0,0 0-6 16,0 0-41-16,0 0-48 0,0 0-50 0,17-8-21 15,-13 17 30-15,-1 5 6 16,3 0-27-16,-2 10-26 0,0 2-23 0,-4 5-3 16,0 6-19-16,-8 0-27 0,-5 1-6 15,-4 1-9-15,-2-1 9 0,-4-3-11 16,-2-4 0-16,2-2-1 0,0-3-17 15,1-6-31-15,4-4-13 0,3-4 1 16,1-5 14-16,5-3 16 0,2-2 12 16,1-2 3-16,-1-2-7 0,0-5-17 15,0-5-40-15,-2-6 24 0,-1-3-36 0,3-4 21 16,-1 1 27-16,4 2 1 0,3 4 5 16,1 6 28-16,0 1 9 0,0 5 2 15,0 2 10-15,2 1-11 0,1 0 0 16,2 2 0-16,-1-1 2 0,2-1-1 15,2 1 0-15,4 2 35 0,1 0-36 16,6 0 1-16,2 0 10 0,1 7 16 16,4 2 23-16,0 1-35 0,0 3-1 15,0 3-15-15,-2 0 27 0,-3 3-15 0,-1 2-12 16,-4 0 0-16,-2-2-3 0,-1 1-30 16,0-1 30-16,-5-4-18 0,1-1 2 15,0-1-81-15,-4-2-29 0,1-2-33 16,0-1-115-16,0-1-133 0,1-2-187 15,0-1-676-15,3-4-630 0</inkml:trace>
  <inkml:trace contextRef="#ctx0" brushRef="#br1" timeOffset="34151.678">3574 14988 1900 0,'0'0'1232'16,"0"0"-875"-16,0 0-88 0,-84 61 27 0,61-37 3 16,0 4-94-16,1 1-73 0,6 2-33 15,4 3-1-15,1 0 21 0,7-1 0 16,1 0-30-16,3-5-38 0,0-4-11 16,9-5-22-16,0-1 0 0,3-5-5 15,0-2 14-15,1-3 0 0,1-3-24 0,1-2-3 16,1-2-2-16,-2-1-34 15,3-1-64-15,-1-5-50 0,3-3-73 16,-6-2-97-16,3-2-114 0,-9 5-356 16,-1-7-1150-16</inkml:trace>
  <inkml:trace contextRef="#ctx0" brushRef="#br1" timeOffset="34325.874">3481 15330 39 0,'0'0'2790'0,"0"0"-2150"0,0 0-333 16,0 0 117-16,0 0 41 0,0 0-97 15,0 0-124-15,0 0-105 0,0 0-2 16,0 0 8-16,0 0-33 0,100-18-69 16,-73 11-43-16,1-3-10 0,-1-2-62 15,3 2-61-15,2-1-76 0,1 1-26 16,-1 1-85-16,-2 0-335 0,-8 4-804 16,3 2-1028-16</inkml:trace>
  <inkml:trace contextRef="#ctx0" brushRef="#br1" timeOffset="34643.056">4048 14666 2085 0,'0'0'1117'0,"0"0"-919"0,0 0-119 15,0 0 121-15,0 0 130 0,0 0 24 16,0 86-98-16,0-44-86 0,0 5-23 16,0 7 48-16,0 1-33 0,0 4-65 15,0 4-39-15,0 2-37 0,-6 6-18 16,0-2 15-16,-4 2-18 0,0-1-1 16,0-5-14-16,1-2-3 0,2-4-13 15,3-5-51-15,1-5-39 0,3-6-1 16,0-13 6-16,0-9 21 0,7-14-22 0,-1-7-68 15,2-11-112-15,3-10-35 0,3-7-84 16,-4 6-232-16,7-19-709 0</inkml:trace>
  <inkml:trace contextRef="#ctx0" brushRef="#br1" timeOffset="34974.784">4424 14984 1949 0,'0'0'1309'0,"0"0"-1067"0,0 0-163 16,0 0 73-16,0 0 143 0,-101 57-41 16,72-35-108-16,-1 2-75 0,-3 2-15 0,4 2 11 15,-1-1 10-15,4 1 3 0,0 2-27 16,1-2-17-16,5 1 4 0,3-3 18 16,3-2-3-16,5-3-6 0,3-7-24 15,4 0-13-15,2-2 6 0,2 0-6 16,7 0 7-16,2 3-4 0,8 0 18 15,4-1 10-15,1 1-9 0,4-5 36 16,-2 2-7-16,1-2-8 0,1-1-28 0,-1-3 1 16,2 0-13-16,-3 0-15 0,-2-2-2 15,-2-3-26-15,-2 3-66 0,1-3 12 16,-3-1-30-16,-1 0-44 0,-4 0-15 16,-2 0-47-16,-2-5-79 0,0 0-134 15,-5 2-279-15,1-8-952 0</inkml:trace>
  <inkml:trace contextRef="#ctx0" brushRef="#br1" timeOffset="35396.574">4807 14645 1808 0,'0'0'1121'16,"0"0"-546"-16,0 0-71 0,0 0-54 15,0 0-114-15,0 0-73 0,-4 90 2 16,1-55-89-16,0 3-54 0,3 3-26 15,0 5-5-15,0 2-9 0,0 4-4 16,3 4-29-16,0 2-25 0,1 7-23 16,-2 4 2-16,1 3 9 0,-2 3-10 15,-1 3-2-15,0 0-1 0,0 3-20 16,0-2-9-16,2 2 11 0,0 0-14 16,4-6 6-16,0-6-9 0,0-8 0 0,1-10-7 15,0-8 1-15,3-8-3 0,-1-6-1 16,0-5-36-16,-1-6-15 0,2-10-39 15,-3-2-35-15,2-6-58 0,1 0-139 0,0-11-215 16,-2 1-558-16,3-14-834 0</inkml:trace>
  <inkml:trace contextRef="#ctx0" brushRef="#br1" timeOffset="36346.281">5451 15062 985 0,'0'0'1876'16,"0"0"-1230"-16,0 0-185 0,0 0-108 0,0 0-56 15,0 0-51-15,0 0-7 16,20 71-50-16,-3-55-49 0,3 1-31 0,1-1-15 15,1-5-3-15,4-2-13 0,0-3-26 16,1-4-19-16,2-2-12 0,0 0-18 16,1-5-3-16,0-5 0 0,3-2-1 15,-2 0-26-15,-4 0-58 0,-2 0 7 16,-2 4-13-16,-5 3 12 0,-6 1 9 16,-2 4 3-16,-1 0 4 0,-5 7 20 0,-3 7 19 15,-1 7 18-15,0 5 6 0,-1 5 30 16,-5 5-9-16,-4 4 10 0,1 2-28 15,2 1 0-15,-2 4 12 0,1-1-15 16,1 4 12-16,1-4 12 0,-1-1-22 16,0-3 0-16,1-4 11 0,3-5-11 15,-1-7-2-15,2-5-1 0,1-7-21 16,-1-7-5-16,2-3-6 0,-1-3-71 16,-1-1-39-16,-2 0-77 0,-3 0-125 0,0-5-310 15,-1-1-494-15,-7-2-437 0</inkml:trace>
  <inkml:trace contextRef="#ctx0" brushRef="#br1" timeOffset="36539.014">5495 15623 1782 0,'0'0'1736'16,"0"0"-1408"-16,0 0-180 0,0 0 230 15,0 0 20-15,0 0-61 0,0 0-124 16,96 1-100-16,-76-7-65 0,3-3-2 15,0-1-46-15,-1-2 0 0,-2-1-107 0,-3 3-69 16,-2 1-62-16,-5 6-62 16,-4 3-230-16,-5 0-638 0,-4 14-696 0</inkml:trace>
  <inkml:trace contextRef="#ctx0" brushRef="#br1" timeOffset="36705.082">5495 15927 2666 0,'0'0'632'0,"0"0"-336"0,0 0 57 0,0 0 69 16,0 0-92-16,0 0-50 0,0 0-42 16,94-16-65-16,-59 5-42 0,3-2-53 15,1-1-56-15,1-1-22 0,3-2-49 16,-4 1-90-16,0 2-96 0,0 2-52 16,-3 4-94-16,-7 3-249 0,5 0-504 0</inkml:trace>
  <inkml:trace contextRef="#ctx0" brushRef="#br1" timeOffset="37626.559">6560 15359 1846 0,'0'0'800'0,"0"0"-139"0,0 0-205 16,0 0-201-16,63-71-23 0,-40 60 47 0,0 3-57 15,-4 7-72-15,1 1-55 0,-1 12-16 0,-3 7-18 16,-5 9 55-16,-2 8 33 15,-6 7-79-15,-3 0-52 0,0 2 0 0,-5-2-15 16,-2-4-1-16,1-6-2 16,2-4-13-16,0-6-11 0,1-7-24 0,1-6-7 15,2-6 18-15,0-4 1 0,0-1-16 16,3-10-36-16,5-7 45 0,3-7 25 16,2-6-7-16,-1-1-5 0,0-1 2 15,0 2 13-15,-2 4 15 0,-1 6 12 16,-4 8-12-16,0 2-1 0,-5 8-45 15,1 3 13-15,-1 0 33 0,0 6 18 16,0 5 7-16,0 1 36 0,0 5-25 16,0 1-20-16,0-4 8 0,0-2-21 15,0-3 14-15,0-5-17 0,0-3-13 0,0-1 13 16,0 0 3-16,6-5 55 0,2-5-56 16,6-5 59-16,0-3-40 0,3-4 3 15,1 3-24-15,-1 4-15 0,0 2 11 16,-2 5-32-16,-4 6-10 0,4 2 34 0,-4 1 12 15,2 8 58-15,0 7 15 0,-3 1 15 16,2 2-24-16,-5-1-6 0,2 1-7 16,-1 0-9-16,-2-3 13 0,-2-1-22 15,-1 1-8-15,-1-5-10 0,1 0-5 16,-3-3-10-16,1-2-18 0,1-2-7 16,-2-4-14-16,1 0-52 0,-1 0-67 15,3 0-85-15,5-5-66 0,-2-4-110 16,3-3-266-16,0 2-666 0,3-11-604 0</inkml:trace>
  <inkml:trace contextRef="#ctx0" brushRef="#br1" timeOffset="37870.197">7293 15490 790 0,'0'0'1782'15,"0"0"-1143"-15,0 0-305 0,0 0 45 16,0 0 83-16,26 81-51 0,-23-69-111 16,1-2-105-16,-1-5-80 0,3-4-11 0,1-1 14 15,5-3-21-15,2-7-34 0,0-5-27 16,4-4-36-16,-1-6-6 15,1-3-39-15,-1 3-9 0,-3 0 8 0,-1 5-5 16,-1 4 5-16,-6 7 7 0,-1 2-22 16,-5 3 20-16,0 2 41 0,0 2 33 15,-8 0 0-15,-4 0-33 0,-4 2-16 16,0 3 14-16,-2 1-16 0,2 5-12 16,0 1-19-16,6 2 10 0,1 1-13 0,5-3-6 15,0 0-18-15,4-1-46 0,0-3-93 16,0 2-117-16,5-1-152 0,1-4-288 15,3 2-726-15</inkml:trace>
  <inkml:trace contextRef="#ctx0" brushRef="#br1" timeOffset="38424.387">7822 15363 1094 0,'0'0'2025'0,"0"0"-1399"16,0 0-276-16,0 0 14 15,0 0-44-15,0 0-75 0,0 0-61 0,0 0-75 16,-4 70-24-16,4-45-6 0,-2 0-18 16,2 0-34-16,0-3-24 0,-1 0-3 15,-1-5-1-15,2-4-11 0,0-4-15 16,0-4-19-16,3-5-30 0,5 0-76 0,2-5 55 15,4-6 45-15,2-4 31 0,3-2-4 16,1-4-11-16,-3 2-20 0,0-2 8 16,-1 4 17-16,0 2 16 0,-3 1 12 15,-2 6-10-15,-2 2 10 0,-4 3 3 16,-1 3 54-16,-3 0 38 0,2 3 15 16,-3 7 18-16,2 4-12 0,-2 1-7 15,0 5-24-15,0-1-10 0,-2-1 1 16,1-1 48-16,-2-5-33 0,0 0-85 15,3-5-3-15,0-2-36 0,0-4-22 0,0-1-78 16,0 0-79-16,3-3-41 0,4-5-71 16,4-3-116-16,3-3-240 0,-3 2-507 15,5-8-277-15</inkml:trace>
  <inkml:trace contextRef="#ctx0" brushRef="#br1" timeOffset="38557.291">8224 15430 1330 0,'0'0'1580'0,"0"0"-999"0,0 0-164 0,0 0-57 16,0 0-3-16,0 0 8 0,38 68-63 15,-38-48-93-15,0 0-69 0,0 0-25 16,-2-2-25-16,-1-4-64 0,2-4-26 16,-1-5-49-16,1-2-87 0,1-3-94 15,0 0-50-15,-1-3-93 0,1-2-333 16,-5-13-1300-16</inkml:trace>
  <inkml:trace contextRef="#ctx0" brushRef="#br1" timeOffset="38720.753">8289 15198 3414 0,'0'0'760'0,"0"0"-552"0,0 0 107 0,0 0 157 0,0 0-28 15,0 0-154-15,0 0-154 16,0 0-94-16,25 67-42 0,-15-61-3 0,1-1-118 16,2-1-108-16,4-1-47 0,-1 0-102 15,-3-1-357-15,9-2-867 0</inkml:trace>
  <inkml:trace contextRef="#ctx0" brushRef="#br1" timeOffset="38923.88">8599 15358 3127 0,'0'0'600'0,"0"0"-445"0,0 0 131 16,-48 69 157-16,28-38-47 0,2-2-79 16,2 3-80-16,1 1-104 0,4-3-36 15,3 0-33-15,2-2-43 0,5-5-18 0,1-5 9 16,0-2-10-16,9-7 17 15,1 1-19-15,4-3-42 0,2-5-13 0,4-2-23 16,2 0-19-16,0-5-40 0,2-4-63 16,2-4-65-16,-2 0-239 0,-6 2-732 15,8-4-1649-15</inkml:trace>
  <inkml:trace contextRef="#ctx0" brushRef="#br1" timeOffset="39411.282">9169 15456 1383 0,'0'0'42'16,"0"0"1507"-16,0 0-1121 0,0 0-89 16,47 80 95-16,-37-50-59 0,-5 9-39 15,1 6-83-15,-1 6-88 0,-2 4-71 16,-2 5 0-16,-1 0-9 0,0-5-6 16,0-1-34-16,0-5-36 0,0-4-9 15,0-6-33-15,-1-5-15 0,1-9-43 16,0-6-37-16,0-9-18 0,0-4-24 15,0-6-57-15,0-8-77 0,0-1-313 0,0-17-1217 16</inkml:trace>
  <inkml:trace contextRef="#ctx0" brushRef="#br1" timeOffset="39603.032">9239 15559 3268 0,'0'0'646'16,"0"0"-435"-16,0 0-46 0,0 0 160 15,0 0 53-15,0 0-24 0,0 0-172 0,0 0-76 16,0 0-37-16,0 0-35 0,79 7-34 16,-66-1 0-16,-1-1-15 0,-4 0-4 15,1 3-2-15,-5 2-27 0,-1 6-28 16,-3 3-33-16,0 4-34 0,-4 2-15 0,-5-2-16 16,3-2-29-16,-2-2-105 0,2-9-229 15,6-5-234-15,-2-5-513 0,2-7-472 16</inkml:trace>
  <inkml:trace contextRef="#ctx0" brushRef="#br1" timeOffset="39891.868">9600 15614 2914 0,'0'0'667'0,"0"0"-459"0,0 0-13 16,0 0 190-16,8 84 35 0,-10-66-81 16,1-1-126-16,-1-7-103 0,2-4-40 15,0-4-10-15,0-2-5 0,8-3-55 16,0-6-3-16,7-5-9 0,2-5 12 15,2-4-58-15,1-4-30 0,-3 2-12 16,0 0 21-16,-5 3 27 0,1 4 3 16,-6 6-2-16,0 1-10 0,-5 5 18 15,-2 3 43-15,0 2 6 0,-6 1-4 16,-3 0 53-16,-5 3-25 0,2 2 4 16,-2 6-19-16,0-1-13 0,-1 2-1 15,2 2-1-15,-1 0 1 0,5-4-1 0,2 1-10 16,3-7-27-16,-1 0-72 0,2-4-72 15,3 0-118-15,0-2-208 0,0-4-544 0,6-18-718 16</inkml:trace>
  <inkml:trace contextRef="#ctx0" brushRef="#br1" timeOffset="40393.172">10042 15102 1881 0,'0'0'1411'16,"0"0"-895"-16,0 0-343 0,0 0 50 15,-14 96 189-15,2-58-28 0,1 2-91 16,1 0-108-16,-1 2-67 0,4-9-63 0,1 0-55 16,4-5-15-16,1-5-31 0,1-4-60 15,0-3-46-15,1-4-15 16,4-5-7-16,2-3-19 0,3-4 14 0,3 0-3 16,2 0 5-16,0 0 34 0,0 0 70 15,-1 0 59-15,2 8 14 0,0 3 95 16,-2 2 42-16,2 4-16 0,-4 1 0 15,0 1 18-15,-4-1 18 0,-1 1-38 0,2-2-36 16,-2 0-28-16,-3-1-27 16,3-2 5-16,-4 0-18 0,2 0 13 0,-2 0-13 15,1-1 6-15,1-1-19 0,-2 0-2 16,2-1 13-16,1-3 20 0,-1 1-5 16,1-3-27-16,3 1 2 0,-1-2 21 15,0-2 12-15,0 3-11 0,4-1-13 16,-5 0-10-16,2 3 0 0,-1-1-1 15,-4 5 11-15,-1 2 0 0,0 4-9 16,-3 2 12-16,0 3-12 0,-4 0 13 0,-3 0-14 16,-2-2 13-16,-1-2-3 15,0-3 6-15,-1-3 7 0,3-3 8 16,1-5 15-16,1-3 16 0,1-2-61 16,0-4-3-16,2-6-64 0,-2-4-30 0,2-5 6 15,3-3-15-15,0-3 9 0,4 0-19 0,8 0 6 16,3-2-22-16,0 2-33 0,5-3-104 15,0 2-158-15,-1-1-205 0,-3 5-447 16,5-7-404-16</inkml:trace>
  <inkml:trace contextRef="#ctx0" brushRef="#br1" timeOffset="41841.632">10985 15375 1178 0,'0'0'16'16,"0"0"290"-16,0 0 803 0,0 0-697 15,0 0-77-15,0 0-36 0,0 0-13 0,0 0 19 16,0 0-73-16,0 0-28 0,51 83-50 0,-40-50-4 15,-3 3-10-15,-1 2-24 0,-1 2-28 16,-3 2-39-16,1-2-16 0,-3 2-23 16,-1 0-10-16,0 1-18 0,0-5 3 15,-1-2-15-15,-1-7-58 0,2-8-44 16,0-5-29-16,0-9-5 0,0-6-55 16,0-1-139-16,3-8-209 0,0-4-212 15,1 1-594-15</inkml:trace>
  <inkml:trace contextRef="#ctx0" brushRef="#br1" timeOffset="42230.838">11091 15456 2088 0,'0'0'753'0,"0"0"-330"16,0 0-86-16,0 0 47 0,0 0-18 15,0 0-90-15,0 0-123 0,0 0-54 16,0 0 2-16,0 0 3 0,95-55 5 0,-74 53 4 15,2 2-16-15,-2 0 0 0,3 3-39 16,-1 3-10-16,0-1-11 0,-1 3 2 16,-2 3-3-16,0 1 4 0,-4 2-7 15,0 3-3-15,-5 2-6 0,0 5-5 16,-4-1-7-16,-3 5-11 0,-3 1 1 16,-1 0 1-16,0 0 12 0,-5 2-14 15,-4 0-1-15,-1 0 2 0,1 0-2 16,-5 0 3-16,2-2 0 0,-3-4 12 0,-1-2 0 15,0-3-3-15,1-4-1 0,-2 2-11 16,3-6-24-16,-2 1-6 0,0-1 9 16,-3-4-9-16,3 2-13 0,-1-3-29 15,1-3-1-15,-1 0-9 0,5-1-6 16,0-2-9-16,1-1-21 0,3 0-1 0,-1-3-34 16,2-1-74-16,3-3-90 0,-1-2-145 15,2 0-195-15,3-1-655 0,-1-8-633 0</inkml:trace>
  <inkml:trace contextRef="#ctx0" brushRef="#br1" timeOffset="43713.143">11635 15444 886 0,'0'0'400'16,"0"0"-338"-16,0 0 173 0,0 0 971 16,0 0-697-16,0 0-131 0,0 0-104 15,0 0-39-15,0 0 11 0,0 0-18 16,0 0-65-16,3 0-37 0,3 0-25 15,8 0 9-15,1 0 72 0,3 0-27 16,4 0-70-16,1-3-30 0,0-1-25 0,0-1-19 16,-1-3-11-16,1 0-15 15,0 0-21-15,-4-1-46 0,0 0-43 0,-5 3-63 16,0 2-35-16,-8 1-50 0,0 3-91 16,-4 0-200-16,-2 0-537 0,0 3-281 15,-5 6 154-15</inkml:trace>
  <inkml:trace contextRef="#ctx0" brushRef="#br1" timeOffset="43990.282">11800 15472 228 0,'0'0'1187'16,"0"0"-664"-16,0 0-166 0,0 0 1 0,0 0-7 0,0 0-44 15,0 0-50-15,0 0-51 0,-52 80-21 16,49-60 16-16,-1 1-5 0,-1 4-25 16,1 0-20-16,0 3-19 0,1 0-15 15,1 0-16-15,1 1-10 0,1 1-36 16,0-4-12-16,0 0-13 0,0-4 1 15,4-3 2-15,0-3 1 0,4-2 5 16,-1-2 7-16,1-3 8 0,1-2-8 0,0-1-16 16,4 0-15-16,-2-3-15 0,3-1-11 15,1-2-22-15,4 0-13 0,-2-4-2 16,2-3-37-16,-2-5-22 0,5 2-45 16,-2-3-26-16,0-2-55 0,0 1-101 0,0-1-192 15,-8 3-470-15,3-3-623 16</inkml:trace>
  <inkml:trace contextRef="#ctx0" brushRef="#br1" timeOffset="44219.868">12087 15554 1087 0,'0'0'1875'0,"0"0"-1520"0,0 0-212 0,0 0 54 16,0 0 180-16,0 0 4 0,0 0-81 15,70 76-125-15,-54-56-93 0,1 3-5 16,-1-3-13-16,1 0-18 0,-3 0-31 16,0 1-15-16,-3-2-1 0,-3-1-20 15,0-3-49-15,1 2-102 0,-3-6-24 0,1-2-2 16,1-2-40-16,-3-3-72 0,2-4-116 16,0 0-219-16,-2-4-321 0,3-9-325 15</inkml:trace>
  <inkml:trace contextRef="#ctx0" brushRef="#br1" timeOffset="44414.071">12420 15541 904 0,'0'0'2081'0,"0"0"-1698"0,0 0-195 0,0 0 30 16,-79 52 72-16,58-34-7 0,-1 1-57 16,2 1-84-16,-1 3-59 0,-1 2-34 15,0 1-3-15,-1 2-22 0,-1 0-21 16,-1 2-3-16,1-2-12 0,1 1-15 15,0-3-29-15,1-1-91 0,5-5-41 16,1-4-57-16,7-3-53 0,3-6-74 0,3-2-202 16,3-5-781-16</inkml:trace>
  <inkml:trace contextRef="#ctx0" brushRef="#br1" timeOffset="45094.98">12549 15375 391 0,'0'0'2463'0,"0"0"-1970"15,0 0-350-15,0 0 3 0,0 0 103 16,0 0 65-16,0 0-81 0,0 0-128 16,0 0-22-16,0 0-2 0,0 0-14 15,33 7-36-15,-26-7-28 0,-1 0 15 16,0 1-18-16,1-1 0 0,2 0-3 15,-2 0 2-15,2 0 0 0,-2 0 1 0,3 0 0 16,-3 0-3-16,-1 0-15 16,1 0 18-16,0 1-13 0,-2 0 11 0,-1 0 0 0,0 2 0 15,1-1 1-15,-2 3 1 16,1-2-2-16,0 2 2 0,0 0 1 0,1 2-1 16,-2 2 3-16,1 0 10 0,-1 1-10 15,3 2-1-15,-1 0 1 0,-2 0-3 16,0 1 0-16,0 0 1 15,1 2 0-15,-2 0 0 0,1 1-1 0,0 0-1 16,0 3-11-16,0 2 11 0,2 1-2 16,-1 2 0-16,-1 1 1 0,-1 0 2 15,1 1 3-15,-2 0-2 0,1-2-1 16,-1 1 1-16,-1-1-1 0,0-5 0 16,2 2 4-16,-2-3 11 0,0-1 0 0,1-3-13 15,-1-2 11-15,3-2-11 0,-2-1 1 16,1 0-2-16,-1-1 1 0,-1-1-1 15,3-3-1-15,-2 2 0 0,-1-4 0 16,0 0 1-16,0-2 11 0,0 2 0 16,0-1 1-16,0-1 5 0,0 2-6 15,0-2-12-15,0 0-30 0,-4 1-32 16,-3 2-27-16,1-1-19 0,-3 2-49 16,-3-1-54-16,-3 3-40 0,1-1 3 0,-4 0-152 15,4 1-312-15,-9 2-685 0</inkml:trace>
  <inkml:trace contextRef="#ctx0" brushRef="#br1" timeOffset="48155.957">6613 16351 1638 0,'0'0'1983'16,"0"0"-1677"-16,0 0-197 0,0 0 58 15,0 0 156-15,0 0-83 0,0 0-108 16,0 0-71-16,0 0-30 0,-78 73-4 0,67-55-2 16,-4 1-10-16,2-1 0 0,2-1-14 15,-1-3-1-15,2-2-1 16,6-3 1-16,1-3-24 0,3 0-46 0,1 2 27 16,11 2 24-16,6 2 18 0,6-1 2 15,5-2-2-15,1 2-38 0,2-3 36 16,-1-1-1-16,-2 0 4 0,-4 1-12 15,-5 0 12-15,-4 1 1 0,-5 1 27 0,-2 2 12 16,-5 4 18-16,-1 1-15 0,-3 0 2 16,0 1-17-16,0-3-10 0,-7 4-15 15,-2-2 11-15,-1 1-14 0,-3-2 0 16,1-2 11-16,-2-3-11 0,1-3-25 16,2-3-5-16,0-2-1 0,1-3-6 15,-1 0-36-15,-1-2 3 0,0-2-4 16,-3-5 13-16,3 0-53 0,1-3-50 15,4 0-22-15,2-2-14 0,5 1-102 16,0-2-206-16,5 5-532 0,9-9-295 0</inkml:trace>
  <inkml:trace contextRef="#ctx0" brushRef="#br1" timeOffset="48493.353">6885 16562 2500 0,'0'0'593'0,"0"0"-376"0,0 0 50 0,0 0 228 15,0 0-66-15,0 0-173 0,0 0-54 16,0 0-28-16,18 74-64 0,-12-52-3 16,-2-1-71-16,3-3-36 0,-3-3-6 15,1-3 3-15,-1-5-31 0,0-1-17 16,5-4-4-16,-2-2 6 0,3 0-24 16,4-8-37-16,1-3-15 0,4-4-50 15,-5-3-1-15,2-1 18 0,-4 0 52 16,-2 3 16-16,0 1 37 0,-5 3 16 15,1 5 8-15,-3 1 29 0,-1 6 17 16,-1 0-14-16,-1 0 116 0,0 0 2 16,0 7-34-16,0 2 40 0,3 5-16 0,0 0-19 15,1 4-18-15,-1 0-3 0,0-1-4 16,1 1 0-16,2-2-64 0,1-1-3 0,5 1-52 16,-1-4 25-16,2-2-74 0,3-3-176 15,3-3-18-15,0-1-37 0,2-3-218 16,-3 0-696-16,7-3-197 0</inkml:trace>
  <inkml:trace contextRef="#ctx0" brushRef="#br1" timeOffset="48694.032">7450 16677 2244 0,'0'0'703'0,"0"0"-405"0,0 0-21 16,0 0 92-16,0 0 7 0,0 0-90 16,-79 2-83-16,59 11-65 0,1 1-22 15,2 9-6-15,1 2 24 0,4 0-24 16,4 1-16-16,5-4-15 0,3-4-43 15,0-4-36-15,3-5-39 0,5-5-25 0,4-4 18 16,4 0 1-16,3-10 15 0,4-9-59 16,1-6-17-16,1-7-53 0,-1-5-74 15,1-1-119-15,-1 0-101 0,0-4-106 0,1 1-217 16,-5 9-401-16,8-20 47 0</inkml:trace>
  <inkml:trace contextRef="#ctx0" brushRef="#br1" timeOffset="48996.869">7678 16210 1949 0,'0'0'789'0,"0"0"-340"15,0 0-108-15,0 0 60 0,0 0 3 16,0 0-135-16,0 0-109 0,0 0-22 16,-27 94 15-16,19-56 51 0,4 1 3 15,1 3-65-15,0-1-66 0,3 0-53 0,-1-1-23 16,1-4-15-16,0-5-12 0,0-4 0 16,0-8-22-16,1-7-11 0,5-6-37 15,0-3-40-15,1-3 33 0,3 0 34 16,2-6 9-16,-1-5 3 0,-1 0 6 15,0-4 12-15,2 2 7 0,-5 2-4 0,2 4 3 16,-3 3-3-16,-2 2-3 0,3 2 40 16,-1 0 9-16,-2 2 53 0,2 6 8 15,1 2 4-15,3 4-34 0,-1 0 18 16,0 1 21-16,-1 0-45 0,-1 0-7 16,-1-2-8-16,0-1-19 0,1-4-33 15,2-2-13-15,-2 0-6 0,5-6-55 16,0 0-71-16,3-3-96 0,2-6-237 15,-2 2-538-15,6-10-515 0</inkml:trace>
  <inkml:trace contextRef="#ctx0" brushRef="#br1" timeOffset="49300.63">8299 16814 4150 0,'0'0'555'0,"0"0"-390"16,0 0-91-16,0 0 82 0,0 0 69 15,0 0-9-15,0 0-113 0,0 0-64 16,0 0 7-16,105 8-22 0,-63-9-21 0,0-10-3 15,-2-1-76-15,-1-7-39 0,-3 0-52 16,-2-2-46-16,-6 0-43 0,-5-1-187 16,-7 5-356-16,-6-7-1004 0</inkml:trace>
  <inkml:trace contextRef="#ctx0" brushRef="#br1" timeOffset="50087.419">8471 16461 2925 0,'0'0'546'0,"0"0"-299"16,0 0-36-16,-26 76 149 0,21-40 42 16,4 7-71-16,1 2-77 0,0 3-93 0,0 3-40 15,6-2-60-15,0-3-61 0,0-4-10 16,3-9-83-16,0-9-47 0,4-12-27 16,1-10 5-16,6-4 33 0,6-16-36 15,-1-7-76-15,4-8-113 0,-2-6-111 16,-4-2-25-16,-1-1-55 0,-3 0 157 15,-1 1 119-15,-2 0 87 0,-2 1 156 16,-2 0 26-16,-5 3 230 0,0 5 217 16,-5 5 75-16,-1 7-68 0,-1 9-69 15,0 5-36-15,0 5-41 0,0 1-49 16,-1 11-57-16,-1 6-77 0,-2 9-45 16,0 9 2-16,3 8 12 0,-1 6 104 0,2 2-53 15,0-1-57-15,0 0-46 16,0-3-42-16,4-7-3 0,3-8-21 0,2-9-12 15,0-9-34-15,5-9-15 0,1-5 25 16,3 0-22-16,3-11-6 0,0-6 6 16,1-5-25-16,-3-2-6 0,-1-1-3 0,-1 5 30 15,-2 2 25-15,-1 5 2 0,-1 3 16 16,-2 7 16-16,0 2 27 0,-4 1 74 16,-1 3 65-16,1 8 1 0,-1 2-27 15,-2 5-6-15,-1 1-13 0,0 1-15 16,-2-1-21-16,2-2-52 0,2-6-6 15,-1-3-49-15,2-6-14 0,2-2-10 16,1 0 0-16,4-12 18 0,1-6 18 16,-1-4-51-16,3-7-53 0,-1 0-19 15,0-5-22-15,0 3 0 0,-2 0 42 0,0-1 34 16,-3 3-11-16,-2 1-8 16,0 9 56-16,-2 6 69 0,-2 6 114 0,4 7 34 15,-2 0 36-15,0 10 15 16,1 7-39-16,3 2-55 0,-1 9-22 0,0 3-9 15,-2 3 2-15,3 0-9 0,-1 0 16 16,-1-1-10-16,0-2-15 0,0-3-58 0,-1-1-9 16,2-7-25-16,-2-1 10 0,-1-7 6 15,-2-3 17-15,-2-6-15 0,-2-2-60 16,0-1-65-16,-2 0-61 0,-8 0-57 16,-3 0-83-16,-5-2-20 0,-3-4-6 15,-2 0-76-15,0-2-72 0,-3-3 75 16,3 0 441-16,0-2 237 0,4 0 154 15,6 1-88-15,5 3 4 0,5 3 24 0,3 2-84 16,3-1-81-16,10 0-20 16,5-3 109-16,4 0-11 0,7 0-69 0,8-3-43 15,1-1-34-15,2-2-30 0,4 1-62 16,0-2-6-16,-2-2-28 0,1 3-113 16,-3 0-166-16,-9 4-281 15,5-1-1145-15</inkml:trace>
  <inkml:trace contextRef="#ctx0" brushRef="#br1" timeOffset="50249.699">10206 16831 104 0,'0'0'4415'16,"0"0"-3701"-16,0 0-544 0,0 0-170 0,0 0-134 15,0 0-24-15,0 0-4 0,0 0-182 16,0 0-260-16,0 0-587 0,-71-36-911 15</inkml:trace>
  <inkml:trace contextRef="#ctx0" brushRef="#br1" timeOffset="51903.564">10455 15474 722 0,'0'0'567'0,"0"0"953"0,0 0-966 0,0 0-199 16,0 0-81-16,0 0 67 16,0 0-23-16,0 0-75 0,0 0-75 0,0 0-58 15,-4 9-25-15,15-9-48 0,4 0 33 16,3 0 6-16,7 0 3 0,0-1-13 16,2-6-23-16,0 0-25 0,-1-3-18 15,-1-2-18-15,-3-1-52 0,-1 1-18 16,-2-1-46-16,-5 3-64 0,0-1-104 15,-6 4-192-15,-4 2-513 0,-4 0-854 0</inkml:trace>
  <inkml:trace contextRef="#ctx0" brushRef="#br1" timeOffset="52344.471">10621 15143 2872 0,'0'0'432'0,"0"0"-292"0,0 0 70 0,0 0 101 0,0 0 37 16,0 0-69-16,0 0-172 0,0 0-73 16,0 0 0-16,0 0 9 0,0 0-43 15,-41 0-18-15,34 17-41 0,2 3 59 16,-3 8 0-16,4 2 49 0,-1 4 13 16,3 2-10-16,-1-1 9 0,3 4 16 15,0-5 2-15,0-1 37 0,4 0-34 0,0-3-45 16,4-1-10-16,-1-1-3 0,4-1-6 15,-2 0 13-15,3-1-28 0,0-1-1 16,0 3 0-16,1-1 1 0,0 0-2 16,0 3-1-16,1-2 0 0,-2 0 0 15,2-2-1-15,-4-1-2 0,2-1-9 16,-2-1 10-16,0-1 0 0,-1 0 1 0,-2-2 1 16,0-1 2-16,-2-3 10 0,-3 0 0 15,1-3-10-15,-3-1 10 0,0-1 6 16,0-4-6-16,0 1 4 0,-4-3-1 15,-2 1 0-15,-2-1-15 0,-2-2-21 16,-2 1-16-16,-2-4-5 0,-2 0-16 0,0 0-9 16,0-2-39-16,-1-7 5 0,1 2 10 15,0-5-35-15,3 0-49 0,-1-2-50 16,4-1-110-16,-1 1-112 0,3 0-218 16,4 4-560-16,-1-2-470 0</inkml:trace>
  <inkml:trace contextRef="#ctx0" brushRef="#br1" timeOffset="53387.834">6743 17609 2236 0,'0'0'774'0,"0"0"-228"16,0 0-127-16,0 0-25 0,0 0-8 16,0 0-77-16,0 0-56 0,0 0-83 15,0 0-76-15,0 0-30 0,0 0-7 16,33 28 49-16,-10-16 12 0,3 1-39 0,0-2-46 16,1-4-33-16,-2-1-21 0,2-5-1 15,-1-1 4-15,1-1 15 0,1-9-57 16,-1-2-76-16,-2 0-18 0,-2-3-31 15,-5-1-53-15,-3 1-125 0,-1 4-237 16,-8 3-436-16,0 1-520 0</inkml:trace>
  <inkml:trace contextRef="#ctx0" brushRef="#br1" timeOffset="53760.986">6983 17356 2164 0,'0'0'685'0,"0"0"-231"15,0 0-25-15,0 0-83 0,0 0-38 16,0 0-79-16,0 0-96 0,0 0-32 0,0 0-6 16,-44 77 0-16,41-48 18 0,1 2-28 15,2 2-15-15,0-1 0 0,0 2-9 16,0 1 5-16,2 1-20 0,2 3-13 16,2 1-12-16,0-1-20 0,1 3 1 15,0 1 0-15,-1-3-2 0,2 2 0 16,0-1-12-16,-4-4 9 0,-1-1 3 15,1-3 2-15,-1-2-2 0,-1-3 1 0,-1-3 0 16,-1-5 15-16,0-2-14 0,0-4 10 16,0-5-10-16,0-2-2 0,-3-2 14 15,0-2-14-15,-1 1-34 0,-2 0-8 16,0-3-22-16,-2 1 7 0,1-2-1 0,-5 0-12 16,-2-3-15-16,-1-5-40 0,-5-2-6 15,1-2-20-15,1-4-27 0,-1-3-47 16,7 0-24-16,3-4-103 0,7 1-203 15,0 5-235-15,5-11-612 0</inkml:trace>
  <inkml:trace contextRef="#ctx0" brushRef="#br1" timeOffset="53980.672">7459 17681 2479 0,'0'0'765'0,"0"0"-220"15,0 0-130-15,0 0-30 0,0 0-106 16,0 75-86-16,-1-52-71 0,-1-1-30 16,1 4-16-16,1 1 6 0,1 3 18 15,5 0-18-15,5 3-55 0,1-1-27 0,4-1-10 16,0-4-21-16,2-5-29 0,1-5-86 16,3-9-103-16,1-6 10 0,2-2-40 15,2-16-183-15,-6 4-535 0,8-23-1221 0</inkml:trace>
  <inkml:trace contextRef="#ctx0" brushRef="#br1" timeOffset="54356.401">7966 17542 2767 0,'0'0'637'0,"0"0"-273"0,0 0 170 0,0 0-31 15,0 0-102-15,25 75-134 0,-17-50-88 16,-3 1-25-16,-2 4 24 0,-1 2-72 0,-2 3-79 15,0-1-27-15,0-2-21 0,-2-1-3 16,-4-5-24-16,-4-1-16 0,1-4 1 16,-4-1-43-16,2-4-36 15,-2-3-4-15,1-2 19 0,-1-3 20 0,3-4 1 16,3-4 8-16,-2 0 0 0,1 0 0 16,0-9 3-16,1-5 22 0,-1-6 23 15,0-3 1-15,2-4 21 0,3 0 13 16,2 2 13-16,1 3 2 0,0 7 50 15,3 6 6-15,4 6-7 0,4 3-15 16,4 0 55-16,4 5 24 0,0 4 3 16,4 3 15-16,1 2-30 0,-1 1-22 15,3-1 3-15,-1 3-6 0,-2-3-49 16,-3-2-27-16,2 1-6 0,-5-2-21 0,-3-3-61 16,1-1-64-16,-5-2-77 15,-3-2-86-15,-3-3-352 0,-1 0-714 0,-3-3-1187 16</inkml:trace>
  <inkml:trace contextRef="#ctx0" brushRef="#br1" timeOffset="54574.515">8381 17689 3153 0,'0'0'566'0,"0"0"-427"0,0 0 59 15,0 0 219-15,61 69-63 0,-51-51-109 16,1 2-117-16,-2 2-61 0,-3 2 3 15,0 2-9-15,-4 4-37 0,-2 1-11 16,-2-1-12-16,-7 3 2 0,-3-5-3 0,-2 0-76 16,-3-4-43-16,-2-4-49 0,0-4-3 15,-1-5-7-15,3-6-93 0,2-5-254 16,5 0-698-16,-6-12-1040 0</inkml:trace>
  <inkml:trace contextRef="#ctx0" brushRef="#br1" timeOffset="54731.567">8587 17880 2674 0,'0'0'1003'0,"0"0"-823"0,0 0 2 16,91-10 205-16,-62 9-66 0,0-1-52 15,1-1-134-15,0-2-135 0,-1-3-3 16,-1 0-95-16,-1-2-113 0,-4 3-100 16,-4-1-159-16,-6 2-593 0,-7 6-986 0</inkml:trace>
  <inkml:trace contextRef="#ctx0" brushRef="#br1" timeOffset="54871.444">8809 18036 3201 0,'0'0'704'0,"0"0"-569"16,0 0-72-16,0 0 146 15,0 0 159-15,0 0-55 0,0 0-93 0,0 0-96 16,0 0-45-16,0 0-22 0,94 47-57 16,-77-53-45-16,1-3-25 15,2 0-55-15,0-2-64 0,0-1-62 0,3 0-11 16,0 0-252-16,-7 5-775 0,9-8-992 0</inkml:trace>
  <inkml:trace contextRef="#ctx0" brushRef="#br1" timeOffset="55132.825">9265 17899 2375 0,'0'0'1239'16,"0"0"-887"-16,0 0-188 0,0 0 119 0,24 76 63 16,-14-47-55-16,2-2-72 0,5 3-91 15,1-4-28-15,3-4-9 0,1-5-6 16,1-5-30-16,0-5-31 0,1-7-24 15,2 0-15-15,0-11-13 0,0-6-5 0,-3-5 12 16,0-6-21-16,-3-2 11 16,-2 1 4-16,-4 1 15 0,-4 2-9 0,-1 2 21 15,-5 3 27-15,-4 4-12 16,0 1 6-16,-11 1 16 0,-4-1-16 0,-3 1 0 16,-5 0-21-16,-2 5 0 15,0 4 12-15,-2 6 64 0,3 1-19 0,-4 11-57 16,1 9-30-16,-2 8-40 0,0 4-39 15,2 7-88-15,-1 2-125 0,8-8-327 0,-6 15-960 16</inkml:trace>
  <inkml:trace contextRef="#ctx0" brushRef="#br1" timeOffset="69109.196">2246 5842 1284 0,'0'0'1969'16,"0"0"-1682"-16,0 0-129 0,0 0 75 16,0 0 158-16,0 0-20 0,0 0-104 0,0 0-99 15,0 0-88-15,0 0-32 0,65 81-14 16,-39-45 27-16,4 7 8 0,5 4-11 16,4 4-37-16,4 0 1 0,-1 2-7 15,0 2-15-15,4-3 0 0,-4 5-18 16,2 2-4-16,-3-2 4 0,-2 0 15 15,-5-1-9-15,-2-4 9 0,-5-2 0 16,-2-3-12-16,-4-7-13 0,-6-6-23 16,0-6 5-16,-3-5-21 0,-3-8 0 0,-1-4-12 15,-3-2-16-15,-2-5 0 0,-2 0 13 16,-1-4-14-16,0 2 10 0,0-2-46 16,-4 0-85-16,-9 0-134 0,0-7-205 15,-7-5-124-15,-1 0-405 0,3 0-458 16</inkml:trace>
  <inkml:trace contextRef="#ctx0" brushRef="#br1" timeOffset="69351.609">2765 6831 790 0,'0'0'1117'0,"0"0"-399"0,0 0-444 0,0 0-110 16,0 0 72-16,0 0 82 0,0 0-56 16,18 79-70-16,-6-61-64 0,3 3-10 15,5 1-3-15,-4 3-16 0,4-1-25 0,-3-2 0 16,-1-1 6-16,-3 0-13 0,0-8 22 15,-3-4 49-15,2-2-43 0,-2-7-13 16,0 0-39-16,3-4-16 0,-2-8 6 16,5-4-8-16,-3-8-15 0,-1-4-10 15,-1-5-25-15,-2-4-5 0,1-4-34 16,0 1-24-16,0-3-62 0,-1-1-52 16,2-1-50-16,-3-3-118 0,-1-1-240 15,-4-1-595-15,0 10-715 0,-3-21 1646 0</inkml:trace>
  <inkml:trace contextRef="#ctx0" brushRef="#br1" timeOffset="70024.203">1315 5234 2727 0,'0'0'501'0,"0"0"-253"0,0 0-39 15,0 0 106-15,0 0 17 0,0 0-85 16,0 0-77-16,0 0-72 0,0 0-28 16,0 0-2-16,0 0 14 0,84 14-30 15,-50-12-18-15,-1-2-10 0,-1-2-22 16,-3-8 13-16,0-2-15 0,-6-4-41 15,-1-3-42-15,-2-5-67 0,-4-1-46 16,-6-2-106-16,0-2-211 0,-6 9-575 0,-4-10-809 0</inkml:trace>
  <inkml:trace contextRef="#ctx0" brushRef="#br1" timeOffset="70314.156">1395 4898 1383 0,'0'0'143'0,"0"0"1052"0,0 0-996 15,0 0-35-15,0 0 66 0,-19 78 12 0,22-53-28 16,4 2-69-16,6 1-35 0,3 2-12 16,2 3-17-16,-2 1 6 0,3 1-9 15,0 1-22-15,-1 1-19 0,0 0-36 16,-1-3 11-16,-4-2 16 0,0 0-26 16,-1-5 35-16,-5 0-3 0,0-4 12 0,-3-3-9 15,-2-2 31-15,-2-1 0 0,0-3-4 16,0-3-15-16,-3-4-3 0,0 0-46 15,-4-2-6-15,3-4-31 0,-5-1-15 16,0 0-37-16,-5-7-37 0,2-5-47 16,-3-4 9-16,0-5-20 0,1 0-115 15,4-5-52-15,2 2-170 0,4 5-455 16,4-16-373-16</inkml:trace>
  <inkml:trace contextRef="#ctx0" brushRef="#br1" timeOffset="70468.2">1772 5117 1213 0,'0'0'1528'0,"0"0"-1155"0,0 0-194 0,0 0 135 16,0 0 118-16,54 81-27 0,-49-62-118 0,1 0-87 15,-2-2-72-15,-1-3-76 0,-1 3-52 16,-1-4-30-16,-1-1-129 0,0-4-50 16,0 0-69-16,-6-3-115 0,-1-4-340 15,0-1-837-15,-6-6 7 0</inkml:trace>
  <inkml:trace contextRef="#ctx0" brushRef="#br1" timeOffset="70622.557">1752 5003 1656 0,'0'0'724'0,"0"0"-131"0,0 0-375 16,0 0 2-16,0 0 141 0,0 0-132 16,0 0-147-16,85-30-82 0,-72 24-66 15,3-2-192-15,-2-1-211 16,2 0-234-16,-4 2-1083 0,2 4 1140 0</inkml:trace>
  <inkml:trace contextRef="#ctx0" brushRef="#br1" timeOffset="70900.167">2069 5115 1911 0,'0'0'1314'0,"0"0"-920"0,0 0-315 16,0 0 34-16,9 81 174 0,-4-66 46 16,-3-2-74-16,1-5-81 0,-2-4-104 15,2-2-59-15,-2-2-15 0,2 0-33 16,2-7-35-16,2-7 28 0,1-3-21 15,1-6-35-15,-1-1-33 0,0 0 5 16,1 4 22-16,-2 2 43 0,0 6 6 0,-1 6-7 16,2 1 59-16,0 5 1 0,1 0 25 15,0 5 28-15,2 2 50 0,-1 4 12 16,0 1-1-16,0 0-21 0,-1 0-1 16,-4-1-18-16,2 1-10 0,-1-5 1 15,-3 0-26-15,0-2-38 0,-2-4-1 16,1 1-27-16,-2-2-28 0,0 0-68 15,1-7-65-15,1-5-56 0,2-7-163 16,-1-6-741-16,1 2-1107 16,-1-14 2157-16</inkml:trace>
  <inkml:trace contextRef="#ctx0" brushRef="#br1" timeOffset="71085.219">2461 4796 1782 0,'0'0'1169'16,"0"0"-591"-16,0 0-423 0,3 88 97 0,-3-62 276 15,3-5-100-15,-3-4-156 0,3-5-150 16,0-5-122-16,1-3-46 0,0-3-94 16,2-1-13-16,1-5 9 0,2-7-10 15,1-8-40-15,0-5-111 0,-3-6-243 0,1-1-494 16,-2 0-159-16,0 1 7 0,-4 6 1145 16</inkml:trace>
  <inkml:trace contextRef="#ctx0" brushRef="#br1" timeOffset="71682.477">2496 4310 326 0,'0'0'2584'0,"0"0"-1958"16,0 0-427-16,0 0-1 0,0 0 44 16,0 0-93-16,0 0 0 0,-12 68-38 15,21-30-9-15,4 6 39 0,4 3 65 16,0 3-66-16,5 0-27 0,1 0 5 16,4-1-2-16,3-4-62 0,2 0 25 0,0-7-79 15,0-5-30-15,-5-2-46 0,-4-6 0 16,-4-3 40-16,-3-8-107 0,-6-2 21 15,-6-5-15-15,-2-3-22 0,-2 2-38 16,-5-3-10-16,-8 3 74 0,-5 0-174 16,-7 0-4-16,-1 2 165 0,-3-3 105 15,-1-2 41-15,-1-2 13 0,-3-1-11 16,3 0 103-16,2 0 96 0,7 0-3 16,6 0-53-16,6-1-18 0,7-2 4 15,3 1-32-15,0-4-38 0,9 1 4 0,8-5-13 16,3-7 28-16,8-4 18 0,5-5-49 15,2-6-39-15,2-4-10 0,-4 3-18 16,-1-3-37-16,-5 5-129 0,-4 5-63 16,0 1-61-16,-1 6-72 0,0 6-144 15,-1 5 140-15,-2 7 204 0,-3 2-205 16,-3 12 311-16,-3 7 74 0,-3 3 501 16,-1 5-11-16,2-3-57 0,-2 0-90 0,0-1-11 15,-2-5-45-15,2-5-28 0,1-5-73 16,-3-6-64-16,4-1-24 0,-1-2-50 15,6-4-33-15,0-9-13 0,4-5-2 16,1-5-46-16,-1-4-42 0,-3-3-10 0,-1 2-3 16,-1 3 13-16,-4 6 36 15,2 3 12-15,-4 8 40 0,-3 2 92 0,-3 6-91 16,0 6 22-16,-4 8 29 16,-8 8-6-16,2 4-45 0,-3 8-1 0,3 1 43 15,0 0 21-15,4-2 0 0,3-1-25 16,2-4-39-16,1-2 0 0,4-5-33 15,12-6-13-15,10-3 31 0,9-6 15 0,5-4 12 16,5-2-12-16,1-4-88 0,0-8-59 16,1-4-46-16,0-2-69 15,-2-3-250-15,-10 4-703 0,7-8-975 16</inkml:trace>
  <inkml:trace contextRef="#ctx0" brushRef="#br1" timeOffset="77754.855">4151 4600 1463 0,'0'0'2066'16,"0"0"-1712"-16,0 0-171 0,0 0 75 15,0 0-13-15,0 0-17 0,0 0-32 16,0 0-53-16,0 0-36 0,83 16-7 16,-65-34 4-16,2-4 8 0,-2-6-51 15,2-4-37-15,-4 0-24 0,-2-5-9 16,-2 1-46-16,-4 7-11 0,-3 3-10 16,-5 4 6-16,0 8-6 0,-6 3-9 0,-7 4 30 15,-2 1 9-15,-3 6 0 0,-5 0 6 16,1 0 10-16,-4 8 11 0,2 4 7 15,2 4 10-15,0 3-31 0,5 5 5 16,3 3 15-16,1 5 12 0,7 0 2 16,5 3 16-16,1 0-5 0,1 2 16 15,9-3-10-15,6-5 7 0,1-1-4 16,5-4 10-16,2-5 11 0,2-3 7 0,2-7-9 16,-2-3 6-16,3-3-25 0,-2-3 6 15,3-9-25-15,-1-3-2 0,0-7-86 16,0-6-48-16,-3-3-77 0,-2-4-193 15,-7 4-601-15,5-14-1063 0</inkml:trace>
  <inkml:trace contextRef="#ctx0" brushRef="#br1" timeOffset="77957.275">4553 4345 1102 0,'0'0'664'0,"0"0"498"0,0 0-915 15,0 0 49-15,0 0 162 0,71 78-45 16,-42-59-82-16,6 0-70 0,-2-2 32 15,3 0-171-15,1-5-93 0,-2-3-29 16,-5-3-137-16,0-6-61 0,-4-6-32 16,-1-7-165-16,1-8-334 0,-2-5-856 15,-8 5-519-15</inkml:trace>
  <inkml:trace contextRef="#ctx0" brushRef="#br1" timeOffset="78188.31">4871 4338 935 0,'0'0'1115'15,"0"0"-452"-15,-55 66-328 0,42-32 44 0,-3 5 36 16,6-1-76-16,6 0-50 16,4-5-88-16,1-3-164 0,8-7-37 0,6-7-164 15,3-8-105-15,5-8-35 0,4-11-27 16,2-19-200-16,-7 1-982 0,12-30-63 0</inkml:trace>
  <inkml:trace contextRef="#ctx0" brushRef="#br1" timeOffset="78300.626">5267 3915 2058 0,'0'0'1522'0,"0"0"-1320"0,0 0-183 0,-12 94 169 15,5-51 95-15,4 6 39 0,3 3 37 16,0-2-109-16,13 2-116 0,3 0-49 0,6-2-18 16,4-5-64-16,1-6-3 0,2-8-36 15,1-14-73-15,0-9 17 0,-2-8 56 16,-2-8-4-16,-2-8-42 0,-1-4-56 15,-7-8-86-15,-1 1-131 0,-8-3-246 16,-7 6-573-16,0 4-650 0,-13 5 1071 0</inkml:trace>
  <inkml:trace contextRef="#ctx0" brushRef="#br1" timeOffset="78447.429">5052 4303 1056 0,'0'0'1331'0,"0"0"-629"0,0 0-332 16,0 0-123-16,0 0-54 0,0 0 11 0,0 0 76 15,114-50-45-15,-59 29-105 16,0-1-41-16,4-3-31 0,-3 0-58 0,0 0-3 16,-4 1-151-16,-7 0-151 0,-5 1-50 15,-7 5-200-15,-8 4-768 0,-4 2-797 0</inkml:trace>
  <inkml:trace contextRef="#ctx0" brushRef="#br1" timeOffset="79212.149">1034 6182 218 0,'0'0'147'16,"0"0"-98"-16,0 0 3 0,0 0 108 15,0 0 1022-15,0 0-841 0,0 0-8 16,0 0 31-16,87 15 2 0,-67-8 25 16,3 0 25-16,1-1-119 0,3 1-136 15,0-3-16-15,2-3 108 0,1-1-39 16,5 0-62-16,3-7-82 0,6-4-12 15,3-3 21-15,5-4 100 0,6-2-95 0,5-5-38 16,9-6-16-16,7 0-6 16,12-6-7-16,10 0-16 0,11-2 1 0,10-3-1 15,7 3 11-15,8-3 4 0,3 2-16 16,7 1-31-16,1-2 30 0,5 1 1 16,6 0-3-16,1-1 3 0,3-1 13 15,1-2-13-15,-3 0-33 0,-4 1-21 16,-1-3 17-16,-5 4 19 0,-5 0-6 0,-6 4-9 15,-7 1-19-15,-7 4-8 16,-9 2 2-16,-6 0-21 0,-10 0 43 0,-9 1-62 16,-7 4-24-16,-11 0-3 0,-10 5-9 15,-9 0 5-15,-9 7-13 0,-7-3-40 16,-7 5-70-16,-8 4-75 0,-6-3-56 0,-7 4-202 16,-5 1-706-16,-5 2-133 0,-5 1 1264 0</inkml:trace>
  <inkml:trace contextRef="#ctx0" brushRef="#br1" timeOffset="86396.265">752 16852 1132 0,'0'0'1384'0,"0"0"-312"0,0 0-901 0,0 0-73 15,0 0 216-15,0 0 3 0,0 0-98 16,0 0-84-16,0 0-25 0,0 0-6 16,0 0 36-16,0 0 31 0,81 66-65 15,-70-37-33-15,0 4 3 0,0 7-13 16,-3 8-17-16,1 10-10 0,-3 6-27 16,-3 7-9-16,-2 2-18 0,-1 3-15 15,1-3 11-15,1-5-35 0,-2-10-25 16,3-11-33-16,0-14 18 0,1-12-4 15,2-13-66-15,-1-6-100 0,3-4-183 16,2-14-218-16,-3 1-448 0,3-27-787 0</inkml:trace>
  <inkml:trace contextRef="#ctx0" brushRef="#br1" timeOffset="86713.015">1154 17074 1956 0,'0'0'289'0,"0"0"702"16,0 0-809-16,0 0 97 0,0 0 199 15,0 0-133-15,0 0-148 0,-69 86-93 16,46-59-45-16,1-2-49 0,2 3-10 16,-3-2-34-16,4-2 7 0,0-1-7 15,2-1-12-15,3-2 15 0,2-4 14 16,4-3 17-16,3-3 15 0,4 1 16 16,1-1 9-16,0 2-7 0,8 1-5 15,1 2 6-15,6 0-10 0,2 2 7 16,0-3-13-16,5 0 16 0,1 2-4 15,1-4 1-15,1 1 3 0,2-1-1 0,1-1-2 16,-1-3-18-16,0 0-13 0,-2-1-31 16,-2-3-14-16,-4 1 2 0,-1-3-58 15,-3-2-16-15,0-1-30 0,0-9-44 16,-1-6-89-16,-5-3-226 0,-2 2-620 0,-5-11-812 16</inkml:trace>
  <inkml:trace contextRef="#ctx0" brushRef="#br1" timeOffset="86873.303">1457 17262 1861 0,'0'0'1582'0,"0"0"-1322"0,0 0 30 16,0 0 227-16,93 42-114 0,-70-37-152 16,-1-2-114-16,-2-2-134 0,-1-1-3 15,-2 0-46-15,-1-2-121 0,-2-3-81 16,-2 3-109-16,-6 2-382 0,-5 0-1017 0</inkml:trace>
  <inkml:trace contextRef="#ctx0" brushRef="#br1" timeOffset="87030.775">1451 17529 2326 0,'0'0'757'15,"0"0"-298"-15,0 0-33 0,0 0-54 16,0 0-100-16,0 0-127 0,0 0-59 0,88 13-40 15,-61-16-46-15,3-5-19 0,2-4-39 16,1-2-136-16,0-2-90 0,2 1-98 16,-9 5-784-16,8-3-1302 0</inkml:trace>
  <inkml:trace contextRef="#ctx0" brushRef="#br1" timeOffset="87311.679">1889 17043 2794 0,'0'0'1353'0,"0"0"-1182"15,0 0-41-15,0 0 302 0,0 0-29 16,101 6-103-16,-75-4-112 0,1-1-85 15,1-1-64-15,-1-1-39 0,-1-5-18 16,-3-2-49-16,-3-2-51 0,0 1-85 16,-4-3-79-16,-4 0-198 0,-5 2-550 15,-4 2-569-15</inkml:trace>
  <inkml:trace contextRef="#ctx0" brushRef="#br1" timeOffset="87507.793">2036 17141 711 0,'0'0'752'0,"0"0"654"0,0 0-872 0,0 94-252 16,0-56 11-16,6 4 61 0,1 3-33 16,0 0-47-16,0 1-76 0,-2 1-33 15,-1-3-7-15,-1-2-85 0,0-6-70 16,1-7-3-16,-3-7-28 0,-1-7-29 0,2-9-68 16,-1-4-76-16,-1-2-53 0,0-2-112 15,0-7-309-15,-1-3-690 0,-6 2-931 16,-2-14 2139-16</inkml:trace>
  <inkml:trace contextRef="#ctx0" brushRef="#br1" timeOffset="87696.838">2092 17454 1603 0,'0'0'1329'0,"0"0"-700"0,0 0-452 16,0 0 128-16,0 0 175 0,0 0-62 15,0 0-140-15,0 0-150 0,82 13-74 0,-64-18-11 16,2-1-43-16,-3-2-28 0,2-3-117 15,-1-1-103-15,-3 2-92 0,-5 1-243 16,0 5-990-16</inkml:trace>
  <inkml:trace contextRef="#ctx0" brushRef="#br1" timeOffset="87966.832">2390 17470 3284 0,'0'0'194'0,"0"0"-181"16,0 0 152-16,0 0 65 0,0 0 25 15,0 0-75-15,0 0-90 0,78 9-71 16,-64-1-7-16,-2 4 1 0,-2 3 27 0,2 4 28 16,-5 3-65-16,-3 3-3 0,1-1-40 15,-4 2-16-15,-1-4 10 0,0-4 46 16,0-5 3-16,0-5 56 0,0-5 12 15,-1-2 18-15,1-1 3 0,-2-1 114 16,1-6-41-16,-2-3-110 0,1-4-54 0,1-4-1 16,1-4 10-16,0-2-10 0,1-1-30 15,5 2-1-15,2 1-9 0,0-1-15 16,2 3 0-16,0-2-64 0,3 1-78 16,0 2-109-16,0 1-239 0,-3 6-489 15,3 1-1331-15</inkml:trace>
  <inkml:trace contextRef="#ctx0" brushRef="#br1" timeOffset="88308.605">2837 17410 787 0,'0'0'3374'0,"0"0"-2918"0,0 0-348 15,0 0 85-15,0 0 168 0,-68 82-134 0,60-62-99 16,1 3-65-16,4-2-26 0,0 2 2 15,3-4 0-15,0-3-24 0,0-4-15 16,1-5-10-16,4-5-17 0,-1-2-36 16,2 0-56-16,1-5-35 0,5-5 29 15,0-6-6-15,0-4-15 0,2-5-38 16,-2-1-3-16,-2 2-17 0,0 1 6 16,0 4 33-16,-3 4 38 0,1 6 62 15,-1 4 65-15,-3 4 82 0,2 1 54 16,-2 3 44-16,2 5 9 0,1 4-10 0,-1 5-28 15,0 2-20-15,1 0 1 16,-1 2-41-16,2-3-45 0,-4-1-46 0,2-3-36 16,-1-2-9-16,1-4-71 0,-2-2-46 15,4-5-50-15,0-1-85 0,-1-6-257 16,-1-1-687-16,2-13-1050 0</inkml:trace>
  <inkml:trace contextRef="#ctx0" brushRef="#br1" timeOffset="88531.251">3147 17414 1072 0,'0'0'1972'0,"0"0"-1243"0,0 0-494 16,0 0 47-16,0 0 237 0,0 0-131 0,0 0-181 15,-36 69-116-15,30-52-45 0,2 2-10 16,1 1-3-16,-1 3-11 0,1 1-20 16,3-2 10-16,0-3 9 0,1-3-20 15,6-3-1-15,1-5-17 0,-1 1-4 16,7-5-37-16,1 2-30 0,3-5-6 15,3 1-15-15,3-2-13 0,2-3-25 16,4-5-61-16,1-3-69 0,-1-2 82 16,-7 1-954-16,4-9-590 0</inkml:trace>
  <inkml:trace contextRef="#ctx0" brushRef="#br1" timeOffset="89261.68">3846 16989 1296 0,'0'0'46'0,"0"0"1225"0,0 0-939 0,0 0-114 16,0 0 72-16,0 0 71 0,0 0-87 15,0 0-97-15,0 0-65 0,-82 17-31 0,72 1-7 16,-3 1 12-16,1 5 10 0,2 1 24 15,0 3-13-15,3 2-18 0,0 3-31 16,1 3 6-16,0 6-3 0,2-1 6 16,4 2 36-16,0 3-15 0,0-4-27 15,7 1-25-15,2-2-12 0,2-3-6 16,5-4 3-16,0-3-21 0,3-7-43 16,1-6-14-16,2-5-13 0,2-7-15 15,3-6 18-15,4 0-43 0,2-8-60 16,0-6-57-16,3-2-93 0,1-4-16 0,-1 1-314 15,-10 4-666-15,4-6-864 0</inkml:trace>
  <inkml:trace contextRef="#ctx0" brushRef="#br1" timeOffset="90764.161">4284 17129 111 0,'0'0'1566'16,"0"0"169"-16,0 0-1352 0,0 0-90 15,0 0 71-15,0 0-28 0,23 67 9 16,-20-43-119-16,1 6-84 0,1 4-39 16,-1 3-33-16,-1 4-12 0,1 3 2 15,-1 5-58-15,0 1-2 0,-2 0-10 0,2-1-26 16,-3-4-7-16,0-7-32 0,2-10-16 16,-2-10 3-16,0-8-25 0,0-5-51 15,0-5-56-15,0 0-65 0,0-6-146 0,0-7-179 16,0-6-344-16,0 1-226 0,0-18-273 15</inkml:trace>
  <inkml:trace contextRef="#ctx0" brushRef="#br1" timeOffset="91096.947">4271 17162 1243 0,'0'0'397'0,"0"0"-176"0,16-72 337 0,-3 50 134 16,3 2-253-16,1 3-145 0,3 4-8 15,5 4-71-15,-1 6-35 0,1 3-26 16,0 0-16-16,0 2-9 0,0 6-22 15,-4 2-28-15,-2 1-18 0,-3 6-15 0,-4 2 6 16,-3 4-25-16,-3 5 7 16,-4 3-34-16,-2 2-16 0,-3 2-60 0,-6 0 22 15,-1-3-4-15,-3-1-34 0,-1-3 10 16,1-3 5-16,-1-3 22 0,0-6 21 16,3-4 0-16,-2-3 21 0,4-4 13 0,0-1 34 15,1-1 21-15,2-3-40 0,2 0-14 16,-1 0 12-16,4 0 11 15,0 0 28-15,1 0-52 0,0 0-2 16,4 0-13-16,6 3-25 0,4 3 40 0,4 1 12 16,2 5 28-16,3 1 15 0,-1 2 9 15,-2 2-18-15,-3 0-25 0,-1 2-21 16,-2 0-24-16,-2 0-92 0,-3-3-49 16,-1-3-41-16,-1-3-51 0,-2-2-190 0,-1-5-514 15,0-3-638-15,-2 0 238 0</inkml:trace>
  <inkml:trace contextRef="#ctx0" brushRef="#br1" timeOffset="91298.061">4718 17451 2603 0,'0'0'357'0,"0"0"-184"16,0 0 225-16,18 84 63 0,-9-53-74 15,2 0-124-15,0-1-2 0,-1 1-96 16,-1-2-64-16,-1-3-40 0,-4 0-61 15,1-1-29-15,1-5-89 0,-2 0-87 0,-1-5-35 16,4-4-54-16,-3-7-207 0,1-4-261 16,-2-4-645-1,-2-6-233-15</inkml:trace>
  <inkml:trace contextRef="#ctx0" brushRef="#br1" timeOffset="91522.959">4948 17484 359 0,'0'0'2109'0,"0"0"-1398"0,0 0-380 15,0 0-103-15,0 0 125 0,0 0-95 16,0 0-115-16,0 0-143 0,-82 71 0 16,69-53-34-16,2 1 34 0,2 0-1 15,3-1-10-15,6 0 11 0,0-2 13 0,0 0 21 16,9-2 12-16,1-2 4 0,6-2-4 16,0-1 22-16,1-2 79 0,3-1 49 15,-2 0-77-15,2-1-61 0,-4-5-19 0,2 0-39 16,1 0 0-16,-3 0-24 0,4-11-116 15,-2 3 11-15,-1-9-94 0,-1-2-117 16,-2-3-182-16,-4 6-503 0,-1-13-844 16</inkml:trace>
  <inkml:trace contextRef="#ctx0" brushRef="#br1" timeOffset="91856.608">5296 16966 2982 0,'0'0'333'15,"0"0"-237"-15,0 0 129 16,0 0 162-16,80 27 37 0,-59-16-207 0,3 3-101 15,-1 2-36-15,-1 1 3 0,1 2 3 16,-3 2-16-16,0 2-37 0,-4 3-5 16,-3 2-27-16,-1 3-1 0,-8 4 0 15,0 2-43-15,-4 3-21 0,-3 4 15 16,-5-1-18-16,-5 2 15 0,0 0 15 16,-6-2-15-16,0-1-13 0,-5-6-46 15,-2-3-49-15,-3-2-36 0,-3-5-86 16,8-5-261-16,-21 10-789 0</inkml:trace>
  <inkml:trace contextRef="#ctx0" brushRef="#br1" timeOffset="93423.367">1210 17970 795 0,'0'0'459'16,"0"0"-166"-16,0 0-20 0,0 0-7 16,0 0-68-16,0 0-72 0,0 0-42 15,0 0 476-15,0 0-304 0,0 0-135 0,0 0 12 16,-9 17 50-16,8-17-16 0,-2 0-60 15,0 0-12-15,0-1-5 0,-1-1 10 16,1 2 2-16,2 0 3 0,-2 0-6 0,3 0-19 16,0 0-31-16,0 0-49 0,0 0-19 15,3 0-39-15,10 0 38 0,3 3 20 16,7 3 1-16,4-1 70 0,5-1-47 16,1 0 27-16,3 0-49 0,0-2 32 15,4-1 13-15,-1 0-47 0,5-1 27 16,1 3 7-16,6-3-33 0,2 0 0 15,8 0 26-15,2 0 10 0,6 0-9 16,2 0-28-16,3 1 1 0,2 1 0 16,2 1 1-16,-1-1-2 0,0 2-2 15,2 1 2-15,-5 0 29 0,-4 0-29 16,1 0 0-16,-5 0 1 0,1 0 24 0,-1-2 8 16,2 2-11-16,2-2 2 15,-1 3-12-15,2-1 15 0,2 3-14 0,-1 1 8 16,-1 2-18-16,-1 2 0 0,-2-1 25 15,0 2 2-15,-3-1 0 0,-3-1-8 16,0-2 17-16,-3 0 76 0,-3 1-21 16,-4-4-48-16,-1-1-28 0,-4 0-7 15,-2-2-10-15,1 2 10 0,-4-2-9 0,1 1-1 16,2 0 1-16,-1 0 1 0,4-1-3 16,-2 3 0-16,3-4 1 0,1 1 11 15,1-3-9-15,1-1 19 0,-1 0-10 16,0 0-10-16,-2-1 0 0,-3-5 0 15,0 0 10-15,-1 2-10 0,-3-1 10 16,-2 1-12-16,-4-1-2 0,0 2 1 16,-3 2-26-16,-1 0 15 0,-3 1-7 15,-3 0 18-15,-2 0-17 0,-2 4 17 0,-5-1 0 16,0 0 1-16,-2 0-2 0,1 0 1 16,-3 0-1-16,-2-2-10 0,-1 2 10 15,-1-2-16-15,-3 1 16 0,1 0-13 16,-3-2 3-16,-2 0-13 0,-1 0-35 0,-1 0-4 15,0 0-3-15,0 0-12 0,0 0-9 16,0 0-22-16,0 0-24 0,0 0-10 16,-3 0-22-16,-3 0-74 0,-5 0-257 15,2 0-688-15,-21-2-1027 0</inkml:trace>
  <inkml:trace contextRef="#ctx0" brushRef="#br1" timeOffset="106790.729">12072 3039 2357 0,'0'0'410'0,"0"0"179"0,0 0-98 15,0 0-105-15,0 0-76 0,0 0-11 16,0 0-48-16,0 0-71 0,0 0-56 16,-17 1-60-16,30-1-31 0,6 0 43 0,11 0 36 15,9 0-3-15,4 0-27 0,4 1-40 0,1-1-6 16,-1 0-33-16,-2 0 0 0,0-3-3 15,-3-3-1-15,-5 1-11 0,-5-1 0 16,-2 5-9-16,-8 0-3 16,-8 1-19-16,-2 0 4 0,-8 2 6 0,-4 4 3 15,0 2 5-15,-4 2 8 0,-8 4 16 16,-2 3-13-16,-6 2-16 0,-1 2 0 16,-5 1 5-16,-2 1-11 0,-3 1-9 15,-2 1 17-15,0 3-8 0,-2-2 15 16,1 1 2-16,-1 1 4 0,4 1 13 15,2-4-9-15,4 0 11 0,4-3 1 16,2-3 11-16,6-2-12 0,4-2 0 16,4-6-2-16,5 0 2 0,0-2 15 15,10-2 4-15,7 1 26 0,6 1 1 0,9-1 2 16,2 1-15-16,1-2 10 0,5 1 5 16,-2-3-5-16,-1 1 5 0,-4-3-12 0,1-1-18 15,-6 0-16-15,1 0-2 0,-3-4-14 16,0-4-7-16,-2 0-45 0,-5-4-37 15,1 0-31-15,-4-1-42 0,0-1-22 16,-3 0-95-16,-3-3-229 0,-1 0-433 16,-3 4-421-16,-3-6-573 0</inkml:trace>
  <inkml:trace contextRef="#ctx0" brushRef="#br1" timeOffset="106963.329">12866 3069 1345 0,'0'0'1155'0,"0"0"-700"16,0 0-33-16,0 0 27 0,0 0-119 16,0 0-84-16,0 0-64 0,-79 63-86 15,53-37-59-15,-1 1-37 0,-2 5 0 16,-2 2-15-16,-3 1-16 0,2 0-25 0,-1 3-67 16,1-3-60-16,2-2-184 0,10-7-268 15,-12 10-939-15</inkml:trace>
  <inkml:trace contextRef="#ctx0" brushRef="#br1" timeOffset="107541.866">12367 4682 691 0,'0'0'1106'0,"0"0"-707"0,0 0-4 0,0 0 36 16,0 0-38-16,0 0-67 0,0 0-103 15,0 0-24-15,-74-73-62 0,63 43-44 16,0-4-44-16,2-8-24 0,1-2-25 16,0-4 0-16,5 3-28 0,3 2 0 15,0 5 3-15,5 7 22 0,5 3 3 16,3 5 33-16,1 2 26 0,-2 3-9 16,5-1 11-16,-2 2 17 0,2-1 81 15,0 0-45-15,-1 2-29 0,4-1-36 16,-1 0-12-16,1 3-13 0,0 2-9 15,-2 3-15-15,-1 4-1 0,-3 1 1 16,2 4 0-16,-3 5 2 0,3 5 9 16,-2 5-11-16,0 6 0 0,1 3 3 15,2 5 12-15,-5 3-12 0,3 0-1 0,-3 5 1 16,-4-2-3-16,-1 3-3 0,1-3-33 16,-3 0 25-16,-1-3 11 0,-1-4 2 0,0-5-2 15,0-5 0-15,-2-5 0 0,1-3-1 16,-2-7-32-16,0-3-37 0,1 0-19 15,-1-8-28-15,2-9-45 0,1-5-8 16,1-6-66-16,-2-7-121 0,1-5-270 16,0 9-447-16,-3-20-399 0</inkml:trace>
  <inkml:trace contextRef="#ctx0" brushRef="#br1" timeOffset="107745.985">12748 3978 1691 0,'0'0'409'0,"0"0"-201"0,0 0 108 0,0 0 32 15,0 0-16-15,0 0 15 0,0 0-58 16,0 0-84-16,0 0-3 0,58 79-22 16,-48-52 5-16,-1 2-7 0,0 4-62 0,-1 0-49 15,-1 5-54-15,-3 2-12 0,-2 1 2 16,-1 0-3-16,-1 2-31 0,3-2-9 16,-2-4-27-16,1-2-9 0,1-3-13 15,1-4-25-15,2-5-71 0,1-6-64 16,-1-3-193-16,2-7-363 0,0-6-865 0</inkml:trace>
  <inkml:trace contextRef="#ctx0" brushRef="#br1" timeOffset="117755.209">9265 4073 1380 0,'0'0'2167'16,"0"0"-1914"-16,0 0-253 0,0 0 0 0,0 0 9 16,0 0 101-16,0 0 29 0,0 0 33 15,76-22 8-15,-47-3-53 0,9-5-22 16,5 0-22-16,4-4 0 0,5 0 3 0,4 5-10 16,3-1-24-16,3 4-15 0,3 0-36 15,2 0-1-15,0 3 0 0,4-2-1 16,-1 2 1-16,1-1-1 0,-2 0-29 15,0 2 14-15,-4 2-8 0,-6 4 21 16,-8 2-40-16,-4 7 41 0,-8 4-41 16,-7 3 3-16,-5 0 13 0,-4 6-6 15,-7 2 32-15,-1 0 1 0,-7 2 0 16,-3 2 19-16,-5 1 6 0,0 1-4 16,-3 3 7-16,-7-1-10 0,-6 2-2 15,-2 2-4-15,-6-1-12 0,-2 4 0 16,-6 0 24-16,-2 2-21 0,-7 0 13 15,-2 3-16-15,-6-2 1 0,-3 4 11 16,-7 4-11-16,-4-2-1 0,-8 6 9 0,-1-1-9 16,-4 1 3-16,-2-2-3 0,6-3-9 0,4-3-12 15,6-2 8-15,10-8-33 0,12-4 10 16,8-2-41-16,9-5 6 0,9-6 4 16,7-1-17-16,7-2-21 0,1 0-65 15,13-4-52-15,11-6 30 0,6-5 35 16,10-1-1-16,8-5-109 0,3-2-153 15,-9 5-332-15,23-12-421 0</inkml:trace>
  <inkml:trace contextRef="#ctx0" brushRef="#br1" timeOffset="118022.863">10729 3861 2134 0,'0'0'268'0,"0"0"-171"0,0 0 216 16,0 0 152-16,0 0-90 15,0 0-129-15,0 0-23 0,-105 44-14 0,69-26-42 16,-6 2-53-16,-3 4-34 16,-5 4-3-16,-2 3-15 0,-7 4 14 0,-8 3-5 15,-6 5 11-15,-5 6-3 0,-10 2-27 16,-6 5-52-16,-2 5 0 0,-5-4-3 16,6 0-27-16,7-3 18 0,10-8 12 15,13-8-1-15,15-8 1 0,14-11-28 16,10-4-2-16,13-8-50 0,5-7-79 15,6 0-81-15,2 0-69 0,6-4-156 16,2-3-339-16,7-11-998 0</inkml:trace>
  <inkml:trace contextRef="#ctx0" brushRef="#br1" timeOffset="119255.388">11109 2132 1125 0,'0'0'1356'0,"0"0"-1136"0,0 0-130 16,-73 73-3-16,44-36-36 0,-4 5-6 0,-3 5 29 15,1 0 331-15,-4 3-224 0,-1 4-102 16,0 6-7-16,-2 5 7 0,-3 10 31 16,-2 6 1-1,-4 8-58-15,2 1-28 0,-3 3-22 0,2-2 15 0,4-4-1 16,1-9-17-16,5-6 0 0,4-10-13 16,8-11 13-16,5-12-1 0,10-13-23 15,7-10-23-15,1-13-98 0,5-3-69 0,0-7-87 16,8-11-62-16,1-6-104 0,-2 2-359 15,-1-21-929-15</inkml:trace>
  <inkml:trace contextRef="#ctx0" brushRef="#br1" timeOffset="119468.484">10207 3094 1623 0,'0'0'775'16,"0"0"-417"-16,0 0-101 0,4 69-20 15,1-43-11-15,2 0-13 0,2-2-40 16,2 0-73-16,4-2-31 0,2-3-18 16,3-4-41-16,3-7-10 0,5-6-2 15,3-3 2-15,5-13 21 0,2-11-2 16,2-7-19-16,2-9-107 0,3-8-91 16,1-5-1-16,0-7-32 0,-7 16-223 0,17-35-837 15</inkml:trace>
  <inkml:trace contextRef="#ctx0" brushRef="#br1" timeOffset="119713.774">11389 1595 2805 0,'0'0'741'0,"0"0"-472"0,0 0-137 15,0 0 41-15,0 0 122 0,0 0 8 16,0 0-9-16,27 78-80 0,-25-49-65 16,-1 5-55-16,-1 0-55 0,0 1-20 15,-3-3-19-15,-1-3-15 0,-3-1-61 16,3-5-101-16,-1-2-58 0,2-7-28 0,2-4-92 16,-1-7-236-16,1-3-684 0,-5-5-845 0</inkml:trace>
  <inkml:trace contextRef="#ctx0" brushRef="#br1" timeOffset="119882.361">11460 1490 3499 0,'0'0'457'16,"0"0"-321"-16,0 0 57 0,0 0 98 16,0 0-134-16,0 0-111 0,0 0-46 15,0 0-25-15,90-15-55 0,-73 15-142 16,1 0-92-16,4 3-206 0,-9 2-782 15,4 6-847-15</inkml:trace>
  <inkml:trace contextRef="#ctx0" brushRef="#br1" timeOffset="120150.825">11700 1771 3094 0,'0'0'452'0,"0"0"-291"0,-10 73 88 16,5-47 89-16,0 0-6 0,2-5 8 15,0-6-108-15,3-8-140 0,0-2-80 0,0-5-12 16,2-2-3-16,5-7-21 15,7-5 21-15,2-9-34 0,7-4-82 0,0-7-55 16,2-3-10-16,-3 1 11 0,1 4 53 16,-3 4 49-16,-4 11 27 0,-4 5 10 15,0 6 25-15,-5 6 9 0,2 0 77 16,-3 3 23-16,-1 8 8 0,-2 0-25 16,0 5-3-16,-1 0 9 0,-2 0-9 15,0-1 8-15,0-1-24 0,0-5-39 16,0 0-25-16,0-6-52 0,0-2-80 0,1-1-89 15,4-3-16-15,3-10-62 0,2-8-236 16,0 2-608-16,9-22-681 0</inkml:trace>
  <inkml:trace contextRef="#ctx0" brushRef="#br1" timeOffset="120339.133">12265 1174 3273 0,'0'0'403'0,"0"0"-378"0,0 0 170 16,12 82 38-16,-12-38 97 0,0 5 67 15,0 2-55-15,0 3-113 0,0 0-78 16,0 1-66-16,0-3-76 0,0 2-9 16,0-7-67-16,0-4-84 0,1-7-19 15,3-6 8-15,-2-10 6 0,-1-5-34 0,2-9-168 16,-3-3-211-16,0-3-161 0,-3 0-388 16,-8-9-401-16</inkml:trace>
  <inkml:trace contextRef="#ctx0" brushRef="#br1" timeOffset="120541.826">12146 1688 2103 0,'0'0'983'0,"0"0"-521"0,0 0-74 16,0 0-71-16,0 0-69 0,0 0-44 16,0 0-48-16,0 0-67 0,0 0-22 15,0 0-2-15,0 0-20 0,106-30-19 16,-67 22-26-16,0-3-55 0,3-1-126 0,-3-2-73 16,0-1-74-16,-2 1-167 0,-8 3-625 15,8-2-941-15</inkml:trace>
  <inkml:trace contextRef="#ctx0" brushRef="#br1" timeOffset="120772.487">12715 1655 3261 0,'0'0'652'0,"0"0"-407"0,0 0-73 0,0 0-5 15,0 0 52-15,0 0-10 0,0 0-66 16,0 0-76-16,0 0-42 0,0 0 21 16,0 0 5-16,68-24-51 0,-48-5-106 15,-3 0-71-15,-1 0-10 0,-6 8 57 16,-3 3 69-16,-4 7 5 0,-3 4 1 15,0 3 55-15,-7 4 0 0,-5 5 64 16,-3 9-30-16,-3 7 16 0,0 4 24 16,-4 6 18-16,6 3 31 0,0 2-7 15,2-3-12-15,2 1 2 0,2-4-5 0,3-5-13 16,2-2-64-16,4-10-24 0,1-6-30 16,3-2-25-16,7-5-6 0,4 0-24 15,1-10 3-15,6-4-19 0,5-6-61 16,0-6-72-16,1-2-41 0,1 1-84 15,1 2-108-15,-2 1 21 0,1 5-81 16,-2 1 3-16,-3 5-71 0,-7 4-83 0,4 0 13 16</inkml:trace>
  <inkml:trace contextRef="#ctx0" brushRef="#br1" timeOffset="121574.002">13261 1513 688 0,'0'0'1684'0,"0"0"-1303"0,0 0-162 0,0 0 43 0,0 0 25 16,0 0 60-16,0 0-36 0,0 0-37 16,0 0-49-16,-92 0-81 0,69 19-55 15,-3 4-24-15,0 9-1 0,0 4 9 16,4 4 37-16,2-2-7 0,3 0-57 16,5-7-31-16,5-6-13 0,4-7-2 0,3-7-27 15,0-6-16-15,7-5-5 16,7 0 2-16,4-8 18 0,8-6 16 0,1-5-12 15,4-5-37-15,-3 1-37 0,-1 3 28 16,-1 3 18-16,-2 7 18 0,-4 4-21 0,-1 6 21 16,1 10 34-16,-4 8 3 15,-2 7 52-15,-5 7 28 0,-1 8-37 16,-6 3-9-16,-2 3-4 0,-2 2-11 16,-9 2 2-16,-1-1 25 0,-5 3 0 0,-2-5 24 15,-2-1-3-15,-2-6 0 16,1-5-6-16,3-8 8 0,1-6-5 0,2-9 12 15,2-3-25-15,3-7-14 0,0-2-16 16,2-4-18-16,2-8-6 0,4-5-48 16,2-9 2-16,1-9-5 0,1-6-7 15,6-9-60-15,3-10-95 0,0-8-52 0,4-7-268 16,-2 17-743-16,6-34-1234 0</inkml:trace>
  <inkml:trace contextRef="#ctx0" brushRef="#br1" timeOffset="122173.337">13546 1513 3109 0,'0'0'366'0,"0"0"-299"16,0 0 113-16,0 0 40 0,29 74 113 15,-25-59-54-15,1-1-73 0,-1 1-105 16,1-4-61-16,0 2-28 0,2 1-12 16,-2-1-12-16,2-3-22 0,3-1-49 15,2-3-83-15,1-4 3 0,5-2 51 0,2-10 44 16,2-6-13-16,1-5-35 0,2-3-54 15,-5-3-73-15,0 2-61 0,-3 0 13 16,-4 5-204-16,-1 5 317 0,-4 6 178 16,-5 8 105-16,-1 1 124 0,-2 10 73 15,-2 8 24-15,-9 4-19 0,2 7-4 16,-2-1-21-16,-2 1-22 0,3 0-16 16,2-5-42-16,1-2-49 0,3-7-65 15,3-5-48-15,1-4-40 0,0-4-14 16,2-2-14-16,8 0 4 0,2-8 12 15,7-3 0-15,1-6-49 0,4-2-46 0,4-4-31 16,-1-1-13-16,0 0-6 0,2 0-35 16,-1-2-45-16,-3-1 1 0,-1-1 69 15,-3 1 82-15,-4 0 85 0,-5 3 38 0,-5-1 41 16,-2 3 28-16,-5 0 34 16,0 2-30-16,0 2-18 0,0 0 7 0,1 0-13 15,2-1-87-15,5-1 0 0,1-3-53 16,1-6 16-16,5-1 21 0,-4-5-15 15,5-4-12-15,0-5-1 0,1-2 10 16,1-3 9-16,-3 4 25 0,-3 7 56 16,-1 10 34-16,-6 9 59 0,-4 8 34 15,1 6-11-15,-2 5-15 0,0 0-25 16,0 4-29-16,-6 4-36 0,-1 8-9 16,-2 4 64-16,0 9-4 0,1 5-18 15,-1 6-27-15,3 5-25 0,1 2-14 0,-1 7-19 16,1 3 3-16,-3 0-18 0,2 4-2 15,0-4 2-15,-1-3-12 0,-1-4-21 16,3-4-85-16,2-2-46 0,-1-4-15 16,1 0 14-16,2-7-37 0,-1-3-108 15,2-7-227-15,-1-9-541 0,-1-6-893 0</inkml:trace>
  <inkml:trace contextRef="#ctx0" brushRef="#br1" timeOffset="122771.473">14838 1483 72 0,'0'0'2119'16,"0"0"-1776"-16,0 0-134 0,0 0 499 0,0 0-281 16,-81-7-70-16,65 13-47 0,-3 4-42 15,2 3-69-15,6 6-58 0,0 5-29 16,7 5-39-16,1 2-12 0,3 0-30 16,4 0-4-16,7-3-27 0,0-7-2 15,5-7-22-15,0-3-7 0,6-9-11 16,3-2-25-16,4-7-31 0,4-11-8 0,-1-4-56 15,1-7-29-15,-2 0-71 16,-1-4-165-16,-9 9-348 0,8-15-894 0</inkml:trace>
  <inkml:trace contextRef="#ctx0" brushRef="#br1" timeOffset="123014.11">15271 811 274 0,'0'0'3044'0,"0"0"-2612"0,0 0-278 15,0 0 75-15,0 0 92 0,-63 88-7 16,47-49-20-16,5 5-71 0,2 6-84 16,1 7-20-16,3 5 53 0,1 4-23 15,-1 5-59-15,2 2-41 0,-1-1-31 16,1-3-18-16,2-2-15 0,1-5-22 16,0-8-62-16,0-8-25 0,4-8-28 15,3-12-21-15,5-8-27 0,4-11-103 0,1-7-183 16,5-12-200-16,-4-2-726 0,8-23-459 0</inkml:trace>
  <inkml:trace contextRef="#ctx0" brushRef="#br1" timeOffset="123269.352">15394 1508 2835 0,'0'0'734'16,"0"0"-346"-16,0 0-171 0,1 66 10 16,-1-41 66-16,0-1 20 0,-1-3-38 15,1-7-114-15,0-3-110 0,0-6-51 16,6-3-15-16,1-2-3 0,7-6 0 0,2-6-1 15,4-7-2-15,0-4-52 0,2-5-6 16,-2 0-15-16,0 2 24 0,-8 5-16 0,-2 2 25 16,-5 7 3-16,-5 4 58 0,0 1 21 15,-8 3-9-15,-6-2 13 0,-3 1-10 16,-2 4 7-16,-3-2-1 0,1 3-21 16,2 0 46-16,0 4-22 0,3 7 4 15,5 2 2-15,3 1-14 0,1 1-16 16,3-3-58-16,4-2-31 0,0-1-138 15,6-3-87-15,4-3-189 0,4-3-219 16,1 0-478-16,13-15-426 0</inkml:trace>
  <inkml:trace contextRef="#ctx0" brushRef="#br1" timeOffset="123540.347">15898 1248 2504 0,'0'0'518'0,"0"0"-288"0,0 0 117 15,0 0-41-15,0 0 26 0,0 0 46 16,0 0-31-16,-28 83-121 0,9-56-64 0,-3-2-26 15,4-1-5-15,4-5-59 16,6-4-69-16,2-4-3 0,6-2-42 0,0-1-22 16,4-1 31-16,6 0 6 0,4 2 25 15,3-2-10-15,3 2 12 0,0 0 14 16,2 0-14-16,-2 2 21 0,-3 0-20 16,-1 1 1-16,-6 2 10 0,-3 1-10 15,-4 1 16-15,-3 2 6 0,-3 1 7 16,-8 1-16-16,-5-2-15 0,0-2-9 15,-3-2-67-15,3-3-12 0,1-5-55 0,3-3-27 16,3-3 2-16,1-3-37 0,4-10-147 16,4-6-226-16,0 2-620 0,5-23-374 0</inkml:trace>
  <inkml:trace contextRef="#ctx0" brushRef="#br1" timeOffset="123874.405">16192 1292 1626 0,'0'0'1988'15,"0"0"-1661"-15,0 0-163 0,-1 86 191 16,-5-52 5-16,-2-2 19 0,2-2-62 16,1-3-130-16,4-4-99 0,1-5-67 15,0-5-18-15,1-5-3 0,5-4-30 16,4-2-18-16,5-2 11 0,5-9 13 16,2-7-3-16,2-4-52 0,0-5-12 0,1 0-12 15,-5-3 9-15,0 3-4 16,-7 0 31-16,0 3-21 0,-3 2 26 0,-5 4 32 15,-2 2 30-15,-2 9 18 16,1 0 34-16,-2 5 37 0,0 0-22 0,0 7-24 16,2 6 5-16,-2 4 34 0,0 6 22 0,0 2-13 15,0 2 12-15,-2-1-15 16,0-2-22-16,-1-1-24 0,2-3-40 0,-1-3-2 16,2-5-36-16,0-3-46 0,0-5-17 15,0-2-32-15,0-2-60 0,0 0-62 16,3-6-161-16,-1-2-356 15,5-8-828-15</inkml:trace>
  <inkml:trace contextRef="#ctx0" brushRef="#br1" timeOffset="124378.862">16571 1296 924 0,'0'0'1949'0,"0"0"-1644"0,0 0-146 0,0 0 127 15,0 0 39-15,0 0 38 0,46 75-20 16,-41-55-72-16,1 0-112 0,2-1-28 0,-2 2 3 15,2-3-80-15,-2-4-51 0,-3 1 15 16,0-2-14-16,-1-1-2 0,-1-6-2 16,-1-1-13-16,2-3 13 0,-1-2-2 15,0 0-16-15,5-4 6 0,0-4 12 16,4-5 0-16,3-4 36 0,4-7-14 16,5-5-22-16,0-3-30 0,1 1-103 15,2 1-59-15,-2 2-41 0,-4 4-28 16,1 5-89-16,0 6-128 0,-5 2-87 15,-1 7-161-15,-1 4 87 0,-4 0 265 16,-3 9 374-16,1 4 75 0,-6 4 344 16,-1 2 164-16,0 0-13 0,0 0-131 15,2-1-107-15,-1-3-71 0,4-3-81 0,3-4-56 16,5-4-22-16,2-4 6 16,6 0 37-16,2-10-26 0,4-4-45 15,1-3-40-15,1-6-22 0,1-1-9 0,-4-1-2 16,-3 2 2-16,-7 3 12 0,-3 6 10 15,-9 1 2-15,-4 5-3 0,-3 2-24 16,-12 3-21-16,-6 3-34 0,-5 0 0 0,-5 13 15 16,0 6 21-16,0 5 19 0,3 7 21 15,1 1 31-15,6 2 13 0,5-1 38 16,1-1 7-16,7-6 39 0,5-1-67 16,3-2-82-16,10-6-21 0,8-4 21 15,4-5 0-15,1-6-6 0,6-2-42 16,1-9-61-16,5-6-126 0,1-5-194 15,-9 5-569-15,11-9-1537 0</inkml:trace>
  <inkml:trace contextRef="#ctx0" brushRef="#br1" timeOffset="124518.517">17687 1417 3335 0,'0'0'1166'0,"0"0"-797"0,0 0 32 16,0 0 5-16,0 0-212 0,0 0-122 0,0 0-72 15,0 0-130-15,0 0-112 0,-78 2-77 16,64-2-346-16,-14 0-1547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23:06.17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25144 5891 222 0,'0'0'130'0,"0"0"-129"0,0 0 12 0,0 0 672 16,0 0 125-16,0 0-298 0,0 0-150 16,0 0-57-16,0 0 2 0,0 0 39 15,-24 25-16-15,24-24-51 0,0 2-62 16,2-2-20-16,1-1-13 0,-1 0 54 15,-2 0-30-15,2 0-20 0,-2 1-19 16,1-1-24-16,-1 1-24 0,0-1-18 16,0 0-13-16,0 0-5 0,0 0-7 15,0 0-9-15,0 0-15 0,0 0-23 16,0 0-13-16,0 0-9 0,0 0-9 0,0 0-3 16,0 0 0-16,3 0 0 0,0 0-12 15,5 0 1-15,4 0 14 0,1 0 15 16,6 0-3-16,2 0-10 0,0 0 0 15,2 0-2-15,1 0-1 0,2 0-14 16,3 0 3-16,1 0 12 0,3 0 0 16,2 0-3-16,3 0 1 0,-1 0 0 0,5 0 1 15,0 0 1-15,-3-1 0 0,1-1-2 16,-1-1 0-16,-2 0 2 0,-1-1 1 16,0 3 2-16,1-5 1 0,-2 3-4 15,-2 0 0-15,-2-1 0 0,0 2 1 16,0 2-1-16,-3-1 0 0,-3 1-2 15,0 0-2-15,1 0-11 0,-1 1 14 16,1 1 1-16,0 2 0 0,-2-3 0 16,-3 4 0-16,-2-3 0 0,-3 2 2 15,-1-3 17-15,0 3-4 0,-1-2-15 0,-2-1-1 16,0-1 1-16,0 3 2 0,-2-2 0 16,1-1 0-16,0 0 0 0,-2 0-1 0,0 0-1 15,0 0-1-15,0 0 1 16,0 0 0-16,1 0 0 0,-2 0-2 15,3 0 0-15,0 0 1 0,-1 0 0 16,0 0 1-16,3 0 0 0,-3 0-3 16,-1-1 0-16,1-2-10 0,-3 3 10 0,0-1-9 15,-1 1 10-15,-3-2 1 0,2 1-2 16,2-1 0-16,-5 1-9 0,4 1 0 16,-3-1-6-16,3 1 3 0,-2 0-9 15,3 0-3-15,-4-3 3 0,0 2 12 16,2 1 0-16,-3 0 0 0,1 0-3 0,0 0-6 15,-3 0 19-15,2 0-10 16,-2 0 10-16,0 0-1 0,0 0-28 0,0 0-17 16,0 0-15-16,-3 0-37 0,-2 0-39 15,-3 4-9-15,-2-3-82 0,-3 5-273 16,3-2-572-16,-15 2-1029 0,97-27 328 0</inkml:trace>
  <inkml:trace contextRef="#ctx0" brushRef="#br0" timeOffset="19603.777">25097 9993 1702 0,'0'0'208'16,"0"0"825"-16,0 0-649 0,0 0-45 15,0 0 14-15,0 0 9 0,0 0-47 16,0 0-32-16,0 0-73 0,0 0-79 16,0 0-37-16,13 3 55 0,3 14 2 15,-1 7-51-15,2 1-36 0,-3 0-1 16,-1 2-21-16,-1-3-14 0,0 0 5 16,0-5-30-16,3-5 0 0,3-3-3 0,5-8 3 15,6-3-3-15,4-5-3 0,5-12-21 16,2-2-22-16,5-9-32 0,0-2-25 15,3-1 25-15,-3 2 5 0,1 3 6 0,1 3 19 16,-5 4 27-16,2 6 17 16,-2 3-26-16,-1 8 1 0,-2 2 29 15,-2 2 3-15,-4 8-3 0,-7 3 3 0,-3 1 30 16,-7 2 7-16,-2 3-16 16,-4-1 3-16,-3 0 13 0,0-2-10 15,0-2-18-15,-1-2 0 0,-1-3-9 16,1-2 0-16,0-4 8 0,0 1-11 0,2-3-12 15,2 3 12-15,3-4 27 0,1 0 1 16,3 0-16-16,2 0-9 0,1 0-2 16,2 0-1-16,1 0 1 0,2 1-1 15,-2 2-1-15,1 1 1 0,-1 1-18 0,-3 2-8 16,0 5 26-16,0 0 25 0,-4 4-23 16,2-4 19-16,-4 3 0 0,2-4-6 15,0-2 3-15,2 0 6 0,1-3-22 16,4 0 1-16,-1-1 10 0,-1-4-13 15,0 0 0-15,0-1 0 0,2 0-11 0,-1 0 11 16,3-2 1-16,0-2 2 16,3-1-1-16,-1 1 1 0,3-2 13 15,1 4-13-15,0-3 30 0,0 3-6 16,-1-2 3-16,-1 1-6 0,-4 3-2 0,-1 0-4 0,-3 0 3 16,-3 0-9-16,-4 0 6 15,-1 3-3-15,0-1-12 0,-3 1-3 16,-2 0 1-16,-2-2 0 0,0 3-1 0,-3-4-12 15,0 0-3-15,-1 2-18 0,1-2-40 16,-2 0-54-16,0 0-63 0,2 0-26 16,0 0-70-16,1 0-278 0,-1 0-611 15,2-4-803-15</inkml:trace>
  <inkml:trace contextRef="#ctx0" brushRef="#br0" timeOffset="21682.046">16067 10638 1664 0,'0'0'1306'0,"0"0"-904"0,0 0-278 16,0 0-16-16,0 0 75 0,0 0 72 15,0 0 45-15,-14 86-62 0,9-59-81 16,2 9-58-16,0 3-32 0,0 13-27 0,1 6-13 15,-3 9 4-15,-2 5-10 16,0 3-18-16,-2 6-1 0,0-2-2 16,-3-2-16-16,4-5-2 0,0-8 6 0,-1-9 12 15,5-11 2-15,0-11 11 0,2-10-13 16,1-10-18-16,1-7-13 0,0-6-79 16,0-1-41-16,0-12-6 0,3-10-26 15,2-9-57-15,-2-9-128 0,4-11-217 0,-4-5-207 16,-1-7-481-16,-2 0 275 0,0 15 908 15</inkml:trace>
  <inkml:trace contextRef="#ctx0" brushRef="#br0" timeOffset="21956.103">15983 10783 1330 0,'0'0'88'16,"0"0"1123"-16,0 0-931 0,0 0-85 16,0 0 83-16,26-66 36 0,-14 58-65 0,4 2-76 15,3 0-48-15,4 2-7 16,5 2-16-16,1 2-34 0,3 0-3 0,-2 0-25 15,0 2-6-15,-4 5-19 0,-3 3-15 16,-5 4-11-16,-3 3 11 0,-7 4 21 16,-4 4 1-16,-4 2 2 0,0 1 1 0,-7 0-7 15,-6-2 7-15,1-2-3 16,-5-1 2-16,0-2 4 0,-6-1-28 0,-2-3-3 16,-1-1-37-16,2-4-16 0,-1-2 1 15,1-3 3-15,2-5 0 0,3 0-38 16,-1-2-43-16,3-2-35 0,1-3-33 15,1-5-25-15,1 1-119 0,3-6-169 16,2-1-244-16,3 5-772 0,1-4 1034 0</inkml:trace>
  <inkml:trace contextRef="#ctx0" brushRef="#br0" timeOffset="26496.968">15898 10461 1433 0,'0'0'280'16,"0"0"-115"-16,0 0-41 0,0 0 54 0,0 0-39 15,-76-47-32-15,62 38 373 0,1 3-255 16,0 3-43-16,1 3 66 0,0 0-65 16,0 8-69-16,-1 3 2 0,0 3 16 15,0 2-4-15,2-2-34 0,2 2-23 16,1-3-18-16,1 3 8 0,1-2-8 0,-1 5 2 16,1-2-21-16,2 7 13 0,1 4-44 15,-1 3-2-15,2 6 0 0,-1 4-1 16,3 6 0-16,0 3 0 0,0 4 0 15,6 4-2-15,3 2 2 0,2 1-13 16,-2-3 1-16,4-3 11 0,3-5-21 16,-2-7 4-16,4-8-56 0,-2-9-84 0,4-9-41 15,0-9-86-15,2-8-113 0,-2 0-276 16,10-20-782-16</inkml:trace>
  <inkml:trace contextRef="#ctx0" brushRef="#br0" timeOffset="26757.917">16832 10451 2684 0,'0'0'495'16,"0"0"-196"-16,0 0-1 0,0 0 89 16,62 71-98-16,-44-47-30 0,0-2-66 15,0 3-77-15,2 1-30 0,0 1-22 16,-3 3-40-16,2 4 7 0,-6 2-31 15,-3 5 1-15,-6 0-1 0,-2 5-40 16,-2-1 13-16,-6 1 2 0,-7 1-5 0,-2 1-13 16,-5-1-21-16,0-1-6 15,-2-5-28-15,-2-3-22 0,-2-5-47 16,0-5-68-16,-1-9-110 0,6-5-268 0,-13-9-831 16</inkml:trace>
  <inkml:trace contextRef="#ctx0" brushRef="#br0" timeOffset="27656.748">17893 10644 843 0,'0'0'1718'16,"0"0"-665"-16,0 0-766 0,0 0 48 0,0 0 37 16,92-26-104-16,-73 29-88 15,-5 8-27-15,3 8 8 0,-5 6-40 0,0 8-66 16,-4 5-16-16,-5 8-11 0,-2 4-4 15,-1 3-24-15,0 1-20 0,-2-4-20 16,-1-4-87-16,1-10-37 0,0-11 21 16,2-11 39-16,0-9 21 0,0-5 7 15,2-15-10-15,4-9-10 0,1-10-8 16,2-7-14-16,2-7-3 0,0 2 34 16,0 2 84-16,6 4 3 0,-2 5 16 0,2 8 12 15,2 8 40-15,-5 6 38 0,-1 7-11 16,0 6-55-16,-3 7 40 0,-2 9 0 15,-1 3-3-15,-2 6-16 0,-2 4-15 16,-3 2-9-16,0-2-6 0,0 1 5 0,0-4-8 16,0-4-11-16,0-8-17 0,0-5-27 15,0-7-1-15,0-2 28 16,3-4 10-16,2-11 6 0,3-8 20 0,2-6-15 16,3-3-21-16,2-4-24 0,-1 0 13 15,3 2 11-15,1 7 3 0,3 3 0 16,1 6 0-16,-2 6 15 0,2 9 1 15,-4 3-17-15,0 10 34 0,-3 8 1 16,0 7-1-16,-1 3 16 0,-3 3-28 16,-1 1 22-16,0 2-16 0,-2-3 16 15,0 3-13-15,-1-7-18 0,1-1-15 0,0-5-18 16,-3-7-12-16,3-2-28 0,-1-7-69 16,1 0-78-16,1-3-21 0,1-2-94 15,7 0-276-15,-6 0-642 0,13-8-748 0</inkml:trace>
  <inkml:trace contextRef="#ctx0" brushRef="#br0" timeOffset="28014.747">19043 10774 2869 0,'0'0'470'0,"0"0"-203"0,0 0 181 16,0 0-12-16,0 0 28 0,0 0-58 16,0 0-154-16,0 0-101 0,-88 16-42 15,63 8-10-15,0 6-26 0,-1 6-19 0,3 4 0 16,2 2-21-16,4-1 7 0,5-1-7 15,4-5-9-15,4-2-14 0,4-9-10 16,0-6-21-16,3-6-9 0,6-5-16 16,2-6-2-16,3-1 0 0,6-5-18 15,3-12 33-15,2-4-22 0,0-8-17 16,2-3-34-16,-1-3 12 0,0 1 34 16,-3 2 20-16,-2 4 13 0,-3 9-3 15,-3 7-10-15,-2 7-8 0,-2 5 23 16,1 2 25-16,0 8 107 0,0 6-14 15,0 3 10-15,0 2-15 0,-1 1-3 0,-2 2-4 16,1-3-14-16,-1-3-36 0,-2-3-31 16,-1-5-36-16,0-3-34 0,-2-3-54 0,0-2-51 15,0-2-28-15,-1 0-47 0,0 0-169 16,0-6-128-16,0-5-148 0,-1 4-511 16,2-13-201-16</inkml:trace>
  <inkml:trace contextRef="#ctx0" brushRef="#br0" timeOffset="28186.744">19315 10861 977 0,'0'0'1350'0,"0"0"-734"16,0 0-13-16,0 0-76 0,0 0-76 16,93 54-64-16,-72-29-20 0,1 4-24 15,0 1-98-15,0-3-79 0,1-2-91 16,-1-4-60-16,1-4-15 0,0-5-48 0,-1-2-79 16,0-7-45-16,1-3-43 0,0-2 33 15,-1-13-13-15,-2-4-113 0,0-6-235 16,-4-2-454-16,-4 4-363 0,-1-6-99 0</inkml:trace>
  <inkml:trace contextRef="#ctx0" brushRef="#br0" timeOffset="28338.955">19771 10868 2785 0,'0'0'640'15,"0"0"-247"-15,0 0 6 0,-48 71-77 16,29-36 4-16,-2-3 7 0,-2 5-80 16,1-1-62-16,-1-1-19 0,2-4-60 15,2-3-55-15,1-5-54 0,5-7-3 16,4-5-24-16,3-6-75 0,3-2-65 15,3-6-33-15,0-7-30 0,0-11-128 16,7-4-267-16,0 3-461 0,12-17-629 0</inkml:trace>
  <inkml:trace contextRef="#ctx0" brushRef="#br0" timeOffset="28503.271">19916 10807 3029 0,'0'0'549'0,"0"0"-202"0,0 0 63 16,10 73-18-16,-10-38 18 0,-3 5-23 15,-4-2-118-15,-3 0-112 0,5-4-72 0,-1-5-55 16,1-8-30-16,4-4-48 0,-1-5-61 16,2-6-112-16,0-2-58 0,0-4-31 15,0-1-184-15,0-5-510 0,-3-15-984 16</inkml:trace>
  <inkml:trace contextRef="#ctx0" brushRef="#br0" timeOffset="28645.605">20007 10632 2771 0,'0'0'1203'16,"0"0"-983"-16,0 0 238 0,0 0-62 0,0 0-88 16,0 0 37-16,0 0-145 15,0 0-122-15,0 0-62 0,0 0-16 0,0 0-81 16,81-4-88-16,-68 7-37 0,0 2-68 16,-2 5-144-16,1 6-322 0,-5-3-644 15,-1 17-834-15</inkml:trace>
  <inkml:trace contextRef="#ctx0" brushRef="#br0" timeOffset="29183.362">20165 10912 404 0,'0'0'2628'0,"0"0"-2020"0,0 0-224 16,6 81-3-16,-3-62-97 0,2-7 14 16,-1-4-33-16,3-4-128 0,0-3-49 15,3-1-18-15,5-6-22 0,2-7-48 16,5-6 0-16,-1-6-78 0,3-5-23 16,1 2 16-16,-2 1-9 0,0 6-7 15,-2 2 19-15,-3 10 21 0,-2 4 15 16,-1 5 15-16,-4 0 31 0,-1 7 13 15,-3 4 85-15,1 2 11 0,-4 3-8 16,0 2 5-16,-1 1 1 0,1 1-13 0,-1-2-12 16,-1 0-10-16,-1 0 13 15,1-6 0-15,1-2-52 0,-2-1-18 0,0-7-15 16,2 1-1-16,2-1-32 0,-1-1-1 0,4-1-8 16,1 0 6-16,-1 0 3 15,3 0-4-15,-2 0 16 0,-1 0 9 16,-2 0 0-16,3 2 10 0,-1 4 2 0,0 1 45 15,0 5 25-15,1 0-4 0,-2 0-5 16,0 1-19-16,1-2-21 0,-1 0-21 16,1-4-12-16,-2-4-12 0,4-3-36 15,2 0-82-15,2-10 54 0,5-8 12 16,2-6-36-16,1-9-7 0,4-7-21 16,1-5-28-16,1-4-61 0,1-4-73 15,2-2-28-15,1-1-44 0,0 1 4 16,-1 3 146-16,0 8 224 0,-3 8 80 0,-5 8 130 15,-6 7 63-15,-7 7 48 0,-2 6 0 16,-4 6-3-16,-4 2-64 0,0 0-25 16,0 7-22-16,0 5-64 0,-5 10-19 15,-4 9-18-15,2 9-31 0,-2 6 16 16,3 4-6-16,-1 8-7 0,3 5-15 0,3 1-23 16,1 2-39-16,0-1-1 15,0-2-52-15,3-5-98 0,3-6-53 0,2-3-21 16,1-8-43-16,-1-3-102 0,2-7-223 15,-3-10-590-15,-1-4-910 0</inkml:trace>
  <inkml:trace contextRef="#ctx0" brushRef="#br0" timeOffset="29745.09">21927 11017 3261 0,'0'0'774'16,"0"0"-452"-16,0 0-46 0,0 0 58 15,115-12-80-15,-69 7-14 0,10 2-88 16,3-1-53-16,6 4-35 0,3-4 5 0,2-1 10 15,-3 0-41-15,-2-5-38 0,-5-1-2 16,-2-1 0-16,-6-2-49 0,-5 0-52 16,-8 0-39-16,-7 4-22 0,-8 1-36 15,-10 6-78-15,-8 3-167 0,-6 0-257 16,-2 2-465-16,-29 13-438 0</inkml:trace>
  <inkml:trace contextRef="#ctx0" brushRef="#br0" timeOffset="29939.353">22096 11079 2801 0,'0'0'650'0,"0"0"-239"0,0 0-172 0,0 0 100 15,0 0 0-15,102 16-26 0,-58-12-100 0,7 0-67 16,2-1-46-16,-4-3-36 16,1 0-49-16,-3 0-15 0,-1-2-28 0,-1-5-11 15,-3 0-31-15,-2-5-69 0,-7-1-71 16,-5 1-84-16,-11 2-277 0,-6-5-928 0</inkml:trace>
  <inkml:trace contextRef="#ctx0" brushRef="#br0" timeOffset="30258.192">22026 10590 3417 0,'0'0'556'0,"0"0"-221"0,0 0-115 16,0 0-84-16,0 0-26 0,0 0-8 0,-59 84-84 16,36-48-18-16,-5 5-18 0,-2 7 15 15,-2 2-10-15,-3 2-5 0,-1 4-4 0,3-1-2 16,-1 0 24-16,4-4-1 0,6-5 1 16,8-7 0-16,7-3-1 15,6-6-15-15,6-5 16 0,11 0 28 0,12-3 12 16,9-3 24-16,7 0 4 0,7-2 14 15,4-3 25-15,5-1-3 0,0-3-7 16,4-1 12-16,0-6 46 0,3-2-71 16,0-1-55-16,-1-2-29 0,-1-9-31 15,-4 0-17-15,0-4-76 0,-8-3-52 16,-4-4-80-16,-5-4-145 0,-6-3-327 0,-13 6-704 16,0-19-955-16</inkml:trace>
  <inkml:trace contextRef="#ctx0" brushRef="#br0" timeOffset="30498.813">22954 10613 2315 0,'0'0'1035'0,"0"0"-790"0,0 0 42 16,96 43 55-16,-68-25 11 0,-3 1-24 16,1 0-97-16,-3 0-137 0,1 0-52 15,-4 0-18-15,0 1-25 0,-3 0-24 16,-3 2 2-16,-4 3 10 0,-6 1-40 15,-4 4-12-15,0 4 9 0,-11 2-15 16,-6 6-6-16,-5-2 8 0,-3 0 7 0,-2 0-1 16,-5-2-27-16,-3 0-44 0,-1-2-84 15,-4-3-86-15,-2-5-205 0,11-8-510 16,-17 0-746-16</inkml:trace>
  <inkml:trace contextRef="#ctx0" brushRef="#br0" timeOffset="31156.774">24429 10741 2448 0,'0'0'746'16,"0"0"-295"-16,0 0-148 0,0 0 26 0,0 0-13 16,0 0 34-16,1 77-66 0,3-29-74 15,3 10-53-15,-2 11-39 0,1 3-6 16,-4 7-18-16,1 2-15 0,-1 1-31 15,-2 1-9-15,1-1-24 0,-1-3-15 16,0-6-24-16,0-6-9 0,0-9-12 16,0-12-4-16,0-11-8 0,0-12 14 0,0-10 1 15,0-9-52-15,0-4-36 0,0-8-31 16,0-8-24-16,0-12-74 0,3-10-85 16,-1-9-115-16,-1-10-238 0,2 14-509 15,-3-32-380-15</inkml:trace>
  <inkml:trace contextRef="#ctx0" brushRef="#br0" timeOffset="31395.077">24437 10814 13 0,'0'0'2720'0,"0"0"-2124"0,0 0-257 0,54-68-2 15,-31 50-18-15,1 2-34 0,2 3-39 16,0 1-71-16,4 6-56 0,1-1-13 16,0 7-2-16,5 0-28 0,-4 0-46 15,-1 10-19-15,-2 3-10 0,-7 5-1 0,-5 5 0 16,-6 8-12-16,-9 7 12 15,-2 4-1-15,-11 8-12 0,-11 1-11 0,-4-1 21 16,-4 1 0-16,-3-6-12 16,1-4 13-16,1-7-49 0,2-8-44 0,5-7-30 15,4-7-30-15,2-5-29 0,5-2-44 16,2-5-54-16,5 0-113 0,0-8-258 16,3 2-679-16,3-12-522 0</inkml:trace>
  <inkml:trace contextRef="#ctx0" brushRef="#br0" timeOffset="31637.003">25369 10993 2312 0,'0'0'426'0,"0"0"-182"0,0 0 64 0,48 71 41 16,-36-44 47-16,-2 3-52 0,-1 2-81 15,-4 2-97-15,2 1-37 0,-2 2-31 16,-2 1-59-16,-3-3-39 0,0-3-26 16,0-7-60-16,0-6-24 0,0-8-65 15,0-4-63-15,0-7-101 0,0-3-213 16,0-6-608-16,-3-15-836 0</inkml:trace>
  <inkml:trace contextRef="#ctx0" brushRef="#br0" timeOffset="31803.176">25468 10625 3587 0,'0'0'586'16,"0"0"-254"-16,0 0-113 0,0 0 2 0,0 0-19 16,0 0-8-16,0 0-99 0,0 0-95 15,0 0-137-15,0 0-6 0,0 0-34 16,34 14-69-16,-26-3-211 0,-2-2-772 15,-6 6-1497-15</inkml:trace>
  <inkml:trace contextRef="#ctx0" brushRef="#br0" timeOffset="32157.796">25760 10978 2345 0,'0'0'1990'0,"0"0"-1687"16,0 0-192-16,0 0 15 0,0 0 42 0,-53 77 45 16,36-57-88-16,3 0-125 0,0-1-21 15,3 4 2-15,0-3 7 0,4 1-6 16,2-2 15-16,3-1-21 0,2-2-4 16,0-3-5-16,5 0 33 0,4-1 3 15,5-2 9-15,0 0-12 0,5-5-21 16,1 2 19-16,0-1 1 0,3-1 0 15,-1 0-14-15,-3-3 14 0,-1 3 1 0,-1 0-12 16,-4 2 0-16,-2 0 12 16,-4 3 1-16,-5 1 14 0,-2 1 10 0,0 3-25 15,-8 1-20-15,-2-2-68 0,-3 2-31 16,-1-3-19-16,-3 1-40 0,0-3-66 16,-3-2-111-16,-2-3-232 0,5 0-624 15,-16-5-745-15</inkml:trace>
  <inkml:trace contextRef="#ctx0" brushRef="#br0" timeOffset="32664.149">26672 10979 2504 0,'0'0'627'16,"0"0"-118"-16,0 0-113 0,0 0-46 15,0 0 58-15,0 0-20 0,0 0-87 16,57 83-77-16,-46-50-57 0,1 2-71 16,-5 0-38-16,-1-4-22 0,0-5-36 15,-2-4 0-15,1-4-33 0,-2-5 0 16,0-4-46-16,-1-4-45 0,1-1-42 16,-3-4-25-16,0 0-56 0,0-4-233 0,0-3-765 15,-11-6-1438-15</inkml:trace>
  <inkml:trace contextRef="#ctx0" brushRef="#br0" timeOffset="32821.992">26769 10747 3320 0,'0'0'689'16,"0"0"-317"-16,0 0 54 0,0 0-53 0,0 0-199 15,0 0-120-15,86-33-54 0,-68 26-39 16,-1 0-65-16,0 2-127 0,2 3-140 15,-5 0-320-15,4 2-991 0</inkml:trace>
  <inkml:trace contextRef="#ctx0" brushRef="#br0" timeOffset="33057.235">27128 10928 3287 0,'0'0'429'0,"0"0"-306"0,0 0 201 0,0 0 153 15,0 0 29-15,65 75-81 0,-55-61-159 16,-2 0-90-16,0 2-71 0,-3 2-14 0,0 0-31 15,-2 2-27-15,-2 0-31 0,-1 0-2 16,0-1-2-16,0-3-13 0,0-2-33 16,-1-5-7-16,-1-6 7 0,2 0 9 15,0-3-27-15,0 0-1 0,0-4 31 16,5-5 12-16,1-5 24 0,3-5-6 16,1-5 6-16,5-6-45 0,-2-1-34 15,2 1-36-15,2-1-40 0,0 0-78 16,2-2-235-16,-4 10-479 0,1-11-625 0</inkml:trace>
  <inkml:trace contextRef="#ctx0" brushRef="#br0" timeOffset="33315.252">27507 10793 3518 0,'0'0'466'0,"0"0"-364"16,0 0 63-16,0 0 58 0,52 72 187 15,-38-53-50-15,3 1-117 0,-1 2-131 0,2-1-48 16,-4 1-16-16,0 2-11 0,-2 1-34 15,-4 2-1-15,-5 3-1 0,-3 2-1 16,0 3-2-16,-7-4-10 0,2-1-25 16,-3-8 5-16,5-7 32 0,0-5 18 15,2-9 3-15,1-1-8 0,0 0-1 16,0 0-11-16,3-8-1 0,4-3-19 16,5-7-2-16,4-6 20 0,4-5-1 15,-1-2-46-15,3-3-46 0,4 3-46 16,-3 0-54-16,1 2-47 0,-1 0-85 15,0 4-207-15,-9 8-450 0,5-2-442 0</inkml:trace>
  <inkml:trace contextRef="#ctx0" brushRef="#br0" timeOffset="33624.912">27951 11047 2801 0,'0'0'631'0,"0"0"-349"16,0 0 13-16,0 0 80 0,30 71 23 15,-17-68-82-15,4-3-91 0,4-2-64 0,4-11-33 16,1-6-38-16,4-8-41 0,-1-4-46 15,-1-4-3-15,-1 1-30 0,-4 0-28 16,-3 5-6-16,-3 6 19 0,-8 5 18 16,-1 6 5-16,-8 5 7 0,0 5 15 15,-8-1-1-15,-4 2-5 0,-5 1-21 0,-5 4 24 16,-1 10-18-16,-2 7-1 0,-3 6 22 16,2 8 20-16,2 7 34 0,3-2 7 15,0 3 9-15,3-4 2 0,4 0-11 16,2-6-22-16,4-4-39 0,4-4-10 15,3-4-23-15,1-6-13 0,5-5-54 16,9-4 19-16,4-6 8 0,5 0-58 16,4-9-24-16,7-5-77 0,0-5-72 0,7-5-165 15,3-2-167-15,2 0-35 16,-9 7-102-16,14-15-426 0</inkml:trace>
  <inkml:trace contextRef="#ctx0" brushRef="#br0" timeOffset="34003.924">28602 10915 726 0,'0'0'1548'16,"0"0"-896"-16,0 0-100 0,0 0-15 0,0 0-36 15,0 0-88-15,-44 82-75 0,19-45-70 16,0 4 19-16,2-5-42 0,6-5-70 16,4-11-85-16,6-6-42 0,4-8-33 15,3-4-15-15,0-2 29 0,1 0-29 16,10-9-36-16,3-7-45 0,8-8 78 16,4-10-24-16,2-7-48 0,0-2-49 15,2-5-15-15,-1-2 9 0,1-3 3 16,-1-2-30-16,0-5-62 0,-1 0-132 15,-4-5-85-15,-1 5 78 0,-3 0 151 16,-3 4 9-16,-4 6 49 0,-4 9 149 16,-3 7 54-16,-2 14 151 0,-3 8 59 15,-1 6-21-15,0 6-14 0,0 2-8 16,-5 14-34-16,-3 5-68 0,-3 13 0 16,-4 10 3-16,1 8 60 0,-3 3-19 0,4 4-11 15,-2 3-19-15,2-1-16 0,0-1-39 0,3 1-53 16,1-5-24-16,1-5-1 0,2-4-18 15,0-9 5-15,6-8-29 0,0-7-33 16,0-6-16-16,0-4-32 0,6-5-53 16,4-4-21-16,0-4-28 0,6-1-138 15,2-12-189-15,2-7-392 0,-4 1-332 16,9-12-422-16</inkml:trace>
  <inkml:trace contextRef="#ctx0" brushRef="#br0" timeOffset="40641.036">29228 10862 388 0,'0'0'140'16,"0"0"-88"-16,0 0-6 0,0 0 710 0,0 0-401 15,0 0-148-15,0 0 34 0,0 0 69 16,0 0 38-16,0 0-18 0,-15 10-71 15,11-10-72-15,1-2-20 0,0-2 12 16,0 0-12-16,-3-1 23 0,3-3-19 16,-2 2-45-16,0 0-21 0,1-1 3 15,1 2 63-15,2 2 18 0,-1 3-73 16,2 0-28-16,0 0-24 0,0 8 0 0,0 5-10 16,0 6 13-16,0 8-16 0,0 5-5 15,3 5-13-15,0 2-18 16,1-5 6-16,-1-1-9 0,4-10-12 0,-1-4-27 15,5-7 27-15,1-4-15 0,1-8 3 16,3 0-18-16,2-7-10 0,0-9-51 16,2-5-15-16,-1-6-24 0,0-2 8 0,-2 0 28 15,-1 0 21-15,-1 0 5 0,-3 2 4 16,-1 4 6-16,-3 2 12 0,1 3 23 16,-4 5 23-16,-2 6 1 0,-1 5 26 15,-1 2-26-15,-1 3 44 0,3 12 28 16,0 5 35-16,2 6-17 0,-3 4-21 15,2 5 24-15,-1 4-9 0,2 1-18 16,1-1 24-16,-1-2-21 0,1-5-34 16,3-4-33-16,-1-4-3 0,1-6-15 15,2-6-30-15,-2-4-55 0,1-3-31 16,3-5-54-16,0 0-35 0,6-7-78 16,0-7-291-16,-4 3-641 0,11-12-909 0</inkml:trace>
  <inkml:trace contextRef="#ctx0" brushRef="#br0" timeOffset="40865.909">29994 10799 3022 0,'0'0'593'0,"0"0"-369"0,0 0 15 0,0 0 144 16,-82 41 5-16,60-13-104 0,-1 4-77 16,0 4-55-16,7 2-40 0,2-3 10 15,7 0 11-15,4-3-64 0,3-1-45 16,1-1-3-16,10-3-19 0,3-6-2 15,3-5-27-15,5-3-12 0,2-7-43 16,5-6-14-16,1-2-10 0,3-12-37 16,4-5-39-16,-4-4-89 0,1-4-196 15,-3-2-260-15,-8 6-645 0,8-13-620 0</inkml:trace>
  <inkml:trace contextRef="#ctx0" brushRef="#br0" timeOffset="41010.407">30304 10934 2959 0,'0'0'1048'0,"0"0"-797"0,0 0-136 0,-10 87 120 15,0-55 186-15,1 2-71 0,1 0-47 16,-2-5-137-16,2-1-90 0,3-9-67 16,2-2-9-16,0-9-48 0,1-4-125 15,2-4-39-15,0-1-64 0,0-8-174 16,0 0-586-16,0-16-1343 0</inkml:trace>
  <inkml:trace contextRef="#ctx0" brushRef="#br0" timeOffset="41150.278">30319 10757 3584 0,'0'0'686'0,"0"0"-503"0,0 0-23 0,0 0 209 15,0 0 0-15,0 0-84 0,80 5-134 16,-58-14-145-16,4-3-6 0,-2-5-103 0,5-7-88 16,2-1-116-16,-1-1-216 0,-7 3-613 15,8-11-986-15</inkml:trace>
  <inkml:trace contextRef="#ctx0" brushRef="#br0" timeOffset="41504.898">30798 10343 2594 0,'0'0'1108'16,"0"0"-797"-16,0 0-91 0,-8 78 146 16,3-42 54-16,-3 7-60 0,1 4-60 0,-1 3-115 15,1 2-65-15,-3 0-38 0,3 0-40 16,0-1-39-16,2-6-3 0,1-2-18 15,1-9-48-15,3-7-22 0,0-5 22 16,0-8 17-16,6-6 4 0,1-4-37 16,3-2 4-16,3-2 29 0,0 0-5 15,4 0-16-15,-1 0 12 0,1 0-3 16,0 2 7-16,-3 5 32 0,-3 3 7 0,0 2 14 16,-2 0 1-16,-3 2 58 0,-3-2 21 15,-1 0 18-15,-2 0 0 0,0-2-15 16,-5-2-25-16,-1-1-11 0,-5-2-4 15,0 0-6-15,-3-4-18 0,-3 0-18 16,0-1-21-16,1 0-30 0,-1-3-19 16,2-5 4-16,-2-3-55 0,6-9-92 15,0-6-89-15,3-7-211 0,4-10-140 0,4 5-358 16,0-28-463-16</inkml:trace>
  <inkml:trace contextRef="#ctx0" brushRef="#br0" timeOffset="41887.74">31205 10254 2760 0,'0'0'1041'0,"0"0"-809"0,0 0-37 16,23 84 171-16,-23-43 73 0,0 4-77 15,-7 2-62-15,-2 3-136 0,0-1-62 16,4 0-23-16,-3-1-55 0,2-5-24 16,3 0-60-16,3-2-73 0,0-1-52 15,5-3 46-15,7-5 5 0,1-3 16 16,5-10-50-16,1-1-3 0,1-5 49 15,3-4 59-15,0 0 63 0,2-3 49 0,0 3 13 16,0-2-19-16,3 0 15 0,-2-2 36 16,2-2 7-16,-2-1 3 0,2-2-25 15,-5-7-28-15,1-3-51 0,-1-6-20 16,-1-3-56-16,-2-4-15 0,-1-2-28 16,-5 0-40-16,-1 0 30 0,-5 4 25 0,-7 2 104 15,-1 4 0-15,-7 5 104 0,-9 4 46 16,-3 6-12-16,-5 0-19 0,-4 17-16 15,-3 7-72-15,0 11 2 16,0 7-6-16,3 3 10 0,8 0 33 0,6-4-19 16,6-4-21-16,5-6-17 0,3-8-10 15,14-6-3-15,11-5 24 0,9-7 6 0,8-5 34 16,3-5-64-16,2-9-64 0,-1-5-215 16,-16 2-157-16,12-8-900 0</inkml:trace>
  <inkml:trace contextRef="#ctx0" brushRef="#br0" timeOffset="42024.711">32274 11031 4479 0,'0'0'1047'0,"0"0"-944"16,0 0-103-16,0 0-19 0,-94-3-105 0,70-1-46 16,3-3-74-16,4 2-504 0,-11-2-1923 0</inkml:trace>
  <inkml:trace contextRef="#ctx0" brushRef="#br0" timeOffset="62723.675">22234 14283 254 0,'0'0'708'0,"0"0"-708"0,0 0 387 0,0 0 666 16,0 0-562-16,0 0-34 0,0 0-102 15,0 0-53-15,0 0-1 0,0 0-10 16,-3-9-33-16,3 9-44 0,0 0-31 16,0 0-28-16,4 0-45 0,2 0-35 15,1 0-23-15,7 0 8 0,-2 2-2 16,2 0 33-16,1 1 14 0,1 0-44 15,0 2-25-15,4-1-9 0,1 0-3 16,3 1-3-16,1 2-3 0,3-1 3 16,-1 1 0-16,2-2-8 0,1 1 2 15,3-2 9-15,3 0-6 0,2 0-18 0,2 0 11 16,0-1-11-16,0-1-18 0,1 1 16 16,-2-2-16-16,0-1 18 0,0 0-1 15,0 0-20-15,0 0-1 0,-2 0 7 16,-2-3 13-16,-2 2-13 0,-3-1 13 0,-1 0-16 15,-1 2 15-15,-4-1 1 0,0-1-1 16,-2 0 1-16,0 0-13 0,-1 0 5 16,-2 0 10-16,1-4 1 0,0 0 2 15,-1 0-1-15,1-1 16 0,-1-2-3 16,0 1 3-16,2 1-3 0,-1 0-14 16,-1 1 14-16,-2 1-12 0,2 2-1 15,-3 2 11-15,0 1 5 0,1 0-15 16,-2 0 12-16,1 1-14 0,-3 2 0 15,2 1-1-15,-1-1 1 0,-2 1-1 16,-2-3 0-16,1 2-3 0,0 0 0 0,-2-2-9 16,-2 2 9-16,-1-1-9 0,-1-1 0 15,0 2-1-15,-2-1 11 0,0-2 1 16,-2 3-2-16,0-1 0 0,1-1 3 0,-1 0-1 16,-1-1 1-16,2 0-3 0,-1 2-15 15,-1-1 6-15,0-1-3 0,0 2-12 16,0-2-18-16,0 0-3 0,0 0-19 15,0 0-20-15,-3 1-25 0,-1 0-25 16,-2 1-8-16,-4-2-16 0,-1 0-77 16,-3 0-210-16,-6 0-272 0,6 1-687 15,-20 3-981-15</inkml:trace>
  <inkml:trace contextRef="#ctx0" brushRef="#br0" timeOffset="63764.175">25561 14258 783 0,'0'0'371'0,"0"0"-94"0,0 0 881 16,0 0-551-16,0 0-143 0,0 0-102 15,0 0-86-15,0 0-50 0,0 0-7 16,0 0 4-16,49-1-33 0,-23-1-50 0,6 2-46 15,4 0-33-15,0 0 0 0,1 0 2 16,2 5-8-16,4 1-10 0,2 2-9 16,7 1-8-16,4 3-4 0,6 1-6 15,6 1 15-15,3 1-6 0,2 2 1 16,-2 0-10-16,-3-3-3 0,-4-2 24 0,-5 0-26 16,1-3-13-16,-9 0-15 0,-1-4-3 15,-5-2 3-15,-3 1 12 0,-3-4-15 16,-5 1 0-16,-4 0-22 0,-3 2 7 15,-2-3 3-15,-5 2-16 0,-4-2 7 16,-1 1-9-16,-4-1-7 0,-6 0-15 16,-2 0-21-16,-3 0-18 0,0 0-22 15,0 0 0-15,-3-3-7 0,-2 2-40 16,-6-1-62-16,-3 1-183 0,0 0-174 16,-1-1-508-16,-9-2-485 0</inkml:trace>
  <inkml:trace contextRef="#ctx0" brushRef="#br0" timeOffset="72788.504">1841 13423 3599 0,'0'0'539'0,"0"0"-396"15,0 0-87-15,-63 70 108 0,49-45 113 0,-1-2-71 16,4 4-8-16,2-4-27 0,2 0 2 16,2-6-7-16,4-7-60 0,-1-2-39 15,2-5-25-15,0-3-15 0,0 0 0 16,0 0-24-16,0-5-3 0,0-1-12 15,3-2-18-15,3-9 0 0,3-6 30 16,4-9 0-16,0-10 2 0,2-11 18 16,0-2-19-16,2-6-1 0,-1 0 0 15,4 0-15-15,3-1 13 0,2 1-13 16,4-1 12-16,0-2-21 0,1 1-4 0,2 0-23 16,-4 6-10-16,1 0 10 15,-4 5 24-15,-1 5-4 0,-5 5-2 0,1 8 15 16,-1 4-6-16,-2 11-1 0,3 5-14 15,1 6 24-15,3 6 15 0,2 2 33 16,3 12-2-16,-1 7-7 0,3 9-3 16,-1 4 18-16,0 8-38 0,-2 2 39 15,-1 3-39-15,-4-1-1 0,0-4 0 0,-4-5-12 16,-3-1 11-16,-2-5-1 0,-4-2-1 16,-1-4-25-16,-2-4-23 0,-1-3 5 15,-5-3 7-15,-1-5-16 0,-3 3 4 16,-8-4-4-16,-5 4-6 0,-5-4 15 15,-8 4-5-15,-9-3-10 0,-7 1-31 16,-11 1-3-16,-10 2 31 0,-12 2 21 0,-11 4 15 16,-3 3-3-16,-5 5 4 0,2 3 27 15,4 2 17-15,8 0 1 0,7-1 25 16,12-3 13-16,9-4 14 0,9-7-9 16,11-4 59-16,12-7-23 0,6-3-15 15,10-2-2-15,5-4-53 0,2-10-27 16,6-8-49-16,10-10 31 0,13-11 18 15,12-12 21-15,13-7-21 0,12-5-2 16,9 1-25-16,9 3 24 0,5 2-58 0,2 3 24 16,2 3-75-16,0 3 44 0,-4 3-51 15,-8 5 18-15,-4 4-19 0,-9 7-16 16,-10 7-6-16,-10 8 43 0,-7 8 89 16,-9 6 9-16,-9 4 2 0,-4 4 26 0,-7 10 35 15,-4 2 62-15,-8 4-19 0,0 5-3 16,-7 3 8-16,-9 6-12 0,-4 3 31 15,-6 6-47-15,-7 2-42 0,-3 2-13 16,-6 5-8-16,-9 4-4 0,-5 5-14 16,-7 4-1-16,-3 7-2 0,-5 6-32 15,-4 3 33-15,3 1-17 0,1 1 0 0,3-2 15 16,5-4 0-16,8-4-37 16,3-9-33-16,9-3-47 0,3-9-21 0,7-4-77 15,6-10-220-15,9-12-549 16,-6 1-745-16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24:44.11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6705 10782 52 0,'0'0'0'0,"0"0"-52"16</inkml:trace>
  <inkml:trace contextRef="#ctx0" brushRef="#br0" timeOffset="356.644">6705 10782 135 0,'78'-37'65'16,"-78"36"-47"-16,2-2-16 0,-1 2-4 0,1-1 2 16,-1 0-19-16,0 0-1 0,2 2 7 15,1 0 13-15,-2 0 13 0,2 0 75 16,-1 0 33-16,0 0-4 0,1 0-117 16,-1 0-19-16,0-1-1 0,1 0 11 15,-1 0 9-15,0-1 0 0,0 2-57 0,1 0-116 16,1 0 49-16,-2 0 66 0</inkml:trace>
  <inkml:trace contextRef="#ctx0" brushRef="#br0" timeOffset="9740.183">10648 4213 1861 0,'0'0'1000'15,"0"0"-833"-15,0 0-23 0,0 0 32 16,0 0 106-16,0 0 34 0,0-65-3 0,0 63 12 16,0 2-54-16,0 0-35 0,0 0-60 15,0 0-8-15,-1 2 23 0,-1 3-79 16,1-1-91-16,-5 5-21 0,-1 9-2 15,-3 7-16-15,-3 11-4 0,-2 9-5 16,2 7 0-16,-1 7 9 0,4 1-12 16,-3 3 2-16,3-2-11 0,3-7-7 15,-1-8-5-15,3-6-4 0,1-9 0 16,-1-8-18-16,4-6-18 0,-1-9-22 0,1-3-34 16,1-5-55-16,0 0-98 0,3-12-156 15,4-7-11-15,6-11-60 0,-3-7-88 16,3-10-363-16,-3-3-102 0,-4 9 983 15</inkml:trace>
  <inkml:trace contextRef="#ctx0" brushRef="#br0" timeOffset="10040.703">10616 4205 320 0,'0'0'313'0,"0"0"1409"0,0 0-1328 15,0 0-79-15,0 0-95 0,0 0 25 16,0 0 21-16,0 0-34 0,0 0-25 16,0 0-76-16,0 0-57 0,15-14-24 15,-1 32 48-15,2 8-5 0,3 6-41 16,1 10-12-16,3 6-40 0,0 2-16 15,-1 3 4-15,-3 0-13 0,-1-5 25 16,-2-5 0-16,-3-6 1 0,0-8-1 16,-3-7 25-16,-1-3-7 0,-3-7-15 15,-2-5 22-15,0-2 21 0,-1-5-16 0,-1 0 7 16,2-3-3-16,2-6 9 16,2-7 103-16,1-6-30 0,5-8-40 0,-1-8-39 15,3-2-19-15,-1-6-18 0,2 0-1 16,-1 2-26-16,1 5-16 0,-1 5 3 0,0 10-2 15,-3 4-13-15,0 7-6 0,-5 5-25 16,0 3-33-16,-1 3-74 0,1 2-70 16,-2 0-224-16,0 2-289 0,-2 4-592 15,-1 10-308-15</inkml:trace>
  <inkml:trace contextRef="#ctx0" brushRef="#br0" timeOffset="10231.11">11246 4616 215 0,'0'0'2645'0,"0"0"-2171"0,0 0-188 16,0 66-68-16,-1-39 18 0,-2 0-11 0,3 4-55 15,-1-1-56-15,1-1-81 0,0-5-33 16,0-5-21-16,0-2-19 0,0-5-10 16,0-5-95-16,1-2-45 0,3-4-27 0,4-1-57 15,0 0-196-15,4-6-302 0,-5-1-729 16</inkml:trace>
  <inkml:trace contextRef="#ctx0" brushRef="#br0" timeOffset="10608.876">12181 4278 179 0,'0'0'3354'0,"0"0"-3003"0,0 0-304 0,0 0 34 16,0 0 49-16,-82-23 66 0,61 22 82 16,-3 0-99-16,0 1-81 0,-3 0-46 15,-2 4-18-15,0 6-34 0,-3 4-3 16,1 3-10-16,-1 2 12 0,3 5-2 0,-1 3-24 16,4 0 2-16,3 1 22 0,4-2 3 15,4-2 2-15,6-1 1 0,4-4 0 16,5-3-2-16,0-2-1 0,3-4 1 15,8-1 12-15,4 0 11 0,6-1 7 16,3-3 27-16,3 1 0 0,2 0-19 16,1-6-8-16,1 2-7 0,-1-2-5 15,-3 0-6-15,-1 0-13 0,-2 0-18 0,-3-2-10 16,-2-4-66-16,-3 2-29 0,-1 1-12 16,-4-1-27-16,-3 0-51 15,-1 1-77-15,-5 2-178 0,-2 1-313 0,-7 0-647 16,-1 0 3-16</inkml:trace>
  <inkml:trace contextRef="#ctx0" brushRef="#br0" timeOffset="10797.36">11827 4682 665 0,'0'0'1948'0,"0"0"-1475"0,0 0-141 0,0 0-40 16,0 0 44-16,0 0-33 0,0 0-52 16,0 0-54-16,0 0-87 0,0 0-12 15,13 43 0-15,7-32 9 0,2 1 11 0,4 0-45 16,2-4-39-16,4 3-32 0,1-4-2 15,-1-1-16-15,3 0-11 0,-1-6-85 16,2 0-32-16,2-6-36 0,1-6 9 16,-2-3-67-16,2-5-240 0,-10 5-648 15,10-11-795-15</inkml:trace>
  <inkml:trace contextRef="#ctx0" brushRef="#br0" timeOffset="11314.019">12713 4157 1527 0,'0'0'1786'15,"0"0"-1500"-15,0 0-144 0,0 0 34 0,0 0 94 16,0 0-18-16,0 0-8 0,-36 85-44 0,28-48-87 16,-2 10-6-16,-2 5-7 0,-4 5-17 15,2 6-35-15,-5 2-32 0,1-2-16 16,0-3-19-16,2-8-2 0,5-11-52 15,3-9 33-15,3-11 4 0,1-8-28 16,4-7-43-16,0-6-22 0,0 0-40 16,5-5-10-16,2-7 31 0,5-8-20 15,2-8-58-15,2-5-83 0,1-7-66 16,-2-5 7-16,1-6 46 0,-3-3-24 16,-2-2 9-16,-1 2 84 0,-2 3 253 15,0 6 162-15,-2 9 221 0,-2 11-5 0,-1 7-49 16,1 9-111-16,1 6-55 0,-1 1 40 15,2 2 54-15,2 3-15 0,1 9-7 16,1 5-33-16,2 8-38 16,-1 7-59-16,-2 7-13 0,1 3-25 0,-3 4-2 15,-2 1-23-15,-1-1-40 0,3-5 2 16,-1-7-4-16,1-9 0 0,0-6 0 0,1-7 27 16,1-5-3-16,3-7 13 0,1 0 27 15,4-5 28-15,0-9-7 0,4-6-39 16,2-7-31-16,0-5-15 0,-3-5-14 15,3-1-26-15,-3 1-33 0,-1 2 9 16,-2 4 18-16,-2 5-18 0,1 3-21 16,-2 4-32-16,-1 4-6 0,-1 3-28 15,0 4-90-15,-1 2-244 0,-3 4-251 0,0 2-288 16,-3 0-688-16,-2 15 1510 0</inkml:trace>
  <inkml:trace contextRef="#ctx0" brushRef="#br0" timeOffset="11581.266">13253 4585 1615 0,'0'0'1699'0,"0"0"-1299"16,0 0-202-16,0 0-69 0,0 0 53 0,0 0 60 16,0 0-17-16,0 0-34 15,0 0-81-15,0 0-43 0,12 26-18 16,-12-20-25-16,0 5-22 0,0 1 29 0,-3 5-13 16,-2 4-17-16,-1 0 0 0,0 3-1 15,3-5 0-15,-1 4-1 0,1-4 1 16,3-2 0-16,0-3 15 0,0-2 16 15,4-3-29-15,2-2-2 0,3-3-18 16,5 0-4-16,1-4 10 0,3 0 9 16,2 0 0-16,2-8-70 0,1-3 12 0,0-2-22 15,-1-3-24-15,4-2-44 0,1 0-83 16,2 0-171-16,4 1-376 0,-2 2-358 16,-10 4-1000-16,9-6 2139 0</inkml:trace>
  <inkml:trace contextRef="#ctx0" brushRef="#br0" timeOffset="11916.981">14247 4338 2861 0,'0'0'1677'0,"0"0"-1409"15,0 0-167-15,0 0-37 0,0 0 10 16,0 0 42-16,0 0 148 0,-79-48-121 15,57 48-76-15,2 0-53 0,-3 1-14 16,-3 8-3-16,0 2-27 0,-1 7 2 0,2 5-11 16,0 1 9-16,5 4 14 0,4 2 1 15,5-3 0-15,7 0 15 0,4-2 0 16,0-4 12-16,7-4-11 0,6-1 20 16,3-4-8-16,4-5 11 0,1 0-3 15,1-2-18-15,5-5-3 0,-1 0 0 16,2-6-36-16,-1-2-1 0,-1-3-23 0,-3-1-35 15,-3-1-32-15,-1 1-44 0,-9 4-16 16,0 2-111-16,-7 3-282 0,-3 1-499 16,0 2-250-16,-6 0 117 0,-8 9 855 15</inkml:trace>
  <inkml:trace contextRef="#ctx0" brushRef="#br0" timeOffset="12062.487">13986 4760 1117 0,'0'0'1077'0,"0"0"328"0,0 0-1105 16,0 0-140-16,-22 76 0 0,24-66 38 15,8-3 43-15,1-4-50 0,8-3-47 16,4 0-49-16,5-9-28 0,2-4-34 16,7-5-33-16,-2-2-85 0,-2-3-83 15,-1 3-41-15,-5-1-72 0,0 6-193 16,-8 0-721-16,-5 5-1081 0,4 6 2152 0</inkml:trace>
  <inkml:trace contextRef="#ctx0" brushRef="#br0" timeOffset="12468.599">15060 4159 2111 0,'0'0'1444'16,"0"0"-1078"-16,0 0-146 15,0 0-74-15,-2 68 15 0,-5-26 0 0,-4 10 33 16,-3 9 39-16,-3 4-90 0,0 3-70 15,-3 2-36-15,-5-1-16 0,0-2-18 16,0-4-3-16,2-9-41 16,6-14-11-16,6-13 9 0,7-15-24 0,4-7-52 15,0-5-50-15,4-9 40 0,5-7-9 0,5-11 1 16,2-9-174-16,4-7-304 0,-1-7-482 16,0-9-101-16,-1 0 1 0</inkml:trace>
  <inkml:trace contextRef="#ctx0" brushRef="#br0" timeOffset="12698.025">15073 4213 714 0,'0'0'199'0,"0"0"1333"0,0 0-979 16,0 0-166-16,0 0-70 0,0 0-6 16,93-2-72-16,-74 25-25 0,-2 6 5 0,-4 6-53 15,0 7-56-15,-3 6 0 0,-2 0-9 16,-3 4 9-16,-2-6-40 0,0-3-34 0,-1-10-15 16,3-9 1-16,-1-10 14 15,4-5-15-15,2-7 7 0,3-2 14 0,1-8-12 16,6-9 1-16,3-8-13 0,-1-6-3 15,4-9-12-15,1-3-3 16,1-4-3-16,-1 0-27 0,0-1-7 16,1 4-54-16,-5 4-24 0,0 7-43 0,0 11-38 15,-5 6-42-15,-1 10-102 16,-6 6-269-16,-2 3-662 0,-6 5-837 0,-3 17 2085 0</inkml:trace>
  <inkml:trace contextRef="#ctx0" brushRef="#br0" timeOffset="12989.418">15600 4725 3287 0,'0'0'1013'16,"0"0"-914"-16,0 0 3 0,0 0-6 15,0 0-35-15,0 0 69 0,87-37 133 16,-69 27-138-16,-2 0-85 0,-4 2-40 0,-4 5-2 16,-3 3-32-16,-4 0 13 0,-1 3 21 15,0 8 18-15,0 2 40 0,-1 2-31 16,-1 0-24-16,2 1-2 0,0-4-1 15,5-5-24-15,4 3-9 0,3-4-1 16,5-1-33-16,-1 0 3 0,4-1 9 16,-2 1 6-16,0-1 15 0,-3 0 22 15,-1 3 11-15,-4 1 1 0,-2 1 37 16,-6 2 57-16,-2 0-8 0,-4 2-22 16,-10-1-27-16,-5 1-27 0,-3-1-10 15,-4 0-79-15,-5-2-68 0,-1-1-40 16,-4 0-47-16,-1-3-197 0,-2-4-690 15,8 1-928-15,-15-3 1076 0</inkml:trace>
  <inkml:trace contextRef="#ctx0" brushRef="#br0" timeOffset="13538.86">16926 4160 2930 0,'0'0'451'0,"0"0"-213"0,0 0-55 15,-84-3-20-15,53 5 36 0,-3 8 86 0,3 5-62 16,0 1-54-16,3 5-44 16,2 6-11-16,1 1-11 0,6 5-33 0,5 0-27 15,5 3-1-15,6-3-11 0,3-2-13 16,6 0 0-16,7-3 0 0,7-5 1 16,3-2 5-16,3-5-23 0,3-4-1 15,0-3-11-15,0-5-29 0,1-4-20 16,-2 0-16-16,-4-1-16 0,-4-5-48 15,-4 1-68-15,-5 0-17 0,-6 3-143 0,-5 2-343 16,-2 0-605-16,-7 0-538 0,-13 9 1574 0</inkml:trace>
  <inkml:trace contextRef="#ctx0" brushRef="#br0" timeOffset="13678.297">16548 4744 696 0,'0'0'2658'0,"0"0"-2221"0,0 0-254 16,0 0-63-16,0 0 30 0,0 0 33 0,0 0 110 15,105 12-69-15,-63-14-74 0,3-4-37 16,4 0-28-16,1-1-27 0,-2 0-32 16,1-1-26-16,-6 1-21 0,2 0-74 15,-5-1-155-15,1 0-99 0,-12 4-299 16,11-2-1224-16</inkml:trace>
  <inkml:trace contextRef="#ctx0" brushRef="#br0" timeOffset="14077.464">18682 4604 183 0,'0'0'3476'0,"0"0"-2923"0,0 0-326 0,0 0-140 15,0 0-32-15,86 0-55 0,-69 0-20 0,-4-1-61 16,1-4-154-16,-1 4-202 16,3-5-229-16,3 1-392 0,-2 4-321 0,12-3 1138 0</inkml:trace>
  <inkml:trace contextRef="#ctx0" brushRef="#br0" timeOffset="14203.982">19330 4697 1456 0,'0'0'1787'0,"0"0"-1787"16,0 0-266-16,0 0 115 0,81 5 151 16,-60-5 135-16,1 0 156 0,1-3-281 0,1-4-10 15,2 0-234-15,2-3-132 16,0-2-647-16,-5 1-415 0,8-5 1297 0</inkml:trace>
  <inkml:trace contextRef="#ctx0" brushRef="#br0" timeOffset="14338.634">20007 4682 163 0,'0'0'2466'16,"0"0"-1378"-16,0 0-940 0,0 0-123 15,0 0-25-15,0 0-120 0,77-42 7 16,-59 26-96-16,3 1-113 0,1 3-183 16,1-1-298-16,3 3-189 0,-1 3 601 15,-6 3 182-15</inkml:trace>
  <inkml:trace contextRef="#ctx0" brushRef="#br0" timeOffset="15120.81">22152 4251 2252 0,'0'0'356'16,"0"0"-111"-16,0 0-43 0,0 0 175 16,0 0-4-16,0 0-55 0,0 0-4 15,0 0-88-15,0 0-107 0,-96-58-51 16,74 58-4-16,-3 0-36 0,-3 3-1 16,-3 8 4-16,-1 1-16 0,-1 5-2 15,0 4-13-15,2 3 0 0,4 4 12 0,4-1 3 16,4 3 3-16,6-1-18 0,5-1-1 0,1 2-1 15,7-5 2-15,0-2 3 16,9-2 22-16,5-2-1 0,6-3-12 0,3-3 1 16,4-2 17-16,8-4 1 0,-1-2-31 15,4-3-1-15,1-2-42 0,-2-2-27 16,0-5-46-16,-6 0-16 0,-3-2-34 16,-8 3 18-16,-6 2-7 0,-6 1-56 15,-8 3-97-15,0 0-192 0,-11 7-180 16,-6 5-409-16,-8 0-259 0,5 0 1335 15,-16 10-107-15</inkml:trace>
  <inkml:trace contextRef="#ctx0" brushRef="#br0" timeOffset="15276.351">21768 4767 1243 0,'0'0'88'0,"0"0"1556"0,0 0-1299 16,0 0-186-16,0 0-19 0,0 0 2 0,0 0 204 16,0 0-47-16,0 0-39 0,91 30-91 15,-51-30-62-15,6-5-28 0,1 1-30 0,3 0-21 16,-2-3-16-16,0 0-12 0,-3 0-2 15,1 1-22-15,-7 0-99 0,2 0-98 16,-3 2-28-16,-2-1-118 0,-5 4-590 16,-8 1-945-16,-1 0 875 0</inkml:trace>
  <inkml:trace contextRef="#ctx0" brushRef="#br0" timeOffset="21554.109">13002 4591 414 0,'0'0'202'15,"0"0"157"-15,0 0 741 0,0 0-795 16,0 0-73-16,0 0 52 0,0 0-12 16,0 0-42-16,0 0-59 0,0 0-25 15,-12 9 33-15,15-11 17 0,-2 2-78 16,2 0-46-16,-1 0-10 0,2-1 6 15,1-1 0-15,3-1 7 0,-1 2-14 0,-1 0-30 16,4-3-9-16,-1 4-7 16,-1 0-14-16,3 0-1 0,0 0-1 0,-1 0 0 15,2-1 1-15,-1 1-1 0,2-3 0 16,1 2-11-16,-3-1-4 0,-1 2 4 16,0 0-7-16,-2 0-2 0,1 0 5 15,-3 0-2-15,2 2 2 0,-5 2-33 16,2-1-28-16,-2 2 15 0,-2 4 9 0,-1-1-6 15,0 3-29-15,0 0-38 0,0 2-21 16,-4 1-32-16,-1 2-75 0,-2-3-122 16,2 1-158-16,-1-3-447 0,1-1-387 15,-5 2 1322-15</inkml:trace>
  <inkml:trace contextRef="#ctx0" brushRef="#br0" timeOffset="22259.358">8922 6079 2396 0,'0'0'371'0,"0"0"-188"15,0 0 86-15,0 0 126 0,0 0-11 16,0 0-83-16,102 1-54 0,-70 3-53 16,1-2-49-16,0 1-47 0,0-1-62 15,-2-1-20-15,-1-1-16 0,-4 0-25 16,-2 0-18-16,-2 0-39 0,-5 0-53 15,-1 0-47-15,-5 0-53 0,-2 0-197 16,-2 2-544-16,-7 7-449 0</inkml:trace>
  <inkml:trace contextRef="#ctx0" brushRef="#br0" timeOffset="22460.447">9056 6297 1337 0,'0'0'134'0,"0"0"986"16,0 0-728-16,0 0-129 0,0 0 8 15,0 0 66-15,0 0-63 0,0 0-40 16,88 26 16-16,-57-23-90 0,0-3-117 16,0 0-43-16,-3 0-13 0,-3-4-9 0,-1-1-48 15,-4-1-87-15,0-5-101 0,-5 1-206 16,-3 2-666-16,-6-7-1126 0</inkml:trace>
  <inkml:trace contextRef="#ctx0" brushRef="#br0" timeOffset="22715.123">9138 5914 627 0,'0'0'1908'0,"0"0"-1477"16,0 0-28-16,0 0 6 0,79 14-66 0,-47-3-63 16,5 2-91-16,1 5-69 0,1 1-74 15,0 3-25-15,2 5-18 0,-2 1-1 16,0 0-2-16,-4 0-15 0,-5 1-19 15,-5 2 13-15,-5 1-16 0,-9 1 34 16,-3 2 1-16,-5 1-26 0,-3 0 6 0,0-2-5 16,-8-2 27-16,-2-1 2 0,-6-5-2 15,0-2-54-15,-4-3-23 0,-1-3-1 16,-1-4-55-16,-4-4-77 0,0-2-89 16,0-2-285-16,0-6-678 0,9 0-374 15,-9 0 1395-15</inkml:trace>
  <inkml:trace contextRef="#ctx0" brushRef="#br0" timeOffset="23719.086">11193 6061 904 0,'0'0'1750'15,"0"0"-1640"-15,0 0-81 0,0 0-3 0,0 0 83 16,0 0-16-16,0 0 25 0,0 0 29 16,0 0 3-16,0 0-42 0,0 0-38 15,-28-50-20-15,28 46 20 0,0 1 8 16,2 2 17-16,-2 0 30 0,0 1 8 15,0 0-31-15,0 0-5 0,0 0-1 16,0 0 24-16,0 0 28 0,0 2-28 0,0 0-46 16,0 1-41-16,0-1-22 0,-2 3-10 15,-3 2 1-15,1 5 17 0,-2 6 2 0,1 4 10 16,-2 6-4-16,-1 1-8 16,2 3-19-16,-1 1 0 0,-1 2 1 15,0-4 14-15,2-2 3 0,2-4 19 0,1-4-7 16,1-5-2-16,-1-5 23 0,3-4 56 15,0-4-59-15,0 0-29 0,0-3-17 16,0 0 0-16,0 0-2 0,0 0 2 16,0 0 0-16,0 0-2 0,0 0-1 15,0 0 1-15,0 0 0 0,0 0 0 16,0 0 0-16,0 0 0 0,0 0 0 16,0 0-1-16,0 0 1 0,0 0 0 15,0 0-1-15,0 0-1 0,0 0-10 16,0 0 9-16,0 0-10 0,0 0 1 0,0 1-3 15,0 1 3-15,0 3 12 0,0 1 13 16,0 5 5-16,0-4-16 0,0 2 0 16,-1-3-1-16,1 1 0 0,-2-3 0 15,1 3 0-15,1 0-1 0,0-1 0 0,-1 2-2 16,1 1-1-16,-2-1-15 0,2-1 3 16,0 2 14-16,0 0-17 0,0 2 6 15,0 0-1-15,-1-4 10 0,1 0-11 16,0-1 14-16,0-1 1 0,0-3-1 15,0 0-2-15,0-2 2 0,0 0 0 16,-2 0-3-16,2 0-24 0,0 0-31 16,0 0 6-16,0 0-3 0,-2 0 6 15,2-2-12-15,-2 1-3 0,2 0-9 16,0 1-23-16,0-1-14 0,0-3-35 16,0 1-85-16,0-6-171 0,0 1-280 0,0-7-346 15,0-1-100-15,0 3 218 0,4 86 762 0</inkml:trace>
  <inkml:trace contextRef="#ctx0" brushRef="#br0" timeOffset="24556.736">11165 6092 42 0,'0'0'53'0,"0"0"-27"16,0 0 75-16,0 0 39 0,0 0-29 16,0 0-33-16,0 0-58 0,0 0 12 15,0 0 4-15,0 0 326 0,0 0 139 16,25-51-205-16,-25 51-55 0,0 0 2 15,0 0-20-15,0 0-30 0,0 0 29 16,0 0 9-16,0 0-20 0,0 0-14 0,0 0-4 16,0 1 5-16,0-1 12 0,0 5-4 15,0-3-61-15,-1 5-77 0,-1 1-21 16,-2 1-1-16,1 7-12 0,0 1-4 0,0 1 4 16,-1 0 6-16,-1 1-6 0,-1 2-3 15,1 1-4-15,-1 2 10 0,-1 1-10 16,1 4-2-16,-1 0-1 0,-2 2-11 15,2 0-13-15,1 0-3 0,-2-1 0 16,4-1-15-16,-1-6 4 0,2 2 14 16,0-1 2-16,3-5-1 0,0-1 10 15,0-1-11-15,0 1-2 0,0-3 0 16,3 1-13-16,2-1 2 0,-1-1 13 16,2-1-2-16,2-1-10 0,0-1 11 15,-1-1 1-15,3-1 1 0,-2 1 11 16,3-3 16-16,1 1-7 0,-1-2 4 15,2 1 2-15,-1-1-8 0,3-2-18 0,-1 1 14 16,2-3 5-16,0-1-20 0,0-1-11 16,3 0 11-16,-2 0 1 0,5 0 2 0,-2-3 12 15,0-2-15-15,0-2 2 0,-1 0-1 16,-2-3 1-16,0-2-2 0,-2 0-2 16,1-4 2-16,-2-1 0 0,-1 0 1 15,0-3 15-15,0-1-4 0,-1-1-10 16,-1-3 0-16,-1 0-2 0,-3-3-11 15,1-2-11-15,-3 2-5 0,3-3-25 16,-1 0-3-16,-1 0 6 0,1-1 6 16,-1 2 16-16,2 0-4 0,-2-1-3 15,0 2 4-15,0-2-4 0,1 1 3 16,0 5 13-16,-1-1 5 0,-2 6 10 0,0 1-12 16,1 2 4-16,-2 1 11 0,-2 3 0 15,1 4 0-15,-1-2-1 0,2 6 0 16,-3 1 1-16,1 1-4 15,-1 3-8-15,0 0 10 0,0 0-16 0,0 0-1 16,0 0-15-16,0 0-77 0,0 0-10 16,0 1-41-16,0 3-58 0,0-2-57 0,0-1-62 15,0 3-151-15,0-4-506 0,-1 6-384 16,1-3 920-16,1-24 443 0</inkml:trace>
  <inkml:trace contextRef="#ctx0" brushRef="#br0" timeOffset="24922.552">12122 5985 85 0,'0'0'2857'0,"0"0"-2499"0,0 0-269 16,0 0 26-16,0 0 68 0,0 0 113 16,-8 76-23-16,4-43-59 0,-2 7-56 0,-3 1-35 15,1 6-43-15,0 6-31 0,-2 1 0 16,0 3 0-16,-3 5-25 0,0 1-11 16,0 4-13-16,0-5-12 0,-1-5-12 15,5-8 2-15,0-13-8 0,4-13 14 16,2-11 14-16,3-7-41 0,0-5-119 15,0-9-20-15,0-4-45 0,4-10-111 0,0-7-88 16,4-7-203-16,-1-7-336 16,1-4-212-16,-2-3 495 0,-1 13 604 15</inkml:trace>
  <inkml:trace contextRef="#ctx0" brushRef="#br0" timeOffset="25182.016">12102 6155 1010 0,'0'0'16'0,"0"0"1423"15,0 0-1197-15,0 0-62 0,0 0 29 16,0 0 46-16,0 0 2 0,0 0-39 15,0 0 84-15,85 1-50 0,-69 22-72 16,4 7-51-16,3 6-40 0,-2 7 0 0,3 5-9 16,-1 7-31-16,0 4-31 0,-4 1-18 15,-2-3 0-15,-4-6-12 0,0-9-2 16,-1-14 14-16,-2-12 27 0,1-5 25 16,-3-9-15-16,0-2 39 0,-2-1 73 15,1-6-76-15,0-10-33 0,2-8-10 16,0-8-29-16,1-6-1 0,1-8-21 0,4 3-3 15,1-3 2-15,1 5 4 16,0 5 0-16,0 1 0 0,-1 7-1 0,2 4-11 16,-2 0-31-16,-1 4-88 0,-3 2-44 15,1 5-46-15,-3 2-114 0,-1 6-272 16,-1 1-378-16,-4 5-511 0</inkml:trace>
  <inkml:trace contextRef="#ctx0" brushRef="#br0" timeOffset="25397.82">12826 6500 1330 0,'0'0'2257'0,"0"0"-1960"16,0 0-143-16,0 0 28 0,0 0 119 15,0 0 16-15,0 0-60 0,0 0-84 16,33 71-75-16,-32-58-47 0,-1 3-24 0,0 2-27 16,-1 0-3-16,-5-1-22 0,-1-2-26 15,3-3-65-15,-2-1-58 0,0-5-18 16,-2-5 4-16,2-1-3 0,-3-1-169 15,-1-10-229-15,-3-3-130 0,4 2-563 16,-11-18-125-16</inkml:trace>
  <inkml:trace contextRef="#ctx0" brushRef="#br0" timeOffset="25513.285">12843 6241 2779 0,'0'0'1302'0,"0"0"-1211"15,0 0 68-15,0 0 64 0,0 0-60 16,85-20-53-16,-70 16-48 0,-3 4-62 15,2-1-37-15,-3-1-144 0,-1 2-128 0,-1 0-202 16,-6 3-879-16</inkml:trace>
  <inkml:trace contextRef="#ctx0" brushRef="#br0" timeOffset="26807.677">10386 5839 639 0,'0'0'0'15,"0"0"-489"-15</inkml:trace>
  <inkml:trace contextRef="#ctx0" brushRef="#br0" timeOffset="27194.002">10413 6517 264 0,'0'0'2660'0,"0"0"-2299"15,0 0-227-15,0 0 132 0,0 0 96 16,91-12-121-16,-66 5-58 15,-1 0 15-15,3-3-29 0,-3-1-56 16,2 0-43-16,-2 0-48 0,-1 1-22 0,-3-1-37 16,-1 3-6-16,-3-1-33 0,0 2-78 15,-5 1-43-15,1 0-88 0,-8 4-170 16,0 2-308-16,-4 0-630 0</inkml:trace>
  <inkml:trace contextRef="#ctx0" brushRef="#br0" timeOffset="27380.374">10452 6661 742 0,'0'0'375'16,"0"0"-88"-16,0 0 815 0,0 0-616 15,0 0-80-15,0 0-45 0,0 0-97 0,0 0-51 16,0 0 48-16,0 0 13 0,0 0-53 16,71 0-93-16,-45-7-98 0,-3 0-30 15,1-1-3-15,-2 0-123 0,-2 0-27 0,0-1-6 16,0 2-48-16,-5 0-141 15,-1 2-377-15,-2-1-816 0</inkml:trace>
  <inkml:trace contextRef="#ctx0" brushRef="#br0" timeOffset="27729.564">10140 5989 1178 0,'0'0'133'0,"0"0"-77"0,0 0 1042 15,0 0-792-15,0 0-129 0,-58 83 31 0,45-51-13 16,-4 6-36-16,1 4-35 0,-1 3-29 15,-1 4 2-15,1 4-2 0,4 2 2 16,-3 7-69-16,0 7-2 0,-1 3-13 16,1 2-13-16,-1 2-7 0,2-9-35 15,4-9 2-15,2-13 18 0,5-12-10 16,-1-12 14-16,5-9-29 0,-1-6-95 16,1-5-7-16,0-1-51 0,0-3-122 15,4-9-148-15,2-7-41 0,0 2-146 16,0-20-582-16</inkml:trace>
  <inkml:trace contextRef="#ctx0" brushRef="#br0" timeOffset="28122.523">10118 6124 222 0,'0'0'616'0,"0"0"-368"0,0 0 969 16,0 0-749-16,0 0-121 0,0 0-85 16,0 0-27-16,0 0-36 0,0 0-39 15,0 0 57-15,37 26-93 0,-25 2-53 16,-2 5-40-16,3 8-30 0,-4 6 15 16,2 4-16-16,-4 9 0 0,1 4-37 15,-1 3-10-15,-1-1-5 0,1-4-67 0,-2-8 67 16,1-10 52-16,0-13 16 15,-2-12 9-15,2-8 15 0,-2-7 23 0,-2-2 17 16,1-2-5-16,1 0 21 0,3-10 12 16,2-7 15-16,5-8-16 0,-1-10-39 15,3-9-53-15,-1-6-15 0,0-6-10 0,-3 0-3 16,4-1-5-16,0 0-3 0,1 2 2 16,-1 2-5-16,2 3-41 0,1 5-12 15,-3 5-30-15,0 0-39 0,-3 9-146 16,-1 2 72-16,-1 5-162 0,-4 5-259 15,-1 6-461-15,-2-1-456 0</inkml:trace>
  <inkml:trace contextRef="#ctx0" brushRef="#br0" timeOffset="28861.606">14738 6349 3067 0,'0'0'592'0,"0"0"-327"0,0 0-159 0,0 0 64 16,0 0 72-16,0 0-16 16,0 73-5-16,3-39-25 0,-2 2-65 15,-1 0-61-15,0-5-31 0,0-2-39 0,0-6 0 0,0-4-30 16,0-7-1-16,0-1-103 16,0-5-73-16,0-5-82 0,-5-1-151 0,-2-1-675 15,-12-16-1547-15</inkml:trace>
  <inkml:trace contextRef="#ctx0" brushRef="#br0" timeOffset="28996.269">14601 6089 1971 0,'0'0'1227'0,"0"0"-1033"16,0 0 105-16,0 0 31 0,78-1-154 0,-60 1-126 15,3 0-50-15,3 1-15 0,0 3-22 16,3 4-158-16,3 5-224 0,-7-3-567 15,8 10-1301-15</inkml:trace>
  <inkml:trace contextRef="#ctx0" brushRef="#br0" timeOffset="29287.797">15259 6286 1474 0,'0'0'1727'0,"0"0"-1475"16,0 0-68-16,0 0 24 0,-15 81 144 15,9-64-76-15,0-3-26 0,2-3-96 16,1-5-90-16,2-5-47 0,1 2-17 15,0-3-12-15,3 1-34 0,5 1 12 16,5 3 34-16,3 0 40 0,3 1-18 16,3 0 2-16,0 1-12 0,2 2-9 15,-1 0 10-15,-2-1 2 0,2 1-12 16,-4 1 18-16,3 1-8 0,-4 1 2 16,0 3 28-16,-4-4-37 0,-2 3-6 0,-5-4-12 15,-4 3-31-15,-3 2-43 0,0 1-30 16,-7 2 2-16,-8 1 86 0,-1-1-42 15,-4 0-11-15,-2-1 23 0,-2-7-38 16,-3 0-69-16,-2-1-155 0,-4-3-224 0,8-3-514 16,-17-3-634-16</inkml:trace>
  <inkml:trace contextRef="#ctx0" brushRef="#br0" timeOffset="29914.721">17267 6268 1620 0,'0'0'120'0,"0"0"415"0,0 0-331 16,0 0-26-16,0 0 217 0,-88-64 48 16,71 64-35-16,3 0-104 0,0 5-93 15,3 7-31-15,0 6-29 0,2 7-35 16,1 11-12-16,5 5-3 0,1 4 6 16,2 5-3-16,0 0-1 0,6-4-21 0,1-7-65 15,2-8-17-15,-1-11-18 0,3-8-3 16,-2-8 21-16,3-4-2 0,1-4 1 15,4-9-2-15,3-8-37 0,-1-8-48 16,1-7-34-16,-2-5-21 0,1 0 30 16,-2 1 12-16,0 4 33 0,0 6 25 0,-4 6 12 15,3 10-6-15,-4 4 13 0,-1 5 24 16,1 5 0-16,-2 0 98 0,-1 8 68 16,0 1-4-16,0 6-28 0,-1 1-55 15,-3 3-21-15,4 0-3 0,-5 2-3 16,3-3-34-16,-1-3-18 0,-1 2-28 15,4-3-23-15,0-2-129 0,-1-1-64 16,4-2-48-16,-3-2-95 0,3-2-308 16,-1-4-509-16,-4-1-708 0,1-4 1455 0</inkml:trace>
  <inkml:trace contextRef="#ctx0" brushRef="#br0" timeOffset="30232.372">17684 6252 3319 0,'0'0'479'16,"0"0"-262"-16,0 0 99 0,24 74-1 0,-18-40-17 16,-4 2-20-16,1 2-93 0,0-3-60 15,1 0-80-15,-2-4-45 0,3-7-23 16,-1-5-16-16,2-6-83 0,1-5 1 16,0-7 14-16,2-1 34 0,1-3-13 15,0-9 0-15,3-2 1 0,0-5 17 16,2-5 25-16,-1 1 0 0,2 2 6 15,-2 0 19-15,5 2 5 0,-3 4 13 16,3 5 1-16,-2 2 116 0,-3 4-12 16,-2 3-7-16,1 1 3 0,-4 0 12 15,-1 5-10-15,-1 4-21 0,0 3-27 16,-4 0-9-16,0 7-16 0,-1 0-20 0,-2 4-10 16,0 1-100-16,0 2-95 0,0 1-58 15,-2-2-55-15,2-1-330 0,0-6-978 16</inkml:trace>
  <inkml:trace contextRef="#ctx0" brushRef="#br0" timeOffset="30649.501">19051 6300 1740 0,'0'0'1364'16,"0"0"-1108"-16,0 0 7 0,0 0 96 16,0 0 41-16,86 36-51 0,-65-11-51 0,-1 6-21 15,-7 5-107-15,2 1-73 0,-7-1-42 16,-2-2-52-16,-1-8-3 0,-2-3-18 15,-2-7-46-15,0-5-127 0,-1-5-74 16,0-6-45-16,-2-1-187 0,-3-6-727 16,-8-13-1430-16</inkml:trace>
  <inkml:trace contextRef="#ctx0" brushRef="#br0" timeOffset="30826.147">19090 6017 931 0,'0'0'2779'0,"0"0"-2408"0,0 0-221 0,0 0 117 16,0 0 66-16,0 0-144 0,97-6-94 16,-73 9-83-16,2 0-12 0,3-2-76 15,4 4-101-15,0 3-76 0,1 3-131 16,-7 0-674-16,11 13-1293 0</inkml:trace>
  <inkml:trace contextRef="#ctx0" brushRef="#br0" timeOffset="31214.859">19873 6228 1929 0,'0'0'2081'0,"0"0"-1758"0,0 0-184 16,-82 45 71-16,51-18-26 0,1 7-31 0,-2 5 52 16,5 7-14-16,4-1-84 0,5 0-23 15,7-4-11-15,8-6-9 0,3-9-34 16,0-6-15-16,9-7 12 0,5-7-24 15,3-4-3-15,5-2-18 0,3-10-9 16,2-9-3-16,2-7-19 0,0-8-48 0,-1-6-57 16,-1-2-50-16,0-5-25 0,1 1-25 15,0-3-36-15,-2-4-86 0,0-4-97 16,-2-5-75-16,-2-2 82 0,-6-4 207 16,-3 0 214-16,-7 4 45 0,-4 8 123 15,-2 7 126-15,0 12 40 0,-3 10 57 16,-2 8 22-16,-1 8-60 0,3 6-26 15,-1 5-15-15,1 3-24 0,-2 8-50 0,0 7-83 16,0 11-58-16,-1 11 25 16,1 8-1-16,-1 13 133 0,0 3-27 0,1 5-70 15,-1 4-61-15,0-2-51 0,1-4 0 16,-1-3-36-16,0-8-85 0,2-2-79 16,0-7-40-16,2-5-50 0,2-13-212 15,0-10-811-15,3-12-1206 0</inkml:trace>
  <inkml:trace contextRef="#ctx0" brushRef="#br0" timeOffset="31516.932">20236 6404 2797 0,'0'0'1414'0,"0"0"-1221"0,0 0-44 16,0 0 143-16,0 0-14 0,0 0-4 16,0 0-65-16,0 0-87 0,0 0-95 0,0 0-27 15,0 0-15-15,85-27-43 0,-60-8-45 16,-1-1-48-16,-1 1-26 0,0 4 19 15,-7 7 51-15,-1 5 15 0,-5 7 15 16,-4 4-21-16,-6 4 89 0,0 4 9 16,-5 0 80-16,-8 6 64 0,-7 6-80 15,-3 1 3-15,-2 2-9 0,-1 5 15 16,3 2 16-16,-1 7 2 16,5 3-3-16,1 6-39 0,1 1-16 0,5 3-9 0,3-2-24 15,5-4-36-15,4-6-1 0,0-8-51 16,8-9-24-16,5-5-1 15,5-8-30-15,5-1-10 0,2-12-19 0,3-8-59 16,5-6-237-16,-10 3-536 0,10-19-571 0</inkml:trace>
  <inkml:trace contextRef="#ctx0" brushRef="#br0" timeOffset="31835.932">20706 6245 1770 0,'0'0'1215'0,"0"0"-496"15,0 0-448-15,-16 78-42 0,3-48 112 16,0-3-45-16,0 0 74 0,2-7-88 0,4-4-130 15,2-6-92-15,4-7-32 0,1-3-28 16,0 0 0-16,8-5-73 0,3-7-48 16,4-5 2-16,1-2-36 0,4-5-34 15,0-1-37-15,-1 1-69 0,1 1-59 16,-2 4 40-16,-4 3 65 0,-1 4 36 16,-3 6 118-16,-3 4 82 0,-4 2 13 15,-1 0 248-15,-2 8 96 0,0 4 13 16,0 5-81-16,-2 3-32 0,-1 2-21 15,1 1-12-15,-1 1 11 0,1-1-31 16,2-4-67-16,0-4-80 0,0-3-44 16,5-6 0-16,0-3 0 0,3-3-38 15,1-1-14-15,0-10-51 0,4-4-51 0,2-5-22 16,2-5-78-16,5-5-129 0,2-1-172 16,-6 7-418-16,6-16-566 0</inkml:trace>
  <inkml:trace contextRef="#ctx0" brushRef="#br0" timeOffset="32017.106">21298 5638 2508 0,'0'0'1584'16,"0"0"-1419"-16,-1 72-81 0,-5-40 117 0,3 10 141 16,0 2 76-16,3 3-84 0,0 4-116 15,0 1-92-15,5 5-35 0,2 0-40 16,-1 1-51-16,-1-2-16 0,0 1-59 15,1-3-58-15,1-3-67 0,0 0-63 16,-3-3-234-16,1-14-719 0,0 12-1744 0</inkml:trace>
  <inkml:trace contextRef="#ctx0" brushRef="#br0" timeOffset="32162.111">22003 6536 1592 0,'0'0'2978'0,"0"0"-2383"15,0 0-361-15,0 0-137 0,0 0-97 16,0 0-200-16,-82 5 20 0,60-10-58 16,-4 4-231-16,10 0-1021 0,-17 1-1299 0</inkml:trace>
  <inkml:trace contextRef="#ctx0" brushRef="#br0" timeOffset="35028.603">8962 7972 1015 0,'0'0'1089'15,"0"0"-571"-15,0 0-257 0,0 0-40 0,0 0 76 16,0 0 42-16,0 0-37 0,0 0-52 0,-78-19-79 15,68 19-32-15,-1 0-10 0,-1 0-30 16,1 0-35-16,0 4-18 0,0 5 6 16,2 0-15-16,2 7-7 0,0 3-8 15,1 5 5-15,5 5-12 0,1 1 10 16,0 1-11-16,3 2-14 0,5-2-3 16,-1-6-9-16,2-7-1 0,1-4-5 15,-1-8-3-15,-1-1 9 0,3-5 9 16,3 0-10-16,1-11-8 0,2-3-4 15,-1-6-30-15,-1-3-6 0,0-6-15 16,-1-1 23-16,-4 4 13 0,2-1 22 0,-5 7 9 16,0 2 9-16,-4 6 15 0,0 4-3 15,-1 3 0-15,-1 5-12 0,-1 0-40 16,3 0 40-16,2 3 9 0,1 6 49 16,0 4 37-16,4 0-12 0,0 6-25 15,0-1-18-15,-1 3-29 0,2-4-11 16,-2 0-24-16,1-1-37 0,2-3-47 0,-1-2 10 15,-1-1-12-15,5-3-39 0,-1-1-27 16,2-5-58-16,0 3-169 0,1-4-265 16,-4 0-611-16</inkml:trace>
  <inkml:trace contextRef="#ctx0" brushRef="#br0" timeOffset="35886.622">9632 8195 401 0,'0'0'3'16,"0"0"1078"-16,0 0-263 0,0 0-430 15,0 0-96-15,0 0 19 0,0 0-13 16,0 0-54-16,0 0-44 0,0 0-42 16,0 0-21-16,-20 59-26 0,14-45-33 15,0-2-56-15,-2 1-22 0,1-3-31 16,2 0-24-16,-1-5-119 0,5-1-70 0,1-4-115 15,0-2-291-15,0-15-943 0</inkml:trace>
  <inkml:trace contextRef="#ctx0" brushRef="#br0" timeOffset="36281.839">9889 7847 1246 0,'0'0'1877'0,"0"0"-1631"16,0 0-144-16,0 0 15 0,0 0 63 16,0 0 100-16,0 0-54 0,0 0-46 15,0 0-57-15,30 77-36 0,-29-52-7 16,-1 1-22-16,0 3-30 0,0 3-28 0,-1 0-11 16,-2-4-13-16,2-5-1 0,-1-6 1 15,2-3 5-15,0-5 1 0,0-4 2 16,5-2 1-16,2-1 3 0,1 0 12 15,1-1 0-15,3 1-12 0,0-1 9 0,0 0 2 16,1-1 0-16,0 5 1 16,-1-3-2-16,0 5 1 0,-3-2 0 15,-2 1 1-15,1 0 40 0,-3 5 19 16,0-3 2-16,-3-1-3 0,0 2 10 0,-2-2 5 16,0 0-6-16,-3-1-6 0,-7 0-24 15,0 2-37-15,-2-3-33 0,-3 1-49 16,0-4-19-16,-2-2-18 0,2 0-26 15,0-4-40-15,0-3-44 0,-2-5-16 16,4-4-75-16,-1-1-103 0,2-3-180 16,5 4-164-16,1-5-661 0</inkml:trace>
  <inkml:trace contextRef="#ctx0" brushRef="#br0" timeOffset="36571.686">10599 7878 650 0,'0'0'2560'0,"0"0"-2229"15,0 0-186-15,0 0 151 0,0 0 114 16,0 0-22-16,0 0-152 0,0 0-89 16,-46 76-50-16,29-51-24 0,1 3-12 15,0 1-21-15,3 2-13 0,0 1-9 16,6-2-17-16,3 1-1 0,2-3-1 15,2-2 1-15,6-3 12 0,4-7-9 16,7-1 19-16,-1-5-20 0,4-1-1 16,3-3-1-16,-4-2-2 0,4-2-17 0,-3-2-66 15,-4 0-15-15,0-2-25 16,-4-3-21-16,-5 0-62 0,-3-2-125 0,-1 1-329 16,-6-7-1009-16</inkml:trace>
  <inkml:trace contextRef="#ctx0" brushRef="#br0" timeOffset="36724.363">10478 8109 2062 0,'0'0'1096'0,"0"0"-918"0,0 0-9 15,0 0 285-15,0 0-44 0,82-9-64 16,-57 8-61-16,2-4-105 0,3 2-101 16,2-6-79-16,1 1-9 0,2-5-91 15,1-2-191-15,0-2-122 0,-9 3-702 16,11-7-1453-16</inkml:trace>
  <inkml:trace contextRef="#ctx0" brushRef="#br0" timeOffset="36964.14">11272 7779 2179 0,'0'0'1887'0,"0"0"-1557"0,0 0-169 0,-33 93 36 16,16-52 72-16,2 6-6 0,-2 0 28 15,0 2-103-15,-2 0-88 0,5 0-61 16,-4-2-39-16,5 1-17 0,-2-3-23 16,4-5-90-16,1-8-54 0,2-10-11 15,3-9 13-15,4-8-44 0,1-5-153 0,1-12-163 16,7-6-188-16,-1-7-409 0,1-4-288 16,-3 4 742-16,4-22 657 0</inkml:trace>
  <inkml:trace contextRef="#ctx0" brushRef="#br0" timeOffset="37184.106">11223 7911 1129 0,'0'0'1296'16,"0"0"-233"-16,0 0-857 0,0 0 55 16,0 0 40-16,0 0-47 0,66 83 39 15,-58-48-14-15,-1 5-72 0,0 1-55 0,2 3-25 16,-4-1-30-16,3 2-46 0,-4-7-23 16,2-3-16-16,-2-11 0 0,3-10 15 15,-1-4 3-15,0-10-2 0,1 0 11 16,3 0-12-16,0-12-12 0,2-7-15 15,2-7-20-15,-1-6-25 0,1-9-31 16,1-2-21-16,1-4-27 0,-2-3-12 16,2 1-22-16,0 2 21 0,0 3 8 0,-2 5-36 15,-2 6-78-15,-4 5-120 0,-3 3-300 16,-2 8-652-16,-3 3-872 0</inkml:trace>
  <inkml:trace contextRef="#ctx0" brushRef="#br0" timeOffset="37944.604">12483 8116 1159 0,'0'0'788'15,"0"0"237"-15,0 0-632 0,0 0-101 16,0 0 23-16,0 0 4 0,0 0-3 15,0 0-67-15,95-6-53 0,-53 9-74 16,-2 2-40-16,1-2-21 0,-1-2-27 0,-1-1-17 16,-3 0-17-16,-2-9-15 0,-2 0 2 15,-3-4-56-15,-5-3-136 0,-4-1-80 0,-5 2-57 16,-5 4-321-16,-10-1-790 0</inkml:trace>
  <inkml:trace contextRef="#ctx0" brushRef="#br0" timeOffset="38137.244">12621 8244 1425 0,'0'0'147'0,"0"0"1235"16,0 0-1005-16,85-11-28 0,-46 4 33 16,2-1-77-16,-2-3-76 0,1-1-66 0,-4-4-77 15,-2 1-74-15,1-4-12 0,-3-2-52 16,-1-4-102-16,-2-4-105 0,-1 0-116 15,-10 7-400-15,-2-11-1100 0</inkml:trace>
  <inkml:trace contextRef="#ctx0" brushRef="#br0" timeOffset="38398.777">12947 7708 1155 0,'0'0'1871'0,"0"0"-1500"15,0 0-168-15,0 0 78 0,0 0 61 16,0 0-69-16,101 0-30 0,-70 5-43 16,1 4-90-16,4 1-55 0,-1 2-28 0,2 2 10 15,-3 3-37-15,-3 5 0 0,-3 3-21 16,-5 5-43-16,-6 1 42 0,-6 10-15 16,-6 1-33-16,-5 3 49 0,-3 4-28 15,-9 1-22-15,-5-3 31 0,-3 0 25 16,-2-4 15-16,-2-5 15 0,-5-3-15 15,-3-4-95-15,0-7-44 0,-2-5-59 16,-1-6-171-16,9-4-299 0,-14-7-818 0</inkml:trace>
  <inkml:trace contextRef="#ctx0" brushRef="#br0" timeOffset="40090.501">14650 7841 571 0,'0'0'446'0,"0"0"802"0,0 0-621 16,0 0-234-16,0 0-72 0,0 0-24 15,0 0-93-15,0 0-17 0,0 0-16 0,0 0-26 16,-75-50-34-16,65 50-59 16,0 0-27-16,-3 2-1 0,0 6-24 0,-1 7-27 15,1 4 27-15,0 5 30 0,3 5 7 16,3 5 25-16,2 5-14 0,4-1 8 15,1 2-4-15,0-3-10 0,1-4-33 16,5-9-9-16,-2-8-21 0,2-6 21 16,3-3 31-16,-2-6-31 0,2-1-28 0,2-3-15 15,4-7 4-15,-1-6-16 16,3-4-4-16,-1-5-33 0,0 0 6 0,-3-4 25 16,1 1 12-16,-2 1 18 0,1 1 12 15,-6 3 16-15,3 2 3 0,-4 6 11 16,-2 1 5-16,0 7 9 0,-2 1 2 15,-1 5-11-15,-1 1 11 0,3 0 4 16,-1 5 21-16,2 2 7 0,3 9 33 16,2 3-22-16,0 1-12 0,-1 8-12 15,0-3-30-15,3 0-16 0,-1-3-39 0,2-3-7 16,0-2-58-16,3-5-22 0,2-4-49 16,1-1-54-16,3-3-110 0,-1-3-255 15,-4-1-609-15,6 0-707 0</inkml:trace>
  <inkml:trace contextRef="#ctx0" brushRef="#br0" timeOffset="40950.277">15417 7727 813 0,'0'0'368'0,"0"0"-163"0,0 0 234 16,0 0-14-16,0 0-34 0,0 0-72 15,0 0-12-15,-78-14-87 0,65 19-81 16,0 2-44-16,2 2-7 0,-4 3 7 0,2 2 24 16,2 4-15-16,-2 1-26 0,3 5-25 15,4 2-12-15,0 2-1 0,6 1 16 16,0 1-4-16,3-3 7 0,4 1 15 15,5-4 0-15,1-5 28 0,1-5 39 16,3-3-71-16,-1-5-39 0,0 0 0 16,0-5-1-16,-2-1-30 0,-2 0-3 15,0-7-58-15,0-1-37 0,-4-4-59 16,-1 0-74-16,-3-3-107 0,-4 0-314 16,0 5-652-16,0-3-694 0</inkml:trace>
  <inkml:trace contextRef="#ctx0" brushRef="#br0" timeOffset="41114.165">15279 7911 1660 0,'0'0'1'16,"0"0"724"-16,0 0-267 0,0 0-137 0,0 0-12 15,0 0 14-15,0 0-46 0,0 0 16 16,0 0-43-16,0 0-84 0,99-7-55 16,-73 5-53-16,-1 0-58 0,0-3-12 15,0-2-28-15,0-3-138 0,2-1-81 16,0-3-83-16,1-3-279 0,-7 5-847 15</inkml:trace>
  <inkml:trace contextRef="#ctx0" brushRef="#br0" timeOffset="41358.291">15983 7486 1881 0,'0'0'1770'16,"0"0"-1424"-16,0 0-55 0,0 0 47 15,-60 90-53-15,45-55-7 0,-2 3-22 0,4 5-86 16,-3 1-74-16,3 2-20 16,-1 7-31-16,2 0-39 0,0 1-6 0,0-4-24 15,3-6-45-15,2-6-31 0,4-12-24 0,0-9-19 16,3-10-15 0,0-5-41-16,0-2-89 0,6-7-107 0,3-7-258 0,2-9-312 15,1-4-124-15,1-6-233 0,-3 5 1146 16</inkml:trace>
  <inkml:trace contextRef="#ctx0" brushRef="#br0" timeOffset="41619.509">15952 7631 701 0,'0'0'547'0,"0"0"873"15,0 0-1149-15,0 0-73 0,0 0 10 16,0 0 36-16,0 0-1 0,0 0 63 16,0 0-89-16,39 79-80 0,-27-40 11 15,0 0 46-15,1 6-50 0,-2 3-40 16,1 1-25-16,2-1-3 0,-3-4-18 0,0-8-22 15,1-6 7-15,-1-11 24 0,2-7 6 16,-1-7 63-16,1-5-48 0,1 0-37 16,1-14-27-16,2-5-24 0,-1-9-15 15,1-7-36-15,-1-4-4 0,0-5-5 16,-3-1-1-16,2 2-18 0,-3-3-12 0,2 4-30 16,-5 1-10-16,1 4-16 0,-1 4-34 15,-1 5-86-15,-2 4-171 0,-1 6-260 16,-1 10-517-16,-3 6-399 15</inkml:trace>
  <inkml:trace contextRef="#ctx0" brushRef="#br0" timeOffset="41886.805">16414 8068 3134 0,'0'0'433'0,"0"0"-271"0,0 0 70 16,0 0 47-16,0 0-12 0,0 0-20 16,0 0-88-16,0 0-67 0,0 0-25 0,0 0 7 15,0 0 5-15,67 42-24 16,-64-28-1-16,-2 3-17 0,-1 1-19 0,0-1-18 16,0-2-15-16,0-3-25 0,-1-6-39 15,-1-2-24-15,-1-4-29 0,0 0-70 16,0-7-72-16,-1-9-268 0,0-5-447 15,1 3-624-15,-3-15 516 0</inkml:trace>
  <inkml:trace contextRef="#ctx0" brushRef="#br0" timeOffset="42011.118">16504 7781 2009 0,'0'0'1286'0,"0"0"-908"0,0 0-262 0,0 0 126 15,0 0 62-15,0 0-118 0,0 0-1 16,0 0-26-16,0 0-146 0,0 0-13 15,82-7-132-15,-74 7-177 0,1 0-203 0,-2 4-639 16,0 4-1443-16</inkml:trace>
  <inkml:trace contextRef="#ctx0" brushRef="#br0" timeOffset="42476.975">17260 7991 2111 0,'0'0'1414'0,"0"0"-1199"0,0 0-161 15,0 0-32-15,0 0 66 0,0 0 28 0,-24 74 100 16,9-46 8-16,2-2-128 0,-4 2-47 16,3-4-6-16,-1-4-21 0,5-2-22 15,1-6-19-15,2-3-12 0,5-7-77 16,0-2-105-16,2 0-113 0,0-2-217 16,0-3-899-16</inkml:trace>
  <inkml:trace contextRef="#ctx0" brushRef="#br0" timeOffset="43560.249">18156 7422 1327 0,'0'0'1845'0,"0"0"-1469"0,0 0-189 16,0 0-33-16,0 0 70 0,0 0-6 16,0 0-17-16,-8 83-1 0,5-50-71 0,2 5-49 15,1 2-4-15,0 2 1 16,0 1-4-16,3 2 0 0,-2 0-33 0,1-1-23 15,-2-3-17-15,1-4-2 0,-1-3 0 16,0-6-8-16,0-4 9 0,0-4 1 0,0-5-16 16,0-2-2-16,0-3-28 15,-1-4-18-15,1 0-15 0,-2-5 0 16,2 3-4-16,0-4 9 0,0 0-2 0,0 0-14 16,0 0-5-16,0 0-10 0,0-2-16 15,0-1-1-15,0-3-2 0,0 0-37 16,0-2-25-16,2-5 3 0,-2-1 14 15,1 0-31-15,-1 0-73 0,0 0 19 16,0 2-66-16,0 4 19 0,0-3 44 16,0 5 98-16,0-1-17 0,1 2-211 15,3-1-311-15,-4 2 469 0,0 1 170 16,0-1 59-16,0 1-78 0</inkml:trace>
  <inkml:trace contextRef="#ctx0" brushRef="#br0" timeOffset="43669.257">18139 7916 150 0,'0'0'225'16,"0"0"-225"-16,0 0-42 0,0 0-206 0</inkml:trace>
  <inkml:trace contextRef="#ctx0" brushRef="#br0" timeOffset="43930.762">18139 7916 280 0,'22'-13'265'15,"-19"13"-128"-15,1-1-36 0,1-1 1284 0,0 1-1068 0,1-3-75 16,3 0-10-16,1 1-14 0,1-3-43 15,2 2 10-15,2 1-11 0,0 0-58 16,0 3-40-16,1 0-4 0,-2 0-16 16,0 4 11-16,-3 1 8 0,-1 2 9 15,-2 4 6-15,-3-1-9 0,-2 3-7 16,-3 3-6-16,0 2-19 0,0 1-15 0,-8 2-15 16,-2-2 8-16,0-2 13 0,0 1-21 15,-3-5-19-15,2-2-1 0,0-3-27 16,-1 1 1-16,4-6-1 0,1 0 6 15,-1-3-12-15,0 0-18 0,1-3-72 16,1-5-15-16,-4-3-26 0,5-3-59 0,2-4-47 16,1-3-75-16,2 0-176 15,0 1-457-15,5 5-188 0,6-4 642 0</inkml:trace>
  <inkml:trace contextRef="#ctx0" brushRef="#br0" timeOffset="44195.147">18772 7643 1975 0,'0'0'1771'15,"0"0"-1455"-15,0 0-145 0,0 0 93 16,0 0-60-16,0 0-32 0,-46 81 87 16,34-54-73-16,2 3-86 0,2 2-21 15,3 0-39-15,-1-1-13 0,6 0-9 0,0-2 6 16,0 1-11-16,2-5-12 0,5-3-1 15,2-3-16-15,2-7-5 0,-1 0 0 16,2-5-6-16,2-3-25 0,-3-3-54 16,0-1-43-16,-2 0-4 0,-1-5-24 15,0-3-38-15,-4-3-63 0,1-1-141 16,-3 2-168-16,-2-4-391 0,0 5-379 16,-10-5 440-16</inkml:trace>
  <inkml:trace contextRef="#ctx0" brushRef="#br0" timeOffset="44352.498">18687 7867 635 0,'0'0'1586'0,"0"0"-966"0,0 0-219 0,0 0 15 16,0 0 25-16,79 28-89 0,-59-20-63 15,0-4-92-15,-1 0-105 0,1-2-50 16,0-2-42-16,-2-2-12 0,1-6-83 16,-2-2-104-16,2-5-88 0,-2 0-146 15,-6 4-592-15,6-8-900 0</inkml:trace>
  <inkml:trace contextRef="#ctx0" brushRef="#br0" timeOffset="44610.9">19245 7463 726 0,'0'0'2870'0,"0"0"-2524"15,0 0-280-15,0 0 95 0,-3 66 75 16,-2-26 137-16,0 7-15 0,-2 3-81 16,1 0-116-16,-2 2-49 0,0-1-39 15,-1-1-49-15,-2-1-24 0,0-2 0 0,2-8-39 16,1-4-67-16,2-9-21 0,5-10-7 16,0-11-12-16,1-5-28 0,0-5-80 15,2-13-97-15,4-6-310 0,0-7-313 0,0-5-98 16,4-1-532-16</inkml:trace>
  <inkml:trace contextRef="#ctx0" brushRef="#br0" timeOffset="44849.309">19315 7528 772 0,'0'0'2560'16,"0"0"-2287"-16,0 0-153 0,0 0 50 0,0 0 41 16,0 0 107-16,79 85-28 0,-70-54-100 15,1 2-77-15,0-2-33 0,0 4-10 16,-1-4-12-16,3-2-9 0,-4-4-28 15,3-4-20-15,-2-6 1 0,0-1 28 16,1-7 13-16,0-4-7 0,0-3-2 16,2 0-32-16,-1-10-2 0,2-9-25 0,1-5 7 15,1-8-18-15,2-8-28 0,1-1-52 16,0-4-3-16,3-2-31 0,-1 0 0 16,1 4-41-16,-2 2-91 0,-1 8-216 15,-4 3-243-15,-3 7-507 0,-5 6-539 0</inkml:trace>
  <inkml:trace contextRef="#ctx0" brushRef="#br0" timeOffset="45491.101">19856 7961 1190 0,'0'0'1604'0,"0"0"-1331"0,0 0-116 16,0 0 91-16,0 0 100 0,0 0-52 15,0 0 24-15,0 0-67 0,39 83-96 16,-38-62-47-16,-1 3-6 0,0 0-3 16,0 4-22-16,-1-2-39 0,-4 2-7 0,-4-2-31 15,0 2-2-15,-2-3 0 0,0 0-18 16,-2-2-3-16,0-4-40 0,-3-3-43 16,5-7-15-16,-4-5-4 0,4-4-6 15,0-7-28-15,-1-10-72 0,3-7-115 16,3-10-297-16,2 6-572 0,-2-25-876 0</inkml:trace>
  <inkml:trace contextRef="#ctx0" brushRef="#br0" timeOffset="45622.707">19884 7751 1937 0,'0'0'1731'16,"0"0"-1441"-16,0 0-205 0,0 0 103 15,0 0 60-15,0 0-81 0,0 0-22 0,0 0-71 16,0 0-74-16,91-13-129 15,-69 3-182-15,-5 2-236 0,9-4-907 0</inkml:trace>
  <inkml:trace contextRef="#ctx0" brushRef="#br0" timeOffset="49235.652">20994 7718 293 0,'0'0'1452'16,"0"0"-195"-16,0 0-782 0,0 0-140 15,0 0-70-15,0 0 6 0,0 0-17 16,0 0-14-16,0 0 50 0,39 18-83 0,-19-11-61 16,2-1-31-16,5-2-24 0,1-2-15 15,1-2-28-15,-1 0-24 0,0-4-23 16,-1-3-1-16,-3 1-12 0,-5-1-12 16,0-2-70-16,-4 0-45 0,-1-1-58 15,-4 1-68-15,-3 0-136 0,-4 3-318 16,-1 2-784-16,-7 3-968 0</inkml:trace>
  <inkml:trace contextRef="#ctx0" brushRef="#br0" timeOffset="49433.657">20974 7849 388 0,'0'0'1706'0,"0"0"-899"0,0 0-321 15,0 0-36-15,0 0-64 0,0 0-91 16,0 0-40-16,92 53-104 0,-66-52-57 0,2-1-42 15,-3-3-42-15,0-6-10 0,-3 0-59 16,-2-2-75-16,-3-1-72 0,-3-2-91 16,-3-3-131-16,-4 6-599 15,-7-9-864-15</inkml:trace>
  <inkml:trace contextRef="#ctx0" brushRef="#br0" timeOffset="49666.926">21195 7463 1395 0,'0'0'1238'16,"0"0"-660"-16,0 0-162 15,0 0-69-15,105 28-34 0,-74-19-43 0,1 0-70 16,-2-1-65-16,-1 3-52 0,0-1-56 16,-6-1-27-16,0 4 0 0,-3 1-18 0,-7 0-31 15,-2 4-16-15,-4 1 7 0,-7 5-13 16,0 5 13-16,-7 1 3 0,-7 3-26 15,-3 0-2-15,-2-3 24 0,-4-1 16 16,-2-2 2-16,-3-2-49 0,3-3-38 16,-3-3-45-16,2-2-89 0,-2-6-182 15,8-4-289-15,-10-2-867 0</inkml:trace>
  <inkml:trace contextRef="#ctx0" brushRef="#br0" timeOffset="50347.073">22422 7888 1276 0,'0'0'107'15,"0"0"1122"-15,0 0-810 16,0 0-113-16,0 0-20 0,0 0 7 0,0 0-44 15,0 0-41-15,0 0-13 0,-78 21-47 0,67 1-44 16,2 4-27-16,1 3-7 0,2 0 13 16,3-1 18-16,3-8-40 0,0-2-46 15,2-8-15-15,5-4-3 0,1-3-28 16,6-2 13-16,4-1-3 0,4-4-19 16,2-11-9-16,5-2-79 0,-3-5-26 15,1-1 16-15,-1-1 27 0,-3 0 21 16,-2 2 16-16,-3 3 6 0,-2 6 27 15,-4 2 23-15,-4 3 14 0,-3 6 4 16,-2 2 7-16,0 0 86 0,1 5 77 0,-2 4-9 16,1 5-32-16,-1 4 3 0,-1 0-28 15,1 5-4-15,-1-3 1 0,-1 2-31 16,3-4-43-16,2-1-27 0,-1-3-42 16,0-3-86-16,5-3-83 0,-3-1-34 0,2-2-55 15,2-2-194-15,-3-3-590 16,4-2-664-16</inkml:trace>
  <inkml:trace contextRef="#ctx0" brushRef="#br0" timeOffset="50558.371">22983 7988 414 0,'0'0'3118'0,"0"0"-2565"16,0 0-289-16,0 0 64 0,-6 87-3 15,3-65 32-15,-1-2-109 0,1-2-145 0,3-4-103 16,0-2-20-16,0-1-43 0,0-1-98 16,2-4-70-16,0-3-65 0,4-1-166 15,-1-2-308-15,-1-3-620 0,6-15-797 0</inkml:trace>
  <inkml:trace contextRef="#ctx0" brushRef="#br0" timeOffset="50880.436">23413 7566 3276 0,'0'0'567'0,"0"0"-268"15,-16 69 92-15,1-30-13 0,-1 5 49 16,-1 1-138-16,3-2-126 0,-1 0-72 16,5-2-28-16,1-2-44 0,0-3-19 15,3-4-24-15,1-7-3 0,5-3-37 0,0-8 1 16,0-4 6-16,3-4-10 15,6-4-3-15,2 1 19 0,4-1 8 0,3-1 7 0,1-1 18 16,4 0 6-16,-1 0-4 16,-1 3-2-16,-2-2 16 0,-2 6 2 15,-2-3 10-15,-2 2 33 0,-4 0 39 16,-4 1-13-16,-2-2-17 0,-1-2-10 0,-2 1-2 16,0-1-10-16,-6 1-6 0,-6-1-24 15,-5 2-27-15,-6 2-61 0,0-2-88 16,-4-1-12-16,-1-3-25 0,1-1-81 15,-2 0-231-15,8-1-585 0,-17-8-595 0</inkml:trace>
  <inkml:trace contextRef="#ctx0" brushRef="#br0" timeOffset="52299.084">24247 7614 1015 0,'0'0'182'0,"0"0"1088"0,0 0-812 15,0 0-151-15,0 0-36 0,0 0-43 16,0 0-40-16,-84 16-24 0,66-2-39 0,1 3-31 16,-2 7-20-16,1 4 10 0,2 2 9 15,-1 6 24-15,3 4 12 0,-1 4-10 16,7 0-12-16,0 2-9 0,5-2-15 16,2-3-26-16,1-5-20 0,1-6-1 0,10-9 28 15,3-5-21-15,3-3-13 16,6-7-6-16,2-2-2 0,3-4-7 0,-1 0-12 15,0-9-3-15,1-3-21 0,-6-6-49 16,1-2-73-16,-5-3-58 0,-2-1-59 16,-5-2-82-16,-2 2-276 0,-5 4-674 15,-4-7-991-15</inkml:trace>
  <inkml:trace contextRef="#ctx0" brushRef="#br0" timeOffset="52485.29">24116 7857 238 0,'0'0'2273'0,"0"0"-1729"16,0 0-240-16,0 0 48 0,0 0 32 16,0 0-51-16,82 21-74 0,-53-19-74 15,4-1-81-15,0-1-68 0,0 0-35 16,0-3-1-16,1-4-36 0,-4 0-105 0,1 0-59 16,-2-3-63-16,2 4-131 0,-3 0-401 15,-6 0-899-15,1 3 204 0</inkml:trace>
  <inkml:trace contextRef="#ctx0" brushRef="#br0" timeOffset="52853.8">25005 7372 1903 0,'0'0'250'0,"0"0"416"16,0 0-374-16,0 0-133 0,0 0 128 0,0 0 75 15,0 0-23-15,-16 67-106 0,12-28-91 0,0 5-44 16,-5 6-21-16,-4 7 3 0,-4 5 54 15,-3 3 37-15,-6 3-91 16,-2-2-53-16,2 0 6 0,-1-3-20 16,-1-6-13-16,5-5-1 0,3-11-15 15,6-9-45-15,6-12-15 0,3-10-12 0,5-6-44 16,0-4-76-16,0-9-35 0,2-8-74 16,7-10-268-16,4-10 28 0,5-9-442 15,2-9-413-15,-7 14 761 0</inkml:trace>
  <inkml:trace contextRef="#ctx0" brushRef="#br0" timeOffset="53117.312">25055 7413 1231 0,'0'0'179'0,"0"0"723"0,0 0-560 0,0 0 35 0,0 0 63 16,0 0-13-16,0 0-92 16,21 84-77-16,-12-48-30 0,-3 3-35 0,3 7-18 15,-2-3-26-15,2 6-24 0,-3 1-31 16,-2-4-24-16,-1-2-25 0,-2-6-29 15,2-8-16-15,0-7 0 0,3-7 15 16,-1-5 13-16,1-1-1 0,-1-7 6 16,1-3-2-16,2 0-16 0,4-9 3 15,2-6-15-15,5-6-2 0,1-8-1 16,5-7-30-16,1-7-34 0,1 1-18 16,0-1-9-16,0-3-15 0,2 3-37 15,-1 0-58-15,-2 0-29 0,1 3-47 16,1-2-105-16,-3 6-223 0,-5 8-401 0,-2-10-521 15</inkml:trace>
  <inkml:trace contextRef="#ctx0" brushRef="#br0" timeOffset="54639.613">25592 8069 166 0,'0'0'431'0,"0"0"986"0,0 0-857 16,0 0-148-16,0 0-51 0,0 0-41 15,0 0-30-15,0 0-42 0,0 0 41 16,0 0-46-16,0 0-98 0,22 64-63 16,-22-42-14-16,0 1-41 0,0 0-27 15,0-3-1-15,0-3-33 0,0-5-51 16,0-1-19-16,0-6 2 0,5-3 1 0,-1-2-7 16,4 0 2-16,-1 0-2 0,3-11-1 15,1-2-25-15,4-2-18 0,-4-5 30 16,2 1 43-16,-1 1 61 0,-2 1 18 15,-1 3 13-15,0 2 15 16,-1 4 41-16,-2 0 35 0,-1 5-4 0,2 2-17 0,-4 1-21 16,0 1 4-16,0 6 24 0,-1 4 9 15,-2 2-37-15,0 3-37 16,0 1-3-16,-5-1-1 0,1 1 1 0,2-5-22 16,-2-1-3-16,4-6-25 0,0-2 3 15,0-3 10-15,0 0 12 0,0 0-10 16,4 0-1-16,4-7 14 0,3 0 29 15,3-4-29-15,0-2-13 0,1 1-5 0,0 0 2 16,-1 5 13-16,-4 1-9 16,1 3 12-16,-4 3 11 0,0 0 36 15,-1 7 45-15,-2 2 10 0,0 5-10 0,-1-1-33 16,0 2 2-16,0-2-9 0,-1 0-6 16,1-1-9-16,0 0-36 0,-1-5-1 0,-1 0-19 15,2-1-24-15,0-2-67 16,2 0-37-16,-2-3-11 0,2 1-37 0,1-2-35 15,3 0-116-15,-1 0-270 16,0 0-672-16,7-6-533 0</inkml:trace>
  <inkml:trace contextRef="#ctx0" brushRef="#br0" timeOffset="54985.252">26298 8136 33 0,'0'0'2676'0,"0"0"-2150"0,0 0-246 16,0 0 77-16,0 0 10 0,-85 35-23 0,60-13-45 15,0 3-76-15,3 1-52 0,2 2-23 16,3-3-8-16,6-2-49 0,2-2-46 16,6-5-32-16,1-3-13 0,2-4-36 15,0-2-15-15,1-5-25 0,5-2-15 0,3 0-12 16,3-1 8-16,2-8 10 16,3-4-31-16,-1-2-15 0,2-3-7 0,0-2 2 15,-1 2 7-15,-4 3 20 0,-2 1 26 16,-3 3 36-16,-4 6 47 15,-1 0 0-15,-2 3 53 0,-1 0 43 0,0 2 25 16,2 0-10-16,-1 2-13 0,-1 1-18 16,3 3-19-16,1 5 52 0,1 1 22 15,0 2-29-15,3-1-5 0,0 2-31 16,2-3-31-16,2-2-38 0,2-2-1 16,1-3-3-16,0 0-36 0,1-5-74 15,5 0-57-15,-4-9-90 0,3-4-82 16,-7 1-382-16,6-9-887 0</inkml:trace>
  <inkml:trace contextRef="#ctx0" brushRef="#br0" timeOffset="55157.858">26543 8167 1740 0,'0'0'305'16,"0"0"723"-16,0 0-766 0,0 0 56 0,14 71 167 16,-11-49-23-16,4-2-48 0,0-1-118 15,2-2-174-15,2-4-93 0,0-1-29 16,0-3-79-16,1-3-52 0,-2-2-24 15,1-1-44-15,4-3-68 0,-1-1-142 16,3-10-297-16,-1-2-549 0,-3 0-366 16,0-8 1210-16</inkml:trace>
  <inkml:trace contextRef="#ctx0" brushRef="#br0" timeOffset="55301.383">26785 8181 1163 0,'0'0'205'0,"0"0"1536"0,0 0-1254 15,0 0-235-15,0 0-9 0,0 0 25 0,-93 26-12 16,71-7-31-16,-3 9-57 0,-1-1-67 15,4 2-40-15,-1-2-28 0,3-2-33 0,4-5-12 16,1-2-85-16,4-1-120 16,3-5-29-16,-1-1-101 0,6-4-313 0,2-4-729 15,1-3-637-15</inkml:trace>
  <inkml:trace contextRef="#ctx0" brushRef="#br0" timeOffset="55572.785">27013 8078 3329 0,'0'0'510'0,"0"0"-375"16,0 0 78-16,0 0 116 0,-64 77-8 15,50-49-31-15,-1 3-95 0,7 0-76 16,0 2-31-16,4-3-37 0,4 1-30 15,0-1-21-15,0-3 0 0,6-1-15 0,2-5-3 16,1-2-33-16,3-3-10 0,1-4-21 16,1-3-31-16,3-4-5 0,0-3-20 15,2-2-52-15,2-6-112 0,-8-1-303 16,7-12-878-16</inkml:trace>
  <inkml:trace contextRef="#ctx0" brushRef="#br0" timeOffset="55855.871">27238 8257 828 0,'0'0'2958'0,"0"0"-2397"16,0 0-409-16,0 0-1 0,0 0 6 16,0 0 94-16,0 0-83 0,0 0-92 15,0 0-76-15,0 0-14 0,0 0-17 16,76 36-27-16,-55-42-6 0,0-2 16 0,2 3 8 15,-6 0 9-15,-1 5-2 16,-5 3 8-16,1 4 25 0,-5 5 49 0,-3 0 37 16,-2 7-28-16,-2-2 9 0,0 2-9 15,-2 1-10-15,-2 1-11 0,0-2 2 16,-1-1-18-16,2-4-2 0,0 0-19 16,-2-4-10-16,1-2-60 0,1-5-95 0,-2-2-73 15,2-1-20-15,0-4-63 0,-1-2-438 16,-3-10-1062-16</inkml:trace>
  <inkml:trace contextRef="#ctx0" brushRef="#br0" timeOffset="56012.143">27497 8038 2745 0,'0'0'1449'0,"0"0"-1275"0,0 0-32 15,0 0 86-15,0 0 5 16,0 0-22-16,0 0-141 0,0 0-70 0,0 0-137 15,0 0-123-15,0 0-112 0,50 20-420 16,-50-4-1103-16</inkml:trace>
  <inkml:trace contextRef="#ctx0" brushRef="#br0" timeOffset="56194.86">27694 8393 1372 0,'0'0'1935'0,"0"0"-1410"15,0 0-368-15,0 0-5 0,0 0 109 16,-10 79 14-16,3-61-91 0,-2-1-110 16,4 1-74-16,-3-3-24 0,2-1-43 0,3-4-78 15,1 0-74-15,2-5-85 16,0-3-133-16,0-2-164 0,0 0-577 0,1-5-432 16,6-9 1369-16</inkml:trace>
  <inkml:trace contextRef="#ctx0" brushRef="#br0" timeOffset="56549.222">27998 8316 36 0,'0'0'3580'0,"0"0"-3082"0,0 0-408 16,0 0-21-16,0 0 42 0,0 0 38 15,0 0 97-15,0 0-212 0,0 0-34 16,0 0-37-16,0 0 20 0,79-16 16 16,-60 15 1-16,1 1-15 0,-5 0-1 15,-1 5 16-15,-2 7 33 0,-2 4 31 0,-4 3 44 16,-1 2-10-16,-3 3-25 0,-1 4 0 16,-1-2-24-16,0 3 0 0,-1-1-4 15,-4 3-5-15,-2-1-7 0,-1 1 0 16,-1-1-5-16,0-1 8 0,-3 0-11 0,3-3-25 15,0-3-12-15,-1-6 10 0,4-4-28 16,2-7-34-16,0-4-60 0,-1-2-77 16,2-3-35-16,-3-9-29 0,0-6-191 15,1 2-226-15,-1-18-574 0</inkml:trace>
  <inkml:trace contextRef="#ctx0" brushRef="#br0" timeOffset="56708.298">28165 8051 2538 0,'0'0'1450'16,"0"0"-1258"-16,0 0-33 0,0 0 172 15,0 0-73-15,0 0-54 0,90-12-57 16,-67 8-147-16,1 0-16 0,-1-2-166 16,2 0-140-16,-3-3-204 0,-5 3-797 15,2-5-1489-15</inkml:trace>
  <inkml:trace contextRef="#ctx0" brushRef="#br0" timeOffset="56899.625">28665 8101 313 0,'0'0'3084'0,"0"0"-2625"16,0 0-303-16,15 75 151 0,-12-44 52 16,0 0-13-16,2 3-77 0,0 0-129 0,1 1-89 15,-1-1 7-15,-2 1-22 0,-3-2-36 16,0 0-29-16,-8 0-47 0,-10 2-42 15,-4-3-35-15,-8 3-27 0,-4 1-43 16,-9-1-61-16,-4 0-218 0,9-9-568 16,-29 10-780-16</inkml:trace>
  <inkml:trace contextRef="#ctx0" brushRef="#br0" timeOffset="59063.828">21677 8876 2883 0,'0'0'705'0,"0"0"-339"0,0 0-208 0,0 0-9 15,0 0 118-15,0 0-21 0,0 0 57 16,0 0-89-16,90 21-102 0,-59-14-60 15,0-1-38-15,0-4-14 0,-3-1-2 0,-2 1-16 16,-5-2-40-16,-1 0-106 16,-2 0-47-16,-2 0-52 0,-5 0-92 0,-1 0-334 15,-5 0-608-15,-5 1-528 0</inkml:trace>
  <inkml:trace contextRef="#ctx0" brushRef="#br0" timeOffset="59223.18">21792 8958 737 0,'0'0'150'0,"0"0"1720"0,0 0-1318 0,0 0-266 16,0 0 42-16,0 0-30 0,0 0-22 15,91 31-33-15,-64-24-89 0,3-2-90 16,-1-5-54-16,1 0-10 0,-1 0-98 16,-2-5-55-16,-1-2-57 0,-2-4-97 15,-8 3-297-15,3-9-880 0</inkml:trace>
  <inkml:trace contextRef="#ctx0" brushRef="#br0" timeOffset="59491.656">22025 8663 918 0,'0'0'401'0,"0"0"933"0,0 0-730 0,0 0-195 15,0 0-88-15,0 0-4 0,0 0-60 16,0 0-60-16,82 45-62 0,-62-29-74 15,2-2-43-15,-1 3-14 0,-3 0-3 16,0-2-1-16,-5 3-13 0,-1 3-11 16,-4-2 12-16,-2 5-56 0,-6 2 4 15,0 4 12-15,-3 1-1 0,-7-2-58 16,-4 2-9-16,-2-3 11 0,-3 2-15 16,0-7-23-16,-4 1-17 0,3-5-50 15,-2-2-23-15,1-2-63 0,-1 0-95 16,0-6-274-16,0 1-553 0</inkml:trace>
  <inkml:trace contextRef="#ctx0" brushRef="#br0" timeOffset="60789.474">23568 9150 615 0,'0'0'39'0,"0"0"4"0,0 0 185 16,0 0 986-16,0 0-771 0,0 0-66 15,0 0-89-15,0 0-59 0,-10-64-26 16,4 52 14-16,0 1-12 0,-1 3-52 0,0-1-23 15,-2 1-15-15,4 2 2 0,-7 0-9 16,5 4 21-16,-2-1 9 0,-1 3-46 0,-1 0-56 16,0 3-18-16,-3 5 4 0,1 4-4 15,-1 7-3-15,2 5-12 0,2 7 13 16,0 5 5-16,6 5-18 0,1 2-1 16,3-1-2-16,0-3-12 0,0-7-3 15,4-8-1-15,4-6-2 0,3-7-3 16,-1-5-7-16,4-3 28 0,2-3-2 15,3-3 1-15,1-8-1 0,6-6-37 16,-1-5-29-16,-1-6-27 0,1-1 13 16,-4-2 14-16,2 1 28 0,-4 1 3 15,-4 4 10-15,-1 1 26 0,-5 5 1 16,-4 5 18-16,-2 5 25 0,0 4 6 0,-3 4 3 16,0 1-48-16,0 0-2 0,0 2 16 15,2 8 4-15,1 6 33 0,3 4-25 16,0 6 50-16,3 2-37 0,1 3 2 0,3-4-45 15,0-2-18-15,6-5-13 16,-2-3 1-16,6-4-80 0,-3-1-62 16,3-1-90-16,-2-4-224 0,-4-2-720 0,-1 2-1071 15</inkml:trace>
  <inkml:trace contextRef="#ctx0" brushRef="#br0" timeOffset="61730.259">24215 9238 1812 0,'0'0'1297'0,"0"0"-1074"16,0 0-93-16,0 0-82 0,0 0 69 16,0 0 126-16,0 0 127 0,0 0-66 0,0 0-107 15,0 0-83-15,102 30-65 0,-77-26-12 16,1 2-23-16,1-5-14 0,-2-1-18 16,-1 0-65-16,1-1-67 0,-3-6-51 15,1-2-84-15,-3-2-228 0,-7 3-617 16,2-9-861-16</inkml:trace>
  <inkml:trace contextRef="#ctx0" brushRef="#br0" timeOffset="61949.11">24454 9001 2549 0,'0'0'1097'16,"0"0"-923"-16,0 0-86 0,0 0 95 15,-10 95 119-15,10-63 31 0,2 4-51 0,2 0-147 16,3-1-106-16,-4 1-29 16,3 0-21-16,-2-4-43 0,1-3-120 0,-3-9-40 15,4-4 14-15,2-8 8 0,1-8-167 16,0-2-275-16,1-9-611 0,-2-1-353 16,1-12 1217-16</inkml:trace>
  <inkml:trace contextRef="#ctx0" brushRef="#br0" timeOffset="62275.263">24826 8843 722 0,'0'0'2565'15,"0"0"-2127"-15,0 0-280 0,0 0 56 16,0 0 106-16,-7 91-14 0,3-55 7 16,-1 1-130-16,1 3-92 0,1 3-24 15,-1-2-15-15,3 0-52 0,-2-3 0 16,3-6-19-16,0-8-2 0,1-5 9 15,5-5 9-15,2-5-31 0,2-2-5 16,4-1-25-16,1-1 6 0,3 1 3 0,2-1 37 16,1 1-13-16,2 0 16 0,-2-1 0 15,0 1-13-15,-5-1 10 0,-2 2 15 16,-3 0 1-16,-5 1 2 0,-2-2 37 0,-3 2-10 16,-1 0 1-16,-1 0-4 15,-11-1-24-15,-2-2-58 0,-3-1-46 0,-5-2-28 16,0-2-25-16,1 0-28 0,-2-6-94 15,2-4-281-15,1-3-248 0,7 1-769 16,-6-12 559-16</inkml:trace>
  <inkml:trace contextRef="#ctx0" brushRef="#br0" timeOffset="62572.271">25721 9104 368 0,'0'0'2782'0,"0"0"-2065"0,0 0-506 16,0 0-74-16,0 0 62 0,0 0 33 16,0 0-1-16,-86 20-33 0,71-3-100 15,1 8-40-15,5 4 0 0,1 6-10 16,2 0 16-16,4 1 6 0,2 0 36 15,0-4-27-15,5-1-52 0,3-5-9 16,0-5-16-16,4-5 9 0,0-5-11 16,2-5-12-16,2-4-18 0,0-2-18 0,0-1-40 15,1-8-49-15,-4-3-73 0,2-2-65 16,-7-3-137-16,-2 5-342 0,-6-9-831 0</inkml:trace>
  <inkml:trace contextRef="#ctx0" brushRef="#br0" timeOffset="62721.774">25535 9274 166 0,'0'0'3355'0,"0"0"-2845"0,0 0-312 15,0 0 103-15,0 0-2 0,90-20-21 16,-59 15-16-16,4-6-138 0,3 3-124 16,0-4-3-16,1 1-109 0,0 3-159 15,-4 1-75-15,-9 2-248 0,4 0-916 0</inkml:trace>
  <inkml:trace contextRef="#ctx0" brushRef="#br0" timeOffset="63321.28">26425 9016 300 0,'0'0'1770'16,"0"0"-1275"-16,0 0-208 0,0 0-8 0,0 0 84 16,0 0 38-16,0 0-65 0,0 0-69 15,0 0-51-15,0 0-90 0,-8 100-1 16,2-57 7-16,-3 5-7 0,-2 5-49 15,0-2-40-15,-1 0-23 0,-1-6-13 16,1-3-2-16,3-6-23 0,1-8-11 16,6-9-13-16,0-7-18 0,2-7-25 15,0-5-48-15,2-2-63 0,5-8-3 0,5-9-17 16,5-9-213-16,0-5-281 0,0 4-727 16,0-18-240-16</inkml:trace>
  <inkml:trace contextRef="#ctx0" brushRef="#br0" timeOffset="63564.249">26469 9032 795 0,'0'0'74'16,"0"0"1107"-16,0 0-543 0,0 0-201 16,0 0-138-16,0 0-39 0,0 0-67 15,0 0-37-15,0 0 157 0,0 0-96 16,0 0-51-16,85 90-15 0,-68-55 26 0,0 7-6 16,-5-4-59-16,0 1-27 0,-3-4-33 15,2-3-22-15,-4-8-26 0,1-6 26 16,-1-7-9-16,-2-3 6 0,1-6-15 15,-1-1-9-15,0-1 16 0,3-3-6 16,1-8-13-16,5-8-21 0,1-5-19 0,0-6-30 16,2-5-24-16,-2 0-12 15,2-2-22-15,-3-1-28 0,0-2-61 0,0 2-73 16,1 1-212-16,-4 9-467 0,-1-4-431 0</inkml:trace>
  <inkml:trace contextRef="#ctx0" brushRef="#br0" timeOffset="64295.739">26920 9292 2772 0,'0'0'462'0,"0"0"-277"16,0 0-7-16,0 0 103 0,6 82 23 16,-6-51-49-16,0 2-66 0,0 0-94 15,0-3-49-15,0-5-18 0,0-2-28 0,2-6-11 16,1-8-13-16,3-2 2 0,-1-5-11 15,2-2-20-15,2-3-27 0,4-7-28 16,0-5-16-16,2-6 12 0,1-3 6 16,2-2 20-16,-5 0 5 0,1 3 28 15,-2 1 28-15,-1 2 21 0,-2 7 4 16,-1 1 12-16,-3 6 66 0,-2 6 21 16,-2 0 19-16,-1 0 7 0,0 11 2 0,0 0-31 15,0 3-1-15,-1 1-14 0,-4 0-41 16,2 1 6-16,-1-4-13 0,3-2-17 15,-2-3-16-15,3-5-1 0,0-2-1 16,0 0 2-16,0 0 0 0,3 0 0 0,2-4-34 16,3-1-20-16,2-2 53 15,1 1 1-15,1 1-13 0,-1 1-20 0,1 4-4 16,0 0 34-16,-3 2 3 0,2 8 95 16,-1 0-6-16,0 1-12 0,-2 4-1 15,-2-4 13-15,0 1 54 0,1-2-37 16,-3-1-36-16,1-1-33 0,1-2-36 15,-4-5-1-15,3 3-34 0,-1-2-72 16,3-2-49-16,0 0-47 0,4 0-50 16,4 0-115-16,1-7-381 0,0 2-683 15,10-8-609-15</inkml:trace>
  <inkml:trace contextRef="#ctx0" brushRef="#br0" timeOffset="64719.407">27629 9421 101 0,'0'0'85'0,"0"0"2499"0,0 0-2045 16,0 0-272-16,0 0 61 0,0 0 85 15,0 0-113-15,-85 3 1 0,64 8-56 16,-2 7-84-16,1 1-24 0,5 3 36 16,2-3-64-16,8-2-73 0,3-7-36 15,4-3-21-15,0-5-9 0,3-2 8 16,8 0-26-16,3 0-10 0,6-11-29 16,2-1-8-16,3-3-63 0,-1-5-34 15,-3 1 0-15,-1 1-5 0,-6 5 49 16,-1 1 33-16,-4 5 53 0,-3 2 46 15,-1 1 16-15,-3 3 80 0,0 1 41 16,-2 0 27-16,2 0-13 0,1 3-3 16,1 3 3-16,-1-1 2 0,5 4-31 0,-2-3-30 15,2 0-30-15,2 0-35 0,3-2-11 16,0-2-3-16,1-2-103 0,3 0-28 16,1 0 3-16,-2-5 8 0,-1-2-8 0,0 0 8 15,-3-1 3-15,-1 0 21 0,-4 2 21 16,1 1 44-16,-6 2 32 0,5 0 2 15,-2 3 36-15,1 0 30 0,2 5 72 16,4 2 25-16,-1 5-15 0,2 3-35 16,2 3-6-16,1 1-28 0,-1-1 0 15,1 0-21-15,0 0-40 0,0-6-18 16,1-3-43-16,3-4-93 0,-1-3-66 16,1-2-28-16,2-9-29 0,-2-3-172 15,-4-1-316-15,1-11-701 0</inkml:trace>
  <inkml:trace contextRef="#ctx0" brushRef="#br0" timeOffset="64872.714">28151 9343 1079 0,'0'0'2305'15,"0"0"-1903"-15,0 0-216 0,0 0 118 0,-92 56 5 16,65-31 14-16,-1-2-75 16,2 5-63-16,4-4-66 0,-1-2-67 0,2 0-52 15,2-3-20-15,0-1-104 0,3 1-68 16,-1-3-61-16,4-2-58 0,0-1-271 15,7-4-927-15,-4-2-986 0</inkml:trace>
  <inkml:trace contextRef="#ctx0" brushRef="#br0" timeOffset="65164.394">28496 9146 2861 0,'0'0'1231'0,"0"0"-1072"15,0 0-147-15,-47 67 103 0,26-33 83 16,-1 4 153-16,0 5-70 0,2 3-120 0,6-2-58 16,4 1-24-16,4-2-25 0,5-4-41 15,1-4-13-15,5-7-43 0,7-4 1 16,2-5-10-16,1-5-9 0,2-4-27 15,2-3-46-15,1-7-36 0,2 0-11 16,-1-1-71-16,0-10-220 0,-4 3-589 16,-3-10-673-16</inkml:trace>
  <inkml:trace contextRef="#ctx0" brushRef="#br0" timeOffset="65431.24">28617 9475 2692 0,'0'0'1820'16,"0"0"-1435"-16,0 0-385 0,0 0-74 0,0 0 74 15,0 0 59-15,0 0 78 0,0 0-24 16,0 0-94-16,89-39-19 0,-65 38-34 16,-4 1 34-16,-4 6 0 0,-1 6 85 15,-4 4 16-15,-5 3-28 0,-1 0-18 16,-4 4-19-16,-1-3 16 0,0 1-19 15,-4-3-30-15,-4-4-3 0,0-1-21 0,-1-4-52 16,3-2-67-16,1-7-36 0,-1 0-41 16,-2-3-38-16,0-7-253 0,1 1-563 15,-4-14-582-15</inkml:trace>
  <inkml:trace contextRef="#ctx0" brushRef="#br0" timeOffset="65566.989">28817 9203 1524 0,'0'0'1820'16,"0"0"-1430"-16,0 0-242 0,0 0 94 0,0 0 10 0,0 0-106 16,0 0-14-16,85 16-55 0,-71-10-77 15,-1-1-12-15,2 2-130 0,-2 0-115 16,-1 2-128-16,-3-2-318 0,-1 5-1137 0</inkml:trace>
  <inkml:trace contextRef="#ctx0" brushRef="#br0" timeOffset="65769.517">29010 9574 1251 0,'0'0'2730'16,"0"0"-2351"-16,0 0-317 0,0 0-19 0,-10 88 99 15,-2-63 193-15,1 0-109 0,1-2-180 16,-2-4-46-16,4-1-95 0,-1-3-52 15,3-5-64-15,3-1-36 0,3-8-85 0,0-1-237 16,3-7-549-16,6-2-550 0</inkml:trace>
  <inkml:trace contextRef="#ctx0" brushRef="#br0" timeOffset="66105.186">29282 9566 440 0,'0'0'2515'15,"0"0"-1412"-15,0 0-956 0,0 0-47 16,0 0 185-16,0 0 126 0,0 0-24 16,0 0-144-16,0 0-168 0,0 0-75 0,31 24-60 15,-12-40 17-15,3-5-29 0,3-1-68 16,-1 3-33-16,-5 2 26 16,0 5 62-16,-5 5 24 0,-4 7 27 0,-1 0 32 15,-5 7 2-15,1 6 46 0,-4 5 24 16,-1 5 10-16,0 2-22 0,-4 3-10 15,-3 1-2-15,1 2-28 0,-2 1 1 16,-1-2-17-16,0 4 16 0,0-2-15 16,-1-1 24-16,2-2-2 0,-1-1-13 0,1-4 3 15,0-2 12-15,-1-2 4 0,3-5-10 16,-2-3-21-16,1-2 0 0,0-5-106 16,1-4-25-16,-2-1-19 0,-1-4-9 15,1-5-53-15,0-7-443 0,2 2-400 16,-3-17-612-16</inkml:trace>
  <inkml:trace contextRef="#ctx0" brushRef="#br0" timeOffset="66263.811">29450 9274 430 0,'0'0'3303'0,"0"0"-2841"0,0 0-310 15,0 0 154-15,0 0-66 0,90-21-78 0,-70 17-43 16,-1-2-119-16,1 0-18 0,-2-1-187 15,-1 1-124-15,-4 0-217 0,0-5-929 0</inkml:trace>
  <inkml:trace contextRef="#ctx0" brushRef="#br0" timeOffset="66458.292">30016 9238 378 0,'0'0'2762'0,"0"0"-2319"0,0 0-291 15,3 75 112-15,-2-45 86 0,1 1-44 16,2 0-81-16,0 2-100 0,1 1-82 0,-2 1-16 16,0 1 0-16,-3-3-27 0,-3 1-28 15,-8-4 1-15,-2 1-50 0,-7-1-48 16,-3-2-47-16,-5 0-66 0,-3 0-85 16,-5-4-236-16,-4 0-562 0,9-7-959 15,-25 5 1920-15</inkml:trace>
  <inkml:trace contextRef="#ctx0" brushRef="#br0" timeOffset="68411.101">30185 8833 706 0,'0'0'502'15,"0"0"877"-15,0 0-984 0,0 0-231 16,0 0-56-16,0 0 103 0,0 0 102 16,0 0-29-16,0 0-38 0,28 7-66 15,-12-2-78-15,-1 1-44 0,2 0-15 0,-1-2-9 16,-1-2-15-16,-1 1-4 0,1-1-15 15,-2-2-1-15,1 0-45 0,-2 0-118 16,0 0-49-16,1-4-81 0,-3-1-131 16,-1 2-341-16,-3-2-720 0,-6 3 174 0</inkml:trace>
  <inkml:trace contextRef="#ctx0" brushRef="#br0" timeOffset="68575.531">30228 8984 1441 0,'0'0'1075'0,"0"0"-580"0,0 0-300 16,0 0-64-16,0 0 35 0,0 0 77 0,0 0-60 15,0 0-70-15,85-19-90 0,-67 7-23 0,1 1-136 16,-1-3-110-16,-1-2-131 0,-9 3-591 16,1-5-1223-16</inkml:trace>
  <inkml:trace contextRef="#ctx0" brushRef="#br0" timeOffset="68812.788">30309 8660 1114 0,'0'0'2029'16,"0"0"-1676"-16,0 0-258 0,0 0-12 0,0 0 2 0,0 0 82 16,0 0 137-16,0 0-93 0,87 27-109 15,-56-11-59-15,-1 5-18 0,0-2 6 16,0 4-19-16,-4-1-12 0,-1 2-2 15,-6 1-29-15,-4-3-83 0,-7 1-19 0,-4 1 12 16,-4 0 18-16,0-1-4 16,-10 2-41-16,-6 0 0 0,-1 1-82 15,-6-1-175-15,-2-4-168 0,2-1-403 0,0-5-207 16,4-6 1182-16,-4-4-312 0</inkml:trace>
  <inkml:trace contextRef="#ctx0" brushRef="#br0" timeOffset="69537.868">30906 8924 143 0,'0'0'147'0,"0"0"2003"0,0 0-1782 0,0 0-224 15,5-67 49-15,-10 55 116 0,1 0 4 16,-1 3-7-16,-1 1-72 0,1 2-54 16,-1 5-26-16,1-1 24 0,-2 2-31 0,-1 2-40 15,0 5 9-15,-7 6-46 0,-2 9-27 16,-5 8-13-16,1 7 31 16,2 7 12-16,0 2-6 0,8-3-19 0,2-3-36 15,6-9-12-15,3-8-2 0,0-9-22 16,9-5-18-16,4-8-22 0,5-1-15 15,4-7-12-15,4-9-4 0,5-6-14 16,-3-3 11-16,1-5-3 0,-3 0 27 16,-3 4 37-16,-4-2 25 0,-2 6 10 15,-4 2 0-15,-2 5 2 0,-2 2 28 16,-4 4 27-16,-2 4 12 0,-1 4-2 16,-2 1 11-16,0 0-3 0,0 4-3 0,0 3-21 15,2 4 6-15,-1 4 33 16,-1 1-9-16,0 2-40 0,0 0-5 0,0-4-34 15,0-4-9-15,3-2-25 0,0-3-54 16,1-2-70-16,2-3-58 0,1 0-23 16,4-3 11-16,1-4-169 0,-1 1-626 0,-3-8-603 15</inkml:trace>
  <inkml:trace contextRef="#ctx0" brushRef="#br0" timeOffset="69692.209">31302 8982 2187 0,'0'0'1356'0,"0"0"-981"16,0 0-214-16,0 0-8 0,0 0 52 16,0 0 30-16,79 0-72 0,-59-12-74 15,2-5-89-15,3-5-13 0,4-1-189 0,0-4-126 16,-2-1-194-16,-5 6-774 16,1-12-992-16</inkml:trace>
  <inkml:trace contextRef="#ctx0" brushRef="#br0" timeOffset="69894.147">31510 8538 3010 0,'0'0'466'0,"0"0"-298"0,-5 68 69 16,2-30 142-16,3 5 27 0,0 5-87 16,-3 2-87-16,0 3-98 0,-2 2-58 15,-1-2-37-15,-2-3-39 0,2-7-15 16,3-4-34-16,3-10-97 0,0-8-15 15,6-5-4-15,5-11-19 0,6-5-60 0,3-9-116 16,3-14-427-16,-3 3-827 0,10-26 163 0</inkml:trace>
  <inkml:trace contextRef="#ctx0" brushRef="#br0" timeOffset="70230.923">31969 8393 1785 0,'0'0'1669'0,"0"0"-1293"15,0 0-266-15,-16 79 42 0,1-42 171 16,-5 4 112-16,3 3-84 0,-5 1-132 16,2 0-109-16,1 0-74 0,-1-2-33 15,3-5-3-15,3-3-11 0,6-9-22 0,2-6 5 16,6-8-26-16,0-5 8 0,6-4-9 16,5 2 4-16,3 1 23 0,2 0 13 15,4 1-9-15,1 2-7 0,1-2 7 16,3 5 9-16,-2-1 3 0,-3 1-13 15,-4 0 12-15,-1 1 13 16,-3-2 3-16,-5 1 34 0,-4-2 27 0,-1 0 0 16,-2-3-25-16,0 4-5 0,-5-6-4 15,-6 2-6-15,-2 0-24 0,-2-3-56 16,-3-2-41-16,2-2 18 0,-1 0-31 16,3-6-34-16,0-1-24 0,3-5-104 15,2-6-145-15,0-1-221 0,6-3-362 0,1 4-407 16,2-9 396-16</inkml:trace>
  <inkml:trace contextRef="#ctx0" brushRef="#br0" timeOffset="70473.881">32532 8620 2066 0,'0'0'2094'15,"0"0"-1733"-15,0 0-260 0,-39 69 93 16,13-34 219-16,1-2-70 0,0 5-107 15,0 0-115-15,5 0-70 0,3 3-20 16,3-4 5-16,5 1-27 0,4-5-9 16,5-4-27-16,0-8-16 0,11-4-8 15,2-5-6-15,5-4 5 0,2-6-38 16,-1-2-53-16,3-5-20 0,-4-6-56 0,-2-6-108 16,-1 0-272-16,-7 2-757 0,-5-9-969 0</inkml:trace>
  <inkml:trace contextRef="#ctx0" brushRef="#br0" timeOffset="70606.948">32380 8907 274 0,'0'0'3304'0,"0"0"-2550"0,0 0-541 15,0 0-43-15,0 0 213 0,0 0 31 16,0 0-91-16,0 0-120 0,104 36-146 16,-67-49-57-16,-1-5-81 0,3-3-95 15,1-7-78-15,-3 0-68 0,2 0-188 16,-11 6-645-16,9-13-955 0</inkml:trace>
  <inkml:trace contextRef="#ctx0" brushRef="#br0" timeOffset="70789.406">32947 8641 985 0,'0'0'2344'0,"0"0"-1847"16,-37 77-346-16,17-40 41 0,0 5 245 15,-2 2 81-15,2 0-144 0,2-1-143 0,2-6-141 16,1-1-90-16,2-5-13 0,-2 0-81 15,5-8-69-15,1-5-34 0,5-6-10 16,3-7-29-16,1-5-127 0,0-3-210 16,7-6-146-16,2-7-367 0,-2-3-462 15,0 1 931-15</inkml:trace>
  <inkml:trace contextRef="#ctx0" brushRef="#br0" timeOffset="70984.188">32887 8785 965 0,'0'0'1410'0,"0"0"-631"16,0 0-381-16,0 0-173 0,0 0 155 15,8 72-7-15,-13-41-74 0,-1 5 31 16,-3-4-81-16,4-3-76 0,0-2-30 16,4-7-35-16,1-8-53 0,0-5-37 15,6-4 9-15,5-3-27 0,3-5-1 16,9-10-29-16,3-6-9 0,4-10-67 16,7-8-15-16,-1-4-22 0,0-3-15 0,1-3-9 15,-1-1-59-15,-1-5-158 0,-4-3-315 16,-6 15-763-16,8-23-930 0</inkml:trace>
  <inkml:trace contextRef="#ctx0" brushRef="#br0" timeOffset="73146.055">25693 3029 1292 0,'0'0'1400'15,"0"0"-1082"-15,0 0-116 16,0 0 62-16,-11-77 100 0,13 64-75 0,2 5-58 16,1 1-43-16,0 3-6 0,7 4-71 15,2 0-38-15,6 7-30 0,3 8 3 16,5 9 3-16,-4 5-6 0,2 5-1 16,-1 6-5-16,-5 0 0 0,-3 2-37 0,-3-2-13 15,-3-2 13-15,-3-3 1 0,-2-4 1 16,1-5-2-16,-2-7-2 0,-3-5-10 15,1-5 11-15,-1-5-2 0,-1-4 1 16,-1 0 1-16,0-4 1 0,3-7 43 16,-1-5 91-16,5-4-68 0,-2-8-31 15,3-5-34-15,2-2-1 0,1-1 11 16,-1 0-10-16,4 1 13 0,0 4-14 16,0 1-33-16,2 6 9 0,2 4-16 0,-1 2-6 15,4 5-8-15,-2 3-1 0,3 3-18 16,1 4-22-16,-3 3-30 0,2 0-111 15,-2 0-132-15,-1 3-282 0,-4 0-413 16,4-2-616-16</inkml:trace>
  <inkml:trace contextRef="#ctx0" brushRef="#br0" timeOffset="73380.243">26706 2727 1463 0,'0'0'1762'15,"0"0"-1504"-15,0 0-113 0,0 0 127 16,-65 77 29-16,49-47-15 0,0 1-86 16,4 2-77-16,0 0-9 0,4 0-17 0,2-1-32 15,4-4-23-15,2-1-26 0,0-7-16 16,0-3-25-16,2-6 4 0,6-3-7 16,1-2 7-16,2-5 6 0,0-1 14 0,0 0-54 15,1 0-53-15,0-5-27 0,-1 0-50 16,-2-4-81-16,-2 3-204 0,-4-1-602 15,-1 1-613-15</inkml:trace>
  <inkml:trace contextRef="#ctx0" brushRef="#br0" timeOffset="73522.441">26580 2988 653 0,'0'0'2376'0,"0"0"-1961"15,0 0-284-15,0 0 99 0,0 0 82 16,0 0-60-16,87-3-85 0,-64-3-84 15,1 1-83-15,5-2-3 0,1-3-68 0,1 1-167 16,2-3-132-16,-9 3-336 0,12-5-1093 16</inkml:trace>
  <inkml:trace contextRef="#ctx0" brushRef="#br0" timeOffset="73767.321">27151 2669 2801 0,'0'0'1114'0,"0"0"-953"16,-23 75-95-16,18-36 121 0,2 10 177 15,1 2-100-15,2 4-59 0,-3 3-68 16,2 4-82-16,-2 5-10 0,-2 3-45 16,-4 0-9-16,1 1-24 0,-4-5-10 15,2-7-121-15,3-11 5 0,0-11 12 16,3-13 21-16,2-10 3 0,1-12-63 0,1-2-94 15,0-16-198-15,0-9-612 16,0-10-164-16,0 5 79 0,4-30 1043 0</inkml:trace>
  <inkml:trace contextRef="#ctx0" brushRef="#br0" timeOffset="74068.379">27210 2694 1881 0,'0'0'1436'0,"0"0"-1137"0,0 0-151 15,85-58 72-15,-58 48 81 0,-1 7-87 16,-3 3-63-16,-1 6-22 0,1 6-24 15,-3 6 14-15,-2 4-21 0,-6 5-43 16,-6 5-34-16,-6 5-1 0,0 5-20 16,-11 4-3-16,-9 2-30 0,-5 1 2 15,-2-4-24-15,-3-6-3 0,1-3 31 16,-1-9 27-16,2-4 0 0,0-6 0 16,4-3-11-16,2-4-17 0,6-1 4 15,5-3 8-15,5-2-2 0,3 0-28 0,3 2-28 16,6 5 65-16,8 2 9 0,4 5 80 15,6 0-10-15,4 4-8 0,3-1 2 16,0 0-15-16,3-2-16 0,-1 0-2 16,2-1-31-16,0-4-6 0,-2 3-43 0,-1-7-80 15,-4 2-85-15,1-2-67 0,-4 1-184 16,-7-4-669-16,-5 1-1074 0</inkml:trace>
  <inkml:trace contextRef="#ctx0" brushRef="#br0" timeOffset="74899.634">25998 4236 68 0,'0'0'2880'15,"0"0"-2429"-15,0 0-239 0,0 0 91 0,0 0-20 16,0 0-19-16,0 0 10 0,0 0-102 15,0 0-95-15,0 0-38 0,-80-52-20 16,58 52 2-16,-1 9 7 0,0 5-10 16,2 6 9-16,1 7 13 0,2 4 3 15,4 5 2-15,1 0 1 0,4 1 6 16,4-2-4-16,2-5-8 0,3-5-40 16,0-8-1-16,8-5-24 0,0-6 4 15,4-5 9-15,1-1-49 0,5-7 34 16,4-9-7-16,0-4-39 0,1-4-18 0,-3-3 2 15,-3 0 31-15,-1 4 12 0,-4 3 13 16,-1 2-13-16,-4 4 44 0,-1 6 2 16,-3 2 30-16,-2 5-11 0,-1 1 5 0,2 0 22 15,-1 4-28-15,2 4-16 16,3 7 102-16,-1 3 3 0,3 3-31 0,0 0-27 16,4 1 12-16,-1 1-28 0,3-4-33 15,3-1-18-15,1-4-22 0,0-2-109 16,3-2-55-16,4-5-5 0,3-2-40 15,4-3-220-15,1 0-151 0,3-9-788 16,-10-1-205-16,10-14 1192 0</inkml:trace>
  <inkml:trace contextRef="#ctx0" brushRef="#br0" timeOffset="75071.63">26606 4234 1418 0,'0'0'1503'0,"0"0"-845"0,0 0-503 15,0 0-48-15,0 0 110 0,0 0 98 16,-68 71-27-16,51-42-3 0,5 0-86 15,3 0-68-15,4-4-40 0,5-1-21 0,0-4-25 16,10 3-43-16,0-7-2 0,3-2-3 16,2-4-9-16,-1-3-18 0,0-4-55 15,-2-3-19-15,1 0-36 0,-1 0-7 16,-4-3-61-16,1-2-150 0,-4-2-313 16,-2 3-806-16</inkml:trace>
  <inkml:trace contextRef="#ctx0" brushRef="#br0" timeOffset="75228.61">26509 4423 2982 0,'0'0'808'0,"0"0"-594"15,0 0-78-15,0 0 165 0,0 0 8 0,0 0-37 16,94 7-55-16,-64-7-126 0,4 0-65 16,-1-4-26-16,0-2-22 0,0-3-51 15,0 2-106-15,0-2-63 0,1 0-162 16,-10 3-615-16,6-6-1034 0</inkml:trace>
  <inkml:trace contextRef="#ctx0" brushRef="#br0" timeOffset="75459.207">27157 4201 1186 0,'0'0'1578'0,"0"0"-881"0,0 0-459 15,-42 77-96-15,26-41 213 0,-3 6 8 16,2 0-31-16,-2 1-51 0,3 0-83 15,1-1-92-15,0-1-60 0,-1-3-28 0,3-1-18 16,0-3-21-16,2-4 2 0,2-4-72 16,1-5-39-16,3-6-38 0,2-5-31 15,3-8-6-15,0-2-92 0,0-10-206 16,9-9-143-16,2-6-501 0,3-7 17 16,1-5 195-16,1-7 886 0</inkml:trace>
  <inkml:trace contextRef="#ctx0" brushRef="#br0" timeOffset="75704.643">27103 4257 642 0,'0'0'114'0,"0"0"2141"0,0 0-1681 0,0 0-318 16,0 0-52-16,0 0 18 0,0 0-29 16,0 0-36-16,0 0 65 0,0 0-78 15,0 0-59-15,51 100-21 0,-47-63-15 16,0 3-3-16,1 3-7 0,-2-4-36 0,3 2-1 16,-4-5-2-16,5-1 0 0,-2-6-3 15,2-4 3-15,0-9 19 0,2-3 39 16,-2-7-4-16,2-3 62 0,0-3 20 15,3-7-27-15,4-9-52 0,6-8-42 16,1-8-15-16,4-6-33 0,0-8-21 16,1 2-10-16,2-4-33 0,-1 3-24 15,-1 5-25-15,-5 4-3 0,-1 6-13 16,-5 2-28-16,-2 9-121 0,-3 0-194 16,-5 5-274-16,-1 1-454 0,-5 6-489 0</inkml:trace>
  <inkml:trace contextRef="#ctx0" brushRef="#br0" timeOffset="76429.527">28237 4309 722 0,'0'0'2394'0,"0"0"-1970"0,0 0-212 15,0 0-11-15,0 0 94 0,0 0 36 16,0 0-54-16,0 0-47 0,0 0-48 0,88 52-66 15,-52-52-52-15,1-2-34 0,-1-5-18 16,0-4-12-16,-1-1-75 0,-1 0-40 16,-6-1-50-16,-3 0-42 0,-5 1-79 0,-8 4-251 15,-4 4-689-15,-9 3-803 0</inkml:trace>
  <inkml:trace contextRef="#ctx0" brushRef="#br0" timeOffset="76595.142">28301 4478 1201 0,'0'0'2097'16,"0"0"-1584"-16,0 0-377 0,0 0 37 0,0 0 178 16,0 0-24-16,76 31-67 0,-47-31-65 15,2-2-107-15,3-10-57 0,3-3-31 16,-1-4-119-16,1-1-82 0,-3-5-47 0,-1-3-153 16,-10 6-656-16,2-10-1135 0</inkml:trace>
  <inkml:trace contextRef="#ctx0" brushRef="#br0" timeOffset="76830.607">28594 3959 375 0,'0'0'2931'16,"0"0"-2406"-16,0 0-305 0,0 0-10 16,0 0-2-16,0 0 67 0,0 0-58 0,90 25-107 15,-52-11-55-15,1 2-30 0,-2 7 5 16,-1 1-28-16,0 2-2 0,-1 3-30 15,-8 1 18-15,-1 3-117 0,-7-1-33 16,-8 3-1-16,-5 0 24 0,-6 1-12 16,-3 3-23-16,-11-3-2 0,-6 1 3 15,-5-1 44-15,-2 0 44 0,-4-3 0 16,-3 0-30-16,1-2-37 0,0-6 8 0,0-3-186 16,2-7-196-16,5-4-787 0,-7-4 551 0</inkml:trace>
  <inkml:trace contextRef="#ctx0" brushRef="#br0" timeOffset="77614.566">29764 4263 1398 0,'0'0'82'0,"0"0"1150"0,0 0-958 15,5-67-85-15,-5 50 104 0,-4 2 61 0,-1 4-2 16,-6 0-17-16,0 3-91 0,-7 3-39 15,0 1-101-15,0 2-9 0,-2 2 11 16,4 0-39-16,-2 9-39 0,2 5-7 16,0 5-6-16,3 9-3 0,2 7 3 0,3 4 19 15,2 5 11-15,6 1-14 0,0-6-19 16,0-5-12-16,8-6-3 16,1-7-27-16,2-7-1 0,0-5-39 0,7-7 25 15,1-2-4-15,3-5-3 0,1-8-27 16,3-5-6-16,-1-2-1 0,0-4 4 15,-5-1 11-15,-3 3 28 0,-1 3 28 16,-5 3-13-16,-4 4 28 0,-1 6 12 16,-3 4 3-16,-1 2 3 0,-2 0 59 15,0 0-28-15,1 7-9 0,0 3-10 0,1 3 65 16,-1 3-1-16,2 1-26 0,0 0-11 16,0-4-57-16,3-1-12 0,2-4-37 15,1-1-72-15,5-6-96 16,5-1-75-16,1-1-217 0,-2-8-840 0,8-13-1385 15</inkml:trace>
  <inkml:trace contextRef="#ctx0" brushRef="#br0" timeOffset="77819.942">30399 4018 1967 0,'0'0'1706'0,"0"0"-1262"0,0 0-310 15,-73 76 55-15,45-42 221 0,2-1-31 16,1 1-103-16,7-3-64 0,4-3-79 15,6-3-72-15,8-1-41 0,0-6-20 16,6 1-24-16,6-3-6 0,4-4-40 16,0-2-14-16,2-4-22 0,1-2-22 0,-2-3-24 15,1-1-12-15,-5 0-68 0,-1-3-226 16,-4-1-605-16,-5-5-633 0</inkml:trace>
  <inkml:trace contextRef="#ctx0" brushRef="#br0" timeOffset="77995.479">30264 4292 2164 0,'0'0'1688'0,"0"0"-1364"0,0 0-187 16,0 0 191-16,0 0 7 0,0 0-18 15,0 0-56-15,104 37-91 0,-73-37-92 16,7 0-51-16,3-8-27 0,1-4-96 16,3-1-65-16,3-4-48 0,0-2-84 15,0-2-244-15,-12 6-956 0,12-13-1347 0</inkml:trace>
  <inkml:trace contextRef="#ctx0" brushRef="#br0" timeOffset="78183.144">31051 3886 1937 0,'0'0'1588'0,"0"0"-1203"0,0 0-250 16,0 0 13-16,-52 73 141 0,32-36 28 0,1 6-35 15,-2 3-84-15,1 3-83 0,0-1-24 16,0 5-3-16,-1-2-36 0,-2 3-15 15,2-4-37-15,0-4-24 0,4-5-55 16,0-7-88-16,5-9-28 16,4-6-31-16,4-10-16 0,3-6-73 0,1-6-245 15,0-13-766-15,0 2-825 0,10-19 1887 16</inkml:trace>
  <inkml:trace contextRef="#ctx0" brushRef="#br0" timeOffset="78422.924">30979 4063 316 0,'0'0'2932'0,"0"0"-2424"15,0 0-323-15,0 0 92 0,0 0 64 16,0 0-101-16,0 0 35 0,0 0-76 16,28 96-90-16,-25-59-9 0,-1 3 3 15,-2 5 12-15,0 0-42 0,0 0-37 0,-2-2-13 16,-1-3-23-16,2-5-3 0,1-5-12 16,0-11 3-16,1-6 12 0,5-7 11 15,1-6 29-15,8 0 2 0,1-12-9 16,8-9-15-16,5-8-16 0,3-10-2 15,2-6-35-15,1-2 2 0,-2-3-46 16,-3 3 7-16,-1 0-53 0,-3 4-50 16,-3 7-23-16,-3 6-34 0,-1 7-127 15,-2 8-235-15,-4 8-502 0,-2 7-559 0</inkml:trace>
  <inkml:trace contextRef="#ctx0" brushRef="#br0" timeOffset="78654.279">31418 4478 1926 0,'0'0'1758'0,"0"0"-1376"0,0 0-382 15,0 0-51-15,0 0 51 0,0 0 82 16,0 0 27-16,0 0-47 0,0 0-40 16,0 0 6-16,0 0 31 0,78 61 16 15,-74-33 33-15,-2 3 46 0,1-1 12 16,-3-5-35-16,0-3-48 0,0-6-16 0,0-5-42 15,0-6-25-15,0-3-24 0,0-2-135 16,0-10-43-16,1-7-29 0,3-5-207 16,2 2-335-16,3-20-1396 0</inkml:trace>
  <inkml:trace contextRef="#ctx0" brushRef="#br0" timeOffset="78798.371">31634 4169 1170 0,'0'0'2506'0,"0"0"-1941"0,0 0-462 15,0 0 33-15,0 0 99 0,0 0-36 0,0 0-107 16,0 0-92-16,78-2-6 16,-65 2-199-16,1 0-119 0,-5 0-229 0,-3 0-941 0</inkml:trace>
  <inkml:trace contextRef="#ctx0" brushRef="#br0" timeOffset="79429.145">26551 5334 646 0,'0'0'2076'0,"0"0"-1547"0,0 0-119 16,0 0 12-16,0 0-61 0,98 33-46 15,-67-27-107-15,-2-6-58 0,1 0-77 16,-1 0-39-16,-1 0-34 0,-2-5-2 15,-1-2-13-15,-2 0-56 0,-1-2-66 16,-2 2-50-16,-4-3-90 0,-2 3-145 16,-5 3-524-16,-6 0-690 0</inkml:trace>
  <inkml:trace contextRef="#ctx0" brushRef="#br0" timeOffset="79579.048">26701 5503 441 0,'0'0'209'0,"0"0"1658"0,0 0-1375 15,0 0-121-15,0 0 182 0,0 0-146 16,0 0-113-16,79 22-94 0,-54-22-84 16,5 0-70-16,1-5-43 0,-3-6-3 15,3-5-101-15,-2-2-68 0,-2-4-99 16,-3-2-144-16,-8 6-631 0,-1-8-953 0</inkml:trace>
  <inkml:trace contextRef="#ctx0" brushRef="#br0" timeOffset="79813.335">27005 5192 78 0,'0'0'157'0,"0"0"2240"0,0 0-1845 0,0 0-252 16,0 0 0-16,0 0-10 0,0 0-62 16,0 0-83-16,0 0-64 0,84 67-41 15,-70-47-12-15,2 5-7 0,-6 2-9 0,-2 3-11 16,-6 5 10-16,-2-1-9 15,-1 3-2-15,-9-1-30 0,0-3 30 0,-5-3 0 16,2-5-3-16,-1-2-9 16,2-5-65-16,0-3-35 0,1-3-49 0,3-3-59 15,-4-2-38-15,4-2-144 0,0-1-397 16,2-2-1100-16,-3-2 1341 0</inkml:trace>
  <inkml:trace contextRef="#ctx0" brushRef="#br0" timeOffset="80324.832">28044 5281 874 0,'0'0'1890'15,"0"0"-1563"-15,0 0-196 0,0 0 143 16,0 0 175-16,0 0-77 0,0 0-118 15,81 90-103-15,-59-58-43 0,-2 0-10 16,-3 3-22-16,-3 2-12 0,-5 1-30 16,-1 1-7-16,-8-1-8 0,0 1-4 15,0-6-12-15,-3-2 18 0,-3-7-19 16,1-4 41-16,2-7-25 0,3-7-17 0,0-2 2 16,0-4 31-16,0 0 8 0,0-3-11 15,0-2-28-15,0-9 51 0,0-7-54 0,6-5-36 16,2-3 9-16,0-4 2 0,7 0-8 15,-1 2-1-15,3 1 22 16,2 4-3-16,1 2-6 16,3 0-22-16,0 6-30 0,-2 0-19 0,0 6-67 15,-2 1-35-15,-2 4-59 0,2 2-109 0,-2 1-127 16,0 4-204-16,-6 0-682 0,3 0 173 0</inkml:trace>
  <inkml:trace contextRef="#ctx0" brushRef="#br0" timeOffset="80534.564">28589 5645 2214 0,'0'0'1595'0,"0"0"-1062"15,0 0-329-15,0 0-123 0,0 0-1 0,0 0-31 16,0 0 34-16,0 0-33 15,0 0-50-15,0 0-83 0,56-9-83 0,-39 5-109 16,0 0-135-16,-5 2-373 0,-1-1-1214 16</inkml:trace>
  <inkml:trace contextRef="#ctx0" brushRef="#br0" timeOffset="81080.294">29214 5334 2578 0,'0'0'396'0,"0"0"-306"0,0 0 114 15,0 0 196-15,0 0-88 0,0 0-30 16,-87-2-86-16,64 14-104 0,-2 5-42 16,-1 4 5-16,0 8 28 0,-1 6 105 0,-1 7-8 15,4 1-67-15,2 4-28 16,3-5-15-16,7-3-31 0,4-6-11 0,6-9-25 15,2-9-2-15,2-5 29 0,12-5-30 16,4-5-21-16,7-5-6 0,3-9-7 0,6-9-24 16,-1-5-27-1,-2-3-31-15,1-1-24 0,-2 0 48 0,-4 4 0 16,-1 0 21-16,-6 4 16 0,-1 5 12 16,-5 2 34-16,-5 5 9 0,-3 5 40 0,-3 2 21 15,-2 5 13-15,0 0 12 0,0 1-37 16,0 8-12-16,0 4-25 0,0 7 55 15,-3 5-30-15,-1 4 18 0,2 4 6 16,2-2-7-16,0-1-20 0,2-1-32 16,5 2-2-16,1-6-18 0,4-1-1 15,2-9-20-15,2-4-47 0,4-3-48 16,0-5-19-16,2-3-16 0,-2 0-59 16,0-8-288-16,-4 2-725 0,2-9-1048 0</inkml:trace>
  <inkml:trace contextRef="#ctx0" brushRef="#br0" timeOffset="81418.907">29715 5571 333 0,'0'0'3669'0,"0"0"-2743"0,0 0-810 0,0 0 52 15,0 0 32-15,85 2-33 0,-68-2-31 16,0-1-33-16,1-2-63 0,0 0-28 15,-3 0-12-15,1 0 0 0,-6 0-46 16,0 1-26-16,-5 1 2 0,-3 1-21 16,-1 0-6-16,-1 0 27 0,0 0 22 15,0 0 21-15,0 0 14 0,0 0 13 0,0 0 0 16,0 0 2-16,0 0 1 0,0 0 16 16,-1 0-1-16,-1-1-6 0,2 1-10 15,-1 0-2-15,-1 0-30 0,2 0-10 16,0 0 1-16,-1 0-7 0,0-2 0 0,-2 2-6 15,2-1-12-15,-4 1-6 0,2-2-25 16,-3 2-86-16,-2-3-152 0,-4 1-231 16,5 1-499-16,-9 0-610 0,79 13 577 15</inkml:trace>
  <inkml:trace contextRef="#ctx0" brushRef="#br0" timeOffset="81769.148">29821 5228 935 0,'0'0'2136'15,"0"0"-1544"-15,0 0-592 0,0 0-16 16,0 0 16-16,0 0 146 0,0 0 70 0,-90 39 57 15,66-14-96-15,1 4-78 0,0 4-7 16,3 4 22-16,1 0 52 0,2 2-41 16,1 0-49-16,4 0-36 0,-2 0-16 15,6-2-11-15,-1-1-12 0,3-4 1 16,6-3 13-16,0-5 0 0,3-1 12 0,10-4 4 16,2-5-10-16,6 1-6 0,4-5-13 15,2-1 14-15,1-3-16 0,3-2-13 16,2-1-41-16,0-3-19 15,0 0-13-15,1-7-30 0,0 0-58 0,-2-2-45 16,-2-2-93-16,-7 3-288 0,2-6-843 0</inkml:trace>
  <inkml:trace contextRef="#ctx0" brushRef="#br0" timeOffset="82482.122">30716 5193 1056 0,'0'0'1704'0,"0"0"-1249"0,0 0-254 16,3 73-30-16,-3-36 104 0,-7 7 55 0,-2 5-69 16,-2 2-76-16,-4 2-62 15,2 1-40-15,-2-4 3 0,1-2-10 0,0-5-30 16,4-4-46-16,1-7-9 0,2-6-25 16,5-9-6-16,2-7-24 0,0-9-22 15,2-1-52-15,10-7-32 0,1-11-68 16,4-5-48-16,0-7-41 0,4-2-160 15,-3-5-255-15,0-1-243 0,-3 1 438 0,1 0 146 16,-2 1 267-16,-3 0 134 16,-2 1 287-16,0 4 218 0,-4 2 65 0,-1 6-48 15,0 5-34-15,-1 5-26 0,0 7-61 16,0 3-76-16,2 3-77 0,0 4-27 16,2 8 14-16,1 7-82 0,0 6-39 15,2 6-13-15,-2 6-34 0,-1 2-9 16,0-1 21-16,1 0 10 0,3-3-19 0,0-5-34 15,4-5-24-15,-2-5 25 16,2-6-7-16,-1-6 37 0,0-4 45 0,0-4 9 16,3-3-39-16,2-9-34 15,4-4-21-15,-1-7-25 0,1-4 16 0,-3-2-18 16,2 0-27-16,-2-3-15 0,-3 4-40 16,0 1-72-16,-1 6-64 0,2 3-26 15,-2 7-74-15,1 4-265 0,-3 7-616 16,-1 0-375-16,0 7 230 0</inkml:trace>
  <inkml:trace contextRef="#ctx0" brushRef="#br0" timeOffset="82681.081">31405 5695 668 0,'0'0'2983'0,"0"0"-2499"0,0 0-337 16,0 0 55-16,0 0 130 16,0 0-14-16,0 0-89 0,0 0-114 0,0 0-57 15,0 0-31-15,38 46-27 0,-37-39 0 16,1 4-3-16,-2 2 0 0,0 4 1 15,0 1 1-15,-6 2-29 0,3-4-19 16,-2-3-27-16,5-3-21 0,0-9-4 16,0-1-48-16,0-6-78 0,3-7-139 15,0 1-401-15,2-19-1321 0</inkml:trace>
  <inkml:trace contextRef="#ctx0" brushRef="#br0" timeOffset="82812.299">31567 5379 3918 0,'0'0'748'0,"0"0"-610"16,0 0-46-16,0 0 52 0,0 0-22 16,0 0-12-16,0 0-95 0,0 0-15 15,0 0-235-15,96-6-99 0,-79 3-258 0,2 3-1063 16</inkml:trace>
  <inkml:trace contextRef="#ctx0" brushRef="#br0" timeOffset="83380.278">26773 6535 1482 0,'0'0'1435'16,"0"0"-885"-16,0 0-121 0,80 32-24 0,-50-17-37 15,1-3-13-15,0-3-95 16,0-3-51-16,0-4-78 0,0-2-47 0,3-2-32 0,-3-8-25 16,3-3-27-16,-6-2-9 15,0-3-94-15,-4 1-57 0,-6 3-62 0,-6 2-40 16,-4 7-103-16,-8 4-351 0,0 1-748 15,-20 9-827-15</inkml:trace>
  <inkml:trace contextRef="#ctx0" brushRef="#br0" timeOffset="83546.231">26875 6707 2069 0,'0'0'676'0,"0"0"-211"0,0 0 27 15,0 0-51-15,0 0-35 0,0 0-86 16,81 10-66-16,-49-8-92 0,3-2-83 15,0-2-55-15,-3-4-24 0,1-1-1 0,-2 0-105 16,-1-2-28-16,-3 1-31 0,0 0-38 16,-6-3-133-16,-5 6-387 0,-8-7-1068 0</inkml:trace>
  <inkml:trace contextRef="#ctx0" brushRef="#br0" timeOffset="83779.352">27114 6392 684 0,'0'0'293'16,"0"0"864"-16,0 0-427 0,0 0-212 0,0 0-125 16,0 0-7-16,0 0-84 0,0 0-92 15,84-20-23-15,-52 32-25 0,1 0-39 16,4 2-32-16,0 4-51 0,-3 0-18 16,-1 3-22-16,-4 0-37 0,-7 2-66 0,-5 2-41 15,-8 3 37-15,-7 3 24 16,-4 4-3-16,-13 2-46 0,-6 2 61 0,-6 1 3 15,-4-2 6-15,-2-2 19 16,-1-3 12-16,0-4-44 0,0-4-78 0,1-6-108 16,10-7-313-16,-11 0-754 0</inkml:trace>
  <inkml:trace contextRef="#ctx0" brushRef="#br0" timeOffset="84672.061">28232 6582 121 0,'0'0'1835'0,"0"0"-1219"16,0 0-169-16,0 0-89 0,0 0 50 0,0 0-49 15,0 0-64-15,0 0-94 0,87 25-72 16,-68-3-31-16,1 3-6 0,-5 5-24 15,-2-3 2-15,-4 4-28 0,-4-3-11 0,-2 0-29 16,-1-3 1-16,-2-4-3 16,0-4-2-16,0-2-19 0,0-6-25 0,-2-4 0 15,2-3-36-15,-3 0 11 0,3-2 44 16,-2 0 27-16,2 0 11 0,-3-6 23 16,0-1-33-16,0-3-1 0,1-6 2 15,2-1 10-15,0-4-11 0,0-2 2 16,3 1-3-16,6 0-49 0,4 0 6 15,1 3 9-15,3 2-27 0,2 3-7 16,4 3-12-16,-3 5-77 16,2 1-73-16,3 2-172 0,-2 3-252 15,0 0-456-15,-9 0-200 0,6 7 564 0</inkml:trace>
  <inkml:trace contextRef="#ctx0" brushRef="#br0" timeOffset="84844.393">28729 6760 232 0,'0'0'153'0,"0"0"2347"15,0 0-1928-15,0 0-224 0,0 0 141 0,0 0-56 16,0 0-41-16,0 0-103 0,0 0-131 16,0 0-122-16,0 0-35 0,30 9-1 15,-20-9-18-15,5 0-67 0,-1 0-66 16,6-2-81-16,5-4-28 0,1 0-137 16,3-3-399-16,-6 2-822 0,8 0-291 0</inkml:trace>
  <inkml:trace contextRef="#ctx0" brushRef="#br0" timeOffset="85245.562">29385 6597 673 0,'0'0'2718'0,"0"0"-2309"16,0 0-286-16,0 0 66 0,0 0 137 15,-91-9-76-15,73 9-84 0,-2 4-59 16,2 6-73-16,0 2-22 0,1 5 13 0,0 5 20 15,0 4-5-15,0 4 21 0,2 0 49 16,2 0 14-16,1 1-60 0,7-4-27 16,0-4-19-16,5-2-17 0,0-8-1 15,5-3 0-15,3-7-11 0,7 0-2 16,2-3 12-16,5-5-14 0,2-6-21 16,3-7-43-16,1-6-46 0,0-1-15 15,-1-3-4-15,-1 2 31 0,-3 2 12 16,-3 1 24-16,-4 5 25 0,-4 4 48 15,-4 5 4-15,-5 2 37 0,0 6 19 0,-3 1-13 16,0 0 6-16,0 0 6 0,0 5-30 16,0 3-23-16,0 4 77 0,0 7-17 15,0 2-10-15,0 0 5 0,0 0 17 16,2-2-4-16,4 1-52 0,6-4-18 16,-4 2-49-16,5-5-6 0,2-1-134 15,-2-2-35-15,2-2-3 0,-1-1-146 0,0-2-345 16,0-1-592-16,-5-3-680 0,5-1 1932 0</inkml:trace>
  <inkml:trace contextRef="#ctx0" brushRef="#br0" timeOffset="85497.49">30179 6642 3646 0,'0'0'1125'0,"0"0"-1035"0,0 0-88 16,0 0 9-16,0 0 19 0,0 0 89 16,0 0 43-16,-82 78-22 0,71-45-70 15,3 0-12-15,-1 4 3 0,5-5-16 16,3 1-9-16,1-7-33 0,0-2 9 0,0-1-12 16,8-8-15-16,4-3-24 0,1-8-49 15,5-2-12-15,1-4-40 0,3-8-71 16,-1-5-28-16,-3-3-134 0,-4-3-398 15,-5 6-871-15,-6-6-350 0</inkml:trace>
  <inkml:trace contextRef="#ctx0" brushRef="#br0" timeOffset="85651.161">30078 6804 1023 0,'0'0'2735'16,"0"0"-2261"-16,0 0-315 0,0 0 54 15,0 0 70-15,0 0-26 0,0 0 38 16,0 0-144-16,105 36-81 0,-70-36-43 15,2-9-27-15,2 0-54 0,-2-4-116 0,-3 0-64 16,-1 1-65-16,-4 0-169 0,-9 5-778 16,-1-1-1207-16</inkml:trace>
  <inkml:trace contextRef="#ctx0" brushRef="#br0" timeOffset="86025.919">31154 6459 1395 0,'0'0'1855'0,"0"0"-1477"16,-40 69-217-16,23-33-41 0,-6 9 88 16,-2 3 78-16,1 1-48 0,-1 1-63 0,-1 0-55 15,0-2-22-15,3-4 2 0,0-4-14 16,7-9-86-16,-1-1-42 0,6-7-77 15,0-6-25-15,1-3-12 0,6-7-35 16,3-7-69-16,1-3-254 0,0-12-844 16,0 3-699-16,5-15 1986 0</inkml:trace>
  <inkml:trace contextRef="#ctx0" brushRef="#br0" timeOffset="86265.876">31077 6528 215 0,'0'0'2555'0,"0"0"-2035"16,0 0-307-16,0 0 65 15,0 0 12-15,0 0-13 0,0 0-29 0,79 47-107 16,-68-13-36-16,0 1 2 0,-2 2-6 16,-1-1-3-16,0-2-22 0,-2-6-31 15,6-3-17-15,-4-6-13 0,3-6 0 16,-2-2 13-16,2-4 8 0,0-5 13 16,3-2 2-16,0-6 19 0,7-8-15 0,6-11-28 15,4-7-27-15,5-9-13 0,3-8-48 16,2-6-51-16,1-4-34 0,0-5-58 15,3-1-81-15,-12 15-258 0,13-23-1027 0</inkml:trace>
  <inkml:trace contextRef="#ctx0" brushRef="#br0" timeOffset="105930.043">24173 10783 1365 0,'0'0'387'0,"0"0"-166"0,0 0 481 0,0 0-268 16,0 0-71-16,0 0-18 0,0 0-15 15,0 0-44-15,0 0-42 0,0 0-35 0,0-3-20 16,0 3-36-16,0 0-19 0,0 0-34 16,3 0-18-16,0 0-40 0,5 0-11 15,4-2 2-15,4 0-18 0,7 2 3 16,3 0 0-16,2-1-15 0,2 0 9 16,1-1-10-16,4 1 14 0,1-1-15 15,5 0 11-15,5-1 0 0,0 1-10 16,3 0-1-16,3 1 17 0,-2 1-6 15,2 0-11-15,0 0 2 0,1 0 0 16,-2 0-1-16,0 5-1 0,-3-4-1 16,1 2-11-16,-3 0 10 0,-1-2-2 0,-3 3 0 15,1-4 0-15,-3 5 1 0,2-3-22 16,0 2 6-16,-3 1 3 0,0 2-1 16,-3-3-1-16,-2 4 17 15,-2-1 0-15,0 0-23 0,-3 0 22 0,-1 1 1 0,1-1-18 16,2-3 6-16,-1 1 11 0,2-2-1 15,1-1-38-15,1-2 1 0,1 0 39 16,-4 0-36-16,-1 0 8 0,-2 0 25 16,4 0-18-16,-5 0-6 0,2 0 27 15,-2 0 0-15,2 0 0 0,-1 0-1 16,-1 0 1-16,0 0 17 0,4 0-17 16,-3 0-2-16,3 0 2 0,-1 0 0 0,0 0-1 15,-1 0-2-15,-3 0-15 0,4 0 15 16,-1 3-1-16,0-1-20 0,1 2 22 15,1-2-8-15,0 1 10 0,2 0 2 16,-1-3-2-16,5 2 15 0,-2 0-12 16,1-2 6-16,0 0-9 0,0 0 0 15,0 0 0-15,1 0 0 0,0 0 0 16,-3 2-2-16,2-1 2 0,-3 3 1 0,-1-1 2 16,1-1 0-16,-2 0 13 0,0-1-4 15,0-1 0-15,-3 0 6 16,3 0-16-16,-3 0 13 0,3 0-12 0,0 0 16 15,-2-4-19-15,1 0 0 0,-1 0 0 0,2 1-2 16,0 1-1-16,0 0 1 0,0 2-11 16,2 0 11-16,-2 0-1 15,0 0-16-15,-2 0 19 0,1 2 3 16,2 0 0-16,1 1 9 0,-1 1-10 16,1-3 20-16,0 1-10 0,1 0-10 0,1-2-2 15,-2 2 0-15,4-2 12 0,-3 0-12 16,2 0 0-16,0-3-2 0,2 2-13 15,-2-1 13-15,-2 1 2 0,-1 1 0 16,-1 0 1-16,-2 0 1 0,-1 0 10 0,-1 0 0 16,-7 0-9-16,1 0 12 15,-5 0-13-15,-4 0 10 0,-3 0-12 16,-1 0 1-16,-3 0-1 0,-1 0-1 0,-2 0-1 16,3 0 0-16,0 0 0 0,-1 0 2 15,1 0-1-15,0 0 0 0,2 0 0 16,1 0-1-16,-1 0-12 0,2 0 14 15,-3 0 0-15,-1 0-19 0,-4 0-18 0,-2 0-23 16,0 0-28-16,0 0-25 0,-5 0-55 16,-7 0-34-16,-1 0-62 15,-8 0-232-15,2 3-656 0,-18 1-971 0</inkml:trace>
  <inkml:trace contextRef="#ctx0" brushRef="#br0" timeOffset="115754.09">23005 11679 950 0,'0'0'352'0,"0"0"-138"15,0 0-139-15,0 0-3 0,0 0 19 16,0 0-16-16,0 0 291 0,0 0 87 16,0 0-260-16,0 0-103 0,60-57-32 15,-51 52-10-15,1-2-10 0,-2 3 10 16,0-1 4-16,-1 2-1 0,3-1 3 0,-1 3 10 16,-1-2 12-16,1 2-25 0,2 1-7 15,0 0 26-15,1 0 3 0,-1 4 9 16,-1 1 25-16,1 2 19 0,-1 0 16 15,-1 0-2-15,-2-1-28 0,3 1-13 16,-2 1-22-16,0-1-6 0,4-1-34 16,-1 3-12-16,5-3-4 0,0 0-21 15,3 3-24-15,2-3 24 0,8 1 15 16,2-2 3-16,3 1-17 0,3-3-2 16,2 1-6-16,0-4-17 0,-1 1-4 15,0 1-24-15,-1-1-25 0,-1-1-47 0,0 1-41 16,0-1-20-16,-1 0-22 15,-1 0-55-15,-4 0-127 0,-4 0-224 0,-6-1-489 16,6-3-214-16</inkml:trace>
  <inkml:trace contextRef="#ctx0" brushRef="#br0" timeOffset="117994.193">6522 14868 2224 0,'0'0'230'0,"0"0"343"15,0 0-333-15,0 0-17 0,0 0 109 16,-49 77-14-16,32-49-45 0,-5 6-100 15,-1 3-71-15,-3 6-34 0,-1 7 2 16,-6 8-30-16,0 5-18 0,-5 8-19 0,-1 6 15 16,-2 7-18-16,-1 3-3 0,1-1-34 15,1-8 1-15,7-10-1 0,8-18 18 16,8-16 7-16,8-19-6 0,8-11-65 16,1-8-44-16,10-14-49 0,9-12 17 15,2-9-4-15,8-11-70 0,4-5-134 16,5-3-122-16,-2-2-159 0,-9 14-144 15,15-22-231-15</inkml:trace>
  <inkml:trace contextRef="#ctx0" brushRef="#br0" timeOffset="118278.226">6416 15121 1094 0,'0'0'1044'15,"0"0"-527"-15,0 0-121 0,0 0-77 0,0 0 55 16,0 0-37-16,0 0-75 0,0 0-70 16,0 0-65-16,0 0-63 0,0 0-24 15,23-19-9-15,-16 46 27 0,4 6-24 16,1 10-19-16,0 7-5 0,0 10-10 0,-1 4-3 15,0 5-21-15,-1 1 21 16,-1-2-13-16,0-5 15 0,-1-8 1 0,1-7 0 16,-2-9 25-16,0-12-7 0,0-7-17 15,-1-10 1-15,3-10-2 0,2 0 0 16,4-17 86-16,5-8 15 0,2-10-52 16,2-9-19-16,3-9-13 0,-1-2-17 15,2-2-2-15,-1 1-10 0,0 4 10 16,0 2-19-16,1 5-1 0,-3 9-23 0,-1 4-50 15,-2 7-70-15,-5 11-45 0,0 5-59 16,-5 9-247-16,-2 0-710 0,0 15-757 0</inkml:trace>
  <inkml:trace contextRef="#ctx0" brushRef="#br0" timeOffset="118487.983">7151 15720 3086 0,'0'0'475'0,"0"0"-311"0,0 0-116 16,0 0 93-16,0 76 210 0,0-49-93 15,0 2-104-15,0-2-93 0,-2 2-8 0,1-1-29 16,-2-2-14-16,1-1-10 0,2-3-43 16,0-6 4-16,0-4-23 0,0-5 3 15,2-4-101-15,4-3-98 0,1 0-125 16,3-5-188-16,-3-3-435 0,3-10-520 0</inkml:trace>
  <inkml:trace contextRef="#ctx0" brushRef="#br0" timeOffset="119046.884">8145 15280 2996 0,'0'0'457'0,"0"0"-292"16,0 0 5-16,0 0 167 15,-82-21 14-15,53 20-104 0,-1 1-109 0,-2 1-92 0,0 5-30 16,-1 6-16-16,-2 4-13 0,4 3 1 16,-1 6-25-16,3 4 7 0,3 4 30 15,6 2 3-15,4-1 21 0,3-4-12 16,8-1-12-16,5-4 16 0,0-5 5 16,7-5 19-16,9-2 12 0,3-2-6 15,8-6 3-15,5 0 6 0,2-3 15 16,2-2-15-16,0 0-22 0,-3-5-32 15,-4-1 1-15,-3 2-2 0,-6-2-15 0,-3 2-19 16,-2-1-63-16,-4 0-68 0,-3 4-62 16,-5 1-121-16,-3 1-247 0,0 4-555 15,-9 10-349-15</inkml:trace>
  <inkml:trace contextRef="#ctx0" brushRef="#br0" timeOffset="119222.753">7821 15799 408 0,'0'0'2683'0,"0"0"-2259"0,0 0-300 15,0 0 56-15,0 0 69 0,0 0 6 16,0 0 95-16,0 0-135 0,0 0-96 16,93 3-42-16,-59-9-10 0,0-3-49 15,2 1-18-15,3-5-15 0,-3 2-34 16,2-1-82-16,-1 0-29 0,5 2-49 16,1 2 17-16,-11 3-292 0,13 3-870 0</inkml:trace>
  <inkml:trace contextRef="#ctx0" brushRef="#br0" timeOffset="119531.704">8919 15139 2224 0,'0'0'408'0,"0"0"-279"16,0 0 86-16,0 0 67 0,0 0 42 16,0 0 73-16,0 0-112 0,0 0-129 15,0 0-51-15,0 0 15 0,-15 94-34 0,8-47-37 16,-3 7 19-16,-4 8-16 0,-2 4-15 16,-4 2-7-16,0 2-28 15,1-4-2-15,-1-3-2 0,5-9-19 16,2-12 18-16,6-11 0 0,3-10-28 0,2-11-52 15,2-7-46-15,0-3-12 0,0-6-17 16,6-10-35-16,3-7-33 0,2-11-101 16,2-7-272-16,-3 6-539 0,9-23-340 0</inkml:trace>
  <inkml:trace contextRef="#ctx0" brushRef="#br0" timeOffset="119778.506">8966 15191 241 0,'0'0'2432'0,"0"0"-2047"0,0 0-254 16,0 0 93-16,0 0 39 0,0 0 14 15,0 0 15-15,90 64-109 0,-77-28-32 16,1 6-21-16,-1 2 17 0,-3 3-27 16,-1 2-38-16,-3 0-27 0,-2-5-34 15,4-5-19-15,-3-9 1 0,1-10-1 0,-2-9 4 16,3-4 6-16,3-7-12 0,2-5 70 16,1-9 6-16,4-9-12 0,2-8-46 15,0-7-18-15,-1-6-42 0,0-2-31 16,0 1-7-16,-2 3-20 0,3 6-4 15,-2 6-22-15,-1 9-40 0,-2 6-50 16,-2 6-76-16,-3 9-170 0,-3 2-212 0,-2 5-509 16,-4 19-170-16</inkml:trace>
  <inkml:trace contextRef="#ctx0" brushRef="#br0" timeOffset="120047.32">9380 15684 2722 0,'0'0'1028'15,"0"0"-688"-15,0 0-113 0,0 0 36 0,0 0-23 16,0 0-35-16,0 0-34 0,75 55-64 15,-62-54-16-15,-2-1-21 0,-2 0-34 16,-2 0-35-16,0 1-1 0,-2 1-18 16,-2 2-15-16,-2 3-1 0,-1 2 7 15,0 7 12-15,0 3-9 0,0 5 9 16,0 2 15-16,0-2 3 0,0-3 10 16,0-5-13-16,0-4 2 0,6-3-2 15,1-3-19-15,3-4 1 0,0 0 15 16,2-2 1-16,2-2-47 0,1-5 13 0,3-1-37 15,1-7-19-15,7 0-30 0,3-5 15 16,1-1 21-16,2-1-341 0,-8 7-550 16,11-9-482-16</inkml:trace>
  <inkml:trace contextRef="#ctx0" brushRef="#br0" timeOffset="120405.504">10565 15537 2752 0,'0'0'1244'0,"0"0"-1056"15,0 0-150-15,0 0-21 0,96-27-17 16,-68 19-43-16,-4 2-111 0,0 1-142 16,-6 1-234-16,12 0-1083 0</inkml:trace>
  <inkml:trace contextRef="#ctx0" brushRef="#br0" timeOffset="120540.715">11491 15663 251 0,'0'0'2989'0,"0"0"-2618"0,0 0-371 0,0 0-171 0,0 0-42 16,0 0-127-16,0 0-105 0,0 0-589 0</inkml:trace>
  <inkml:trace contextRef="#ctx0" brushRef="#br0" timeOffset="120689.031">11809 15498 1691 0,'0'0'568'0,"0"0"-116"0,0 0 58 16,0 0-80-16,80 1-97 0,-58 6-44 0,-1-1-116 15,5 3-86-15,3-1-50 16,4 0-25-16,2-2-12 0,5 1 2 0,3-5 0 16,6 1 14-16,2-3-16 0,4 0-34 15,1 0-87-15,3 0-71 0,-2 0-84 16,1 0-140-16,-15 0-299 16,15 3-673-16</inkml:trace>
  <inkml:trace contextRef="#ctx0" brushRef="#br0" timeOffset="129801.477">15401 14464 2583 0,'0'0'540'0,"0"0"-357"16,-17 84-56-16,8-41 19 0,1 15 113 16,-3 5-4-16,-3 7-84 0,2 4-37 15,-2 4-35-15,4 4 3 0,1 3-37 16,1-2-18-16,2-2-47 0,2-5-19 15,-1-9-36-15,1-10-32 0,-2-16-5 16,1-13 20-16,0-14 41 0,-1-14-28 16,1-12-81-16,-1-16-67 0,0-14-51 0,-1-12-232 0,4 8-165 15,3-37-774-15</inkml:trace>
  <inkml:trace contextRef="#ctx0" brushRef="#br0" timeOffset="130090.841">15325 14416 2985 0,'0'0'409'15,"0"0"-257"-15,0 0 22 0,0 0 179 0,82-4-82 16,-58 26-64-16,-1 10-52 0,0 10 7 16,-4 10-18-16,0 7-37 0,-6 8-43 15,0 5-24-15,-3 6-22 0,0 1-6 16,0 3-11-16,-3-4-1 0,1-5-39 16,-4-10 37-16,0-12-14 0,-1-11 14 15,0-13-19-15,-2-13 19 0,2-6-25 16,-1-8 2-16,-1-3 4 0,2-14 21 0,1-10 91 15,4-13-12-15,3-15-21 0,-1-13-33 16,3-10-24-16,3-4-1 0,2-3-3 16,2 3-25-16,3 2-5 0,2 8-4 0,4 6 19 15,3 10-3-15,0 9-19 0,-1 12-9 16,1 9-30-16,-5 12-59 0,-5 12-67 16,-2 11-104-16,-8 13-226 0,-1-1-445 15,-6 29-677-15</inkml:trace>
  <inkml:trace contextRef="#ctx0" brushRef="#br0" timeOffset="130417.072">15978 15233 3432 0,'0'0'449'16,"0"0"-405"-16,0 0-29 0,0 0 42 0,0 0 32 15,0 0 42-15,0 0 61 0,0 0-22 0,87 62-28 16,-71-26-25-16,2 3-35 0,-5-1-20 16,-1 0-4-16,-4-2-25 0,-2-3 4 15,-1-3-34-15,-3-3-3 0,-1-6 0 16,-1-5-12-16,0-7 12 0,0-6 61 16,0-3-61-16,0-7-37 0,-3-9-30 15,0-8-28-15,2-5 13 0,1-6 41 16,0-1 41-16,9 2 12 0,4 2-12 0,4 3-43 15,6 2 9-15,7-1 19 16,1 2 3-16,2-1-16 0,1-1-34 0,1 3-123 16,-2 0-110-16,1 4-246 15,-12 7-599-15,14-3-459 0</inkml:trace>
  <inkml:trace contextRef="#ctx0" brushRef="#br0" timeOffset="131550.117">17078 14891 1971 0,'0'0'551'16,"0"0"-267"-16,0 0-92 0,0 0 64 0,0 0 85 15,0 0-13-15,0 0-40 0,0 0-48 0,0 0-55 16,0 0-50-16,0 0-43 0,-30-12-73 16,46 7 14-16,9 2 41 0,6-2-1 15,3 1-12-15,5 2-21 0,2 0-39 16,1-2 17-16,1 1-18 0,2-1 0 15,-2-2-27-15,0 2 8 0,-2-1-11 16,-4-2-77-16,-2 2-49 0,-5 3-100 16,-7 0-97-16,-6 2-257 0,-8 2-703 15,-9 9-631-15</inkml:trace>
  <inkml:trace contextRef="#ctx0" brushRef="#br0" timeOffset="131743.214">17196 15108 382 0,'0'0'2766'0,"0"0"-2305"0,0 0-303 16,0 0-47-16,0 0 11 0,0 0 85 16,0 0 42-16,0 0-39 0,0 0-17 0,0 0-58 15,104-4-53-15,-57-7-71 0,2-2-11 16,1 1-43-16,2-1-104 0,1 1-37 16,0 2-38-16,1 0-14 0,-4 3-263 15,-11 3-649-15,7 3-1135 0</inkml:trace>
  <inkml:trace contextRef="#ctx0" brushRef="#br0" timeOffset="136808.461">18606 14397 1251 0,'0'0'2547'15,"0"0"-2270"-15,0 0-218 0,0 0 66 0,-90 69 12 16,67-29 42-16,-2 10 61 0,0 12-32 0,-1 10-61 16,2 9-50-16,0 8-42 15,3 3-27-15,-2 3 17 0,3-1-11 16,-2-2-34-16,-1-2-16 0,0-5 14 0,2-10-22 15,3-12-31-15,1-14-15 0,4-14-3 16,4-16-12-16,6-13-16 0,1-7-34 16,2-22-111-16,5-12-94 0,6-16-131 15,7-15-106-15,1-11-84 0,4-9-146 16,-4 22-462-16</inkml:trace>
  <inkml:trace contextRef="#ctx0" brushRef="#br0" timeOffset="137078.135">18454 14499 931 0,'0'0'2125'0,"0"0"-1729"15,0 0-193-15,0 0 43 0,0 0 2 0,82-34-46 16,-62 55 15-16,-3 9-20 0,3 12-31 16,-2 8-29-16,2 8-27 0,-4 9-19 15,-1 4-11-15,0 4-32 0,-1 0-30 0,-2 2-18 16,-2 0-24-16,-1-2 12 16,-2-8-6-16,-1-10 17 0,-2-15 1 0,1-16 45 15,0-15-33-15,-1-11 7 0,4-4-1 16,3-16 91-16,2-13 9 0,2-15-45 15,5-11-43-15,0-14-29 0,2-5-1 16,3-7-3-16,1-4-12 0,0-2-70 16,3 1-48-16,0 9-34 0,-2 11 27 15,0 19 0-15,-3 14-19 0,-3 13-37 16,-2 12-69-16,-5 11-232 0,-5 1-544 16,-7 21-538-16</inkml:trace>
  <inkml:trace contextRef="#ctx0" brushRef="#br0" timeOffset="137411.558">19006 15358 2779 0,'0'0'982'0,"0"0"-898"0,0 0-83 16,0 0 95-16,0 0 40 0,0 0 26 15,0 0-22-15,0 0 0 0,0 0-35 16,83 88 82-16,-76-43-73 0,-1 4-72 16,-1-2-8-16,-3-3 21 0,2-5-6 15,-4-10-47-15,3-7 22 0,-3-9-22 16,2-8 17-16,-1-5 17 0,2-5-5 0,2-13 11 16,0-7-11-16,3-10-7 15,3-5-24-15,1-8-2 0,2-1-19 0,0 2 3 16,4 2-13-16,-2 4 28 0,1 9-15 0,-1 7-40 15,-1 5-27-15,-3 9-22 0,-1 4-53 16,-3 4-31-16,0 3-50 0,-2 2-112 16,-3 5-132-16,0 0-260 0,0 7-585 15</inkml:trace>
  <inkml:trace contextRef="#ctx0" brushRef="#br0" timeOffset="137596.491">19482 15590 988 0,'0'0'2769'0,"0"0"-2379"0,0 0-166 16,0 0 189-16,0 0-152 0,84-6-60 0,-62 2 24 15,1-3-107-15,1-2-81 0,2-1-10 16,0-3-25-16,2-1-2 0,-4-3-66 16,-3 0-107-16,-3 1-43 0,-4-3-83 0,-4 2-129 15,-5 5-294-15,-5-4-811 0</inkml:trace>
  <inkml:trace contextRef="#ctx0" brushRef="#br0" timeOffset="137774.77">19606 15297 1729 0,'0'0'1080'0,"0"0"-606"16,0 66-242-16,0-30 34 0,0 8 86 15,0 4-16-15,0-2-18 0,0 0-64 0,0-3-132 16,0-3-119-16,0-4-3 0,3-4-125 15,-1-4-74-15,2-6-47 0,0-8-30 16,5-10-78-16,2-7-205 0,1-15-487 16,-2 0-589-16,6-24 950 0</inkml:trace>
  <inkml:trace contextRef="#ctx0" brushRef="#br0" timeOffset="137932.694">20091 15293 635 0,'0'0'2827'0,"0"0"-2378"0,0 0-176 0,18 72 93 15,-18-36-82-15,0 4-9 0,0 6-22 16,-5 0-126-16,-1 1-66 0,0-4-61 16,0-1-14-16,1-3-41 0,0-2-88 15,2-1-70-15,0-4-90 0,3-10-265 0,-3 7-958 0</inkml:trace>
  <inkml:trace contextRef="#ctx0" brushRef="#br0" timeOffset="138838.59">20700 15005 947 0,'0'0'2124'0,"0"0"-1677"0,0 0-109 16,0 0-34-16,87 7-15 15,-64-3-63-15,-3-2-85 0,0 0-76 0,2-2-47 0,-2 0-18 16,2-2 0-16,1-4-43 0,-1-2-114 16,-3-1-80-16,-1 1-93 0,-7 4-288 15,-6 1-1000-15</inkml:trace>
  <inkml:trace contextRef="#ctx0" brushRef="#br0" timeOffset="139030.96">20712 15264 1395 0,'0'0'1810'16,"0"0"-1478"-16,0 0-215 0,0 0-4 16,0 0 139-16,0 0 82 0,0 0 37 15,0 0-116-15,88-9-118 0,-58 2-73 0,3 2-42 16,4-2-22-16,0 0-15 0,-1 1-46 15,3-1-76-15,2 1-78 0,1 0-65 16,2 0-131-16,-13 1-561 0,14-1-947 0</inkml:trace>
  <inkml:trace contextRef="#ctx0" brushRef="#br0" timeOffset="139181.496">21893 15186 401 0,'0'0'2549'0,"0"0"-2254"16,0 0-196-16,0 0-99 0,0 0-77 0,91-32-404 15,-78 21-766-15</inkml:trace>
  <inkml:trace contextRef="#ctx0" brushRef="#br0" timeOffset="139318.356">22490 15180 1831 0,'0'0'1248'0,"0"0"-1082"0,0 0-150 0,0 0 18 16,0 0-34-16,0 0-128 0,0 0-125 15,0 0-192-15,79-34-346 0,-68 29-437 16</inkml:trace>
  <inkml:trace contextRef="#ctx0" brushRef="#br0" timeOffset="139446.257">22858 15091 225 0,'0'0'368'0,"0"0"-283"0,0 0-55 0,77 5 25 0,-52 0 727 16,0 0 0-16,1 0-356 0,-1-1-15 16,1-1-45-16,0-3-72 0,-2 0-153 15,-2 0-141-15,1-3-18 0,0-3-187 16,-4-1-178-16,-2 2-577 0,2-2-960 0</inkml:trace>
  <inkml:trace contextRef="#ctx0" brushRef="#br0" timeOffset="139810.434">23632 15066 3591 0,'0'0'954'0,"0"0"-781"0,0 0-173 0,0 0 0 15,80 11 34-15,-44-9-4 0,3-1 13 16,3 1-43-16,1-2-1 0,3 0-42 16,1-5-58-16,1-4-93 0,0 0-70 0,-3 1-97 15,-6 0-168-15,-14 1-270 0,-5 2-638 16</inkml:trace>
  <inkml:trace contextRef="#ctx0" brushRef="#br0" timeOffset="139976.645">23812 15348 992 0,'0'0'3015'0,"0"0"-2668"16,0 0-334-16,0 0 77 0,0 0 39 15,85 36 22-15,-49-36 43 0,4-7-38 16,9-7-95-16,1-6-61 0,1 0-16 0,2-3-115 16,-5 0-102-16,-2 0-7 0,-5 2-98 15,-10 4-416-15,2-1-965 0</inkml:trace>
  <inkml:trace contextRef="#ctx0" brushRef="#br0" timeOffset="140357.126">25466 14511 774 0,'0'0'0'0,"0"0"0"0,0 0 417 16,0 0 42-16,-88-15 151 0,65 16-90 15,1 10-68-15,-1 5-58 0,3 7-85 16,4 9-17-16,1 13-28 0,3 10-8 0,-1 10-48 15,0 9-52-15,1 5-34 0,-2 3-3 16,-2 0-50-16,1 0-69 16,-5-2-2-16,1-4-16 0,0-5-3 0,1-7-9 15,0-8-16-15,3-13-6 0,4-12-12 16,2-11 15-16,6-11-27 0,0-7-46 16,3-6-71-16,0-14-54 0,8-14-73 15,3-7-107-15,4-15-190 0,-4 10-433 16,9-34-347-16</inkml:trace>
  <inkml:trace contextRef="#ctx0" brushRef="#br0" timeOffset="140612.231">25274 14520 290 0,'0'0'3084'0,"0"0"-2615"0,0 0-337 16,0 0-79-16,0 0 51 0,86 14 34 0,-66 16 97 16,-3 10 21-16,-4 13-81 15,-1 8-41-15,-1 8 13 0,-2-2 8 0,-1 0-55 16,2-5-42-16,-2-5-55 0,0-6-3 15,2-5-31-15,0-6 29 16,-2-12-16-16,0-9 18 0,-1-9 14 0,-1-7 41 16,1-3-31-16,1-8-23 0,4-9 29 15,5-8-11-15,1-13-16 0,5-12-1 16,0-10-2-16,5-13-61 0,1-7-42 16,2-4-15-16,3 2-38 0,-1 5 4 0,1 13 14 15,2 10-25-15,-6 16-86 0,-1 9-143 16,-6 10-176-16,-4 7-516 0,-4 5-795 0</inkml:trace>
  <inkml:trace contextRef="#ctx0" brushRef="#br0" timeOffset="141556.386">25893 15177 1922 0,'0'0'1160'15,"0"0"-959"-15,0 0-45 0,0 0-121 16,0 0 82-16,0 0 142 0,0 0 40 0,0 0 18 16,0 0-98-16,67 73-93 0,-58-35-31 15,0 4-27-15,-5-2-20 0,0-4-20 0,-2-5-27 16,1-6-1-16,0-7-18 0,0-5 5 16,-2-7 11-16,0-1 2 0,1-4 1 15,-1-1 12-15,-1-1-1 0,3-7-9 16,3-5 15-16,3-8 13 0,-1-7-4 15,6-4-2-15,0-4-25 0,1 3 0 16,0 0-31-16,-1 5-21 0,4 1-18 16,-1 4-56-16,0 0-70 0,3 4-70 15,-1 2-73-15,1 5-195 0,-3 4-467 16,2 2-500-16</inkml:trace>
  <inkml:trace contextRef="#ctx0" brushRef="#br0" timeOffset="141754.079">26335 15399 2312 0,'0'0'1402'0,"0"0"-1113"16,0 0-206-16,0 0 82 0,0 0 142 0,92 0-76 16,-67 0-63-16,1-6-104 0,3-2-64 15,2-4 0-15,1-3-97 0,1-3-94 16,-1-4-80-16,-3-3-96 0,-2-2-233 15,-9 7-583-15,-3-8-608 0</inkml:trace>
  <inkml:trace contextRef="#ctx0" brushRef="#br0" timeOffset="141925.186">26507 15133 147 0,'0'0'2281'15,"0"0"-1900"-15,0 0-243 0,0 0 38 16,-18 90 105-16,17-58 39 0,0 1-62 15,1 2-44-15,0 0-87 0,2-3-62 0,1 2-65 16,0-2-2-16,2-2-69 0,2-1-100 16,1-3-68-16,3-5-96 0,1-1-245 15,1-7-543-15,-4-6-386 0,10-7 1421 0</inkml:trace>
  <inkml:trace contextRef="#ctx0" brushRef="#br0" timeOffset="142658.908">27061 15122 2570 0,'0'0'448'0,"0"0"-215"0,0 0 9 16,0 0 93-16,0 0 45 0,0 0 2 0,0 0-127 16,0 0-108-16,0 0-49 0,0 0-63 15,0 0-35-15,-82 24-18 0,65-4-19 16,0 5 16-16,3 2 19 0,3 0 1 15,4-3-13-15,6-2-2 0,1-2-2 16,2-4 16-16,7 0 2 0,5-1 32 16,1 0-32-16,2-3-1 0,1-1-21 0,0-3 7 15,-2 0 15-15,-1-2 0 0,-4 1 0 16,0 0-2-16,-5-2-10 0,0-1 10 16,-3 3 2-16,-1-1-3 0,-2 1 2 15,0 0-14-15,0 4-92 0,-8 0 24 16,-1-2 6-16,-3 3-6 0,-1-2-13 15,-2-2-34-15,2-4-38 0,-2-3-83 16,1-1-190-16,3 0-230 0,0-5-542 0,3-2-238 16,1-7 1366-16</inkml:trace>
  <inkml:trace contextRef="#ctx0" brushRef="#br0" timeOffset="143880.47">27505 14959 1702 0,'0'0'1058'15,"0"0"-625"-15,0 0-185 0,0 0-175 16,0 0 83-16,0 0 152 0,0 0-51 0,93-25-83 16,-67 24-99-16,2 1-48 15,3 0-27-15,0 0-9 0,-2-2-44 0,-2 2-61 16,1 0-73-16,-5 0-77 0,0 0-115 15,-4 0-199-15,-8 2-486 0,-8 5-559 0</inkml:trace>
  <inkml:trace contextRef="#ctx0" brushRef="#br0" timeOffset="144056.249">27582 15143 1747 0,'0'0'1506'0,"0"0"-1254"0,0 0-205 0,0 0 45 0,0 0 72 16,0 0 92-16,0 0-103 15,0 0-94-15,0 0 25 0,0 0 30 0,0 0-33 0,98 23-38 16,-61-23-43 0,5-1-24-16,4-8-168 0,0-3-22 0,3-2-69 0,-2-1-220 15,-3-2-622-15,-12 6-960 16,5-6 1913-16</inkml:trace>
  <inkml:trace contextRef="#ctx0" brushRef="#br0" timeOffset="144240.497">28662 15152 2255 0,'0'0'1099'0,"0"0"-1019"0,0 0-80 15,0 0-19-15,0 0-89 0,0 0-139 16,0 0-119-16,91-3-628 0,-67 2-367 0,-1 0 1182 15</inkml:trace>
  <inkml:trace contextRef="#ctx0" brushRef="#br0" timeOffset="144368.568">29321 15129 166 0,'0'0'2157'0,"0"0"-1387"0,0 0-633 0,0 0-134 0,0 0-3 16,85-2-150-16,-72 0-55 0,3-2-189 15,0-1-802-15,4 0 131 0,5 0 1045 16,-6 1-183-16</inkml:trace>
  <inkml:trace contextRef="#ctx0" brushRef="#br0" timeOffset="144467.61">29787 15061 805 0,'0'0'339'0,"0"0"1615"0,77-18-1451 16,-51 12-194-16,1 0 11 0,-4-1-81 15,-3 4-112-15,-9-2-53 0,1 4-74 0,-5-2-29 16,-1 2-36-16,0-1-114 0,-4 1-101 16,3 0-171-16,-5 1-838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27:18.68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3231 6394 2032 0,'0'0'1327'0,"0"0"-1077"16,0 0-111-16,0 0 9 0,0 0 191 16,4 92-32-16,-3-59-48 0,1 7-32 15,2 8-35-15,1 5-52 0,1 9-40 16,3 5-30-16,-3 11-25 0,3 9-42 15,1 6-2-15,-3 7 1 0,-1 2-2 16,1 2 0-16,0-3 0 0,-4-6-39 16,0-8-1-16,-2-13-2 0,1-12 9 15,-2-17-28-15,0-15-46 0,0-14-33 0,0-12-31 16,-3-7-74-16,-3-20-213 0,-1-1-571 16,-9-43-561-16</inkml:trace>
  <inkml:trace contextRef="#ctx0" brushRef="#br0" timeOffset="248.632">3150 6534 2767 0,'0'0'1383'15,"0"0"-1374"-15,0 0 57 0,58-83-26 0,-35 61 150 16,1 3 84-16,-1 3-117 0,3 6-16 16,2 1 63-16,0 6-107 0,1 3-77 15,0 0-20-15,-2 5-13 0,-1 10 1 16,-4 9 12-16,-2 11 22 0,-4 8-22 15,-8 11-28-15,-3 7-63 0,-5 2-13 16,-6 0 3-16,-8-4-6 0,-2-3 12 16,-7-4-18-16,-2-9 8 0,0-2-12 0,-2-7-69 15,1-8-206-15,2-9-187 16,0-8-401-16,2-9-381 0,6 0 663 0</inkml:trace>
  <inkml:trace contextRef="#ctx0" brushRef="#br0" timeOffset="522.005">3784 6673 995 0,'0'0'2813'0,"0"0"-2464"0,0 0-236 15,0 0 11-15,0 0 18 0,83 44 95 0,-74-25-56 16,-3 5-92-16,-3 4-34 0,-3 7-25 16,0 3-11-16,0 5-19 0,-3 1 0 15,-4-6-19-15,1-4 18 0,-1-10 1 16,3-8 31-16,1-7 24 0,0-6 12 15,3-3 30-15,0 0-9 0,0 0 9 16,0-6-79-16,1-1-18 0,7-8-48 0,4-2 11 16,3-7 16-16,2-4-9 0,3 0-22 15,2 0-15-15,-2 3-91 0,0 0-34 16,0 3-60-16,0-2-199 0,-1 5-304 16,0 1-549-16,1 2-394 0,-8 6 1362 0,8 6 225 15</inkml:trace>
  <inkml:trace contextRef="#ctx0" brushRef="#br0" timeOffset="794.146">4239 6952 1372 0,'0'0'2160'16,"0"0"-1765"-16,28 90-263 0,-17-57 31 16,1 2 98-16,2-4 1 0,-2-9-72 15,1-7-50-15,-2-8-33 0,2-6-12 16,4-2-38-16,1-10-17 0,4-12-40 16,-2-8-31-16,-3-7-69 0,0-6-68 15,-5-2-33-15,-1-1 13 0,-4 8-25 16,-2 5 18-16,-4 9-24 0,-1 3 46 0,-8 10 88 15,-7 4 85-15,-1 7 51 0,-4 1 119 16,1 6 40-16,1 8-42 0,-1 4 8 16,4 6-25-16,4 2-53 0,0 3-9 15,3 0-3-15,1 0-13 16,4-5-27-16,2-3-46 0,1-4-20 0,0-5-20 0,0-2-101 16,2-4-58-16,6-5-51 15,1-1-45-15,3-4-155 0,0-5-237 0,4-6-504 16,1 0-310-16,-5-1 1383 15</inkml:trace>
  <inkml:trace contextRef="#ctx0" brushRef="#br0" timeOffset="1140.97">4656 6952 447 0,'0'0'2211'0,"0"0"-1404"0,0 0-397 15,82 63-167-15,-59-42 52 0,-4 3 8 16,1-3-42-16,-7-6-75 0,0-4-89 16,-4-5-36-16,-2-2-9 0,3-4-4 0,-2-4-48 15,3-9 0-15,0-5-57 0,1-7-56 16,-2-7-42-16,-3-1-7 0,0-2 18 15,-4 4 21-15,-3 5 9 0,0 5 46 16,-3 8 68-16,-7 2 12 0,-1 6 81 16,-8 2-22-16,0 3 48 0,-1 3-2 0,-3 6-50 15,4 4-18-15,-1 3-15 0,4 2-31 16,3 1-1-16,3-2-2 0,4 1-31 16,3-4-33-16,2-3-86 0,1-2-62 15,0 0-58-15,4-2-130 0,5-6-208 16,4-1-98-16,4 0 88 0,5-4 371 15,1-4 247-15,3 0 88 0,6-1 224 16,4 3 199-16,4 2 130 0,3 0 55 0,2 0-194 16,-2 1-197-16,-2-1-17 0,0-1-81 15,-3-3-95-15,-1-2-75 0,-4-5-37 16,-1-1 0-16,-6-3-137 0,-3-6-110 16,-6-2-62-16,-4-4-236 0,-6 5-761 15,-7-11-871-15</inkml:trace>
  <inkml:trace contextRef="#ctx0" brushRef="#br0" timeOffset="1308.706">5156 6528 2017 0,'0'0'1715'0,"0"0"-1479"0,-4 75-177 15,12-34 70-15,1 9 24 0,3 4 82 16,2 4-4-16,-1 2 2 0,0-1-71 16,-2 0-101-16,-3-2-61 0,-4-2-128 0,-4-2-95 15,0-5 1-15,-3-1 25 16,-6-3-11-16,-8-3-137 0,-5 0-333 0,-7-3-700 15,5-8-197-15,-31 11 1380 0</inkml:trace>
  <inkml:trace contextRef="#ctx0" brushRef="#br0" timeOffset="1640.47">2788 7588 659 0,'0'0'2730'0,"0"0"-2236"0,0 0-292 0,0 0-3 16,0 0 37-16,0 0-107 0,0 0-9 15,0 0 92-15,108-27-23 0,-50 18-6 0,16-3-74 16,9 5-42-16,11 2-22 0,11 3 22 16,10 2-19-16,6 0-2 0,5 0-28 15,3 0-18-15,7 0-1 16,2-2 1-16,2-1 51 0,0-2-9 0,-1-1 22 15,-3 1-25-15,-2-3-21 0,-7 3-15 16,-8-1-3-16,-6 2-18 0,-7 0-27 16,-8 1-28-16,-8 3 13 0,-8 0-10 15,-10 0 1-15,-7 7-13 0,-6 1-27 16,-4 1-49-16,-9 2-59 0,-7 1-101 16,-2-5-218-16,-12-3-232 0,-2-4-591 15,-10 0-226-15,-3-22 1461 0</inkml:trace>
  <inkml:trace contextRef="#ctx0" brushRef="#br0" timeOffset="1878.534">6341 6807 3216 0,'0'0'1641'16,"0"0"-1378"-16,0 0-120 0,0 0-48 16,0 0-7-16,0 0-18 0,79-16-16 15,-75 14-39-15,-4 2-15 0,0 0-156 0,0 0-137 16,-10 0-114-16,-1 4-685 0,0 0-1640 16,-10 12 2048-16</inkml:trace>
  <inkml:trace contextRef="#ctx0" brushRef="#br0" timeOffset="2000.513">6362 7154 1140 0,'0'0'3627'16,"0"0"-3129"-16,0 0-402 15,13 67-96-15,-8-55-43 0,-1-1 41 0,-1-3-50 16,-3-1-146-16,0 0-133 0,0-4-739 16,0 8-2021-16</inkml:trace>
  <inkml:trace contextRef="#ctx0" brushRef="#br0" timeOffset="6126.359">9556 8032 251 0,'0'0'202'16,"0"0"-198"-16,0 0-8 0,0 0-6 15,0 0 10-15,0 0 0 0,0 0 0 0,0 0 7 16,0 0 35-16,-54 31-42 0,54-48-104 16,5-7-33-16,-1-1 65 0,-1-4 17 15,1-4 35-15,-1 0-6 0,0-3-13 0,-1-2 0 16,-2 0 39-16,1-3 0 16</inkml:trace>
  <inkml:trace contextRef="#ctx0" brushRef="#br0" timeOffset="6787.425">9733 6616 1524 0,'0'0'1480'0,"0"0"-1215"15,0 0-35-15,0 0-12 0,0 0 30 0,0 0-3 16,0 0-58-16,0 0 45 0,0 0 17 16,-30 87-87-16,14-46-43 0,-3 7-3 0,1 7 20 15,2 9-32-15,-3 13-38 0,4 13-32 16,-2 13-16-16,1 11 6 16,1 10-21-16,1 4-3 0,3-3-37 0,2-4-21 15,4-14 10-15,0-14 11 0,4-19 13 16,1-23 3-16,0-18-4 0,0-16-8 15,0-13-43-15,6-4-55 0,2-12 46 16,5-10 30-16,0-11-28 0,2-11-73 16,-1-11-78-16,-1-8-55 0,0-5-43 15,-3-4-27-15,-1-3 6 0,-2 0 42 16,-3-4 15-16,-4-3 28 0,0 3 86 16,0-3 182-16,-1 7 81 0,-4 4 68 15,1 6 119-15,4 11 31 0,0 10 75 0,0 10-50 16,0 7-47-16,7 8-44 0,-1 3-34 15,0 6-10-15,0 4-54 0,0 5-52 0,2 1-27 16,2 0 2-16,3 7 9 0,6 7 34 16,2 6-9-16,1 10-28 0,4 12-22 15,0 10-14-15,4 12-26 0,-2 11-2 16,0 6-10-16,3 7-24 0,-4-1-9 16,2-2 16-16,-5-5 0 0,-2-11 17 15,0-9 10-15,-5-12 25 0,-3-10 8 16,-2-11 31-16,-1-10-3 0,-6-10-9 15,-2-1-7-15,-2-6 1 0,3-3 18 16,4-10 27-16,3-10-7 0,2-13 1 0,6-16-40 16,0-14-31-16,4-11-14 0,1-5-27 15,3-5-3-15,5 2-18 0,3-2 14 16,2 6-44-16,6 3-7 0,-2 7-40 16,2 9 7-16,-1 11-1 0,-5 10 6 15,-5 12-49-15,-3 11-182 0,-5 8-267 16,-8 6-637-16,-3 6-776 0</inkml:trace>
  <inkml:trace contextRef="#ctx0" brushRef="#br0" timeOffset="8644.717">11094 7478 287 0,'0'0'1046'0,"0"0"264"0,0 0-1059 16,0 0-78-16,0 0 70 0,0 0 58 15,0 0-23-15,0 0 8 0,0 0-96 0,0 0-100 16,0 0-32-16,30-17 112 0,2 23-10 15,2 1-80-15,3 2-77 0,-3-2 41 16,-3 0-44-16,-3-5-24 0,-5 1-31 16,0-3-49-16,-3 0-29 0,-5-2-27 15,-3-1-45-15,-4-2-102 0,-4 4-277 16,-4-2-598-16,-1 3-424 0</inkml:trace>
  <inkml:trace contextRef="#ctx0" brushRef="#br0" timeOffset="8790.904">11174 7618 1785 0,'0'0'749'0,"0"0"-530"0,0 0-116 16,0 0 32-16,0 0 41 0,0 0 117 15,0 0 43-15,0 0-59 0,0 0-87 16,0 0-59-16,98 45-26 0,-75-38-31 16,3-3-54-16,0-1-20 0,2-3-3 0,2 0-84 15,7-2-127-15,2-1-99 0,3-3-167 16,-9 1-239-16,15 4-407 0</inkml:trace>
  <inkml:trace contextRef="#ctx0" brushRef="#br0" timeOffset="9865.429">12701 7018 810 0,'0'0'436'0,"0"0"385"15,0 0-426-15,0 0-50 0,0 0-15 16,0 0 2-16,0 0-16 0,0 0-45 15,0 0-46-15,0 0-39 0,0 0-41 16,0-38-62-16,1 50-58 0,2 5 27 0,-2 8 10 16,3 10-13-16,-4 2-49 0,2 6 21 15,-2 1-21-15,0 4-2 0,0 3-1 16,0 6-18-16,-2 2-10 16,2 7-18-16,-1-2-31 0,1 4 12 15,0-4 28-15,1-2 12 0,4-8 10 0,4-5 5 0,1-10 13 16,1-7 0-16,4-8 31 0,2-5-9 15,0-5 21-15,5-5 9 0,1-3-2 16,4-5-4-16,2-1-12 16,1-7 15-16,2-8-13 0,-2-4-2 0,3-3-10 15,-4-4 7-15,1-4-10 0,-2-2 1 16,-2-5-4-16,1-3 4 0,-1-3-10 16,-1 0-9-16,-3-4 0 0,0 0-1 0,1-2 13 15,-3-1-15-15,-2-2 0 0,-2-1-15 16,-5 3-25-16,-1 0-3 0,-6 2-5 15,-1 4-1-15,-3 5-13 0,0 8-2 16,0 4 5-16,0 8-2 0,-1 4 12 16,-1 6-13-16,1 4-15 0,1 4-16 15,0 0-34-15,0 1-79 0,0 0-185 16,0 0-326-16,4 0-574 0</inkml:trace>
  <inkml:trace contextRef="#ctx0" brushRef="#br0" timeOffset="10198.246">14111 7035 1110 0,'0'0'2732'16,"0"0"-2355"-16,0 0-318 0,0 0-44 16,0 0 7-16,0 0 68 0,0 0 111 15,-14 99 20-15,4-48-95 0,0 6-46 16,-3 8-22-16,-2 5-10 0,2 2-2 16,-5 3-24-16,-1 1-22 0,-1 2-17 15,1-6-16-15,3-12-22 0,6-11-3 0,3-18-12 16,4-14 30-16,3-11-37 0,0-6-79 15,3-10-17-15,4-8 2 0,6-10-99 16,0-12-238-16,1-8-636 0,-2 10-472 16,2-25 889-16</inkml:trace>
  <inkml:trace contextRef="#ctx0" brushRef="#br0" timeOffset="10475.405">14130 7136 1638 0,'0'0'1661'0,"0"0"-1388"0,0 0-146 0,0 0 9 16,0 0 39-16,0 0 26 0,0 0 35 15,0 0-7-15,89 55-69 0,-73-20-41 16,3 6-24-16,-3 5-10 0,1 6-24 16,-2 2-27-16,0 1-34 0,-3-1 0 0,-1-7-18 15,0-6 15-15,-3-8-13 0,1-10 14 16,-1-6-1-16,-2-7 0 0,0-6 2 0,0-4 1 16,-1 0 0-16,3-4 16 0,0-11 3 15,1-8-8-15,4-9-11 16,0-9-21-16,3-7-10 0,1-6-15 15,0 0-5-15,2-3-5 0,1 0-23 0,0 5-37 16,-1 3-26-16,0 6 0 0,-2 5-47 16,-2 8-53-16,-1 6-234 0,-4 8-569 15,-1 3-683-15</inkml:trace>
  <inkml:trace contextRef="#ctx0" brushRef="#br0" timeOffset="10861.472">14812 7688 2692 0,'0'0'1241'0,"0"0"-1105"16,0 0-95-16,0 0 46 0,0 0-16 16,92-63 16-16,-72 56 13 0,-3 7-17 15,2 0 22-15,-3 1 0 0,0 10-62 16,-6 3-22-16,-1 7 13 0,-2 2-10 0,-7 2-2 15,0 5-20-15,-2-1-2 0,-8-2 0 16,0-4-55-16,1-5-31 0,-3-8-6 0,3-7 33 16,-1-3-40-16,-2-17-118 0,-1-8-178 15,2-9-779-15,2 3-918 0,-1-24 1733 16</inkml:trace>
  <inkml:trace contextRef="#ctx0" brushRef="#br0" timeOffset="10988.126">15038 7125 3867 0,'0'0'603'16,"0"0"-519"-16,0 0-4 0,0 0-43 16,0 0-37-16,0 0-3 0,0 0-50 15,0 0-120-15,0 0-320 0,0 0-1318 0</inkml:trace>
  <inkml:trace contextRef="#ctx0" brushRef="#br0" timeOffset="13166.17">14936 7526 189 0,'0'0'369'0,"0"0"-366"0,0 0-3 16,0 0 0-16,0 0 17 0,0 0 1017 16,0 0-826-16,0 0-36 0,0 0 84 15,0 0 77-15,-25 38-20 0,24-38-28 0,-1 0-21 16,-1 2-20-16,-1-2-14 16,1 1-25-16,0 0-43 0,-1 2-16 0,1 1 5 15,-3 1-6-15,2 3-44 0,-2 3-30 16,2 1-13-16,-1-1-6 0,0-2 15 0,4 1 28 15,-1-5 27-15,2-2-37 0,0-3-18 16,0 1-4-16,0-1 7 0,0 0 18 16,0 0-9-16,0 0-19 0,2 0-27 15,-1 0-11-15,3 0-20 0,0 0 0 16,5-1 13-16,4-1 45 0,1-2-30 16,3 2-18-16,0-4-9 0,-3 1-2 15,0 0 2-15,-2-1-3 0,-1 5 0 16,-3-6-12-16,-1 7 9 0,0-4-9 15,2 4-6-15,-4-1 16 0,1 1-1 16,-1-2-9-16,-2 2-3 0,0 0 3 0,-2 3-6 16,-1 8 17-16,0 7 1 15,0 4-3-15,0 5-18 0,-4 3 19 16,-1 1 1-16,-1 1-2 0,1 0-12 0,-1 2-9 16,2 0 12-16,1-1 12 0,1-2 11 15,-2-5-10-15,4-3 0 0,0-7 11 0,0-4 3 16,0-5 1-16,4-1 5 0,-1-3-9 15,4 0 3-15,-1-3 18 0,4 0 0 16,4 0-2-16,0-6 8 0,3-6 3 16,2-7-15-16,1-3 39 0,-1-7-26 15,-1-2-37-15,1 0-3 0,-6-3-11 16,-1 2-50-16,-3-2-38 0,0 3-19 16,-6-1-21-16,2 1-24 0,-5 0-28 15,0 2-95-15,-2-3-217 0,-4 10-544 16,-8-13-634-16</inkml:trace>
  <inkml:trace contextRef="#ctx0" brushRef="#br0" timeOffset="13317.679">15090 7257 1805 0,'0'0'1338'0,"0"0"-931"0,0 0-163 15,0 0 111-15,0 0 2 0,0 0-73 0,0 0-70 16,0 0-156-16,0 0-58 0,0 0-2 15,0 0-108-15,46-12-105 0,-35 5-121 16,-2 1-325-16,1-2-1061 0</inkml:trace>
  <inkml:trace contextRef="#ctx0" brushRef="#br0" timeOffset="14661.203">17950 7166 1706 0,'0'0'464'15,"0"0"70"-15,0 0-239 0,0 0-166 16,0 0 135-16,-4 79 123 0,11-33-50 15,1 5-26-15,-1 4-86 0,4 3-59 16,-5-3-46-16,1-2-28 0,-4-5-47 16,0-10-44-16,1-9-1 0,-2-11-21 0,-1-11-58 15,-1-4-96-15,0-3-31 0,0-10-36 16,0-7-77-16,0-9-277 0,-7-5-638 16,1 3-686-16,-13-16 1766 0</inkml:trace>
  <inkml:trace contextRef="#ctx0" brushRef="#br0" timeOffset="14770.132">17790 6919 1934 0,'0'0'644'0,"0"0"-303"0,0 0-142 15,0 0 107-15,0 0 11 0,84-10-90 16,-58 10-114-16,4 0-113 0,2 2-32 16,3 1-207-16,3-1-144 0,1 0-308 15,-10 1-1043-15,16 4 753 0</inkml:trace>
  <inkml:trace contextRef="#ctx0" brushRef="#br0" timeOffset="15034.285">18493 7124 1820 0,'0'0'1564'15,"0"0"-1351"-15,0 0-68 0,-36 83-19 0,19-58 117 16,0 0 27-16,1-1-50 0,1-2-69 16,4-6-81-16,6-4-51 0,3-2-19 15,2-4-71-15,3 0-21 0,7-2 46 16,7 0 46-16,2 0 18 0,6 0 1 0,-1-1-19 15,1-1 3-15,-1 1 0 0,-2 0-3 16,-4 1 18-16,-1 3 16 0,-5 1 28 16,-3 0-1-16,-3 1 9 0,-5 2-21 15,-1 0-18-15,-3 1-31 0,-5-1-17 16,-7 0-20-16,1-2-18 0,-5-2-59 16,0-2-49-16,-4 1-44 0,0-1-48 15,-1-3-135-15,-3 1-338 0,0-3-805 16,7 0 168-16,-10 0 1229 0</inkml:trace>
  <inkml:trace contextRef="#ctx0" brushRef="#br0" timeOffset="15622.559">20340 7382 1034 0,'0'0'2067'0,"0"0"-1872"15,0 0-160-15,-25-82 6 0,16 62 52 0,-2 1 87 16,0 8 104-16,-1 5 51 0,-1 3-68 16,0 3-88-16,0 6-69 0,0 8-42 15,0 6-22-15,2 10-13 0,1 12 4 16,3 2-3-16,2 5 9 0,5-4-22 0,0-7-19 15,0-8-2-15,0-9-24 16,3-11-28-16,0-6-43 0,2-4 18 0,4-2 10 16,4-10 67-16,3-7-1 0,3-9-39 15,1-3-46-15,2-8-53 0,-5 3 30 16,0 3 47-16,-4 6 34 0,0 9 4 16,-3 10-29-16,-2 6 52 0,-1 2 1 15,1 14 118-15,1 5 43 0,1 9-38 16,-1 1-3-16,-1 3-31 0,-2-1 9 15,2-2 6-15,-3-5-15 0,4-5-44 16,-2-3-45-16,0-8-6 0,5-1-27 16,-1-3-7-16,0-4-64 0,4 0-9 15,-2-9-1-15,4-1-33 0,-3-6-101 0,1-1-246 16,-5 3-752-16,1-8-1379 0</inkml:trace>
  <inkml:trace contextRef="#ctx0" brushRef="#br0" timeOffset="15941.099">20759 7283 3783 0,'0'0'639'0,"0"0"-414"0,0 0-93 0,0 83 110 16,-1-53 57-16,-2-2-4 0,0-6-129 16,2-5-133-16,-1-2-33 0,2-5-45 15,0-1 9-15,2-2-64 0,3-4-12 0,3-1-22 16,2-2 19-16,3-3 8 0,1-6 40 15,3-5-16-15,1-2-15 0,-2-1-18 16,-1-1-7-16,1 5 37 0,-2 1 45 16,1 2 1-16,1 4 40 0,-2 3 70 15,3 3 29-15,-3 0-4 0,0 3-6 16,2 5 28-16,-4 0 8 0,0 0-40 16,-3 2-18-16,-2-3 3 0,-1 4-6 15,1 1-9-15,-4 2-10 0,-2 3-23 0,-1 1-22 16,0 4-57-16,0 1-71 15,-4 3-57-15,0-1-45 0,1 1-120 0,0-5-641 16,3 2-705-16</inkml:trace>
  <inkml:trace contextRef="#ctx0" brushRef="#br0" timeOffset="16315.988">22059 7346 1413 0,'0'0'1743'15,"0"0"-1538"-15,0 0-24 0,0 0 100 16,0 0 111-16,88 36-50 0,-69-11-53 0,-2 9-81 16,-1 4-104-16,-3 2-10 0,-2-2-33 15,-5-7-21-15,-1-5-39 0,-2-6-1 16,-2-7-28-16,0-6-87 0,-1-5-50 15,0-2-46-15,0-6-14 0,-4-6-91 0,0 0-413 16,-9-15-1309-16</inkml:trace>
  <inkml:trace contextRef="#ctx0" brushRef="#br0" timeOffset="16480.956">22054 6932 3532 0,'0'0'727'0,"0"0"-519"15,0 0-143-15,0 0 65 0,0 0 45 16,0 0 67-16,0 0-99 0,90 27-122 0,-68-19-21 16,2 1-76-16,3 1-68 15,1 3-70-15,1 3-82 0,-4-4-322 0,8 11-1096 16</inkml:trace>
  <inkml:trace contextRef="#ctx0" brushRef="#br0" timeOffset="16927.191">22729 7306 3220 0,'0'0'945'0,"0"0"-849"0,0 0-21 16,-82 23 36-16,52-6 38 0,-2 3 81 16,1 7-21-16,0 7-78 0,7 6-24 15,4 2 17-15,3 5-5 0,6-3-35 16,5-3-17-16,3-10-12 0,3-10-19 0,2-7-15 15,7-8-20-15,8-6-1 0,3-2-1 16,9-13-17-16,3-13 3 0,2-10-34 16,1-9-45-16,2-4-27 0,-2-6-9 15,-1 1 8-15,-2-2 9 16,1-1-3-16,-4-5-28 0,-3 0-9 0,-3-1-5 16,-7-3-27-16,-4 2-33 0,-5 5 45 15,-7 6 110-15,0 6 63 0,-3 11 63 16,-6 12 88-16,5 9 33 0,0 10 30 0,1 7-39 15,0 0-24-15,-2 12-44 0,0 5-61 16,-2 11-12-16,1 10 15 0,1 6 33 16,0 11 43-16,0 4 30 0,0 5-82 15,0 3-16-15,3 1-17 0,-1-4-25 16,0-3-15-16,3-7-2 0,0-6-17 16,0-13-23-16,3-4-9 0,5-12-16 15,4-5-30-15,1-9-46 0,4-5-50 0,3-2-9 16,3-13-100-16,0-6-244 0,2-2-533 15,-8 6-490-15</inkml:trace>
  <inkml:trace contextRef="#ctx0" brushRef="#br0" timeOffset="17475.425">23147 7491 1011 0,'0'0'1963'0,"0"0"-1351"0,13 66-281 16,-7-45-54-16,1 0-7 16,2-9-26-16,-2-1 10 0,2-7-77 0,2-4-70 15,2-1-40-15,4-13-49 0,2-7-18 16,3-10-85-16,1-6-34 0,-3-6-6 0,3 0-16 15,-6 4-12-15,-1 3-14 0,-3 7-12 16,-4 7 23-16,-5 4 28 0,-4 7 21 16,0 5 107-16,0 5 53 0,-8 1 76 15,-2 4 77-15,1 9-55 0,-1 6 13 16,-2 5-14-16,2 5-21 0,1 4 9 16,0-1 8-16,-2 0-36 15,4-2-44-15,0-4-43 0,1-4-23 0,2-6-22 16,4-7-29-16,0-6-77 0,8-3-49 15,6-3 33-15,6-10 34 0,4-8-38 16,7-3-117-16,1-3-230 0,2-4-285 16,-1 3-270-16,1 5 230 0,-3 2 201 15,-3 7 479-15,-6 6 140 0,-2 2 401 0,-8 6 263 16,-4 0 80-16,-5 10-29 0,-3 5-68 16,0 6-144-16,-6 1-173 0,-5 5-102 15,0 0-1-15,0 1 11 0,0-3-40 16,2-6-55-16,3-3-80 0,4-7-63 0,2-4-9 15,0-5-18-15,0 0-37 0,4-2-15 16,5-8-18-16,6-4 54 0,3-5-27 16,3-4-39-16,-2-1-44 0,1 4 24 15,0 3 43-15,-4 7 46 0,2 6 6 16,-5 4 34-16,-1 8 53 0,-1 12 168 16,-3 6-17-16,-2 3-30 0,1 5-40 15,-2-3-46-15,0 0-1 0,1-3-2 16,-1-7 9-16,3-5-15 0,-2-6-48 15,0-6-31-15,2-4-21 0,2-2-28 16,3-10-5-16,4-6-28 0,0-7-21 16,3-5-39-16,0-6-22 0,3-5-1 0,1-3-196 15,-7 9-366-15,10-30-880 0</inkml:trace>
  <inkml:trace contextRef="#ctx0" brushRef="#br0" timeOffset="17643.514">24273 6777 1588 0,'0'0'2444'0,"0"0"-1923"15,0 0-426-15,0 0-64 0,-10 94 34 16,2-56 73-16,-1 6 237 0,1 7-35 16,4 8-125-16,0 7-82 0,1 5-69 15,0 4-64-15,-1 1-28 0,1-2-111 16,0-2-60-16,1-10-41 0,2-7-9 16,0-8-54-16,0-14-418 0,0 4-1054 15</inkml:trace>
  <inkml:trace contextRef="#ctx0" brushRef="#br0" timeOffset="18615.36">7452 9533 1542 0,'0'0'2384'0,"0"0"-2008"0,0 0-373 15,0 0 71-15,0 0 137 16,102 9 25-16,-54-2-18 0,2-2-20 0,3 1-61 15,4-1-34-15,-3-4-24 0,-3-1-47 16,-4 0-32-16,-6-1-3 0,-7-4-15 16,-5 1-67-16,-6-2-70 0,-6 5-52 15,-6 1-53-15,-7 0-149 0,-4 7-336 16,0-1-597-16,-10 14-856 0</inkml:trace>
  <inkml:trace contextRef="#ctx0" brushRef="#br0" timeOffset="18790.339">7641 9892 114 0,'0'0'2779'0,"0"0"-2261"16,0 0-357-16,0 0 102 0,0 0 98 0,0 0 36 15,106-3-59-15,-64 1-63 0,8-4-117 16,-2 0-82-16,4-1-49 0,-4-4-27 0,-4-1-21 16,-2-1-37-16,-3-4-48 0,-3-1-28 15,-5-1-37-15,-4-4-50 0,-4 0-153 16,-9 3-702-16,-8-6-1060 0</inkml:trace>
  <inkml:trace contextRef="#ctx0" brushRef="#br0" timeOffset="19060.398">7940 9266 1322 0,'0'0'1445'15,"0"0"-833"-15,0 0-343 0,0 0 12 0,0 0 26 16,0 0-86-16,100 47 7 0,-67-28-34 15,3-1-35-15,3 1-34 0,-2-1-43 16,-1 0-48-16,-1 1-32 0,-2 2-2 0,-6 1-13 16,-1 4 10-16,-6 0 3 0,-4 4-27 15,-4 3-22-15,-5 3-9 0,-7 3 10 16,0 4 17-16,-10 2-3 0,-3 1-24 16,-4 1 12-16,-5 0-18 0,-4-2-4 15,-6 0-11-15,-4 0-20 0,-7 0-31 16,-4-1-53-16,-2-2-83 0,-3-1-64 15,1-4-201-15,0-7-439 0,13-7-644 16,-15 3 1402-16</inkml:trace>
  <inkml:trace contextRef="#ctx0" brushRef="#br0" timeOffset="22298.171">3807 9488 1554 0,'0'0'523'0,"0"0"147"15,0 0-323-15,0 0-137 0,0 0 80 16,0 0 53-16,0 0-26 0,0 0-63 15,0 0-47-15,0 0-54 0,0 0-64 16,0 0-46-16,0 0-6 0,0 0 39 0,7 57 6 16,8-10 55-16,-1 7-39 0,-1 6-56 15,0 6-28-15,-3 2-14 0,-1-2-21 16,-2-7-22-16,0-7-32 0,-4-14 29 16,0-10-9-16,-3-8-48 0,0-8-78 0,0-5-79 15,0-4-155-15,-6-3-254 0,-4-11-678 16,3 0-871-16</inkml:trace>
  <inkml:trace contextRef="#ctx0" brushRef="#br0" timeOffset="22535.72">3843 9464 1083 0,'0'0'1422'0,"0"0"-894"0,0 0-375 16,0 0 39-16,81-47 131 0,-55 43-90 0,0 4-7 15,2 1 45-15,3 7-33 0,-1 3-91 16,2 3-49-16,-3 6-27 0,-2 3-19 15,-3 5-13-15,-5 4-5 0,-3 3-10 16,-4 4-21-16,-8 0 22 0,-3 5-4 16,-1 2-3-16,-5-3-18 0,-7 3-15 15,-4-7-30-15,-3 0 2 0,-4-5-34 16,-3-1-24-16,1-3-9 0,-3-4-4 16,5-4 22-16,0-5-1 0,6-6-15 0,2-7-60 15,1-4-133-15,1-2-278 0,3-10-478 16,0 0-658-16,7-15 1574 0</inkml:trace>
  <inkml:trace contextRef="#ctx0" brushRef="#br0" timeOffset="22740.653">4715 9753 3369 0,'0'0'644'16,"0"0"-446"-16,26 73-76 0,-17-42 70 15,-2 4 137-15,0-1-99 0,-4-3-99 16,0-6-119-16,-3-1-12 0,0-6-34 16,0-5-63-16,0-6-41 0,0-2-52 15,-3-5-143-15,-2 0-450 0,-10-16-1576 0</inkml:trace>
  <inkml:trace contextRef="#ctx0" brushRef="#br0" timeOffset="22871.455">4613 9488 1770 0,'0'0'1773'0,"0"0"-1555"0,0 0-86 0,0 0 73 0,75-10-80 15,-54 8-125-15,2 2-24 0,-1-2-187 16,2-1-87-16,-5 0-163 0,7-2-826 0</inkml:trace>
  <inkml:trace contextRef="#ctx0" brushRef="#br0" timeOffset="23130.033">5072 9622 1982 0,'0'0'1595'16,"0"0"-1330"-16,-23 71-212 0,13-46 108 15,0 0 142-15,2-3 9 0,2-2-94 0,3-8-84 16,3-2-72-16,0-3-62 0,0 0-27 0,6-2 0 16,5 0 27-16,5-1 9 0,3-1 3 15,2 3-12-15,1-5-2 0,2 3 2 16,-5-2 0-16,0 3 15 15,-2 0-3-15,-1 0-8 0,-4 4 26 0,-2 1-6 16,-6 2-3-16,-1 0-21 0,-3 4-1 16,-3-1-66-16,-7 2-46 0,0-3-28 15,-3 2-25-15,-4-3-23 0,-1-1-131 16,-2 0-322-16,-3-2-773 0,6-1-633 16</inkml:trace>
  <inkml:trace contextRef="#ctx0" brushRef="#br0" timeOffset="23608.418">5732 9385 3331 0,'0'0'557'16,"0"0"-383"-16,0 72-40 0,5-22 43 16,5 11 95-16,0 11-2 0,2 10-25 15,2 3-87-15,-1 5-48 0,3 1-38 16,-3 3-29-16,-3 0-21 0,0-2-22 15,-3-9-54-15,-1-12-13 0,-2-17 18 16,2-17-6-16,-5-16 19 0,1-13-31 16,-2-8-88-16,0-8-41 0,-2-13-72 15,-5-10-414-15,0 6-789 0,-5-35-749 0</inkml:trace>
  <inkml:trace contextRef="#ctx0" brushRef="#br0" timeOffset="23838.076">5766 9543 2478 0,'0'0'1254'16,"0"0"-1078"-16,0 0-15 0,77-67 85 0,-49 54-41 16,-5 5-54-16,3 6 42 0,0 2 31 15,-2 0-96-15,1 6-43 0,-5 6-33 16,2 2-7-16,-5 5-8 0,-6 8-7 16,-3 4-3-16,-7 8-27 0,-1 4-17 15,-9 4-28-15,-6 3 5 0,-3-1-12 16,-5-1-11-16,0-2-32 0,1-8-21 15,-2-3-9-15,4-10-41 0,1-6-25 16,3-8-25-16,5-6-144 0,-1-5-272 0,4-12-580 16,2 0-349-16,0-22 1427 0</inkml:trace>
  <inkml:trace contextRef="#ctx0" brushRef="#br0" timeOffset="24000.389">6289 9494 699 0,'0'0'3021'0,"0"0"-2425"16,0 0-385-16,0 0-29 0,0 0 69 16,89 41-67-16,-73-39-47 0,0-2-52 15,-2-5-58-15,2-2-27 0,0-6-91 0,-3-3-128 16,-3 0-91-16,-3 1-271 0,-4-1-959 0</inkml:trace>
  <inkml:trace contextRef="#ctx0" brushRef="#br0" timeOffset="24178.782">6345 9603 696 0,'0'0'2747'0,"0"0"-2288"16,13 90-217-16,-9-54 124 0,-1 6-61 0,-3-1-103 16,0-3-122-16,0-1-80 0,0-2-12 15,-7 1-120-15,1-1-89 0,-4-3-50 16,0 2-150-16,-1-5-555 0,-3-3-556 15,2-6 97-15,0-5 1338 0</inkml:trace>
  <inkml:trace contextRef="#ctx0" brushRef="#br0" timeOffset="24302.921">6241 10187 878 0,'0'0'746'0,"0"0"818"15,0 0-1245-15,0 0-97 0,0 0 233 16,77-26-92-16,-49 10-67 0,6 1-70 16,-1-5-37-16,0 1-52 0,0-5-46 15,-4-2-48-15,0-3-42 0,-5-1-1 16,-2-3-82-16,-6 0-104 0,-4-1-55 15,-1 2-81-15,-6 8-418 0,0-8-1275 0</inkml:trace>
  <inkml:trace contextRef="#ctx0" brushRef="#br0" timeOffset="24514.052">6723 9457 912 0,'0'0'2923'0,"0"0"-2456"15,15 96-284-15,-9-52 82 0,0 9 44 16,1 2-32-16,-3 0-43 0,-1-1-98 0,0-2-127 16,-1-5-9-16,-2-6-124 0,1-7-70 15,-1-9-31-15,0-7-10 0,0-12-75 16,0-6-316-16,0-5-670 0,0-17-598 0</inkml:trace>
  <inkml:trace contextRef="#ctx0" brushRef="#br0" timeOffset="24727.914">6782 9468 1380 0,'0'0'1718'0,"0"0"-1332"0,0 0-184 16,0 0 82-16,0 0-24 0,0 0-18 15,83-3 76-15,-67 18-67 0,1 1-86 16,-4 4-56-16,3 1-30 0,-4 3-27 16,-1 2-19-16,-1 6-15 15,-4 0-16-15,-1 10 1 0,-5 1-2 0,0 2-1 16,0 0-18-16,-8 1-27 0,-2-3-1 0,-3-2 10 15,-3-4-13-15,-5-2-30 0,-4-4-34 16,-3-4-6-16,-3-4-40 0,-5-4-38 16,0-3-112-16,-4-4-265 0,-3-5-548 15,9-2-648-15,-22-4 1386 0</inkml:trace>
  <inkml:trace contextRef="#ctx0" brushRef="#br0" timeOffset="25977.353">10053 9289 1087 0,'0'0'2219'16,"0"0"-1722"-16,0 0-280 0,0 0-79 16,0 0 114-16,0 0-14 0,99 45-60 15,-57-35-67-15,6-3-62 0,2-1-16 16,-1-1-8-16,-1-5-25 0,-1 0 0 0,-5 0 0 15,-6-5 0-15,-1 2 0 0,-8 0-12 16,-4 3-31-16,-3 0-12 0,-5 0 24 0,-1 6 4 16,-4 7 25-16,-2 4-5 0,-4 9 7 15,4 7 13-15,-5 9-11 16,2 7 10-16,1 10-3 0,-1 3-9 0,1 8-15 16,0 2-10-16,-2 0-15 0,0-2 16 15,-1-5 6-15,-1-7 18 0,-1-10 16 16,1-11 2-16,-2-8-17 0,0-8 0 15,0-3-1-15,0-7-18 0,0-5-56 16,0-1-52-16,-5-3-47 0,2-2-45 16,-4-4-115-16,-3-6-252 0,-1-7-448 15,0 5-614-15,-13-13 1161 0</inkml:trace>
  <inkml:trace contextRef="#ctx0" brushRef="#br0" timeOffset="26140.116">10278 10043 1843 0,'0'0'1586'16,"0"0"-1418"-16,0 0-130 0,0 0 145 0,0 0 144 16,90-12-57-16,-61 5-75 0,-4 0-78 15,1-4-74-15,1 1-43 0,-2 0-14 16,-2-2-29-16,-1 1-87 0,-2 2-71 16,-2 2-73-16,-2 4-135 0,-4 3-619 15,-4 0-734-15</inkml:trace>
  <inkml:trace contextRef="#ctx0" brushRef="#br0" timeOffset="26300.687">10468 10312 1070 0,'0'0'13'0,"0"0"1414"16,0 0-982-16,0 0-103 0,0 0 52 16,0 0-70-16,0 0-74 0,0 0-67 0,0 0-6 15,0 0-79-15,0 0-61 0,107-11-37 16,-75 0-108-16,-1-1-86 0,0-3-92 0,0 3-151 15,-8 3-538-15,6-3-1094 0</inkml:trace>
  <inkml:trace contextRef="#ctx0" brushRef="#br0" timeOffset="29093.329">12060 9544 668 0,'0'0'1956'0,"0"0"-1660"15,0 0-129-15,0 0-7 0,0 0 101 0,0 0 30 16,0 0-30-16,0 0-61 0,0 0-26 16,19 77-50-16,-7-36-44 0,-1 6 18 15,0 4 10-15,0 4-4 0,-4 5-15 16,0 0-19-16,-1 6-12 0,0 1-31 16,-5 2-15-16,-1 2-12 0,0-1-2 15,-1-5-19-15,-5-7-9 0,3-8-7 16,0-9 4-16,2-15 5 0,-2-9-9 15,3-6-30-15,-1-8-25 0,-1-3-46 16,1-2-38-16,-2-10-62 0,-2-5-135 0,-3-8-353 16,-1-11-439-16,-1 10-286 0,-6-26 1011 15</inkml:trace>
  <inkml:trace contextRef="#ctx0" brushRef="#br0" timeOffset="29361.316">12012 9706 2463 0,'0'0'329'0,"0"0"-201"0,0 0 90 16,0 0 53-16,0 0-17 16,82-64-46-16,-62 56-15 0,3 0-50 0,1 2-52 15,2 1-51-15,-4 0-15 0,1 3 3 16,-3 2-4-16,-4 0-9 0,1 0-14 16,-6 5 1-16,-2 4 35 0,-3 6-9 15,-3 3-3-15,-3 2 33 0,0 5-18 16,-6 0-12-16,-6 3 3 0,-3-3-19 0,-4-2-12 15,0 0-49-15,-1-4-50 16,-3-5-37-16,2-3-19 0,0-1-7 0,3-8-56 16,0-2-91-16,4 0-89 0,2-2-129 15,5-7-159-15,5 1-465 0,2 0 476 16,5-5 548-16</inkml:trace>
  <inkml:trace contextRef="#ctx0" brushRef="#br0" timeOffset="29633.228">12960 9386 1691 0,'0'0'2008'0,"0"0"-1675"0,0 0-238 0,0 0 27 16,-61 71 14-16,40-40 50 0,-4 7 11 0,3 7-53 15,4 0-43-15,3 1-40 0,4-2-9 16,7-1-15-16,4-2-10 0,0-5-5 15,8-6 11-15,7-7-2 0,-1-6-4 16,6-5-6-16,0-5-6 0,2-4 4 16,0-1-19-16,1-2-1 0,-4-4-36 15,2-3-33-15,-2-3-30 0,-3-4-65 0,-1-2-59 16,-4 0-81-16,-3 0-145 16,-5 3-303-16,-3-4-878 0</inkml:trace>
  <inkml:trace contextRef="#ctx0" brushRef="#br0" timeOffset="29800.218">12777 9707 1843 0,'0'0'1716'0,"0"0"-1423"15,0 0-183-15,0 0 57 0,0 0 129 0,0 0 46 16,0 0-78-16,95 30-106 0,-68-26-97 16,2-4-34-16,1 0-27 0,2-3-19 15,1-6-133-15,0-2-68 0,2-4-106 16,-11 1-342-16,10-7-1178 0</inkml:trace>
  <inkml:trace contextRef="#ctx0" brushRef="#br0" timeOffset="30009.283">13582 9276 2323 0,'0'0'1434'0,"0"0"-1081"15,0 0-98-15,-23 67 1 0,13-29 3 0,-3 5-42 16,-1 9 23-16,1 2-51 15,-1 3-65-15,0 6-51 0,0-1-46 0,0 2-27 16,-3-2-3-16,2 0-43 0,-1-5-32 16,2-8-47-16,-1-9-30 0,7-12-6 15,0-9 15-15,4-9-7 0,3-9-87 16,1-1-153-16,0-14-271 0,0-9-525 16,4-8-62-16,0 3 215 0</inkml:trace>
  <inkml:trace contextRef="#ctx0" brushRef="#br0" timeOffset="30261.416">13472 9511 1148 0,'0'0'530'0,"0"0"992"0,0 0-1248 0,0 0-93 16,0 0 96-16,0 0-82 0,0 0-11 15,77-4 70-15,-58 27-51 0,-2 7-86 0,3 2-28 16,-5 5-38-16,2 2 1 16,-2 0-12-16,-1 3-19 0,-2-1-20 0,0-1 1 15,-1-6-2-15,-1-5 27 0,1-6 22 16,-2-7-10-16,1-9-2 0,1-6-4 15,-2-1-5-15,3-8 14 0,3-9 7 16,0-11-14-16,4-9-35 0,-2-6-24 16,2-7-10-16,1-1-11 0,-3 2-10 15,3 0-12-15,-1 3-30 0,-2 2-47 16,-2 2-30-16,1 4-29 0,-3 5-75 16,-2 2-167-16,-1 8-284 0,-4-2-528 0</inkml:trace>
  <inkml:trace contextRef="#ctx0" brushRef="#br0" timeOffset="30971.272">15710 9460 2478 0,'0'0'970'0,"0"0"-828"0,0 0-81 16,0 0 106-16,0 0 75 0,-67 72-17 16,44-44-20-16,0 1-66 0,-2 1-72 15,3-3-24-15,0-2-18 0,7-3-10 16,3-8 1-16,6-3 21 0,3-5-7 15,3-5-11-15,0-1 2 0,1 1-21 0,5 1-10 16,4-1 10-16,6 5 34 0,4-3-4 16,1 2-11-16,2 3 8 0,0 0-6 15,-3 0 7-15,-3 1-7 0,-1 0 16 16,-5 2 6-16,0 2 2 0,-5 3 77 16,0 1-40-16,-6 0-39 0,0 3-25 15,0 0-18-15,-7-3-6 0,-3-1-43 16,0-1-15-16,-3-4-18 0,2-1-9 15,0-6-22-15,0-1-31 0,2-3-6 16,2-1-69-16,0-10-138 0,1-3-234 0,0-6-625 16,4 4-777-16,2-10 1836 0</inkml:trace>
  <inkml:trace contextRef="#ctx0" brushRef="#br0" timeOffset="31135.432">15947 9737 2531 0,'0'0'1208'0,"0"0"-909"0,0 0-24 15,0 0 93-15,25 70-49 0,-25-51-11 16,0 4-50-16,-6-8-73 0,2 1-61 16,-2-6-64-16,5-1-60 0,-1-7-15 15,2 0-103-15,0-2-76 0,2-2-51 16,8-9-14-16,5-7 48 0,5-8-124 0,5-6-286 16,-6 4-793-16,11-21-1102 0</inkml:trace>
  <inkml:trace contextRef="#ctx0" brushRef="#br0" timeOffset="31326.914">16427 9181 7 0,'0'0'3191'0,"0"0"-2512"15,0 0-412-15,2 80-37 0,-8-35 42 16,3 9-29-16,-1 7 44 0,2 1-59 16,2 4-52-16,0-3-46 0,3 0-54 0,7-3-46 15,2-7-30-15,1-4-18 0,1-10-57 16,-1-9-16-16,1-12 24 15,-2-8-3-15,0-9-9 0,-1-1-39 0,-2-13-68 16,-2-5-86-16,-3-6-290 0,-4 3-708 16,-4-12-799-16</inkml:trace>
  <inkml:trace contextRef="#ctx0" brushRef="#br0" timeOffset="31504.934">16205 9625 1603 0,'0'0'1952'0,"0"0"-1665"0,0 0-155 15,0 0 32-15,0 0 69 0,0 0 125 16,97 13-64-16,-53-13-101 0,3-6-96 16,2-5-73-16,2 0-23 0,-1 0-1 0,-2-3-12 15,0 1-18-15,-2 1-132 0,-1-1-116 16,-2 3-144-16,-13 2-776 0,5 5-1577 16</inkml:trace>
  <inkml:trace contextRef="#ctx0" brushRef="#br0" timeOffset="31646.306">17286 9778 1083 0,'0'0'3016'16,"0"0"-2705"-16,0 0-289 0,0 0-22 16,0 0-189-16,0 0-31 0,0 0-3 15,0 0-303-15,0 0-1010 0</inkml:trace>
  <inkml:trace contextRef="#ctx0" brushRef="#br0" timeOffset="32254.46">18662 9178 897 0,'0'0'1463'15,"0"0"-1021"-15,0 0-159 0,0 0 49 16,0 0 82-16,0 0-9 0,0 0-39 16,0 0-105-16,-84 66-86 0,67-45-44 0,0 2-12 15,1 4 11-15,1 5-32 16,3 6-29-16,2 1-5 0,6 6-7 0,4 4-5 15,0 1-10-15,6 2-3 16,5-2-26-16,1-1-11 0,2-6-2 0,0-8-14 16,2-6-10-16,-1-9-24 0,2-7 9 15,2-9-55-15,1-4-34 0,4-6-23 0,2-14-56 16,0-5-81-16,-3 1-342 16,5-17-1002-16</inkml:trace>
  <inkml:trace contextRef="#ctx0" brushRef="#br0" timeOffset="32480.457">19085 9326 2093 0,'0'0'1903'0,"0"0"-1581"15,0 0-148-15,-18 73 85 0,10-37-11 16,0 9 30-16,2 6 1 0,1 5-55 0,2 4-55 16,3 5-66-16,0 5-25 0,3 5-11 15,4 3-34-15,0 6-32 0,1 1-1 16,-3 1-30-16,1-4-34 0,-1 1-8 15,0-9-13-15,-2-6-26 0,1-12-13 16,-1-12 21-16,0-15 36 0,-1-9-3 16,-2-11-42-16,1-9-107 0,-1-5-114 0,0-13-273 15,0-6-534-15,-1 1-293 0,-4-20-121 16</inkml:trace>
  <inkml:trace contextRef="#ctx0" brushRef="#br0" timeOffset="32756.235">19014 9532 2455 0,'0'0'1181'0,"0"0"-1033"16,0 0-101-16,25-82 95 0,-10 56 65 15,1 1 26-15,4 4-35 0,3 3-56 16,6 2-35-16,4 6-12 0,2 2-12 16,3 7-28-16,-1 1-37 0,-1 4 0 15,-3 10-2-15,-2 3-14 0,-7 5 16 16,-5 6-8-16,-9 5-10 0,-6 4-1 15,-4 2-11-15,-3 5-9 0,-11 0-16 16,-6-1-9-16,-5-5 3 0,-5-1 13 0,-2-5-4 16,-1-4-15-16,-2-6-43 0,-1-4-34 15,5-6-40-15,2-6-14 0,4-6 6 0,9 0-78 16,-1-11-196-16,6-7-525 16,2 1-494-16</inkml:trace>
  <inkml:trace contextRef="#ctx0" brushRef="#br0" timeOffset="32974.873">19627 9268 772 0,'0'0'1389'0,"0"0"-340"16,0 0-788-16,89 42 30 0,-65-26 24 16,-1 4-50-16,-1 2 10 0,-2 1-72 0,-3 3-83 15,0 0-50-15,-2 2-21 0,-5 4-12 16,-2 2-22-16,-5 4-12 0,-3 3-3 15,-3 0-35-15,-9 3-5 0,-7-2-6 16,-2 2-34-16,-7-1-49 0,-4-4-37 16,-1 1-31-16,-7-2-46 0,0-3-137 15,-1 0-319-15,8-11-822 0</inkml:trace>
  <inkml:trace contextRef="#ctx0" brushRef="#br0" timeOffset="33507.32">20304 9476 85 0,'0'0'3066'0,"0"0"-2487"0,0 0-340 15,0 0 24-15,0 0 44 0,0 0-33 16,82 31-23-16,-47-27-95 0,4-3-89 0,5-1-49 16,0-5-18-16,1-3-18 0,-1-3-89 15,-4-3-30-15,-3-1-71 0,-3 3-23 16,-7 0-119-16,-9 5-402 0,-10 3-1133 0</inkml:trace>
  <inkml:trace contextRef="#ctx0" brushRef="#br0" timeOffset="33666.39">20486 9721 2035 0,'0'0'534'0,"0"0"39"0,0 0-286 0,0 0 155 16,0 0-50-16,86 22-26 0,-51-16-84 16,4-5-98-16,4-1-120 0,2-4-64 15,2-7-9-15,-1-6-169 0,2-2-61 16,-1-6-48-16,1-5-237 0,-12 7-797 15,10-11-1244-15</inkml:trace>
  <inkml:trace contextRef="#ctx0" brushRef="#br0" timeOffset="33919.26">21542 9025 2707 0,'0'0'1700'0,"0"0"-1465"16,0 0-216-16,0 0-7 0,-10 71 71 0,3-29 49 16,-4 10 70-16,-1 9-50 0,1 8-94 15,-1 4-39-15,-1 3-19 0,1 4-45 16,-2-3-56-16,0-3-45 0,3-9-26 16,4-11 0-16,1-16 36 0,5-14 34 15,1-15-15-15,0-9-275 0,4-12-343 16,0-4-863-16,5-22 109 0</inkml:trace>
  <inkml:trace contextRef="#ctx0" brushRef="#br0" timeOffset="34181.322">21564 9150 375 0,'0'0'3363'16,"0"0"-2907"-16,0 0-341 0,0 0-53 0,0 0 25 15,0 0 212-15,0 0-5 0,64 88-154 16,-43-51-82-16,-1 7-3 0,-1 4 18 15,1 4-21-15,-3 5-7 0,2 4-15 16,-4-1-11-16,0-4-19 0,-3-5-20 16,0-10 20-16,-4-11 18 0,2-10 9 15,0-9-24-15,1-10 0 0,4-2 9 0,-1-17 0 16,5-11-12-16,3-12-11 16,2-14-46-16,2-7-56 0,1-7-11 15,-1 0-17-15,1-1 25 0,0 2-6 16,-3 4-4-16,-1 4-43 0,-1 10-159 0,-5 5-247 15,-3 14-574-15,1-5-1086 0</inkml:trace>
  <inkml:trace contextRef="#ctx0" brushRef="#br0" timeOffset="48171.145">8362 12464 1967 0,'0'0'1216'16,"0"0"-932"-16,0 0-62 0,0 0 80 16,101-3 14-16,-65 1-112 0,2 1-89 15,1-1-23-15,3 2-15 0,-2-2-43 0,1 1-1 16,-3 0-6-16,-3-1-27 0,-2 2-15 16,-3-3-50-16,-2 3-70 0,-4-3-1 15,-2 3-40-15,-5 0-101 0,-4 0-102 16,-7 3-299-16,-1 0-593 0,-10 8-466 0</inkml:trace>
  <inkml:trace contextRef="#ctx0" brushRef="#br0" timeOffset="48421.594">8397 12728 1076 0,'0'0'176'15,"0"0"1108"-15,0 0-782 0,0 0-205 0,0 0-112 16,0 0-43-16,0 0 104 0,0 0-26 15,0 0 38-15,114 34-103 0,-61-32-4 16,5-2-74-16,0 0-46 0,-2-8 24 16,-3-3 3-16,-1-1-55 0,-2 1 27 15,-3 1-30-15,-1 0-2 0,-6 3-59 16,-4 2-59-16,-4 2-15 0,-6 3-51 16,-5 0-44-16,-5 0-52 0,-4 6-306 15,-5-3-512-15,-7 1-719 0</inkml:trace>
  <inkml:trace contextRef="#ctx0" brushRef="#br0" timeOffset="48693.16">8809 12284 421 0,'0'0'1637'15,"0"0"-1235"-15,0 0-61 0,0 0 108 16,101 22-131-16,-66-9 1 0,4 4-159 15,1 0-28-15,5 7 33 0,-1 5-81 16,-2 2 2-16,-2 5-61 0,-6 7 21 16,-6 5-8-16,-7 0-35 0,-7 4 16 15,-4-2 15-15,-7 0-12 0,-3-3-4 16,-4 0 7-16,-8-5-1 0,-4-5-2 0,0-2-10 16,-5-5-12-16,-1-6 0 15,-2-3-40-15,1-2-55 0,-2-4-50 16,-1 0-4-16,2-3-72 0,-2-4-24 15,6-1-109-15,-3-3-287 0,7-3-473 16</inkml:trace>
  <inkml:trace contextRef="#ctx0" brushRef="#br0" timeOffset="49888.397">11612 12093 78 0,'0'0'434'0,"0"0"873"0,0 0-847 0,0 0-59 15,0 0-57-15,0 0-53 16,0 0-46-16,0 0-27 0,0 0-55 0,0 0-39 16,0 73-31-16,0-42 4 0,0 4 24 15,0 5 15-15,0 6-34 0,0 7-37 16,0 7-28-16,0 6 12 0,0 12-46 15,-4 5 6-15,1 3-6 0,-1 3-3 16,-3-3 0-16,1-5-19 0,0-9 16 16,0-14 2-16,3-11-27 0,-1-16 16 15,4-14-13-15,0-8-58 0,0-7-62 0,3-2-79 16,3-12 62-16,1-6-36 16,4-8-90-16,-5-7-138 0,0 2-204 15,-6-21-696-15</inkml:trace>
  <inkml:trace contextRef="#ctx0" brushRef="#br0" timeOffset="50195.361">11550 12215 590 0,'0'0'486'0,"0"0"706"16,0 0-811-16,0 0-82 0,29-66-17 15,-12 52-40-15,2-2-39 0,6 3-49 16,3 0-34-16,4 1-54 0,0 2-9 15,0 5-13-15,-1 4-16 0,-3 1 6 0,-4 8-34 16,-5 6 16-16,-3 5-16 0,-6 3 81 16,-4 3 6-16,-5 0-22 0,-1 3-9 15,0-1-41-15,-7-2 25 0,-5-4-12 16,-2 0 18-16,-2-2-27 16,-1-2-19-16,2-3-16 0,-3 0-49 15,2-6-33-15,0-2 11 0,1-1-50 0,1-1 6 16,3-1-45-16,-1 0-42 0,4-3-131 15,3 1-95-15,5-1-24 0,0 0-284 0,0 0-476 16</inkml:trace>
  <inkml:trace contextRef="#ctx0" brushRef="#br0" timeOffset="50531.219">12546 12143 1901 0,'0'0'282'0,"0"0"-175"0,0 0 68 15,0 0 64-15,-76 63 2 16,56-38 12-16,4 2-30 0,0 5-33 0,6 0 0 15,1 5-33-15,5 3 19 0,4 2-10 16,0 6-67-16,7 2-34 0,5 0-37 16,-1-5-7-16,5-2-21 0,-1-11-40 15,2-11 12-15,1-10-21 0,0-9 19 16,0-2 29-16,0-10-23 0,-1-8-16 16,-2-2-82-16,-3-3-101 0,-3-2-139 15,-4 0-283-15,-4 6-483 0,-1-6-602 0</inkml:trace>
  <inkml:trace contextRef="#ctx0" brushRef="#br0" timeOffset="50728.821">12405 12461 26 0,'0'0'2486'0,"0"0"-2051"0,0 0-108 0,0 0 47 16,0 0-121-16,0 0-8 0,0 0 13 16,0 0-45-16,0 0-65 0,86 11-56 15,-55-11-43-15,0-1-27 0,1-5-22 16,3-2-28-16,-1-2-21 0,2 3-62 15,-1 0-86-15,3 0-51 0,-1 3-77 16,-11 1-448-16,11 2-951 0</inkml:trace>
  <inkml:trace contextRef="#ctx0" brushRef="#br0" timeOffset="51371.77">13796 11901 2312 0,'0'0'1468'0,"0"0"-1409"16,0 0-58-16,0 0 32 0,0 0 74 16,-48 97 23-16,35-49 60 0,0 10 23 15,-1 9-24-15,-1 6-51 0,1 5-40 16,-1 7-52-16,0-1 6 0,-1 2-9 15,-1-8-43-15,2-8-4 0,4-14-11 16,2-14-15-16,2-13-29 0,4-12 4 0,1-11-46 16,2-6-34-16,0-5-47 0,2-13-60 15,4-9-68-15,2-11-145 0,-2 8-547 0,7-28-503 16</inkml:trace>
  <inkml:trace contextRef="#ctx0" brushRef="#br0" timeOffset="51656.765">13705 12046 1975 0,'0'0'1501'0,"0"0"-1364"16,0 0-96-16,0 0 50 0,0 0 13 16,0 0 101-16,0 0 54 0,83 77-58 15,-64-39-22-15,1 9-19 0,3 7-71 16,-1 6-3-16,0 9-38 0,-2 6-35 16,-3 3 8-16,0 0-20 0,-2-5 14 15,1-7-14-15,0-13 48 0,-1-14-12 16,0-10 8-16,1-13 22 0,-2-6 46 15,3-10-59-15,-1-3-17 0,3-15-10 16,1-11 9-16,-1-13-14 0,4-10-22 16,0-13 0-16,1-9-31 0,1-1-41 0,1-2 2 0,1 7-6 15,1 6 0-15,-4 8-25 16,1 10 10-16,-5 5-7 0,0 7-9 0,-1 5-53 16,-3 4-74-16,-5 4-161 0,1 5-236 15,-5 4-384-15,-3 5-470 0</inkml:trace>
  <inkml:trace contextRef="#ctx0" brushRef="#br0" timeOffset="52320.585">14789 12834 199 0,'0'0'1156'0,"0"0"570"0,0 0-1359 15,0 0-133-15,0 0-1 0,0 0-16 16,0 0-51-16,0 0-15 0,0 0-30 0,0 0-7 15,0 0 0-15,30 60-28 0,-21-38-50 16,-1 2 4-16,-1 0-38 0,-4 2 17 16,0-1-7-16,-1 3-9 0,-2 1-3 15,0 1 1-15,0-2-1 0,-2-2-1 16,2-4-33-16,0-4 33 0,0-6-11 0,0-6-15 16,9-2 20-16,4-4 7 15,1 0 28-15,6-10-4 0,0-4-2 0,-1-5 2 16,3-6-24-16,-4-4-15 0,-3-3-71 15,1-2-70-15,-5 0-47 0,-3-1-61 16,-1 2-165-16,-2 8-551 0,-5-6-821 0</inkml:trace>
  <inkml:trace contextRef="#ctx0" brushRef="#br0" timeOffset="52464.871">14858 12647 957 0,'0'0'2065'0,"0"0"-1472"0,0 0-366 16,0 0-10-16,0 0 110 0,0 0-76 15,0 0-70-15,0 0-34 0,73-66-92 16,-45 49-55-16,3 1-52 0,1-1-141 16,1 0-115-16,-7 5-314 0,7-5-1298 0</inkml:trace>
  <inkml:trace contextRef="#ctx0" brushRef="#br0" timeOffset="53314.467">8086 11511 1778 0,'0'0'1166'16,"0"0"-684"-16,0 0-102 0,0 0-112 16,0 0-16-16,0 0-41 0,0 0-84 0,0 0-29 15,0 0 28-15,86 1-31 0,-41 5-19 16,3-1-30-16,2 0-37 0,2-3-9 15,-3-2 0-15,1 0 0 0,-5 0 10 16,0-4-9-16,-8 0-2 0,-4 0 1 16,-7 0-12-16,-6 1-12 0,-5 1-13 15,-6 2-30-15,-4 2-16 0,-2 7 25 0,-3 6 24 16,0 6 3-16,-5 5-15 0,-6 6-3 16,-3 4 9-16,-2 3 25 15,-2-2-1-15,0 4-30 0,-2-2-10 0,-1-4 16 16,0-4-16-16,1-2-12 0,2-6-47 15,0-6-60-15,0-5-200 0,-2-3-175 16,5-3-258-16,-12-6-679 0</inkml:trace>
  <inkml:trace contextRef="#ctx0" brushRef="#br0" timeOffset="53506.088">8155 11808 1129 0,'0'0'1909'0,"0"0"-1596"0,0 0-46 15,0 0 148-15,98-8-99 0,-71 7-87 16,-2-3-62-16,-3 1-60 0,-1-2-61 16,-1 1-46-16,-2-1-21 0,-3 3-19 15,-1-1-46-15,-3 3-102 0,-4 0-94 0,-3 3-154 16,-2 8-275-16,-2-4-547 16,-6 13-223-16</inkml:trace>
  <inkml:trace contextRef="#ctx0" brushRef="#br0" timeOffset="53653.592">8221 12033 811 0,'0'0'120'16,"0"0"986"-16,0 0-542 0,0 0-143 16,0 0-79-16,0 0 4 0,0 0-129 0,0 0-3 15,0 0-31-15,0 0-18 0,64-11 60 16,-34 5-112-16,0-2-100 0,2-3-13 16,-2 0-13-16,-1-3-57 0,1 1-90 15,-1-3-78-15,1-1-128 0,-7 3-387 16,9-5-1153-16</inkml:trace>
  <inkml:trace contextRef="#ctx0" brushRef="#br0" timeOffset="53932.388">9098 11668 2229 0,'0'0'1155'16,"0"0"-933"-16,0 0-196 0,0 0 72 0,0 0 100 15,0 0-22-15,0 0-82 0,73-67-63 16,-63 60-31-16,3 6 0 0,-3 1-22 16,0 3-28-16,-1 13 50 0,-1 5 64 15,-2 8-27-15,-1 6 0 0,-4 5-21 16,1-1-1-16,-2 1-12 0,0-3 12 16,0-6 25-16,0-7 60 0,0-6 63 15,0-8-55-15,0-7-84 0,1-3-24 16,2-7-27-16,0-11-26 0,4-6-122 0,-3-8-189 15,-1 4-380-15,-1-21-1211 0</inkml:trace>
  <inkml:trace contextRef="#ctx0" brushRef="#br0" timeOffset="54069.551">9160 11242 2674 0,'0'0'1036'0,"0"0"-863"15,0 0 75-15,0 0 255 0,0 0-129 16,0 0-139-16,99-60-95 0,-74 46-137 15,2 2-3-15,2 0-131 0,0 3-162 16,-8 2-248-16,9 5-919 0</inkml:trace>
  <inkml:trace contextRef="#ctx0" brushRef="#br0" timeOffset="55395.818">17860 12501 730 0,'0'0'2035'16,"0"0"-1656"-16,0 0-6 0,0 0-80 15,0 0 7-15,0 0-30 0,0 0 55 16,90 7-92-16,-45 0-50 0,7 0-46 16,1 3-67-16,-2-3-36 0,-1 0-22 0,-2-2 3 15,-5-1-3-15,-2-3-12 0,-4-1-20 16,0 0-10-16,-7-6-10 0,1-1-97 16,-6-2-65-16,-1 3-67 0,-7-2-189 15,-4 2-511-15,-10 0-765 0</inkml:trace>
  <inkml:trace contextRef="#ctx0" brushRef="#br0" timeOffset="55590.784">18113 12679 1007 0,'0'0'1881'15,"0"0"-1503"-15,0 0-95 0,0 0 105 0,88 17 4 16,-49-13-74-16,4-2-90 0,-1-2-112 15,0 0-80-15,1-7-36 0,-2-4-13 16,1 2-26-16,-2-6-127 0,-1 2-68 16,-2-1-26-16,-4-3-213 0,-10 4-790 15,-6-6-1032-15</inkml:trace>
  <inkml:trace contextRef="#ctx0" brushRef="#br0" timeOffset="55855.665">18410 12233 889 0,'0'0'1968'15,"0"0"-1622"-15,0 0-18 0,104 23-18 16,-61-15-2-16,3 3-87 0,2 1-79 16,-3 4-114-16,1 2-28 0,-5 2 0 0,-6 4-34 15,-2 5-25-15,-8 2-52 0,-8 5 18 16,-3 3 30-16,-9 1 26 0,-5 4 37 15,-2-1 10-15,-9-1 31 0,-5-2 9 16,-2 0 27-16,-4-3-61 0,-1-2-16 16,-3-3-13-16,-2-2-33 0,4-5-91 15,-4-4-115-15,2-4-149 0,6-4-602 16,-11-1-870-16</inkml:trace>
  <inkml:trace contextRef="#ctx0" brushRef="#br0" timeOffset="57054.442">20919 11976 1038 0,'0'0'345'0,"0"0"866"0,0 0-703 0,0 0-176 0,0 0-31 16,0 0 13-16,0 0-20 0,0 0-50 15,0 0-22-15,0 0-47 0,-70 3-87 16,59 9-45-16,0 9-22 0,0 6-2 16,-2 5-16-16,1 8 24 0,2 2 7 15,0 5-1-15,4 1-5 0,2 2-12 16,2-1-16-16,2 3-28 0,2-5-2 16,5-4-4-16,4-8-8 0,1-7-22 15,4-8 9-15,1-8-68 0,6-5-51 0,3-7-11 16,3-2-60-16,3-13-131 0,-7-1-352 15,10-18-1045-15</inkml:trace>
  <inkml:trace contextRef="#ctx0" brushRef="#br0" timeOffset="57306.657">21421 12007 1539 0,'0'0'114'0,"0"0"1166"0,0 0-956 16,-20 70 3-16,9-38 51 0,2 5 35 15,1 2-61-15,0 5-94 0,3 6-48 16,1 8-45-16,4 9-44 0,0 7-42 16,0 10-31-16,0 6-20 0,0 2-13 15,0 3-15-15,0-3-14 0,0-5-32 16,-1-8-35-16,-1-14 35 0,2-13-9 0,0-18 43 16,0-11 0-16,0-11-27 0,0-9-74 15,3-3-55-15,3-7-34 0,-1-10-10 16,3-9-88-16,-2-12-138 0,1-6-185 15,-2 8-489-15,-3-24-307 0</inkml:trace>
  <inkml:trace contextRef="#ctx0" brushRef="#br0" timeOffset="57576.323">21291 12241 623 0,'0'0'430'0,"0"0"-153"0,0 0 221 16,0 0 192-16,0 0-297 0,37-76-111 15,-25 64-21-15,1 0-42 0,7 2-52 16,0 1-63-16,2 3-23 0,6 1 17 16,0 3 2-16,1 2-16 0,0 0-13 15,-2 7-12-15,-1 2-12 0,-3 3-20 0,-5 0 26 16,-3 5-13-16,-4 4-15 0,-6 0 2 16,-2 4 7-16,-3 2 0 0,0-1-3 15,-6 0-28-15,-4 1 15 0,-3-2-18 16,-3-2 0-16,-1-1-48 0,-2-1-60 0,-1-4-68 15,2-5-32-15,0-5 17 16,1-2-54-16,2-5-135 0,3 0-250 0,-4-15-736 16</inkml:trace>
  <inkml:trace contextRef="#ctx0" brushRef="#br0" timeOffset="57823.204">21948 11912 2289 0,'0'0'478'0,"0"0"-138"0,0 0 8 16,86 29-6-16,-66-15-15 0,-2 3-28 15,-2 2-95-15,-2 4-72 0,-6 3-34 16,-2 5-12-16,-6 4-19 16,0 2-27-16,-11 4-22 0,-4 2-15 0,-3-1 0 15,-3-1-1-15,-2-4 2 0,-2-1-4 16,2-3-12-16,-2-5-27 0,-2-4-81 0,0-2-49 15,-2-3-43-15,-1-1-58 0,-1-6-78 16,10-1-295-16,-17-3-1067 0</inkml:trace>
  <inkml:trace contextRef="#ctx0" brushRef="#br0" timeOffset="60395.667">23434 12019 1003 0,'0'0'1629'0,"0"0"-924"0,0 0-337 15,0 0-157-15,0 0-28 0,0 0-49 0,0 0-22 16,0 0 0-16,-78-28-60 16,59 28-15-16,-1 0-21 0,-2 9 8 0,-2 1 17 15,-3 2-11-15,-2 6-29 0,-1 0 12 16,-1 1 24-16,1 1-7 0,1 1-8 16,2-2-7-16,6 2 13 0,5-6 6 15,1 1 6-15,7-3-16 0,3-1-24 16,4 1-2-16,1-1 2 0,4 2 34 15,9 2 2-15,4-1-8 0,8 1 18 16,4-1 0-16,2-3 18 0,5-2 0 16,1-3-9-16,0-4-25 0,0 0-3 0,-4-3-16 15,-1 0-11-15,-3-2-24 0,-4-1-12 16,-4-1-101-16,-2-1-71 0,-8 2-81 16,-2-1-123-16,-6 4-283 0,-4 0-939 15</inkml:trace>
  <inkml:trace contextRef="#ctx0" brushRef="#br0" timeOffset="60571.168">23048 12483 2598 0,'0'0'694'0,"0"0"-345"0,0 0-109 0,0 0 18 16,0 0 31-16,0 0-11 0,0 0-82 15,95 36-74-15,-58-28-21 0,2-1-15 16,6-2-29-16,0 2-29 0,2-3-28 15,2-4-12-15,2 0-25 0,-1-4-140 0,4-5-141 16,-1-6-149-16,-13 4-538 0,16-11-1439 0</inkml:trace>
  <inkml:trace contextRef="#ctx0" brushRef="#br0" timeOffset="60861.989">24094 11870 2699 0,'0'0'511'0,"0"0"-218"16,0 0-31-16,0 0 38 0,0 0 51 16,0 0 13-16,-11 102-103 0,8-53-93 15,0 5-38-15,-2 2-11 0,-1 3 11 0,-5 2-45 16,1 3-36-16,-6 1-28 0,3-1-21 15,-4-5-3-15,3-6-34 0,2-11-35 16,4-11 8-16,5-12 3 0,1-8-8 16,2-6-89-16,0-5-40 0,3-7-29 15,4-9-84-15,3-7-83 0,3-5-160 16,-5 2-530-16,7-18-310 0</inkml:trace>
  <inkml:trace contextRef="#ctx0" brushRef="#br0" timeOffset="61138.755">24075 12050 2179 0,'0'0'726'0,"0"0"-386"0,0 0-152 16,0 0 8-16,0 0 73 0,0 0 26 16,0 0-53-16,0 0-16 0,0 0-48 15,0 0-59-15,93 45-33 0,-74-15-22 16,1 3 0-16,-3 3-12 0,-1 3 3 0,-2 0-4 16,-2 3-20-16,-2-4-13 0,1-3-15 15,2-6 0-15,-2-5 43 0,1-7-22 16,1-6-3-16,-1-2 16 0,2-8 5 15,-1-1 67-15,5-7 69 0,2-8-96 0,-1-8-46 16,3-8-36-16,1-6 0 16,-4-6-30-16,1 0-15 0,0-3-7 0,-3 2-20 15,1-2-34-15,-2 3-15 0,1 7-4 16,-4 5-8-16,0 7-38 0,-1 6-74 16,-5 8-189-16,2 4-290 0,-9 6-981 0</inkml:trace>
  <inkml:trace contextRef="#ctx0" brushRef="#br0" timeOffset="61372.306">24699 12416 2902 0,'0'0'1009'16,"0"0"-874"-16,0 0-37 0,0 0 48 16,0 0 77-16,0 0 64 0,0 0-100 15,0 0-108-15,70 67-51 0,-60-50-7 16,-5 2 22-16,1 1-16 0,-1 2-2 0,-2 1-7 15,-3-1-6-15,1 0-10 0,0-4-2 16,-1-5 0-16,0-6-12 0,0-2-6 16,0-5-34-16,0 0-92 0,0-6-58 15,0-6 8-15,0-8-87 0,0-3-183 0,0 2-733 16,0-15-1040-16</inkml:trace>
  <inkml:trace contextRef="#ctx0" brushRef="#br0" timeOffset="61508.149">24770 12153 2892 0,'0'0'1353'0,"0"0"-1201"0,0 0 43 0,0 0 161 16,0 0-127-16,98-41 2 0,-75 33-40 15,-1 1-151-15,1 1-40 0,-4 2-167 16,-1-2-137-16,-5 2-217 0,-3 4-982 0</inkml:trace>
  <inkml:trace contextRef="#ctx0" brushRef="#br0" timeOffset="63927.74">20078 12171 470 0,'0'0'2022'0,"0"0"-1555"16,0 0-7-16,0 0-64 0,0 0-23 16,0 0-43-16,0 0-44 0,89 29-29 0,-73-26-56 15,1 0-46-15,-1-1-27 0,3-2-46 16,-2 0-22-16,-2 0-20 0,0-5-25 16,0-1-15-16,-4 0-18 0,2 0-58 15,-3-1-54-15,-2 1-50 0,-1 3-27 0,-5 0-77 16,-2 3-179-16,0 0-337 15,0 0-787-15</inkml:trace>
  <inkml:trace contextRef="#ctx0" brushRef="#br0" timeOffset="64087.989">20102 12341 855 0,'0'0'1936'16,"0"0"-1615"-16,0 0-110 0,0 0 39 15,0 0 25-15,0 0-35 0,0 0 0 16,0 0 19-16,0 0-83 0,0 0-72 0,77 24-42 15,-53-24-38-15,2-3-24 0,-2-3-3 16,0-3-150-16,-1 2-84 0,-2 0-70 16,-3 1-148-16,-6 1-767 0,-4 1-1336 0</inkml:trace>
  <inkml:trace contextRef="#ctx0" brushRef="#br0" timeOffset="64407.449">19474 11840 1458 0,'0'0'16'16,"0"0"1426"-16,0 0-959 0,0 0-119 0,0 0-94 15,11 99-50-15,-11-59 19 0,0 7-54 16,0 4-53-16,0 6-40 0,-1 0-40 16,-5 7-21-16,1 0-31 0,-4 4-10 15,1-1-15-15,-1-1-12 0,1-5-30 16,4-11-84-16,1-12 16 0,2-13-4 16,1-11-1-16,0-8-35 0,0-6-67 15,5-10-150-15,1-10-158 0,-1 5-654 16,3-25-420-16</inkml:trace>
  <inkml:trace contextRef="#ctx0" brushRef="#br0" timeOffset="64707.576">19622 11878 1375 0,'0'0'134'16,"0"0"1016"-16,0 0-755 0,0 0-66 15,0 0 48-15,0 0-126 0,0 0-50 16,0 0-8-16,43 86-75 0,-27-49-44 15,4 6-6-15,-2 3-28 0,1 5-10 16,-2 4-5-16,0-3-25 0,-4-3-1 16,0-6 1-16,-3-8 15 0,-2-11 62 0,1-7-16 15,-6-5 10-15,2-4-29 16,-4-4-39-16,1-3-2 0,-1-1-1 0,3 0 15 16,-1-5 9-16,3-9-22 15,3-6 41-15,-1-13-43 0,4-9-12 0,1-13-40 16,1-9-34-16,3-7-33 0,2-7-50 0,3 5-44 15,4 3-92-15,1 12-116 16,3 7-173-16,-7 19-540 0,9-3-301 16</inkml:trace>
  <inkml:trace contextRef="#ctx0" brushRef="#br0" timeOffset="67325.404">26181 12064 417 0,'0'0'656'0,"0"0"-363"0,0 0-95 0,0 0 1027 16,0 0-761-16,0 0-35 0,0 0-80 15,0 0-45-15,0 0-38 0,0 0-35 16,-15-8-87-16,6 5-83 0,-5 3-41 16,-3 0-20-16,-2 0-12 0,-5 4-3 15,-5 3-22-15,0 5-6 0,-2 2 40 16,0 3 2-16,0 2-11 0,0 2 0 15,-2 2 8-15,2 1-8 0,2 0-6 16,1-3-1-16,5 2 16 0,7-6 3 16,4-5 22-16,6-1 12 0,4-4-34 15,2-2-2-15,12 3 2 0,1 3 37 16,8 0-9-16,1 1 18 0,4-3-10 0,1 1-11 16,-2-4-7-16,1 0 9 0,-2-3-5 15,-1 1-22-15,0-3 0 0,-3-1-12 16,2 0-4-16,-2 0-8 0,-3 0-59 0,0-2-66 15,-5-1-54-15,-2 3-60 16,-4-1-121-16,-3 1-416 0,-3 0-897 0</inkml:trace>
  <inkml:trace contextRef="#ctx0" brushRef="#br0" timeOffset="67541.407">25857 12497 2421 0,'0'0'605'0,"0"0"-403"16,0 0-30-16,0 0 37 0,0 0 107 0,0 0-71 16,0 0 10-16,0 0-58 0,0 0-64 15,95 28-7-15,-67-25-35 0,3 0-8 16,0-3-28-16,1 0-26 0,1 0-29 16,2-3-27-16,0 0-6 0,1-1-38 0,1-1-143 15,0-2-82-15,-3 1-127 0,-10 0-620 16,7-5-1186-16</inkml:trace>
  <inkml:trace contextRef="#ctx0" brushRef="#br0" timeOffset="68079.979">27114 11828 1406 0,'0'0'1583'0,"0"0"-1273"15,0 0-113-15,0 0 145 0,0 0 3 16,0 0-96-16,0 0-42 0,0 0-66 0,-50 92-52 16,43-52-6-16,-1 7 12 0,0 8 12 0,0 6-7 15,-4 6-42-15,-2 7-12 0,0 2-22 16,-4 2-9-16,-1 0-15 0,0-4-1 16,-1-8-17-16,7-11-6 0,1-13-65 15,6-16 44-15,3-12-19 0,3-10-92 16,0-4-40-16,6-11-47 0,4-8-30 15,5-10-40-15,2-11-288 0,-5 7-569 16,6-25-611-16</inkml:trace>
  <inkml:trace contextRef="#ctx0" brushRef="#br0" timeOffset="68365.238">27123 11998 2684 0,'0'0'492'15,"0"0"-285"-15,0 0 50 0,0 0 111 16,0 0 1-16,0 0-84 0,0 0-126 0,0 0-91 15,0 0-53-15,0 0 10 16,0 0 115-16,53 21-27 0,-31 9-31 16,1 6-33-16,0 7-19 0,-2 2-11 0,-1 7-4 15,-4 1 9-15,0 2-24 0,-6 1 1 16,0-2 1-16,-3-3-1 0,-1-5 0 16,0-9 0-16,-1-8 1 0,2-11 0 15,-2-6 23-15,1-7-10 0,2-3 0 16,4-2 24-16,1-10 37 0,8-11 118 15,1-10-109-15,8-13-67 0,1-10-18 0,4-10-31 16,1-2-44-16,1-1-1 0,2-1 7 16,1-1-40-16,-3 5-34 0,1 1-52 15,-4 5-68-15,0 6-133 0,-6 4-172 16,-5 14-560-16,0-3-442 0</inkml:trace>
  <inkml:trace contextRef="#ctx0" brushRef="#br0" timeOffset="70982.465">17646 14120 2168 0,'0'0'1153'0,"0"0"-845"16,0 0 36-16,0 0-90 0,0 0 59 16,0 0-76-16,0 0-59 0,0 0-16 15,0 0 85-15,0 0-95 0,117 2-62 16,-68 6-20-16,3 1-21 0,1-1-26 15,-2-2-23-15,1 1-18 0,-3-2 15 16,-2-2 2-16,-4-3-24 0,-1 0-5 16,-4-2-58-16,-5-2-79 0,-4 0-52 15,-6-1-104-15,-10 4-258 0,-5 1-520 0,-8 0-676 0</inkml:trace>
  <inkml:trace contextRef="#ctx0" brushRef="#br0" timeOffset="71189.228">17726 14361 2669 0,'0'0'495'0,"0"0"-135"16,0 0-126-16,0 0-14 0,0 0-69 15,0 0-1-15,0 0 92 0,86-7-64 16,-37 11-18-16,7 0-37 0,3 0-53 16,0-2-61-16,0 2-9 0,-2-3-24 15,-2-1 8-15,-4-1-23 0,-4-7-26 16,-3-4-63-16,-3-4-72 0,-7-2-110 0,-8 2-287 15,-1-7-851-15</inkml:trace>
  <inkml:trace contextRef="#ctx0" brushRef="#br0" timeOffset="71456.088">18204 13903 1623 0,'0'0'1597'0,"0"0"-1409"15,0 0-45-15,84 7 16 0,-50-1 42 16,4 2-40-16,-1 1 11 0,2 2 11 16,-1-2-72-16,1 4-43 0,-2 2-28 0,-2 0-40 15,-2 3 0-15,-6 1-2 0,-2 2-10 16,-7 5 10-16,-6 3-32 0,-8 6-84 16,-4 5 69-16,-4 4 2 0,-11 2 1 15,-5 1 15-15,-5 0 30 0,-3 0 1 16,-2-4 34-16,-5 1-12 0,-2-3-22 15,-4-1-22-15,-2-1-9 0,-2-4-66 16,2-5-53-16,7-5-70 0,3-7-74 16,10-7-290-16,1-9-931 0</inkml:trace>
  <inkml:trace contextRef="#ctx0" brushRef="#br0" timeOffset="72212.794">20363 14050 1448 0,'0'0'631'0,"0"0"-20"0,0 0-254 16,0 0-111-16,0 0 43 0,0 0-65 16,0 0 41-16,0 0-25 0,-59 85-79 15,47-46-59-15,1 6-6 0,-1 8-7 16,1 2 18-16,-3 8 22 0,0 2-34 16,-3 2-34-16,1 2-34 0,-1-2-24 15,4-5-3-15,0-10-39 0,4-10-22 16,2-15-22-16,4-10 13 0,3-13-10 15,0-4-67-15,0-3-23 0,0-10-35 16,5-8-38-16,3-10-37 0,0-9-138 0,4-6-351 16,-4 9-503-16,2-22-72 0</inkml:trace>
  <inkml:trace contextRef="#ctx0" brushRef="#br0" timeOffset="72505.767">20291 14166 2411 0,'0'0'484'0,"0"0"-212"0,0 0-10 16,0 0-47-16,0 0-19 0,0 0-14 15,0 0-47-15,0 0 18 0,0 0-7 16,79 20-29-16,-56 9-18 0,2 8-35 16,2 2-18-16,2 6 13 0,1 5 27 15,2 3 36-15,-2 2-91 0,-3 3-13 16,-2-1-16-16,-5-4 13 0,0-7-13 16,-4-10-1-16,-1-10 33 0,-4-7-4 15,3-10-18-15,-3-5-11 0,-2-4 2 0,2 0 22 16,0-12 27-16,1-10 54 0,2-7-21 15,2-13-55-15,2-6-28 0,-2-6-2 16,1-4-15-16,-3-2-15 0,2-1-37 16,-3 6-24-16,3 3-31 0,1 7-37 15,0 3-18-15,5 11-11 0,0 8-25 16,1 6-107-16,3 6-216 0,-8 5-276 0,8 4-724 16</inkml:trace>
  <inkml:trace contextRef="#ctx0" brushRef="#br0" timeOffset="72693.407">21339 14371 1838 0,'0'0'2014'0,"0"0"-1702"16,0 0-203-16,0 0 197 0,0 0-26 15,79-7-23-15,-54 0-71 0,0-3-128 16,3 2-58-16,-1-4-49 0,-2 3-137 15,-4 0-95-15,-3 2-114 0,-7 5-195 16,-2 1-714-16,-9 4-831 0</inkml:trace>
  <inkml:trace contextRef="#ctx0" brushRef="#br0" timeOffset="72851.539">21334 14609 3617 0,'0'0'563'0,"0"0"-389"0,0 0-68 0,0 0 30 16,0 0-4-16,0 0 31 0,0 0 57 15,0 0-52-15,0 0-59 0,95-23-42 16,-58 8-67-16,-1-1-21 0,-2 1-86 16,-1-1-63-16,-2 1-35 0,-3 2-74 15,-2 3-148-15,-9 1-545 0,8 2-979 0</inkml:trace>
  <inkml:trace contextRef="#ctx0" brushRef="#br0" timeOffset="73549.395">22406 14036 796 0,'0'0'169'0,"0"0"1070"0,0 0-867 16,0 0-98-16,0 0 49 0,0 0-7 0,0 0-25 16,0 0-74-16,0 0-57 0,0 0-23 15,-23-32 15-15,16 32 6 0,-1 0-19 16,-2 5-41-16,-1 5-40 0,-3 4-30 15,1 6-13-15,0 4-13 0,0 7 16 16,4 5 13-16,0 6 3 0,3 1 18 0,3 4-13 16,1 0-2-16,2 1-10 0,2-3 16 15,5-2-19-15,4-4 4 0,1-5-28 16,1-8-19-16,4-7 4 0,2-5 0 16,0-5-49-16,2-5-34 0,1-4-15 15,0-4-49-15,1-10-51 0,0-7-90 16,0-5-177-16,-7 3-769 0,4-11-1169 0</inkml:trace>
  <inkml:trace contextRef="#ctx0" brushRef="#br0" timeOffset="73766.456">22754 14225 3510 0,'0'0'461'0,"0"0"-298"0,-13 75-22 16,12-39 60-16,-2 8 111 0,3 6-25 15,0 6-70-15,0 4-93 0,8 6-48 0,1 5-3 16,1 4-21-16,0 5-31 0,0 3-21 16,-1 0-19-16,-3-4-21 15,-3-4-48-15,1-11-3 0,-4-10-12 0,0-14 15 16,0-10 36-16,0-13-67 0,0-7-53 16,-3-10-80-16,0-2-135 0,-1-11-214 15,-1-2-768-15,-3-20-796 0</inkml:trace>
  <inkml:trace contextRef="#ctx0" brushRef="#br0" timeOffset="74006.171">22693 14439 2639 0,'0'0'696'16,"0"0"-451"-16,0 0-96 0,0 0 93 16,64-77 102-16,-43 65-62 0,4 3-45 15,4 4-66-15,3 2-70 0,1 3-28 0,2 0-45 16,-3 6-16-16,-2 5-12 15,-5 3 15-15,-5 3-12 0,-6 6 9 0,-6 6-10 16,-8 4-2-16,-2 6-1 0,-13 4-35 16,-7 4-13-16,-6-2-12 0,-5 1-34 15,-2-5-27-15,0-6-26 0,2-8-33 16,3-11-61-16,2-11-127 0,8-5-341 16,4-4-671-16,1-22-280 0</inkml:trace>
  <inkml:trace contextRef="#ctx0" brushRef="#br0" timeOffset="74207.858">23235 14160 1664 0,'0'0'1137'0,"0"0"-624"15,82 23-151-15,-53-8-54 16,2 5 18-16,-4 3-17 0,-1 2-63 0,-2 5-74 16,-3 0-81-16,-1 1-39 0,-6 1-28 15,0 2-22-15,-6 4-2 0,-4 4-12 16,-4 7-46-16,0 1 19 15,-12 5-80-15,-5-3-22 0,-2-2-38 0,-4-4-15 16,0-7-30-16,0-6-70 0,3-8-183 16,4-12-549-16,-3-7-475 0</inkml:trace>
  <inkml:trace contextRef="#ctx0" brushRef="#br0" timeOffset="74388.85">23917 14462 3727 0,'0'0'575'0,"0"0"-324"0,0 0 105 16,0 0-87-16,76 6-80 0,-59-6 11 0,0 0-100 15,1 0-100-15,1-3-15 16,1-4-112-16,0 2-107 0,-2-1-74 0,-1 6-132 16,-6 0-506-16,-8 0-671 0</inkml:trace>
  <inkml:trace contextRef="#ctx0" brushRef="#br0" timeOffset="74549.706">23872 14772 2342 0,'0'0'1943'0,"0"0"-1667"15,0 0-174-15,0 0 134 0,0 0-4 16,0 0 103-16,79 26-77 0,-53-26-116 16,4-4-88-16,2-4-51 0,-2-3-3 15,-2-2-79-15,-2 0-63 0,-1 3-52 16,-4 1-36-16,0 2-33 0,1 6-176 15,-6 1-297-15,5 0-508 0</inkml:trace>
  <inkml:trace contextRef="#ctx0" brushRef="#br0" timeOffset="75245.531">24999 14007 170 0,'0'0'329'16,"0"0"1492"-16,0 0-1259 0,0 0-85 0,0 0-88 15,0 0-45-15,0 0-61 16,0 0-54-16,0 0-121 0,0 0-19 0,-37 87-6 16,22-47-25-16,1 10-12 0,-2 7 12 15,1 10 9-15,-2 6 12 0,0 7 4 16,0 5-41-16,-2 2-39 0,2-4 11 15,0-9-14-15,5-10-18 0,5-16 0 16,1-17-6-16,5-12-77 16,1-13-30-16,3-6-53 0,9-6-22 0,4-13-4 15,4-7-63-15,3-13-202 0,-7 5-611 16,7-26-893-16</inkml:trace>
  <inkml:trace contextRef="#ctx0" brushRef="#br0" timeOffset="75528.931">25057 14066 95 0,'0'0'2153'16,"0"0"-1568"-16,0 0-274 0,0 0 14 16,0 0-28-16,0 0 40 0,0 0-69 15,0 0-24-15,59 73-71 0,-39-29-20 0,3 6 6 16,-1 6-31-16,-2 2-37 0,0 4-30 16,-1 0-31-16,-3 3-27 0,-1-4-3 15,-1-4-3-15,-4-7-15 16,0-10 3-16,0-10 14 0,-3-11 1 15,0-7 38-15,0-7-18 0,-1-5-19 0,1-2-1 0,2-16 24 16,5-8 21-16,3-15-32 16,3-10-13-16,0-9-31 0,1-7-17 0,0-3-4 15,1 0 9-15,-1 4-8 0,0 1-34 16,2 9-62-16,2 6-36 0,-5 9-23 16,2 8-41-16,-4 10-114 0,-2 6-227 15,-3 10-694-15,-3 7-791 0</inkml:trace>
  <inkml:trace contextRef="#ctx0" brushRef="#br0" timeOffset="75814.874">25656 14816 2020 0,'0'0'2406'15,"0"0"-2190"-15,0 0-216 0,0 0 0 16,0 0 55-16,0 0 148 0,0 0 54 15,0 0-123-15,96-55-112 0,-66 28-22 16,2 1-18-16,-4 4-28 0,0 7 4 16,-2 8 14-16,-7 5 1 0,1 2-4 15,-5 11 31-15,-2 7 6 0,-4 9 43 16,-1 2-6-16,-2 8 9 0,-4-3-10 16,-2 2-2-16,0-6-1 0,-5-2-21 15,-3-6-18-15,1-4-1 0,-1-4-32 16,0-4-64-16,-4-6-47 0,4-4-63 0,-3-4-184 15,2-4-223-15,-5-14-786 0</inkml:trace>
  <inkml:trace contextRef="#ctx0" brushRef="#br0" timeOffset="75955.679">25940 14489 3580 0,'0'0'450'0,"0"0"-355"0,0 0 148 16,0 0 44-16,77-23-118 0,-57 16-52 15,2 0-80-15,3-1-37 0,1-2-120 16,3-1-194-16,-8 4-222 0,7-1-951 0</inkml:trace>
  <inkml:trace contextRef="#ctx0" brushRef="#br0" timeOffset="76154.992">26566 14558 4570 0,'0'0'625'0,"0"0"-573"0,0 0-52 15,0 0-15-15,83-17 15 0,-54 10 94 16,2 1-44-16,0-2-50 0,2 0-73 16,1 1-52-16,-3-1-43 0,-2 0-102 15,-6 5-187-15,-7 0-263 0,-8 3-769 0</inkml:trace>
  <inkml:trace contextRef="#ctx0" brushRef="#br0" timeOffset="76351.042">26594 14754 2756 0,'0'0'1435'0,"0"0"-1286"16,0 0-134-16,0 0 97 0,0 0 70 0,0 0 162 15,76-2-36-15,-45-7-174 0,5-4-107 16,3-2-27-16,0-3-6 0,-3 2-116 0,-3-1-51 15,-3 0-41-15,-1 3-112 0,-10 3-265 16,1 3-813-16</inkml:trace>
  <inkml:trace contextRef="#ctx0" brushRef="#br0" timeOffset="76766.375">27609 14122 2786 0,'0'0'424'0,"0"0"-223"0,0 75-49 16,-3-33 47-16,-2 10 110 0,-3 10-47 0,0 1-80 15,-4 10-64-15,1-2-11 0,-4 4 32 16,2-2 32-16,-5 1-83 0,2-4-36 16,-4-6-24-16,3-7-28 0,3-10-21 15,4-13-76-15,4-13 39 0,2-12 15 16,2-9-64-16,2-2-59 0,0-15-71 16,8-11-77-16,0-9-51 0,4-11-177 15,-1 8-698-15,3-31-788 0</inkml:trace>
  <inkml:trace contextRef="#ctx0" brushRef="#br0" timeOffset="77006.671">27664 14260 3429 0,'0'0'445'15,"0"0"-366"-15,0 0 100 0,0 0 52 16,0 0 50-16,0 0-50 0,86 95-39 0,-68-56-79 16,-2 6-40-16,1 3-3 0,-3 5-24 15,3 0-27-15,1 0-19 0,1-2-3 16,2-7-15-16,1-8 18 0,2-11 15 15,4-9 12-15,0-9-5 0,1-7-1 16,0-10 0-16,1-12-21 0,1-9-21 16,0-10-3-16,0-7-43 0,-3-3-6 15,3-6-34-15,0-5 0 0,2-4-9 16,1-9-49-16,0-4-91 0,2-5-179 0,-10 24-578 16,13-14-432-16</inkml:trace>
  <inkml:trace contextRef="#ctx0" brushRef="#br1" timeOffset="123685.196">2127 15205 1585 0,'0'0'1836'0,"0"0"-1528"16,0 0-274-16,0 0-21 0,0 0 135 0,0 0 122 16,76 18 15-16,-44-14-62 0,2-2-82 15,5-2-52-15,3 0-13 0,1 0-12 16,-1-6 3-16,0-1-42 0,-2 0 5 0,-1-3-30 16,-3 2-3-16,-1-3-21 15,-5 3 3-15,-3-3 5 0,-4 4-51 0,-5 0-119 16,-2 3-54-16,-9 2-54 0,-1 2-47 15,-5 0-138-15,-1 0-321 0,0 6-645 0</inkml:trace>
  <inkml:trace contextRef="#ctx0" brushRef="#br1" timeOffset="123889.417">2535 15198 2375 0,'0'0'401'0,"0"0"-244"0,0 0-115 15,0 0 73-15,0 0 163 0,-3 71 17 16,9-38 1-16,2 5-85 0,1 5-62 0,-2 3-28 15,-1 2 0-15,1-1-41 0,-6 5-34 16,-1-2-45-16,0 1-1 0,-5-1-15 16,-5 0-31-16,-1-2-75 15,-4-1-37-15,0-5-41 0,-2-2-49 0,1-8-39 16,-4-5-50-16,2-5-163 0,-2-3-179 16,0-8-134-16,3-3 181 0,-2-4 244 0,3-4 124 15</inkml:trace>
  <inkml:trace contextRef="#ctx0" brushRef="#br1" timeOffset="124033.012">2304 16065 76 0,'0'0'727'0,"0"0"-79"0,0 0-153 15,0 0-94-15,-76-45-26 0,70 40-57 16,6 1-52-16,0 1-66 0,3 1-48 16,8 0-26-16,5 2 53 0,7-2-2 15,3 1-62-15,6 1 0 0,1 0 0 16,0 0-26-16,3 0-21 0,-1 0-53 0,-2 0-15 16,2-2 0-16,-2-1-108 0,1-6-105 15,1 1-103-15,-2-5-176 0,-7 2-567 16,7-8-408-16</inkml:trace>
  <inkml:trace contextRef="#ctx0" brushRef="#br1" timeOffset="124203.298">3006 15779 2951 0,'0'0'346'16,"0"0"-257"-16,0 0-48 0,92 20 140 15,-62-15 75-15,0-4-57 0,2-1-99 16,1-4-57-16,2-6-43 0,0-6-37 15,-1-3-73-15,-2-3-88 0,-2-4-80 16,-4-2-145-16,-8 6-562 0,-3-12-708 0</inkml:trace>
  <inkml:trace contextRef="#ctx0" brushRef="#br1" timeOffset="124487.226">3209 15458 2433 0,'0'0'393'0,"0"0"-268"0,0 0-25 0,-16 85 130 16,16-52 91-16,0 2-59 0,3 2-83 16,9 4-59-16,-1 4-24 0,2 5-12 15,2 4-22-15,-1 1 0 0,-4 1 0 16,1-1-19-16,-3-3 0 0,-3 1 0 16,-2-3-24-16,-1-1-1 0,-2-3-5 15,0-2-12-15,-5-5 14 0,-2-2-12 16,1-6-1-16,-5-6 10 0,2-4-10 15,-1-5 13-15,-4-4-15 0,2-4-39 0,-5-4-50 16,-2-3-10-16,-5-1-19 0,-5-2-56 16,0-8 0-16,-4-2-16 0,4-4-97 15,-1-2-136-15,4 1-220 0,6 2-493 16,-3-6-172-16</inkml:trace>
  <inkml:trace contextRef="#ctx0" brushRef="#br1" timeOffset="125366.052">4745 15257 1277 0,'0'0'1850'0,"0"0"-1601"0,0 0-135 0,0 0 35 16,23 76 175-16,-20-36 24 0,-3 10-110 15,0 6-80-15,-3 2-72 0,-6 7-37 0,-2 6-28 16,-2 2-2-16,-1 2-19 15,-1-3 0-15,1-6-12 0,1-12-15 16,6-12-16-16,-2-16-37 0,5-9-22 0,2-13-58 16,1-4-61-16,-1-9-86 0,1-10-75 15,0-12-250-15,-2 4-401 0,1-33-96 0</inkml:trace>
  <inkml:trace contextRef="#ctx0" brushRef="#br1" timeOffset="125710.556">4675 15396 2531 0,'0'0'399'0,"0"0"-194"15,0 0-71-15,0 0 64 0,96-72 121 16,-71 64-67-16,-2 1-45 0,0 5-43 0,0 2-22 16,-2 0-34-16,-2 8-46 0,0 3-25 15,-4 6-22-15,-3 5 25 0,-3 7-40 16,-3 6-9-16,-6 4-65 0,0 2 22 16,-3 2 18-16,-7-2-9 0,-4 1 12 0,-1-3 3 15,-1 0-12-15,0-4 6 0,-1-2-6 16,1-4 12-16,0-5-9 15,3-4-1-15,-1-6 1 0,5-3 9 0,0-6 28 16,5 1 0-16,1-5 11 0,2 1-11 16,1-2-47-16,0 0-9 0,6 0 54 15,2 2 2-15,5 3 34 0,6 3 22 16,3 1 0-16,-1 3 6 0,4 1 22 16,2 0-10-16,1 5-25 0,2-2-2 15,0 3-1-15,2 2 31 0,-2-1-53 0,0-1-24 16,-1-1-30-16,0-3-17 15,0-3-30-15,-2-1-99 0,5-2-25 0,-2-5-63 16,3 0-171-16,-8-4-589 0,12 0-694 0</inkml:trace>
  <inkml:trace contextRef="#ctx0" brushRef="#br1" timeOffset="125920.943">5976 15867 3079 0,'0'0'487'0,"0"0"-370"15,0 0-50-15,23 68 84 0,-16-45 153 0,-4 2-58 16,0-4-151-16,0-2-95 0,0 0-24 16,1-3-7-16,-3-1-59 0,1-4-153 15,-2-2-99-15,0-4-146 0,0-5-555 16,-7-5-525-16</inkml:trace>
  <inkml:trace contextRef="#ctx0" brushRef="#br1" timeOffset="126061.663">5816 15502 3506 0,'0'0'529'15,"0"0"-487"-15,0 0 52 0,0 0 108 16,0 0 5-16,0 0-74 0,0 0-121 15,95-19-12-15,-70 11-154 0,3 1-115 0,-9 2-233 16,10 2-931-16</inkml:trace>
  <inkml:trace contextRef="#ctx0" brushRef="#br1" timeOffset="126372.33">6470 15665 4055 0,'0'0'621'0,"0"0"-461"0,0 0-117 16,0 0 9-16,-56 75 33 0,49-59-20 16,1-2-41-16,5-5-24 0,1-1-12 15,0-2-4-15,4-1-11 0,8 1-16 16,5-1 3-16,0-2-5 0,6 1-35 16,0 1 21-16,3-2 16 0,0 2 10 0,-4 0 14 15,2 2-21-15,-2 2 39 0,-5 2 2 16,-1 1 10-16,-3 1 5 0,-3 1 15 15,-4-2 2-15,-2 3 1 0,-4-2 6 16,0 1-12-16,-7-3-13 0,-7 1-15 16,-2 0-40-16,-6 0-15 0,-4-4-22 15,-7 1-49-15,-2-2-82 0,-5-1-88 16,-6-2-155-16,13-2-569 0,-25-2-682 0</inkml:trace>
  <inkml:trace contextRef="#ctx0" brushRef="#br1" timeOffset="127287.842">7714 15848 254 0,'0'0'2077'16,"0"0"-1705"-16,0 0-208 0,0 0 12 0,0 0 74 16,0 0 1-16,-40-69-30 0,31 58-57 15,0 4-54-15,-2 0-34 0,2 2-5 16,-1 4 7-16,-1 1 127 0,-1 6-35 15,-1 3-62-15,0 8-53 0,0 4-15 0,2 7 3 16,-1 4 12-16,6 6 0 16,-1 0-15-16,3 2-7 0,4-8-14 0,0-4-17 15,0-9-2-15,0-4 0 16,0-9-34-16,7-3 31 0,-1-3-40 0,2 0-3 16,6-7 3-16,0-7 7 0,2-2-19 15,-2-6-22-15,1-2 3 0,-1-2-9 0,-4 2 12 16,3 3 27-16,-3 3 17 15,0 5 14-15,0 4-18 0,-1 4 31 0,0 5 19 16,-1 2 49-16,4 8 65 0,-1 6-13 16,2 4-31-16,0 1-34 0,0 2-37 15,0 0-16-15,-3-3 25 0,3-2-27 16,2-1-22-16,0-5-17 0,3 0-26 16,2-4 7-16,3-2-118 0,0-3-6 15,0-3-33-15,1 0-140 0,2-3-263 0,-10 0-722 16,10-8-530-16</inkml:trace>
  <inkml:trace contextRef="#ctx0" brushRef="#br1" timeOffset="127784.005">8923 15747 2895 0,'0'0'540'0,"0"0"-340"0,0 0-90 0,0 0 60 16,0 0 172-16,0 0-32 0,81 74-33 0,-38-59-115 16,3-3-61-16,2-5-13 0,-2-6-18 15,0-1-21-15,-6-8-12 0,1-9-37 16,-4-3-34-16,-1-5-36 0,-4-5-27 16,-5 1-35-16,-2-4-39 0,-6 2-78 15,-5-1-129-15,-5 3-261 0,-5 7-686 16,-4-6-322-16</inkml:trace>
  <inkml:trace contextRef="#ctx0" brushRef="#br1" timeOffset="128029.639">9311 15408 2489 0,'0'0'441'0,"0"0"-242"0,0 0-24 0,0 0 73 16,-4 78 96-16,4-45-55 0,0 8-56 0,1 4-72 15,6 6-25-15,0 6-22 16,1 5-29-16,0 4-30 0,-2 1-18 0,1-1-12 15,-3-3-7-15,-1-2-6 16,-1-7 0-16,-2-4 19 0,0-9-7 0,0-3-5 16,-5-4-17-16,1-9-2 0,1-4 0 15,-2-7-1-15,3-6-12 0,-1-5-54 16,2-3-52-16,-4-2-37 0,0-7-14 16,-3-4-96-16,-3-6-1 0,-1-7-118 15,2-5-235-15,3 7-570 0,0-15-312 0</inkml:trace>
  <inkml:trace contextRef="#ctx0" brushRef="#br1" timeOffset="128208.815">9745 15871 745 0,'0'0'2694'16,"0"0"-2226"-16,0 0-288 0,0 0 66 15,32 71 122-15,-32-51-13 0,0-1-87 0,0-1-161 16,0-4-90-16,-2-2-17 0,-1-3-28 15,-1-3-84-15,-1-2-83 0,-2-1-99 16,-3-3-159-16,3 0-635 0,-8-7-896 0</inkml:trace>
  <inkml:trace contextRef="#ctx0" brushRef="#br1" timeOffset="128349.097">9743 15537 3417 0,'0'0'496'0,"0"0"-322"0,0 0 124 0,0 0 30 16,0 0-144-16,0 0-126 0,78-15-30 16,-65 12-28-16,3-2-98 0,-2 1-136 0,2-1-122 15,-4 2-278-15,3 3-878 0</inkml:trace>
  <inkml:trace contextRef="#ctx0" brushRef="#br1" timeOffset="128679.511">10099 15744 3026 0,'0'0'640'0,"0"0"-344"0,0 66-113 0,0-40 106 15,-4 5 81-15,-1-3-70 0,0-5-99 16,1-4-140-16,2-4-61 0,1-6-25 16,1-3-2-16,0-2-43 0,0-4-24 0,0 0-28 15,4-3-25-15,4-7 2 0,3-3 78 16,0-5-41-16,2-3 6 0,2-1-28 15,0 0-1-15,1 1 19 0,0 3 57 16,0 1 55-16,3 4 16 0,-3 3 13 0,-1 2 24 16,-2 3 25-16,0 3 28 0,-4 2 24 15,0 0-9-15,-1 9-7 0,-5 1 30 16,3 5-12-16,-5 4-19 0,1 1-27 16,-1 0-10-16,-1 0 3 0,0-3-35 15,0-4-44-15,0-6-46 0,0-2-109 16,0-4-32-16,0-1 6 0,0-3-65 15,3-7-173-15,0-1-609 0,7-15-751 0</inkml:trace>
  <inkml:trace contextRef="#ctx0" brushRef="#br1" timeOffset="128834.752">10642 15713 2654 0,'0'0'1147'15,"0"0"-908"-15,0 0-88 0,0 0 199 16,9 68 117-16,-9-50-62 0,0-3-150 15,-1-4-161-15,-1-5-94 0,2-3-35 16,-1-3-111-16,1 0-48 0,0 0-19 0,0-4-62 16,0 1-299-16,0-10-885 0</inkml:trace>
  <inkml:trace contextRef="#ctx0" brushRef="#br1" timeOffset="129272.378">10912 15072 2115 0,'0'0'1609'0,"0"0"-1320"16,0 0-153-16,0 0 119 0,0 0 115 15,0 89-30-15,-3-62-99 0,2 4-135 16,-1 4-51-16,2 4-16 0,-1 5-12 16,-1 4-27-16,2 3-11 0,-3 0-16 0,2 0-43 15,-1-1-54-15,1-3-32 16,1-5-8-16,0-6 38 0,1-5 65 0,5-7 42 15,-1-6 4-15,-1-6-34 0,0-4-16 16,3-5-9-16,-2-3-15 0,1-3 2 16,-2-9-18-16,3-2-72 0,-3-4-18 0,-2-1-136 15,-2-3-236-15,0 2-167 0,-12-2 117 16,-1-1 201-16,-5 3 194 0,-5-2 125 16,-1 1 97-16,-3-1 309 0,0 3 254 15,4 3 81-15,5 4-55 0,5 7-101 16,8 4-69-16,3 1-106 0,2 0-50 15,0 0-63-15,5-2-68 0,6 1-43 16,6 0-7-16,6-2 19 0,5 1 30 16,3-2 0-16,1-3-80 0,1 0-49 15,-2 2-2-15,-1-2-3 0,-3 2-36 16,-2-1-83-16,-1 4-51 0,-1-1-23 16,0 2-43-16,-2 1-98 0,-1 1-192 15,-5 4-508-15,0 7-730 0</inkml:trace>
  <inkml:trace contextRef="#ctx0" brushRef="#br1" timeOffset="129593.974">11281 15637 2895 0,'0'0'680'0,"0"0"-352"0,0 0-58 15,23 78 41-15,-14-56-3 0,2-4-33 16,-1-5-98-16,3-2-95 0,2-7-3 16,1-4-9-16,2 0-24 0,2-9-46 15,1-5 0-15,0-6-61 0,-1-2-58 16,-4 0-51-16,0-1-10 0,-6 0-1 15,-4 7 21-15,-2 1 18 0,-4 4 6 16,-3 2 15-16,-8 3 21 0,-8 0 100 16,-3 2 43-16,-7 3 7 0,-2 1 12 0,-2 1 37 15,-3 9-9-15,3 9 9 0,1 6-1 16,3 9 7-16,4 6-32 0,4 4-14 16,2 3-4-16,6 1-9 0,4-5 3 15,4-5-10-15,5-7-5 0,5-6 5 16,9-7-27-16,6-7-12 0,3-4-39 15,9-7-22-15,3-2 0 0,6-10-28 16,2-5-55-16,6-4-47 0,0-2 31 0,2-2-11 16,-15 4-822-16,13-5-1170 0</inkml:trace>
  <inkml:trace contextRef="#ctx0" brushRef="#br1" timeOffset="130689.08">11950 15127 2141 0,'0'0'621'16,"0"0"-307"-16,0 0-109 0,0 0-36 0,0 0 11 16,0 0 54-16,0 0 21 0,0 0-65 15,0 0-63-15,0 0-25 0,0 0-34 16,-34 116 18-16,33-43-18 0,-2 15 46 15,-1 7 11-15,-3 4-61 0,-1-4-39 16,1-7-25-16,1-9-65 0,5-15-39 16,1-15-3-16,0-18 21 0,4-12 12 0,4-11-9 15,2-8 12-15,5 0 9 0,0-10 16 16,4-6-20-16,1-5-49 0,2-5-22 16,-1-1 29-16,2 4 43 0,1 2 39 15,-5 7 26-15,1 6 33 0,-4 7 67 16,0 1 8-16,-3 9 10 0,0 6 31 15,-1 8 31-15,-2 1-42 0,0 2-36 16,-4 0-50-16,-1 0-3 0,1-2-9 16,1-5-3-16,-1-2-13 0,3-6 7 0,1-1-31 15,4-2-13-15,2 0 10 0,6 0 3 16,2 4 0-16,2 0 16 0,0 2-14 16,-3 3 10-16,-3 1-10 0,-4 3 35 15,-1-2 8-15,-7 4 7 0,-2 0-6 16,-4-1-3-16,-2 0-16 0,0-1-6 0,-6-2-3 15,-6-1 7-15,-5 0-25 0,-2-3-15 16,-7-1-28-16,-1-3-15 0,-5 1 12 16,0-3 7-16,1-5 24 0,0-2 15 15,1-2 0-15,1-6-25 0,-1-9-30 16,6-3 25-16,1-2-4 0,8-5 4 16,6-1-19-16,9-2-3 0,5-1-19 15,12-6 13-15,11 0 15 0,5-2-1 16,8-1-42-16,4-1-7 0,5 3-24 15,1 1-45-15,2 1-250 0,-11 10-547 16,17-8-910-16</inkml:trace>
  <inkml:trace contextRef="#ctx0" brushRef="#br1" timeOffset="131189.905">14075 15779 1910 0,'0'0'0'0,"0"0"-250"0,0 0 214 16,-76-55 36-16,31 42 390 0,-5 4 66 15,-4 4-66-15,-3 5-31 0,-2 0 7 0,-2 9 6 16,4 8-12-16,3 6-128 0,7 6 27 15,5 7 4-15,9 3-80 0,8-1-79 16,5 0-28-16,8-8-22 0,7-6-29 16,5-8-25-16,5-8-19 0,7-6-44 0,8-2 20 15,2-2 10-15,7-9 14 16,0-5 19-16,2-7-24 0,1 0-15 0,0 0-19 16,-2 3 21-16,2 9-6 0,-5 7 19 15,3 5 23-15,-4 15 1 0,-1 8 3 16,-1 12 0-16,-5 7 15 0,0 6 1 15,-8 7 36-15,-3 1-22 0,-7 5-9 16,-1 1-11-16,-4-1-11 0,-7-3 19 16,0-2 0-16,-2-6 49 0,-2-5-6 15,0-4-19-15,0-9-11 0,-2-7-16 16,1-7-17-16,0-7-1 0,-1-7-41 16,1-5-23-16,1-11-30 0,1-7 21 0,1-10 12 15,-1-8-22-15,4-11-8 16,-1-7-19-16,2-7-74 0,3-5-97 0,4-1-159 15,2 0-312-15,3 17-655 0,13-13-356 16</inkml:trace>
  <inkml:trace contextRef="#ctx0" brushRef="#br1" timeOffset="131473.595">14002 15909 3052 0,'0'0'618'0,"0"0"-260"16,0 0-42-16,73 68-47 0,-53-55-69 15,-4-4-34-15,1-4-29 0,0-5-61 16,3-3-76-16,0-13-19 0,0-7-60 15,0-3-53-15,0-6-39 0,-4-1-42 16,-3 0-22-16,-1 4 26 0,-7 1 64 0,-2 5 55 16,-3 2 58-16,-8 4 32 15,-8 1 1-15,-3 5 68 0,0 5 73 0,-1 6 17 16,1 10 46-16,2 13-10 0,1 11-20 16,2 8-25-16,4 8-24 0,1 4 8 15,5 2 12-15,1 1 3 0,3-4-22 16,0-7-45-16,6-9-82 0,2-7 0 15,4-13-109-15,2-8-37 0,4-9-36 16,3-9 48-16,4-11 6 0,1-13-75 16,2-6-256-16,-9 6-611 0,9-20-523 0</inkml:trace>
  <inkml:trace contextRef="#ctx0" brushRef="#br1" timeOffset="131738.467">14489 15704 2028 0,'0'0'1571'0,"0"0"-992"0,0 0-302 16,0 0-74-16,22 90-55 0,-21-54-4 15,-1 2 143-15,0-2-65 0,0-3-74 0,0-3-75 16,0-4-73-16,0-7-23 0,0-6-74 16,3-5-9-16,1-6 15 0,5-2 36 15,2-5-15-15,1-8 12 0,7-5-27 16,1-4-13-16,0-3-27 0,3-1-23 16,0 2-18-16,1 3 42 0,-2 8 112 0,-2 4 12 15,-4 5 62-15,-4 4 12 16,-1 5 18-16,-4 8 56 0,-1 5 30 15,-3 3-4-15,1 2-46 0,-4 0-46 0,2-1-22 16,-2 0-8-16,0-1-12 0,0-2-7 16,0-5-33-16,0 0-13 0,0-5-78 15,0-2-134-15,0-4-50 0,0 0-26 16,0-2-270-16,0-1-833 0,4 0-1126 0</inkml:trace>
  <inkml:trace contextRef="#ctx0" brushRef="#br1" timeOffset="132253.573">14830 15836 1375 0,'0'0'1381'0,"0"0"-1015"16,0 0-117-16,77 70 138 0,-51-47-25 15,-2-5-88-15,0-6-67 0,-2-4-105 16,3-6-59-16,-2-2-42 0,-1-7-1 15,2-5-13-15,-1-7-30 0,0-4-15 16,-4-4-7-16,0 0 19 0,-5 0 30 16,-1 1 14-16,-6 4-10 0,-5 3 12 15,-2 2 37-15,0 3 34 0,-12 1-31 16,-2 3-12-16,-4 2 18 0,-2 3 15 0,0 2 22 16,1 3 24-16,1 3 77 0,3 8-72 15,-1 6-54-15,5 9 0 16,-3 6-16-16,3 7-5 0,0 4 5 0,-1 4 10 15,4-1-1-15,2-7-2 0,3-5-19 16,3-7-30-16,0-10-20 0,4-5-47 0,5-4-27 16,1-6 28-16,3-2-1 0,0-6 6 15,3-7-55-15,0-7-39 0,2-5-106 16,-3-3-205-16,1 0-314 0,-5 5-630 16,2-4-177-16</inkml:trace>
  <inkml:trace contextRef="#ctx0" brushRef="#br1" timeOffset="132486.451">15290 15751 3049 0,'0'0'662'16,"0"0"-367"-16,0 0 21 0,0 0-108 16,82 5-57-16,-62 7 40 0,-5 4 47 15,1 6-107-15,-3 5-24 0,-3 5-13 0,-3 2-9 16,-4 2-16-16,-3 0-8 0,0-1-22 16,-5-1-25-16,-3-4-14 0,1-2-60 0,-2-4-7 15,0-6 37-15,2-6 27 16,4-4 2-16,2-7 0 0,1-1 0 15,0-3-42-15,3-9-5 0,5-5-4 0,3-8 16 16,2-6 5-16,4-5-2 0,4-4-31 16,0 1-21-16,3-1-28 0,2 1-28 15,4 3-77-15,1 2-253 0,-9 9-700 16,10 1-1422-16</inkml:trace>
  <inkml:trace contextRef="#ctx0" brushRef="#br1" timeOffset="132860.76">16015 15950 1706 0,'0'0'2477'0,"0"0"-2114"16,0 0-295-16,0 0-12 0,-83-19-54 0,61 19 65 16,-3 9 59-16,-1 6 15 0,2 7-25 15,1 5 21-15,6 3 88 0,2-1-73 16,7-1-77-16,3-7-49 15,2-4-26-15,3-5-19 0,0-5-8 0,3-6-24 16,4-1 5-16,8 0-8 0,1-6 17 16,5-6-8-16,5-4-13 0,1-5-3 15,0 0-15-15,2 0 22 0,-4 4 14 16,0 5 6-16,-4 7 25 16,-5 5 9-16,-3 5 58 0,-4 11 49 0,-5 6 5 15,-4 3-18-15,0 0-21 0,0 0-18 0,-3-5-34 16,0-3-21-16,3-9-21 0,0-3-28 15,0-5-84-15,6-5-34 0,6-9 36 16,5-8 36-16,5-6-27 0,-1-8-102 16,5-2-157-16,0-3-104 0,0-2-6 15,-2-4 14-15,2-7-49 0,-8 11-136 0,6-35-119 16</inkml:trace>
  <inkml:trace contextRef="#ctx0" brushRef="#br1" timeOffset="133192.135">16397 15368 1672 0,'0'0'1017'0,"0"0"-513"0,0 0-116 16,0 0-91-16,0 0-8 0,0 0 6 15,0 0-61-15,25 102-71 0,-25-54-34 16,-2 6 94-16,-4 5 17 0,0 3-55 16,-1 3-52-16,-3-1-73 0,2-5-60 15,-1-3-10-15,0-7-83 0,2-8-29 16,1-10 1-16,2-6 33 0,2-10 46 0,1-7 11 16,1-4-51-16,0-4-70 0,0 0-53 15,0-8-155-15,-1-2-114 0,-2-3-128 16,-6-4 65-16,-1-1 95 0,-2-1 50 15,-3-2 146-15,-3 0 246 0,0-3 230 0,-1 2 156 16,4 4-6-16,4 5 104 0,2 6 48 16,5 4-74-16,3 3-100 0,1 0-124 15,0 0-78-15,5 6-40 0,4 0-55 16,8 3-22-16,3 0-8 0,2-2 11 16,6-2-2-16,0-1-16 0,6-4-24 15,0-2-19-15,3-7-39 0,-1-5-18 16,-1-1-134-16,-2-6-54 0,-3 5-16 15,-1 1-204-15,-3 3-497 0,-8 5-305 0,0 7-440 16</inkml:trace>
  <inkml:trace contextRef="#ctx0" brushRef="#br1" timeOffset="133653.619">16674 15967 241 0,'0'0'3068'0,"0"0"-2348"16,0 0-454-16,0 0-138 0,0 0-107 15,0 0-18-15,0 0 16 0,0 0 18 16,79 34 6-16,-58-42 13 0,-2-2-56 15,1-2-28-15,-3-1-37 0,0 0 0 0,0-1 3 16,-6 6 13-16,0 0 2 0,-3 5 47 16,-4 3 31-16,-4 0 3 0,0 6 16 15,0 3 24-15,0 6 19 0,-5-1 9 0,-2 3 36 16,2-1 46-16,-1-1-56 0,2-4-18 16,4-3 6-16,0-4-10 0,0-4-58 15,0 0-25-15,0 0-23 0,3 0-22 16,4-4-17-16,1-4 18 15,6-2 21-15,0 1 0 0,5-4-19 0,-3-2-41 16,4 1-59-16,0-4 22 0,1-3-16 16,3-1-10-16,2-4 10 0,0-3-16 15,1-3-4-15,0 0 28 0,-3-2 40 16,0-2 65-16,-2 0 9 0,-5-1 38 16,-3-1 11-16,-6-1 26 0,-2 3 33 15,-4 1 27-15,2 7-49 0,-4 7-6 16,0 7-22-16,0 7 1 0,2 6-4 15,-2 1-13-15,0 6 7 0,0 6 15 0,0 7 18 16,0 11 15-16,0 6 12 0,0 6 12 0,0 3-12 16,1 5-21-16,4-3-34 0,2 2-57 15,0-4-6-15,3-4-54 0,0-3-73 16,-1-5 3-16,2-3 27 0,-2-4-18 16,1-4-48-16,2-4-41 0,-5-4-160 15,-1-2-278-15,-3-5-614 16,-3 1-749-16</inkml:trace>
  <inkml:trace contextRef="#ctx0" brushRef="#br1" timeOffset="141515.672">6138 17170 460 0,'0'0'2443'0,"0"0"-1988"16,0 0-357-16,0 0 57 16,-81-22 170-16,63 20-5 0,2 2-19 0,1 0-98 15,0 0-44-15,1 8-3 0,1 3 43 16,0 5-105-16,1 4-46 0,5 8-14 0,0 4-4 15,6 1 1-15,1 3-7 0,4-1-24 16,4-2-2-16,4-2-29 0,4-2-14 16,1-4-43-16,2-6-104 0,4-9-71 15,0-10-226-15,-3 0-509 0,12-25-648 0</inkml:trace>
  <inkml:trace contextRef="#ctx0" brushRef="#br1" timeOffset="141761.981">6357 17306 1691 0,'0'0'591'0,"0"0"-33"0,0 0-314 0,0 0 62 16,35 69 137-16,-27-55-22 0,-4-5-117 15,3-2-153-15,1-6-81 0,1-1-11 16,3 0-10-16,4-10-6 0,-3-7-25 16,4-6-2-16,-2-6-16 0,0 0-76 0,-2-3-13 15,-1 1 3-15,-2 4 43 0,-4 5 6 16,-3 5 0-16,-3 8 37 0,0 4 22 15,-3 2-22-15,-6 3-37 0,-4 0 0 16,-3 3 13-16,-2 2 24 0,-4 3 17 16,5 1-16-16,-2 0 0 0,6 3 15 15,2 1-13-15,3 2-1 0,1 2 1 16,6 2-3-16,-1-1-50 0,2-3-70 16,0-1-101-16,0-2-153 0,3-3-604 15,4-2-775-15</inkml:trace>
  <inkml:trace contextRef="#ctx0" brushRef="#br1" timeOffset="142204.458">6673 17158 927 0,'0'0'1656'15,"0"0"-1282"-15,0 0-96 0,0 0 123 0,0 0-5 16,0 0-40-16,32 68-111 0,-29-44-70 16,-2-1 18-16,2 1 45 0,0-4-131 15,2-3-107-15,-2-3-16 0,1-4-57 16,3-1-70-16,-1-6-1 0,0-3 0 15,1 0 71-15,6-12 30 0,0-6-19 16,5-4 7-16,-2-4 2 0,4 4 13 16,0 0 25-16,-1 5 12 0,0 9-1 15,-4 3-20-15,0 5 5 0,-3 5 19 16,2 8 93-16,-2 5 27 0,-2 1-55 16,1 3-7-16,-3-1-9 0,-1 0 16 15,0-3-10-15,-1-3-37 0,-2-4-18 0,2-1-26 16,-2-7-17-16,1-3-15 0,1 0-6 15,2-8 64-15,2-7 0 0,2-2-17 0,2-4-11 16,2-1 10-16,1 3 11 0,-1 0 6 16,1 7 1-16,-2 3-2 0,-1 4-1 15,-4 3 3-15,3 2 40 0,-3 2 46 16,-1 5-15-16,2 4-28 0,-2 0 18 16,0 5 9-16,-2 1-24 0,0 3 6 15,0 2-31-15,-4 2 7 0,0 0-26 16,0 2-2-16,-1-1 0 0,-2-5-58 15,1-1-153-15,-1-4-90 0,0-5-152 16,0-6-576-16,0-3-494 0,0-6 145 0</inkml:trace>
  <inkml:trace contextRef="#ctx0" brushRef="#br1" timeOffset="142676.188">7433 17164 1170 0,'0'0'1916'16,"0"0"-1384"-16,0 0-466 0,0 0 136 15,0 0 171-15,0 0 30 0,0 0-121 0,26 72-111 16,-25-46-46-16,1 4 12 0,-2-1 27 16,0-1-113-16,0-3-51 0,0-3-30 15,1-4-12-15,1-8-59 0,-1-4-5 16,2-5 12-16,-2-1 18 0,2-4 15 16,3-9 21-16,1-7-6 0,4-4-24 15,3-3-25-15,-1-3-41 0,4 3 44 16,-2 3 39-16,2 5 35 0,-1 6-7 15,-2 3 25-15,-2 7 25 0,-1 3 64 16,-1 0-5-16,-3 6 2 0,-1 5 9 16,0 4-3-16,-3 6-22 0,-2 1-15 15,1 3 0-15,-2 0 12 0,0 0-3 0,0-1-13 16,0-3-28-16,0-3-23 0,0-5-34 16,0-5-14-16,0-5 5 0,0-3 13 15,0-4-16-15,4-9-6 0,3-7 9 16,4-4 4-16,3-6-53 0,0 1-52 0,2 1 15 15,1 2 24-15,1 5 40 0,-1 5 46 16,-4 7-6-16,-1 5 25 0,-1 4 0 16,-4 1 99-16,-1 10 43 0,1 5-10 15,-1 3-21-15,-2 2-56 0,-1-1-9 16,1-1-19-16,1 0 7 0,-2-1-7 16,0-1-8-16,-2-2-4 0,-1 2-15 15,0-3-1-15,0-1-36 0,0-3-94 0,0-1-59 16,-1-4-47-16,-2-3-182 0,0-2-323 15,1-2-743-15,-5-12-96 0</inkml:trace>
  <inkml:trace contextRef="#ctx0" brushRef="#br1" timeOffset="143023.29">8112 17174 1441 0,'0'0'2084'0,"0"0"-1677"16,0 0-310-16,0 0 169 0,-7 75 189 0,-1-48-73 15,0 1-65-15,1-2-111 0,2-5-85 16,1-5-67-16,4-3-54 0,0-4-6 16,0-2-36-16,6-4-3 0,2-3 20 0,2 0-14 15,3-12-15-15,5-4-13 0,-2-7-21 16,1-4-24-16,-3-2-7 0,2 3-18 16,-3 2-7-16,1 5 0 0,-2 2 15 15,-1 7 52-15,-2 6 3 0,-3 2 15 16,-2 2 59-16,1 6 71 0,-4 6 111 15,1 3-38-15,-2 5-33 0,0 4-32 16,0 1-6-16,0 0-3 0,0 1-9 16,5-1 18-16,-2-1 19 0,3-5-35 15,-3-5-63-15,1-3-31 0,-1-6-24 16,0-5-69-16,1 0-19 0,2-10 20 16,1-6 4-16,-1-6-90 0,3-6-208 0,-2 3-636 15,0-13-477-15</inkml:trace>
  <inkml:trace contextRef="#ctx0" brushRef="#br1" timeOffset="143224.148">8538 16772 1891 0,'0'0'1958'15,"0"0"-1788"-15,0 0-94 0,0 0 123 0,0 0 166 16,22 66-45-16,-21-34-64 0,2 4-74 16,0 3-36-16,0 1 63 0,3 1-46 15,5 0-93-15,2-2-49 0,7-2-21 16,2 0 0-16,-2-5-24 0,-1-2-118 15,-7-2-7-15,-1-4-14 0,-5-3-22 16,-2-3-41-16,-4-4-107 0,0-5-211 0,-9-2-256 16,-5-2-558-16,-2-3-370 15,-1-2 1562-15,-7 0-42 0</inkml:trace>
  <inkml:trace contextRef="#ctx0" brushRef="#br1" timeOffset="143368.256">8475 17292 205 0,'0'0'212'0,"0"0"-84"0,0 0 1402 15,0 0-1018-15,0 0-184 0,0 0-62 16,0 0-65-16,0 0 8 0,0 0 16 0,0 0 58 15,0 0-90-15,16-57-84 0,18 57-59 16,5 0-1-16,3-4-30 0,1-4-7 16,2-3 1-16,1-1-13 0,-1 0-114 15,1 0-178-15,-1 3-127 0,-11 2-198 16,11 3-865-16</inkml:trace>
  <inkml:trace contextRef="#ctx0" brushRef="#br1" timeOffset="143648.405">9099 17167 1398 0,'0'0'1276'0,"0"0"-221"0,0 0-870 0,0 0-18 16,-75 76 204-16,58-45-66 0,1 3-81 16,3 0-90-16,0-3-64 0,6-6-30 15,2-6-40-15,5-6-10 0,0-5-12 16,0-5 7-16,0-3-21 0,5-3-47 16,2-8 22-16,6-10 24 0,1-1-39 0,-1-7-59 15,3-1-10-15,-1 3 22 0,-1 2 33 16,-2 7 18-16,0 6 16 0,-3 7 16 15,-3 5 40-15,3 2 40 0,-2 10 112 16,-2 6 34-16,1 4-14 0,-3 2-28 16,0 2-37-16,0-3-21 0,0-1-31 15,2-5-49-15,-2-4-6 0,3-5-30 16,-1-4-19-16,3-4-74 0,1-6-11 16,2-11 14-16,1-9-71 0,2-9-160 15,2-6-630-15,-3 10-736 0,10-22 495 0</inkml:trace>
  <inkml:trace contextRef="#ctx0" brushRef="#br1" timeOffset="143849.976">9572 16665 1975 0,'0'0'1565'0,"0"0"-1127"0,0 0-356 0,-10 91 78 16,0-46 119-16,1 5 57 16,0 3 30-16,2 1-122 0,4-3-111 0,3 0-45 15,2-5-24-15,6-4-64 0,1-4-19 16,1-5-126-16,1-4 2 0,-3-7-5 15,-3-7 17-15,1-5-1 0,-6-4-58 16,0-3-127-16,0-3-118 0,-10 0-16 16,-7 0-334-16,-4 0-857 0,-4 0 609 15,5 0 874-15,-11-6 159 0</inkml:trace>
  <inkml:trace contextRef="#ctx0" brushRef="#br1" timeOffset="143994.337">9284 17198 382 0,'0'0'1284'0,"0"0"328"0,0 0-1180 0,0 0-234 16,0 0-37-16,0 0 4 0,0 0 136 0,0 0-76 15,93-8-99-15,-54-1-74 16,0 0-9-16,4-5-19 0,2-4 7 16,-2-2-31-16,2-2-86 0,-5-4-80 15,1-1-120-15,-4 0-179 0,-12 8-548 16,6-7-760-16</inkml:trace>
  <inkml:trace contextRef="#ctx0" brushRef="#br1" timeOffset="144120.472">9955 17040 1562 0,'0'0'1763'15,"0"0"-1033"-15,0 74-530 0,0-46-104 16,0 4 47-16,0-1 48 0,0-2 33 0,0-4-62 16,0-5-131-16,0-5-31 0,0-5-89 15,0-5-36-15,2-3-59 0,-2-2-66 16,0-7-121-16,0-3-590 0,-6-11-878 0</inkml:trace>
  <inkml:trace contextRef="#ctx0" brushRef="#br1" timeOffset="144666.372">9926 16868 1391 0,'0'0'2461'0,"0"0"-2149"16,0 0-154-16,0 0 10 0,0 0-107 15,0 0 10-15,94-17 40 0,-74 17-15 16,2-1-96-16,-1 0 0 0,1 1-25 16,1 0-95-16,-4 0-62 0,-2 9-29 0,2 5-13 15,-6 7 3-15,-3 10 41 0,0 8 3 16,-6 6 21-16,-2 5 156 0,-2 0 22 15,0-4 236-15,0-4 29 0,0-7-27 16,0-1-39-16,0-12-69 16,0-3-47-16,4-9-10 0,3-5-3 0,5-5 31 15,4 0-7-15,7-8-46 0,4-4-70 16,3-5-22-16,2-1 20 0,0 0-120 16,-4 0-28-16,1 2-35 0,-4 3-40 15,-5 0-86-15,-1 2-212 0,-5 2-163 16,-1 3-60-16,-4-1-73 0,-2 2 14 15,4 1 652-15,-5 1 153 0,1 2 195 16,-1 1 131-16,0 0 719 0,-3 0-533 0,2 0-100 16,1 1-91-16,-1 1-190 0,2-2-52 15,0 0-15-15,5 0-20 0,-2-4-21 16,0-3-4-16,1-3-19 0,-5 0-80 16,-1 0 10-16,-4-2 25 0,-1 3 43 0,-3 0-6 15,-6 3 8-15,-5 1 76 0,-2 3 83 16,-1 2 87-16,-1 2-3 0,1 10-40 15,0 4-11-15,0 3-4 0,2 7-55 16,-1 2-47-16,5 3-4 0,-1 0 38 16,5-2 32-16,4-1-82 0,2-5-70 15,1-5-2-15,3-5 2 0,8-5 2 0,8-4 1 16,8-4 8-16,6 0-11 0,8-9-3 16,3-5-15-16,0-3-134 0,-4 0-160 15,0-2-36-15,-14 7-337 16,10-7-957-16</inkml:trace>
  <inkml:trace contextRef="#ctx0" brushRef="#br1" timeOffset="145292.062">11647 17204 1083 0,'0'0'2112'15,"0"0"-1658"-15,0 0-192 0,0 0-17 16,0 0 100-16,82-42-101 0,-59 36-51 16,2 5-62-16,-2 1-51 0,-2 3-4 15,-2 7 21-15,1 3 3 0,-7 5-42 0,-1 3-24 16,-5 4-13-16,-3 1 0 15,-4 1-18-15,0-4 12 0,0-1-3 0,0-7-9 16,-4-3 12-16,3-3-13 0,-1-8 14 16,2-1 8-16,0 0-6 0,0-1-18 15,0-11-24-15,3-3 12 0,6-7-25 16,3-6 4-16,5-4-6 0,1-1-1 16,2 1-11-16,1 3-101 0,2-2-56 15,1 1-83-15,-6 7-315 16,7-8-1149-16</inkml:trace>
  <inkml:trace contextRef="#ctx0" brushRef="#br1" timeOffset="145460.136">12282 17181 3421 0,'0'0'1002'0,"0"0"-860"0,-5 67-16 0,2-42 160 16,-1 3-21-16,-1-2 63 0,2-4-101 0,3-4-169 15,0-6-58-15,0-4-58 0,0-3-105 16,6-1 2-16,0-4 24 0,1 0-15 15,0-3-31-15,-1-7-179 0,0-6-323 16,-1-2-608-16,-5 3-533 0,0-8 1001 0</inkml:trace>
  <inkml:trace contextRef="#ctx0" brushRef="#br1" timeOffset="145585.703">12305 17048 1790 0,'0'0'1483'0,"0"0"-1001"0,0 0-243 15,0 0-10-15,0 0-49 0,0 0-144 16,90-11-36-16,-71 11-12 0,-2 0-29 15,0 2-83-15,2-1-177 0,-3 1-188 16,2 1-473-16,1 3-246 0,-1 3 82 16,0 4 1093-16,-6-2-74 0</inkml:trace>
  <inkml:trace contextRef="#ctx0" brushRef="#br1" timeOffset="145978.774">12624 17254 749 0,'0'0'117'0,"0"0"2025"0,-3 66-1559 16,-1-44-317-16,-1 3-27 0,-2-5 29 15,3-1-64-15,1-2-44 0,2-7-93 16,-1-2-67-16,2-6-34 0,0-2-6 15,0 0-77-15,8-2 6 0,1-8 86 0,2-3-15 16,2-4-16-16,1-5-3 0,-1-1 16 16,4-2 14-16,-2 0-20 0,3 3-20 15,-2 0 0-15,1 8 15 0,0 3 4 16,-2 8 37-16,1 3 13 0,-2 6 152 16,3 8 0-16,1 5-49 0,2 6-4 15,-1 3-24-15,0 4 29 0,-2 1 7 16,-3 0-65-16,0 2-24 0,-2 1 18 15,-3 0-16-15,-2 2 13 0,-4 1-15 0,-3 0-20 16,0 0 13-16,-7-1 6 0,-2 0 25 16,-1-2-3-16,-4-4 94 0,1-6-3 15,-3-2-43-15,3-7-42 0,-3-6-16 16,3-5 7-16,0-4-7 0,-1-2-33 16,1-8-11-16,1-7 10 0,-1-5-25 15,3-4 1-15,3-5-32 0,4-2 17 0,3 0 1 16,0-2 2-16,9 1 1 15,5 0 2-15,2-2-2 0,7 0-7 16,1 0-15-16,5-1-43 0,3 0-24 16,4 1-16-16,2-1-28 0,2 2-79 0,2 1-237 15,-2 2-500-15,-11 9-808 0,10-6 747 16</inkml:trace>
  <inkml:trace contextRef="#ctx0" brushRef="#br1" timeOffset="146470.659">14764 16967 65 0,'0'0'2629'16,"0"0"-2205"-16,0 0-159 0,0 0 46 15,0 0 19-15,0 0-61 0,0 0-36 16,-31 82-27-16,16-47-86 0,-4 4-37 16,-1 7-19-16,-4 4 0 0,-5 7-24 0,-3 6 12 15,-3 4-4-15,-5 6-8 0,1 3 3 16,-4 4-17-16,0-3-26 0,4-2-24 15,6-8-25-15,7-10-45 0,8-14-10 16,9-17-61-16,9-12-84 0,0-13-126 16,12-4-216-16,4-13-540 0,-3 1-598 15,6-17 1348-15</inkml:trace>
  <inkml:trace contextRef="#ctx0" brushRef="#br1" timeOffset="146986.065">15470 17644 2434 0,'0'0'985'0,"0"0"-690"0,0 0-97 16,-21-73 10-16,15 56-3 0,2 2-68 0,1 7 5 16,-2 6-19-16,3 2-6 0,-4 0 21 15,0 6-28-15,-5 7-88 0,-1 7-21 16,-4 10-1-16,2 9 31 0,-1 8 11 15,2 2-2-15,3-1 12 0,3-6-4 16,6-7-14-16,1-12-34 0,3-4-31 0,6-10 1 16,3-5-4-16,5-4-26 0,1-9 23 15,5-14 10-15,3-3-13 0,1-9 0 16,0-1 10-16,-3 0 27 0,-3 5-7 16,-2 3 9-16,-5 9 1 0,-5 7-2 15,-1 6-31-15,-3 6 8 0,-2 0 25 16,1 4 68-16,-1 8 32 0,4 3-36 15,-1 3-24-15,-2-2-37 0,1 0-3 0,-1-3 0 16,0-5-31-16,2-6-26 0,2-2-111 16,1-7-26-16,1-8 56 0,5-9-29 15,-1-10-181-15,3-5-359 0,-1-6-467 16,0-2-169-16</inkml:trace>
  <inkml:trace contextRef="#ctx0" brushRef="#br1" timeOffset="147171.005">15901 17025 2297 0,'0'0'1409'0,"0"0"-1160"16,0 0-196-16,0 0 52 0,0 0 69 16,3 74 111-16,-7-39-36 0,-2 5-43 15,2 3-84-15,-1 2-34 0,-1 2-15 0,1 2-18 16,-1 2-33-16,3-4-22 0,3-1-36 16,0-1-153-16,0-3-46 0,0-4-57 15,8-3-189-15,1-4-564 0,-1-11-689 16,6-3 381-16</inkml:trace>
  <inkml:trace contextRef="#ctx0" brushRef="#br1" timeOffset="147555.036">16115 17640 186 0,'0'0'3291'0,"0"0"-2748"16,0 0-330-16,0 0-26 0,-62 80 78 0,40-46-47 16,0 1 21-16,2 2-57 0,6-5-82 15,2-5-45-15,6-8-55 0,5-9-39 16,1-3-59-16,1-5-54 0,8-2 46 15,7-7 72-15,2-9 33 0,4-5-57 16,4-6-19-16,0-1 1 0,0 4-1 0,1 3 9 16,-5 7 16-16,1 5 9 0,-3 5 24 15,-1 4 1-15,-2 6 18 0,-1 9 0 16,-3 7 89-16,-1 6 28 0,-1 7-25 16,-1 2-31-16,-1 3-30 0,-2 0-6 15,2 2-4-15,-5-3 13 0,-1 3 11 16,-3-2 23-16,0 2-4 0,-3-4-7 15,-3-2-11-15,-5-3-6 0,-1-3-4 16,1-6-15-16,-1-7-2 0,1-5-1 16,-1-5 6-16,1-7-14 0,-1 0-10 15,1-10-27-15,1-8 27 0,1-7-49 16,3-7-21-16,3-6 3 0,3-4 10 16,3 3-14-16,7-1 7 0,3 5 15 0,3-1 16 15,0 3-19-15,6-1-40 0,-1 1-52 0,1-2-91 16,1 0-271-16,1 4-626 15,-8 6-684-15,9-6 1053 0</inkml:trace>
  <inkml:trace contextRef="#ctx0" brushRef="#br1" timeOffset="148269.626">16466 17706 1197 0,'0'0'1717'0,"0"0"-1237"0,0 0-113 15,0 0-109-15,0 0 30 0,0 0-53 0,39 75-25 16,-27-65-81-16,0-5-74 0,0-3-40 15,5-2 3-15,1-9 10 0,3-4-16 16,1-9-11-16,0-5-1 0,1-5-61 16,-2-1-46-16,-3 1-1 0,-3 1 41 15,-6 5 54-15,-2 7 10 0,-4 3 1 16,-3 7-10-16,-1 2 12 0,-9 2 3 16,-2 0-2-16,-5 5 21 0,-1 0-7 0,0 3 13 15,1 9 21-15,1 4-12 0,-2 8 0 16,5 6-13-16,3 3-9 0,0 3 10 15,4 2 2-15,2-1 7 0,4 1-3 16,0-5-10-16,0-2-6 0,7-4-15 16,5-7-1-16,1-6-32 0,4-10-1 15,3-4-9-15,3-8-12 0,6-12-12 16,3-11-38-16,2-9-89 0,1-9-145 0,0-5-238 16,-2 2-601-16,-4-4-476 0,-9 16 1133 15</inkml:trace>
  <inkml:trace contextRef="#ctx0" brushRef="#br1" timeOffset="148619.382">16999 17042 248 0,'0'0'2569'0,"0"0"-2177"15,0 0-239-15,0 0-16 0,0 0 90 0,0 0 0 16,0 0-1-16,36 87-55 0,-30-43-50 16,-3 7 3-16,-3 8 24 0,0 3-10 15,-6 4-65-15,-4 2-73 0,0-5 0 16,0-3-34-16,1-7-79 0,4-9-47 15,2-9-25-15,1-11 67 16,2-9 87-16,0-9 31 0,0-6 2 0,5 0 23 16,5-12 28-16,4-3-7 0,2-1-2 0,3-3-20 15,0 3-23-15,1 2 12 0,0 3 14 16,-3 3 10-16,-1 4 16 0,-6 3-22 16,0 1 15-16,-4 3 43 0,-3 4 0 15,-2 3-3-15,-1 1-13 0,0 6-27 16,-3 1-16-16,-5 1-11 0,-1 0-7 0,-3-3 0 15,0 1-3-15,-2-2-9 0,0-1-30 16,1-4-114-16,1 0-9 0,3-5-22 16,1-1-1-16,4-4-22 0,1 0-65 15,3-10-188-15,0-8-318 0,0-6-482 16,0 4-122-16,4-20 1324 0</inkml:trace>
  <inkml:trace contextRef="#ctx0" brushRef="#br1" timeOffset="148854.053">17410 17500 1315 0,'0'0'2176'0,"0"0"-1709"16,0 0-169-16,0 0 67 0,0 0-76 16,84 22-81-16,-74-11 30 0,-2 5-80 0,0 2-83 15,-3 4-35-15,-2 3-22 0,0 1-18 16,-3 0 0-16,0 0-12 0,0-1 10 0,0-3-10 16,-3-1-1-16,0-2 10 15,-1-9-30-15,1-1-21 0,2-7 14 0,1-2 4 16,0-1-43-16,3-10 6 0,5-3 30 15,5-5 40-15,2-3-30 0,5-5-50 16,0 1-73-16,3 0-49 0,4-3-137 16,-1 2-353-16,0 2-677 0,-2 3-628 15</inkml:trace>
  <inkml:trace contextRef="#ctx0" brushRef="#br1" timeOffset="149200.063">17852 17561 779 0,'0'0'17'15,"0"0"1979"-15,0 0-1350 0,0 0-291 16,-14 70-114-16,8-54 26 0,2-1-84 15,0-3-20-15,-1-3-34 0,1-3-70 0,4-3-38 0,-1-1 4 16,-1-1 14-16,2 2-5 16,-3-3-16-16,3 0-18 0,-2 1-2 0,-1 2-25 15,0 0 2-15,1 2 25 16,-1 2 4-16,2 1-1 0,-1 3-3 0,2-1 0 16,0 3 24-16,0-2 7 0,0 0-31 15,2-4 0-15,2-2-31 0,4-2-15 16,0-3 9-16,2 0 10 0,3-8-16 15,1-4-9-15,1-5-16 0,2-3 0 16,-4 3 34-16,1 1 19 0,-5 5 2 16,0 3 13-16,-5 7 36 0,1 1 29 15,-1 0 34-15,-3 3-10 0,2 6-4 16,1-2-33-16,2 3-27 0,2 0-25 16,4-1-14-16,0-1 14 0,2-2 0 15,-1-5-33-15,-1 1-53 0,-1-2-24 16,-2 0-19-16,-2 0-17 0,1-2-65 0,-3 2-86 15,-3 0-237-15,-2 0-920 16,-5 7-529-16</inkml:trace>
  <inkml:trace contextRef="#ctx0" brushRef="#br1" timeOffset="154902.239">19138 17304 2161 0,'0'0'501'16,"0"0"-234"-16,0 0-132 0,0 0 514 16,0 0-265-16,0 0-64 0,0 0-45 15,0 0-35-15,0 0 16 0,0 0-19 16,-19-6-39-16,15 12-17 0,-4 2-78 15,-3 5-70-15,1 6-33 0,-3 7-12 16,5 6 0-16,0 4 10 0,2 2-1 16,5-2-18-16,1-5 9 0,0-3-3 15,4-9-13-15,2-5-8 0,3-6-33 16,2-4 26-16,2-4 10 0,3-4 18 16,2-10-6-16,2-7 18 0,0-7-22 0,-1-4-44 15,-2-2-13-15,-3 1 9 0,-2 1 15 16,-1 6 22-16,-3 1 20 0,-3 5 16 15,-5 2 20-15,0 4-2 0,0 1 3 16,-7 3 6-16,-2 3-2 0,0 2 8 16,-2 4-9-16,1 1 4 0,0 0-28 15,-3 8-34-15,3 6-11 0,-3 1-22 0,4 3 6 16,1-1 22-16,2-1 8 0,3-7-27 16,3-2-113-16,0-4-176 0,0-3-204 15,5 0-243-15,0-3-363 0,8-15-270 0</inkml:trace>
  <inkml:trace contextRef="#ctx0" brushRef="#br1" timeOffset="155155.221">19331 17146 287 0,'0'0'1873'0,"0"0"-1224"15,0 0-207-15,0 0-7 0,0 0-98 0,0 0-93 16,0 0-54-16,0 0-48 0,49 88-34 16,-43-60-16-16,1 7-12 0,-3-2-1 15,-1 4-8-15,0-5-16 0,2 0-19 16,-2-3-36-16,2-8 0 0,1-4-43 15,-2-6-15-15,2-6 13 0,0-4 45 16,0-1 28-16,4-1 12 0,-2-8-7 0,1-5 28 16,2-4-9-16,-2-3-12 0,0-2-16 15,0 0-22-15,0 0-2 0,-1-2-12 16,-1 1-64-16,4-1-37 0,-2 2-43 16,1-1-37-16,3 2-88 0,0 0-185 15,-3 6-639-15,10-2-868 0</inkml:trace>
  <inkml:trace contextRef="#ctx0" brushRef="#br1" timeOffset="155438.328">19785 17345 3246 0,'0'0'530'0,"0"0"-395"0,0 0 29 0,0 0 48 16,0 0-7-16,0 0-51 0,0 0-68 16,0 0-15-16,0 0-28 0,93-1-6 0,-68-27-37 15,-2-5-9-15,2-2-53 0,-5 3-15 16,-3 3-6-16,-5 4 34 0,-2 8 46 15,-6 2 3-15,-4 5 18 0,-1 5-18 16,-8 1-40-16,-7 4 40 0,-4 0 0 16,1 6 13-16,-1 6 33 0,0 7 3 15,3 2-3-15,3 6 10 0,3 3-13 0,4 0-13 16,1 4-11-16,2-1-19 0,1-2 0 16,0-4-13-16,3-2-23 0,0-4 2 15,0-5-34-15,0-3-36 0,6-5-38 16,-2-3-26-16,2-4-72 0,-2-1-106 15,1 0-134-15,-2-1-130 0,0-9-620 0</inkml:trace>
  <inkml:trace contextRef="#ctx0" brushRef="#br1" timeOffset="155679.192">19954 17254 2032 0,'0'0'657'0,"0"0"-198"0,0 0-13 0,0 0-84 16,0 0-136-16,99-56-117 0,-71 56-37 15,0 0-51-15,1 10-21 0,-2 5-19 16,-5 4 19-16,-2 5 12 0,-5 5-12 15,-7 3-1-15,-5 3 1 0,-3 4 28 16,-3 2 22-16,-7 1 15 0,-3-2 6 0,0-2-19 16,1-8-18-16,1-8-13 15,5-9-2-15,2-6 36 0,4-7 31 0,0-8 27 16,4-12-54-16,7-6-59 0,4-9-11 16,4-4-28-16,6-2-13 0,1 5 24 15,0 0 14-15,-1 5 13 0,0 3-20 16,0 0-105-16,-1 3-198 0,-5 6-254 15,7-3-776-15</inkml:trace>
  <inkml:trace contextRef="#ctx0" brushRef="#br1" timeOffset="156192.249">21285 17355 3050 0,'0'0'411'0,"0"0"-325"16,0 0 38-16,-51-78-36 0,36 63 3 0,-1 11 47 15,2 4 98-15,-1 10-78 16,-2 12-25-16,-1 12-43 0,0 10-16 0,-1 10 6 16,3 5 40-16,2-3 57 15,5-3-113-15,5-10-64 0,3-13-33 0,1-9-56 0,4-7-6 16,6-11 0-16,7-3 24 0,4-9 71 15,3-10 25-15,1-7-25 0,0-5-1 16,0-2 1-16,-5 0 15 16,-1 3-3-16,-1 3-11 0,-3 4 1 0,-2 5 13 15,0 6 0-15,-6 3 7 0,-4 7-10 16,0 2 16-16,1 4 21 0,0 8 39 16,2 4-23-16,0 4-11 0,1 3-23 15,-1-1-13-15,1-1-18 0,-1-4-3 16,1-1-24-16,-2-4-19 0,1-2-73 15,0-4-96-15,0-1-43 0,-1-2-165 16,-1-2-383-16,0-1-856 0</inkml:trace>
  <inkml:trace contextRef="#ctx0" brushRef="#br1" timeOffset="156393.492">21535 17399 3041 0,'0'0'744'0,"0"0"-429"0,0 0-72 16,83 21 23-16,-47-17-44 0,0-1 53 15,5-3-117-15,-4-4-103 0,4-8-55 16,-1-6-9-16,2-7-104 0,-5-3-45 16,-1-4-20-16,-3-2-34 0,-4-2-82 15,-6 2-159-15,-7 0-305 0,-5 12-682 16,-11-6-264-16</inkml:trace>
  <inkml:trace contextRef="#ctx0" brushRef="#br1" timeOffset="156587.369">21846 16956 1539 0,'0'0'805'15,"0"0"-285"-15,0 0-264 0,0 0-90 0,-37 67-57 16,35-34-33-16,1 9 6 0,1 2 51 16,0 6 129-16,0 5-24 0,0 4-8 15,3 5-19-15,-1 3-33 0,1 1-25 16,0 1-43-16,-1 1-70 0,-2-2-40 16,0 1-2-16,0-2-19 0,0-3 5 0,0-6-42 15,-2-5 49-15,-1-12 9 0,2-9 3 16,-1-9 12-16,0-9 1 0,0-8-1 15,-1-6-15-15,-1 0-9 0,-2-10-98 16,-2-7-7-16,3-8-5 0,1-10 1 16,2-7-86-16,2-9-140 0,0 10-379 0,5-21-956 15</inkml:trace>
  <inkml:trace contextRef="#ctx0" brushRef="#br1" timeOffset="156777">22259 17430 2985 0,'0'0'491'0,"0"0"-402"16,0 0 57-16,0 0 21 0,40 84 119 0,-35-56-47 15,-3 3-84-15,-1 0-69 0,-1-4-12 16,0 0 3-16,0-2-25 0,0-4-52 16,0-5-3-16,0-5-62 0,0-5-110 15,0-4-54-15,-1-2-92 0,-2-6-285 0,-1-16-980 0</inkml:trace>
  <inkml:trace contextRef="#ctx0" brushRef="#br1" timeOffset="156957.052">22304 17106 1918 0,'0'0'1887'0,"0"0"-1326"0,0 0-348 16,0 0-74-16,0 0 2 0,0 0 116 15,0 0-80-15,0 0-107 0,87-5-49 0,-69 5-21 16,1 0-2-16,-2-2-74 15,0 1-79-15,-3 1-74 0,0 0-20 0,-2 0-122 16,-5 3-362-16,-3 5-706 0</inkml:trace>
  <inkml:trace contextRef="#ctx0" brushRef="#br1" timeOffset="157532.597">22525 17442 3101 0,'0'0'749'0,"0"0"-419"16,-7 73-128-16,7-40-13 0,0 0-10 15,5-3 2-15,7-6-71 0,1-7-83 16,5-7-26-16,3-4 24 0,3-6-7 16,4-1 0-16,2-12 4 0,0-10-22 15,0-6-40-15,-1-5-21 0,-3-1 9 16,-3 2-3-16,-7 2 9 0,-2 7 3 0,-6 2 15 16,-4 5 25-16,-4 2 3 0,-1 3 19 15,-10 1 12-15,-4 3-7 0,-1 2 4 16,-4 1 5-16,2 5 10 0,-1 3 6 15,2 10-18-15,1 8-13 0,-1 4-15 16,3 9 18-16,1 2-2 0,1 3 2 16,1 2-9-16,2 0-9 0,3-1 15 0,2-3 7 15,2-4-9-15,2-8-16 0,3-7-40 16,9-8-75-16,4-8 11 0,3-2 6 16,8-13-1-16,3-12-17 15,6-12-88-15,4-8-151 0,2-9-368 0,-10 15-659 16,15-23-305-16</inkml:trace>
  <inkml:trace contextRef="#ctx0" brushRef="#br1" timeOffset="157853.921">23106 17192 3168 0,'0'0'770'15,"0"0"-465"-15,-34 81-113 0,20-38-44 0,-3 6 37 16,2 4 69-16,1 5-67 0,2-4-38 16,3-4-25-16,4-10-45 0,5-11-79 15,0-11-67-15,13-9-81 0,1-9 26 16,6-9 24-16,5-13 37 0,1-11 9 0,2-8-12 15,0-8-34-15,3-3-9 16,-3-1 24-16,0-2 24 0,0-1 6 16,-2-7-64-16,-3-1-76 0,-1-4 9 0,-2 1 27 15,-3 6 84-15,-3 8 73 0,-4 15 151 16,0 11 103-16,-5 14-9 0,-2 10-29 16,-1 3 2-16,-2 7-43 0,0 11-50 15,-5 9-58-15,0 9-34 0,-7 6-18 16,4 5 28-16,-3 6 21 0,1 2-4 15,5 4 16-15,0 2-29 0,4 1-47 16,-1 1-40-16,2-2-87 0,0-3-49 0,0-5 2 16,3-3-31-16,5-7-22 0,3-7-27 15,2-6 130-15,-3-11 6 0,4-5-1253 0</inkml:trace>
  <inkml:trace contextRef="#ctx0" brushRef="#br1" timeOffset="158407.252">24528 17643 46 0,'0'0'1376'15,"0"0"-969"-15,0 0-80 0,0 0 91 16,0 0 26-16,0 0-83 0,0 0-98 16,0 0-64-16,0 0-33 0,0 0 1 0,0 0 16 15,-28 81-108-15,17-47-53 16,-1 0-22-16,-5 1-14 0,3-3-23 0,0-4-44 16,0-4-31-16,6-8-31 0,2-7-9 15,6-6-59-15,0-5-176 0,6-5-406 0,11-21-666 16</inkml:trace>
  <inkml:trace contextRef="#ctx0" brushRef="#br1" timeOffset="158599.975">25215 17067 3948 0,'0'0'635'16,"0"0"-453"-16,0 0-47 0,0 0-13 15,42 69 62-15,-17-57-57 0,6-8-127 16,5-2-39-16,10-4-49 0,1-10 30 0,6-8-65 16,2-7-69-16,-5-5-61 0,1-4-169 15,-15 9-332-15,4-13-670 0</inkml:trace>
  <inkml:trace contextRef="#ctx0" brushRef="#br1" timeOffset="158819.317">25414 16685 3320 0,'0'0'507'16,"-27"67"-394"-16,18-23-66 0,-2 12 92 15,-5 15 147-15,1 3 29 0,1 5-54 16,2 4-115-16,0 0-54 0,2-1-10 16,2-5 33-16,2-6-93 0,3-12-22 15,3-6-116-15,0-14-42 0,6-10 15 16,7-13 8-16,7-13 0 0,6-7 15 15,7-20-59-15,2-15-82 0,3-14-252 0,1-7-252 16,-10 10-624-16,12-33-142 0</inkml:trace>
  <inkml:trace contextRef="#ctx0" brushRef="#br1" timeOffset="159328.946">25921 16352 2496 0,'0'0'1353'15,"0"0"-998"-15,0 0-252 0,6 79-10 16,-13-27 21-16,-3 10 71 0,-2 10 46 15,-3 9-78-15,-1 8-22 0,-1 4 88 16,1 2-25-16,-3-2-70 0,1-1-52 16,1-5-72-16,1-9-48 0,2-7-25 15,5-13-51-15,2-12 18 0,3-13 27 16,4-12 34-16,3-13-4 0,5-8-42 16,7-7-13-16,4-12 24 0,3-8 7 15,0-6-16-15,4-3-3 0,-1 0-9 0,-2 0 8 16,-4 5 25-16,-1 9 44 15,-5 8 24-15,-3 8 74 0,-5 6 74 0,-3 9 14 16,-2 10 37-16,0 2-40 0,0 6-71 16,0 0-24-16,0-1-3 0,2-2-22 0,4-4-39 15,4-7-15-15,-2-2-15 0,5-7-25 16,5-4-9-16,1-4-24 0,2-9 12 16,1-4 6-16,-1-2-10 0,1-1-12 15,-2 2-3-15,-2 0 3 0,0 5 12 16,-2 1 6-16,-2 4 3 0,-2-1 9 15,-1 3 37-15,-3 0 25 0,-1 0 9 16,-3 0 16-16,2 0 34 0,-3-1 18 16,-3 0 10-16,0 0-7 0,-2 2 3 15,-8 1-50-15,-1 4 22 0,-3 0 25 16,-5 4 21-16,-2 9-80 0,-1 3 22 16,0 8 24-16,0 2-6 0,1 5 6 0,2 0-13 15,2 0-23-15,2-5-31 0,4-4-24 16,6-7-12-16,5-3-34 0,0-5-27 15,2-1-10-15,8-5-15 0,1-1-31 16,5-1-66-16,1-9-249 0,-3 2-615 0,7-11-545 16</inkml:trace>
  <inkml:trace contextRef="#ctx0" brushRef="#br1" timeOffset="159622.862">26334 17306 2380 0,'0'0'1238'0,"0"0"-863"16,0 0-118-16,0 0-34 0,-3 85-90 15,-2-59-50-15,3-3-27 0,-1-3-13 16,3-4-43-16,0-5-2 0,0-3-63 16,5-4-83-16,1-3 9 0,5-1 83 0,0-4 54 15,2-6 1-15,3-4-35 0,1-2-8 16,3 0 42-16,0 0 2 0,1 2 36 16,0 2 32-16,-1 1-6 0,-1 4-10 15,-2 6 7-15,-2 1-22 0,-2 0-3 16,-2 4 6-16,-2 5 3 0,2 3 3 15,0 1 9-15,-3-1 25 0,1 1 0 0,-4-1-44 16,-2-1-14-16,0 0-22 0,-1-3-2 16,-2 1-1-16,0 0-31 15,0-2-42-15,0-2-38 0,0 0-80 0,0-2-34 16,-2-2-77-16,-1-1-219 0,2 0-542 16,-3 0-948-16</inkml:trace>
  <inkml:trace contextRef="#ctx0" brushRef="#br1" timeOffset="160781.353">27368 16561 760 0,'0'0'1139'0,"0"0"-977"0,0 0-51 16,0 0 357-16,0 0 43 0,0 0-148 15,0 0-125-15,0 0-122 0,0 0 3 16,0 0 23-16,19 51 73 0,-14 3-23 15,2 11-41-15,-7 13-22 0,0 5-3 16,-3 1 39-16,-12 0-61 0,-1-4-43 16,-4-6-19-16,-1-3-42 0,0-8-1 15,1-9-17-15,5-8-19 0,2-15-42 0,5-10-6 16,2-9 5-16,3-12-2 0,3 0-72 16,0-17-64-16,0-8-170 0,0-9-15 0,0-8 36 15,3-4-231-15,2 10-745 16</inkml:trace>
  <inkml:trace contextRef="#ctx0" brushRef="#br1" timeOffset="161090.65">27357 16687 404 0,'0'0'1812'0,"0"0"-1234"15,0 0-113-15,109-39-37 0,-68 39-91 16,-1 0-102-16,3 6 32 0,-2 5-101 16,-4 1-49-16,-5 4-43 0,-5 2-38 0,-7 1-35 15,-8 5 2-15,-6 2 18 0,-6 6-21 16,-6 4-49-16,-8 3-34 0,-6 1-21 15,-8 1-26-15,-2-1-52 0,-5-3-20 16,1-3 1-16,0-5 62 0,1-6 17 16,5-4 30-16,0-5 57 0,5-4 35 15,6-4 22-15,1-5 45 0,4-1 30 16,4 0 26-16,1-5-38 0,2-1-41 0,4 3-15 16,1 0 12-16,0 3 5 0,7 0 4 15,10 1 31-15,6 7 22 0,7 5-17 16,7 3-21-16,0 6-22 0,8 3-5 15,-2 0 66-15,4 2-42 0,-2-4-53 16,3-4-9-16,-1-6-102 0,2-1-126 0,0-1-111 16,-1-7-184-16,-14 0-692 0,14-4-1070 0</inkml:trace>
  <inkml:trace contextRef="#ctx0" brushRef="#br1" timeOffset="161456.281">28665 16579 3871 0,'0'0'613'15,"0"0"-542"-15,0 0-4 0,0 0 69 0,-1 94 97 16,-3-52-16-16,-3 8-99 0,1 3-60 16,-1 3-6-16,-1 1 17 0,-2 2-14 0,0-4-52 15,4-2-3-15,-1-3-39 0,0-6-34 16,4-5-21-16,-1-4 39 0,2-9-3 15,1-10 18-15,1-7-17 0,0-6-72 16,0-3-51-16,4-4 20 0,8-8 86 16,1-2 74-16,1-3 22 0,6 2-7 15,-3 2 3-15,1 4 26 0,-2 7 2 16,-3 2 3-16,0 2 25 0,-2 10 2 16,-1 5 7-16,2 3-19 0,-5 4-25 15,-1 1-23-15,-2 1-4 0,1-3-12 16,2 0-1-16,-2-2-17 0,1-2-16 15,2-3-82-15,1-2-40 0,2-3-63 0,0-6-90 16,3-4-319-16,-3-1-669 0,13-2-828 16</inkml:trace>
  <inkml:trace contextRef="#ctx0" brushRef="#br1" timeOffset="161786.291">29362 17154 3022 0,'0'0'605'0,"0"0"-324"0,0 0-2 15,0 0 72-15,0 0-52 0,0 0-88 16,0 0-56-16,-98 34-48 0,67-3-4 16,1 8 25-16,-2 4 8 0,4 1-54 15,0 0-37-15,8-4-12 0,1-8-21 16,8-6-12-16,2-8-18 0,6-9 3 0,3-5 13 16,3-4-34-16,11 0-28 0,6-10 19 15,7-6 30-15,3-4-12 0,0-4-73 16,2-2-7-16,-2 2 44 15,-2 5 29-15,-5 0 32 0,0 7-10 0,-7 3 11 16,-1 5 1-16,-5 4 30 0,-2 0 49 16,-1 4 37-16,-2 6-7 0,1 2-21 15,-3 2-34-15,-1 0-21 0,-1 1-30 0,1-5-3 16,-2-1-20-16,1-3-58 0,1-4-77 16,-1-2-45-16,4 0-65 0,1-1-54 15,6-7-237-15,-3 0-622 0,15-8-742 0</inkml:trace>
  <inkml:trace contextRef="#ctx0" brushRef="#br1" timeOffset="162048.158">29965 17049 3628 0,'0'0'1036'16,"0"0"-852"-16,0 0-19 0,0 0 125 0,-57 71-56 16,32-43-83-16,1-2-72 0,-1 1-58 15,5-1-18-15,3-4 11 0,2-3-14 16,7-3-12-16,3-5-12 0,1 0 3 0,4-4 0 15,0 0-25-15,4-1-2 16,4 3 20-16,0 0 28 0,4 3 3 0,-2-1 10 16,2 3 2-16,0 1-13 0,-2-1 0 15,2 1 13-15,-1 1-12 16,-3-3 9-16,-2-2-9 0,-5 1-3 0,-1-3-2 16,-1 0-34-16,-10 0-16 0,-1-1-27 15,-3-1-21-15,-4 0 0 0,0-3-1 16,-3-3-30-16,-6 1-74 0,-1-2-186 15,6 0-398-15,-13 0-1177 0</inkml:trace>
  <inkml:trace contextRef="#ctx0" brushRef="#br1" timeOffset="162820.55">31012 16704 2835 0,'0'0'368'16,"0"0"-151"-16,0 0-52 0,0 0 81 16,0 0 153-16,0 0-67 0,0 0-181 15,-26 88-62-15,10-35-15 0,-4 8 36 16,-2 9 76-16,-4 3-64 0,2 4-31 0,-4-3-12 15,-1-1-46-15,1-6-33 16,0-5-21-16,5-10-94 0,4-11-25 16,7-14-40-16,4-10-1 0,7-9 22 0,1-8-8 15,3-9-56-15,10-12-137 0,5-9-60 16,8-12-7-16,5-10 42 0,5-6-181 0,1-4 89 16,-1-6 171-16,1-1 186 0,-2-4 2 15,-3 4 118-15,-5 4 108 0,-5 9 409 16,-3 12 103-16,-6 16 21 0,-3 11-33 15,-6 12-113-15,-3 3-138 0,2 2-116 16,3 2-115-16,2 11-71 0,6 9 22 16,3 10 5-16,5 12 13 0,-1 8 2 15,2 4-27-15,-4 2-21 0,1-3-10 16,-1 1-24-16,-2-6-15 0,-4-1-27 0,2-4-9 16,-4-4-43-16,-2-6-31 0,-3-5 6 15,-4-9-12-15,-2-3 18 0,0-6 6 16,0-4-6-16,-5-5-26 0,-4-3 13 15,-2 0-54-15,-7-5 25 0,2-5 84 16,-4-6 56-16,-2-2 19 0,-3-6-18 16,-1-1 0-16,-2-2 49 0,3-4 52 0,-1 0 35 15,4 1-38-15,5 4-15 0,3 7 27 16,8 6 36-16,4 7-12 0,2 3-40 16,0 1-16-16,6 1 4 0,4-1-13 15,10-4-25-15,8 1-14 0,6-6-31 16,6 1-23-16,5-3-92 0,2-3-87 15,5-5-27-15,0-3-36 0,5-4-177 16,-16 9-553-16,19-14-901 0</inkml:trace>
  <inkml:trace contextRef="#ctx0" brushRef="#br1" timeOffset="167566.288">31876 17217 625 0,'0'0'0'0,"0"0"0"0,0 0 1305 16,0 0-815-16,39-72-177 0,-27 53-53 0,2-3 31 15,1-1-71-15,-2 0 20 0,2-1-7 16,1-1-16-16,-1 0-43 0,-4 0 15 15,1 1-29-15,-4 1-28 0,0-2-28 16,-4 0 0-16,-3 3-31 0,-1-1-12 16,0 1-24-16,0 0-19 0,-5 1 28 15,-3 3-31-15,-2 5 40 0,0 3 24 16,-4 5 72-16,-1 4-57 0,-5 1-51 16,1 1-40-16,-2 10 12 0,-3 2-12 15,-1 6 15-15,0 5-15 0,-4 2 0 16,1 6 18-16,0 5-3 0,2 1-3 15,1 4 6-15,2 3-8 0,4-1 5 0,4 5-17 16,2-4 15-16,5 1-16 0,1-4-1 16,7 0-18-16,0-4 19 0,5-3 0 15,7-4 18-15,6-5-18 0,1-5 2 16,9-2 0-16,3-5-1 0,6-4-1 16,3-6 0-16,2-4-21 0,-1-4-25 0,5-9-47 15,1-6-53-15,2-6-17 0,-5-5-47 16,2-3-22-16,-2-3-140 0,-3-2-263 15,-12 8-496-15,6-13-705 0</inkml:trace>
  <inkml:trace contextRef="#ctx0" brushRef="#br1" timeOffset="167815.282">32696 16680 2334 0,'0'0'1109'0,"0"0"-757"0,0 0-280 0,0 0-12 16,0 0 216-16,0 0 136 0,0 0-104 15,0 0-152-15,0 0-68 0,-69 75 0 16,49-49 76-16,-3 7-27 0,-1 4-73 16,-1 4-46-16,0 3 3 0,-1 6 9 15,-2 1 7-15,0 5-13 0,2-1-12 0,4 1-12 16,4-2 0-16,5-4-15 0,10-4-3 16,3-9 2-16,5-5-26 0,10-9 18 15,1-5-16-15,4-6-11 0,3-7-22 16,0-5-33-16,2-2-22 0,-2-9-36 15,2-5-32-15,-4-3-81 0,-3-2-204 16,-4 3-591-16,-3-8-1319 0</inkml:trace>
  <inkml:trace contextRef="#ctx0" brushRef="#br1" timeOffset="168015.196">32790 17418 1911 0,'0'0'1448'0,"0"0"-1027"16,0 0 121-16,0 0 93 0,0 0-162 16,0 0-173-16,0 0-146 15,0 0-154-15,0 0-27 0,0 0-176 0,0 0-52 16,-19-22-126-16,3 15-732 0,-19 1-1742 0</inkml:trace>
  <inkml:trace contextRef="#ctx0" brushRef="#br0" timeOffset="179439.932">8894 14950 1535 0,'0'0'1094'0,"0"0"-664"0,0 0-133 15,0 0-27-15,0 0-5 0,0 0-26 16,0 0-27-16,0 0-57 0,0 0-29 0,0 0-2 16,0 0 8-16,-7 16-22 0,-1-2-15 15,-4-1-10-15,2-1-18 0,-6 3-9 16,1-2-10-16,-2 1-14 0,-1 1-11 16,-1 3-23-16,-3 1-12 0,-1 6-12 15,0 3 9-15,-1 4-4 0,-1 3-2 16,1 5 3-16,2 1 0 0,0 2 15 15,2-1 0-15,3 0 0 0,0-1-15 16,2 1 17-16,4-2-14 0,-1 0 15 0,3 0-12 16,1-2-4-16,4 0 14 0,2-3-10 15,2-2 9-15,0-2-24 0,6-3 2 16,7-1 10-16,1 0 14 0,5-2-1 16,1 0 2-16,3-1 3 0,3-2-2 15,0-1 11-15,1-2 10 0,-1-3-22 0,-1 1-23 16,-2-3 23-16,3 2 3 15,-2-3-3-15,-2 1 0 0,1 2 0 16,0-3 0-16,2 0 12 0,-1 0-12 16,-1-2-7-16,3 0 7 0,2-1 18 0,0-2-18 15,0-1 0-15,-1 0-1 0,2-2 1 16,0-1-12-16,-2 1 8 0,-1-3 1 16,0 0 3-16,-3 0-1 0,1-1-2 15,-2 1-9-15,1-1 2 0,0 1 10 16,0-2 0-16,1 0 0 0,0 0-2 15,3 0 2-15,-1 0-1 0,0 1 1 16,-2 0-3-16,0 3 2 0,-1-2-20 16,-2 4 20-16,-2 1-3 0,3 1 3 0,-2 0-14 15,-1 0 0-15,1-2 14 0,0 0 1 16,0 1 1-16,2-2 14 16,-1 1-15-16,4 1-18 0,-2-1 18 0,2 2 0 15,-1 0 18-15,3-1-9 0,1 4-9 16,-1-2 0-16,-1 1-1 0,2 2 2 15,-1-1 1-15,0 0 11 0,2 0-13 0,0-2-3 16,0 0-16-16,2 0 19 16,0-2-3-16,2-2 3 0,0 1 0 0,0-2-2 15,3 1 1-15,-3 2-14 16,5-1 15-16,-4 2 3 0,2 1 9 0,0 0-12 16,2 0-1-16,-2 1 0 0,3 0-1 15,-2 1 1-15,2-2-2 0,0 1 2 0,1-3 1 16,-1 1-12-16,2-3-4 0,0 0 13 15,1-4-12-15,2 3 14 0,-1-2 1 16,0-1 3-16,2 3 22 0,-2 0-22 16,1 0 9-16,-2 1-12 0,0 2 14 15,1-1-14-15,-2 0 0 16,-1 2-24-16,3-1 21 0,-1-1 0 0,0 1-13 16,3-3 1-16,-2-4 12 0,4 2-28 0,0-2 19 15,1 0 1-15,0 0 10 16,4-2-7-16,0 0 8 0,-3 1 18 0,4 0-15 15,-1-1 9-15,1 2-10 0,-1 0 20 16,0 3-22-16,1 2 2 0,1 2 0 16,-1-1-1-16,3 0 16 0,-3 1-17 15,1-2 0-15,2 1-11 0,-3-2 11 0,2 2 12 16,1-3-9-16,-5 0-1 0,4-1 17 16,-1 2-4-16,-3-1 25 0,2 0-22 15,-1-1 16-15,-1 1-16 0,2-1-6 16,-1 0-12-16,-1 2 3 0,0-3-3 15,2 2-18-15,-1-2 18 0,-1 0 1 16,-1 0 0-16,-1 0 2 0,0-1-2 16,1 0 1-16,-5 0 13 0,3 0-15 15,-2-1 3-15,1-2 10 0,1-1-12 0,-1-1-2 16,1 2 1-16,-2-1-1 0,1 0-2 16,1 1-7-16,-1-2 10 0,0 1 0 15,3-1 0-15,-2 0 0 0,2 0-3 16,0-1 1-16,3-3 1 0,0 2-8 15,2-2 9-15,-2 1 0 0,2-1-1 16,0 0 1-16,1 0 2 0,0 2 10 16,-1-1-12-16,3 1 2 0,-1 1 23 15,2 0-25-15,0 1-2 0,3-2-1 0,0 1 1 16,0-1 2-16,0-2-1 0,3-1-1 16,0-3 1-16,1-2 1 0,3 0 1 15,-1-3 0-15,3 0 1 0,0-2-2 16,3 0 3-16,0 0 1 0,1-1 8 15,0 0 1-15,1 1-13 0,-1 0 0 16,0 4-1-16,1-1-11 0,-1 2 10 0,-1 0-1 16,-1-1 0-16,0 0 0 0,0 0 0 15,0-1-10-15,1-2 13 0,-1 2 0 16,0-2 10-16,1-1-8 0,-2 1-2 0,-4 2 0 16,1 1-3-16,-3-1-9 15,-1-2 12-15,-3 5-3 0,0-3-18 0,-3 1-16 16,0 1 25-16,-5 2 9 15,2 0-11-15,-3-1 14 0,1 0 0 16,-4-2 3-16,-1-1 9 0,-4 0-9 0,2-1 0 16,-2 1 9-16,-3-2 1 0,-2 0-12 15,-1-4 2-15,-3 0-2 0,0-2 0 16,0 0-1-16,-3-2-2 0,-4 0-20 16,-2-2-2-16,-3 2-1 0,-3-5-8 15,-4 3 11-15,-3-3 1 0,-6 0 19 16,-2 2 0-16,-6-4 1 0,0 2-11 15,-11 0 12-15,-7-1 1 0,-8 3 12 16,-4-1-13-16,-8 1-28 0,-8 0 4 0,-5 0-40 16,-6 0 36-16,-6-1-55 0,-6 0 0 15,-3 3 12-15,-4 2 16 0,-3 2 21 0,-3 5 9 16,1 1 25-16,-4 3-9 0,-1 3 24 16,-2 3-15-16,-4-1 22 0,-2 4-22 15,-4 1-19-15,-1 2 19 0,-5 0 7 16,0 1 17-16,-3 0-11 0,0-1-13 15,-2-1-13-15,1-1-5 0,2 0 15 16,-4-3-34-16,3 0 9 0,-3 1 6 16,-1-1 4-16,0 2 18 0,0-1 22 15,-1 0-9-15,2 1 21 0,0 0 15 16,1 1 25-16,-1-2-18 0,3-1-41 16,-2 0-3-16,2-3-12 0,-1 0-26 15,-1-3-2-15,-4 2 16 0,4-3 8 0,-4 1-29 16,-2-1-14-16,4 0 23 0,-3-1-4 15,0 1 25-15,3-1-10 16,-1 1 10-16,0 2-28 0,-1 0 0 0,1 3-18 16,-2 1 49-16,1 2 0 0,1 0 15 0,1 2-12 15,0 0-6-15,0 3 3 0,1-1 0 16,1 2 23-16,1 0-23 0,-3 1-1 16,0 0-2-16,1 0-31 0,1 0 22 15,2 0 11-15,-1 0-26 0,5 1 2 16,0 3-7-16,0 0 31 0,2 0 2 15,0 3 11-15,-1 0-12 0,-1-2 1 16,1 6 11-16,-2-3 16 0,0 1-3 16,2 3-25-16,-2 0-34 0,2 0 18 15,1 1 16-15,-1-1 3 0,2-1-1 16,1 2 26-16,1-3 7 0,-3 1-34 16,3-1 36-16,1 2-16 0,2 3 17 0,1 0 24 15,4 4-19-15,2-1-40 0,0 1 62 16,6 3-62-16,0 2 18 0,1-1-18 15,6 2 11-15,4 0-12 0,2-1-1 16,3-1 42-16,5-2-12 0,5-4 5 16,6 0 11-16,4-5 5 0,5 2 9 15,7-4 6-15,3-2 22 0,7-2-31 0,4-4 3 16,5 0-16-16,4-2-2 0,2 0-25 16,2-2-15-16,4-2-3 15,2 0 0-15,1 0-27 0,0-1-16 0,0-1-21 16,1-5-76-16,6 0-102 0,1-3-103 15,-3 4-365-15,-5-3-1463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31:21.0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5924 3336 238 0,'0'0'2547'15,"0"0"-2117"-15,0 0-220 0,0 0 9 16,0 0 84-16,0 0-21 0,0 0-15 16,0 0-42-16,0 0-65 0,0 0-26 15,-52 84 43-15,51-56-37 0,-1 4 0 16,2 7-28-16,-1 5-30 0,-3 3-21 0,2 9-31 0,-2 4-12 15,0 6-17-15,-1 8-1 0,-1 2 1 16,-2 3 0-16,2-1-1 16,2 0-15-16,-1-7-6 0,4-3 0 0,-2-11 5 15,3-9-11-15,0-12-15 0,0-13-31 16,0-8-39-16,1-9-49 0,1-4-13 16,2-2-12-16,-2-11-72 0,1-8-126 15,1-8-137-15,-1 1-278 0,-3-30-617 0</inkml:trace>
  <inkml:trace contextRef="#ctx0" brushRef="#br0" timeOffset="300.752">5809 3546 2845 0,'0'0'398'0,"0"0"-169"0,0 0 34 0,36-64 17 16,-26 48-39-16,3 3-70 0,-2 2-20 15,4 4-21-15,2 2 5 0,2 1-37 16,0 4-28-16,4 0-30 0,1 6-6 15,2 5 2-15,-1 3-18 0,1 2-18 16,-3 7 3-16,-3-2 7 0,-6 5-10 0,-2 0 0 16,-2 0 2-16,-6-1 19 0,-1 0 6 15,-3-3-8-15,0 2 2 0,-1-2-21 16,-7-3-4-16,-3-3 4 0,1-3 0 16,-3-1-15-16,-3-3-16 0,0-4-8 15,-3-1-47-15,1-3 4 0,-3-1-1 16,0 0-18-16,-4 0-10 0,2-1-21 15,3-6-1-15,0-2-85 0,2-3-124 0,3 1-126 16,6 1-298-16,-4-7-609 0</inkml:trace>
  <inkml:trace contextRef="#ctx0" brushRef="#br0" timeOffset="1988.368">6661 2996 977 0,'0'0'68'15,"0"0"-2"-15,0 0 1083 0,0 0-719 16,0 0-109-16,0 0-65 0,0 0-14 15,0 0-30-15,0 0-58 0,0 0-66 0,0 0-22 16,0-14-30-16,0 20-35 16,0 4 11-16,0 5 63 0,0 7-19 0,0 6 25 15,0 4-19-15,0 5 28 0,0 4-59 16,0 5 3-16,-2 4-18 0,-1 2 2 16,-1 4-18-16,1 2-27 0,-1 3 24 15,1 0-9-15,0 5 11 0,-1 1-11 16,1 2 11-16,0-5-21 0,0 1 10 0,0-11-6 15,0-4 18-15,0-4 0 0,3-11 0 16,-1-2-1-16,1-9 1 0,0-5-31 16,0-4-16-16,1-3-36 0,1-6-20 15,1-3-17-15,1 0-5 0,2-2-8 16,2-1-18-16,1-1-68 0,4-8-129 16,-3 0-286-16,0-12-632 0</inkml:trace>
  <inkml:trace contextRef="#ctx0" brushRef="#br0" timeOffset="4413.49">7325 3501 316 0,'0'0'1767'16,"0"0"-747"-16,0 0-793 0,0 0-93 0,0 0 2 16,0 0 72-16,0 0 57 0,0 0-53 0,0 0-32 15,0 0-63-15,-79 9-21 16,67 7-7-16,-1 1 25 0,3 4 69 0,0 4-88 15,-3 5-53-15,3 3-29 0,1 1-1 16,3 3 0-16,-1 1 6 0,6-3-2 16,1 1-4-16,0-5-12 0,0-6-19 15,8-6-14-15,1-3 15 16,3-10-31-16,2-4 29 0,2-2 20 0,4-12 1 16,3-9 26-16,-1-7-27 0,2-7-44 15,1-4-14-15,-2-3-15 0,-4 2 24 0,-1 3 25 16,-3 3 11-16,-2 8 12 0,-6 2-1 15,0 8 0-15,-4 8-13 0,-3 5 15 16,0 3 0-16,0 0-11 0,0 8-35 16,0 4 45-16,-1 4 1 0,-1 5 33 15,2 2 16-15,0 2-3 0,0 2-15 16,2 0 3-16,6 0-10 0,-1 0-3 0,5-3-14 16,1-4-7-16,0-4-46 15,4-4 0-15,2-4-18 0,1-4-87 0,4-4-58 16,4-2-151-16,-2-6-244 0,-4 0-778 15,5-5-772-15</inkml:trace>
  <inkml:trace contextRef="#ctx0" brushRef="#br0" timeOffset="4895.902">9085 3640 2684 0,'0'0'613'0,"0"0"-374"0,0 0-141 16,0 0 12-16,0 0 51 0,98 31 125 0,-71-18-87 15,0-1-97-15,2 1-3 0,0-4-32 16,0-2-11-16,-2-4-25 0,3-3-30 16,-3 0-1-16,0-7-43 0,-1-4-13 15,-3-3-107-15,-2 0-17 0,-5-1-32 16,-3 3-65-16,-10 2-157 0,-2 3-323 0,-9 5-648 15</inkml:trace>
  <inkml:trace contextRef="#ctx0" brushRef="#br0" timeOffset="5089.541">9086 3863 2267 0,'0'0'432'0,"0"0"-222"0,0 0 49 0,78 6 31 0,-44-5-8 16,4 0-2-16,-1 1 2 0,2-2-41 0,3 0-90 15,-5-2-114-15,1-2-34 0,-2-2-3 16,-3-2-37-16,-2 0-80 0,-4-3-96 16,-3 0-30-16,-4 3 20 0,-8-3-118 15,-6 3-288-15,-6-1-735 0</inkml:trace>
  <inkml:trace contextRef="#ctx0" brushRef="#br0" timeOffset="5421.822">9210 3298 3194 0,'0'0'480'0,"0"0"-354"16,0 0-47-16,0 0 12 0,0 0-10 16,0 0 11-16,0 0 122 0,0 0-139 0,0 0-75 15,0 0-68-15,-72 72 15 0,44-41 22 16,1 5 29-16,-2 2-20 0,-1 2 6 15,1 2-20-15,0-3 36 0,5-1 2 0,2-5 0 16,4-4-2-16,3-4 0 0,5-6-18 16,6-5 15-16,2-4-18 15,2-1-17-15,5-2 38 0,6 2 0 0,5 1 3 16,3 4 78-16,2 0-12 0,8 1-26 16,0 3-8-16,4 4-1 0,2 3 31 15,2 0 40-15,-2 2-25 0,-2-5-68 16,-1-1-12-16,-1-5-14 0,0-2-14 15,-1-7-9-15,-1-2-40 0,-1-5-118 16,1 0-62-16,-1-10-95 0,-9-3-355 16,5-13-1016-16</inkml:trace>
  <inkml:trace contextRef="#ctx0" brushRef="#br0" timeOffset="5653.606">9795 3371 2966 0,'0'0'387'0,"0"0"-234"0,0 0 46 0,0 0-38 16,71 73 21-16,-54-49 3 15,3 4-67-15,-4 2-68 0,0 1-28 0,-3 0 12 16,-3 2-9-16,-2 5-25 0,-5-3-35 16,-3 3 32-16,0-2 2 0,-4 0-14 15,-7 2-47-15,-4-1-10 0,-4 1-58 16,-2-2-43-16,1 0-44 0,-5-5-68 15,-1-2-126-15,5-8-363 0,-17 4-659 0</inkml:trace>
  <inkml:trace contextRef="#ctx0" brushRef="#br0" timeOffset="6516.504">11378 3456 1982 0,'0'0'46'15,"0"0"659"-15,0 0-365 0,0 0-65 0,0 0-27 16,0 0-15-16,0 0-19 0,0 0-4 15,0 0-64-15,-80-18-56 0,64 25-19 16,3 7-22-16,-1 2-12 0,1 5-6 16,3 6 6-16,-2 3 6 0,7 6-12 0,0 3-19 15,4 4-12-15,1-1 1 16,0 2 0-16,1-3-1 0,7-1-28 0,1-5 16 16,5-5-22-16,0-6-15 0,5-6-3 15,2-6-100-15,4-7-74 0,5-4-94 16,2-1-202-16,-9-1-682 0,14-13-611 0</inkml:trace>
  <inkml:trace contextRef="#ctx0" brushRef="#br0" timeOffset="6945.119">11968 3542 1911 0,'0'0'3'0,"0"0"975"16,0 0-760-16,0 0-11 0,0 0 28 0,0 0-51 15,0 0-39-15,0 0-14 0,0 0-17 16,-16 71 67-16,22-25-20 0,-1 5-44 16,2 9-21-16,-3 4-28 0,0 7-10 15,-2 3-18-15,-2 6-37 0,0 0 19 16,-6 2-20-16,0 0-2 0,1-5-25 15,0-4-9-15,1-9-12 0,1-9-80 0,3-13 15 16,0-14-10-16,0-10-9 0,3-11-73 16,1-7-90-16,2-10-141 0,0-5-258 15,-2-24-690-15</inkml:trace>
  <inkml:trace contextRef="#ctx0" brushRef="#br0" timeOffset="7183.437">12033 3514 1360 0,'0'0'1208'0,"0"0"-1143"16,0 0-65-16,0 0 200 0,0 0 82 15,0 0-8-15,94-13-42 0,-70 22-39 16,2 4-27-16,3 3 51 0,-3 4-86 16,-1 2-88-16,-5 1-40 0,-4 5 31 15,-4 3-18-15,-6 2-15 0,-4 5 1 0,-2 1 0 16,-5-1 8-16,-7-1-10 0,-6-1-65 15,-2-1-53-15,-1-6-47 0,-3-3 7 16,-2-8 10-16,3-6-45 0,3-9-102 16,3-5-240-16,4-7-497 0,-2-24-97 0</inkml:trace>
  <inkml:trace contextRef="#ctx0" brushRef="#br0" timeOffset="7415.205">12577 3359 1782 0,'0'0'1177'16,"0"0"-1017"-16,0 0 35 0,80 42 50 0,-58-23-24 16,-5 1 56-16,0 3-43 0,-5 2-94 15,1 1-103-15,-2 2 3 0,-5 1-38 16,-1 4 20-16,-5 1-22 0,0-1-12 16,-8 5-7-16,-3-5 16 0,-6 2-28 15,-2-1-25-15,-6-3-9 0,-1 0-19 16,-4-3-25-16,0-3-20 0,-6-3-69 15,-2-4-73-15,-3-3-131 0,9-4-617 16,-23-1-451-16</inkml:trace>
  <inkml:trace contextRef="#ctx0" brushRef="#br0" timeOffset="8202.499">13438 3527 1580 0,'0'0'1330'0,"0"0"-1135"16,0 0-172-16,0 0 140 0,0 0 129 0,0 0-49 16,0 0-20-16,102-6-19 0,-70 5-64 15,3 1-44-15,2 0-19 0,5 0-6 16,0 0-46-16,1 0-1 0,-2 0 10 15,2 0-3-15,-3 0-29 0,-1 0-1 16,-2 0 23-16,-3 0-24 0,-4 0-2 16,-7 0 2-16,-3 0-1 0,-3 0 0 15,-6 0-20-15,-6 6 5 0,-3-3-8 16,-2 6 24-16,-6 1 0 0,-6 4 52 16,-8 1 6-16,-3 3-33 0,-7 3-10 0,-2-2 4 15,-4 0-1-15,-4-2-17 0,-2 1-1 16,-3-3-1-16,-2 1-79 0,2-4 13 15,0-2-16-15,5 0-4 0,4-5 1 16,9-1 5-16,8-2-12 0,5-2-9 16,8 0-4-16,4 0-21 0,2 0-55 0,8-3-172 15,7-3-119-15,-3 1-52 0,17-6-448 16</inkml:trace>
  <inkml:trace contextRef="#ctx0" brushRef="#br0" timeOffset="8430.971">14309 3809 2734 0,'0'0'516'0,"0"0"-325"0,0 0 3 16,0 0 4-16,-82 21-15 0,53-16 5 16,-3-1-5-16,-3 2-49 0,1-5-51 0,-2 4-28 15,-3-2-15-15,0 3-37 0,-1 0-3 16,-3 4-37-16,1-2 18 0,1 3-43 15,4-1-67-15,4-2-61 0,7-1-35 0,6-3-11 16,5-1-17-16,9-3-90 0,6 0-200 16,0-3-626-16,12-11-327 0</inkml:trace>
  <inkml:trace contextRef="#ctx0" brushRef="#br0" timeOffset="9358.679">15211 3709 1971 0,'0'0'312'16,"0"0"-121"-16,0 0 83 0,0 0 53 16,0 0-55-16,0 0 4 0,-89-38-64 0,70 38-52 15,4 0-25-15,-2 8-4 0,1 7-56 16,-4 5-7-16,3 8 19 0,-2 7-1 0,2 4-9 15,2 2-18-15,5 0-4 0,3-1-53 16,3-7-2-16,4-3-9 0,0-10 6 16,3-6-25-16,7-8 4 0,3-6-1 15,4-1 13-15,3-11-4 0,2-7-36 16,2-6-31-16,1-5-13 0,-3-3-1 16,-1 0 26-16,2-1 15 0,-5 3 15 15,-1 6-5-15,-6 6 17 0,-1 6 14 16,-3 4 2-16,-4 6-25 0,-1 3-41 15,-1 2 38-15,2 9 41 0,-1 7 116 16,1 6 51-16,-2 8-61 0,-1 4-28 16,1 2 2-16,1 0-27 0,2-5-19 15,0-3-11-15,2-8-23 0,1-7-31 0,4-5-6 16,0-7-13-16,1-3-31 16,0-3-74-16,1-7-52 0,1-5-105 0,-5 2-315 15,0-14-879-15</inkml:trace>
  <inkml:trace contextRef="#ctx0" brushRef="#br0" timeOffset="9582.139">14846 3532 2801 0,'0'0'395'0,"0"0"-299"0,0 0 56 16,-59 96 48-16,43-53 74 0,2 4 15 0,2 8-99 15,4 1-39-15,1 4-55 0,5 1-59 16,2-2-37-16,2-4-22 0,10-4-15 16,3-12-21-16,5-5-165 15,4-13-77-15,5-9-15 0,4-9-91 0,-8-3-287 16,18-19-529-16</inkml:trace>
  <inkml:trace contextRef="#ctx0" brushRef="#br0" timeOffset="9766.133">15783 3527 691 0,'0'0'2189'0,"0"0"-1958"16,0 0-33-16,81 42 59 0,-64-18-17 15,-5 4 53-15,-4 3 9 0,-3 5-67 16,0-3-69-16,-5 7-65 0,0 2-44 16,-1 1-57-16,-11 6-27 0,-7 6-31 15,-6 4-148-15,-6 0-125 0,-6 1-98 0,-6-4-144 16,10-14-142-16,-25 11-508 0</inkml:trace>
  <inkml:trace contextRef="#ctx0" brushRef="#br0" timeOffset="16239.534">2491 5602 1964 0,'0'0'1650'0,"0"0"-1499"0,0 0-107 16,0 0 16-16,0 0 251 0,26 78 65 15,-23-36-99-15,-3 13-57 0,0 9-16 0,0 12-82 16,0 11-34-16,0 10-9 0,0 7-6 15,0 9-19-15,-3 3-12 0,-1 4-41 16,-3 1 0-16,0-2-1 0,-1-4-12 16,2-9 0-16,3-15-21 0,3-19-25 15,0-22 10-15,2-20-25 0,4-17-15 0,0-10-40 16,2-9-67-16,5-17-34 0,0-13-82 16,0-14-200-16,-3 4-511 0,-7-45-644 0</inkml:trace>
  <inkml:trace contextRef="#ctx0" brushRef="#br0" timeOffset="16463.284">2457 5823 1527 0,'0'0'1634'0,"0"0"-1300"0,0 0-188 16,0 0 59-16,66-70 187 0,-46 59-82 16,0 7-109-16,2 1-48 0,1 3-34 15,0 4-51-15,-1 10-47 0,-2 5-21 16,-6 9-6-16,-1 10 6 0,-7 10 15 15,-6 13-15-15,0 3 0 0,-9 7-91 16,-6-5-1-16,-4-5-15 0,1-10 24 16,0-11-7-16,-1-9-48 0,2-9-95 15,-1-9-137-15,1-7-155 0,4-6-257 0,0-5-680 16,4-3 466-16,4-21 905 0</inkml:trace>
  <inkml:trace contextRef="#ctx0" brushRef="#br0" timeOffset="16712.963">2902 6004 1239 0,'0'0'1031'0,"0"0"-347"0,89-7-339 16,-60 10-78-16,0 6 96 0,-6 2-43 16,-4 4-57-16,-5 4-56 0,-7 5-44 15,-2 5-59-15,-5 5-13 0,0 4-45 16,-6 5-45-16,-4 2-1 0,-3-1-42 16,0-6-47-16,3-3 6 0,0-13 31 15,4-9 52-15,3-10 61 0,2-3-9 16,1-7-30-16,1-7-4 0,8-9-17 15,5-5-1-15,5-3 37 0,4-2-16 16,4-1-20-16,2-1-1 0,0 0-2 0,1 1-56 16,-1 0-89-16,1-1-111 0,-2 3-111 15,-2 1-215-15,-2 3-495 0,-5 10-391 16,0 0 366-16</inkml:trace>
  <inkml:trace contextRef="#ctx0" brushRef="#br0" timeOffset="17001.334">3512 6109 1638 0,'0'0'2127'15,"0"0"-1771"-15,7 94-234 0,-1-58 55 0,1 3 128 16,-2-8-26-16,4-8-114 0,0-7-74 16,2-10-36-16,0-4-18 0,4-2-13 15,1-8-24-15,4-8-18 0,2-5-58 16,0-9-55-16,-1-4-13 0,-1-3-24 16,-4 1-10-16,-2 5 26 0,-3 7 50 15,-5 6 34-15,-6 6 21 0,0 7 47 16,-11 1 28-16,-6 4 90 0,-6 0 12 0,-2 4-37 15,-2 4-4-15,0 3-13 0,1 6 13 16,3 1-24-16,7 4-10 0,0-1-9 16,6-2-27-16,4 0-19 0,6-3-64 0,0-3-59 15,2-2-61-15,8-1-29 0,4-7-88 16,2-3-236-16,6-4-135 0,-2-12-304 16,4-8 349-16,1-6-185 0,-5 7 287 15,13-10 460-15</inkml:trace>
  <inkml:trace contextRef="#ctx0" brushRef="#br0" timeOffset="17331.155">3876 6061 463 0,'0'0'202'15,"0"0"1029"-15,0 0-161 0,0 0-657 16,75 63-52-16,-61-36-39 0,-2 4-33 16,-3-2 2-16,1-1-15 0,-3-8-101 15,3-3-103-15,-1-8-72 0,-1-5-18 0,3-4-4 16,1-1 21-16,1-12-38 16,3-5-35-16,-1-5-30 0,-2-5-65 0,1 0-19 15,-7 0 37-15,-1 3 27 0,-6 3 27 16,0 4 72-16,-6 5 25 0,-7 0 44 15,-7 2 40-15,-3 5 3 0,1 5 12 16,1 1 18-16,1 6-27 0,2 7-35 0,1 5-18 16,4 5 0-16,3 1 21 0,3 4-9 15,3-3 0-15,4-3-39 0,0-5-10 16,1-2-30-16,5-7-41 0,5-6-24 16,2-2 6-16,0 0 21 0,6-7-6 15,7-6-34-15,3-3 9 0,5-4 58 16,4 1 38-16,1 2-12 0,5 1 15 15,1 1 34-15,1-1 68 0,-1 4 13 16,-2-2-47-16,-1-2-68 0,-6-1-16 16,-3 1-70-16,-4-3-94 0,-6-2-83 15,-3-3-292-15,-7 7-598 0,-7-13-866 0</inkml:trace>
  <inkml:trace contextRef="#ctx0" brushRef="#br0" timeOffset="17512.173">4387 5689 775 0,'0'0'2535'0,"0"0"-2221"0,0 0-228 0,-27 88 71 16,22-45 51-16,5 10 72 0,0 6-44 16,0 6-6-16,5 3-21 0,4 5-11 15,1 3-61-15,-1 2-34 0,2 2-51 16,-5-1-50-16,-3-2-2 0,-3-8-36 16,-1-6-46-16,-8-10 0 0,-4-3-43 15,-3-7-36-15,-3-2-66 0,-2-6-127 16,1-8-369-16,-22 2-1075 0</inkml:trace>
  <inkml:trace contextRef="#ctx0" brushRef="#br0" timeOffset="17829.659">2043 6897 1486 0,'0'0'1097'0,"0"0"-486"0,0 0-267 16,0 0-196-16,0 0 57 0,0 0 203 16,126-49-179-16,-63 43-41 0,16 0-13 15,12 6-4-15,13 0-12 0,10 0-65 16,7 4-24-16,4 3-31 0,2 1-14 16,4 3 2-16,0-1 13 0,2 0 38 0,-2 1 155 15,1-2-142-15,-3-2-85 0,-4-2-6 16,-3 0-12-16,-3 0 10 0,-7 2 0 15,-7 0-22-15,-10 0-37 0,-7 3-45 16,-10-2-15-16,-7 1-3 0,-9 0-52 16,-7-2-53-16,-9 0-175 0,-10-6-231 15,-9-1-152-15,-8 0-409 0,-8-1-190 16,-8-12 727-16</inkml:trace>
  <inkml:trace contextRef="#ctx0" brushRef="#br0" timeOffset="21047.656">7261 6269 629 0,'0'0'519'16,"0"0"712"-16,0 0-953 0,0 0-95 15,0 0 112-15,-63-78-30 0,52 65 11 16,0 2-62-16,3 1 25 0,-4 6-58 15,2-1-23-15,-1 4-13 0,-1 1-46 16,-2 0-32-16,-1 6 22 0,2 4-30 16,-2 6-23-16,0 3-14 0,3 7-19 0,3 5 24 15,4 3 7-15,5 5-22 0,0 0-12 16,2 1-8-16,5-4 8 16,3-5 0-16,-1-11-23 0,-1-4 9 0,5-9 13 15,0-7 1-15,4 0-1 0,1-8-2 16,2-9-58-16,1-5-34 0,-2-2-19 15,0-3 4-15,-4-1 5 0,0 0 46 0,-2 4 16 16,-3 3-1-16,-3 3 10 0,-1 6 16 16,-3 2 18-16,0 7 1 0,-1 3 14 15,-2 0 35-15,1 7 12 0,0 8 21 16,1 2 10-16,2 8-7 0,2 2-37 16,0-1 6-16,-2 2 4 0,3-2-20 0,3-3-8 15,-1-1-29-15,1-4-2 16,4-5-20-16,-2-6-8 0,5-1-24 0,-1-6-62 15,0 0-33-15,1-6-36 0,-1-1-53 16,-1-5-173-16,0-2-300 0,-5 4-815 0</inkml:trace>
  <inkml:trace contextRef="#ctx0" brushRef="#br0" timeOffset="21312.25">7816 6289 2398 0,'0'0'1708'0,"0"0"-1378"16,0 0-299-16,0 0 18 0,0 0 97 16,0 0 130-16,78 1-62 0,-47-6-74 0,0-2-70 15,1-2-40-15,-2 0-30 0,-1 1-1 16,-3-2-29-16,-2 3-71 0,-4 0-69 15,-4-2-51-15,-4 6-65 0,-5 0-293 0,-7 3-810 16,-1 0-769-16,-19 10 1906 0</inkml:trace>
  <inkml:trace contextRef="#ctx0" brushRef="#br0" timeOffset="21448.068">7851 6409 737 0,'0'0'1575'0,"0"0"-994"0,0 0-261 0,0 0 43 16,0 0 24-16,0 0-11 0,80 60-27 15,-52-56-73-15,1-4-123 0,1-4-98 16,1-8-55-16,-3-3-3 0,1-5-101 16,-3-4-119-16,1-2-110 0,-11 4-307 15,3-14-1275-15</inkml:trace>
  <inkml:trace contextRef="#ctx0" brushRef="#br0" timeOffset="21661.661">7991 5909 756 0,'0'0'2536'0,"0"0"-2139"16,0 0-190-16,-6 79 98 0,12-44 58 15,2 7 9-15,2 7-61 0,2 4-110 16,1 3-77-16,2 6-81 0,0 0-28 16,-2 0-15-16,3-6-79 0,-3-4-79 15,3-10-21-15,-3-6-1 0,4-13-10 16,1-6-38-16,2-10-140 0,0-7-290 15,-1-2-656-15,-2-7-558 0,3-15 1566 0</inkml:trace>
  <inkml:trace contextRef="#ctx0" brushRef="#br0" timeOffset="21927.674">8602 6347 1167 0,'0'0'1867'0,"0"0"-1230"15,0 0-392-15,13 73-68 0,-10-49 112 16,-2-4 5-16,5-5-94 0,1-6-87 15,3-4-83-15,3-5 32 0,6 0-1 0,1-11-34 16,3-7-27-16,0-5-85 0,3-5-65 16,-6-1 6-16,0-5 2 0,-4 7 28 15,-3 1 49-15,-4 2 43 0,-5 4 22 16,-4 3 24-16,-4 3 16 0,-8 2 13 16,-8 3 39-16,-6 1-30 0,-4 3-1 0,-5 3-21 15,-1 2-39-15,0 2 21 0,0 11-13 16,3 7-9-16,3 1-15 0,1 6-16 15,6-1-6-15,1 2-77 0,5-1-93 16,4 2-205-16,2 1-616 0,2-10-1151 16</inkml:trace>
  <inkml:trace contextRef="#ctx0" brushRef="#br0" timeOffset="22520.022">9948 6453 1668 0,'0'0'1716'15,"0"0"-1408"-15,0 0-195 0,0 0-3 16,0 0 82-16,0 0 85 0,0 0-57 16,17 87-17-16,-17-60-53 0,0 3-76 0,-3-4-47 15,1-1-17-15,0-5-10 0,-1-2-36 16,3-1-87-16,0-9-95 0,0-2-78 16,6-3-111-16,7-3-244 0,3-7-607 0,-1-2-418 15,17-7 1650-15</inkml:trace>
  <inkml:trace contextRef="#ctx0" brushRef="#br0" timeOffset="22863.446">10990 6264 1524 0,'0'0'2457'0,"0"0"-2066"15,-85 49-227-15,47-23 64 0,-5 10 11 16,3 5-34-16,1 6-23 0,7 0-9 15,8-3-58-15,7-4-57 0,11-11-44 0,6-8-14 16,0-6-12-16,12-9-22 0,3-6-29 16,5-4-4-16,6-8-3 0,1-7-24 15,2-7-21-15,-1-2-31 0,-1-3-25 16,-2-1-4-16,-4 1 40 0,-2 2-4 0,1 3-10 16,-4-2 44-16,-3 4 33 0,-3 2 22 15,1 4 41-15,-3 6 9 0,-3 7 78 16,1 4 37-16,1 1 15 0,-1 9 40 15,1 7-19-15,2 7-29 0,1 4-12 16,-1 9-6-16,1 3 21 0,-1-1-12 16,-1 2-28-16,2-4-21 0,-1-6-64 15,4-2-22-15,-2-7-90 0,4-8-55 16,-1-5 5-16,3-4 3 0,-2-4-50 16,2-4-140-16,-4-4-629 0,7-9-1133 0</inkml:trace>
  <inkml:trace contextRef="#ctx0" brushRef="#br0" timeOffset="23220.299">11664 6335 3584 0,'0'0'1216'0,"0"0"-1023"15,0 71-104-15,-1-43-4 0,-2 5 15 16,-6 0 113-16,2-1-73 0,-2-1-80 15,1-5-60-15,2-4-6 0,3-3-48 16,3-7-28-16,0-5-9 0,5-6-9 16,6-1 5-16,2-11 1 0,4-7 15 15,2-8-7-15,3-3-27 0,1-3 11 16,-3-4 13-16,4 3 31 0,1 2 21 16,-2 6 37-16,1 1 2 0,-2 6 35 0,0 7 34 15,-4 4 18-15,-3 6 21 0,-5 1-6 16,-2 2-9-16,-5 11 2 0,-1 4 4 15,-2 6-13-15,-2 1-3 0,-5 2-9 16,-1-1 3-16,0-2 8 0,1-1-61 16,1-4-26-16,-1-5-49 0,4-1-57 0,-1-6-55 15,4-3-70-15,0-3-86 0,4-6-335 16,8-6-807-16,-4 0-925 0,11-12 2364 0</inkml:trace>
  <inkml:trace contextRef="#ctx0" brushRef="#br0" timeOffset="23513.014">12167 6472 2760 0,'0'0'1499'0,"0"0"-1334"0,0 0-14 16,-3 83 151-16,0-54-18 0,3-4-10 15,0-4-65-15,3-9-94 0,9-4-87 16,7-6-28-16,3-2-21 0,4-10-21 16,1-7-74-16,0-6-69 0,3-1-34 15,-5-6-43-15,-1 5-48 0,-2 0-9 16,-6 5 28-16,-5 3-11 0,-2 6 100 15,-6 0 144-15,-3 6 58 0,-6-1 124 0,-8 3 97 16,-4 0 15-16,-5 3-42 16,0 0-29-16,-1 6-26 0,3 7-12 0,1 5-41 15,-1 7-13-15,3 1 1 0,1 0 6 16,1-1-10-16,5-2-70 0,1-5-25 0,2-3-118 16,2-2-63-16,1-5-29 0,5-4-70 15,0-4-233-15,5-6-482 0,1-2-964 16,7-11 1802-16</inkml:trace>
  <inkml:trace contextRef="#ctx0" brushRef="#br0" timeOffset="24149.892">12690 6078 2066 0,'0'0'1536'0,"-13"66"-1258"15,6-20-181-15,-1 9 14 0,-1 11 54 16,0 2 191-16,-1 0 0 0,3-4-23 0,3-4-108 16,4-10-92-16,0-10-57 15,10-5-46-15,5-14-30 0,0-4-18 16,6-8 17-16,2-6-17 0,2-3-19 0,0-8-60 16,-1-8-39-16,-1-3-62 15,-7-4-67-15,-2-1-165 0,-9 0-561 0,-4 6-319 16,-10-1-680-16</inkml:trace>
  <inkml:trace contextRef="#ctx0" brushRef="#br0" timeOffset="24294.532">12327 6428 1547 0,'0'0'2434'0,"0"0"-2102"16,0 0-273-16,0 0 18 0,0 0 103 16,0 0 26-16,118-13 179 0,-63 1-136 15,7-6-116-15,0 0-75 0,0-1-58 16,-3 2-15-16,-10 3-31 0,-6 3-130 15,-7 2-70-15,-7 4-69 0,-10 2-393 16,-2 3-1422-16</inkml:trace>
  <inkml:trace contextRef="#ctx0" brushRef="#br0" timeOffset="25010.295">13979 6304 1199 0,'0'0'169'0,"0"0"1127"0,0 0-901 0,0 0-28 15,0 0 19-15,0 0-18 0,0 0-128 16,0 0-27-16,0 0 20 0,-2 100-58 15,7-47-32-15,0 1 3 0,1-1-9 16,1-6-43-16,0-10-36 0,2-12-40 16,0-6-18-16,4-12-15 0,0-3-1 15,1-4-8-15,2-11-52 0,1-8-6 16,2-5-63-16,-2-7-29 0,3-2-9 16,-5-2-8-16,1 2-34 0,-2-2 21 0,-4 3 45 15,2 1 26-15,-2 3 52 0,-3 2 81 16,-4 3 0-16,1 7 53 0,-4 6 80 15,2 5 69-15,-2 5-28 0,1 6-35 0,1 7-4 16,-2 7 3-16,0 8-31 0,0 3-6 16,0 1 9-16,0 2 24 15,0 0-19-15,-2-7-60 0,1 1-55 0,1-10 0 16,0-5-70-16,0-6-76 0,0-7-9 16,3-2 8-16,4-9-30 0,2-7-79 15,3-6-241-15,0-6-651 0,4-2-580 16,-6 6 527-16</inkml:trace>
  <inkml:trace contextRef="#ctx0" brushRef="#br0" timeOffset="25297.775">14489 6269 1759 0,'0'0'1391'0,"0"0"-850"15,0 0-199-15,0 0-88 0,14 91 16 0,-14-62 7 0,0 2 1 16,-6 0 2-16,1-1-46 16,-1-7-77-16,3-4-69 0,2-6-88 15,1-4-18-15,0-7-28 0,1-2-69 16,5 0 18-16,8-11 31 0,2-6-16 0,3-4-6 15,2-3 12-15,1-4 0 0,1 2 8 16,0-2 17-16,2 4 14 0,-1 4 0 16,-1 2 22-16,-1 4 0 0,-4 7 15 15,-1 4 36-15,-3 3 53 0,-4 7 15 16,-3 5-1-16,-1 5-33 0,0 2-12 16,-5 4-1-16,0-1-5 0,-1 0-10 15,0-4-23-15,0-1-19 0,0-5-46 16,0-1-75-16,0-3-52 0,0-2-32 15,3-5-37-15,2-1-189 0,2-4-126 16,2-7-247-16,4-8-653 0,-5 5 167 16,11-12 1002-16</inkml:trace>
  <inkml:trace contextRef="#ctx0" brushRef="#br0" timeOffset="25430.577">15028 6338 1315 0,'0'0'559'0,"0"0"993"16,0 0-1143-16,0 0-182 0,0 0-25 15,23 65 6-15,-23-52 36 0,0 0-17 0,0-4-105 16,-2-3-116-16,2-3-6 0,-1-3-58 15,1 0-110-15,0-1-100 0,0-7-163 16,0-3-757-16,4-1-1357 0,9-12 2132 0</inkml:trace>
  <inkml:trace contextRef="#ctx0" brushRef="#br0" timeOffset="25786.593">15524 5825 1121 0,'0'0'2662'0,"0"0"-2275"0,0 0-235 15,0 0 59-15,0 0 66 0,-2 84-38 0,-1-48 17 16,0 7-65-16,0 3-63 0,2 5-16 16,-1 7 36-16,2 3-40 0,0-1-79 15,0 1-29-15,3-5-21 0,3-3-52 16,3-10-12-16,2-7 34 16,1-9 24-16,0-8 6 0,-1-7-37 0,-2-5-14 15,-2-7-38-15,-1 0-35 0,-1 0-44 16,-5-7-65-16,0-4-53 0,-7-1-46 15,-7 0 71-15,-8 0 49 0,-4-1 126 16,-5 0 107-16,-2-3 47 0,-4-2 29 16,0-2 15-16,2 1 13 0,3 1 22 15,10 3 52-15,6 7 8 0,9 1-7 16,7 3-65-16,0 4-86 0,15 0-25 0,6 0 74 16,12 0 100-16,10-1 28 0,5-3-80 15,6-3-53-15,2 0-32 0,1 0-40 16,-3-4-2-16,-6 1-80 0,-4 1-140 15,-4 3-47-15,-6 1-57 0,-9 2-345 16,0 3-858-16</inkml:trace>
  <inkml:trace contextRef="#ctx0" brushRef="#br0" timeOffset="27069.172">5710 7054 1163 0,'0'0'1953'16,"0"0"-1612"-16,0 0-319 0,0 0 150 0,0 0 83 15,0 0-41-15,97 31-96 0,-69-23-86 16,2 0-31-16,6-2 17 0,3 4 19 16,4-3 13-16,5-2-6 0,1 2 11 15,4-2-8-15,3 1-36 0,3 0-11 0,3-3-21 16,5 2 21-16,5 0 25 16,4-4 34-16,7 4-56 0,3-3-3 0,3 3 1 15,2 1 13-15,6 0-11 0,2 0-2 16,2 1 0-16,1 2-1 0,2-1-12 15,-2 0 12-15,2 1-1 0,-1 0-27 16,0 1 26-16,1-4 2 0,-1 0 0 16,0 3 0-16,-1-2 1 0,2 0 18 15,-2 0-18-15,1 2 0 0,0 0 2 0,-2 2-1 16,0-1-2-16,-1 1 0 0,0 1-3 16,1-1-16-16,-3-1 17 0,3 1-13 15,-2-3 12-15,1-1-16 0,1-2-24 16,-1 1 3-16,2-5-4 0,-1 1 7 15,0 0 27-15,-2-2 8 0,-1 1 4 16,-2-1 5-16,0 3-6 0,-4 1-2 16,0-2 2-16,-1 2 2 0,-2 1 22 15,0 1-25-15,2-1 12 0,-4-2-8 0,4 3-4 16,-2-2-12-16,0-2-3 0,1 3-19 16,-3-5-47-16,3 0 34 0,-2 0 35 15,-3 0 12-15,4 0 3 0,-4 0 19 16,2 0 2-16,-2 0 8 0,-2 0 11 15,2 0-15-15,0 0 18 0,0 0-24 0,-2 0 2 16,2 0-24-16,-2 0-19 0,3 0 1 16,0 0-10-16,-1 0 26 0,1 0-26 15,2-5-22-15,1 2-15 0,-1-4 12 16,0 1 25-16,3-1 28 0,0 0 0 16,-2 0 15-16,1 3 1 0,0 0 12 15,0-1 19-15,0 1-16 0,0 2 9 16,-1-3-15-16,2 2 9 0,-2-1-15 15,-1 0-17-15,2-1 0 0,-2-1-2 0,-1 2 0 16,-2-3 0-16,-4 1-16 0,-2 0 16 16,-1-1 3-16,-6 0-1 0,-4 4-2 15,0-2 2-15,-5-1 1 0,-1 0 15 16,-1 1 23-16,-4-1 2 0,-2 3-3 16,-2-1-6-16,-5 0-22 0,-1 1-10 15,-5-1-2-15,-3 3 0 0,-4-4 0 0,-8 3 0 16,-2 2-1-16,-5-4 0 0,-9 4 0 15,-1 0-11-15,-5 0-7 0,-5 0 7 16,0-2 11-16,0 2-27 0,0-1-46 16,-3-1-75-16,-6 1-136 0,-4 0-247 15,3-1-1186-15,-13-3-64 0</inkml:trace>
  <inkml:trace contextRef="#ctx0" brushRef="#br0" timeOffset="27427.443">16455 6438 414 0,'0'0'2744'0,"0"0"-2251"0,0 0-279 16,0 0-60-16,0 0-44 0,0 0-13 0,0 0 9 15,0 0-75-15,0 0-31 16,0 0-115-16,38 9-66 0,-38-5-81 0,0-2-130 15,0 1-387-15,0 2-846 0,-2-1 979 16,-5 5 283-16</inkml:trace>
  <inkml:trace contextRef="#ctx0" brushRef="#br0" timeOffset="27525.238">16427 6667 1121 0,'0'0'2174'0,"0"0"-1850"15,0 0-261-15,0 0 7 0,0 0-29 16,0 0-41-16,0 0-61 0,0 0-282 15,0 0-703-15,0 0-957 0,0 0 1671 0</inkml:trace>
  <inkml:trace contextRef="#ctx0" brushRef="#br0" timeOffset="28178.375">17760 6416 1127 0,'0'0'218'0,"0"0"1431"0,0 0-1094 15,0 0-176-15,0 0-59 0,0 0-50 16,0 0-76-16,0 0-31 0,0 0-53 16,0 0-12-16,55 3 23 0,-21-2 13 15,4-1-61-15,3 0-45 0,-1 0-25 0,3-3 0 16,-5-1-3-16,-1-3-12 0,-2-1-25 15,-5 1-91-15,0-3-79 0,-4 2-47 16,-3 2-100-16,-4 2-322 0,-9 2-622 0,-6 2-823 16,-4 0 1925-16</inkml:trace>
  <inkml:trace contextRef="#ctx0" brushRef="#br0" timeOffset="28374.235">17784 6591 2341 0,'0'0'442'15,"0"0"-73"-15,0 0 42 0,0 0-17 0,0 0-112 16,0 0-77-16,0 0-47 0,0 0 8 16,86 65 18-16,-39-64-34 0,4-1-65 15,2-1-42-15,0-11-25 0,-1-1-18 16,-5-4-2-16,-2 2-37 0,-3-3-56 16,-3-3-58-16,-4 1-71 0,-5-3-84 0,-7 4-315 15,-6-5-958-15</inkml:trace>
  <inkml:trace contextRef="#ctx0" brushRef="#br0" timeOffset="28651.414">18047 6100 235 0,'0'0'1714'0,"0"0"-1028"0,0 0-150 15,0 0 33-15,92 7-126 0,-53 5-111 16,4 1-85-16,2 3-57 0,4 3-52 15,-1 0-29-15,-1 5-48 0,-2 0-61 16,-2 1 0-16,-5 1-24 0,-5 0-31 0,-6-2 0 16,-5 1-21-16,-6 0-4 0,-8 1 4 15,-6 4 2-15,-2 2 10 0,-12 1 12 16,-8 3 28-16,-5 1 23 16,-6 2 1-16,-8-3-12 0,0-2-10 0,-4 0-30 15,-5-6-32-15,-1-3-58 0,0-2-110 16,-3-2-192-16,2-4-174 0,-2 0-494 15,14-9-461-15,-18-2 1417 0</inkml:trace>
  <inkml:trace contextRef="#ctx0" brushRef="#br0" timeOffset="29930.717">20677 6278 374 0,'0'0'258'0,"0"0"-258"16,0 0 1314-16,0 0-699 0,0 0-126 15,-3-65-100-15,-1 50-72 0,-2 3 26 16,0-1-97-16,-1 1-54 0,-1 2-22 0,0 2-54 16,-2 1-14-16,-1 3-11 0,-1 0-2 15,-3 3-19-15,0 1-43 0,-4 0-2 0,3 7-13 16,-4 7-9-16,4 3-3 0,1 4-13 16,4 6 10-16,4 1-9 0,6 6-4 15,1-2-8-15,0 3 0 0,8 1-25 16,1-4-101-16,5-1-3 0,2-3-32 15,1-5-47-15,5-4-155 0,4-5-201 16,3-8-521-16,4-6-299 0</inkml:trace>
  <inkml:trace contextRef="#ctx0" brushRef="#br0" timeOffset="30262.929">20978 6288 13 0,'0'0'1957'0,"0"0"-1306"0,0 0-114 16,0 0-44-16,0 0-166 0,0 0-54 15,-78 25-25-15,61-2-35 0,4 4-63 0,0 4-30 16,8 0-1-16,2-3-43 0,3-4-36 16,0-4-40-16,3-6-3 0,2-2 1 15,4-7-17-15,0 1 19 0,-1-6-2 16,6 0-4-16,-2-6-21 0,3-5-34 16,0-2-28-16,0-5-33 0,1-3-35 15,-3 0 6-15,0-1-6 0,-2 3 17 16,-3 0-28-16,-2 2-6 0,0 4 83 15,-3 4 91-15,-1 6 25 0,-1 2 4 16,2 1 40-16,1 1 38 0,1 10-1 16,3 2 84-16,-1 5-23 0,2 1-34 15,0 3-26-15,-1-3-21 0,1 0-12 16,-2-5-68-16,3-5-6 0,-1-2-61 16,-2-2-53-16,2-5 13 0,-1 0-38 0,1-1-47 15,1-10-139-15,-4 4-425 0,3-15-1165 0</inkml:trace>
  <inkml:trace contextRef="#ctx0" brushRef="#br0" timeOffset="30534.885">21417 6151 615 0,'0'0'88'0,"0"0"1767"15,0 0-1331-15,0 0-5 0,0 0-163 16,0 0-36-16,77 60-97 0,-57-39-93 15,2 2-69-15,1 4-5 0,0 5 54 16,-5 2-55-16,-1 2-25 0,-6-1-29 0,-5 1-1 16,-2-2 0-16,-4 1 0 0,0 0-43 15,-7-4-21-15,-1-5-22 0,0-4-56 16,-4-6-53-16,1-3-41 0,-3-7-100 16,0-1-184-16,0-5-282 0,0-5-737 15</inkml:trace>
  <inkml:trace contextRef="#ctx0" brushRef="#br0" timeOffset="30911.003">22114 6319 1714 0,'0'0'1944'0,"0"0"-1500"0,0 0-272 0,0 0 5 0,0 0 8 16,0 0-93-16,0 0-15 0,0 0 49 16,112 10 88-16,-65-10-93 0,1 0-66 15,-3 0-52-15,-5 0-3 0,-2 0-14 16,-6-6-7-16,-4 2-95 0,-6-1-43 15,-3 2-43-15,-9 3-106 0,-4 0-345 16,-6 0-715-16,-7 3-475 0</inkml:trace>
  <inkml:trace contextRef="#ctx0" brushRef="#br0" timeOffset="31077.216">22163 6478 957 0,'0'0'1732'15,"0"0"-1238"-15,0 0-194 0,0 0-44 0,0 0 55 16,0 0 20-16,0 0 3 0,0 0-64 15,0 0-72-15,113 57-52 0,-72-58-52 16,2-10-57-16,-1-5-22 0,-2 1-15 0,-3-3-52 16,-6-1-54-16,-3 0-74 15,-2-1-64-15,-10 1-200 0,-4 6-775 0,-6-10-1458 0</inkml:trace>
  <inkml:trace contextRef="#ctx0" brushRef="#br0" timeOffset="31314.363">22319 6006 1429 0,'0'0'1791'15,"0"0"-1510"-15,0 0-82 0,-3 71 116 0,8-38 53 16,1 7-19-16,2 1-61 0,-3 3-86 16,2 3-81-16,-4 2-48 0,0 4-57 15,-1-2-16-15,-2-1-34 0,3-6-72 0,-1-4-89 16,4-6-44-16,7-7-19 0,2-9-92 15,5-10-134-15,4-8 2 16,4-11-37-16,2-9-535 0,-5-1-412 0</inkml:trace>
  <inkml:trace contextRef="#ctx0" brushRef="#br0" timeOffset="31562.204">22876 6425 646 0,'0'0'2600'15,"0"0"-1992"-15,16 67-406 0,-9-42-49 16,-1 3 99-16,1-4 78 0,-1-5-49 15,0-8-86-15,2-3-134 0,4-6-18 0,5-2 2 16,2-7-11-16,3-6-34 0,1-9-12 16,0-4-61-16,0-5-21 0,-2 2 2 15,-4 1 19-15,-3 2 24 0,-5 5 28 16,-7 1 18-16,-2 6 3 0,-2-1 0 0,-12 0 39 16,-4 5 13-16,-5 1-18 0,-1 4 5 15,-1 4-8-15,0 1-28 0,2 2 9 16,0 8-12-16,3 0-36 0,0 4-4 15,2-2-9-15,4 1-9 0,2-2-37 16,3 1-24-16,1 1-56 0,5 0-97 16,2 1-200-16,1-2-529 0,0 7-754 15</inkml:trace>
  <inkml:trace contextRef="#ctx0" brushRef="#br0" timeOffset="31737.404">23555 6650 1763 0,'0'0'2295'16,"0"0"-1899"-16,0 0-291 0,0 0-74 15,-26 85 58-15,15-63 3 0,-5 0-3 16,1-1-89-16,0-4-12 0,1 1-123 0,3-5-44 16,0 3-103-16,-1-2-173 0,-2-4-644 15,3-1-791-15</inkml:trace>
  <inkml:trace contextRef="#ctx0" brushRef="#br0" timeOffset="32423.592">24565 6607 798 0,'0'0'296'0,"0"0"574"0,0 0-575 15,0 0-149-15,-18-78 54 0,13 58 54 16,1-1 32-16,0 3-2 0,-5 3-15 15,3 1-36-15,1 5-25 0,-3 1 19 16,2 4 5-16,-2 4-32 0,1 0-1 16,-3 2-68-16,-5 10-61 0,1 7-15 0,-2 3-6 15,1 8-10-15,-2 5-8 0,4 1 14 16,1-1-8-16,4-2 5 0,2-8-20 16,3-3-19-16,0-10-3 0,3-4-13 15,0-4-8-15,0-4 9 0,6 0-12 0,3-4 0 16,5-4 11-16,4-4 10 15,2-7-45-15,-3-1-31 0,3-1-10 0,-2 1 4 16,-4 0 27-16,0 2 18 16,-1 4 13-16,-4 2 2 0,1 6-5 0,-3 4-16 15,-1 2 46-15,2 3 15 0,1 9 126 16,-1 5-22-16,0 2-52 0,0 2-9 16,-1 2-16-16,0-1-17 0,-1-3-4 15,1-2-3-15,1-5-15 0,3-1-2 16,0-4-1-16,3-1-12 0,1-2-34 15,1-4-45-15,1 0-28 0,0-4-12 0,-1-2-25 16,2-1-84-16,-2-1-204 0,-4 4-594 16,1-3-911-16</inkml:trace>
  <inkml:trace contextRef="#ctx0" brushRef="#br0" timeOffset="32923.22">24266 6385 524 0,'0'0'0'15,"0"0"0"-15,0 0 487 0,0 0 50 16,0 0-115-16,0 0 3 0,0 0 49 16,0 0-32-16,0 0-115 0,0 0-78 15,0 0-32-15,-54 16-33 0,41-3-4 16,-1 4-7-16,4 7-35 0,0 7-15 16,1 6-13-16,5 7 15 0,2 3 28 0,2 2-50 15,0-2-30-15,0-4-31 0,6-7-42 16,4-6-13-16,0-6-57 15,4-7-42-15,4-6-31 0,5-9-13 16,4-3-15-16,7-16-112 0,-9 3-366 0,13-22-1042 0</inkml:trace>
  <inkml:trace contextRef="#ctx0" brushRef="#br0" timeOffset="33113.86">24947 6403 2872 0,'0'0'1201'15,"0"0"-1008"-15,0 0-44 0,0 0 145 16,0 0 6-16,34 72 11 0,-29-53-83 0,2 3-125 16,-2-3-61-16,0 1-39 0,1 3-3 15,-3-1-12-15,-3 3-15 0,0-1-70 16,0 0-46-16,-4 2-12 0,-3 0-43 16,-5-1-25-16,4-3-156 0,-4-5-281 15,2-2-584-15,-5-6-672 0</inkml:trace>
  <inkml:trace contextRef="#ctx0" brushRef="#br0" timeOffset="33331.173">25460 6420 3757 0,'0'0'1079'0,"0"0"-865"0,0 0-150 0,0 0 6 15,0 0 46-15,0 0 157 0,0 0-94 16,95 31-125-16,-70-26-52 0,0-2-2 16,2-1-1-16,0-2-111 0,-2 2-82 15,-2-2-70-15,-4 0-57 0,-5 1-370 0,-8 0-908 16,-6 8-992-16</inkml:trace>
  <inkml:trace contextRef="#ctx0" brushRef="#br0" timeOffset="33528.557">25391 6675 1580 0,'0'0'2302'0,"0"0"-1882"0,0 0-275 16,0 0 16-16,0 0-13 0,0 0 33 15,0 0 148-15,0 0-76 0,0 0-126 0,100 13-88 16,-64-16-18-16,1-3-21 0,2-4-9 16,-2 2-18-16,-1-3-88 0,-1 3-88 15,-2-3-59-15,-2 1-137 0,-11 2-657 16,4-2-965-16</inkml:trace>
  <inkml:trace contextRef="#ctx0" brushRef="#br0" timeOffset="34149.196">25723 6142 209 0,'0'0'264'0,"0"0"1517"15,0 0-1229-15,0 0-203 0,0 0-46 16,-25 68-37-16,22-39 2 0,2 1-5 0,1 4-52 16,0 5-32-16,0-2-37 0,0 6-23 15,0 2-21-15,0 2-25 0,0 3-24 16,0 2-18-16,0-1-31 0,-3-2 0 16,0-4-40-16,2-5-100 15,1-5-63-15,0-4-71 0,3-4-108 0,5-7-275 16,1-3-705-16,-3-6-445 0,5-3 1635 0</inkml:trace>
  <inkml:trace contextRef="#ctx0" brushRef="#br0" timeOffset="35212.274">26492 6057 235 0,'0'0'199'0,"0"0"-53"0,0 0 1176 0,0 0-774 16,0 0-106-16,0 0-74 0,0 0-3 16,0 0-75-16,0 0-29 0,0 0-28 15,0 0-63-15,0 0 37 16,15 50 4-16,-11-16-77 0,-3 6-30 0,-1 7-13 0,0 1-12 16,-3 5 0-16,-8 3-21 0,-2 6-37 15,-7 4-20-15,-5 5-1 0,-4 1-21 16,-2-6-3-16,2-4 2 15,4-11-5-15,5-14-49 0,7-12-6 0,7-12-9 16,6-9-56-16,0-4-76 0,0-5-85 16,8-10-297-16,2-12-485 0,-3 7-742 15,6-27 1046-15</inkml:trace>
  <inkml:trace contextRef="#ctx0" brushRef="#br0" timeOffset="35578.536">26511 6127 1494 0,'0'0'1094'15,"0"0"-366"-15,0 0-429 0,0 0-123 16,0 0 167-16,72-71 2 0,-49 61-92 16,3 0-84-16,4 3-59 15,3 1-36-15,3 3-29 0,-1 3-20 0,-2 0-7 16,-5 5-18-16,-2 5 0 0,-6 5 3 16,-7 3 31-16,-5 5-22 0,-3 5 5 0,-5 3-16 15,-7 5-2-15,-10 2-37 0,-4 2-29 16,-3-2-15-16,-4-4 2 0,-1-3 19 15,5-6 18-15,-4-1 0 0,5-5 10 16,0-3 8-16,7-4 10 0,1-5 14 16,4 0-11-16,4-3 12 0,2-3 0 15,2 1-1-15,1 0-20 0,2-2-10 16,0 0-6-16,0 6 25 0,3 0 12 16,6 5 0-16,2 3 68 0,2 4-22 0,6 4-9 15,2 3-19-15,7 0 10 0,1 2 54 16,4 0-45-16,4-2 0 0,5-2 6 15,3-3-10-15,4-2-2 0,3-2-13 0,2-3-18 16,-1-4-1-16,-2-2-17 16,0-2-1-16,-4-3-17 0,-4-1-99 0,-4 0-95 15,-3-1-113-15,-13 0-679 16,3 0-1798-16</inkml:trace>
  <inkml:trace contextRef="#ctx0" brushRef="#br0" timeOffset="35763.064">28049 6823 3874 0,'0'0'1314'0,"0"0"-1004"16,0 0-155-16,0 0-76 0,0 0-40 16,0 0 0-16,0 0-39 0,0 0-54 15,0 0-104-15,0 0-97 0,0 0-224 0,-43-4-1090 0</inkml:trace>
  <inkml:trace contextRef="#ctx0" brushRef="#br0" timeOffset="38411.755">4594 8767 665 0,'0'0'2797'0,"0"0"-2317"0,0 0-272 16,0 0-65-16,0 0 111 0,0 0-10 16,0 0-85-16,0 0-43 0,0 0-27 15,56 9 69-15,-14-4 30 0,10 1-88 0,4 0-48 16,3-3-10-16,0-2-21 0,0-1-21 16,-5 0-12-16,-4-6 11 0,-1-4-2 15,-6-3-9-15,-7 0-27 0,-4-1-64 16,-6-2-28-16,-9 4-42 0,-5 4-50 15,-9 3-99-15,-3 4-260 0,-9 1-450 16,-4 2-492-16,-19 10 95 0</inkml:trace>
  <inkml:trace contextRef="#ctx0" brushRef="#br0" timeOffset="38607.053">4706 8925 1140 0,'0'0'1991'0,"0"0"-1679"16,0 0-226-16,0 0-10 0,0 0 164 0,0 0 34 0,0 0 49 15,74 14-82-15,-35-10-93 0,7 0-53 16,-1-2-19-16,-1-2-15 0,0-2-49 16,-3-4-12-16,-3-5-2 0,-4-1-16 15,-5 0-40-15,-2-6-61 0,-1-1-23 16,-7-5-39-16,1-2-148 0,-8 4-395 16,-6-8-1126-16</inkml:trace>
  <inkml:trace contextRef="#ctx0" brushRef="#br0" timeOffset="38879.397">5015 8384 2153 0,'0'0'521'0,"0"0"-155"0,0 0 62 16,96 28-90-16,-63-16-61 0,4 1-30 15,0 1-31-15,3 2-77 0,-2-2-44 16,-1 2-33-16,-2-4-38 0,-3 5-24 15,-5-1-2-15,-6-1-38 0,-3 7-82 16,-5 0 11-16,-9 6 33 0,-4 6 29 16,-1 4-19-16,-15 7-16 0,-3 5-22 15,-4 1-19-15,-4 1 21 0,-5 0 60 16,0-2-12-16,-2-1-36 0,-5 0-66 0,-4-2-118 16,-1 1-124-16,-5-2-86 0,3-2-211 15,10-13-645-15,-14 9 934 0</inkml:trace>
  <inkml:trace contextRef="#ctx0" brushRef="#br0" timeOffset="40032.307">6640 8483 274 0,'0'0'2742'0,"0"0"-2302"16,0 0-177-16,0 0-21 0,0 0-50 16,0 0-8-16,0 0-48 0,0 0 6 15,77-11 40-15,-44 7-38 0,3 0-62 16,3-1-20-16,1-1-32 0,1 0-28 16,2-4 16-16,-3 2-18 0,1-1-2 0,-4 2 0 15,0-1-13-15,-6 2 13 0,-8 1-22 16,-3 5-13-16,-4 0-30 0,-8 5 12 15,0 6 3-15,-5 7 18 0,-2 5-6 16,-1 7-3-16,0 6 15 0,-4 4 18 16,-4 9 10-16,2 3 11 0,0 3-11 15,0 6-1-15,0-4 1 0,0 0-2 0,0 4 2 16,-2-4 0-16,2-1-1 0,0-6 1 16,-1-5 13-16,4-10-13 0,-1-9-4 15,0-7-39-15,1-7-46 0,1-5 0 16,2-5-23-16,-3-2-37 0,2 0-89 15,-4-7-178-15,3 0-340 16,-10-13-761-16</inkml:trace>
  <inkml:trace contextRef="#ctx0" brushRef="#br0" timeOffset="40224.459">6797 8911 2632 0,'0'0'536'0,"0"0"-344"0,0 0-62 0,0 0 19 15,0 0-4-15,0 0-22 0,0 0-48 16,0 0-9-16,0 0-40 0,0 0-23 16,94 20-6-16,-72-20-3 0,1 0-146 15,-2 0-97-15,-3 0-84 0,-2 6-112 16,-6 4-301-16,-6 3-586 0</inkml:trace>
  <inkml:trace contextRef="#ctx0" brushRef="#br0" timeOffset="40392.49">6829 9288 1463 0,'0'0'1042'16,"0"0"-646"-16,0 0-146 0,0 0-17 16,0 0 87-16,0 0-87 0,0 0-63 0,0 0-42 0,0 0-13 15,0 0 191-15,0 0-75 16,62 44-38-16,-19-56-53 0,5-5-82 16,1-1-56-16,0-1-2 0,-3 2-19 0,0 0-35 15,-2 3-151-15,-3 3-28 0,1 4-60 16,-3 3-275-16,-9 3-535 0,1 1-878 15</inkml:trace>
  <inkml:trace contextRef="#ctx0" brushRef="#br0" timeOffset="45231.252">8570 8600 1125 0,'0'0'1957'15,"0"0"-1638"-15,0 0-122 0,0 0-39 16,0 0 87-16,0 0 34 0,0 0-53 16,0 0 18-16,0 0-69 0,0 0-62 15,91-12-61-15,-74 12-19 0,-2 8-5 16,-4 2 2-16,-2 4-5 0,-3 7-25 0,-5 1-3 16,-1 8 0-16,0 2-12 0,-7 3 3 15,-2 1-34-15,-4-1-42 0,3-2-19 16,0-3 18-16,0-8 18 0,4-7 31 15,3-5 31-15,0-8 9 0,3-2 2 0,0-4 8 16,0-6-10-16,8-7-21 16,0-3-7-16,7-8 25 0,2-3 2 0,5-1-14 15,0-1 12-15,4 2-13 16,-2 1 4-16,0 7 9 0,-1 4 3 0,-1 5 21 16,-5 6 16-16,-1 6 12 0,-6 2-36 15,0 0-13-15,-4 6 1 0,-2 5 12 16,-3 7 2-16,-1 2 19 0,0 3-12 15,0 1-4-15,0 0-2 0,-1-4-16 16,0-3-3-16,-1-5-15 0,2-6 15 16,0-4-11-16,0-2 14 0,3-3 15 15,4-8 0-15,1-3 0 0,0-6-15 0,4-1-1 16,-2 1-21-16,3 2-2 0,-2 2-4 16,-2 8 10-16,2 2-4 0,1 6 1 15,-2 1 21-15,3 11 28 0,-3 5 15 16,-1 4 16-16,-1 4-32 0,-3 3 22 15,-1 0 6-15,-1-1-27 0,0 1-4 16,1-3-15-16,-1-3-9 0,-1-2-27 0,2-5-22 16,0-5-67-16,0-4-17 0,4-3-33 15,2-3-41-15,4-4-162 0,2-6-196 16,6-5-204-16,2-3-484 0,-5 2 184 16,17-8 854-16</inkml:trace>
  <inkml:trace contextRef="#ctx0" brushRef="#br0" timeOffset="45555.17">9560 8651 1327 0,'0'0'1053'0,"0"0"-463"0,0 0-210 0,0 0-34 16,0 0-29-16,-88 9 15 0,59 7-41 15,0 9-54-15,2 5-20 0,1 1-65 16,5 0-33-16,5 0-22 0,4-4-18 0,8-2-34 16,3-4-36-16,1-6-9 15,2-6-39-15,10-4-13 0,-1-3 19 0,8-2 18 16,0-10-46-16,4-2-12 0,0-6-15 15,-1 1 6-15,-1-3-22 0,-1 1 9 16,-1 1 0-16,0 1 9 16,-3 3 12-16,-3 3 0 0,-3 2 35 0,0 2 39 15,-4 6 1-15,-5 1 43 0,0 0 42 0,1 0 6 16,-2 2-18-16,1 4-7 16,1 3 25-16,-1 0 8 0,-1 3-17 15,0 2-25-15,0-2-22 0,0-2-19 0,0 1-17 16,0-4-24-16,0 0-46 0,0-4-98 15,0 2-37-15,2-4-13 0,-1-1-244 16,1 0-320-16,1 0-592 0,-2-4-377 16,5-5 1617-16</inkml:trace>
  <inkml:trace contextRef="#ctx0" brushRef="#br0" timeOffset="45717.854">9797 8641 825 0,'0'0'2138'16,"0"0"-1808"-16,0 0-60 0,0 0 118 0,0 0 0 15,86 72 1-15,-70-46-116 0,3 3-26 16,-2 0-104-16,-1 0-55 0,-1-4-71 16,-1-1-17-16,1-4-42 0,-2-2-101 15,-1-1-73-15,2-6-38 0,2-3-69 16,1-8-289-16,-5 0-679 0,7-10-753 0</inkml:trace>
  <inkml:trace contextRef="#ctx0" brushRef="#br0" timeOffset="45906.376">10232 8628 39 0,'0'0'2700'0,"0"0"-1903"0,0 0-510 15,0 0-95-15,0 0 102 0,0 0 18 0,-77 77-4 16,57-50-73-16,0 3-77 0,3-2-58 16,-2-1-51-16,2 0-22 0,-2-2-27 15,4-1-21-15,0-4-79 0,2 1-31 16,3-6-58-16,1-3-50 0,6-5-124 15,3-5-282-15,0-2-486 0,3-9-338 0,4 1 311 16</inkml:trace>
  <inkml:trace contextRef="#ctx0" brushRef="#br0" timeOffset="46077.85">10403 8682 1835 0,'0'0'1196'0,"0"0"-855"0,0 0-87 16,0 0 43-16,0 0 60 0,12 90 17 15,-21-59-73-15,0 1-84 0,-3 1-98 16,1-6-81-16,3 0-38 0,-2-3-30 0,2-5-113 16,1-2-83-16,1-6-69 15,-1-4-158-15,5-6-610 0,-3-2-863 0</inkml:trace>
  <inkml:trace contextRef="#ctx0" brushRef="#br0" timeOffset="46248.133">10542 8507 2816 0,'0'0'1216'0,"0"0"-1149"0,0 0 129 16,0 0 52-16,0 0-90 0,0 0-60 15,0 0-65-15,0 0-33 0,82-10-22 16,-72 10-138-16,3 2-112 0,-2 2-109 16,1 2-245-16,-4 1-718 0</inkml:trace>
  <inkml:trace contextRef="#ctx0" brushRef="#br0" timeOffset="46613.293">10761 8701 1360 0,'0'0'1550'0,"0"0"-871"0,-6 80-432 0,0-52-119 0,0 3 61 16,0-3 60-16,1-8-8 0,4-5-72 15,1-7-117-15,1-6-27 0,7-2 2 16,4 0-25-16,7-9-2 0,3-7-23 0,6-9-63 16,3-5-40-16,2 1-28 0,-3 1 18 15,2 6 24-15,-6 5 28 0,-5 5 28 16,-4 11 21-16,-2 1 35 0,-5 0 47 15,-2 7 53-15,0 5 49 0,-4 0-10 16,-1 2-28-16,1 3-18 0,-2 1-11 16,-1 0 17-16,1 0 8 0,-1-1 79 15,3 1-37-15,-2-1-46 0,-1-3-48 16,2-2-28-16,0 0-9 0,0-5 6 16,0-2-23-16,0-1-1 0,1-3-18 0,2-1-30 15,2 0-22-15,4-3-6 0,4-4 3 16,1-4-6-16,2 1-3 0,-2-2 8 15,-1 2 13-15,-3 4 15 0,-2 0 4 0,-2 5 21 16,1 0 21-16,-4 1 37 16,4-4-6-16,-1 2-7 0,-1-4-24 0,5-8 0 15,0-2-116-15,2-8-72 0,2-3-102 16,2-5-207-16,-2-3-191 0,3-4-83 16,-1-7-47-16,-5 11 69 0,3-27 6 15</inkml:trace>
  <inkml:trace contextRef="#ctx0" brushRef="#br0" timeOffset="46783.127">11477 8256 101 0,'0'0'727'0,"0"0"696"15,3-74-806-15,0 60-35 0,-1 3-171 16,3 5-103-16,-2 4-72 0,-2 2-57 0,2 0-55 16,0 5-32-16,3 8-25 0,-1 5 86 15,0 10 27-15,-1 8-58 0,1 8-15 16,-5 7-7-16,0 9 6 0,-3 3-25 16,-8 3-50-16,-3 2-31 0,0-1-67 15,-2-7-33-15,6-7-30 0,2-8-4 16,4-7-30-16,4-7-47 0,0-4-38 0,4-6-81 15,4-6-234-15,-2-5-557 16,2-10-766-16</inkml:trace>
  <inkml:trace contextRef="#ctx0" brushRef="#br0" timeOffset="47304.213">12249 8825 267 0,'0'0'2480'0,"0"0"-1993"16,0 0-137-16,0 0 10 0,59 75-53 16,-51-43-16-16,-4 4-47 0,-4-1-88 15,0 1-83-15,-2-1-42 0,-2-9-19 0,-2-4-12 16,2-6-15-16,-3-5-37 15,6-7-58-15,-2-4-16 0,0-3-62 0,0-12-78 0,0-8-337 16,0-7-746-16,0 4-903 0,2-18 2157 16</inkml:trace>
  <inkml:trace contextRef="#ctx0" brushRef="#br0" timeOffset="47459.833">12293 8568 912 0,'0'0'2420'16,"0"0"-2141"-16,0 0-36 0,0 0 168 15,0 0-119-15,77 31-80 0,-58-19-25 16,3-2-104-16,2-1-83 0,2-1-16 16,3-2-100-16,-1 1-62 0,0-1-106 0,4 2-175 15,-2 2-735-15,-5-3-1122 16</inkml:trace>
  <inkml:trace contextRef="#ctx0" brushRef="#br0" timeOffset="47835.38">12862 8805 620 0,'0'0'2935'16,"0"0"-2554"-16,0 0-214 0,-84 45 110 0,55-21-8 16,1 5-20-16,0 6 17 0,5 3-59 15,3 2-58-15,3-1-37 0,7-4 6 16,5-7-61-16,5-5-56 0,0-5-1 16,9-6-36-16,3-5-3 0,5-4 2 15,3-3 22-15,3-12-30 0,3-10-31 16,3-4-54-16,0-10 2 0,-1-5-12 15,3 0-4-15,-4-2 13 0,3-5-7 0,0-1-13 16,1-7 30-16,-1-4 0 16,-3-5-143-16,-3-6 103 0,-4 3 67 15,-5 1 94-15,-6 9 31 0,-2 3 117 0,-1 14 37 16,1 7-8-16,-4 12-10 0,0 10-6 16,0 7 26-16,-2 5-28 0,-1 0-28 0,0 8-52 15,0 9-36-15,-4 10 0 16,0 13 17-16,-5 7 22 0,2 8 112 0,1 2-79 15,0 3-58-15,-2 1-57 0,1 0-19 16,1 0-29-16,0-8-79 0,3-4-49 16,3-7-24-16,0-10-29 0,6-7-99 15,6-9-285-15,5-13-591 0,2-3-163 16,2-12-154-16,-4-1 1497 0</inkml:trace>
  <inkml:trace contextRef="#ctx0" brushRef="#br0" timeOffset="48379.032">13300 8876 284 0,'0'0'2980'0,"0"0"-2428"15,0 0-291-15,0 0-86 0,0 0-39 0,29 75 13 16,-23-68 39-16,2-4-56 0,5-3-67 16,2-1-29-16,5-10-36 0,4-6-30 15,1-3-44-15,2-5-33 0,-2 0-13 16,-2 1 12-16,-4 2 36 0,-5 5 35 0,-4 5-3 16,-6 6 40-16,-2 3 15 0,-2 3 29 15,-3 0 42-15,-6 7-11 0,-1 5 32 16,-4 7-42-16,2 5-7 0,-1 4 7 15,0 1 30-15,1-1 15 0,1 0 103 16,5-3-67-16,-1-4-58 16,4-7-43-16,3-3-42 0,0-4-3 0,2-6-2 15,6-1 1-15,3 0-20 0,4-3-24 16,4-7-34-16,1-4-46 0,3-3-36 16,0-1 5-16,1-1-19 0,-1 5-18 0,-2 3 17 15,-1 4 20-15,-4 6 22 0,-2 1 53 16,-3 3 81-16,-4 5 106 0,-3 2 109 15,-1 0-8-15,0-2-47 0,0 0-34 16,-3-4-50-16,1-2-42 0,3-2-32 16,1 0-2-16,2-9 1 0,3-4-2 15,7-8-62-15,-1-7-69 0,5-1-22 16,0-4 12-16,3-6 34 0,-2-1-4 0,3-6-18 16,-1-4-28-16,-1-3-62 0,-4-1 94 15,1-1 98-15,-4 7 28 0,-2 5 135 16,0 9 51-16,-2 9 3 0,-3 9-30 15,-2 9-26-15,-2 4-12 0,-1 3-26 16,-4 9-15-16,0 8 52 0,0 11-9 0,-6 6-56 16,-1 6 18-16,-2 4 19 0,0 3 106 15,0 6-110-15,-2 1-55 0,1 1-45 16,0-1-20-16,2-4-92 0,2-1-67 16,4-2 2-16,2-7 39 0,0-7-18 15,6-5-22-15,4-9-147 0,-4-7-385 16,4-6-1126-16</inkml:trace>
  <inkml:trace contextRef="#ctx0" brushRef="#br0" timeOffset="49582.472">15656 8611 153 0,'0'0'590'16,"0"0"1189"-16,0 0-1245 0,0 0-65 15,0 0-71-15,0 0-72 0,0 74-75 16,0-42-47-16,3 4-45 0,1 6-15 16,1 8-34-16,-1 4-31 0,0 8-24 15,-2 5-27-15,-2 4-13 0,0 1-15 16,0 0-17-16,0-5-5 0,0-3-14 15,0-12-31-15,0-4 12 0,1-11-12 0,1-6-10 16,-1-11-9-16,2-3-15 0,0-6-13 16,-1-5-40-16,0-5-100 0,1-1-161 15,-2-7-216-15,2-5-353 0,0-1-554 16,-1-15 1235-16</inkml:trace>
  <inkml:trace contextRef="#ctx0" brushRef="#br0" timeOffset="49868.752">15702 8676 915 0,'0'0'544'0,"0"0"410"16,0 0-647-16,0 0-53 0,0 0 107 16,45-65-28-16,-26 60-77 0,2 5-46 0,1 0-51 15,1 4-53-15,0 4-26 0,-4 3-12 16,-2 1-6-16,-4 0-9 0,-3 4 5 15,-4 0-9-15,-5 4 16 0,-1 0-13 16,-1 4-25-16,-8 1-8 0,-4-3-17 16,-1 3-2-16,-3-3 0 0,-1-2-22 15,0-2-45-15,-1-4-19 0,0-1-31 16,-2-3-40-16,-1-3-57 0,2-2-62 16,-2-5-86-16,2 0-240 0,0-4-627 0,4-3-286 15,-8-8 1228-15</inkml:trace>
  <inkml:trace contextRef="#ctx0" brushRef="#br0" timeOffset="50144.872">15407 8420 114 0,'0'0'333'0,"0"0"1501"0,0 0-1344 16,0 0-181-16,0 0-57 0,-54 71-33 15,43-43-38-15,4 6-5 0,2 4 4 0,1 3-46 16,4 5-7-16,0 1-40 0,0 3-60 16,4 0-27-16,4-4-19 0,3-4-77 15,2-4-78-15,3-7-84 0,4-12-54 16,2-4-95-16,0-11-274 0,-2-3-592 15,10-9 50-15</inkml:trace>
  <inkml:trace contextRef="#ctx0" brushRef="#br0" timeOffset="50420.725">16322 8482 1562 0,'0'0'1014'0,"0"0"-493"0,0 0-47 16,0 0-114-16,0 0-18 0,42 67-42 0,-32-50-69 15,-3 4-78-15,0 3-67 0,1 0-53 16,-3 4 4-16,-1 2-25 0,-1 2-11 16,-3 0 2-16,-4 4-3 0,-6-3-25 15,-6 3 1-15,-2-3-19 0,-1 1-40 0,-3-5-12 16,-1-3 0-16,-1-2-25 0,-1-3-22 15,-4-3-66-15,0-2-196 0,-1-3-557 16,-2-2-722-16</inkml:trace>
  <inkml:trace contextRef="#ctx0" brushRef="#br0" timeOffset="70604.114">18023 8688 235 0,'0'0'561'0,"0"0"722"0,0 0-817 16,0 0-41-16,0 0-10 0,0 0-66 15,0 0-91-15,76-66-23 0,-75 66 7 0,-1 0-10 16,0 0-45-16,-1 4-50 0,-6 0-27 16,-2 5 21-16,-4 3-61 0,-6 3-55 15,-1 8-15-15,-3 1-19 0,-3 6-8 16,2 1-10-16,-1-2 7 0,5-3-19 15,1 1-39-15,2-7 24 0,7-3 15 0,3-4 9 16,5-4 9-16,2-2-5 0,0-1-10 16,5 0 12-16,6 1 34 0,6 1 40 15,3-3-28-15,2 2-11 0,1 0 11 16,0-4-12-16,-2 2 1 0,-1-2-2 16,-2 2 2-16,-6 0 18 0,0 2 27 15,-4 0-22-15,-4 3 7 0,-4 1-4 0,0 2 1 16,0 1 7-16,-8 3-33 0,-2 0-2 15,-2-2 21-15,-1-1-21 0,2-2-21 16,1-3-25-16,-2-3-34 0,2-1-27 16,1-4 2-16,2-1-5 0,0 0-11 15,3-1-40-15,1-5-113 0,3-5-85 16,0-1-194-16,3-6-546 0,8-6-138 16,-2 5 673-16,14-11 460 0</inkml:trace>
  <inkml:trace contextRef="#ctx0" brushRef="#br0" timeOffset="70921.758">18351 8781 1611 0,'0'0'406'16,"0"0"257"-16,0 0-245 0,0 0-10 15,0 0-16-15,0 0-57 0,-23 88-28 0,14-58-82 16,-2-1-65-16,5-1-75 0,0 0-85 16,2-4-1-16,3 0-39 0,1-6-15 15,0-5-40-15,5-8-61 0,7-4-17 16,2-2-10-16,5-10-1 0,0-3-24 15,2-9-53-15,-2-3 10 0,-2-2 21 16,1 0 141-16,-5 1 89 0,-2 3 22 16,-1 3 39-16,-2 4 67 0,-3 6 88 15,-2 2-16-15,0 6-11 0,-3 3 18 16,0 0-13-16,0 9-24 0,0 3 28 16,0 7-45-16,0 3-27 0,0 2-19 0,2 3 3 15,3-3-7-15,2 0-63 16,2-4-40-16,1-2-73 0,3-2-119 0,2-1 11 15,5-3-52-15,4-5-114 0,2-4-265 16,-5-3-618-16,13-8-758 0</inkml:trace>
  <inkml:trace contextRef="#ctx0" brushRef="#br0" timeOffset="71130.073">18975 8803 1170 0,'0'0'1968'0,"0"0"-1706"16,0 0-24-16,-88 30 133 0,61-6-17 15,4 7-36-15,3 5-45 0,3 0-74 0,9 4-62 16,5-4-43-16,3-4-36 0,3-3-58 16,8-7-25-16,4-6-29 0,5-6-1 15,4-10-21-15,4-4-9 0,1-11-41 16,4-8-33-16,0-6-50 16,2-7-84-16,-4-2-130 0,0-4-219 0,-1-4-379 15,-2-3-136-15,-1-4 40 0,-5 14 1117 16</inkml:trace>
  <inkml:trace contextRef="#ctx0" brushRef="#br0" timeOffset="71480.057">19308 8329 163 0,'0'0'1229'0,"0"0"222"16,0 0-897-16,0 0-121 0,0 0-62 15,0 0-24-15,0 0-152 0,0 0-66 16,0 0-7-16,-35 91-3 0,28-52-12 16,2 3-13-16,0 6-48 0,2 3-46 15,-1 7-25-15,0 3 22 0,-1-4-61 16,2-5-42-16,3-8 33 0,0-10-10 0,0-12 16 15,5-9 6-15,3-8-16 0,-2-4-12 16,4-1-16-16,0-5-3 0,1-7-7 16,3-6 4-16,0-2 8 0,3-4-10 15,-2 0 0-15,2 1 59 0,-4 5 52 16,2 2 2-16,-4 8 25 0,-3 5-6 16,1 3 123-16,-3 3 14 0,-1 9-25 0,-1 4 8 15,-1 3-9-15,-2 6-23 16,2 0-33-16,-3 2-3 0,3-1-4 15,1-4-15-15,1-2 3 0,-3-3-24 0,4-5-31 16,-1-5 0-16,-1-2-28 0,0-4 1 16,2-1-4-16,-2 0-33 0,4-1-19 15,0-6-31-15,2-2-30 0,2 0-73 16,-2 0-50-16,1 0-355 0,-2 1-453 16,-3 4-468-16,-2-2 919 0</inkml:trace>
  <inkml:trace contextRef="#ctx0" brushRef="#br0" timeOffset="71805.765">20084 8804 992 0,'0'0'2906'0,"0"0"-2502"0,0 0-237 16,0 0-111-16,0 0 67 0,0 0 175 0,0 0 29 15,116 33-36-15,-64-24-133 0,4-1-71 16,4-3-51-16,1-5-21 0,0 0-15 15,-3-8-28-15,-4-8-56 0,-1-6-86 0,-3-6-70 16,-3-3-64-16,-4-4-209 16,-14 7-772-16,-1-14-1205 0</inkml:trace>
  <inkml:trace contextRef="#ctx0" brushRef="#br0" timeOffset="71994.637">20455 8374 646 0,'0'0'2775'0,"0"0"-2373"0,-31 97-153 16,26-46 127-16,-2 15 10 0,1 6 8 16,1 6-72-16,0 2-119 0,2-4-138 0,3-8-65 15,0-11-33-15,3-14-34 0,13-15-42 16,4-14-30-16,8-14 42 0,10-5-40 16,4-20-74-16,3-13-172 0,4-11-280 15,-13 9-912-15,16-31-662 0</inkml:trace>
  <inkml:trace contextRef="#ctx0" brushRef="#br0" timeOffset="72678.195">21026 8061 2176 0,'0'0'1974'0,"0"0"-1753"0,-26 75-109 16,13-28 54-16,-3 14 153 0,-2 6 50 16,2 8-20-16,0 1-113 0,3 0-94 15,-1-2-76-15,3-4-66 0,3-5-30 16,3-11-57-16,4-11-19 0,1-11 12 15,10-13 13-15,6-8-13 0,6-9 9 0,5-3-52 16,3-13-69-16,3-7-23 0,0-5-103 16,1-2-58-16,-3 0-96 0,0 4 118 15,-3 4 110-15,-5 9 258 0,-3 5 35 16,-5 6 185-16,-5 2 62 0,-3 10 14 16,-3 1 20-16,-4 7 0 0,0 4-94 15,0 2-39-15,0-3-21 0,-2-3-22 0,2-2-67 16,0-8-73-16,4-4-16 0,5-3-24 15,3-3 7-15,3-2-16 0,4-8-21 16,1-4-24-16,4-4-22 0,-1-3-19 16,0-1-25-16,-1-2-47 0,-2 1-19 15,2-2 22-15,-5-2 44 0,-1 1 68 16,-3-3 61-16,-3-1 31 0,0 1 21 16,-3-2-19-16,-1-1 27 0,2-4-29 15,-1 0-37-15,1-4-52 0,1 2-15 0,2-4-169 16,2 6 196-16,-1 2 77 0,4 4 19 15,-5 5 70-15,4 6 55 0,-5 7 27 16,-1 3 24-16,0 6 29 0,-3 3-52 16,-1 7-45-16,-1 9 3 0,0 4 9 15,-1 11-44-15,0 5-27 0,-3 5-31 16,4 6 24-16,-2 1 25 0,2 2-10 16,3 4 28-16,1 6-7 0,3 0-63 0,1 4 48 15,-1-7-36-15,-1-7-46 0,0-10-2 16,-2-7 1-16,1-9-2 0,0-6-12 15,-1-4-30-15,-1-6-68 0,-2-3-6 0,-5-2-15 16,0-3-74-16,-7 0-5 16,-6-8-25-16,-4-2 4 0,-5-4 77 0,-2-5 43 15,-4-4 33-15,0-3 11 16,0-3 35-16,2-1 35 0,7 5 111 0,5 3 96 16,11 6-37-16,3 6 2 0,13 2-39 15,8 0 43-15,4 0 61 0,9 1-50 16,3-5-90-16,6 0-60 0,3 1-37 15,3-3-54-15,-1 1-59 0,1 1-68 16,-3 1-154-16,-12 2-318 0,11-2-1347 0</inkml:trace>
  <inkml:trace contextRef="#ctx0" brushRef="#br0" timeOffset="73167.458">23796 8394 1413 0,'0'0'1286'0,"0"0"-942"16,0 0-66-16,0 0-46 0,0 0 113 0,0 0-29 15,-87 50-2-15,70-20-52 0,6 8-63 16,-4 7-40-16,7 2 5 0,2 5-12 16,1-1-55-16,5-4-18 0,0-8-67 15,0-8-12-15,6-9-18 0,6-6-58 16,2-9 0-16,2-2-30 0,4-5-40 15,5-11-62-15,2-6-70 0,3-7-149 16,2-8-311-16,-8 4-781 0,9-15-407 0</inkml:trace>
  <inkml:trace contextRef="#ctx0" brushRef="#br0" timeOffset="73356.525">24140 8509 977 0,'0'0'2169'0,"0"0"-1499"0,0 0-340 15,18 71-75-15,-17-35 75 0,-1 6-57 16,0 7 38-16,-6 7-47 0,1 7-73 0,-3 6-52 15,-1 8-33-15,1 7-28 0,-1 1-3 16,-1 0-57-16,0-4-18 0,4-7-72 16,4-11-36-16,0-11-22 0,2-11-12 15,2-10 21-15,3-12-1 0,4-9-17 16,0-10-111-16,-1-7-139 0,3-12-194 16,-2-9-213-16,-1 3-538 0,-3-25-243 15</inkml:trace>
  <inkml:trace contextRef="#ctx0" brushRef="#br0" timeOffset="73597.861">24044 8634 1011 0,'0'0'2011'0,"0"0"-1787"0,0 0-144 16,0 0 145-16,81-46 69 0,-50 38 42 0,6 2-81 16,1 0-76-16,1 6-80 15,-3 0 2-15,-3 11-21 0,-5 3-46 0,-8 8-34 16,-9 2-16-16,-6 7 16 0,-5 4-18 15,-8 3-25-15,-9 0-15 0,-8 2-34 0,-3-4 45 16,-3-5-8-16,1-7 5 0,4-7-42 16,2-11-32-16,6-6-32 0,3-6-177 15,6-12-288-15,5-5-648 0,1 1-241 16,3-22 1314-16</inkml:trace>
  <inkml:trace contextRef="#ctx0" brushRef="#br0" timeOffset="73773.664">24565 8447 1284 0,'0'0'1872'16,"0"0"-1534"-16,77 32-113 0,-50-14 80 16,1 2-29-16,-3 3 15 0,-3 1-58 15,-3 5-82-15,-3-1-66 0,-5 2-24 16,-8 3-33-16,-3 1-28 0,-3 2-17 0,-12 0-13 16,-4 0-34-16,-6-3-4 0,-1 0 13 15,0-7-58-15,-1-2-16 0,2-8-22 16,1-3-7-16,-1-6-48 0,4-7-313 15,2-2-749-15,5-5-577 0,1-19 1428 0</inkml:trace>
  <inkml:trace contextRef="#ctx0" brushRef="#br0" timeOffset="74278.906">25717 8538 1482 0,'0'0'2006'15,"0"0"-1636"-15,0 0-220 0,0 0 104 16,0 0 59-16,0 0-36 0,92 9-2 16,-57-6-95-16,2 3-86 0,8-1 0 15,0 2-9-15,1 0 12 0,-2 2-36 16,-1 1-43-16,-4 3-18 0,-7 1-1 15,-4 0-1-15,-12 2-28 0,-4 3-13 16,-9 0 26-16,-3 2 16 0,-9 0-1 0,-8 1-10 16,-9-1 9-16,-5-2-6 0,-5-3 8 15,-5-1 1-15,-3-6-34 0,-3 1-8 16,-1-4-25-16,-3-2-15 0,6 0-42 16,3-2-19-16,5 1-25 0,12-3 5 0,4 0-68 15,9 0-138-15,7 0-197 0,5-5-145 16,1-5-493-16,8 3-134 0,14-7 1022 0</inkml:trace>
  <inkml:trace contextRef="#ctx0" brushRef="#br0" timeOffset="74480.063">26482 8888 2443 0,'0'0'1303'0,"0"0"-1098"0,0 0-26 0,0 0 142 16,-91 54-53-16,52-42-26 0,-7 3-77 15,-1-2-58-15,-4-2-28 0,1-3-15 16,-1 3-52-16,-2-3-12 0,1-2-47 16,2 0 26-16,1 0-91 0,5-1-96 0,7-4-65 15,10-1-42-15,9 0-160 0,10-1-237 16,8-6-898-16,0 0-5 0,14-4 1615 0</inkml:trace>
  <inkml:trace contextRef="#ctx0" brushRef="#br0" timeOffset="74863.573">27219 8608 4063 0,'0'0'669'0,"0"0"-537"15,0 0-67-15,-91-4 5 0,50 20 55 16,-5 6 183-16,1 8-78 0,0 6-136 15,6 5-43-15,5 0 1 0,7 0 8 16,6-3-27-16,7-3-16 0,10-4-17 0,4-6-27 16,6-7 0-16,8-7 3 0,7-4-12 15,3-7-28-15,3-3 7 0,2-8-22 16,-1-8-30-16,1-2-16 0,-1-3 16 16,-2 0-7-16,-3-1 34 0,-1 3 24 15,-3 1 31-15,-2-1 14 0,-5 3 12 16,-2 1 1-16,-3 6 22 0,-4 7 30 15,-2 4 30-15,-1 1 46 0,0 10-16 0,0 5-54 16,0 2 15-16,0 6 6 0,0 1-25 16,0 1 4-16,7-1-43 0,4-7-15 15,4 0-34-15,5-7-8 0,4 0-67 16,3-5-34-16,0-5-42 0,1-2-56 16,0-8-168-16,-2-6-343 0,-10 4-649 15,4-7-877-15</inkml:trace>
  <inkml:trace contextRef="#ctx0" brushRef="#br0" timeOffset="75144.092">26668 8491 1060 0,'0'0'267'16,"0"0"671"-16,-38 88-418 0,21-46 12 15,-2 9 91-15,1 8-92 0,-1 1-118 16,3 0-56-16,2 0-68 0,5-6-126 16,6-11-84-16,3-8-67 0,3-10-12 15,14-8-79-15,5-11-63 0,9-6 48 16,6-3-73-16,5-11-123 0,2-9-155 15,-9 4-541-15,20-17-619 0</inkml:trace>
  <inkml:trace contextRef="#ctx0" brushRef="#br0" timeOffset="75330.752">27557 8521 1565 0,'0'0'1793'0,"0"0"-1609"15,0 0-92-15,0 0 106 0,87 54 161 16,-71-30 25-16,-4-1-82 0,0 4-119 15,-5 6-70-15,-2 2-22 0,-5 4-21 16,-2 9-21-16,-12 5-34 0,-9 1-15 16,-8 4-164-16,-8-1-47 0,-6 3-43 15,-5 0-76-15,-7 0-302 0,-2-4-616 16,11-12-511-16,-28 13 998 0</inkml:trace>
  <inkml:trace contextRef="#ctx0" brushRef="#br0" timeOffset="77595.208">9001 9794 147 0,'0'0'49'16,"0"0"1839"-16,0 0-1190 0,0 0-243 15,0 0-86-15,0 0-53 0,0 0-99 16,91 13-86-16,-74-13-54 0,2 0-30 16,1 0 8-16,4 0-2 0,2 0-16 0,2 0 13 15,-2 2-47-15,6-2 0 0,-2 0-2 16,0 0 1-16,3 3 1 0,2-2-1 15,-1 0 16-15,2 0-14 0,3 2-4 16,2 0-19-16,3 0 19 0,4-2 2 16,2 0-2-16,2-1-12 0,3 4-31 15,-2-2-13-15,2 3 0 0,3-4 16 0,4 3 40 16,1-3 0-16,8-1 0 0,2 0 118 16,4 0-63-16,0-5-55 0,1 4-40 15,1-3 25-15,2 3 15 0,4 1 30 16,2 0-11-16,0-1-19 0,3 0 0 15,-2 1 0-15,-2-1 15 0,2 1 1 16,0 0-16-16,0 0 0 0,0 1-1 16,0 0-2-16,0-1-10 0,-2 0 7 15,4 0 5-15,-1 0 2 0,0 0 0 16,1 0 18-16,0 0-19 0,0 0 2 16,-1 0 1-16,-1 0 9 0,-1 0-11 0,-1 0-1 15,3-2-12-15,1-2 9 0,0-3-13 16,3-2-5-16,0 0 2 0,1-1-9 15,3-2 1-15,-2-1-20 0,0 3 26 0,-1 1 21 16,-1 0 12-16,0 1-9 0,-3 3-3 16,-2 3 2-16,-1-2-2 0,-3 1 22 15,0 0-20-15,-2 1-2 0,0-2 3 16,-2-1 6-16,0-2-8 0,2 0 0 16,-1-5-1-16,1 2 1 0,0 0-1 15,-2-3 0-15,-1 3 13 0,-4-2-13 16,1 2 9-16,-5 1-9 0,-2 4-18 15,-2 1 18-15,-4-1 16 0,-1 3-13 16,-3 1-2-16,-3-1-1 0,-4 0-1 16,-3 2 0-16,-1-1 1 0,-6 0 1 15,-4-2 11-15,-3 3-10 0,-6-1-1 16,-6 1 1-16,-3 0 9 0,-1 0-9 0,-6 0 44 16,-3 0-3-16,-2 0-6 0,-2 1-18 15,-4 2-17-15,-1-3-1 0,-1 1-1 16,0 0 3-16,0-1 12 0,0 0-12 15,0 0 13-15,-1 0 2 0,-2 0 10 0,0 0-7 16,-2 0-5-16,-1 0-1 0,0 0-15 16,-2 0-14-16,1 0-35 0,-3-1-56 15,0-2-37-15,-2 1-69 0,-5-1-118 16,4 0-230-16,-16 3-1138 0</inkml:trace>
  <inkml:trace contextRef="#ctx0" brushRef="#br0" timeOffset="78480.006">12285 10049 49 0,'0'0'108'0,"0"0"2054"16,0 0-1600-16,0 0-168 0,0 0-64 15,0 0-58-15,0 0 20 0,5 66-40 16,-4-43-79-16,2 8-56 0,-1 4-37 15,-1 3-22-15,-1 4-3 0,0 5-27 16,0 0 2-16,-3 1 4 0,-1 0-7 0,-1-4-14 16,2-9-13-16,-1-6-18 0,4-10-31 15,0-5-30-15,0-9-50 0,0-5-47 16,4 0-22-16,2-7-75 0,3-9-165 16,2-7-189-16,1-8-758 0,-3 6-161 0</inkml:trace>
  <inkml:trace contextRef="#ctx0" brushRef="#br0" timeOffset="78697.428">12574 10041 1436 0,'0'0'371'0,"0"0"720"16,0 0-873-16,0 0-58 0,-8 92 113 16,4-56 46-16,-2 6 20 0,2 1-75 15,-2 6-66-15,1 2-72 0,-1 0-56 16,1 1-27-16,1-2-34 0,-2-3-9 15,2-5-18-15,1-9-52 0,2-7-26 0,1-11-27 16,0-6 0-16,0-6-32 0,0-3-26 16,1-4-77-16,2-12-124 0,3-3-183 15,-2-12-657-15,-3 7-100 0</inkml:trace>
  <inkml:trace contextRef="#ctx0" brushRef="#br0" timeOffset="78874.252">12468 10074 1987 0,'0'0'1036'16,"0"0"-793"-16,0 0-71 0,-88 33-4 16,55-14 141-16,-3 6 17 0,-1 3-59 15,-3 1-82-15,-1-2-105 0,4 0-58 16,3-5-22-16,3-5-65 0,3-3-67 16,5-5-63-16,3-9-91 0,4 0-101 0,4-7-182 15,0-9-220-15,2 2-291 0,1 1-7 16,-1-10 1025-16</inkml:trace>
  <inkml:trace contextRef="#ctx0" brushRef="#br0" timeOffset="79043.644">12316 10041 817 0,'0'0'372'0,"0"0"1179"0,101 12-1054 16,-65-3-83-16,4 5-18 0,-3-2-62 15,-2 3-77-15,-3-4-103 0,-1 1-84 16,-5-5-70-16,0-2-6 0,-7 1-89 15,-2-4-68-15,-4 2-57 0,-4 0-76 16,-8-1-205-16,-1 3-730 0,-7 6-1006 0</inkml:trace>
  <inkml:trace contextRef="#ctx0" brushRef="#br0" timeOffset="79351.921">12006 10690 1438 0,'0'0'56'0,"0"0"1126"0,0 0-819 15,0 0-66-15,0 0 52 0,83 44-31 0,-64-27-20 16,1 6-72-16,-1 2-57 0,1 2-24 16,0 5 8-16,-4-1 3 0,0 1-74 15,-3-2-46-15,1 0-2 0,-2-4-16 0,1-2 19 16,1-4-1-16,1-6-12 0,5-3 4 15,0-5-4-15,7-6-6 0,1-4 58 16,6-14 15-16,5-8-64 0,3-11-27 16,6-9-27-16,2-8-46 0,4 0 10 15,-1 3-25-15,-4 4-31 0,1 5-30 16,-5 6-62-16,-6 1-130 0,-5 8-300 16,-8 6-634-16,0-1-798 0</inkml:trace>
  <inkml:trace contextRef="#ctx0" brushRef="#br0" timeOffset="92115.632">10090 11651 1190 0,'0'0'829'0,"0"0"-292"0,0 0-218 0,0 0-36 15,0 0 32-15,0 0-21 0,0 0-23 16,0 0-46-16,0 0-73 0,-15-14-46 16,15 14-23-16,0 0 6 0,3 3 0 15,1 4 4-15,4 6 11 0,0 5 6 16,-1 7-1-16,2 9-42 0,-2 7-15 15,-3 7-28-15,0 4-22 0,-1 3 2 16,-1 3-3-16,-1 4-1 0,-1 1 1 16,0-2-2-16,0-2-1 0,0-4-32 0,-1-6 4 15,-1-11-19-15,2-9 3 0,0-11 1 16,0-9-29-16,0-7-60 0,0-2-17 16,0-2-42-16,-3-11-49 0,0-8-180 15,0 2-352-15,-6-28-756 0</inkml:trace>
  <inkml:trace contextRef="#ctx0" brushRef="#br0" timeOffset="92355.333">10059 11653 101 0,'0'0'2951'16,"0"0"-2549"-16,0 0-234 0,0 0 72 16,0 0 58-16,86-33-98 0,-67 32-12 15,1 1-12-15,-4 0-81 0,0 6-24 16,-6 3-19-16,0 4-6 0,-4 5-16 15,-5 3 10-15,-1 3-12 0,-1 5-13 0,-8 1-4 16,-4 1-11-16,-1 0-15 0,-1-3 13 16,-2-2-13-16,1-3-34 0,-2-5-68 15,1-3-33-15,3-3-41 0,0-3-19 16,1-2-46-16,6-4-125 0,2-1-178 16,2-2-411-16,0 0-464 0</inkml:trace>
  <inkml:trace contextRef="#ctx0" brushRef="#br0" timeOffset="92567.87">10658 11660 440 0,'0'0'2455'0,"0"0"-1813"0,0 0-330 16,0 0-63-16,0 0 84 0,39 77-52 0,-36-56-5 15,-3 4-117-15,3-2-80 0,-3 1-52 16,0 0-27-16,0-2-1 0,0-2-29 15,-3-2-10-15,0-3-94 0,-1-5-56 16,1-5-56-16,-1-2-113 0,-1-3-381 16,1-6-1193-16,-9-10 353 0</inkml:trace>
  <inkml:trace contextRef="#ctx0" brushRef="#br0" timeOffset="92722.615">10689 11511 2523 0,'0'0'1282'0,"0"0"-1027"0,0 0-45 0,0 0 121 16,0 0-97-16,0 0-103 15,0 0-125-15,0 0-6 0,0 0-165 0,85-11-100 0,-74 10-113 16,-1 1-611-16,-3 0-1240 0</inkml:trace>
  <inkml:trace contextRef="#ctx0" brushRef="#br0" timeOffset="93062.415">11165 11589 2425 0,'0'0'1736'0,"0"0"-1412"0,0 0-226 16,0 0 35-16,0 0 33 0,0 0-19 15,0 0-34-15,-86 64-98 0,69-48-15 16,-1 1-28-16,3 0 7 0,3 1-16 0,2-2 16 15,3-3 6-15,4 1 13 16,3-3-23-16,0 1 10 0,3-4-7 0,4 3 19 16,4-2 0-16,1-2 1 0,2 1 0 15,0-1 2-15,1-3 0 0,-2 2 0 16,-1 1 3-16,2-2-1 0,-2 2 0 16,-1-1 20-16,-2 3 8 0,-3-1 16 15,-2-1-9-15,-1 3-4 0,-3 0-8 16,0 3-1-16,-1-1-24 0,-7 0-39 0,-2 0-32 15,-3-1-29-15,-1 2-32 0,-5-4-40 16,0 3-91-16,-4-1-171 0,-3-4-332 16,-1-2-753-16,7-2-128 0</inkml:trace>
  <inkml:trace contextRef="#ctx0" brushRef="#br0" timeOffset="93539.128">12170 11672 2835 0,'0'0'1117'0,"0"0"-850"0,0 0-65 15,0 0 97-15,19 92-63 0,-16-57-10 16,-2 3 8-16,1-1-112 0,-2-3-65 16,1-1-42-16,-1-6-15 0,1-4-14 0,2-6-25 15,-3-7-104-15,0-6-51 16,0 0-5-16,0-4-36 0,0-7-123 0,0 0-328 15,0-16-927-15</inkml:trace>
  <inkml:trace contextRef="#ctx0" brushRef="#br0" timeOffset="93692.144">12137 11558 1152 0,'0'0'2247'0,"0"0"-1814"0,0 0-199 16,0 0 139-16,0 0-18 0,0 0-119 15,0 0-127-15,91-30-109 0,-73 25-15 16,-2 0-141-16,0 2-80 0,0-1-100 16,-5 2-350-16,-3 2-1322 0</inkml:trace>
  <inkml:trace contextRef="#ctx0" brushRef="#br0" timeOffset="93966.257">12464 11639 1357 0,'0'0'2175'16,"0"0"-1714"-16,0 0-40 0,0 0-87 16,0 0-49-16,0 0-69 0,0 0-24 0,74 75-89 15,-70-56-67-15,0 6-36 0,-4 1-21 16,0 2 6-16,-4 1-25 0,0 1-17 16,-2-4-7-16,1-4 3 0,4-8 31 15,-2-3 15-15,3-7-4 0,0-2-17 16,0-2 7-16,0 0 29 0,0-2 37 15,0-5 21-15,7-2-13 0,2-5 13 0,5-7-12 16,1-2-29-16,2-4-17 0,-1-2-3 16,1 1-25-16,-2 0-32 0,0-1-99 15,-4 1-63-15,0 2-116 0,-2 2-359 16,-2 5-710-16,-3 3-721 0,1 2 2082 0</inkml:trace>
  <inkml:trace contextRef="#ctx0" brushRef="#br0" timeOffset="94246.086">12726 11593 277 0,'0'0'2739'16,"0"0"-2388"-16,0 0-211 0,0 0 192 15,0 0-2-15,0 0-26 0,0 0-42 16,84 55-108-16,-68-35-59 0,1 3-19 0,-4 3 7 16,0 2-56-16,-4 2-13 15,-3-1-14-15,-3 2-1 0,-2 0-26 0,-1-6-22 16,0-2-15-16,0-5 42 0,0-9-5 15,0 0-19-15,0-6 0 0,0-1 9 16,0-2 10-16,0 0 12 0,0 0 15 16,0-4 1-16,0-6-1 0,5-6 0 15,4-4-30-15,1-7-19 0,3-2-50 0,3-2-46 16,3 0-44-16,0 0-121 16,4 1-296-16,0 1-713 0,-6 10-426 15,6-1 1568-15</inkml:trace>
  <inkml:trace contextRef="#ctx0" brushRef="#br0" timeOffset="94522.801">13264 11767 1129 0,'0'0'2285'0,"0"0"-1984"0,0 0-144 15,0 0 76-15,0 0 16 0,0 0 24 16,0 0-34-16,0 0-107 0,0 0-117 16,0 0-15-16,79-48-76 0,-62 24-47 15,-2 0-24-15,-1 3-14 0,-7 4 3 16,-1 4 28-16,-6 7-5 0,0 0-16 15,-8 6-16-15,-7-2 120 0,-2 2 47 16,-5 2 63-16,-4 9 16 0,2 2-48 16,-4 8 32-16,5 4 54 0,2 6-14 15,3 4-31-15,4 4-4 0,2-1 6 16,5 0 23-16,0 0-11 0,7-4-52 16,0-6-34-16,0-8-49 0,10-6-56 0,3-7 5 15,6-7 32-15,1-9 12 0,5-8-88 16,3-13-167-16,4-6-402 0,1-3-777 15,-7 7-79-15</inkml:trace>
  <inkml:trace contextRef="#ctx0" brushRef="#br0" timeOffset="95169.376">13621 11667 199 0,'0'0'2035'0,"0"0"-606"0,-39 70-1199 16,22-40 3-16,-5 6 196 0,2 1-64 15,0-2-4-15,6-4-55 0,3-6-118 16,5-8-85-16,6-6-56 0,0-5-47 15,5-3-12-15,7-2 12 0,2-1 0 16,6-7-36-16,3-9-31 0,0-6-39 16,-2-6-6-16,0-6 3 0,2-2-18 0,-1-3-19 15,1-3-68-15,0-2-117 0,-3-2-150 16,-1-4-111-16,0-4-55 0,-6-4-27 16,-2-2 125-16,-4-1 182 0,-4 4 367 15,-3 4 218-15,0 7 84 0,0 10 32 0,-1 12 125 16,-1 5 17-16,2 13-47 0,-1 3-25 15,-1 3-125-15,2 4-74 0,-3 8-63 16,2 9-28-16,-4 6-4 0,2 9-8 16,-2 7 66-16,2 7 21 0,-1 5-46 15,0 2-13-15,-2 7 27 0,-3 1-39 16,1-2-63-16,0 1-55 0,1-8-12 16,0-7-31-16,3-8-59 0,2-10-4 15,2-12-13-15,0-8-29 0,6-9-23 16,5-3-33-16,4-12-54 0,4-6-128 15,-2-7-222-15,3-4-179 0,-3-3-288 16,-4 3 49-16,-1 3 557 0,-2 3 469 0,-4 7 365 16,-2 6 365-16,-1 6-25 0,-3 5-37 15,1 6-82-15,1 9 16 0,-2 9-165 16,0 2-138-16,0 5-109 0,0 2-28 16,0-2 0-16,0-1 2 0,0-4-40 0,6-5-72 15,4-7-51-15,3-7 8 16,2-4-9-16,0-3-64 0,4-8-21 0,0-7-48 15,2-6-7-15,2-3-28 0,1-2-28 16,-2 0 73-16,-2 4 86 0,-5 1-123 16,-1 4 27-16,-8 5 52 0,0 3 81 15,-5 6 37-15,1 3 81 0,-2 0 58 16,0 3-7-16,-2 9-37 0,-1 5-25 16,-2 2-31-16,-1 5-3 0,1 1 4 15,1-3 5-15,-1 0-39 0,3-4-43 16,2-4-27-16,0-3-49 0,7-4-92 15,3-4 31-15,3-3 18 0,4-2-134 0,1-10-240 16,5-5-695-16,-6 4-670 0,16-12 1066 0</inkml:trace>
  <inkml:trace contextRef="#ctx0" brushRef="#br0" timeOffset="95501.549">14464 11726 635 0,'0'0'2813'0,"0"0"-2343"0,0 0-137 16,0 0 66-16,-73 78-98 0,54-48-20 15,-1 2-38-15,8-2-85 0,0-1-58 16,6-3-40-16,4-5-60 0,2-6-3 16,0-4-21-16,3-4-9 0,6-2-16 15,2-5-57-15,4-1 18 0,2-10-9 0,0-4-37 16,5-8-39-16,-2-1-109 0,-1-6-166 16,2 2-163-16,-1-3-178 0,-2 5-312 15,-2 2-130-15,-5 3 830 0,-3 6 221 16,-1 4 180-16,-6 6 278 0,2 5 123 15,-3 0 1098-15,0 6-436 0,0 7-628 16,-4 4-111-16,-3 2-74 0,-1 7-20 16,3 1 53-16,-3 3-10 0,0-1-54 0,1-4-88 15,2-3-65-15,2-7-66 0,0-3 0 16,3-7-45-16,0-5-31 0,0 0-104 16,3-10-39-16,3-9-5 0,1 4-305 15,11-22-1055-15</inkml:trace>
  <inkml:trace contextRef="#ctx0" brushRef="#br0" timeOffset="95642.843">14866 11360 3599 0,'0'0'794'0,"0"0"-569"16,0 0-9-16,-30 73 96 0,20-50-111 16,2-7 17-16,3-5-120 0,4-7-98 15,1-1-82-15,0-3-100 0,3-3-70 16,8-9 22-16,6-6-148 0,-2 3-620 15,7-20-961-15</inkml:trace>
  <inkml:trace contextRef="#ctx0" brushRef="#br0" timeOffset="95977.2">15114 11212 329 0,'0'0'2902'0,"0"0"-2584"0,-31 100-163 0,12-55 153 0,-4 12 67 15,-2 7 57-15,-4-2-31 16,1 3-146-16,0-3-109 0,5-7-74 15,7-8-63-15,4-9-9 0,7-11-15 0,4-10-9 16,1-4 0-16,8-8-28 0,7-5-17 16,4 0-26-16,5-4-5 0,3-5 6 15,1 0-1-15,-1 2-2 0,0 4 26 16,-5 1 16-16,-2 2 3 0,-3 6 43 16,-3 4 9-16,-6 5 61 0,-2 2 68 15,-2 1 57-15,-4 3-98 0,0 1 9 16,-10 2-24-16,-1-3-33 0,-4-1 14 15,2-3 1-15,-4 0-28 0,3-4-9 0,0-5-18 16,2-6-13-16,1-2-96 0,4 0-18 16,0-2-10-16,4-5-9 0,3-4-38 15,0-1-49-15,3 0-249 0,7-1-242 16,2-3-301-16,5 1-107 0,2-1 40 16,4-2 883-16,3 0 157 0</inkml:trace>
  <inkml:trace contextRef="#ctx0" brushRef="#br0" timeOffset="96244.86">15223 11876 385 0,'0'0'257'16,"0"0"-81"-16,0 0 2023 0,0 0-1575 15,77 44-243-15,-71-23-56 0,0 4-105 16,-2-1-35-16,-1-2 72 0,3-6-101 16,-2-3-101-16,3-4-54 0,1-6-1 15,4-3-3-15,1 0-40 0,7-7-27 16,6-10-68-16,-1-3-42 0,3-5 20 16,-3 0-137-16,-3-1-95 0,-7 5 99 15,-6 3 148-15,-6 6 145 0,-3 2 22 0,-10 7 85 16,-6 3 162-16,-7 3-6 15,-1 14-39-15,-2 6-44 0,1 6-20 0,-1 2-6 16,2 2-14-16,4 1-33 16,5-5-43-16,3-4-25 0,7-4-39 0,5-7-34 15,0-5-2-15,10-5-83 0,5-2 45 0,6-2 50 16,5-3 2-16,7-6-45 0,6-1-59 16,2-4 58-16,-10 2-437 0,11-12-2064 0</inkml:trace>
  <inkml:trace contextRef="#ctx0" brushRef="#br0" timeOffset="96377.008">16352 11897 3886 0,'0'0'1774'0,"0"0"-1774"0,0 0-79 15,0 0-197-15,0 0-771 0,-72-79-463 0,54 70-353 16,-13-3 1054-16</inkml:trace>
  <inkml:trace contextRef="#ctx0" brushRef="#br0" timeOffset="99203.821">4139 13489 1611 0,'0'0'562'16,"0"0"442"-16,0 0-724 0,0 0-153 16,0 0 53-16,0 0 135 0,0 0-31 0,0 0-43 15,0 0-69-15,0 0-67 0,0 0-32 16,-2 4-73-16,13-1 22 0,7 1 5 16,5 2 34-16,7 0-15 0,5 2-3 15,-2-1-28-15,3 2 0 0,1-4 0 16,1 2-2-16,-2-4-11 0,3 1-2 15,-1-3-16-15,0-1-2 0,-3 0-12 16,-2-3-68-16,-1-3-43 0,-5-2-43 16,-3 1-50-16,-6-1-86 0,-4 0-136 15,-5 2-151-15,-9 1-199 0,0 1-430 16,-7 0 193-16,-2 4 1019 0</inkml:trace>
  <inkml:trace contextRef="#ctx0" brushRef="#br0" timeOffset="99404.619">4224 13726 91 0,'0'0'127'16,"0"0"2222"-16,0 0-1946 0,0 0-237 16,0 0 35-16,0 0 76 0,0 0 7 15,0 0-77-15,0 0-57 0,0 0-32 16,0 0-50-16,112 4-12 0,-75-11-44 16,1 0 7-16,2 2 2 0,-2-2-21 15,-2 0-2-15,-3-1-25 0,0-1-82 16,-4-2-55-16,0-1-56 0,-5-4-123 15,-6 4-284-15,-1-12-803 0</inkml:trace>
  <inkml:trace contextRef="#ctx0" brushRef="#br0" timeOffset="99679.13">4492 13286 1922 0,'0'0'1092'0,"0"0"-775"0,0 0-253 15,0 0-39-15,0 0 134 0,0 0 84 16,99-7 12-16,-64 14-30 0,2 3-80 16,2 4-27-16,0 3-41 0,-4 2-9 15,-4 3-47-15,-5 5-2 0,-6 3-18 16,-5 3 0-16,-6 3 17 0,-4 6 10 16,-5 0-16-16,-4 2 7 0,-8 2-17 15,-1-2 34-15,-4-2-33 0,-3-2 1 0,1-4-1 16,-2-2-3-16,-1-4-32 0,2-3-42 15,0-7-33-15,1-2-20 0,0-5-49 16,2-4-67-16,-1-6-160 0,6-1-314 16,-7-7-957-16</inkml:trace>
  <inkml:trace contextRef="#ctx0" brushRef="#br0" timeOffset="103030.484">7942 13532 2695 0,'0'0'632'16,"0"0"-270"-16,0 0-73 0,0 0-29 0,0 0-55 15,-76-49-81-15,61 43-44 0,3 6-3 16,-2 0-22-16,2 0 34 0,-3 8-3 15,0 7-37-15,-2 4-49 0,2 6 3 0,3 9 22 16,1 4 8-16,6 5-8 0,3 5-1 16,2-1-3-16,0 2-20 0,6-4-1 15,4-6-3-15,3-10-18 0,-1-11-22 16,1-8 10-16,1-10-7 0,6-5-4 16,-1-12 42-16,5-11-42 0,2-5-39 15,-3-7-40-15,-4-1-34 16,0-2 43-16,-6 1 36 0,0 2 22 0,-3 1 25 15,-4 3-3-15,-2 6 15 0,-2 4 19 16,-2 7 48-16,0 5 14 0,0 8 13 16,0 4 45-16,0 2-33 0,1 2-56 15,2 9-19-15,7 5 40 0,-2 8 34 16,4 5 7-16,2 8 14 0,1 2-22 16,1 0-15-16,-2-3-30 0,2-5-40 0,-2-5-1 15,2-6-32-15,0-5 5 0,1-5-100 16,-2-7-19-16,2-2-4 0,0-1-71 15,-1-6-334-15,-4-2-625 0,4-10-569 0</inkml:trace>
  <inkml:trace contextRef="#ctx0" brushRef="#br0" timeOffset="103174.903">8381 13616 1269 0,'0'0'1378'0,"0"0"-996"15,0 0-37-15,0 0 124 0,0 0-71 16,0 0-88-16,78 21-112 0,-63-19-88 15,-1-2-99-15,-3 0-11 0,3 0-39 16,0-3-112-16,-1 3-96 0,1 0-73 16,-4 0-273-16,-2 1-602 0</inkml:trace>
  <inkml:trace contextRef="#ctx0" brushRef="#br0" timeOffset="103347.936">8419 13816 2476 0,'0'0'579'0,"0"0"-199"0,0 0 113 0,0 0-130 0,0 0-106 0,0 0 73 16,0 0-110-16,0 0-80 0,95-8-49 16,-69-1-51-16,4-1-40 0,2-6-19 15,4 1-100-15,3 1-43 0,0 0-33 16,1 0-193-16,-11 7-597 0,18-3-532 0</inkml:trace>
  <inkml:trace contextRef="#ctx0" brushRef="#br0" timeOffset="103609.22">9341 13412 3172 0,'0'0'585'0,"0"0"-409"15,-9 85-24-15,7-38 156 0,-1 6 37 0,1 5-78 16,1 5-99-16,1 4-52 0,0 6-49 15,0 2-16-15,-2 6-39 0,-1-1-12 16,-1 0-33-16,1-8-22 0,2-9-27 16,-2-13 24-16,3-15 19 0,0-13-19 15,0-8-49-15,0-9-62 0,0-5-15 16,0-3 8-16,-1-13-51 0,-1-7-307 16,-2-11-266-16,2-7-393 0,-4-11-53 0,3 14 851 15</inkml:trace>
  <inkml:trace contextRef="#ctx0" brushRef="#br0" timeOffset="103810.492">9236 13633 1220 0,'0'0'1446'0,"0"0"-1092"16,0 0-156-16,0 0 44 0,72-65 78 0,-48 56-21 15,4 2-102-15,-2 5-73 0,1 2-47 16,0 1 16-16,-2 7-31 0,-2 2 18 16,-1 4-19-16,-6 5-5 0,-4 4-29 15,-4 4 10-15,-7 7-37 0,-1 3-9 16,-6 1-13-16,-8-2 22 0,-2-3 14 15,-1-5-14-15,-2-6-24 0,2-6-31 16,-1-6-68-16,0-5-72 0,-2-4-93 0,1-1-118 16,-3-3-303-16,5-4-690 15,-9-12-161-15</inkml:trace>
  <inkml:trace contextRef="#ctx0" brushRef="#br0" timeOffset="104420.876">10000 13081 65 0,'0'0'427'0,"0"0"-296"0,0 0 286 0,0 0-46 16,0 0-120-16,0 0-101 0,0 0-150 15,0 0-191-15,0 0-99 0,0 0-29 0,0 0-121 16,-16 24 81-16,16-17 294 0,0-3 32 15,-2 2-55-15</inkml:trace>
  <inkml:trace contextRef="#ctx0" brushRef="#br0" timeOffset="104620.431">10000 13081 176 0,'-19'54'166'15,"19"-54"-166"-15,0 0-9 0,0 0-106 0,0 0-103 0</inkml:trace>
  <inkml:trace contextRef="#ctx0" brushRef="#br0" timeOffset="105144.277">10301 13553 352 0,'0'0'1429'15,"0"0"-771"-15,0 0-429 0,-9-69-10 16,2 50 66-16,-2 0 75 0,-3 3-34 0,0 2-21 16,-4 2-137-16,3 2-10 0,-4 2-7 15,4 3-13-15,-4 2-3 0,2 2-9 16,-1 1 20-16,3 3-67 0,-1 4-33 16,-2 5-13-16,4 3-17 0,-2 2-15 15,2 5 11-15,4 3 0 0,-1 8-9 16,2 0 15-16,3 6 4 0,1 0-7 15,1 3-3-15,2-6-11 0,0-2-1 16,3-6-1-16,3-7-11 0,0-7-16 0,0-3 13 16,2-4-3-16,1-4-3 0,1-3-10 15,4 0 7-15,-2-9-16 0,4-4 1 16,0-6-19-16,1-6-12 0,-1-4-7 16,-1-1 13-16,0-1 24 0,-1 2 25 15,-2-1-3-15,0 7 18 0,-4 3 13 16,-1 4 5-16,-2 8 4 0,-2 2 2 15,-2 5 1-15,1 1 30 0,-2 0 9 0,1 0-15 16,2 5-19-16,2 5 4 0,0 6 36 16,-1 4-9-16,2 5-19 0,1 1 4 15,-1 0-10-15,2 0-3 0,1-2-8 16,-1-1-25-16,1-4-21 0,0 1 17 16,1-5-38-16,-2-3-76 0,3-3-32 15,-2-5-8-15,2 1-26 0,2-5-34 16,0 0-144-16,1-6-362 0,-5 1-768 15,4-5-282-15</inkml:trace>
  <inkml:trace contextRef="#ctx0" brushRef="#br0" timeOffset="105394.842">10755 13702 1152 0,'0'0'2187'0,"0"0"-1784"15,0 0-227-15,0 0 79 0,0 0 93 0,14 64-22 16,-12-39-78-16,1 4-117 16,-2 0-61-16,2 1-21 0,-2 0-37 0,2-3-12 15,0 1-28-15,0-6-72 16,0 3-83-16,1-3-81 0,0 2-75 0,-1-8-371 15,-3 12-1040-15</inkml:trace>
  <inkml:trace contextRef="#ctx0" brushRef="#br0" timeOffset="110943.662">12071 14202 65 0,'0'0'2787'16,"0"0"-2336"-16,0 0-168 0,0 0-15 0,0 0 22 16,0 0-17-16,0 0-47 0,0 0-57 15,0 0-62-15,0 0-30 0,7 13-7 16,-3-6 19-16,3 4 51 0,-1 2-64 16,1 5-49-16,-4 1-12 0,0 0-13 15,-3 6-2-15,0 1-3 0,0-1-15 16,-6 0-18-16,-2-1-68 0,-2-4-12 15,0 1-9-15,1-7-28 0,-1-5-28 0,4-2-103 16,2-4-229-16,-1-3-557 16,1-3-853-16,0-12 1245 0</inkml:trace>
  <inkml:trace contextRef="#ctx0" brushRef="#br0" timeOffset="111785.545">14699 13909 661 0,'0'0'52'0,"0"0"-52"16,0 0 1265-16,0 0-1048 0,0 0-16 16,0 0 9-16,-13-77 51 0,13 61-24 15,-3-3 35-15,0 2-38 0,-1-1-22 16,-3 2-5-16,1 0 3 0,-2 2-26 16,0 6-8-16,-3 0-31 0,1 2-26 0,-2 1-18 15,-1 2-3-15,-3 0-28 0,1 3-42 16,-1 0 2-16,-2 0-11 0,4 8-16 15,-2 3-3-15,2 5-10 0,-1 9-5 16,4 4 15-16,2 10 1 0,4 8 1 16,3 3-2-16,2 4 0 0,0-2-15 0,3-5-6 15,5-7 5-15,1-13-8 0,1-7 0 16,7-10 5-16,0-10 19 16,4 0 3-16,5-12 16 0,1-9-19 0,1-8-40 15,-1-6-27-15,-1-5-13 0,-1 0 16 16,-4 0 12-16,-5 8 21 0,-2 1 31 15,-6 6 11-15,-4 6 1 0,-4 5 28 16,0 3 3-16,0 8 25 0,-3 2-16 16,-3 1 15-16,2 4-52 0,-2 8-15 15,1 7-12-15,2 7 12 0,3 6 16 16,0 4 21-16,0 3 0 0,4 2-13 16,4-6-24-16,0-1 0 0,3-9-27 0,2-6-22 15,2-7 24-15,0-10-5 0,0-2-53 16,2-1-27-16,-2-9 33 0,2-5-40 0,-3-3-108 15,-2-5-291-15,-5-1-602 0,-3 7-403 16,-4-11 325-16</inkml:trace>
  <inkml:trace contextRef="#ctx0" brushRef="#br0" timeOffset="112077.371">14216 13678 251 0,'0'0'1103'0,"0"0"311"15,0 0-1138-15,0 0-80 0,0 0 93 16,0 0-64-16,-79 30-68 0,69-8-22 16,3 7-12-16,4 9 14 0,3 8 49 15,0 4-26-15,0 4-46 0,6 4-56 0,1-1-42 16,0 2-16-16,1-3-22 0,1-3-5 15,2-4-16-15,-3-6-74 0,4-10-50 16,-1-10 9-16,4-10-10 0,2-11-49 16,6-8-131-16,0-13-139 0,3-10-488 15,-6 4-384-15,8-24 622 0</inkml:trace>
  <inkml:trace contextRef="#ctx0" brushRef="#br0" timeOffset="112312.277">15123 13628 1045 0,'0'0'1801'0,"0"0"-1454"0,0 0-54 0,58 76 83 15,-42-50-56-15,2-1-40 0,-1 3-58 16,-1-2-74-16,-1 2-75 0,-2-1-36 0,-3 5-16 16,-2 0-21-16,-6 4 0 15,-2 2-12-15,-6 4 0 0,-8-1-40 0,-5 1-28 16,-3 0-15-16,-4-2-16 0,-2-3 6 15,-3-2-13-15,-3-2-31 0,-2-4-55 16,-3-6-51-16,1-2-90 0,2-4-163 0,0-6-302 16,9-6-607-16,-11-5 729 0</inkml:trace>
  <inkml:trace contextRef="#ctx0" brushRef="#br0" timeOffset="113614.456">16368 13852 745 0,'0'0'29'0,"0"0"759"0,0 0-242 0,0 0-177 16,0 0-111-16,0 0 25 0,0 0 30 15,0 0-18-15,0 0-17 0,0 0-52 16,-5-31-20-16,-1 29-54 0,-2-2-44 15,1 0-19-15,-3 1 6 0,-1 0-33 16,-1 1-10-16,-5 1-40 0,0 1-12 16,-1 0-30-16,-5 6-7 0,0 4 0 15,1 2 6-15,-4 4 16 0,2 2-4 16,0 0 1-16,3 3 17 0,0 2 0 16,2-1-11-16,3 2-4 0,3-1-2 0,5-2 2 15,2-1 13-15,4-6-9 0,2 1 0 16,2-6 11-16,6 1 1 0,7-3 46 15,-1-1-12-15,6 1 3 0,-1-2-10 16,3-2-24-16,-1-3 22 0,1 0 2 0,1 0-6 16,0 0-21-16,-1-1-2 15,-3-2-20-15,-2-1-5 0,-3 2-19 16,0-3-84-16,-5 4-36 0,-1-1-49 16,-3 2-101-16,-5 0-241 0,0 0-407 0,-1 3-225 15,-5 2 111-15,-11 7 943 0</inkml:trace>
  <inkml:trace contextRef="#ctx0" brushRef="#br0" timeOffset="113839.554">16053 14261 320 0,'0'0'277'0,"0"0"91"0,0 0 770 16,0 0-697-16,0 0-55 0,0 0-47 16,0 0-94-16,0 0-39 0,0 0 18 0,0 0 80 15,21 22-115-15,-5-21-47 0,4 1-25 16,0-2-31-16,2 0-3 0,1 0-18 15,2 0-29-15,0-3-24 0,-2-1-12 16,-1 2-1-16,0-3-30 0,-1 4-18 16,-3-4-98-16,0 3-41 0,1-1-44 15,1 1-66-15,-4 0-206 0,-3 0-267 16,4 0-754-16</inkml:trace>
  <inkml:trace contextRef="#ctx0" brushRef="#br0" timeOffset="114382.054">17236 13755 714 0,'0'0'1306'0,"0"0"-840"15,0 0-146-15,0 0-38 0,0 0-1 0,-87-8 2 16,66 14-31-16,-1 5-7 0,2 2-46 15,-2 1-65-15,2 6-23 0,3 2-25 16,3 3-15-16,2 3-10 0,3 4-27 16,5 2-13-16,0 4-5 0,4 5-14 15,0 1 19-15,2 1-21 0,6 2-19 0,0-4 16 16,4-2-22-16,2-7-12 16,2-6-39-16,4-7-85 0,6-8-15 15,3-7-51-15,6-6-77 0,2-8-155 0,2-12-572 16,-9 5-653-16,15-20 1436 0</inkml:trace>
  <inkml:trace contextRef="#ctx0" brushRef="#br0" timeOffset="114735.097">17717 13893 919 0,'0'0'2066'0,"0"0"-1737"0,0 0-125 0,0 0 55 16,0 0 140-16,0 0-39 0,-95-16-58 15,72 30-112-15,3 10-84 0,-2 6-54 16,5 5 0-16,-1 3-6 0,8 1 11 15,-1-3-11-15,8-5-27 0,3-6-19 16,0-6-33-16,6-7-4 0,7-5 1 16,1-5 15-16,6-2-95 0,3-7 30 15,-1-7 1-15,3-6-28 0,-1-1-7 0,0-5 0 16,-3-1 40-16,-1 2 24 0,-2-1 4 16,-3 5 17-16,-2 2 35 0,-4 1 18 15,-4 6 19-15,-3 5 28 0,-1 2 31 16,-1 3-13-16,0 2 27 0,0 0 16 15,0 0-28-15,0 2-31 0,0 7-24 16,0 5-25-16,0 2 40 0,3 6 9 0,-1 0-24 16,2 1-34-16,4 1-9 15,-2-4-28-15,2 0-23 0,0-4-83 0,2-3-65 16,0-4-40-16,2-5-36 0,2-4-257 16,2-1-496-16,-3-4-461 0,3-9 325 0</inkml:trace>
  <inkml:trace contextRef="#ctx0" brushRef="#br0" timeOffset="114876.505">18057 14004 954 0,'0'0'2199'16,"0"0"-1820"-16,0 0-154 0,0 0 152 15,0 0-22-15,10 79-29 0,-10-59-53 16,2-1-124-16,-1-1-111 0,5-2-38 16,0-4-25-16,3-1-30 0,2-3-146 15,3-4-66-15,3-4-128 0,-5 0-620 16,8-11-846-16</inkml:trace>
  <inkml:trace contextRef="#ctx0" brushRef="#br0" timeOffset="115111.015">18541 13715 2300 0,'0'0'1065'15,"0"0"-897"-15,0 0-31 0,0 0 55 16,0 0 106-16,73 76-18 0,-56-58-104 15,1 5-108-15,-2-2-68 0,-1 1-11 16,-4 2 10-16,-2 3-1 0,-9-1-94 0,0 5 25 16,-9 2-31-16,-9 3-7 15,-6 2 3-15,-5 2 0 0,-4 0-20 0,-4-1-25 16,0-3-38-16,-4-3-116 16,-2-3-208-16,-2-2-514 0,12-9-367 15,-26 7 1306-15</inkml:trace>
  <inkml:trace contextRef="#ctx0" brushRef="#br0" timeOffset="119277.443">19949 13877 46 0,'0'0'2074'0,"0"0"-1557"16,0 0-195-16,0 0-88 0,0 0-2 16,0 0 35-16,0 0-44 0,0 0-104 0,0 0-49 15,-85-33-10-15,71 33-14 0,-2 0 4 16,-1 4-22-16,1 3 0 0,-3-1-6 16,3 2-20-16,-1 1-2 0,0 0-12 15,1 1-1-15,1 2-2 0,1 0 15 16,5 0 1-16,1-1-1 0,1 2-1 15,2-1 1-15,5 2 18 0,0-1-5 0,0 3-10 16,0-4 9-16,2 1-12 0,5-3-3 16,0 1 2-16,3-3 1 0,3-2 2 15,0-1 17-15,6-2 5 0,-2 0 1 16,6-3 6-16,-1 0-31 0,0-5-20 16,-1 0-18-16,1-2-8 0,-6 3-41 0,-1-1-47 15,-6 1-30-15,-2 0-50 0,-4 2-87 16,-3 2-130-16,-1 0-233 0,-9 0-591 15,1 2 182-15</inkml:trace>
  <inkml:trace contextRef="#ctx0" brushRef="#br0" timeOffset="119491.53">19594 14212 310 0,'0'0'362'0,"0"0"1042"15,0 0-1070-15,0 0-143 0,0 0 137 0,0 0-110 16,0 0-7-16,0 0 36 0,0 0-29 15,0 0-48-15,50 40-22 0,-23-37-36 16,5-3-28-16,3 0-47 16,2 0 0-16,1 0-37 0,-1-2 0 0,-1 1-15 0,-1-3-7 15,-4 3-12-15,2-1-81 0,-2 0-89 16,0 0-63-16,0 2-98 0,-3 0-230 16,-5 0-184-16,-7 0-900 0,-1 0 1431 15</inkml:trace>
  <inkml:trace contextRef="#ctx0" brushRef="#br0" timeOffset="120435.572">20199 14425 451 0,'0'0'0'0,"0"0"-323"0</inkml:trace>
  <inkml:trace contextRef="#ctx0" brushRef="#br0" timeOffset="121121.789">20900 13791 111 0,'0'0'336'16,"0"0"-160"-16,0 0 1135 0,0 0-913 16,0 0-42-16,0 0-35 0,0 0-20 15,0 0 7-15,0 0-21 0,0 0-29 16,0 0-25-16,-73-32-29 0,63 32-59 16,-2 0-75-16,-2 7-33 0,-1 4-12 15,0 3 8-15,0 7 13 0,3 4-15 16,0 3 9-16,3 5-7 0,4 5 1 0,3 3-1 15,2 3 4-15,2 0 2 16,4-1-20-16,3 0-19 0,-1-5-3 16,0-5 0-16,4-3-16 0,-1-10-5 0,2-2 3 15,0-6-13-15,4-5-70 0,2-4-3 16,3-3-37-16,5-5-22 0,3-11-88 0,2-3-219 16,3-7-541-16,-2-2-460 15,-9 4 92-15</inkml:trace>
  <inkml:trace contextRef="#ctx0" brushRef="#br0" timeOffset="121565.565">21347 13806 290 0,'0'0'470'0,"0"0"1240"0,0 0-1320 15,0 0-31-15,0 0 13 0,0 0-65 0,0 0-47 16,-83-15-48-16,65 26-70 0,-2 3-46 15,1 6 12-15,-1 4 33 0,-1 6-6 16,3 2-46-16,1 4-28 0,4-1-22 0,2-4-11 16,4-2-27-16,5-5-1 0,2-7-19 15,2-3-5-15,6-4 15 0,6-6 9 16,1-2 0-16,5-2-12 0,2-2-31 16,0-6-27-16,0-3 24 0,1-3-15 15,0-1-38-15,-1-1-30 0,0-3-28 16,-1 1-29-16,-2-1-10 0,-2 0 33 15,-3 2 44-15,0 1-17 0,-6 0 22 16,1 4 98-16,-3-1 16 0,-3 1 70 16,-3 2 56-16,0 1 6 0,0 1-18 15,-6 0-11-15,0 2 6 0,2 2-22 16,0 1 0-16,2 3 6 0,1 2-34 16,-1 7-29-16,1 8 11 0,-2 5 20 0,1 7 22 15,-1 2 15-15,3 0 40 0,0-2-59 16,0-1-58-16,0-1-21 0,0 0-19 15,5-6-33-15,1 0-110 0,-1-6-43 16,6-3-11-16,1-5-51 0,3-4-290 0,2-3-891 16,-4 0-628-16,4-12 1936 0</inkml:trace>
  <inkml:trace contextRef="#ctx0" brushRef="#br0" timeOffset="121864.664">21665 14030 596 0,'0'0'430'0,"0"0"610"0,0 0-729 16,0 0-40-16,0 0 147 0,0 0-16 16,0 0-73-16,0 0-49 0,77-7-86 15,-64 10-55-15,2 2-24 0,-4 0-10 16,2 2-34-16,-4-1-25 0,-2 2-19 0,-3 1 4 16,-1 2-28-16,1 2-3 0,-4 1-12 15,0 3-25-15,-5 1 25 0,-2 1-4 0,-1 0 4 16,2 1 12-16,-3-3 0 15,4-2 0-15,2-3 0 0,3-1-1 0,0-5 1 16,0 0 58-16,8-2-12 0,4-1 13 16,1-2-16-16,5-1-4 0,1-3 7 15,4-6-37-15,1-5-9 0,0-4-64 16,2-2-92-16,-1-5-100 0,-1 0-119 16,-3 6-303-16,0-12-1093 0</inkml:trace>
  <inkml:trace contextRef="#ctx0" brushRef="#br0" timeOffset="122112.291">22304 13678 2282 0,'0'0'1287'0,"0"0"-1053"15,0 0-77-15,0 0 104 0,0 0-25 16,0 0-2-16,87 30 6 0,-70-11-118 15,0 3-64-15,0 6-18 0,0 0 5 16,-2 4-23-16,-5 1-12 0,-4 2-10 16,-4 4-12-16,-2 1-55 0,-10 2 15 15,-6 3-31-15,-5-1-18 0,-4-1-40 16,-4-4-34-16,-2 1-45 0,-2-3-117 16,-3 0-272-16,-3-3-659 0,10-8-562 15,-24 7 1624-15</inkml:trace>
  <inkml:trace contextRef="#ctx0" brushRef="#br0" timeOffset="123745.089">8416 15058 313 0,'0'0'2581'0,"0"0"-1898"0,0 0-327 16,-77-24-120-16,53 23 74 0,0 1-63 16,-1 0-26-16,3 4-68 0,1 5-65 15,1 3-51-15,2 1-13 0,3 5 4 16,1 4-10-16,3 4-6 0,5 5-9 0,2 3 15 15,4 7 1-15,0-1-7 0,0 4-12 16,6-3-12-16,1-5-13 0,0-6 10 16,-1-8 0-16,0-6-3 0,1-9-16 15,3-3-63-15,0-4-35 0,7-4 7 16,1-9 39-16,3-7-16 0,2-6-61 16,-1-5-41-16,-2-3-8 15,0 2 32-15,-4 2 77 0,-2 2 49 0,-2 6 39 16,-5 8 15-16,-1 3 26 0,-2 4-23 15,-1 6 63-15,0 1 81 0,0 0 23 16,0 6-11-16,3 2-17 0,1 4-27 0,3 4-17 16,-3 0-5-16,0 2-7 0,1 0-10 15,-2 1-24-15,0-5-24 0,-1 3-28 16,-1-3-26-16,-2 1-60 0,-1-1-168 0,2 1-56 16,-3 0-147-16,0-5-695 0,0-1-783 15</inkml:trace>
  <inkml:trace contextRef="#ctx0" brushRef="#br0" timeOffset="124128.258">8668 15336 969 0,'0'0'2442'0,"0"0"-2113"0,0 0-197 15,0 0 31-15,90-31-5 0,-75 26-9 16,-6 4 3-16,-3 0-7 0,-3 1-50 16,-3 0-42-16,0 2 2 0,0 3-12 0,0 5-28 15,-2 2 34-15,-2 2-6 0,1 0-43 16,-1-1 1-16,-1-1-1 0,2-5 2 15,2 2-2-15,-1-4-3 16,2 0-25-16,-3-3 27 0,2-1 1 0,1 1-2 16,0-2-19-16,0 0-22 0,0 0 22 15,0 0 18-15,0 0 2 0,0 0-12 0,0 0-11 16,0 0 5-16,0 0 17 0,0 0 2 16,0 0 0-16,0 0-1 0,0 0-20 15,0 0-10-15,0 2 6 0,0 3-3 16,0 2 28-16,0 5 3 0,0 0 0 15,0 2 24-15,0 2-11 0,0-1-13 16,0 1-1-16,0 0 19 0,-3-1-5 16,2-2-13-16,1-1-3 0,0-2-12 15,0-4-16-15,0-2 0 0,0-3-42 16,-1-1-72-16,1 0 5 0,-2 0-21 0,2-1-62 16,-1-4-158-16,1-2-240 0,-3 1-619 15,1 0-483-15,-2-4 1666 0</inkml:trace>
  <inkml:trace contextRef="#ctx0" brushRef="#br0" timeOffset="124576.018">9110 15216 2636 0,'0'0'1876'16,"0"0"-1558"-16,0 0-318 0,0 0 0 15,0 0 29-15,0 0 8 0,84-12 46 0,-68 10-31 16,1 2-50-16,-2-3-2 0,-1 2-46 16,-2-2-110-16,-4-1-69 0,2 3-116 15,-7 1-452-15,-2 0-1156 0</inkml:trace>
  <inkml:trace contextRef="#ctx0" brushRef="#br0" timeOffset="124731.97">9054 15365 2632 0,'0'0'1088'0,"0"0"-1075"0,0 0 97 0,0 0 173 16,0 0 87-16,0 0-19 0,0 0-122 15,95 12-128-15,-69-12-46 0,2 0-30 16,2-6-25-16,0-2-79 0,3 0-89 16,-1 1-86-16,-2-1-123 0,-7 2-762 15,-1 2-1588-15</inkml:trace>
  <inkml:trace contextRef="#ctx0" brushRef="#br0" timeOffset="125285.365">10030 14909 1266 0,'0'0'1857'0,"0"0"-1522"0,0 0-183 16,0 0 54-16,0 0 111 0,1 86-40 0,4-51-39 16,-1 6-72-16,3 6-46 0,-1 3-29 15,4 8-2-15,-1-1-1 0,0 3 68 16,0-1-74-16,-4-3-55 0,-1-2-27 16,-1-4-12-16,0-7 9 0,0-8-15 15,0-9-7-15,-2-9-26 0,2-10-53 16,0-4-18-16,-2-3-58 0,2-3-28 15,0-8-42-15,1-5-95 0,-2-7-314 0,-1 4-627 16,-1-16-734-16</inkml:trace>
  <inkml:trace contextRef="#ctx0" brushRef="#br0" timeOffset="125522.934">10056 15004 333 0,'0'0'2373'0,"0"0"-2013"0,0 0-159 16,0 0 38-16,0 0 42 0,0 0-23 15,93-20-36-15,-74 22-7 0,3 5-77 16,-5 2-39-16,2 1-19 0,-2 0-19 16,-2 1-21-16,-5 0-9 0,0 3-7 15,-6-1-5-15,-4 3-17 0,0 5 16 16,-9 1 6-16,-9 2-24 0,-4-1-33 16,0-1-28-16,-6 1-25 0,0-4-56 15,-2-2-40-15,1-2-47 0,2-1-47 16,0-2-48-16,2-2-251 0,1-1-525 15,8-4-563-15,-3-1 1637 0</inkml:trace>
  <inkml:trace contextRef="#ctx0" brushRef="#br0" timeOffset="126328.31">10356 15420 222 0,'0'0'2502'0,"0"0"-2046"15,0 0-271-15,0 0 50 0,0 0 77 16,0 0-82-16,0 0-53 0,92-16-34 16,-76 16-60-16,-5 4-58 0,-2 1-10 0,-1 2 16 15,-2 0-18-15,-3 2-13 0,-1 1-25 16,-2 2-12-16,0 3 12 0,-5-1-3 16,-4 3 28-16,1-2 1 0,-1-4 21 15,4-1-3-15,0-4-7 0,2-4-9 16,3 0-3-16,0 0 0 0,0-2-49 0,9 0 49 15,4 0 15-15,4 0 34 0,5-6-49 16,3-4-38-16,2-4-51 0,2-4-110 16,1-4-124-16,3-4-201 15,0-1-616-15,-8 4-956 0,2-10 2077 0</inkml:trace>
  <inkml:trace contextRef="#ctx0" brushRef="#br0" timeOffset="126951.528">9693 14041 795 0,'0'0'482'0,"0"0"753"0,0 0-832 15,0 0-118-15,0 0 78 0,0 0 28 16,0 0-81-16,0 0-71 0,0 0-88 15,0 0-77-15,25 83-22 0,-22-60-15 16,0-2-35-16,0 0-2 0,0-4-33 16,-1-1-29-16,2-2-148 0,-1-2-72 15,1-2-123-15,-1-3-255 0,3-1-768 0,-5-3-306 16</inkml:trace>
  <inkml:trace contextRef="#ctx0" brushRef="#br0" timeOffset="127828.521">10497 12099 1327 0,'0'0'91'0,"0"0"1345"0,0 0-1004 16,0 0-152-16,0 0 1 0,0 0-16 0,0 0-51 15,0 0-37-15,0 0-50 0,0 0-72 16,-26 72-53-16,23-54-2 0,2-1-24 15,-1-1-1-15,2 1-18 0,0 0-13 16,0-1-49-16,2-2-162 0,2-2-130 0,5-1-328 16,-2-4-981-16</inkml:trace>
  <inkml:trace contextRef="#ctx0" brushRef="#br0" timeOffset="128573.441">15976 9090 2168 0,'0'0'1597'15,"0"0"-1235"-15,0 0-206 0,0 0 2 16,0 0 52-16,0 0-31 0,0 0 32 15,0 0-22-15,0 0-110 0,0 0-69 16,-24 78-10-16,19-58-21 0,2-1-19 16,0 4-27-16,-2-3-128 0,2 2-41 15,-3 3-134-15,3-7-822 0,-10 11-1718 0</inkml:trace>
  <inkml:trace contextRef="#ctx0" brushRef="#br0" timeOffset="131520.426">11130 14995 1330 0,'0'0'1572'16,"0"0"-1159"-16,0 0-140 0,0 0 11 0,0 0 21 15,-9-73-31-15,2 61-12 0,-1 2-69 16,-4 1-77-16,-3 1-54 0,-1 1-38 15,0-1 25-15,-2 5 33 0,2 2-55 16,-1 1-5-16,2 0 8 0,1 8 19 16,1 7 21-16,1 7-59 0,1 7-11 15,2 6 0-15,2 4 20 0,3 3-17 16,4-2-3-16,0-2-2 0,0-7-16 16,5-6 3-16,5-6-7 0,-2-10-14 15,3-3 21-15,2-6 12 0,3-1-31 16,3-10-2-16,-1-3 5 0,0-7-14 0,0 0-4 15,-5-4-3-15,2 1 6 0,-4 3 16 16,-2 3 8-16,-3 4 20 0,1 6 2 16,-4 5-12-16,0 3-12 0,1 3 24 15,3 8 100-15,2 5 16 0,-1 3-52 0,1 3-21 16,0 3-22-16,-1-2-3 0,-2-1-18 16,0-2-14-16,-2-1 12 0,2-3-10 15,0-1-27-15,-2-2-120 0,-1 1-92 16,3-5-196-16,-3 0-327 0,0-4-708 15,1-2-485-15</inkml:trace>
  <inkml:trace contextRef="#ctx0" brushRef="#br0" timeOffset="131766.165">11362 15191 117 0,'0'0'2202'16,"0"0"-1814"-16,0 0-198 0,0 0 133 0,0 0 43 15,0 0 25-15,0 0 12 0,0 0-162 16,78 16-99-16,-78-7-47 0,0 4-52 15,0 3 0-15,-2 0-28 0,-2 2-15 16,-1 0 0-16,1-3-2 0,1 3-16 0,2-2 6 16,1-4-4-16,0-4 16 15,0-1 3-15,4-1 43 0,5-2-24 0,-1-1 2 16,2 0-12-16,2-2-9 0,1-1-3 16,1 0-2-16,2-1-56 0,0-4-30 15,4 0-54-15,3-1 19 0,-1-1-152 16,5 0-227-16,2 2-783 0,-6 0-1220 15,10-1 2464-15</inkml:trace>
  <inkml:trace contextRef="#ctx0" brushRef="#br0" timeOffset="132023.666">12288 15347 2704 0,'0'0'1230'0,"0"0"-1173"0,0 0-42 15,0 0-15-15,0 0 64 0,0 0 120 0,20 80-1 16,-20-59-106-16,0-1-77 0,0 2 0 16,-4-1-12-16,-3 1-3 0,0-1-54 15,-1-2-45-15,0 1-55 0,-4-4-85 16,-1 1-202-16,-2-2-680 0,3-4-704 15,-14 0 1504-15</inkml:trace>
  <inkml:trace contextRef="#ctx0" brushRef="#br0" timeOffset="135855.705">23067 13953 3409 0,'0'0'597'0,"0"0"-330"0,0 0-218 15,0 0-33-15,0 0 49 0,0 0 37 0,0 0 25 16,0 0-93-16,0 0-34 0,17-1-37 15,-9 1-62-15,1 0-59 0,5-6-66 16,3-3-91-16,-2-2-198 0,1-4-231 0,-2 3-559 16,3-5 464-16</inkml:trace>
  <inkml:trace contextRef="#ctx0" brushRef="#br0" timeOffset="135970.345">23712 13902 2043 0,'0'0'1534'0,"0"0"-1323"0,0 0-201 0,0 0-10 16,0 0-25-16,0 0 24 0,0 0-21 15,0 0-298-15,0 0-256 0,0 0-751 16,88 24-49-16,-61-35 1225 0</inkml:trace>
  <inkml:trace contextRef="#ctx0" brushRef="#br0" timeOffset="136138.809">24201 13864 2380 0,'0'0'1026'16,"0"0"-991"-16,0 0-34 0,0 0-1 0,0 0 86 16,0 0 123-16,0 0-1 0,0 0-136 15,91 46-57-15,-77-42-12 0,3-2 11 16,2-2-14-16,1 0-75 0,3-1-95 16,2-8-57-16,-1-3-133 0,2 0-647 15,-7 0-1048-15,5-5 2023 0</inkml:trace>
  <inkml:trace contextRef="#ctx0" brushRef="#br0" timeOffset="136931.456">26149 13714 2388 0,'0'0'320'0,"0"0"-153"0,0 0 61 15,0 0 148-15,0 0 4 0,0 0-51 16,0 0-58-16,0 0-101 0,0 0-29 15,-82-21 25-15,57 27-74 0,0 4-34 16,-3 2-19-16,-1 3 4 0,2 3-28 16,1 1 0-16,0 5-2 0,7 3-1 0,-1 0 0 15,7 1-12-15,3-1-3 0,5-3-6 16,5-1 9-16,0-2 27 0,12-1 4 16,1-3-31-16,6-4 0 15,1-1-3-15,2-4 1 0,2-5-11 0,-2-3 12 16,4 0-32-16,0-4-34 0,-2-6-74 15,-1-2-58-15,-1-2-25 0,-5 1-61 16,-6 0-280-16,-6 4-707 0,-5 2-1040 16,-7 7 2148-16</inkml:trace>
  <inkml:trace contextRef="#ctx0" brushRef="#br0" timeOffset="137075.851">25904 14152 1884 0,'0'0'1752'0,"0"0"-1270"0,0 0-301 16,0 0-11-16,0 0 123 0,82 34-94 15,-51-34-43-15,5 0-28 0,3-2-80 16,2-5-48-16,1-2-73 0,0-1-61 16,1 3-62-16,-2 0 2 0,-5 3 31 15,-3 3-175-15,-12 1-737 0,-2 0-851 0</inkml:trace>
  <inkml:trace contextRef="#ctx0" brushRef="#br0" timeOffset="137832.951">23214 13777 143 0,'0'0'287'0,"0"0"1851"15,0 0-1687-15,0 0-141 0,0 0 42 16,0 0-22-16,0 0-60 0,0 0-28 15,0 0-97-15,0 0-53 0,-67-11-37 0,44 11 10 16,-1 3-16-16,-4 5-16 0,-3 0-9 16,-1 6-24-16,0 1-16 0,1 3-2 15,0 1-3-15,4 2 8 0,3 4-2 16,6 0-9-16,2 0 5 0,8-1 19 16,5-1 13-16,3-1 2 0,3-2 0 15,8-2 25-15,8-1 6 0,2-3-31 16,1-3 3-16,6-5-18 0,0-4-18 15,1-2 3-15,-1 0-22 0,-1-1-9 16,-3-5-15-16,-5-1-16 0,-2 1-40 16,-5 0-56-16,-2 1-75 0,-6 3-94 15,-4 1-336-15,0 1-549 0,-11 0-231 0,2 3 1135 16,-14 8 134-16</inkml:trace>
  <inkml:trace contextRef="#ctx0" brushRef="#br0" timeOffset="137987.367">22923 14177 816 0,'0'0'88'0,"0"0"1793"0,0 0-1301 0,0 0-225 0,0 0-75 15,0 0-39-15,0 0-42 0,0 0 8 16,-19 69-19-16,30-62-57 0,6 1-14 16,2-3-26-16,9 0-30 0,4-4-46 15,4-1-15-15,4 0-46 0,0 0 16 16,2-3-107-16,0-2-59 0,-2-2-13 16,-2-2-29-16,-1 2-156 0,-5 0-385 15,-8 2-982-15</inkml:trace>
  <inkml:trace contextRef="#ctx0" brushRef="#br0" timeOffset="139758.984">8299 16448 310 0,'0'0'192'0,"0"0"1841"0,0 0-1275 0,0 0-264 15,0 0-191-15,0 0-147 0,-52-74-23 16,41 62-6-16,4 2-28 0,-1 4-50 15,1 0 1-15,4 3 20 0,0 3-5 0,-2 0 2 16,-1 10-3-16,-1 5-64 0,-1 9-65 16,-2 8-8-16,6 6 30 0,3 7 24 15,1 3-2-15,0 0 18 0,4-6-19 16,6-5-18-16,-3-8 15 16,2-10 13-16,0-7-13 0,-1-6 5 0,1-4 20 15,0-2 18-15,3-3-17 0,0-8 40 16,4-4-41-16,0-4-19 0,1-4-24 15,-1-1-13-15,-1 1 13 0,2 2 6 0,-2 4 35 16,-2 6 0-16,-1 5-14 0,-1 3-46 16,-2 3 62-16,4 5 31 0,-3 8 41 15,3 5-14-15,0 2-2 0,-3 5-13 16,0-1-3-16,-1 0-40 0,-1-1-9 16,0-4-41-16,-1-2 17 0,1-1-125 15,0-5-60-15,-1-2-278 0,4-3-555 16,-5-3-650-16,0-2 735 0</inkml:trace>
  <inkml:trace contextRef="#ctx0" brushRef="#br0" timeOffset="139992.72">8746 16709 779 0,'0'0'580'0,"0"0"87"0,0 0-279 16,0 0 54-16,0 0 26 0,0 0-100 0,0 0-79 15,0 0-85-15,0 0-48 0,0 0-26 16,0 0-56-16,43 70-43 0,-50-51-15 15,3 1-16-15,-1-2 0 0,2-3-13 16,3 1-8-16,0-3 2 0,2-1 17 16,5-3 0-16,3 1 0 0,4-4-10 15,4 0 10-15,2-5-20 0,6-1 21 16,1 0-58-16,2-6-37 0,4-4 15 16,-1-5-145-16,-3-4-157 0,-9 3-309 15,6-13-1032-15</inkml:trace>
  <inkml:trace contextRef="#ctx0" brushRef="#br0" timeOffset="140176.021">9334 16623 1709 0,'0'0'1537'16,"0"0"-1092"-16,0 0-234 0,0 0 9 15,83 6 91-15,-60-6-104 0,-1-3-112 0,1-4-95 16,2-3-33-16,-1 0-112 0,-2-3-29 15,-2 1-118-15,-4 4-229 0,-6 3-604 16,-6 2-1046-16,-5 7 2093 0</inkml:trace>
  <inkml:trace contextRef="#ctx0" brushRef="#br0" timeOffset="140325.646">9448 16829 336 0,'0'0'1910'0,"0"0"-1480"0,0 0-211 0,0 0 334 16,0 0-17-16,0 0-123 0,0 0-123 15,89 7-96-15,-60-14-72 0,1-5-70 0,3-1-52 16,3-4-168-16,-1-2-60 16,1-1 68-16,0-3-160 0,-10 4-453 0,10-8-1212 0</inkml:trace>
  <inkml:trace contextRef="#ctx0" brushRef="#br0" timeOffset="140576.421">10165 16456 2149 0,'0'0'2161'0,"0"0"-1941"16,0 0-195-16,0 0 2 0,-1 78 170 16,2-45 88-16,1 4-111 0,1 2-110 0,-2 7-18 15,2 4 11-15,-1 7-5 0,-1 2-52 16,2 4 0-16,-3-1-15 0,1-5-13 0,-1-7-78 15,2-8 2-15,-1-15-42 0,0-11-19 16,2-9-13-16,3-7-41 0,-1-10-185 16,0-9-215-16,2-8-441 0,-1-9-418 15,-1 9 894-15,-1-22 233 0</inkml:trace>
  <inkml:trace contextRef="#ctx0" brushRef="#br0" timeOffset="140780.671">10222 16518 1573 0,'0'0'1792'15,"0"0"-1487"-15,0 0-173 0,0 0 100 16,0 0 128-16,79-16-107 0,-57 15-25 16,-1 1-57-16,1 0-73 0,-3 0-34 0,1 1-45 15,-4 3-19-15,-1 0-15 0,-4 1-7 16,-7 3-5-16,-1 3 2 0,-3 7-75 16,-7 6 2-16,-7 4-49 0,-6 4 2 0,-4 2 9 15,2-2 6-15,-1-3-3 0,2-4-20 16,2-2-71-16,1-4-161 0,5-5-293 15,1-3-672-15,6-3 23 0,1-6 1255 0</inkml:trace>
  <inkml:trace contextRef="#ctx0" brushRef="#br0" timeOffset="141095.731">10487 16840 954 0,'0'0'2519'0,"0"0"-2127"0,0 0-263 16,0 0 59-16,0 0 163 0,0 0-31 15,0 0-84-15,0 0-111 0,0 0-77 0,0 0-17 16,56 22-4-16,-56-12 7 0,0 4 17 16,0 4-29-16,0 1-22 0,0 1-16 15,0-2 4-15,0-3-3 0,0-4-9 0,3-1-13 16,8-3 10-16,1-5 3 16,5-2-31-16,2 0 3 0,1 0 9 15,2-4 13-15,-3-1 11 0,-1 0 17 0,-2 3 1 16,-4 1 0-16,-5 1 1 0,-3 0 30 15,-2 3 52-15,-2 3 0 0,0 4-9 16,-6 2-9-16,-4 1-27 0,-3 2-16 16,-2-5-9-16,0 0-12 0,0-3-41 15,-2-3-87-15,2-3-46 0,-3-1-24 16,3 0-91-16,1-6-176 0,4 0-543 0,-2-10-515 0</inkml:trace>
  <inkml:trace contextRef="#ctx0" brushRef="#br0" timeOffset="141469.427">11274 16619 3116 0,'0'0'973'0,"0"0"-845"0,0 0-41 15,0 0 157-15,-87-43 83 0,68 40 2 16,5 1-106-16,4 2-105 0,0 6-51 0,1 7-35 15,-1 6-32-15,1 8 0 0,1 5 20 16,5 5 19-16,2-3 4 0,1-2-22 16,0-7-21-16,3-7-3 0,5-5-27 15,1-7-46-15,4-6-9 0,2 0 25 16,3-9-25-16,2-5-4 0,1-8-8 16,0-3-13-16,-2-2-3 0,1-3 31 15,-3 3 14-15,2 2 19 0,-3 6 22 16,-1 5 27-16,-1 5 10 0,-3 6 82 15,-1 3 52-15,-1 3 5 0,-2 8-39 16,3 3-10-16,-4 4 0 0,0 3-36 16,-4 0-25-16,1 0-8 0,0 0-31 15,1-4-9-15,-4 0-55 0,3-4-148 16,-1-3-87-16,-1 0-109 0,1-4-672 0,-2 4-1183 16</inkml:trace>
  <inkml:trace contextRef="#ctx0" brushRef="#br0" timeOffset="141745.942">11677 16759 1429 0,'0'0'1906'16,"0"0"-1538"-16,0 0-166 0,0 0 208 15,0 0-27-15,0 0-2 0,0 0-107 16,0 0-162-16,0 0-73 0,0 0-36 16,0 0-3-16,65 18-3 0,-59-12-9 15,4 2 9-15,-1-1 2 0,-1 4 1 16,4-1-2-16,-1 0-1 0,3 1 1 15,3-1-1-15,0 1-15 0,0-3 6 0,2 2 10 16,-2-2-10-16,0 2 9 0,-5-1-13 16,-4 2 1-16,-3 2-33 0,-5 0-22 15,-2 3 15-15,-12 2 18 0,0 0 4 16,-8 0 2-16,-2 0 4 0,-4-4-43 0,-2-1-71 16,-2-3-62-16,-2 1-180 0,-4-4-404 15,9-2-1168-15,-16-2 594 0</inkml:trace>
  <inkml:trace contextRef="#ctx0" brushRef="#br0" timeOffset="142076.839">12512 16874 2576 0,'0'0'1969'0,"0"0"-1642"0,0 0-327 16,0 0-22-16,0 0 21 0,6 76 1 0,-11-50 48 15,-1 4-8-15,-2 0-40 0,0-3-24 16,-3-3-40-16,2 0-74 0,-2-4-146 15,-4 0-326-15,1-2-737 0,3-4-645 16,-14 1 1784-16</inkml:trace>
  <inkml:trace contextRef="#ctx0" brushRef="#br0" timeOffset="147432.653">27158 13773 1886 0,'0'0'661'0,"0"0"-329"0,0 0-137 15,0 0-38-15,0 0 25 0,0 0 59 16,0 0 23-16,0 0-78 0,0 0-39 16,0 0-7-16,-38-54 11 0,36 54-6 15,-4 0-22-15,2 0-22 0,-4 0-21 16,1 0 2-16,-3 0-39 0,-3 2-15 16,0 3-1-16,-3 3-12 0,2 1-12 15,-2 3 8-15,1 6-11 0,1 5-12 16,1 2 12-16,0 6 0 0,2 3 2 15,2 2-1-15,-1 4-1 0,4-2-1 0,2 1 1 16,1-4 19-16,2-3-18 0,1-5 14 16,0-7 6-16,1-3 0 0,3-7-2 15,2-3 1-15,0-5-20 0,4-2-18 0,2 0 15 16,2-9-19-16,5-5 1 0,2-4-6 16,2-5-13-16,-1-5-39 0,1 1-4 15,-1-3 4-15,-3 2 8 0,1 0-12 16,-3 3 13-16,-3 2-4 0,-1 3 24 15,-3 6 29-15,-2 3 21 16,-6 6 15-16,0 3 1 0,-2 2 36 0,0 2 37 16,0 5-3-16,0 6-3 0,0 5-15 15,0 5-17-15,0 4-5 0,0 1-15 16,0 1 2-16,0-1-8 0,1-2-4 16,2-3-19-16,3-3 10 0,0-2-9 15,2-6 13-15,1 0-15 0,4-5-1 16,-1-2-25-16,-1-3-17 0,0-2-35 0,1 0-45 15,1 0-37-15,-1-4-45 0,-1-1-34 16,3-1-134-16,-3-2-228 0,1 0-548 16,-4 2-652-16,-1-2 1372 0</inkml:trace>
  <inkml:trace contextRef="#ctx0" brushRef="#br0" timeOffset="149479.084">27624 14052 228 0,'0'0'1639'0,"0"0"-1088"0,0 0-287 15,0 0-74-15,0 0 166 0,0 0 48 16,0 0-52-16,0 0-48 0,0 0-130 15,22 85-94-15,-22-61-15 0,0-1-9 16,-6-1-10-16,1-1-16 0,2-7-14 0,-1 2-4 16,2-8-10-16,0-1-1 0,2-3 2 15,0-4 0-15,0 0-1 0,0 0-2 16,0-2-26-16,4-4-23 0,5-4-13 16,3-7 13-16,5-2 46 0,1-2-25 15,1-3-15-15,0 3-16 0,-1 2 15 16,-2 4 13-16,1 5 19 0,-3 6 12 15,-2 0 0-15,-2 4 43 0,-2 5 22 16,-2 5-9-16,0 3 9 0,-1 4 9 16,-4 4-31-16,-1 2-43 0,0 0-9 15,0 1-10-15,-3-4-2 0,-2-2-90 0,-1-5-72 16,0-2-81-16,-1-5-133 16,-2-5-214-16,-3-1-602 0,3-1-378 0,-11-13 1434 0</inkml:trace>
  <inkml:trace contextRef="#ctx0" brushRef="#br0" timeOffset="149841.854">26695 13827 1342 0,'0'0'1707'0,"0"0"-1442"0,-17 75-201 15,11-44 18-15,1 5 74 0,0 4 112 0,-1 3-63 16,2 2-93-16,4 1-59 0,0 0-16 15,4-2-37-15,7-5-3 0,2 1-9 16,5-7 9-16,2-4-75 0,2-6-41 16,7-9-67-16,4-9-50 0,3-5-53 15,6-17-220-15,1-11-472 0,-8 4-490 16,21-28 1403-16</inkml:trace>
  <inkml:trace contextRef="#ctx0" brushRef="#br0" timeOffset="150025.282">27871 13671 1808 0,'0'0'978'0,"0"0"-615"16,0 0-181-16,0 0-4 0,70 66 119 15,-55-37 52-15,-1 2-84 0,0 5-111 16,-3 0-98-16,-2 0-25 0,-1 0-31 16,-2 4-3-16,-4-2-24 0,-2 1-60 0,-2-1-18 15,-5-4-13-15,-3-2-6 0,-1-5-27 16,-1-4-37-16,1-2-87 0,0-7-209 15,-1-4-479-15,4-6-566 0,2-4 1395 0</inkml:trace>
  <inkml:trace contextRef="#ctx0" brushRef="#br0" timeOffset="150344.681">28839 13996 2476 0,'0'0'361'16,"0"0"-210"-16,0 0 31 0,0 0 19 0,0 0-51 16,85 4-150-16,-65-8-140 0,-1-3-90 15,4-5-36-15,-2 0-63 0,2-1-296 16,-3 0-754-16,-2 3 1291 0</inkml:trace>
  <inkml:trace contextRef="#ctx0" brushRef="#br0" timeOffset="150584.822">29392 13933 884 0,'0'0'16'0,"0"0"-16"0,0 0-447 15,0 0 226-15,81 4 168 0,-61 0 40 0,3 0-58 16,4-1 71-16,1-1 130 0,3 0 82 16,0-2-10-16,-3 0-101 0,0 0 1523 0,-1 0-1044 15,-3-2-231-15,0-1-89 0,0 1-1 16,-1-2-70-16,-1 2-97 0,-3-3-63 15,-1 4-29-15,-2-4-34 0,-1 4-52 16,-4 0-87-16,0 1-60 0,0 0-44 16,-1 0-103-16,-2 0-253 0,0 0-432 15,-5 1 31-15,-1 1 1032 0</inkml:trace>
  <inkml:trace contextRef="#ctx0" brushRef="#br0" timeOffset="160750.27">30251 13655 2285 0,'0'0'426'0,"0"0"-255"0,0 0-113 16,0 0 51-16,0 0 543 0,0 0-211 16,0 0-161-16,0 0-107 0,0 0-10 15,0 0 79-15,-6-11-44 0,5 11-58 16,-4 1-45-16,-1 3-38 0,-3 0-17 16,-2 5-19-16,1 1 0 0,-3 1-6 15,5 5-3-15,-1 1-12 0,1 3 1 16,2 2-1-16,1 4 13 0,1 1-13 15,2 2 0-15,1 3-1 0,1-2 1 16,0 1-3-16,1-4-27 0,4 0 30 16,1 0-2-16,0-5-16 0,3-1 15 0,-1-4-24 15,3-1-7-15,1-2-11 16,1-3 33-16,2-4-40 0,1-1-51 0,2-4-50 16,2-2-36-16,4-2-57 0,2-7-109 15,3-2-256-15,1-6-154 0,-7 6-343 0,13-4-306 16</inkml:trace>
  <inkml:trace contextRef="#ctx0" brushRef="#br0" timeOffset="161505.175">30821 13825 1110 0,'0'0'481'16,"0"0"-318"-16,0 0-1 0,0 0 95 0,0 0 140 15,-65-70-10-15,51 59-80 0,0 1-113 16,0-2-16-16,0 2 24 0,0 0-33 16,1 2-21-16,1 1-8 0,0 3 3 15,-2 2-28-15,2 2-23 0,-1 0-21 0,1 2-22 16,-1 9 3-16,1 3-15 0,1 5 3 16,2 8 3-16,-1 8 12 0,3 3 3 15,-1 5 6-15,3 2 0 0,1 0-9 16,2-3-6-16,1-3-16 0,1-7-33 15,0-8-21-15,4-2 21 0,4-9-2 16,1-5-23-16,5-4 10 0,-3-4-9 16,6-1 3-16,-1-10-25 0,4-6-27 15,3-5-34-15,-4-5-16 0,3 1 40 0,-4 0-3 16,-1-1 59-16,-3 4-7 0,-3 3 9 16,0 4 24-16,-5 6-2 0,-3 3 3 15,0 6 27-15,-3 1-3 0,0 0 41 16,0 2-28-16,0 4-3 0,0 4 18 15,0 2 0-15,2 1 0 0,-1 7 9 16,1 1-15-16,1-1-3 0,0 3-19 16,2-2 1-16,2 1-22 0,1-5-3 0,3 2-16 15,1-5-26-15,1-4-7 0,2-1-58 16,1-2-16-16,3-3-15 0,0-2-17 16,2 1-3-16,-1-3-22 0,2 0-12 15,0 0 48-15,-2 0-287 0,-3-7-264 16,-2 4-484-16</inkml:trace>
  <inkml:trace contextRef="#ctx0" brushRef="#br0" timeOffset="162912.595">31108 14028 1903 0,'0'0'334'0,"0"0"-156"0,0 0-90 16,0 0-4-16,0 0 106 0,0 0 459 16,0 0-303-16,0 0-195 0,0 0-89 0,0 0 30 15,5 22 120-15,1-6-41 0,-3 8-78 16,2 1-56-16,-2 1 6 0,0 2-41 16,0-6 32-16,0-1-34 0,-2-4-1 0,2-5-21 15,1-5-6-15,2-3-3 0,0-4-24 16,4 0-41-16,2-11-25 0,3-2-10 15,0-4-10-15,-1-1 31 0,-4 2 16 16,1-3 15-16,-5 7 25 0,2 0 26 16,-5 3 9-16,-1 4 17 0,1 3 1 15,-3 0 1-15,0 2 28 0,0 0 10 16,0 0 13-16,0 0-4 0,0 3 3 16,0 0 1-16,-4 2 2 0,0 2 3 15,-1-2-20-15,2 0-5 0,2-1-12 16,-1-3 3-16,2-1-20 0,0 0 1 0,0-2-3 15,8-6-27-15,0-4 2 0,7-3 3 16,-1-1-14-16,2-2-8 0,-1 5 1 16,2 2 27-16,-4 4 16 0,-2 7 34 15,4 0 17-15,-5 3-7 0,1 8-3 16,-2 1 12-16,-3 4 9 0,0 3 4 16,-5 0-7-16,1 1 9 0,-2-1-18 0,0 1-22 15,0-5-16-15,0-1-11 0,0-5-1 16,0-4-25-16,0-4-34 0,0-1-86 15,0-2-49-15,0-7-55 0,0-5-156 16,0 2-306-16,2-11-529 0</inkml:trace>
  <inkml:trace contextRef="#ctx0" brushRef="#br0" timeOffset="163145.088">31665 13722 2138 0,'0'0'372'0,"0"0"-201"0,0 0 13 16,0 0 203-16,0 0 71 0,0 0-141 0,87 13-129 16,-65-2-29-16,1 1-75 0,-1 3-41 15,-4 2-15-15,-3 2-28 0,-4 5-17 16,-5 1-13-16,-6 1 5 0,0 5 3 16,-10 1-40-16,-4 4-44 0,-6-3-96 15,-2 4-161-15,-6-1-184 0,8-9-154 16,-17 10-435-16</inkml:trace>
  <inkml:trace contextRef="#ctx0" brushRef="#br0" timeOffset="163664.777">30919 14458 1846 0,'0'0'1071'0,"0"0"-837"0,0 0-164 16,0 0 10-16,0 0 260 16,15 70 47-16,-10-45-37 0,-2 5-177 0,0 3-98 15,0 5-17-15,-3 4 22 0,0 2-25 16,-1 0-27-16,-4-1-7 0,2-6-11 0,2-8-10 16,1-6-62-16,0-8 28 0,1-8-64 15,2-5-47-15,0-2-53 0,0-6-39 16,-1-6-150-16,-1-5-256 15,-1 3-426-15,0-15-508 0</inkml:trace>
  <inkml:trace contextRef="#ctx0" brushRef="#br0" timeOffset="163812.234">30858 14529 2402 0,'0'0'397'0,"0"0"-307"15,0 0-58-15,0 0 94 16,-93 68 152-16,70-47-37 0,4-4-162 0,4-5-79 15,4-4-165-15,7-6-45 0,3-2-94 16,1-2-253-16,0-13-618 0</inkml:trace>
  <inkml:trace contextRef="#ctx0" brushRef="#br0" timeOffset="163958.859">30880 14503 2345 0,'0'0'549'0,"0"0"-280"0,0 0-90 0,0 0 52 16,88 34 104-16,-66-28-115 0,3-1-104 0,-1-1-89 15,3-3-27-15,4-1-3 0,-3 0-193 16,-3 0-103-16,-5 0-190 0,-4 0-544 16,-12 11-659-16</inkml:trace>
  <inkml:trace contextRef="#ctx0" brushRef="#br0" timeOffset="164531.286">30156 15229 3275 0,'0'0'494'16,"0"0"-371"-16,0 0-35 0,0 0 185 15,0 0-53-15,0 0-44 0,36 79-102 16,-32-48-56-16,2 1-16 0,-3 1-2 16,-1-3-2-16,1-3-10 0,0-4 0 0,0-5-10 15,0-6-21-15,2-4-22 16,-1-6 7-16,1-2-26 0,0 0-24 0,1-6 108 16,2-8 2-16,4-4-2 0,-4-7-25 15,6-3-6-15,-2-3-13 0,4-3 4 16,1 2 37-16,2 1-10 0,1 6 10 15,-1 4 0-15,-3 7 2 0,-2 6-15 0,-3 8 16 16,-3 1 7-16,1 10 80 0,-4 4 0 16,-2 4-10-16,-3 3-33 0,0 0 15 15,0 3-13-15,0-4 9 0,-3 2-2 16,1-6-22-16,-1-3-29 0,1-4-2 16,1-3-1-16,1-5-15 0,0-2 15 15,0 0-2-15,1 0-58 0,5-5 11 16,1 1 50-16,4-4 16 0,-2 2-16 15,2-2-2-15,0 2-14 0,1 1 1 16,-1 3 14-16,-2 1-2 0,-1 1 2 0,0 0 2 16,-5 5 19-16,-1 2 39 0,1 4-7 15,0 1-9-15,-1 3-6 0,-1 0 3 16,-1-1-3-16,2-1-6 0,2-1-14 0,-3-5-17 16,3 2-28-16,1-6-5 15,1 2 8-15,1-1 10 0,3-3 12 0,0-1-65 16,0 0-98-16,4 0-39 0,-3-5-60 15,0-1-211-15,-1-1-539 0,0 0-649 0</inkml:trace>
  <inkml:trace contextRef="#ctx0" brushRef="#br0" timeOffset="164961.924">30925 15424 2134 0,'0'0'398'0,"0"0"-289"0,0 0-15 0,0 0 163 16,0 0 98-16,39-69-73 0,-35 60-108 16,1 0-92-16,-2 6-41 0,-3 0 9 0,0 3-3 15,0 0 32-15,0 0 46 0,0 2 15 16,-6 4-50-16,-3 6-50 0,-4 2 6 16,2 4 4-16,-4 3 14 0,1 2 23 15,0 2 60-15,3 2-19 0,3-2-48 16,-1 0-28-16,3-2-28 0,4-1-9 15,2-3-15-15,0-7 0 0,0-3-27 0,0-5-22 16,0-4-49-16,5 0 16 0,7-6 63 16,-1-8-20-16,2-5-54 0,2-5-48 15,-1-4 8-15,0-1 22 0,0 4 30 16,0 0 19-16,-3 6 9 0,3 5 28 16,-3 3 19-16,1 6 6 0,-4 4 31 15,1 1 47-15,-2 3 49 0,0 5 19 16,1 6-14-16,-2 0-30 0,0 4-1 15,0 0 6-15,-1-4-18 0,-3 1-35 16,3-5-54-16,0-1-33 0,-3-6-7 0,1 0-85 16,1-3-38-16,0 0-52 15,2-4-8-15,0-7-106 0,2-3-366 0,-2 0-651 16,3-8-436-16</inkml:trace>
  <inkml:trace contextRef="#ctx0" brushRef="#br0" timeOffset="165112.197">31224 15377 29 0,'0'0'2997'0,"0"0"-2499"0,0 0-368 0,0 0-73 16,44 71 238-16,-29-51 124 0,-2-1-74 16,2-4-167-16,1-2-133 0,4-5-45 15,-1-4-70-15,4-4-96 0,0 0-81 16,2-11-69-16,-2-3-235 0,-6 2-641 16,3-13-857-16</inkml:trace>
  <inkml:trace contextRef="#ctx0" brushRef="#br0" timeOffset="165277.167">31423 15358 2629 0,'0'0'1176'0,"0"0"-997"0,0 0-144 0,-84 83 66 15,56-51 241-15,1 1 18 0,0-1-93 16,2-2-158-16,5-3-78 0,7-8-31 16,4-6-13-16,3-4-24 0,6-7-106 0,0-2-44 15,0 0-56-15,9-3-48 0,6-8-132 16,3-5-252-16,-1 1-578 0,8-16-575 0</inkml:trace>
  <inkml:trace contextRef="#ctx0" brushRef="#br0" timeOffset="165427.496">31584 15373 2936 0,'0'0'553'16,"0"0"-407"-16,0 0-70 0,1 64 135 15,-8-40 270-15,1-3-89 0,1-4-199 0,-1-2-193 16,1-6-16-16,2-3-81 15,3-6-32-15,0 0-78 0,0-3-122 16,0-8-256-16,0 2-747 0,2-14-562 0</inkml:trace>
  <inkml:trace contextRef="#ctx0" brushRef="#br0" timeOffset="165558.582">31660 15207 1159 0,'0'0'2232'0,"0"0"-1905"0,0 0-273 0,0 0-4 16,0 0 138-16,0 0 66 0,85-8-120 15,-69 5-116-15,3-5-18 0,-2-1-90 16,2 1-53-16,-3-3-133 0,-2 2-208 16,-4 2-307-16,-3 4-595 0</inkml:trace>
  <inkml:trace contextRef="#ctx0" brushRef="#br0" timeOffset="165869.423">31837 15349 3011 0,'0'0'644'15,"0"0"-436"-15,-20 74-164 0,16-51 44 16,0-1 240-16,1-4-21 0,3-6-163 15,0-8-144-15,6-4-77 0,4-3 22 16,5-9 27-16,4-7-49 0,3-8-81 16,2-3-44-16,4-4-49 0,-2 4-27 0,-5 2 37 15,-1 9 12-15,-6 6 37 0,0 9 34 16,-5 4 46-16,-4 0 112 0,0 10 132 16,-3 2 105-16,-2 4 44 0,0 2-49 15,0 1-30-15,0-2-14 0,0-2-11 16,-2-1-28-16,2-3-34 0,0-3-47 15,0-4-68-15,0-1-9 0,0-3-16 16,7 0-25-16,0 0 22 0,2 0-21 16,3-3-4-16,3-4-16 0,-1-1-12 15,2 0 6-15,-1-3 15 0,2 1 3 0,2-5-37 16,3-1-38-16,-1-7 15 0,3-4-191 16,1-6-386-16,-8 7-464 0,17-22-96 15</inkml:trace>
  <inkml:trace contextRef="#ctx0" brushRef="#br0" timeOffset="166038.976">32516 14816 1395 0,'0'0'1616'0,"0"0"-1267"0,0 0-270 0,0 0-28 15,0 0 149-15,-21 88 181 0,13-59-67 16,0 4-106-16,2 5-94 0,2-1-53 16,2 4-18-16,2-1-43 0,0 3 0 15,2-1-15-15,4-3-16 0,3-2 10 16,-3-4-41-16,-1-2-200 0,-2-5-103 15,-3-3-184-15,0-7-604 0,0-1-653 0</inkml:trace>
  <inkml:trace contextRef="#ctx0" brushRef="#br0" timeOffset="166632.84">30218 16242 2005 0,'0'0'531'0,"0"0"-167"0,0 0-95 0,0 0 56 16,18 88 61-16,-10-60-47 0,-3 0-91 16,3-2-94-16,-1-1-49 0,-2-3-25 15,-2-5-31-15,0-5-49 0,0-4-10 16,-3-4-39-16,0-3-71 0,0-1-41 16,0-5-43-16,0-7-94 0,-3-4-184 0,-3-4-234 15,1 2-383-15,-8-11-505 0</inkml:trace>
  <inkml:trace contextRef="#ctx0" brushRef="#br0" timeOffset="166762.385">30168 16102 2617 0,'0'0'492'0,"0"0"-288"16,0 0-93-16,0 0 76 0,0 0 129 0,79 31-121 16,-59-27-164-16,-1 0-31 0,4-3-189 15,2-1-18-15,3 0 11 0,3 0-272 16,-8-1-659-16,9 0-800 0</inkml:trace>
  <inkml:trace contextRef="#ctx0" brushRef="#br0" timeOffset="167314.493">30739 16336 2262 0,'0'0'591'16,"0"0"-363"-16,0 0-97 0,0 0 89 15,0 0 128-15,0 0-55 0,0 0-84 16,0 0-100-16,0 0-41 0,0 0 3 0,0 0-19 15,-82-27-5-15,74 34-10 0,0 4 18 16,0 8 19-16,-2 3 91 0,4 7-6 16,0 4-55-16,2 1-37 15,-1-2-16-15,5-4-14 0,-1-6-22 16,1-6-15-16,0-5-9 0,0-8-6 0,3-3-40 16,4 0-6-16,2-9-15 0,4-8 52 15,3-7-53-15,2-9 10 0,1-4-74 0,0-2-24 16,-1-3-14-16,0 2 11 15,-3 1 41-15,0-1-13 0,-1 2-12 16,-3-1-37-16,-3-3 25 0,0 3 50 16,-4 2 88-16,-2 3 26 0,-2 4 13 0,0 10 54 15,0 5 75-15,0 8 51 0,0 6-18 16,0 1-30-16,0 4-5 0,0 9-13 16,0 6-15-16,-1 8-11 0,-2 7 10 15,-1 4 15-15,1 2 12 0,2-2-25 16,1-3-59-16,0-4-34 0,0-2-20 15,4-4-22-15,2-3-2 0,-2-4-31 0,0-2-73 16,1-3-44-16,-1-4-43 0,0-1-64 16,1-5-168-16,-1-2-526 0,2-1-785 0</inkml:trace>
  <inkml:trace contextRef="#ctx0" brushRef="#br0" timeOffset="167878.426">31018 16418 3094 0,'0'0'512'0,"0"0"-357"15,0 0-105-15,0 0 95 0,17 70 178 16,-14-63-125-16,4-6-198 0,0-1-40 16,7-4-3-16,0-8 24 0,3-4-31 15,0-7-87-15,2-6-64 0,-5 1 10 0,2 0 11 16,-6 3-4-16,-2 5-14 0,-3 2 38 16,-5 6 42-16,0 5 118 0,0 4 35 15,-7 3 135-15,0 0 53 0,-1 6-74 16,-2 4 29-16,0 3-11 0,5 4-17 15,-3 1 35-15,2 3 8 0,3 0-38 16,1 0-20-16,1-2-12 0,1-5-43 16,0-2-77-16,3-4-3 0,3-5-70 0,2-3-41 15,3-3 19-15,6-11 2 0,5-3-21 16,1-9-63-16,2-3-93 0,1-5-66 16,-1 1-29-16,1 3 51 0,0 4-4 15,-2 6 73-15,-4 7 242 0,-4 6 52 16,-4 7 228-16,-1 6 3 0,-3 7 62 0,-2 4 26 15,-5 6-25-15,1 1-72 0,-2 0-57 16,0 1-8-16,0-3 14 0,0-4-67 16,0-5-89-16,1-4-67 0,4-6-19 15,-2-3-63-15,5-5-28 0,4-10 9 16,4-8-71-16,5-7-28 0,2-4-20 16,-2-4-35-16,0 1-117 0,-1-1-92 15,-2 5-17-15,0 0-55 0,-2 6 49 16,1 3 157-16,-5 8 330 0,-2 5 263 15,-6 9 137-15,-2 2 40 0,-2 4 20 0,0 8-3 16,0 5-128-16,-6 4-140 0,-1 5-38 16,0 6 61-16,2 2 20 0,-1 2-77 15,3 0-66-15,1 0-74 0,2-2-15 16,0-4-104-16,0-4-88 0,0 1-6 16,7-6-7-16,-1 0-6 0,0-5-35 15,-2-4-746-15,-4 4-1108 0</inkml:trace>
  <inkml:trace contextRef="#ctx0" brushRef="#br0" timeOffset="168313.406">30078 17012 277 0,'0'0'2861'15,"0"0"-2463"-15,0 0-398 0,0 0 0 0,90-60 60 16,-49 39 243-16,7 2 38 0,6 2-154 16,5 3-98-16,6 1-18 0,2 3 50 15,6 0 60-15,1 0-83 0,2 3-65 16,0 0-30-16,1 0-3 0,1 0-1 16,1-1-23-16,-1 2-22 0,2 0-46 15,0 2-6-15,0 1 12 0,-2 1 86 0,-4 2-1 16,-7 0 1-16,-2 3-56 0,-7 1-24 15,-5 0-16-15,-4 0-34 0,-6-1-32 16,-4 0-74-16,-4-1-76 0,-8-1-118 0,-8 0-251 16,-4-1-475-16</inkml:trace>
  <inkml:trace contextRef="#ctx0" brushRef="#br0" timeOffset="177998.519">9553 17396 1899 0,'0'0'425'0,"0"0"-218"0,0 0-98 15,0 0 345-15,0 0-100 0,0 0-95 16,0 0-54-16,0 0-31 0,0 0-19 0,0 0-5 16,-6-4-42-16,6 4-40 0,0 2-43 15,0 5-25-15,0 3 0 0,0 3-25 16,0 3-9-16,-1 0-22 0,1 1-136 16,-2-1-109-16,2 0-172 0,0-2-259 0,-1-3-424 15,-1 1-30-15</inkml:trace>
  <inkml:trace contextRef="#ctx0" brushRef="#br0" timeOffset="178138.045">9510 17706 1656 0,'0'0'436'0,"0"0"-181"0,0 0-57 0,0 0-8 16,0 0-4-16,0 0-32 0,11 75-64 16,-8-65-90-16,0-2-6 0,3-3-39 15,-5 1-74-15,2-1-115 0,-2 0-82 16,1 1-96-16,-2-2-127 0,0 2-442 0</inkml:trace>
  <inkml:trace contextRef="#ctx0" brushRef="#br0" timeOffset="178750.607">8747 18218 1755 0,'0'0'441'16,"0"0"-169"-16,0 0-17 0,0 0 66 15,0 0 47-15,0 0-70 0,0 0-56 16,0 0-38-16,0 0-51 0,-37-69-1 0,28 63-38 16,-2 0-43-16,-1 0-40 0,1 1 24 15,-2-1-42-15,1 1 4 0,-1 2-17 16,2 0 0-16,-1 3 12 0,1 0-9 15,0 0 13-15,0 3-16 0,1 7-17 16,0 1-10-16,1 5 11 0,2 3 4 16,6 5 10-16,1 1-26 0,0 3 13 15,5 0-7-15,7 0 21 0,-1-5-20 16,-2-4-4-16,4-6-12 0,-4-2-9 16,-1-6 6-16,4-5-1 0,-2 0 41 0,0-2 3 15,3-7-3-15,-3-4-3 0,3-2-53 16,-3-1 13-16,-1 0 15 0,-2 0 6 15,0 4 1-15,0 2-1 0,-1 2-6 16,0 5-16-16,-2 2 4 0,3 1 40 16,0 0 2-16,2 3 66 0,0 6 4 0,2 1-32 15,-2 2-6-15,1 2-10 0,0-1-24 16,0-1-3-16,-2 0-9 0,1-4-7 16,2-1-27-16,-1-2-45 0,1 0-97 15,2-4-54-15,-1-1-208 0,-2 0-346 16,3-2-697-16</inkml:trace>
  <inkml:trace contextRef="#ctx0" brushRef="#br0" timeOffset="180967.942">9046 18329 941 0,'0'0'440'15,"0"0"-167"-15,0 0-55 0,0 0 54 16,0 0 49-16,0 0-53 0,0 0-59 15,0 0-20-15,0 0 3 0,0 0 8 0,0 0-26 16,14-34-32-16,-14 34-29 16,0 0-25-16,2 0-18 0,-2 0-17 0,1 0-10 15,-1 0-2-15,2 0-4 0,-2 0-37 16,1 4-12-16,6 3 12 0,-1 4 18 16,1 3 20-16,2 7 17 0,1 2 1 15,-3 3-37-15,-1 0-19 0,0-3 0 16,-2-3-3-16,1-3-25 15,-2-4 3-15,-1-5 25 0,-1-4-25 0,1-2 7 0,-2-2-1 16,0 0-31-16,1 0-6 0,-1-5-3 16,3-4 18-16,0-3 41 0,1-3 13 15,2-4-10-15,0-2-3 0,-2 0 0 16,3 1 0-16,-1 2-2 0,0 2-1 16,2 3-22-16,0 5 0 0,-3 1 23 15,3 4-1-15,-2 2-9 0,-1 1 12 16,1 0 3-16,1 3 29 0,-1 5 5 15,1 3 22-15,2 2 4 0,-3 3-39 0,-2 2-11 16,0-2-13-16,-1-1 0 16,-1-4 0-16,-1-3-13 0,1-3 10 0,-2-4-18 15,0 0 2-15,2-1-15 0,-2 0-29 0,2-1-15 16,-1-2-1-16,2-3 15 16,4 0 64-16,-2-1 22 0,-1 0 1 15,3 0-23-15,0 2-25 0,-2 3 12 0,-1-1 1 16,3 3 12-16,-2 0 22 0,2 1 28 15,-3 4 4-15,3 1-7 0,1 4 6 16,-3-1-18-16,4 0-35 0,-3-2 13 16,-2 1-13-16,3 1-12 0,-2-5-13 15,-2 0-13-15,2 0-79 0,-2 1-68 16,-2-4-90-16,2-1-100 0,0 0-294 16,0 0-497-16</inkml:trace>
  <inkml:trace contextRef="#ctx0" brushRef="#br0" timeOffset="181158.134">9591 18464 1816 0,'0'0'716'0,"0"0"-400"0,0 0-162 0,0 0-13 16,0 0 114-16,0 0 40 0,83 12-109 15,-64-14-108-15,0-3-47 0,-1 0-31 16,1-3-36-16,-5 0-134 0,0-2-73 15,1 1-114-15,-6-1-250 0,5-3-647 0</inkml:trace>
  <inkml:trace contextRef="#ctx0" brushRef="#br0" timeOffset="181366.128">9873 18290 2077 0,'0'0'428'16,"0"0"-367"-16,0 0-45 0,0 0 181 0,0 0 156 15,0 0 4-15,0 0-123 0,0 0-133 16,0 0-13-16,0 0 9 0,0 0 1 16,26 79-23-16,-22-50-25 0,0 4-19 0,-1-2-31 15,-1 2-14-15,-1-1-5 0,1-3-9 16,1-4-41-16,-2-5-51 0,-1-7-36 16,3-6-56-16,-3-3-102 0,4-4-208 15,-4 0-286-15,3-2-427 0</inkml:trace>
  <inkml:trace contextRef="#ctx0" brushRef="#br0" timeOffset="181724.213">10278 18179 1254 0,'0'0'2059'0,"0"0"-1773"0,0 0-264 16,0 0-22-16,0 0 139 0,0 0 31 16,0 0-22-16,79-12-73 0,-66 7-44 15,2-3-31-15,-1-3-46 0,-4 1-93 16,0-1-91-16,-1-1-134 0,-4 4-263 16,-5 1-792-16</inkml:trace>
  <inkml:trace contextRef="#ctx0" brushRef="#br0" timeOffset="181897.013">10335 18361 2936 0,'0'0'467'0,"0"0"-394"0,0 0-38 0,0 0 117 0,0 0 144 16,0 0 15-16,0 0-132 0,0 0-123 15,83 2-50-15,-65-11-6 0,0-6-52 16,-1 0-97-16,0-3-72 0,-2 1-116 15,-4 3-248-15,5-5-831 0</inkml:trace>
  <inkml:trace contextRef="#ctx0" brushRef="#br0" timeOffset="182623.603">11079 18043 1949 0,'0'0'428'0,"0"0"-157"0,0 0-71 0,0 0-5 15,0 0 10 1,0 0 15-16,0 0-11 0,0 0-39 0,0 0-35 0,0 0-21 15,0 83-5-15,7-47-3 0,1 8 27 16,-1 4 0-16,3 4-71 0,-3 4-50 16,0 1-9-16,-2 3-3 0,0-4 0 15,0-5-2-15,-3-6-19 0,1-9-1 16,0-9-3-16,-1-10-9 0,-1-6-68 16,-1-9 19-16,0-2-54 0,0-2-80 15,0-12-113-15,-1-7-195 0,-4 1-467 0,-3-27-367 16</inkml:trace>
  <inkml:trace contextRef="#ctx0" brushRef="#br0" timeOffset="182873.388">11112 18018 2406 0,'0'0'339'0,"0"0"-220"0,0 0-4 16,0 0 36-16,78-24 75 0,-59 23-35 0,-3 1-33 15,-2 0-69-15,1 0-17 0,-3 1-3 16,-1 6-22-16,-3 0-19 0,2 7 7 15,-5 1-9-15,-3 8 18 0,-2 3-44 16,0 5-10-16,-4 0-27 0,-5 0-18 16,-3-1 5-16,-3-3-12 0,-1 0-17 15,0-1 3-15,-4-2-6 0,2 0 0 16,2-5-10-16,-1-2-26 0,3-4-79 16,6-5-73-16,-1-6-174 0,6 0-91 15,3-2-460-15</inkml:trace>
  <inkml:trace contextRef="#ctx0" brushRef="#br0" timeOffset="183408.408">11526 18431 1884 0,'0'0'809'16,"0"0"-411"-16,0 0-263 0,0 0-36 0,0 0 69 15,0 0 104-15,0 0-49 0,0 0-46 16,0 0-81-16,36 74-43 0,-25-44-19 16,-3-1-15-16,-1-1-19 0,-1-8-15 15,-1-2-9-15,0-8-23 0,-1-2-9 16,-3-5-31-16,2-3 8 0,0 0-9 15,-1-6-6-15,2-6 94 0,3-8 11 16,-1-3-10-16,0-4-1 0,0-1-16 16,-2 1 15-16,4 2 0 0,-2 4-18 0,0 5 19 15,1 6 0-15,-1 3 22 0,-3 7-3 16,1 0 32-16,2 4 39 0,-3 7 11 16,1 3-32-16,1 2-16 0,-3 4-25 15,1-2 6-15,0-3-21 0,-3-2-13 16,3-5-22-16,-3-4-3 0,1-4 23 0,-1 0 1 15,3-2-24-15,0-4-22 0,3-2 47 16,1-2 31-16,-1-2-15 0,2 2-16 16,1 0-12-16,0 2-16 0,1 3 3 15,0 1 25-15,0 3 12 0,4 1 1 16,1 0 15-16,1 4 28 0,-2 2 27 16,2 2-71-16,-4-1-11 0,-1 3-2 15,1-2-9-15,-2 2 7 0,-1-3-80 16,-1 1-76-16,-1-2-83 0,-1-1-65 15,-3 1-186-15,1-3-558 0,-1-1-536 0</inkml:trace>
  <inkml:trace contextRef="#ctx0" brushRef="#br0" timeOffset="184003.219">12406 17779 1899 0,'0'0'444'0,"0"0"-169"0,0 0-95 15,0 0 19-15,0 0 105 0,0 0 42 16,-89-7-59-16,76 14-98 0,-1 3-74 15,1 7-21-15,1 7-11 0,5 7 13 16,3 5 37-16,2 4 24 0,2 3-56 16,6 0-37-16,3-2-33 0,2-7-31 15,2-3-9-15,0-9-13 0,-1-8-24 16,-1-6 1-16,2-7 5 0,0-1-9 0,4-12 12 16,-1-7-9-16,-2-4-31 0,0-6-1 15,-3-2-11-15,-1-3 5 16,-4 2 44-16,1 2 6 0,-4 5 9 0,-1 3 5 15,-1 5 20-15,-1 5 16 0,0 5 21 16,0 3 22-16,0 4-6 0,0 0 24 0,2 0 9 16,2 4-36-16,-2 8-29 0,4 4 32 15,2 8-10-15,-1 1-16 0,3 4 7 16,-3-4-10-16,3 0-24 0,-2-4-19 16,1-6-24-16,2-1-49 0,0-3-143 15,1-3-29-15,1-2-122 0,1-3-275 16,-5-1-657-16,6-2-500 0</inkml:trace>
  <inkml:trace contextRef="#ctx0" brushRef="#br0" timeOffset="184744.598">12738 18092 2549 0,'0'0'450'0,"0"0"-305"0,0 0-40 16,0 0 58-16,0 0 157 0,0 0-16 15,0 0-75-15,0 0-120 0,0 0-75 0,0 0-15 16,0 0-4-16,0 50 19 0,0-30 16 16,3 3-1-16,0-4-3 0,-2 0-18 15,2-5-26-15,-2-2 0 0,-1-3-2 16,2-3 2-16,-1-4 0 0,-1-2-2 16,0 0-15-16,3-4-84 0,0-7-34 15,3-5 31-15,5-7 8 0,0-2 7 0,3 0-5 16,0-1-30-16,0 4 6 0,3 3 43 15,-2 4 45-15,1 3 28 0,-4 5 1 16,-1 5 53-16,-2 2 18 0,0 0 29 16,-2 2 8-16,-3 7 5 0,3 2-14 15,-4 4-10-15,-1 3-3 0,-1 1-13 0,1 2-3 16,-2-2-15-16,0-4-16 16,1-3-40-16,-1-6-15 0,2-1-3 0,-2-5-4 15,1 0 1-15,3 0-17 0,0-6-11 16,2-2 37-16,2-3 9 0,0-2-19 15,5 1-3-15,-3-1-12 0,4 1 12 16,-3 3 3-16,0 4 10 0,2 2 12 0,2 3 25 16,0 1 12-16,-2 8 3 0,3 1-9 15,0 5-15-15,0 1-15 0,-3 4 0 16,3 1-1-16,-3 1-50 0,-3-1-55 16,1 2-79-16,-5 4-99 0,-2-1-194 15,-1-4-633-15,-3 12-856 0</inkml:trace>
  <inkml:trace contextRef="#ctx0" brushRef="#br0" timeOffset="186283.943">14083 16985 1926 0,'0'0'353'0,"0"0"-158"0,0 0-95 16,0 0-13-16,0 0 423 0,0 0-181 15,0 0-64-15,0 0-67 0,102-4-40 16,-63 13-21-16,3 0-38 0,5 0-46 16,1-2-43-16,1-2-10 0,2-5-3 15,-1 0-12-15,1-8-4 0,1-3 7 0,-3-6-59 16,0 0-45-16,-5-1-32 0,-7 0-71 15,-4 5-136-15,-8 1-194 0,-10 6-474 16,-9 6-417-16</inkml:trace>
  <inkml:trace contextRef="#ctx0" brushRef="#br0" timeOffset="186490.645">14342 17247 859 0,'0'0'1788'0,"0"0"-1550"0,0 0-180 0,0 0 38 16,0 0 48-16,101 21 25 0,-64-21 3 16,6 0-39-16,1-9-101 0,3-7-30 15,-1-3-2-15,2-3-13 0,-5 0-148 16,-4-3-62-16,-3 0-55 0,-4 1-173 16,-8 5-353-16,2-5-872 0</inkml:trace>
  <inkml:trace contextRef="#ctx0" brushRef="#br0" timeOffset="186796.131">14477 16739 1732 0,'0'0'982'0,"0"0"-982"16,0 0-38-16,0 0 38 0,84-34 139 15,-52 28 115-15,2 4-33 0,5 1-53 16,4 1-57-16,1 0-6 0,3 8-26 15,2 3-32-15,0 4-30 0,0 6-17 16,-3 3 0-16,-4 6 0 0,-4 3 0 16,-7 5-70-16,-3 0-37 0,-7 2 34 0,-8 3 61 15,-4 0 12-15,-6 1 34 16,-3 2-8-16,-5 1 15 0,-9-1 35 0,-3 1-17 16,-6-2 1-16,-5-4-47 0,-3-1-13 15,-7-5-60-15,-3-4-110 0,-6-5-33 16,-2-3-14-16,-3-5-39 0,-1-8-192 0,12-2-314 15,-18-8-758-15</inkml:trace>
  <inkml:trace contextRef="#ctx0" brushRef="#br0" timeOffset="187743.671">17719 16777 401 0,'0'0'1008'15,"0"0"-910"-15,0 0-76 0,0 0-22 0,0 0 17 16,0 0 87-16,0 0 110 0,0 0 56 15,0 0-82-15,-31-80 28 0,27 58 55 16,-2 1-46-16,0-3-8 0,-1 3-22 16,-3 2 4-16,1 2-54 0,-1-1-16 15,-1 4 26-15,-1-1-21 0,-3 1-37 16,0 0-45-16,-4 3 14 0,2 1-4 16,-2 4 9-16,0 2 9 0,-1 4-22 0,3 0 7 15,3 7-13-15,-1 11-18 0,4 12-13 16,3 12 19-16,4 11 21 0,4 11-6 15,0 6-6-15,3 1-30 0,6 0 17 16,1-6-33-16,1-10-3 0,2-12-10 16,-1-9-5-16,1-14-25 0,0-8-48 0,1-8 36 15,1-4 39-15,3-7-8 0,-2-8-13 16,3-10-33-16,-2-6-19 0,1-4-1 16,-1-3 7-16,-3 0 15 0,-1 1 9 15,-1 2 4-15,-2 4 8 0,0 3-15 16,-3 6 12-16,0 6 36 0,-1 4 11 15,-3 8 25-15,0 3 25 0,0 1 27 16,-2 1-27-16,3 8-19 0,2 5 74 0,2 7 6 16,4 6-37-16,-2 2 3 15,4 5-31-15,1-2 18 0,-2-1-53 0,2-3-11 16,-1-4-37-16,0-5 12 0,1-5-70 16,2-3-77-16,-2-4-45 0,3-5-29 15,-2-2-204-15,-4-2-315 0,2-14-799 0</inkml:trace>
  <inkml:trace contextRef="#ctx0" brushRef="#br0" timeOffset="187911.153">18175 16877 2839 0,'0'0'598'0,"0"0"-433"16,0 0-133-16,0 0 21 0,91 31 33 0,-71-30 33 15,-1-1-31-15,1-4-88 0,-3-3-3 16,2-6-192-16,-3 0-102 0,-4-1-156 15,-4 4-557-15,-5-2-658 0</inkml:trace>
  <inkml:trace contextRef="#ctx0" brushRef="#br0" timeOffset="188064.896">18216 17079 2621 0,'0'0'1147'0,"0"0"-933"15,0 0-198-15,0 0 79 0,0 0 26 16,0 0 103-16,89 36 14 0,-63-36-106 15,1-7-71-15,4-7-27 0,0 0-34 16,-2-1 0-16,1-2-135 0,-4 0-90 16,-1 4-82-16,-3-1-154 0,-7 4-559 15,1 3-835-15</inkml:trace>
  <inkml:trace contextRef="#ctx0" brushRef="#br0" timeOffset="188566.735">19107 16590 2153 0,'0'0'518'0,"0"0"-120"16,24 104-107-16,-17-47-28 16,4 14 8-16,-5 5-38 0,-3 2-40 0,-3 2-84 15,0-2-69-15,-1-3-18 0,-7-4-7 16,3-7-13-16,-4-6-2 0,5-10-1 15,0-11-14-15,2-12-13 0,1-10-62 16,-1-9-6-16,2-6-41 0,-3-2-62 16,0-14-43-16,-1-10-139 0,-4-8-170 0,3 3-228 15,-4-31-565-15</inkml:trace>
  <inkml:trace contextRef="#ctx0" brushRef="#br0" timeOffset="188777.255">19116 16788 3 0,'0'0'2415'0,"0"0"-1970"0,0 0-243 0,0 0-58 15,84-77 34-15,-59 60 3 16,0 4-26-16,3 3-38 0,-1 5-35 0,3 1 5 16,-2 4-1-16,1 0-21 0,-5 8-2 15,-1 3-32-15,-3 7 13 0,-6 4-23 16,-3 6 7-16,-8 6-6 0,-3 7-22 16,-3 4-12-16,-10 3-15 0,-3 2-26 15,-4-2-44-15,-2-5-15 0,1-3-33 16,1-5-51-16,0-6-89 0,5-4-82 15,5-6-134-15,3-6-140 0,5-1-526 0</inkml:trace>
  <inkml:trace contextRef="#ctx0" brushRef="#br0" timeOffset="188943.859">19667 17198 2368 0,'0'0'426'0,"0"0"-249"15,0 0-43-15,0 0 16 0,58 69 156 16,-51-44 13-16,-4 4-86 0,-3-1-137 15,0 2-77-15,-3-4-18 0,-2-4 0 16,1-6-1-16,0-3-19 0,1-4-127 16,0-6-91-16,2-3-72 0,1-4-109 15,0-5-313-15,0-17-745 0</inkml:trace>
  <inkml:trace contextRef="#ctx0" brushRef="#br0" timeOffset="189096.465">20011 17067 2508 0,'0'0'290'0,"0"0"-238"0,0 0-20 16,0 0-6-16,0 0-23 0,85-30 0 15,-69 23-3-15,0 0 0 0,-1 0-1 16,2-1-34-16,-1 1-297 0,-5 0-371 16,7-4-1038-16</inkml:trace>
  <inkml:trace contextRef="#ctx0" brushRef="#br0" timeOffset="189276.146">20664 16924 3022 0,'0'0'431'0,"0"0"-339"15,0 0-48-15,0 0 54 0,0 0 101 0,87 12 264 16,-73-12-114-16,2 0-226 0,-2-2-123 16,4-9-24-16,-2-3-152 0,1-2-90 15,-3-1-106-15,-1 0-285 0,-6 4-670 16,2 0-672-16</inkml:trace>
  <inkml:trace contextRef="#ctx0" brushRef="#br0" timeOffset="189394.948">21077 16854 2553 0,'0'0'640'0,"0"0"-465"16,0 0-143-16,0 0-13 0,0 0-6 16,90 34 57-16,-73-27-10 0,2-3-60 15,4-2 0-15,2 1-32 0,1-2 7 16,-2-1-26-16,1 0-236 0,-1-1-75 0,-7-2-304 15,9 1-1153-15</inkml:trace>
  <inkml:trace contextRef="#ctx0" brushRef="#br0" timeOffset="189942.168">22442 16496 3298 0,'0'0'178'0,"0"0"-178"0,0 0-70 15,12 68 70-15,-7-23 108 0,-2 12 114 16,-2 10 7-16,0 9-18 0,3 5-3 16,-4 2-37-16,0 0-45 0,0 1-40 15,0-6-31-15,-6-4-27 0,-2-5-16 0,2-7-12 16,0-11-15-16,1-10 3 15,2-11-34-15,2-11-96 0,1-9-56 0,0-5-19 16,0-5-75-16,0-5-92 0,0-8-110 16,-2-12-105-16,2 4-62 0,-3-26-392 0</inkml:trace>
  <inkml:trace contextRef="#ctx0" brushRef="#br0" timeOffset="190173.535">22350 16618 320 0,'0'0'2553'0,"0"0"-2111"0,0 0-277 15,0 0-92-15,98-75 22 0,-69 65 54 16,-2 4 39-16,-1 5-46 0,-2 1-42 16,-3 5-13-16,1 7 3 0,-5 3 21 15,-3 6-27-15,-3 4-32 0,-5 8-18 16,-6 6 3-16,-3 6-15 0,-14 6-1 0,-3 1-18 16,-7 1 9-16,-3-4 1 0,-2-4 2 15,2-8-12-15,0-5 9 16,2-7-12-16,0-7-107 0,3-3-69 15,0-4-16-15,2-3-38 0,3-3-25 0,3-3-48 16,6 0-121-16,2-2-206 0,6 0-125 16,3-2-796-16</inkml:trace>
  <inkml:trace contextRef="#ctx0" brushRef="#br0" timeOffset="190643.875">22856 17384 3034 0,'0'0'453'0,"0"0"-383"0,0 0-17 16,0 0 30-16,0 0 74 0,0 0 117 0,0 0-81 16,84 57-90-16,-75-40-51 0,-4 1-5 15,2 1 2-15,-5-2-21 0,1-5-26 16,-2-3-2-16,-1-4-13 0,2-4-24 0,0-1-68 15,3-6-65-15,1-8 36 0,3-4 33 16,2-6 35-16,0-2 31 0,2 0 16 16,-1 3 18-16,0 4 1 0,-1 4 29 15,-2 5 43-15,-1 6-12 0,-2 2-13 16,-3 2 0-16,0 0 6 0,-2 4 3 16,0 5 9-16,-1 2 3 0,0 0-24 15,0 1-4-15,-2-1 3 0,0-4-9 16,1-1-34-16,1-4 0 0,0-2-25 0,0 0-49 15,0-2-47-15,5-7 19 0,6-1 49 16,1-3 3-16,2 1 3 0,3-2 22 16,-3 5 25-16,-1 2 20 0,2 5 33 15,-4 2 22-15,2 0-10 0,-1 7-9 16,-2 2-16-16,1 4 4 0,-1 3-7 16,-1 1-9-16,-2-1-13 0,0 4-15 15,-1-3-12-15,-1 2-146 0,-2-2-110 0,0-3-91 16,-1 1-188-16,-2-5-601 0,0 1-763 15</inkml:trace>
  <inkml:trace contextRef="#ctx0" brushRef="#br0" timeOffset="192612.002">31443 14247 980 0,'0'0'355'0,"0"0"-257"16,0 0-52-16,0 0 90 0,0 0 150 16,0 0 13-16,0 0 5 0,0 0-66 15,0 0-67-15,0 0-27 0,0 0-9 16,0 0-36-16,10-56 12 0,-9 54 16 15,-1-3-7-15,2 1-44 0,-1-1-28 16,2-1-23-16,0-5-13 0,0 1-1 0,-1-3-11 16,4 0-3-16,-1-1 1 0,1 0 1 15,0 3-2-15,-1-1 1 0,-1 3-1 16,1 1 3-16,-2 3 35 0,-2 3 28 0,0 1 0 16,1 1 2-16,-1 0 40 0,-1 0-31 15,3 0-39-15,-1 0-14 0,5 0-18 16,-2 0 31-16,6 1 0 0,1 5-6 15,2 0 9-15,3 3-9 0,-3 5 9 16,3 1 3-16,-1 3 13 0,-4 2-22 16,-1 3-4-16,-3-2-8 0,-2 2-1 15,-4-1-18-15,-2 0-1 0,0 0-1 16,0 0-47-16,0-3-25 0,-2-1-13 16,-4-2-62-16,0-5-88 0,-1-3-163 15,1-4-301-15,-3-2-681 0</inkml:trace>
  <inkml:trace contextRef="#ctx0" brushRef="#br0" timeOffset="193873.069">24264 16623 2582 0,'0'0'422'0,"0"0"-214"0,0 0-106 16,0 0 32-16,-65-72 62 0,47 58-7 0,-1 1-41 16,-1 1-72-16,-2 4-26 0,2 2 3 15,-2 1 13-15,1 4 71 0,-1 1-41 16,2 9-22-16,-2 7 3 0,2 8-6 15,3 9-19-15,1 10 1 0,4 8-7 16,2 6-16-16,3 1-30 0,4-7 0 0,3-6-14 16,0-13-17-1,9-12-3-15,0-8-27 0,2-6 15 0,6-6 46 0,-1-1-1 16,4-12-26-16,2-6-22 0,-2-7-35 16,2-3-15-16,-4-3 19 0,-2 1 5 15,0 6 22-15,-4 6 28 0,0 4-9 16,-3 6 0-16,-1 5 5 15,0 3 29-15,-2 1 59 0,3 1 16 0,-4 7 15 16,4 4 9-16,1 3-9 0,-1 3 0 16,2 2-32-16,-2 3 7 0,2 0-19 15,0 0 9-15,0-3-18 0,-2 0-37 0,-1-5-24 16,1-1-19-16,0-2-89 0,-1-3-50 16,-2 0-41-16,2-3-50 0,0-2-223 15,-2-1-710-15,0-2-925 16</inkml:trace>
  <inkml:trace contextRef="#ctx0" brushRef="#br0" timeOffset="194315.722">24576 16949 2304 0,'0'0'353'0,"0"0"-218"0,0 0-39 16,0 0 81-16,0 0 196 0,0 0-22 15,0 0-156-15,0 0-112 0,5 72-43 16,-5-63 13-16,0 0-18 0,2-3-35 15,-1 0 0-15,-1-5-38 0,0 1 7 16,2-2 12-16,-1 0-12 0,2-2-23 0,4-5 28 16,0-1 26-16,2 0 19 0,2-5-1 15,0 1-2-15,0-2-12 0,3 1-4 16,-3 3 0-16,0 2-35 0,1 4-12 0,-2 3-3 16,-1 1 50-16,0 8 37 15,0 6 48-15,-1 5-40 0,-4 4 5 16,0 2-1-16,-3 2-21 0,1-3 16 15,-2-1-10-15,0-6-31 0,1-3 13 0,-1-7-16 16,0-4-10-16,2-2 9 0,1-1 1 16,2-3-2-16,3-7-2 0,4-3 3 15,3-6-27-15,2-2-28 0,1 1 13 16,3-1 21-16,1 3 6 0,-2 4 4 16,2 3 9-16,-4 6 3 0,-2 2 24 15,0 3 29-15,-4 0 6 0,-2 5-3 16,0 2-3-16,-2 4-4 0,0 1-15 0,-2 0-3 15,0 3 3-15,0 2 0 0,-4 1-31 16,1 1-1-16,0 1-2 0,-2-2-30 16,1 0-165-16,-2-1-99 0,0-2-141 15,0-4-289-15,0 3-998 0</inkml:trace>
  <inkml:trace contextRef="#ctx0" brushRef="#br0" timeOffset="195292.952">19681 15926 2451 0,'0'0'400'0,"0"0"-80"0,0 0-240 16,0 0-35-16,0 0 54 0,0 0 72 16,0 0 3-16,0 0-76 0,0 0-76 15,-73 85-3-15,54-59 1 0,3 0-20 16,-2 0-19-16,3-3-29 0,-1-2-78 0,5-2-35 15,-4-4-26-15,2-3-40 0,1-4-62 16,-2-3-204-16,4-2-221 0,-4-3-492 0</inkml:trace>
  <inkml:trace contextRef="#ctx0" brushRef="#br0" timeOffset="195475.518">19323 16122 1068 0,'0'0'316'0,"0"0"29"15,0 0 25-15,0 0-75 0,0 0-53 0,0 0-78 16,0 0-93-16,0 0-13 0,-6 64 64 15,12-31 44-15,3 4-38 0,3 0-39 16,1-1-38-16,0-6-32 0,2-3-19 16,2-9-32-16,1-9 3 0,3-5-26 15,3-4 55-15,4-15 0 0,2-8-89 16,0-7-87-16,2-6-125 0,-9 8-216 0,8-19-288 16</inkml:trace>
  <inkml:trace contextRef="#ctx0" brushRef="#br0" timeOffset="195706.799">19681 15311 1737 0,'0'0'596'0,"0"0"-186"15,0 0-127-15,0 0-21 0,0 0-36 0,0 0-102 16,15 66-14-16,-10-42-79 16,1 0-31-16,-4 2-28 0,1-3-112 15,-3-4-91-15,1-3-92 0,1-4-166 0,1-4-256 16,-3-4-467-16</inkml:trace>
  <inkml:trace contextRef="#ctx0" brushRef="#br0" timeOffset="196206.241">20101 15168 2534 0,'0'0'200'0,"0"0"-71"0,0 0 79 16,0 0 105-16,36 75 159 15,-32-54-83-15,-2-2-166 0,-2 3-143 0,0 0-52 16,0 2-28-16,0-2-12 0,0-2 9 15,0-2-25-15,0-4-68 0,0-2-47 16,0-3-9-16,0-4 29 0,1-2 26 16,0-3 68-16,2 0-15 0,0-6-60 15,0-5-35-15,4-2-38 0,0-3-56 16,-1-3-46-16,0-2-98 0,0 2-4 16,2 0 85-16,-2 1-3 0,1-1-7 0,-1 0-104 15,1 2 9-15,0 0 179 16,-2 3 79-16,-1-1 143 0,1 2-4 0,-4 3-22 15</inkml:trace>
  <inkml:trace contextRef="#ctx0" brushRef="#br0" timeOffset="196947.47">19650 15098 1979 0,'0'0'437'0,"0"0"-217"15,0 0-143-15,0 0-25 0,0 0 272 0,0 0-158 16,0 0-150-16,0 0-16 0,0 0-67 16,0 0-77-16,77-23-93 0,-61 20-153 15,-4 2-200-15,7-2-420 0</inkml:trace>
  <inkml:trace contextRef="#ctx0" brushRef="#br0" timeOffset="197426.705">20281 15141 1846 0,'0'0'470'0,"0"0"-425"0,0 0-15 16,0 0 154-16,0 0 77 15,0 0 24-15,0 0-55 0,0 0-141 0,0 0-70 16,82 70-3-16,-75-52 32 0,-3 1 21 15,-1 2-69-15,-3 0-16 0,0-3-3 16,0-3 19-16,0-5 0 0,0-6 25 16,0-2 26-16,0-2 53 0,-1-2-16 15,-1-5-28-15,-2-2 3 0,4-4-29 16,-1-2 7-16,1-4-16 0,0 0 1 0,5-3-25 16,3 0-1-16,0-1-2 0,4-2-8 15,1 1 10-15,0 1 12 0,1 3 10 16,-1 1 15-16,2 7-30 0,-7 5-7 15,-2 1-41-15,-1 6-35 0,-3 0-56 16,4 2-126-16,-3 7-127 0,-2 0-626 16,1 9-663-16</inkml:trace>
  <inkml:trace contextRef="#ctx0" brushRef="#br0" timeOffset="198177.616">22417 15775 919 0,'0'0'2212'16,"0"0"-1890"-16,-2 77-220 0,-1-50-71 15,-3 6 10-15,0-2 86 0,-2-3 68 16,4-3-66-16,-1-5-129 0,3-6-22 0,2-7-70 15,0-7-74-15,0 0-131 0,2-14-118 16,1 3-586-16,0-16-651 0</inkml:trace>
  <inkml:trace contextRef="#ctx0" brushRef="#br0" timeOffset="198398.071">22223 15823 1110 0,'0'0'1182'15,"0"0"-978"-15,3 82-142 0,2-47 73 16,-2 4 193-16,2-2 71 0,3-1-60 16,2-4-163-16,1-5-126 0,2-7-15 0,6-5-4 15,1-6-31-15,0-8-3 0,3-1-10 16,3-10 11-16,-1-7 0 0,-1-6-54 16,0-6-48-16,-3-2-56 0,-2-6-43 15,-3 1-23-15,-4-2-123 0,-3 8-283 16,-2-15-604-16</inkml:trace>
  <inkml:trace contextRef="#ctx0" brushRef="#br0" timeOffset="198596.679">22258 15102 2816 0,'0'0'388'15,"0"0"-149"-15,0 0-64 0,0 0 46 0,10 80 87 16,-10-57 3-16,0 1-83 0,0 1-197 16,0-2-31-16,-3 2-43 15,-3-3-50-15,-1 2-64 0,-1-6-67 0,1-1-175 16,2-10-246-16,2-4-536 0,0-7-556 0</inkml:trace>
  <inkml:trace contextRef="#ctx0" brushRef="#br0" timeOffset="198752.196">22271 14913 104 0,'0'0'2764'16,"0"0"-2373"-16,0 0-308 0,0 0 82 16,0 0 123-16,0 0 11 0,0 0-146 15,0 0-153-15,0 0-131 0,85-41-190 16,-75 41-171-16,5 4-710 0</inkml:trace>
  <inkml:trace contextRef="#ctx0" brushRef="#br0" timeOffset="199028.021">22526 15054 2880 0,'0'0'368'16,"0"0"-260"-16,0 0-3 0,0 0 60 15,0 0 135-15,0 0-5 0,46 87-96 16,-40-60-122-16,-1 3-37 0,-1 1-21 16,1 2-7-16,-3-2-12 0,-1-1-25 15,1-6-6-15,1-5-6 0,-2-6 13 0,3-5-1 16,-1-4-13-16,3-4 4 0,-1 0-3 16,4-5 37-16,-1-4 0 0,3-7-3 15,-1-4-19-15,0-5 1 0,-1-1-20 16,2-6-43-16,-2-3-127 0,-1-1-148 15,-3 8-318-15,-2-13-680 0</inkml:trace>
  <inkml:trace contextRef="#ctx0" brushRef="#br0" timeOffset="199259.113">22830 15015 2123 0,'0'0'369'0,"0"0"-201"0,0 0 22 0,0 0 124 0,0 0 78 16,28 81-48-16,-25-61-115 0,-2 1-148 15,-1 3-37-15,0 1-13 0,0 0-31 0,-1 1-9 16,-2-1-16-16,1-7-9 0,2-7 9 16,0-4-3-16,0-7-7 0,3 0 29 15,7-11 6-15,0-4 69 0,5-5-13 16,0-6-28-16,6-2-10 0,-2-4-18 16,3 2 0-16,1 0-12 0,2 1-10 15,3 1-31-15,0 2-72 0,0 2-136 16,1 1-160-16,-9 8-595 0,1-3-752 0</inkml:trace>
  <inkml:trace contextRef="#ctx0" brushRef="#br0" timeOffset="199732.106">24564 15444 2944 0,'0'0'365'16,"0"0"-219"-16,0 0-92 15,1 66 16-15,-8-31 78 0,-6 4 88 0,-1 7-87 16,-3 1-126-16,-1-3-23 0,1-2-12 16,1-1 0-16,0-7-17 0,1-5-109 15,4-8-64-15,0-7 3 0,1-7-8 16,3-5-106-16,-1-2-354 0,-2-9-713 0</inkml:trace>
  <inkml:trace contextRef="#ctx0" brushRef="#br0" timeOffset="199891.726">24266 15684 1997 0,'0'0'438'0,"0"0"-215"0,0 0-37 0,0 0 52 16,0 0 84-16,-8 90-43 15,8-58-87-15,3 2-88 0,3 0-28 0,1 0 21 16,5-5-3-16,-1-4-53 0,4-4-41 16,4-8-40-16,2-7-26 0,5-6 35 15,4-10 9-15,3-14-15 0,5-11-93 16,-1-10-102-16,3-5-82 0,-12 10-275 15,11-21-708-15</inkml:trace>
  <inkml:trace contextRef="#ctx0" brushRef="#br0" timeOffset="200109.242">24753 14986 2820 0,'0'0'499'0,"0"0"-356"0,0 0 44 0,0 0 185 16,0 0-7-16,0 0-34 0,0 0-132 15,31 75-128-15,-28-54-53 0,-1-1-18 16,-2 2-21-16,0 0-77 0,0-3-142 16,-2 0-54-16,-1-5-141 0,0-4-540 15,3-8-784-15</inkml:trace>
  <inkml:trace contextRef="#ctx0" brushRef="#br0" timeOffset="200342.385">24615 14664 2496 0,'0'0'390'0,"0"0"-271"0,0 0-36 15,0 0 128-15,0 0 123 0,0 0-82 16,0 0-174-16,40-68-78 0,-26 67-78 16,3 1-4-16,1 2-69 0,0 9-116 15,-1 2-187-15,-3-1-594 0,-1 9-502 0</inkml:trace>
  <inkml:trace contextRef="#ctx0" brushRef="#br0" timeOffset="200614.958">25006 14879 2617 0,'0'0'421'16,"0"0"-235"-16,0 0-56 0,0 0 74 0,18 83 130 0,-17-62-42 15,2 0-139-15,-2-1-140 0,1 3-13 0,-2-2-10 16,0 4 8-16,0-2-33 0,-2-2-74 15,-1 0-26-15,3-7 18 0,0-7 39 16,0-2 24-16,0-5-5 0,3-1 21 16,3-8 38-16,4-7 47 0,3-6-22 0,0-5-3 15,3-3-22-15,-3-2-10 16,3 0 7-16,-3 0-45 0,-1-1-59 0,-3 2-74 16,-3 3-118-16,-1 5-264 0,-2 6-117 15,-3-2-535-15</inkml:trace>
  <inkml:trace contextRef="#ctx0" brushRef="#br0" timeOffset="200865.596">25305 14756 1696 0,'0'0'283'0,"0"0"-179"0,0 0 155 16,0 0 248-16,0 0-161 0,0 0-101 0,64 91-42 15,-55-59-45-15,-1-1 12 0,1 4 12 16,-1 1-51-16,-1 1-56 0,0-1-44 15,0-1-31-15,-1-4-3 0,0-7-9 16,0-7 12-16,0-6 23 0,-1-6 20 0,4-5-43 16,1 0-3-16,0-11-25 0,7-4 10 15,0-7-13-15,2-3-13 0,1-4 1 16,3 1-4-16,1-1 19 0,-1 2 3 16,1 4-31-16,-2 1-133 0,0 5-174 15,-8 2-661-15,2-1-1107 0</inkml:trace>
  <inkml:trace contextRef="#ctx0" brushRef="#br0" timeOffset="201031.93">26069 15129 3794 0,'0'0'616'0,"0"0"-369"0,0 0 57 0,0 0 102 15,0 0-176-15,0 0-208 0,0 0-22 16,15-70-301-16,-23 47-111 0,-1 7-230 15,-16-7-1143-15</inkml:trace>
  <inkml:trace contextRef="#ctx0" brushRef="#br0" timeOffset="-2559.074">24911 2302 68 0,'0'0'2215'0,"0"0"-1657"16,0 0-256-16,0 0-63 0,0 0 50 0,0 0 25 15,0 0-63-15,0 0-33 0,0 0 1 16,-47-7-26-16,45 7-37 0,2 0-12 16,0 0-16-16,0 0-19 0,0 0-24 15,6 0-12-15,1 4-28 0,5 2-14 16,3 2-7-16,6 2 0 0,6 2-3 16,4-2-5-16,2 0-13 0,6-2 12 15,4-2 11-15,5-4-25 0,5 1 0 16,4-1 17-16,8-2-12 0,6 0-6 15,8 0 0-15,6-3 0 0,4 1 2 0,6-2 1 16,2 0 8-16,3 0-10 0,1 2-1 16,4-1 0-16,0 1-10 0,1 0 10 15,-2 0-18-15,-1-1 6 0,-1 2-15 16,-3-2-31-16,-5 3 37 0,-2-1-3 16,-2 1 3-16,0 0 18 0,0 0 2 0,-1 1 0 15,-1 4-2-15,3 1 1 16,-3 1-13-16,-2 3-27 0,1-2 9 0,-4 3 5 15,-1-1 7-15,0-1-6 0,0-2 16 16,-1-1 10-16,4-3-17 0,3-3 3 16,2 0 14-16,2-2 2 0,-1-2-2 15,-1 0-8-15,0-1-12 0,-5 1 6 16,0 2 15-16,-2-2 18 0,-2 1-17 16,1 0-1-16,-3 1 0 0,-1-2 0 0,0 0 0 15,-3-1 0-15,0-1-2 0,-6-1-23 16,-5 1-57-16,-4 0 37 0,-7 2 32 15,-6 1-14-15,-10 2-6 0,-6 1-1 16,-10 0-9-16,-6 1-36 0,-9 5-41 0,-4 2-70 16,-4 4-197-16,-4-4-380 15,-29 9-711-15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35:27.95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3463 6626 2153 0,'0'0'495'0,"0"0"-386"0,0 0-92 16,0 0 98-16,0 0 39 0,0 0 448 16,0 0-202-16,8 94-199 0,-6-58-49 15,-1 9-44-15,-1 9 40 0,0 10-9 16,0 13-56-16,0 8-53 0,-4 6 7 15,-3 4-22-15,-2-1-3 0,3-5 4 0,-3-8-13 16,1-10-3-16,2-12-3 0,0-7 1 16,2-12-23-16,1-11-2 0,2-7 25 15,-1-9-20-15,1-8-76 0,1-5-71 16,0 0-69-16,0-12-115 0,0-10-211 0,0 4-650 16,0-27-669-16</inkml:trace>
  <inkml:trace contextRef="#ctx0" brushRef="#br0" timeOffset="238.751">3363 6763 2666 0,'0'0'642'0,"0"0"-268"0,0 0-56 16,48-65 4-16,-31 47-74 0,0 1-91 15,1 3-55-15,-1 1-29 0,1 5-31 0,0 5-42 16,-1 3-40-16,-2 5-27 0,2 10 14 15,-3 12 20-15,1 7-4 0,-4 11 25 16,-2 9-25-16,-6 1-44 0,-2 4 1 0,-1-4 24 16,-1-5 10-16,-6-5-1 0,-2-8-33 15,0-5-67-15,-2-3-29 16,4-10-54-16,-1-2-84 0,-2-6-107 0,5-4-315 16,-1-7-626-16</inkml:trace>
  <inkml:trace contextRef="#ctx0" brushRef="#br0" timeOffset="482.195">3830 6992 935 0,'0'0'1252'0,"0"0"-903"0,0 0-98 15,0 0 51-15,0 0 40 0,0 0-82 16,0 0-43-16,78 7-110 0,-72 5-31 0,-3 5-39 16,0 2 13-16,-3 6-9 0,0 6-23 15,0 1-18-15,-3-4 0 0,-2-5 0 16,1-5 38-16,1-8 11 0,0-5 4 15,3-5 34-15,0 0 24 0,0 0-24 0,0-5-47 16,0 0-40-16,0-9 0 0,6-2-37 16,0-3-3-16,1-3-19 0,4 1-9 15,0-2-47-15,0 1-49 0,2 0-72 16,2 0-98-16,0 1-200 0,1 0-255 16,-3 7-424-16</inkml:trace>
  <inkml:trace contextRef="#ctx0" brushRef="#br0" timeOffset="752.07">4143 7004 646 0,'0'0'1154'0,"0"0"-732"16,0 0-82-16,11 70-12 0,-8-45 2 16,0-5-43-16,0-3-53 0,0-4-105 15,3-7-60-15,-1-2-53 0,3-4 3 16,0-4-16-16,5-8 35 0,0-4 10 0,2-5-48 16,2-4-17-16,-4-3-102 0,1 2-17 15,-4-2 45-15,0 5 15 0,-2 6 7 0,-4 2 31 16,-4 6 38-16,0 4 0 15,0 3 47-15,-7 2-12 0,-5 0 31 0,-1 0 23 16,-2 8-26-16,0 4-7 0,-1 4 17 16,5 6-8-16,-1 2-4 0,8 0-11 15,-2 1-50-15,6 0-3 0,0-2-44 16,3-1-57-16,4-4-126 0,3-8-33 16,2-3-59-16,4-7-24 0,1-3-96 15,-3-4-331-15,14-16-462 0</inkml:trace>
  <inkml:trace contextRef="#ctx0" brushRef="#br0" timeOffset="979.695">4665 7011 1522 0,'0'0'562'0,"0"0"-144"0,0 0-41 15,0 0 7-15,0 0-22 0,0 0-103 16,0 0-137-16,0 0-71 0,0 0-26 16,0 0 25-16,60 11-50 0,-51-34-82 0,-1-2-46 15,1-1-33-15,-1 3-22 0,0 2 2 16,-5 5 44-16,-2 6 15 0,-1 4 36 15,-4 5 35-15,-9 1-46 0,0 0 81 16,-6 2 16-16,2 7 0 0,-3 4 16 16,2 1 26-16,1 3 29 0,4 2 6 15,3 3-39-15,3-1-38 0,4 2-45 16,3 2-80-16,0 2-271 0,1-9-592 16,7 6 177-16</inkml:trace>
  <inkml:trace contextRef="#ctx0" brushRef="#br0" timeOffset="1137.495">4940 6980 104 0,'0'0'1518'16,"0"0"-1064"-16,81-14-75 0,-53 9 50 15,4 3-96-15,-2-3-100 0,-1 1-113 16,-3-2-69-16,-4-3-13 0,2-1-16 0,-4-6-22 16,0-1-27-16,-2-3-132 0,-1-5-111 15,-4 0-202-15,-4 3-533 0,-1-11-428 0</inkml:trace>
  <inkml:trace contextRef="#ctx0" brushRef="#br0" timeOffset="1329.567">5150 6535 1744 0,'0'0'794'0,"0"0"-517"16,0 0-106-16,-4 90 49 0,4-49 127 16,4 8 13-16,4 8 1 0,-3 6-67 15,2 5-20-15,-1 5-84 0,-3 7-77 16,-3 0-71-16,0 5-42 0,-4-6-9 15,-5-4-40-15,-5-8-30 0,-1-12 33 16,0-7 22-16,-3-11-31 0,-2-3-99 16,-4-8-68-16,-7-2-131 0,-6-5-233 15,8-3-757-15,-32-2-746 0</inkml:trace>
  <inkml:trace contextRef="#ctx0" brushRef="#br0" timeOffset="1625.946">2730 7836 3168 0,'0'0'780'0,"0"0"-507"16,0 0-140-16,0 0-30 0,0 0 5 16,0 0-19-16,0 0 151 0,115-22 1 15,-52 13-110-15,19 1-39 0,16 1-41 16,19-1-20-16,14 4 5 0,17 0 25 15,11 0-31-15,5 2-21 0,-1-1-9 16,-3 1 0-16,-6-1 17 0,-4-2-17 16,-2-1 0-16,-9-4 0 0,-2 2-15 15,-9-3 14-15,-9 1-26 0,-9 3-19 0,-11-2 19 16,-12 3-18-16,-11 0-10 0,-9 2-51 16,-8-2-56-16,-9 0-55 0,-8 1-78 0,-7-2-256 15,-14 2-691-15,-11-3-955 0</inkml:trace>
  <inkml:trace contextRef="#ctx0" brushRef="#br0" timeOffset="2689.126">2709 5177 1053 0,'0'0'1168'0,"0"0"-941"0,0 0 47 16,0 0 182-16,0 0-154 0,0 0-121 16,0 0-61-16,0 0-32 0,0 0-28 15,0 0 88-15,98-26 61 0,-66 26-103 0,5 0-29 16,5 0 16-16,1 2-28 0,6 1-10 16,7-2 7-16,6-1-10 0,6 0 3 15,4 0 12-15,6-2 1 0,1-2-25 16,5 1-10-16,-1 2-30 0,3 1-3 15,1 0 15-15,4 0-15 0,0 0 0 16,3 0 1-16,-1 0-1 0,1 0 0 0,0-2-13 16,-1 0-8-16,1 1-13 15,0 0 34-15,-2 1 22 0,3 0-12 0,-6 0-9 16,-1 4-1-16,-4 4 18 0,-4 2 19 16,-3 0-4-16,-1 3-5 0,-2-1-1 15,-2 1-12-15,3-1-11 0,-3-3 7 16,-1 0-10-16,-3-2-2 0,-1-1 2 15,-4-1-1-15,-4-5 0 0,-1 0 3 16,-6 0 12-16,-2 0-14 0,-5 0-1 0,-3-4 0 16,-5 2-2-16,-5 1 0 0,-2-1 0 15,-2 0-10-15,-4 2 9 0,1-3-13 16,-1 0 4-16,2 2 9 0,0 1-21 16,1-1 6-16,1-1 2 0,-1 0 13 15,-1 2 1-15,0 0 0 0,0 0 0 16,-2 0 0-16,2 0-1 0,-4-1 0 0,1 1-9 15,0-1 12-15,-1-1-2 16,0 2 2-16,-1 0-1 0,2 0-10 16,0 0 9-16,0 0 0 0,0 0-11 15,-1 0 11-15,-2 2-1 0,2-1 1 0,-1-1 0 16,1 0 2-16,-3 0 0 0,-1 0 0 0,-2 0 0 16,0 0-2-16,-3 0 0 0,1 0 2 15,-3 0 1-15,-3 0 1 0,1 0-1 16,-5 0-1-16,-1 0-27 0,-2 0-50 15,-1 0-36-15,0 0-19 0,-5 0-50 16,-7 0-147-16,-5 0-193 0,1 0-790 16,-21-6-1054-16</inkml:trace>
  <inkml:trace contextRef="#ctx0" brushRef="#br0" timeOffset="9911.611">8159 7167 650 0,'0'0'140'0,"0"0"1163"0,0 0-1099 15,0 0-42-15,0 0 67 0,0 0 108 16,0 0-49-16,2-71 23 0,-2 63 4 16,0 1-91-16,0 1-41 0,0 3 0 0,0 1 2 15,0 1-41-15,0 1-27 0,0 0-32 16,0 3-39-16,-3 6-25 0,-3 6-5 0,2 8-1 15,-3 12-3-15,1 8 3 16,0 7 3-16,-1 9-6 0,1 5-12 16,-4 5 0-16,1 5-1 0,-2 1-12 15,-2 5 10-15,0-4-12 0,0-1-6 0,1-6 21 16,4-8-12-16,-1-13-1 0,3-10-44 16,2-10-23-16,3-9-15 0,1-8-43 15,-2-4-31-15,2-7-17 0,0 0-56 16,2-12-148-16,2-6-60 0,0 3-191 15,-1-27-691-15</inkml:trace>
  <inkml:trace contextRef="#ctx0" brushRef="#br0" timeOffset="10177.037">8054 7240 170 0,'0'0'753'15,"0"0"801"-15,0 0-1216 0,0 0-119 0,49-80 123 16,-35 64-38-16,0 4-30 0,0-1-51 15,5 3-55-15,1 1-38 0,2 2-37 16,2 3-13-16,2 3-24 0,0 1-32 16,-3 3-6-16,-4 7-18 0,-1 6-19 15,-6 3 18-15,-4 4 1 0,-2 2 0 16,-4-2 18-16,-2 1-17 0,0-1 1 16,-8 2 22-16,-4-2-2 0,-3-1-22 15,1-2 0-15,-2-3-56 0,-1-1-5 16,-1-4-7-16,1-1-52 0,0-4-45 15,1-1-21-15,-1 1-22 0,2-2-66 16,-2-1-149-16,5-1-348 0,-5-3-826 0</inkml:trace>
  <inkml:trace contextRef="#ctx0" brushRef="#br0" timeOffset="11728.016">7747 7082 871 0,'0'0'615'0,"0"0"-468"0,0 0-79 16,0 0 509-16,-33 73-302 0,23-50-136 15,4-1 22-15,0 4-55 0,-1-2-42 0,5 4-38 16,-1-2-24-16,3 4-4 0,0-1 1 16,0-3-35-16,6-2 1 0,3-5-93 15,1-8-124-15,3-4-64 0,2-7-44 16,-5 0-60-16,13-8-221 0</inkml:trace>
  <inkml:trace contextRef="#ctx0" brushRef="#br0" timeOffset="12017.687">8606 6950 1152 0,'0'0'55'0,"0"0"1143"0,0 0-856 0,0 0-50 15,0 0 56-15,0 0-84 0,87 75-34 16,-76-62-67-16,1 2-3 0,-1-2-8 15,1 5-40-15,-1 1-41 0,-2 2-25 16,-1 2-24-16,0 1-21 0,-4 0 1 0,-1 2 36 16,-3 0-37-16,0-1 18 0,0 2-17 15,-4-1 0-15,-4-2-2 0,-3 2-22 16,-1-1 20-16,-2-1-75 0,-3 1-43 16,-2-2-39-16,0-2-9 0,-2 2-49 15,-2-4-16-15,2-2-88 0,0-3-146 16,5-5-246-16,-4-6-539 0</inkml:trace>
  <inkml:trace contextRef="#ctx0" brushRef="#br0" timeOffset="12754.429">9635 7295 1083 0,'0'0'30'16,"0"0"426"-16,0 0 190 0,0 0-258 15,0 0-57-15,0 0-43 0,0 0-36 16,0 0-74-16,0 0-33 0,0 0 24 15,0 0-27-15,59-32-20 0,-38 35-26 16,3-1-30-16,0 1 27 0,1 0-38 16,2-3-15-16,-1 0-15 0,0 0 21 15,3-3-18-15,-3-1-16 0,1 0-12 16,-1 2 2-16,-1-1-2 0,-5 3-1 0,0 0-1 16,-3 1-35-16,-2 4 35 0,-5 3-1 15,-2 2-15-15,-2 2 18 0,-4 1 1 16,-2 2 36-16,0 2-7 0,-8 1-11 0,-3 0-1 15,-2-2 4-15,-4 0 5 0,-2 1-8 16,-3-2-7-16,-2 0-12 0,0-2-1 16,-1-1-23-16,0-3-56 0,2 0-7 15,2-3 1-15,3-3 9 0,3 0-1 16,3-3-9-16,6 0-25 0,-1 0 6 16,6 0-11-16,1-2-5 0,0-1-90 15,4 1-217-15,2-3-598 0,10-1-156 16</inkml:trace>
  <inkml:trace contextRef="#ctx0" brushRef="#br0" timeOffset="13012.295">10294 7533 706 0,'0'0'1998'0,"0"0"-1738"0,0 0-99 0,0 0 75 0,0 0 65 15,0 0-2-15,0 0-26 16,0 0-59-16,0 0-65 0,-90 69-29 0,70-60-25 15,-3-2-37-15,0 0 1 0,-3-1-7 16,-1-1-37-16,-1 1-15 0,-2-4-1 16,-2 1-17-16,-2-3 16 0,4 0-26 15,2 0-24-15,2-3-16 0,3 1-33 16,5 1-22-16,4-1-19 0,6 2-7 16,2 0-16-16,5 0-36 0,1 0-130 15,0 0-246-15,0 0-512 0,4 0-176 0</inkml:trace>
  <inkml:trace contextRef="#ctx0" brushRef="#br0" timeOffset="15205.943">10935 7249 333 0,'0'0'267'0,"0"0"-13"0,0 0-130 16,0 0 579-16,0 0-206 0,0 0-128 0,0 0-66 15,0 0-24-15,0 0-65 0,0 0-43 16,0 0-38-16,-39-18-16 0,38 18-32 15,-1 0-22-15,-2 0-22 0,-2 2-22 16,0 3-16-16,1 2 22 0,-1 1 3 16,1 0 4-16,-3 3 3 0,2 2-7 15,0 1 3-15,-1 3-6 0,0 1-22 0,1 1 16 16,-1 0-19-16,4 2 0 16,2-1 3-16,-1-1 0 0,2 3-2 15,0-2 1-15,2 1 23 0,5 0-22 0,0-4 44 16,3 3-44-16,0-4-3 0,-1 1-31 15,2-1 28-15,1 0-38 0,1-4 23 16,0 1 5-16,0 0-93 0,3-1-64 16,-2-2 0-16,5-4-52 0,-1 2-87 15,0-4-252-15,-2-1-601 0</inkml:trace>
  <inkml:trace contextRef="#ctx0" brushRef="#br0" timeOffset="15708.898">11614 7295 638 0,'0'0'1621'0,"0"0"-1269"15,0 0-136-15,0 0 41 0,0 0 56 16,0 0-15-16,0 0-71 0,0 0-35 0,-89-17-71 16,70 31-52-16,-2 4-20 0,3 4-8 15,3 6 21-15,0 1-10 0,3 4 4 16,6 0 2-16,2-2-33 0,2 0-25 16,2-4-3-16,0-7-9 0,3-6-25 15,5-4 15-15,0-8-15 0,2-2 37 16,3-2 3-16,3-8-3 0,3-5-25 0,1-7-83 15,-3-2-16-15,2-2 9 16,0-4 59-16,-5 3 24 0,1 0 0 16,-2 2 4-16,-3 3 27 0,-3 4 1 0,1 5 9 15,-5 6 17-15,-1 1-1 0,-2 6-6 16,0 0 37-16,0 0 13 0,0 2-24 16,0 9-44-16,1 2 110 0,2 8 4 15,0 1-35-15,0 4-18 0,0-1 6 16,1 5-4-16,0-5-27 0,1 0-34 15,-1-5-3-15,0-2-15 0,2-4-25 0,2-4 0 16,0-2 15-16,-1-2-21 0,2-3-102 16,2 1-72-16,-2-4-59 0,3 0-115 15,-5 0-282-15,1 0-836 0</inkml:trace>
  <inkml:trace contextRef="#ctx0" brushRef="#br0" timeOffset="16062.954">11987 7499 277 0,'0'0'235'0,"0"0"-212"16,0 0-10-16,0 0-13 0,0 0-33 15,0 0-45-15,0 0-17 0,0 0 66 16,0 0 26-16,0 0-20 0,0 0-32 15,33-25 55-15,-30 25 65 0,-1 0 183 0,2 0-115 16,-1 0-41-16,-2 0 699 0,-1 0-346 16,1 0-134-16,1 0-17 0,-1 0-30 15,2 4-20-15,0 1-11 0,0 3-29 0,0 1-15 16,2 4-6-16,0 3-25 0,-1 4-6 16,-2 2-3-16,-1 1-18 15,1 1-60-15,-1 1 3 0,-1 0-25 16,2-2-48-16,-2-1-1 0,0-1-28 0,1-1 0 15,1-5-12-15,-2-3-49 0,1-5-60 16,-1-2-56-16,4-5-50 0,-1 0-82 16,4-7-182-16,-2 0-468 0,0-16-399 0</inkml:trace>
  <inkml:trace contextRef="#ctx0" brushRef="#br0" timeOffset="22247.887">12744 7344 2519 0,'0'0'454'0,"0"0"-214"0,0 0 18 0,0 0 49 16,0 0-75-16,0 0-43 16,-81-69-43-16,71 58-19 0,0 6 80 0,0 3-56 15,0 2-78-15,-1 0-24 0,0 1-24 16,-1 10-22-16,0 6 15 0,1 4-18 15,0 7 0-15,-1 3 0 0,7 4 10 16,0 0-10-16,2 1-18 0,3-4 3 0,0-4-7 16,0-8 10-16,5-9 9 0,1-5-22 15,-1-4 4-15,5-2 6 0,0-3 15 16,2-8-3-16,5-8 3 0,2-5-83 16,0-5-13-16,2-5-12 0,-1 2 7 15,-1 2 45-15,-2 1 16 16,-2 4 18-16,1 7 21 0,-5 4 1 0,-2 5-1 15,-1 6 0-15,0 3 1 0,-1 1 80 16,0 7 16-16,2 8-22 0,-3 3-3 16,1 6-3-16,-3 0-7 0,1 3 13 0,-2 1-37 15,2-4-20-15,-2 0-17 0,0-3-34 16,0-3-27-16,0-5-139 0,1-4-38 16,0-6-7-16,2-4-22 0,1 0-163 0,-1 0-543 15,1-12-395-15</inkml:trace>
  <inkml:trace contextRef="#ctx0" brushRef="#br0" timeOffset="22475.181">12987 7461 153 0,'0'0'251'16,"0"0"727"-16,0 0-224 0,0 0-350 15,0 0-69-15,0 0-21 0,0 0-68 16,0 0-59-16,0 0-10 0,0 0-23 16,0 0-34-16,43 49-23 0,-45-33-1 15,-1-1-37-15,0 1 0 0,1 2-12 0,2-5 9 16,0-1 30-16,3-5 105 15,3 2-38-15,1-3-61 0,5-3-40 16,-1 1 12-16,1-3-33 0,2-1-10 0,-1 0-18 16,1 0-3-16,0-5-39 0,1-2-56 15,-3 0-40-15,4-4-40 0,-3-1-59 16,-2 4-73-16,1-3-190 0,-5 5-577 16,-3-5-772-16</inkml:trace>
  <inkml:trace contextRef="#ctx0" brushRef="#br0" timeOffset="23054.522">14356 7365 805 0,'0'0'1786'0,"0"0"-1086"0,0 0-414 16,0 0-56-16,0 0 3 0,0 0-67 16,0 0-41-16,0 0-26 0,0 0-68 15,0 0-31-15,65 13-50 0,-55-13-99 16,0 0-111-16,2-3-96 0,-1 0-441 15,2 0-1610-15</inkml:trace>
  <inkml:trace contextRef="#ctx0" brushRef="#br0" timeOffset="23183.323">14858 7389 2156 0,'0'0'1090'15,"0"0"-966"-15,0 0-19 0,0 0 133 0,0 0 48 16,0 0-51-16,0 0-76 0,0 0-159 15,81 24-28-15,-63-24-140 0,0 0-46 0,3-5-72 16,4 0-165-16,0-2-359 0,-1 0-653 16</inkml:trace>
  <inkml:trace contextRef="#ctx0" brushRef="#br0" timeOffset="23323.472">15256 7385 774 0,'0'0'16'0,"0"0"1739"0,0 0-1212 0,0 0-262 15,0 0-65-15,0 0-61 0,85 35-26 16,-70-31 19-16,1-1 90 0,0-1-42 15,0 0-42-15,1-1-52 0,-1-1-59 16,1 0-43-16,-2 0-14 0,1 0-78 0,-2 0-112 16,0-1-107-16,-2-1-152 0,-5 0-649 15,3 0-864-15</inkml:trace>
  <inkml:trace contextRef="#ctx0" brushRef="#br0" timeOffset="27717.323">16346 7271 2187 0,'0'0'275'0,"0"0"-98"0,0 0-106 15,0 0 74-15,-73-69 115 0,57 58 14 16,2 5-121-16,-1 6-80 16,0 0 195-16,-1 5-177 0,-1 10-32 0,0 8-4 15,-1 8 13-15,0 9 10 0,3 2 43 16,0 5 10-16,2 1-42 0,2 1-30 16,0-3-19-16,0-2-16 0,4-6-21 0,1-2 9 15,3-11-12-15,3-7-3 16,0-7 0-16,2-8-16 0,6-3-5 0,4-14 24 15,4-10 17-15,1-8-17 0,5-5-28 16,-2-5-27-16,-1 1-38 0,1-1 3 16,-2 6 38-16,1 4-17 0,-2 3 4 15,-2 5 12-15,-4 5-6 0,-2 7 21 16,-5 3 26-16,-1 7 10 0,-3 2 2 16,0 7 12-16,0 5 16 0,0 7 28 15,0 2 10-15,5 5 21 0,3 2-3 16,4 3-10-16,2-1-31 0,2 1-9 15,-1-5-34-15,2 0-2 0,-3-2 2 0,-1-5-1 16,0-1-26-16,-2-5-32 0,1-2-99 16,0-4-82-16,-1-1-69 0,2-4-84 0,-4 0-319 15,2-2-518-15</inkml:trace>
  <inkml:trace contextRef="#ctx0" brushRef="#br0" timeOffset="27990.751">16612 7588 1956 0,'0'0'1104'0,"0"0"-966"0,0 0-93 16,0 0 92-16,0 0 44 0,-7 78 112 16,-1-64-53-16,2-1-100 0,1-3-71 15,-1-5-44-15,5 0-22 0,-1-5-3 16,2-3-35-16,0-7-39 0,9-6-7 0,1-7 3 16,4-3-14-16,2-2 1 0,3 4 9 15,0 4 25-15,-2 7 26 0,0 4 28 16,-3 6 0-16,0 3 3 0,0 3 41 15,-4 6 16-15,0 4 37 0,-2 0-9 16,-2 3 16-16,-1 2-13 0,-2-2-17 16,-2 0-11-16,1 0-11 0,-2-2-34 0,0-2-15 15,0-2-3-15,0-1-22 16,0-4-103-16,0-3-132 0,0-2-106 0,1-3-185 16,2-3-489-16,3-17-240 0</inkml:trace>
  <inkml:trace contextRef="#ctx0" brushRef="#br0" timeOffset="28214.738">17154 7191 2519 0,'0'0'495'0,"0"0"-376"0,0 0-61 0,0 0 107 16,0 0 39-16,93 54 71 0,-73-38 45 16,-2 4-105-16,3 1-73 0,1 1-55 15,-2 1-29-15,3 2-27 0,-1-3 5 16,-5 3-36-16,0-1-21 0,-5 0-7 15,-6 0-37-15,-5-1-9 0,-1 1-9 16,-11 1-17-16,-7-2-21 0,-3-2-16 0,-4-2-68 16,-1-2-15-16,-4-4-165 0,7-3-360 15,-13 2-588-15</inkml:trace>
  <inkml:trace contextRef="#ctx0" brushRef="#br0" timeOffset="28455.216">17933 7378 4035 0,'0'0'471'0,"0"0"-406"0,0 0-65 16,0 0 0-16,0 0 34 0,0 0 40 15,85 11-6-15,-62-11-62 0,0 0-6 0,2-1-40 16,2-5-31-16,-1-4-89 0,-4 3-89 16,-3-4-168-16,-5 4-317 0,-8-4-878 0</inkml:trace>
  <inkml:trace contextRef="#ctx0" brushRef="#br0" timeOffset="28651.297">17757 7663 3503 0,'0'0'536'0,"0"0"-394"0,0 0-140 16,0 0 24-16,0 0 5 0,78 59 60 15,-50-56-11-15,3-3-18 0,5-1-9 0,6-10 18 16,1 1-40-16,2-4-31 0,0 2-37 16,-2-2-205-16,0 4-86 0,-7 1-138 15,-9 3-792-15,2 2-1039 0</inkml:trace>
  <inkml:trace contextRef="#ctx0" brushRef="#br0" timeOffset="29210.694">19164 7240 33 0,'0'0'2448'16,"0"0"-2045"-16,0 0-188 0,0 0-23 0,0 0 37 16,0 0-5-16,0 0-79 0,0 0-85 15,0 0-20-15,0 0 34 0,-82-40 88 16,65 54-59-16,-3 3-29 0,1 5 0 16,-1 5-3-16,2 4-6 0,-1 0 21 0,5 5 7 15,3 1-10-15,2 2-28 16,3 2-34-16,4 2 4 0,2 1-23 0,0 2-2 15,11-2-10-15,5-3-17 16,5-4-7-16,2-2-95 0,6-9-43 0,1-2-10 16,5-9-20-16,2-6-43 0,4-9-165 15,-11 0-606-15,15-14-762 0</inkml:trace>
  <inkml:trace contextRef="#ctx0" brushRef="#br0" timeOffset="29973.647">19825 7275 1737 0,'0'0'269'0,"0"0"-129"16,0 0-40-16,0 0 139 0,0 0 139 0,0 0-23 15,0 0-100-15,0 0-74 16,0 0-52-16,0 0-41 0,0 0-31 0,-56-54-38 16,41 61 6-16,-3 6 0 0,1 5 25 15,-1 4 14-15,1 5-15 0,0 6 23 16,0 3 15-16,1 4 16 0,0 6 8 16,1 2-12-16,0 2 18 0,4-4-16 15,5-6-58-15,3-9-41 0,3-10-2 16,0-7-22-16,5-9-6 0,5-5-9 15,3-5 12-15,5-11 22 0,3-7 3 16,1-8-27-16,2-5-93 0,-1-3-35 16,2-1 3-16,-5 3 34 0,0 1 47 0,0 6 24 15,-7 2 22-15,-1 3-30 0,-1 6 8 16,-5 2 24-16,-3 10 23 0,-1 0 41 16,-2 7 12-16,0 0 33 0,0 2 1 15,0 5-28-15,0 4-9 0,-2 4 9 16,1 3 12-16,1 3-3 0,0-1-9 0,0 2-16 15,4 0-15-15,2-1 6 0,1 1-22 16,0-3-12-16,0-1 0 0,-1-4-11 16,0-2-17-16,-1-2-15 0,1-4-90 15,2 0-59-15,0-6-52 0,2 0-112 16,-2 0-357-16,2 0-704 0</inkml:trace>
  <inkml:trace contextRef="#ctx0" brushRef="#br0" timeOffset="30154.559">20089 7569 1967 0,'0'0'240'0,"0"0"-172"15,0 0 16-15,0 0 133 0,0 0 99 16,0 0 61-16,0 0-100 0,10 78-134 0,-10-64-62 0,2 5-27 16,-1 0-41-16,1-3-13 0,0 0-22 15,-2-4-38-15,5-4-149 0,-1-4-112 16,1-4-196-16,0 0-458 0,5-12-176 0</inkml:trace>
  <inkml:trace contextRef="#ctx0" brushRef="#br0" timeOffset="30455.39">20519 7147 2202 0,'0'0'349'15,"0"0"-91"-15,0 0-88 0,0 0-13 16,0 0 51-16,72 72 49 0,-58-51-77 16,3 2-86-16,-2 2-28 0,1 0-15 15,-3 4-23-15,-2 1-16 0,1 3-12 16,-5-2 0-16,-3 3-3 0,-1 1 2 15,-3 2-11-15,0 2-26 0,-9 2-53 16,-1-2-19-16,-5 0-26 0,0-3 0 16,-1-3-33-16,-1-5-80 0,-2-4-136 15,4-10-363-15,-9-2-467 0</inkml:trace>
  <inkml:trace contextRef="#ctx0" brushRef="#br0" timeOffset="31228.222">21272 7232 2402 0,'0'0'365'0,"0"0"-269"0,0 0-96 15,0 0-4-15,0 0 4 0,0 0 132 16,0 0-10-16,0 0 47 0,0 0-45 0,0 0 13 16,-92 75-7-16,76-35-10 0,3 2 21 15,1 3 32-15,3 2-10 0,1 0-36 16,4-3-16-16,3-2-37 0,1-3-34 15,0-6-36-15,7-4-4 0,5-6-17 16,3-6 2-16,4-5-38 0,4-5-89 16,5-7-57-16,3 0-55 0,2-11-115 15,-7 1-305-15,10-14-849 0</inkml:trace>
  <inkml:trace contextRef="#ctx0" brushRef="#br0" timeOffset="31650.038">21873 7292 2531 0,'0'0'96'0,"0"0"-96"16,0 0-19-16,0 0 19 0,-98-9 222 16,70 18 93-16,0 3-9 0,1 6-65 0,2 2-62 15,4 10-6-15,3 4 9 0,4 6-14 16,0 6-17-16,3 4-30 0,3 2-17 15,2-2-6-15,0-5-27 0,6-7 11 16,0-10-48-16,7-9-34 0,4-8-21 16,3-8-13-16,3-3 0 0,3 0-12 15,-1-10-58-15,3-7-34 0,1-6-10 0,0-5-10 16,3-3-50-16,-2-1-25 16,-1-4-41-16,-4 6 11 0,-2-1 87 0,-3 3 71 15,-2 5 66-15,-6 3 39 0,-3 7 45 16,-1 2 51-16,-2 6 38 0,0 5 6 15,0 0-16-15,0 3-52 0,-3 5-15 16,1 9 31-16,1 4 22 0,1 8 20 0,0 2 7 16,1 2-37-16,6-1-29 15,-1-6-24-15,3-4-37 0,-1-3-10 0,1-4-28 16,2-6-15-16,-2-2-10 0,1-2-53 16,3-5-51-16,0 0-44 0,1-2-61 15,-2-3-193-15,-2-2-633 0,5 1-534 0</inkml:trace>
  <inkml:trace contextRef="#ctx0" brushRef="#br0" timeOffset="31971.925">22223 7635 3104 0,'0'0'392'0,"0"0"-214"0,0 0-178 16,0 0 38-16,0 0 110 0,0 0 54 15,0 0 3-15,78-52-124 0,-63 50-44 16,-1 2-37-16,-4 0-18 0,0 0-38 16,-4 7-22-16,-4 2-12 0,-2 5 40 15,0 1 25-15,-2 5 8 0,-4 0 2 16,0 3 15-16,-2-1 13 0,2-1 13 15,3 1 52-15,0-4 37 0,3-4-34 16,0-3-13-16,0-4-64 0,6-2-4 0,4-4-28 16,3-1 0-16,0-5-3 0,4-7-66 15,0-6-68-15,1-3-84 0,2-8-118 0,-5 7-347 16,6-20-727-16</inkml:trace>
  <inkml:trace contextRef="#ctx0" brushRef="#br0" timeOffset="32191.113">22592 7283 2602 0,'0'0'386'0,"0"0"-207"15,0 0-86-15,0 0 21 0,0 0 77 16,0 0 77-16,87 16-6 0,-70-12-112 0,-1 4-54 16,1 5-34-16,1 2-47 0,-4 3-15 15,-1 3-21-15,1 2 21 0,-5 5-16 16,0 2 16-16,-7 2 0 0,-2 1-89 15,-2 2-20-15,-11 0 0 0,-2 0-5 16,-3-3-43-16,-1 0-45 0,0-3-90 0,-1-5-269 16,5-7-577-16,-12-1-471 0</inkml:trace>
  <inkml:trace contextRef="#ctx0" brushRef="#br0" timeOffset="33028.381">23378 7247 1486 0,'0'0'205'0,"0"0"-150"16,0 0-53-16,0 0 31 0,0 0 155 15,0 0 81-15,0 0 65 0,0 0-35 16,0 0-68-16,0 0-55 0,-10-7-36 16,10 7-32-16,0 0-29 0,-2 0-9 15,-1 5-32-15,-1 3-36 0,0 5 0 0,-2 3 14 16,0 8 12-16,0 0 22 15,-1 6-5-15,2-2-5 0,0 1 17 0,2 3 24 16,1-2 24-16,2 1-12 0,0 0-31 16,0-1-31-16,0-2-4 0,0-3-27 0,0-5-1 15,5-3-17-15,3 0-1 0,4-6-15 16,3-4-3-16,4-2-1 0,2-5-40 16,2 0-36-16,3-9-20 0,-1-4-33 15,1 0-36-15,-1-4-100 0,-3-1-213 16,-4 5-203-16,4-6-576 0</inkml:trace>
  <inkml:trace contextRef="#ctx0" brushRef="#br0" timeOffset="33583.297">23915 7388 450 0,'0'0'450'0,"0"0"-385"0,0 0-49 16,0 0 76-16,0 0 194 0,0 0 72 15,0 0-17-15,0 0-85 0,0 0-49 16,0 0-1-16,0 0-6 0,-46-42-24 16,43 42-6-16,1 0-37 0,-6 1-44 15,0 5-51-15,-2 4-22 0,-1 5 13 0,-3 3 12 16,3 2 32-16,-1 3 34 0,4 5 38 16,-1 2-13-16,4-1-35 0,2-2-16 15,3 0-19-15,0-8-23 0,0-5-39 16,0-5-18-16,6-5-4 0,0-1-12 15,4-3 6-15,2-3 9 0,4-7 17 0,4-6-38 16,4-6-76-16,1-4-7 0,-1-2-3 16,-1 1-9-16,0-1 37 0,-4 5 28 15,-2 2 16-15,-3 7 25 0,-5 4 29 16,-3 3 1-16,-1 4-1 0,-2 3 26 16,-1 2 75-16,0 8 76 0,-1 4 0 15,-1 5-52-15,0 5-30 0,0 2-24 16,0-1-8-16,0-1-1 0,0-2-22 0,0-3 7 15,0-3-47-15,6-4-15 16,-2-3-25-16,1 0-47 0,0-5-63 16,1 0-32-16,2-3-38 0,0 0-65 15,-1-1-262-15,0 0-574 0,-1-2-521 0</inkml:trace>
  <inkml:trace contextRef="#ctx0" brushRef="#br0" timeOffset="34238.536">24429 7486 1683 0,'0'0'1153'0,"0"0"-941"0,0 0-190 16,0 0-3-16,0 0 125 0,0 0 9 15,0 0-13-15,0 0-45 0,0 0-22 16,0 0-26-16,0 0-22 0,67 21-3 16,-67-6-22-16,-2-1-2 0,-4 0-14 0,-2-1 13 15,3-4-22-15,-4-1 13 0,5-3-1 16,1-2 10-16,1-3-19 0,2 2-13 16,0 0-22-16,0 0-10 0,3 3 39 15,2 0 26-15,2 2-1 0,0 0-10 0,0 0 1 16,1 0 12-16,-2 2 2 15,-1-1 11-15,-2 0 9 0,-2 1 7 16,-1 3 28-16,-3 1 3 0,-7-1-13 0,-3 3-15 16,-1-2-31-16,-2-1-1 15,-1-5-13-15,2-1-78 0,2-2-81 0,0-4-31 16,6-6-108-16,1-10-208 0,3 3-233 16,3-23-593-16</inkml:trace>
  <inkml:trace contextRef="#ctx0" brushRef="#br0" timeOffset="34462.164">24767 7179 2047 0,'0'0'757'16,"0"0"-597"-16,0 0-105 0,0 0 19 16,0 0 82-16,0 0 61 0,0 0 17 15,74 74-117-15,-66-59-70 0,3 3-25 0,-4 0-9 16,0 2-13-16,-4 2-1 0,-3-1-15 15,0 3 0-15,-9 0-6 0,-2 3-3 16,-5 0-32-16,-6 1-50 0,-1-1-4 16,-1-4 13-16,3-1-27 0,0-5-127 15,2-6-234-15,7-5-213 0,-1-6-498 0</inkml:trace>
  <inkml:trace contextRef="#ctx0" brushRef="#br0" timeOffset="34688.742">25267 7581 1982 0,'0'0'731'15,"0"0"-657"-15,0 0-74 0,0 0-241 16,0 0 157-16,0 0 38 0,0 0-18 16,0 0-293-16,0 0-462 0</inkml:trace>
  <inkml:trace contextRef="#ctx0" brushRef="#br0" timeOffset="34860.2">25599 7526 1611 0,'0'0'442'0,"0"0"14"0,0 0-179 16,0 0-122-16,0 0-53 0,0 0-38 15,0 0-37-15,0 0-27 0,0 0-118 0,0 0-243 16,0 0-305-16,60-16-808 0</inkml:trace>
  <inkml:trace contextRef="#ctx0" brushRef="#br0" timeOffset="34958.991">25980 7547 2443 0,'0'0'416'16,"0"0"-255"-16,0 0-129 0,0 0-20 16,0 0-12-16,0 0-1 0,0 0-28 15,0 0-199-15,0 0-253 0,0 0-623 0</inkml:trace>
  <inkml:trace contextRef="#ctx0" brushRef="#br0" timeOffset="35438.285">26819 7303 1197 0,'0'0'1270'15,"0"0"-1102"-15,0 0-168 0,0 0 0 16,0 0 3-16,0 0 165 0,0 0 63 16,-59 75 63-16,42-36-24 0,3 11-2 0,-1 5-44 15,5 3-50-15,4 1-28 0,3-2-22 16,3-7-65-16,0-8-44 0,8-6-15 15,7-10-40-15,3-9-19 0,6-6-77 16,7-11-29-16,2-3-17 0,6-15-101 16,-8 2-260-16,18-19-892 0</inkml:trace>
  <inkml:trace contextRef="#ctx0" brushRef="#br0" timeOffset="35787.236">27368 7519 3209 0,'0'0'324'0,"0"0"-263"16,0 0-20-16,-65 87 50 0,40-51 208 0,-3 0 104 16,4-1-27-16,2-4-180 0,9-1-95 15,4-7-95-15,4-6-6 0,4-3-3 16,1-6-18-16,2-3-19 0,8-5-21 16,3 0 12-16,5-13-12 0,4-5-53 0,2-6 0 15,2-5 9-15,1-1 3 0,0-1 3 16,-4 1-10-16,-1 2 0 0,-2 3-33 15,-7 4 1-15,0 4 37 0,-3 2 46 16,-4 7 58-16,0 5 25 0,-3 3 16 16,1 3 79-16,0 9 82 0,-1 5-9 15,2 4-47-15,-2 3-25 0,0 3 5 16,-1-3-27-16,2-1-10 0,-1-1-28 0,0-1-58 16,2-7-3-16,0 1-21 15,1-5-22-15,3-6-80 0,-1 1-13 0,0-5 0 16,3 0-13-16,4-5-59 0,-2-4-139 15,2-1-295-15,-3 0-545 0,2-1-424 16</inkml:trace>
  <inkml:trace contextRef="#ctx0" brushRef="#br0" timeOffset="36137.079">27773 7638 1076 0,'0'0'2137'0,"0"0"-1762"0,0 0-242 16,0 0-35-16,16 72 68 0,-16-39 148 16,0-1 1-16,-2 2-127 0,2-2-99 0,0-5-49 15,0-4-25-15,0-7-15 0,0-2-20 16,2-7 18-16,5-5-54 0,1-2-23 16,3-6-35-16,5-7-28 0,2-4-16 15,2-5 15-15,0 0-3 0,-4 0 57 0,2 0 39 16,-2 4 34-16,-2 2 16 15,1 0 28-15,-1 4-3 0,-4 4 0 0,-1 4 10 16,-3 3 47-16,-1 1 15 0,-2 3-13 16,-3 9-10-16,0 3-18 0,0 3-3 15,0 2-19-15,-4-2 9 0,-1-2-12 16,2-4-31-16,0-4-17 0,1-4-69 16,2-4-100-16,0 0-60 0,0 0-98 15,0-5-276-15,0-15-737 0</inkml:trace>
  <inkml:trace contextRef="#ctx0" brushRef="#br0" timeOffset="36335.447">28435 7353 3332 0,'0'0'466'0,"0"0"-425"0,0 0-26 16,0 0 45-16,0 0 170 0,0 0 105 15,0 0-8-15,30 81-146 0,-30-54-71 16,-4 3-10-16,-2 3-26 0,-1 0-44 0,-4 2-29 15,-3 1 0-15,-1-1-1 0,-6 2-21 16,-2-1-65-16,-3 2-75 0,-5 1-51 16,-2 1-49-16,-4 1-68 0,-2 3-192 15,6-10-459-15,-21 16-348 0</inkml:trace>
  <inkml:trace contextRef="#ctx0" brushRef="#br0" timeOffset="38255.288">8612 8497 1873 0,'0'0'725'0,"0"0"-406"0,0 0-139 15,0 0-59-15,0 0 16 0,-87-48 83 16,76 42 4-16,2 0-20 0,3 2-28 16,4 2-33-16,0 0-16 0,2 2-3 15,0 0-22-15,0 0-16 0,2 0-18 0,2 7 14 16,8 7 50-16,2 10-1 0,3 6-9 15,3 11-22-15,0 7-39 16,-1 6-31-16,0 0-28 0,-3 7 29 0,0-4-29 16,-2 0-2-16,-1-1-18 0,-3-3 6 15,0-4-27-15,-1-8-31 0,-3-7-24 16,-2-11-19-16,-1-9-9 0,1-9-25 0,-2-5-37 16,-1-7-16-16,-1-13-83 0,3-8-125 15,-3-11-271-15,0 7-628 0,-3-30-468 16</inkml:trace>
  <inkml:trace contextRef="#ctx0" brushRef="#br0" timeOffset="38430.058">8596 8229 222 0,'0'0'2627'16,"0"0"-2141"-16,0 0-251 0,0 0-51 16,-79 37 26-16,48-4 51 0,-6 7-90 15,-2 9-35-15,-3 3-10 0,4-1-43 0,3-2-79 16,5-7-4-16,6-6-74 15,6-8-105-15,5-9-41 0,1-8-16 0,5-6-34 16,6-5-97-16,-1-6-293 0,2-18-630 0</inkml:trace>
  <inkml:trace contextRef="#ctx0" brushRef="#br0" timeOffset="38558.339">8432 8358 372 0,'0'0'472'0,"0"0"1174"0,0 0-1157 15,101-7-96-15,-67 7-107 0,1 0-81 16,0 6 15-16,-1 0-36 0,-1 1-47 15,2 1-56-15,-1 3-81 0,2 5-25 16,-1 3-233-16,-3 8-169 0,-9-4-540 0,-3 19-1124 16</inkml:trace>
  <inkml:trace contextRef="#ctx0" brushRef="#br0" timeOffset="39277.432">8005 9656 2111 0,'0'0'1295'16,"0"0"-984"-16,0 0-217 0,0 0 39 0,0 0 83 15,0 0 46-15,0 0-86 0,88 33-71 16,-75-4-29-16,0 4-33 0,-3 4-41 16,-1 0-2-16,-2-3-21 0,1-6-10 15,-2-4-27-15,-1-10-4 0,-2-5 10 0,0-9-22 16,-2 0-19-16,2-14 9 0,2-7 22 15,0-10 0-15,-1-11-41 0,2 1 17 16,3-4 5-16,0 2 61 0,3 6 20 16,4 6 22-16,-3 6 69 0,4 11 19 15,-2 5-13-15,-1 8-57 0,-2 1 16 16,-2 13 16-16,-3 4 24 0,0 5-22 16,-1 1-19-16,-3 3 1 0,-2-1-7 15,1 2 12-15,-2-3-36 0,0-3-1 16,0-3-11-16,0-7-13 0,1-5 1 15,-1-6-1-15,2 0 2 0,1-6-2 16,-1-5-3-16,5-7 3 0,1-6 1 0,-1-1-1 16,3-3-16-16,1 2-5 15,1 2-4-15,2 7 7 0,1 4 2 0,2 7 16 16,-1 4-18-16,0 2 18 0,-3 9 27 16,3 8 16-16,-5 2 12 0,-2 5-3 15,2 1 18-15,-5 3 43 0,0-3-24 16,1 1-38-16,-2-3-9 0,-1-1-42 0,0-8-3 15,-1-3-18-15,1-8-25 0,-2-1 9 16,1-2 4-16,1-2 2 0,2-4 16 16,2-3-3-16,0-3-37 0,0-1-28 15,1 0-15-15,2-2 0 0,0 2 0 16,0 0 8-16,2 3 7 0,0 2 18 16,1 2-16-16,-2 2-71 0,1 3-65 15,-3 1-104-15,-3 1-95 0,-1 7-17 16,-3 1 82-16,1 2-61 0,-3-2-179 15,-1 3-493-15</inkml:trace>
  <inkml:trace contextRef="#ctx0" brushRef="#br0" timeOffset="39833.315">9187 9537 985 0,'0'0'1959'0,"0"0"-1636"16,0 0-151-16,0 0 44 15,0 0 58-15,0 0-4 0,-91 48-18 0,71-32-61 16,0 2-56-16,1 1 0 0,5 1 9 16,2 4-37-16,2 0-25 0,4 3-21 15,3-1-3-15,2-4-22 0,1-6-12 16,0-4-24-16,4-3-21 0,1-8-30 0,2-1 34 15,3-5 17-15,1-6 34 0,4-7 2 16,-1-7-36-16,-2-4-84 0,2-3-38 16,-4 0-3-16,0 0 6 0,-1 4 37 15,-2 2 20-15,0 6-27 0,3 3 37 16,-4 4 24-16,0 7 6 0,1 5 22 16,-1 1 19-16,2 2 76 0,1 9 16 15,0 6-1-15,2 3-27 0,-3 2-10 16,0 2 3-16,0 2-9 0,0 2-6 15,-2-3 0-15,0 0-28 0,-2-6-33 16,2 0-3-16,1-5-64 0,-1-7-9 16,-2-3-15-16,3-3-62 0,-1-1-15 0,1-6-56 15,3-5-98-15,-2-5-240 0,-4 4-563 16,6-14-600-16</inkml:trace>
  <inkml:trace contextRef="#ctx0" brushRef="#br0" timeOffset="40022.819">9464 9483 2782 0,'0'0'554'0,"0"0"-281"0,0 0 33 16,0 0-11-16,82 67 22 0,-64-43-6 16,-2 1-57-16,0-3-50 0,-1-1-52 15,-4-5-93-15,2 0-59 0,-3-8-48 16,-2 1-22-16,1-6-48 0,0 0-59 16,1-3-34-16,0-4-112 0,-1-10-254 0,-2 3-565 15,2-14-473-15</inkml:trace>
  <inkml:trace contextRef="#ctx0" brushRef="#br0" timeOffset="40182.49">9724 9433 2448 0,'0'0'981'15,"0"0"-737"-15,0 0 48 0,0 0-72 0,-57 86 103 0,35-49-6 16,-1 3 5-16,-2 1-131 16,0 1-42-16,-1 0-3 0,1-4-22 0,4-4-64 15,3-6-60-15,3-5-9 0,3-6-45 16,6-7-73-16,2-3-80 0,4-7-30 15,0-3-117-15,4-10-230 0,6-6-169 16,2 2-503-16,4-13-509 0</inkml:trace>
  <inkml:trace contextRef="#ctx0" brushRef="#br0" timeOffset="40317.962">9883 9507 2669 0,'0'0'734'0,"0"0"-436"0,0 0-52 16,10 94 132-16,-13-57 0 0,-4 0-26 15,-2-2-59-15,1-4-120 0,1-7-122 0,2-4-51 16,4-8-60-16,-1-3-114 16,2-8-109-16,0-1-153 0,0 0-350 0,-3-14-940 0</inkml:trace>
  <inkml:trace contextRef="#ctx0" brushRef="#br0" timeOffset="40840.583">9949 9326 3332 0,'0'0'504'16,"0"0"-322"-16,0 0 81 0,0 0 16 16,0 0-36-16,0 0-68 0,0 0-111 0,0 0-64 15,0 0-49-15,0 0-9 0,82 62-22 16,-74-53-120-16,-1 0-16 0,-1 2 24 0,1 1 95 16,-3 5 97-16,2 1 37 0,-3 6 41 15,0 0 53-15,-2 1 48 0,2 4-19 16,-1-3-25-16,-1-2-18 0,2-3-10 15,2-7-10-15,1-2-54 0,0-4-43 16,4-5-64-16,1-3 43 0,4-9 21 16,4-5 0-16,-2-3-40 0,5-5-52 15,-2 2 16-15,-1 2 30 0,-1 4 31 16,-3 5 15-16,-1 7 17 0,-2 2 4 16,-1 4 44-16,-2 6 48 0,-2 6 0 15,-1 4-19-15,2 0 46 0,-3 0 45 16,1-1-85-16,-1-3-46 0,3-5-51 15,0-7-3-15,1-4-33 0,1 0 10 16,1-13 22-16,1-5-17 0,3-8-63 0,0-5-34 16,1-4-19-16,0-5-15 0,1 1-49 15,-2-5-11-15,0-5-3 0,-3-1-14 16,1-1-4-16,-2 1 51 0,0 3 179 0,0 8 59 16,1 11 74-16,-4 11 78 0,-2 5-16 15,0 8-19-15,-2 4-17 0,-1 1-21 16,-2 11-4-16,2 5 15 0,-3 7-33 15,2 8-59-15,-1 4-11 0,1 4 5 16,1 3 10-16,0 3-23 0,1 1-38 16,6 4-45-16,0 0-49 0,2 2-94 15,0-5-95-15,-1-2-177 0,-3-2-257 16,-2-13-728-16,-5 11-722 0</inkml:trace>
  <inkml:trace contextRef="#ctx0" brushRef="#br0" timeOffset="89851.672">9611 10412 1964 0,'0'0'786'16,"0"0"-98"-16,0 0-479 0,0 0-51 0,0 0 94 16,-38 75-18-16,35-55-45 0,2 4-37 15,1 6-51-15,0 3-24 0,4 7 21 16,3 8-15-16,-1 6-53 0,4 5-30 0,-3 2-13 15,2-5-30-15,0-6-12 0,-1-12-55 16,-2-12 2-16,1-9-21 0,1-13-57 16,0-4-75-16,4-4-19 0,2-15-113 15,-4 2-337-15,5-25-628 0</inkml:trace>
  <inkml:trace contextRef="#ctx0" brushRef="#br0" timeOffset="90026.537">9821 10293 2613 0,'0'0'463'0,"0"0"-280"16,0 0 84-16,3 69-2 0,-3-22 32 16,-3 12-39-16,-3 10 42 0,-1 7-88 15,1 7-92-15,2 1-38 0,3 1-82 16,-1-4-37-16,2-9-15 0,0-9-73 16,0-14 63-16,0-14 32 0,0-13-38 15,0-8-43-15,-1-8-34 0,-4-4-41 16,-4-2-106-16,-5-5-261 0,3-2-712 0,-15-12-528 0</inkml:trace>
  <inkml:trace contextRef="#ctx0" brushRef="#br0" timeOffset="90241.524">9428 11012 1876 0,'0'0'425'16,"0"0"-153"-16,-6 91 30 0,6-47 80 0,4 10-17 15,3-2-34-15,8 2-52 0,1-4-117 16,7-4-57-16,3-10-59 0,2-11-43 15,4-11 71-15,1-14 74 0,5-7-1 16,2-17-33-16,3-9-29 0,4-10-45 16,0-7-22-16,2-3-15 0,-1-3-3 15,0 3-9-15,-3 1-18 0,-4 4-47 16,0 4-143-16,-5 8-44 0,-2 8-115 0,-13 9-393 16,-2 13-1157-16</inkml:trace>
  <inkml:trace contextRef="#ctx0" brushRef="#br0" timeOffset="90617.376">8558 12103 2156 0,'0'0'1480'15,"0"0"-1310"-15,18 86-50 0,-5-32 72 16,0 15-5-16,4 8-54 0,-4 6 19 15,1 3-17-15,-1-3-46 0,3 3-58 0,-1-5 18 16,0-2-49-16,0-11-18 16,-1-8-62-16,-4-13 40 0,-2-16 3 15,-4-15-3-15,-2-10-22 0,-2-7-43 16,0-14-19-16,-5-11-71 0,-2-8-69 0,-5-14-105 16,-2-7-266-16,4 8-373 0,-15-33-348 15</inkml:trace>
  <inkml:trace contextRef="#ctx0" brushRef="#br0" timeOffset="90850.787">8564 12134 1770 0,'0'0'600'0,"0"0"-242"16,0 0-59-16,0 0 18 0,82-40-123 15,-56 40-42-15,1 0 15 0,-2 6-42 16,3 8-14-16,-4 0 7 0,1 1-30 16,-6 0-36-16,-2-1-50 0,-6-1 11 0,-1-1 49 15,-5 0 6-15,-5 4 15 16,0 2 7-16,-5 3-26 0,-9 1-30 0,-4 2-19 15,-3-1 1-15,-2-3-15 0,0-5-1 16,3-3-59-16,-3-5-51 0,0-5-48 16,1-2-40-16,0 0-31 15,5 0 25-15,5-2 8 0,7-2 54 0,5 4-129 16,0 0-478-16,11 0-558 0</inkml:trace>
  <inkml:trace contextRef="#ctx0" brushRef="#br0" timeOffset="91062.718">9564 12262 2932 0,'0'0'301'0,"0"0"-279"16,0 0 106-16,0 0 66 0,0 0 102 0,0 0-22 15,39 82-66-15,-37-45-80 0,-1 5-51 16,-1 6-37-16,0 0-11 0,0-3-29 15,0-6-53-15,0-11-18 0,-1-11-68 16,-1-8-60-16,-1-9-75 0,-1 0-194 0,-9-18-853 0</inkml:trace>
  <inkml:trace contextRef="#ctx0" brushRef="#br0" timeOffset="91237.915">9442 12016 3473 0,'0'0'616'0,"0"0"-513"0,0 0-4 16,0 0 7-16,0 0 24 0,0 0-78 16,0 0-52-16,0 0-34 0,92-11 0 15,-69 9-167-15,8-3-65 0,-1 5-150 16,-6-1-640-16,11 2-741 0</inkml:trace>
  <inkml:trace contextRef="#ctx0" brushRef="#br0" timeOffset="91500.602">9938 12118 3310 0,'0'0'358'0,"0"0"-320"16,0 0 151-16,-16 72 16 0,6-40 54 16,-4 4-74-16,-1-1-49 15,1 1-53-15,1-6-19 0,4-6-11 0,0-7-53 16,7-6-25-16,2-8-24 0,1-1 0 16,10-2 0-16,5 0 49 0,7-2 15 15,2-4-12-15,3 2-3 0,3-1 2 16,-1 1-2-16,0 2-12 0,-4 0 11 15,-2 2 1-15,-3 3 16 0,-4 6-14 16,-5 2 1-16,-6 5 43 0,-3 1 31 16,-3 2-34-16,-2 1-3 0,-8 3-40 0,-4-4-25 15,-1 1-73-15,-3-4-22 0,0-3-31 16,-2-1-28-16,0-7-11 0,4 4-33 16,-1-6-67-16,5 0-123 0,5-2-293 15,5-1-620-15</inkml:trace>
  <inkml:trace contextRef="#ctx0" brushRef="#br0" timeOffset="91841.151">10793 12185 2594 0,'0'0'415'15,"0"0"-191"-15,-83 66 145 0,47-30-32 16,-6 10 2-16,2 2 4 0,7 2-11 0,4-3-72 15,8-6-35-15,9-10-80 0,6-12-114 16,4-9-31-16,2-7-79 0,6-2 42 16,5-1 34-16,6-5 3 0,2-9 10 15,5-9 12-15,2-7-22 0,3-8-34 16,0-2-63-16,-4-2-21 0,0 4-4 0,0 7 27 16,-2 6 10-16,-2 9 8 15,-2 7 28-15,1 9 18 0,-4 0 28 16,1 14 3-16,-5 5 56 0,1 5 2 15,-4 6-3-15,-1 1 0 0,1 2 33 0,-5 0-36 16,3-3-6-16,-2-1-46 0,1-5-20 16,-1-7-32-16,4-5-21 0,1-8-86 0,6-2-84 15,-2-2-253-15,0-5-549 16,4-13-1032-16</inkml:trace>
  <inkml:trace contextRef="#ctx0" brushRef="#br0" timeOffset="92321.38">11464 12177 2561 0,'0'0'610'0,"0"0"-335"0,0 0-114 0,17 74 44 15,-14-32 57-15,-3 10 15 0,0 7-1 16,0 7-73-16,0 4-59 0,0 2-34 16,-1 0-10-16,-1-2-18 0,1-4-36 15,1-8-46-15,0-7-16 0,0-9-18 16,-2-10-81-16,2-12 17 0,0-10 9 0,0-4-3 15,-1-6-18-15,-1-6-32 16,-2-11-87-16,0-8-230 0,1 3-273 0,-6-28-681 16</inkml:trace>
  <inkml:trace contextRef="#ctx0" brushRef="#br0" timeOffset="92605.911">11370 12246 3142 0,'0'0'610'0,"0"0"-415"0,0 0-75 0,45-80 39 15,-28 51 12-15,0 6-63 0,-2 3 19 0,1 3-44 16,-2 4-31-16,-2 6-52 0,-1 3-3 16,1 4-12-16,-1 3-4 0,-2 9 10 15,-2 11 9-15,-2 9 0 0,-4 11-71 16,-1 6-43-16,-3 5-35 0,-4 1 0 0,-3-2 0 16,1-7 32-16,1-8 57 0,2-13 48 15,1-9 12-15,5-10 25 16,0-6-10-16,0-7-14 0,3-9-1 0,5-5 47 15,3-6 27-15,2 1-6 0,0-2 4 16,3 1 3-16,0 4-22 0,1 2-53 16,-1 3 0-16,-3 5-31 0,0 1 3 15,-2 5-22-15,-2 3 9 0,-3 4-62 16,-2 0-36-16,2 4-12 0,-5 6-133 16,2-3-365-16,-3 14-1065 0</inkml:trace>
  <inkml:trace contextRef="#ctx0" brushRef="#br0" timeOffset="93215.994">11857 12137 2519 0,'0'0'457'0,"0"0"-332"16,0 0 12-16,0 0 134 0,0 0-2 15,0 0 33-15,0 0-74 0,0 0-123 16,0 0-74-16,0 0-12 0,0 0 12 16,0 34-3-16,0-11-7 0,-4 4 1 0,-2 0-10 15,-1-1 1-15,1-4 11 0,2-4 4 16,1-6 15-16,2-5 19 0,1-4 45 16,0-3-18-16,0 0-28 0,0 0-3 15,0-7-21-15,3-3-25 0,2-6-12 16,5-3 12-16,2-3 13 0,0-3-25 15,3 2-16-15,1-1-8 0,1 0-10 16,2 4 4-16,-2-3-10 0,4 0-55 16,-2 0-34-16,1 2-37 0,-2-1-41 0,-2 4-101 15,1 5-181-15,-4 5-254 0,-2 3-500 16,1 5-186-16</inkml:trace>
  <inkml:trace contextRef="#ctx0" brushRef="#br0" timeOffset="93897.283">12187 12089 1114 0,'0'0'1950'0,"0"0"-1596"0,0 0-214 0,0 0 37 16,0 0 109-16,10 67 79 0,-10-43-56 16,0 2-100-16,-2 0-68 0,-1-5-62 15,1-5-79-15,1-3-9 0,1-5-70 16,0-7-25-16,0-1 12 0,1 0-34 16,5-5-31-16,4-9 52 0,1-5-26 15,4-5-24-15,2-2-28 0,1 1-46 0,2 0-8 16,1 6 55-16,-2 3 87 15,4 7 58-15,-1 3 37 0,-3 3 74 0,-1 3 44 16,-3 4-10-16,-2 6 56 16,-2 4 10-16,-3 1-23 0,-3 1-22 0,1 3-17 15,-5 0-3-15,-1 2-16 0,0-3 3 16,0-4-19-16,0-2-21 0,0-5-50 0,0-4-6 16,3-1-40-16,2-2 15 0,2 0 25 15,6-2 40-15,3-6-40 0,5-6-54 16,4-4-104-16,2-5 9 0,0 3 21 15,-2 1 50-15,-2 5 18 0,-1 7 3 16,-5 5 7-16,2 4 50 0,-5 11 94 16,3 7 35-16,-6 4-4 0,1 3-13 15,-3 4 3-15,-3-2 2 0,1-1-22 16,2-8-33-16,-5-3-62 0,3-10-3 16,1-3-43-16,1-4 12 0,2-5 34 15,0-9-1-15,5-7-11 0,3-5-32 16,1-2-23-16,4 1 5 0,2 3 9 15,-1 5 44-15,-3 5 6 0,1 8-13 0,-5 4 16 16,1 2 16-16,-2 2 49 0,1 4 40 16,-1 4-28-16,-3-3-29 0,2-1-48 0,-3-4-25 15,1-2 22-15,1 0 2 0,1-4 1 16,0-7 0-16,2-5-75 0,-3 0-33 16,1-4-6-16,-5 2 11 0,1 3 16 15,-5 1 31-15,-3 3 0 0,-4 3-5 16,0 1 2-16,-4 2 59 0,-9 3 6 15,-4 2 73-15,-3 0-25 0,-5 6 20 16,3 2-11-16,-1 6-1 0,0 3-3 16,4 6 31-16,4 1-1 0,3 5-18 15,4 2-9-15,5-1-16 0,3-2 3 16,0-4-49-16,3-5-9 0,8-7-49 0,2-5 27 16,6-3 16-16,4-4-1 0,0-4-42 15,7-8-54-15,7-3-123 0,2-2 18 16,3 1 139-16,-11 3-386 0,5-4-1565 15</inkml:trace>
  <inkml:trace contextRef="#ctx0" brushRef="#br0" timeOffset="94302.499">9887 13655 2809 0,'0'0'458'16,"0"0"-248"-16,0 0 97 0,23 99 27 16,-20-56-51-16,0 6-76 0,-1-2-53 15,-2-1-43-15,0-8-38 0,0-4-33 16,0-10-38-16,0-7-2 0,0-7-12 0,-2-7-25 15,-1-3-104-15,0-3-99 0,-4-9-89 16,-1-8-221-16,0 1-559 0,-10-24-463 0</inkml:trace>
  <inkml:trace contextRef="#ctx0" brushRef="#br0" timeOffset="94446.373">9842 13416 3213 0,'0'0'514'16,"0"0"-444"-16,0 0 96 0,0 0 120 0,0 0-26 15,0 0-75-15,0 0-90 0,0 0-95 16,77 38-34-16,-60-33-46 0,2 1-77 16,7-1-138-16,-5 0-233 0,14 5-1173 0</inkml:trace>
  <inkml:trace contextRef="#ctx0" brushRef="#br0" timeOffset="94821.304">10447 13629 3436 0,'0'0'468'0,"0"0"-282"0,0 0 94 16,-80 48 11-16,54-23-64 0,2 6-62 15,2 2-34-15,3 7-18 0,5-3-16 16,5-1 9-16,3-4-12 0,5-4-51 16,1-10-43-16,0-7-30 0,1-7-27 0,7-4-16 15,5-1-16-15,4-12 89 0,3-9 1 16,1-8-1-16,0-7-25 0,2-8-60 15,-1-4-13-15,2-3-21 0,1-3 0 16,1-2 12-16,-2-3 5 0,1-2-5 16,-2-2 26-16,-5 1 17 0,-5 3-5 0,-3 6-39 15,-5 8 17-15,-5 14 91 0,0 9 44 16,-3 11 86-16,-4 12 87 0,0 4-2 16,-1 13-89-16,-2 11-40 0,2 10-16 15,0 12-6-15,4 9-6 0,1 4 3 16,3 1 33-16,0-3-12 0,3-1-64 15,6-6-18-15,2-4-30 0,2-7-55 16,4-8-113-16,-2-7 2 0,2-14-9 0,1-6-26 16,0-8-151-16,0-8-207 0,-3-4-155 15,1-15-637-15</inkml:trace>
  <inkml:trace contextRef="#ctx0" brushRef="#br0" timeOffset="95209.052">10866 13689 2797 0,'0'0'627'16,"0"0"-335"-16,0 0-31 0,40 66 12 0,-31-55-62 15,2-2-57-15,-2-9-114 0,1-2-38 16,3-12 20-16,3-10-22 0,3-9-108 16,-1-8-75-16,1-6-53 0,1-2 60 15,-1 4-57-15,0 3-103 0,-2 11-57 16,-4 6 17-16,-1 10 179 0,-1 7 197 16,-4 8 16-16,1 8 294 0,-4 12 126 15,3 9-51-15,-3 5-91 0,1 6-49 16,-1-1-15-16,3 0 9 0,2-6-48 15,-2-2-44-15,3-9 39 0,-1-9-100 0,2-9-71 16,-2-4-15-16,1-14 2 0,4-10 4 16,-2-9-6-16,2-11-113 0,-1-8-40 15,5-2 0-15,-2-3 33 0,4 0 12 16,-1 3-18-16,-1 4-48 16,1 12 49-16,-3 12 63 0,-2 9 62 0,-2 15 12 15,-2 4 91-15,3 15 90 0,-2 7-35 16,2 6-56-16,-1 5-19 0,-1 1-19 0,2 3-18 15,0 1 12-15,3 1 4 16,1 0-10-16,5 1-52 0,2-4-7 0,2-2-63 16,1-2-105-16,1-6-83 0,1-1-75 15,-6-10-350-15,7 3-974 0</inkml:trace>
  <inkml:trace contextRef="#ctx0" brushRef="#br0" timeOffset="103589.974">16346 9726 362 0,'0'0'2422'0,"0"0"-2011"0,0 0-179 16,0 0 0-16,0 0 8 15,0 0-8-15,88 39-60 0,-55-25-20 0,4 1-44 16,0-2-19-16,2-2-43 15,1-3 19-15,1-4-40 0,-2-3-25 0,1-1-12 0,-1-5-3 16,-2-3 0-16,-3-4-112 0,-3-1-114 16,-6-1-106-16,-5 4-224 0,-9 3-557 15,-11 2-431-15</inkml:trace>
  <inkml:trace contextRef="#ctx0" brushRef="#br0" timeOffset="103761.757">16436 9987 699 0,'0'0'551'0,"0"0"605"0,0 0-817 16,0 0-37-16,0 0 7 0,0 0-48 16,-5 72-37-16,32-60 31 0,8-4-56 15,7 1-28-15,5-6-26 0,4-3-71 0,3 0-74 16,-1-9-10-16,-1-6-24 0,1-3-49 0,-3-7-143 16,-2-5-78-16,-3-2-156 0,-14 8-556 15,1-15-689-15</inkml:trace>
  <inkml:trace contextRef="#ctx0" brushRef="#br0" timeOffset="104007.371">16828 9585 1349 0,'0'0'323'0,"0"0"251"0,0 0 68 16,0 0-337-16,0 0-133 0,0 0 3 15,0 0 109-15,0 0-74 0,86 2-52 16,-51 8-59-16,4 1-52 0,-2 3-30 0,1 6-17 15,-4 3-18-15,-2 5 2 0,-5 3 13 16,-1 4-31-16,-10 3-38 0,-1 5-12 16,-7 2-4-16,-5 2 0 0,-3 3-10 15,0-1 10-15,-7-4 6 0,-2 0 13 16,-3-9 21-16,1-6 1 0,0-6-26 0,1-7-83 16,1-11-81-16,6-6-184 0,0 0-363 15,3-25-801-15</inkml:trace>
  <inkml:trace contextRef="#ctx0" brushRef="#br0" timeOffset="104304.935">18021 9504 1444 0,'0'0'802'0,"0"0"-424"16,0 0-104-16,88 8-30 15,-64-2 4-15,-1-3-22 0,-1 2-53 0,1-1-53 16,2-3-17-16,2 0-20 0,3-1-27 15,2 0-28-15,0 0-28 0,-1 1-12 16,-2 4-16-16,-1 6 9 0,-5 2 6 16,-4 7 13-16,-5 8 15 0,-4 8 16 15,-7 6-15-15,-3 10-4 0,-6 4-12 16,-7 5 0-16,-4 4-2 0,-3 1-10 0,-2 1 10 16,3-1-2-16,-4-5 4 0,2-4 21 15,3-8 26-15,1-8 68 0,5-10-53 16,3-9-62-16,4-9-16 0,-1-7-12 15,4-4-90-15,-3-2-73 0,-1-10-121 16,-1-8-231-16,0 3-680 0,-9-16-548 0</inkml:trace>
  <inkml:trace contextRef="#ctx0" brushRef="#br0" timeOffset="104491.051">17906 10041 828 0,'0'0'2567'16,"0"0"-2238"-16,0 0-272 0,0 0 163 15,0 0 18-15,89 8 17 0,-55-8-45 16,4 0-75-16,3-3-65 0,1-6-42 0,1 1-28 16,-3-2-30-16,-1-1-22 15,-3 3-123-15,-6 1-44 0,-4 3-70 0,-9 4-139 16,-6 0-246-16,-7 5-562 0,-11 13-512 0</inkml:trace>
  <inkml:trace contextRef="#ctx0" brushRef="#br0" timeOffset="104626.619">18062 10278 101 0,'0'0'3026'0,"0"0"-2536"0,0 0-339 0,0 0-44 16,0 0 117-16,0 0-9 0,0 0 11 0,0 0-4 15,85 29-81-15,-51-40-67 0,3-3-41 16,2-2-33-16,2-1-33 0,-2 0-124 16,0 1-86-16,-3 3-107 0,-9 3-308 15,5 2-917-15</inkml:trace>
  <inkml:trace contextRef="#ctx0" brushRef="#br0" timeOffset="106103.666">19820 9916 310 0,'0'0'1860'16,"0"0"-1156"-16,0 0-217 0,0 0-192 15,-3-73-30-15,-4 56-20 0,-1 3-52 16,-2 2-36-16,0 5-48 0,0 2-17 16,1 4 37-16,-3 1-34 0,1 7-79 15,-4 6-16-15,0 10 0 0,1 4 3 0,1 10 31 16,1 3 18-16,2 2-6 0,5-1-4 15,-1-5-11-15,3-8-16 0,1-9-15 16,2-7-24-16,0-7-13 0,0-4 13 16,5-1-40-16,3-4-4 0,8-7 68 15,2-6-55-15,2-7-40 0,1-5-19 16,0-3 10-16,-1 1 5 0,0 1 12 16,-3 3 19-16,0 7 21 0,-1 3 4 0,1 7 15 15,-5 6 9-15,2 4 19 0,-3 7 31 16,0 11 81-16,-2 2 0 0,-1 5-16 15,1 5 15-15,-1 1-22 0,-2 0-6 16,0-6 3-16,1-3-65 0,-1-7-21 16,6-6-61-16,-1-7 9 0,9-2 18 15,1-9-58-15,6-12-50 0,6-9-75 16,4-8-180-16,-10 4-376 0,17-20-754 0</inkml:trace>
  <inkml:trace contextRef="#ctx0" brushRef="#br0" timeOffset="106311.291">20677 9414 1182 0,'0'0'1912'0,"0"0"-1606"0,-24 77-90 15,12-38 162-15,-2 6 46 0,-1 4 17 16,4 1-132-16,2-5-102 0,2 0-80 16,6-2-75-16,1-4-52 0,0-4-24 15,7-3-25-15,1-6-97 0,1-7 46 16,1-6 12-16,-1-2 11 0,-1-6-21 0,-5-3-24 15,0-1-75-15,-3-1-127 0,0 0-99 16,-6-4-109-16,-2-1-608 0,-12-8-306 0</inkml:trace>
  <inkml:trace contextRef="#ctx0" brushRef="#br0" timeOffset="106446.907">20362 9764 1952 0,'0'0'965'0,"0"0"-514"15,0 0-99-15,0 0-31 0,0 0-46 16,0 0-73-16,0 0-33 0,0 0 68 0,0 0-72 15,102 18-46-15,-65-15-49 0,4-3-37 16,2 0-33-16,3-3-3 0,0-3-21 16,5-3-80-16,0 2-156 0,2 1-139 15,-12 3-263-15,15 1-918 0</inkml:trace>
  <inkml:trace contextRef="#ctx0" brushRef="#br0" timeOffset="107022.306">22183 9218 653 0,'0'0'404'16,"0"0"875"-16,0 0-885 0,0 0 58 15,0 0-57-15,0 0-39 0,0 0-49 0,0 0-102 16,0 0-50-16,-75 47-14 0,63-1 16 15,1 12 8-15,2 9-34 0,1 9-12 16,-4 4-3-16,2 3 8 0,-2 4-27 16,-2 0-75-16,3-7-22 0,-1-8-18 15,5-9-3-15,3-14 9 0,4-12-13 16,0-11-47-16,4-10-22 0,9-8-46 0,4-5-9 16,3-3-4-16,5-10-86 0,3-9-119 15,2-9-237-15,0-4-417 0,-7 5-148 16,7-17-11-16</inkml:trace>
  <inkml:trace contextRef="#ctx0" brushRef="#br0" timeOffset="107570.863">22310 9872 254 0,'0'0'685'0,"0"0"325"16,0 0 184-16,0 0-711 0,0 0-174 15,0 0-61-15,9 84 16 0,-7-59 5 0,1-5-45 16,0-2-68-16,3-5-71 0,1-2-36 16,3-5-6-16,-1-4-16 0,3-2-25 15,3 0-1-15,1-5-1 0,3-8-34 16,2-3-29-16,0-5-20 0,2-4-8 15,-2 1-7-15,1-1-3 0,-5 3 15 16,-1 2 12-16,-4 3 12 0,-3 4 28 16,-4 5 34-16,-1 3 26 0,-4 3 36 15,0 2 18-15,-8 0 21 0,-4 7-64 16,-2 1-16-16,-2 5 22 0,-3 6 24 0,3 3 16 16,-1 4-10-16,1 1 12 0,4-2-12 15,1 3-12-15,2-5-9 0,4-3-25 16,1-6-24-16,4-5-3 0,0-4 0 0,4-3-39 15,7-2-1-15,5 0 10 16,7-2 2-16,5-5-14 0,0-5-13 0,4-1-21 16,-2 0 0-16,-1 1-4 0,-4 0-12 15,-3 1 22-15,-4 4-1 0,-5 2 40 16,-1 2 29-16,-5-1 2 0,-3 4 17 16,-4 0 26-16,0 0 24 0,0 0 13 15,0 0 12-15,0 4-4 0,-1 3-27 16,-4 6-42-16,0 1-17 0,0 3 25 15,2 0 3-15,2-4-30 0,1-4-16 0,0-2-17 16,1-4-13-16,4 1 0 0,3-4 19 16,3 0-10-16,4-6-12 0,1-4-43 15,4-7-24-15,3-2-10 0,0 0-35 16,-2 1-15-16,2 1-5 0,-3 4 30 16,-1 4-3-16,-1 5-22 0,-2 4 103 15,-1 0 73-15,-4 4 25 0,-2 4 17 16,-1 3 15-16,-2-3-10 0,-1 3 6 15,-1-5-26-15,0 0-27 0,2-5-45 0,1-1-55 16,0 0-59-16,4-3-69 0,1-8-233 16,-1 0-276-16,4-7-588 0</inkml:trace>
  <inkml:trace contextRef="#ctx0" brushRef="#br0" timeOffset="107818.396">23336 9647 1441 0,'0'0'623'0,"0"0"-341"0,0 0-84 15,-40 77 34-15,25-46 108 0,4 0 81 16,-1-3-40-16,4-5-95 0,3-3-96 0,2-9-85 16,3-3-77-16,0-4-28 0,0-2-13 15,0 0 1-15,0-2-10 0,5 0 10 16,-1 0 12-16,2 0-31 0,1-5-40 15,2-3-32-15,-1-1-18 0,1-3-30 0,2-1-44 16,-3 0-87-16,2-4-164 0,-1-3-259 16,-2 5-497-16</inkml:trace>
  <inkml:trace contextRef="#ctx0" brushRef="#br0" timeOffset="108220.351">23478 9350 1618 0,'0'0'2'16,"0"0"734"-16,0 0-403 0,0 0-114 15,0 0 8-15,0 0 25 0,0 0 27 0,0 0-27 16,0 0-38-16,-20 96 1 0,19-43 20 16,0 2-19-16,1 4 10 0,0 3-33 15,0 0-72-15,2 2-51 0,4-3-33 16,2-3-25-16,0-9 24 0,5-8-33 15,0-10 9-15,3-8 9 0,0-6-21 16,3-7-34-16,1-4-32 0,-1-3-13 0,-1-3 21 16,-2-6-21-16,0-9-71 0,-6-2-6 15,-4-4-68-15,-6-2-11 0,0-2 27 16,-12 2-64-16,-6-1 26 0,-3-1 47 16,-6 0 40-16,-2 1 111 0,0 2 48 15,3 5 207-15,6 8 43 0,4 3-43 16,6 2-6-16,5 3-23 0,3 1 10 15,2 0 10-15,0-1-5 0,2-2-56 0,7 1-126 16,6-2-9-16,5-3 11 16,6 1 1-16,1-2-14 0,4 0-30 0,-4-1-93 15,5 4-12-15,4-1-49 0,1 5-91 16,2-1-279-16,-7 2-751 0,17 0-956 0</inkml:trace>
  <inkml:trace contextRef="#ctx0" brushRef="#br0" timeOffset="108573.807">24832 9944 2496 0,'0'0'1408'0,"0"0"-1408"0,0 0-167 15,0 0 12-15,0 0 107 0,-6 76 48 16,-10-50 216-16,-4-1 51 0,3 0-13 0,5-2-74 15,4-4-78-15,3 0-19 0,5-7 6 16,0-2 31-16,8-8-22 0,6-2-58 16,8-6-22-16,6-12-18 0,6-6-2 15,0-8-50-15,2-7-31 0,-2 1-6 0,-6-4 43 16,-5 7 19-16,-6 4 11 16,-6 2 4-16,-8 8-47 0,-3 4-2 0,-11 0 5 15,-6 6 56-15,-6 3 39 0,-4 4 14 16,-2 4 27-16,-3 6-6 0,-1 11-13 15,2 4-9-15,3 5-21 0,2-1-28 16,4 0-3-16,9-4-55 0,2-5-71 16,7-1-137-16,4-7-85 0,0-3-255 15,6 0-618-15,14-10-415 0</inkml:trace>
  <inkml:trace contextRef="#ctx0" brushRef="#br0" timeOffset="108843.201">25113 9850 584 0,'0'0'2434'0,"0"0"-1886"16,0 0-188-16,0 0-68 0,53 84-25 15,-44-64-39-15,-5 1 42 0,1-3-78 16,-3-3-98-16,3-3-78 0,1-3-16 0,3-5-22 16,5-4 22-16,3-1 0 0,8-7 0 15,2-10-76-15,3-2-18 0,2-4-10 16,0 0 9-16,-1 2 6 0,-2 3 34 16,0 3 18-16,-5 7 3 0,-1 3 34 15,-7 3 55-15,-3 3 13 0,-3 3 3 16,-4 5 45-16,0 5-3 0,-2 0-13 15,0 5-33-15,-4 2-18 0,3-1-25 16,-3-1-24-16,0 0-13 0,2-3-20 16,-1 1-98-16,2-3-65 0,0 0-55 15,1-1-49-15,-1 0-225 0,2-7-717 16,2 4-1132-16</inkml:trace>
  <inkml:trace contextRef="#ctx0" brushRef="#br0" timeOffset="110093.928">27087 9556 385 0,'0'0'306'15,"0"0"-262"-15,0 0-42 0,0 0 777 16,0 0-356-16,0 0-15 0,0 0-43 0,-30-68-72 15,23 63-15-15,3 0-14 16,-1 3-46-16,2-2-20 0,1 3-12 0,-1 1-68 16,-2-2-37-16,0 2-13 0,-3 0-9 15,0 0-12-15,-3 2-16 0,-3 7 9 16,1 4-10-16,-2 6 29 0,-2 6-1 16,0 6 4-16,1 7 9 0,1 5 60 15,1 1-6-15,2 4-48 0,3-1-44 16,3-3-30-16,3-1-3 0,3-7-21 0,0-1-10 15,5-7 13-15,3-2-22 16,7-7-27-16,-2-2-40 0,7-7 3 0,3-3-31 16,6-7-28-16,4-4-101 15,4-9-149-15,4-10-212 0,-10 4-525 0,16-18-502 16</inkml:trace>
  <inkml:trace contextRef="#ctx0" brushRef="#br0" timeOffset="110430.127">27379 9663 1891 0,'0'0'1585'16,"0"0"-1366"-16,0 0-134 0,0 0 110 0,-99 83 146 16,72-53 15-16,1 3-43 0,3 0-127 15,7-7-70-15,4-1-40 0,4-7-28 16,8-5-48-16,0-3-17 0,0-4-28 16,8 0-13-16,3-5 12 0,3-1-15 15,6-5 0-15,3-8-12 0,2-3-25 0,3-4-18 16,-3-4-10-16,1 4 6 0,-3-4 18 15,-1 2 30-15,0-2 23 0,-2 5 39 16,-6 0 10-16,0 2 31 0,-5 5 16 16,-3 0 24-16,-1 5 31 0,-3 2 0 15,2 5-4-15,-4 0-12 0,2 1-31 16,-1 10-15-16,-1 4 33 0,2 6 3 16,-2 6-8-16,0 0-1 0,1 1-7 0,-1-3-22 15,3-2-38-15,2-2-37 0,-3-4-45 16,4 0-70-16,3-4-1 0,-1-3-10 15,3-3-27-15,1-1-89 0,1-5-178 16,1-1-264-16,-5 0-590 0,5-1-490 16</inkml:trace>
  <inkml:trace contextRef="#ctx0" brushRef="#br0" timeOffset="110895.608">27913 9901 316 0,'0'0'392'16,"0"0"1047"-16,0 0-1012 0,0 0-108 15,0 0 55-15,0 0-21 0,0 0-82 16,0 0-57-16,0 0-55 0,0 0-44 0,0 0-31 16,77 31-7-16,-72-12-3 0,-3 0 3 15,-1 5-6-15,-1 1-7 0,0-3-27 16,0-3-36-16,-3-3-1 0,2-8-24 16,-1-1-71-16,2-4-59 0,-2-3-26 0,2 0-47 15,-2-10-80-15,1-2-203 16,-1-1-714-16,1-17-743 0</inkml:trace>
  <inkml:trace contextRef="#ctx0" brushRef="#br0" timeOffset="111055.346">27951 9608 1577 0,'0'0'1782'0,"0"0"-1295"0,0 0-219 16,0 0-53-16,0 0-26 0,0 0-69 15,0 0-34-15,0 0-24 0,0 0-62 0,0 0-100 16,98-58-141-16,-71 39-113 15,3-1-198-15,-6 3-571 0,14-13-614 0</inkml:trace>
  <inkml:trace contextRef="#ctx0" brushRef="#br0" timeOffset="111220.188">28485 9360 1565 0,'0'0'1262'0,"0"0"-645"0,0 0-436 0,0 0-105 16,42 76 72-16,-30-53 129 0,-4 3 25 15,3 2-71-15,1-3-92 0,-1 5-69 16,0-1-30-16,0 2-15 0,0 1-23 15,-3 5-2-15,-1 2 2 0,-4 3-2 16,-3 1-24-16,-3-2-141 0,-12-2 17 16,-7 0-72-16,0-3-50 0,-8 0-137 15,-3-2-300-15,5-9-955 0</inkml:trace>
  <inkml:trace contextRef="#ctx0" brushRef="#br0" timeOffset="112523.232">20514 11341 2146 0,'0'0'1015'0,"0"0"-773"0,0 0-146 15,0 0-20-15,0 0 66 0,0 0 59 0,0 0 113 16,0 0-112-16,0 0-85 0,-64 73-49 16,39-44-24-16,2-1-8 0,3 0-20 15,1-4-14-15,7-4 1 0,1-5-3 16,7-7-2-16,2-3-29 0,2-2-9 15,5-1-12-15,9 4 52 0,3-1 12 16,6 1 0-16,3-1-12 0,2-2 0 16,-3 4-1-16,-3-1-20 0,-2 0 8 15,-4 3 13-15,-4-1 1 0,-1 2 1 0,-2 2 11 16,-5 1 15-16,-2 1-1 0,-2 3 4 16,0 1-31-16,-6-2-53 0,-4 1-49 15,0-3-25-15,-1-4-34 0,0-1-59 0,2-9-72 16,1 0-156-16,3-3-577 0,-3-15-353 15</inkml:trace>
  <inkml:trace contextRef="#ctx0" brushRef="#br0" timeOffset="112680.629">20732 11543 2519 0,'0'0'608'0,"0"0"-296"16,0 0-68-16,0 0 36 0,53 79 21 15,-50-57 34-15,-1 2-46 0,-2-1-112 16,0-4-100-16,0-1-77 0,0-6-36 15,0-3-53-15,0-5-51 0,10-4-79 16,6-7-18-16,6-9-50 0,6-11-280 0,-6 2-758 16,14-27-878-16</inkml:trace>
  <inkml:trace contextRef="#ctx0" brushRef="#br0" timeOffset="112869.988">21212 11115 280 0,'0'0'2888'0,"0"0"-2360"0,0 0-339 0,0 0 25 0,-11 96 85 15,3-51 28-15,-1 6-17 0,2 6-91 16,-1 0-67-16,3 0-33 0,2-3-22 16,3-4-67-16,0-7-30 0,6-6-27 15,4-5-34-15,2-8-79 0,0-5 1 16,0-9 11-16,0-3 0 0,1-4-22 16,-3-3-106-16,-3-4-215 0,-1-3-481 15,-6-9-438-15</inkml:trace>
  <inkml:trace contextRef="#ctx0" brushRef="#br0" timeOffset="113021.085">21063 11490 215 0,'0'0'2829'0,"0"0"-2281"15,0 0-367-15,0 0-62 0,0 0 89 16,0 0-12-16,0 0 15 0,104 36-50 0,-68-29-78 16,2-5-68-16,1-2-15 0,0 0-41 15,1 0-165-15,-3-2-133 0,-9-1-221 16,9 1-927-16</inkml:trace>
  <inkml:trace contextRef="#ctx0" brushRef="#br0" timeOffset="113152.212">21896 11710 1987 0,'0'0'1771'0,"0"0"-1532"16,0 0-54-16,0 0 169 0,0 0-28 0,0 0-54 15,0 0-141-15,0 0-97 0,0 0-34 16,0 0-106-16,88 21-89 0,-70-31-136 15,-4 3-313-15,1-10-1247 0</inkml:trace>
  <inkml:trace contextRef="#ctx0" brushRef="#br0" timeOffset="113953.359">26002 9872 825 0,'0'0'2096'16,"0"0"-1731"-16,0 0-110 0,-31 67-9 16,23-37 54-16,3 1 42 0,0 0-24 0,4-6-91 15,1-5-93-15,0-3-64 0,6-4-18 16,-1-5-19-16,6-4-2 0,1-4-30 15,4 0 14-15,4-11-15 0,2-5-27 16,1-8-46-16,2-3-19 0,-2-5-24 16,0 0 15-16,-6 3 18 0,-1 2 16 15,-5 1 11-15,-5 6-2 0,-4 2 55 16,-2 4 3-16,-5 3 9 0,-5 1 22 16,-5 4 21-16,-4 6-9 0,-4 0-15 15,-3 11-25-15,-2 12 12 0,-3 3 19 16,0 5 15-16,3 6 24 0,3 2-14 0,3 3-14 15,4-1-19-15,7 1-26 0,6-3-28 16,5 0-11-16,0-6-16 16,14-4 9-16,8-5-52 0,8-2-31 0,5-7-81 0,4 2-151 15,-8-5-349-15,15 1-853 0</inkml:trace>
  <inkml:trace contextRef="#ctx0" brushRef="#br0" timeOffset="114458.692">23343 11640 1964 0,'0'0'1639'15,"0"0"-1380"-15,0 0-209 0,0 0 38 16,0 0 88-16,47 70 135 0,-38-22-34 0,-6 12-44 16,-3 12-93-16,0 6-27 0,-8 1 12 15,-1 2 5-15,-1-1-51 0,1-4-51 16,-1-7-28-16,5-6-30 0,0-14-67 0,1-11 21 15,2-13-9-15,1-7-12 0,1-12-22 16,0-6-46-16,0-1-53 0,0-16-156 16,0-9-603-16,0 1-303 0,1-30-718 0</inkml:trace>
  <inkml:trace contextRef="#ctx0" brushRef="#br0" timeOffset="114660.097">23449 11762 3243 0,'0'0'731'0,"0"0"-536"0,0 0-64 15,0 0 64-15,0 0 15 0,90-18-72 0,-72 18-68 16,-5 3-24-16,1 6 9 0,-4-1-9 16,0 1-24-16,-3 3-1 0,-5 2 3 15,-2 3 4-15,0 6-4 0,-5-1 0 16,-7 4-3-16,-3-1-21 0,-4-1-25 16,-1-2 7-16,-2-2-6 0,0-5-28 15,0 0-28-15,0-7-39 0,1-2-7 0,-2-6-27 16,1 0-51-16,0-7-79 15,-4-10-212-15,6 5-531 0,-14-24-603 0</inkml:trace>
  <inkml:trace contextRef="#ctx0" brushRef="#br0" timeOffset="114854.423">23070 11617 1929 0,'0'0'1329'0,"0"0"-1126"16,0 0 19-16,0 0 61 0,-79 45 53 15,59-23-61-15,5 6-16 0,3 4-70 16,6 4-85-16,5 2-37 0,1 2-27 16,9-5-40-16,6-2-12 0,4-1-19 15,4-7-85-15,2-5-36 0,2-9-11 16,2-10-16-16,2-2-47 0,3-17-121 16,-10 1-370-16,17-23-1013 0</inkml:trace>
  <inkml:trace contextRef="#ctx0" brushRef="#br0" timeOffset="115047.768">23846 11534 2085 0,'0'0'1303'0,"0"0"-1157"0,0 0-82 0,77 81 154 15,-63-48 140-15,-3 3 48 0,-5 2-49 16,-3 1-137-16,-1-1-111 0,-2 2-72 16,0-1-37-16,-5-3-30 0,-1-2-1 15,-3-4-42-15,1-3-15 0,-2-6-35 16,0-1-61-16,-1-5-59 0,0-5-123 15,3-4-315-15,-5 0-737 0</inkml:trace>
  <inkml:trace contextRef="#ctx0" brushRef="#br0" timeOffset="115375.757">24688 11703 160 0,'0'0'3106'0,"0"0"-2435"0,0 0-454 15,0 0-80-15,0 0 12 0,0 0 40 16,0 0 4-16,0 0-58 0,87-17-52 16,-52 17-4-16,4 5 0 0,3 2-33 15,4 2-34-15,-1-2-10 0,1 1-1 16,-3 3-1-16,-4-4 0 0,-5 2-2 0,-7 0-16 15,-7 0 15-15,-10 0-12 0,-5 2 15 16,-5 5 15-16,-11 3-14 0,-10 5-2 16,-9 2 0-16,-7 2 1 15,-7-2 1-15,-5-1-1 0,-1-2-27 0,-4-4-37 16,-1 2-16-16,0-7-42 0,6 2-16 16,5-4-34-16,8-4-38 0,10-4-136 15,10-3-285-15,7-1-713 0</inkml:trace>
  <inkml:trace contextRef="#ctx0" brushRef="#br0" timeOffset="115580.171">25305 12080 1838 0,'0'0'2319'0,"0"0"-1999"0,0 0-224 15,-78 57 37-15,46-42 33 0,-4-1 75 16,-3 2-37-16,-2-7-110 0,0-3-42 0,-1-2-16 15,1-4-36-15,-3 0-9 0,-2-5-100 16,-1-2-7-16,-2-4-24 0,-1 5-49 16,3 0-63-16,2 2-94 0,4 3-234 15,12 1-617-15,-6 0-817 0</inkml:trace>
  <inkml:trace contextRef="#ctx0" brushRef="#br0" timeOffset="116099.726">26042 11508 75 0,'0'0'2839'16,"0"0"-2493"-16,0 0-177 0,-71 81 59 15,49-48 99-15,0 7-13 0,-1 8-51 16,3 4-48-16,6 2-49 0,3 4-28 15,3 0-17-15,7 0-26 0,1-4-37 0,9-5-43 16,6-7-15-16,7-7-28 16,0-8-66-16,6-6 30 0,5-10-49 0,5-7-15 15,2-5-28-15,7-15-66 0,0-7-135 16,-10 2-329-16,19-17-807 0</inkml:trace>
  <inkml:trace contextRef="#ctx0" brushRef="#br0" timeOffset="116438.451">26701 11830 992 0,'0'0'2614'0,"0"0"-2160"0,0 0-347 16,0 0 20-16,-79-12 109 0,47 20 136 15,-4 10-33-15,0 9-96 0,2 8-76 16,2 6-52-16,5 3-37 0,4-2 4 16,8-4-9-16,5-7-36 0,7-8-37 0,3-5-61 15,0-7-5-15,9-4 5 0,2-4 4 16,6-3-9-16,2-10-13 0,3-7-30 15,2-6 6-15,-2-4-19 0,3-4-18 16,-2 1-22-16,-3 1 21 16,-1 3 16-16,-2 2 17 0,-3 5 28 0,0 5 33 15,-3 5 47-15,-3 5 59 0,-1 4 55 16,-1 7 12-16,2 7 33 0,-1 5-21 0,-1 6-41 16,1 4 1-16,-2 2 5 15,0 0 4-15,-2 1 5 0,1-3-16 0,0-3-44 16,1-4-52-16,2-4-3 0,-1-5-30 15,2-4-70-15,4-3-28 0,-2-4-17 16,2-2-41-16,2-5-43 0,0-3-217 16,-1-3-715-16,2-9-993 0</inkml:trace>
  <inkml:trace contextRef="#ctx0" brushRef="#br0" timeOffset="116595.201">27083 12053 1311 0,'0'0'2487'0,"0"0"-2132"16,0 0-193-16,0 0 110 0,0 0 57 15,0 0 50-15,43 72-97 0,-41-60-164 0,-1-2-118 16,-1-3-9-16,0-2-33 0,2 0-85 16,-2-4-53-16,0-1-63 0,0 0-131 15,0 0-598-15,-5-7-799 0</inkml:trace>
  <inkml:trace contextRef="#ctx0" brushRef="#br0" timeOffset="116735.569">27073 11766 3591 0,'0'0'1173'0,"0"0"-983"16,0 0 9-16,0 0 123 0,0 0-95 15,0 0-88-15,84 10-123 0,-63-10-16 16,2-7-203-16,5-4-34 0,-1-3-21 0,0-4-232 16,-7 6-856-16,5-8-1595 0</inkml:trace>
  <inkml:trace contextRef="#ctx0" brushRef="#br0" timeOffset="116955.596">27945 11571 1881 0,'0'0'2100'0,"0"0"-1749"0,0 0-150 0,22 72 113 16,-17-43-85-16,4 6-27 0,0-1-20 15,1 5-91-15,2-1-46 0,-1 5 7 16,-4 2-41-16,-5 0-11 0,-2 1-12 15,-9 3-15-15,-11 0-40 0,-5-1-45 16,-6 0-49-16,-6 0-34 0,-4-5 5 0,-10-1-102 16,-2-1-268-16,-6 0-536 15,10-13-442-15,-33 10 129 0</inkml:trace>
  <inkml:trace contextRef="#ctx0" brushRef="#br0" timeOffset="118093.381">13192 14922 1949 0,'0'0'45'0,"0"0"927"0,0 0-709 15,0 0-24-15,-12 73 96 0,12-37-73 16,0 10-10-16,0 7 8 0,0 8-50 0,0 7-63 16,3 4-49-16,2 1-31 0,-1 3-9 15,4 2-22-15,-3-2-17 16,-2 1-16-16,-2-2 16 0,1-3-19 15,-2-6-21-15,0-7-10 0,0-11-15 0,0-11-18 16,0-11-58-16,0-9-7 0,-3-10-3 16,-2-7-31-16,-5-1-110 0,0-15-356 15,0 1-790-15,-4-28-598 0</inkml:trace>
  <inkml:trace contextRef="#ctx0" brushRef="#br0" timeOffset="118339.43">13129 15163 3220 0,'0'0'452'0,"0"0"-279"0,0 0 31 0,0 0 53 16,0 0-31-16,93-73-41 0,-70 66-25 15,5 1-56-15,3 1-34 0,5 3-18 16,2 2-19-16,2 0-14 0,-2 3-19 0,-2 7-12 16,-2 0 12-16,-5 3 0 0,-5 2-2 15,-2 1-14-15,-9 3 15 0,-6 4 1 16,-4 0 10-16,-3 4-10 0,-10 2-12 15,-8 1-6-15,-6 1-16 0,-5-2-2 16,-4-2-22-16,-4-4-16 0,-2-1-55 16,0-3-46-16,-3-2-67 0,1-1-60 15,0-4-209-15,12-2-465 0,-17 0-425 0</inkml:trace>
  <inkml:trace contextRef="#ctx0" brushRef="#br0" timeOffset="119661.394">14250 15040 2282 0,'0'0'1047'0,"0"0"-793"0,0 0-39 15,0 0-58-15,0 0-6 0,0 0 5 16,0 0-4-16,0 0-3 0,0 0-35 16,98-4-28-16,-64 11-31 0,4 2-12 15,-1-2-27-15,5 0-14 0,-2-1 28 16,-1-1-27-16,-1-3 13 0,-4 1-14 15,-4-2-2-15,-5 0-1 0,-3-1-1 16,-5 1 1-16,-8 1-1 0,-4-2-11 0,-2 2 13 16,-3 0 25-16,-4 4 30 0,-5 2 12 15,-9 5-42-15,-7 2-25 0,-4 4-34 16,-7 1 34-16,0 1 1 0,-3 0-1 16,-1-2-15-16,0-2-34 0,2-2-19 15,2-1 13-15,4-2 6 0,5-1-28 16,7-4-3-16,8-1-31 0,6-5-53 15,6 1-85-15,0-2-293 0,8 0-518 0,16-6-422 16</inkml:trace>
  <inkml:trace contextRef="#ctx0" brushRef="#br0" timeOffset="119873.318">14940 15283 1570 0,'0'0'1677'0,"0"0"-1406"0,0 0-129 16,0 0 176-16,0 0 2 0,-29 66 20 0,10-50-76 15,-2-2-105-15,-4-3-46 0,-1 1-19 16,-1-1-17-16,-3-1-38 0,-2 0-39 16,-2-3 1-16,0 1-2 0,-3-1-9 15,1-4-8-15,-3 1-61 0,4-1-43 16,2-3 6-16,3 0-25 0,8 0 9 16,5 0-56-16,5-3-44 0,9-3-187 15,-1 1-304-15,4-9-1053 0</inkml:trace>
  <inkml:trace contextRef="#ctx0" brushRef="#br0" timeOffset="120546.974">15797 14976 1266 0,'0'0'189'0,"0"0"350"0,0 0 234 15,0 0-346-15,0 0-121 0,0 0-22 0,-82-35-10 16,66 35-37-16,-1 0-63 0,1 9-44 15,1 2-35-15,1 5-18 0,-1 6-18 16,3 6-7-16,3 10-6 0,-2 5 6 16,4 7 15-16,-1-1 70 0,4-2-9 0,3-6-61 15,1-7-55-15,0-9-12 16,4-11-33-16,3-5-1 0,5-6-8 0,4-3 11 16,3-7 28-16,4-11-18 0,2-7-16 15,1-8-45-15,0-7-22 0,0-2-6 16,-3 2 33-16,-1 2 22 0,-1 7 24 15,-5 4 4-15,2 6 24 0,-7 6-10 16,-3 7 13-16,-3 4 22 0,-2 4 18 16,-2 2 40-16,2 6 18 0,2 9 48 0,-1 5-42 15,2 6-40-15,0 1-9 0,2 2-22 16,-1 0 10-16,1-1 8 0,-1-1-5 16,4-4-43-16,1-6-3 0,2-3-33 15,1-5-13-15,3-4 4 0,1-2-68 16,1-3-42-16,3-2-29 0,2-2-46 15,-3-5-94-15,2-4-231 0,-4 3-654 16,7-8-983-16</inkml:trace>
  <inkml:trace contextRef="#ctx0" brushRef="#br0" timeOffset="121429.653">15575 14957 1399 0,'0'0'300'0,"0"0"-226"15,0 0 1-15,0 0 479 0,0 0-321 16,0 0-53-16,0 0 0 0,0 0 12 16,0 0 35-16,0 0 55 0,0 0-52 0,0-19-60 15,-4 21-17-15,0 1 5 0,0 0-43 16,-1 1-35-16,-2 3-31 0,0-2-18 15,2 4-12-15,-3 0-4 0,2 1-3 16,0 2 10-16,3-2-10 0,-1 1-12 0,0 2-1 16,0 0 0-16,-1 1 0 0,2 2 0 15,0 1 0-15,2 0-27 0,-2 2 1 16,3-3 14-16,0 2-8 0,1-2-10 16,5 0 0-16,0-3-3 0,2 0 3 15,1-1-12-15,2-2-87 0,0-2-7 16,0-1-9-16,3-3-15 0,-2 2-28 15,1-4-112-15,2-1-259 0,-5-1-542 16,6 0-395-16</inkml:trace>
  <inkml:trace contextRef="#ctx0" brushRef="#br0" timeOffset="122853.76">16587 14447 2255 0,'0'0'770'0,"0"0"-418"16,0 0-174-16,0 0-58 0,0 0 47 15,0 0 50-15,0 0 114 0,0 0-66 16,26 100-86-16,-17-52-90 0,-1 6-31 16,-2 1 3-16,-1 3 12 0,-2 0 31 0,1 1-10 15,-4 0-51-15,0 2-16 0,0-2-27 16,0 1-3-16,-6-6-9 0,2-7-3 15,1-9 2-15,1-14-2 0,-1-10-6 16,3-9-34-16,0-5-45 0,0 0-22 16,0-7-25-16,0-7-31 0,3-7-14 15,2-6-90-15,1-2-158 0,0 4-294 16,0-13-722-16</inkml:trace>
  <inkml:trace contextRef="#ctx0" brushRef="#br0" timeOffset="123287.038">16819 14505 3037 0,'0'0'529'0,"0"0"-428"16,0 0 19-16,0 0 19 0,0 0 187 0,0 0 55 16,2 79-102-16,-2-40-144 0,0 6-40 15,0 3-10-15,0 2-15 0,0 0-18 16,0 0-25-16,-2 0-27 0,-1 0-1 15,0-4-36-15,-1 0-78 0,3-8 2 16,-2-7 15-16,1-6 31 0,2-9 27 16,0-5-33-16,0-4-41 0,0-6-9 15,0-1-7-15,0 0 18 0,0-1 4 16,6-6 23-16,3-4 85 0,3-3 38 16,2-3-16-16,0-2-13 0,5 2-9 0,1 1 0 15,0 4 19-15,3 5 15 0,2 2-6 16,-1 5 28-16,0 0-22 0,-2 1-3 15,0 5-3-15,-6 3 21 0,0 3 4 0,-5 0 36 16,-2 2-6-16,-3 1 19 0,-4 1-1 16,-2 0-9-16,0 2-4 0,-4 1-9 15,-6 1-18-15,-3-2-9 0,-1 0-15 16,-2-4-1-16,-3 0-18 0,0-6-6 16,-2 0-12-16,-1-5-9 0,0-1-18 15,2-2-22-15,0-2-9 0,3-9-21 16,-2-3-27-16,5-6-66 0,2-4-36 15,4-4-61-15,5 0-178 0,3 7-322 0,4-6-833 16</inkml:trace>
  <inkml:trace contextRef="#ctx0" brushRef="#br0" timeOffset="123562.433">18135 15035 2024 0,'0'0'1961'0,"0"0"-1641"0,0 0-122 16,0 0 55-16,102 19-136 0,-71-19-53 15,-3 1-3-15,1-1-37 0,2 0-11 16,-3-1-13-16,0-4-1 0,-3 0-146 15,-3 0-59-15,-2 0-72 0,-9 2-156 16,-3 1-514-16,-8 2-539 0</inkml:trace>
  <inkml:trace contextRef="#ctx0" brushRef="#br0" timeOffset="123718.658">18080 15277 3287 0,'0'0'536'16,"0"0"-410"-16,0 0-29 0,0 0 32 15,0 0 45-15,0 0 169 0,81 4-45 16,-51-4-124-16,5 0-95 0,1-5-39 0,-2-2-40 16,3-1-11-16,-4-3-5 15,-2-2-103-15,0-2-46 0,-2-3-89 0,-4 0-129 16,-8 3-377-16,-8-8-982 0</inkml:trace>
  <inkml:trace contextRef="#ctx0" brushRef="#br0" timeOffset="123975.102">18363 14801 2383 0,'0'0'808'16,"0"0"-503"-16,0 0-102 0,88 17-61 16,-57-6-51-16,-2 1 51 0,1 5 67 15,-2 1-60-15,-1 1-78 0,-3 2-21 16,-2 3-18-16,-3 2-31 0,-6 3 28 15,-2 5-29-15,-6 3 0 0,-5 3 2 0,0 2 0 16,-13 3-2-16,-2-1-27 0,-3-1-7 16,-3-5-3-16,0-2-25 0,-3-7-19 15,-1-3-37-15,-1-3-56 0,-4-6-94 16,-5-1-172-16,9-7-330 0,-13-4-871 0</inkml:trace>
  <inkml:trace contextRef="#ctx0" brushRef="#br0" timeOffset="124763.178">19606 15341 473 0,'0'0'2037'0,"0"0"-1711"15,0 0-137-15,-10-67-35 0,5 51 47 16,2 3 18-16,1 4 43 0,-1 2-32 16,0 2-96-16,3 0-50 0,-3 1-10 15,3-1-24-15,0 0 3 0,0-1-26 0,0 2-24 16,0-3 25-16,0 1 6 0,0 1-3 15,0-1 12-15,-1-2-9 0,0 3 12 16,-1-4 31-16,0 3 0 0,0-3-19 16,1 2-31-16,-2-2-5 0,1 3 15 15,-1 0-1-15,3 2 1 0,-1 1 3 16,-1 3 2-16,2 0 7 0,0 0 24 16,0 0 15-16,0 6-48 0,-2 5-40 0,0 10-10 15,-1 14-38-15,2 9 48 16,-1 11 12-16,2 7 49 0,0 4-13 0,0 5-5 15,0 4-10-15,0 3 3 0,-1 5 4 16,-5 0 8-16,-2 0-2 16,-1-5 8-16,-1-5-24 0,-2-9-30 0,4-5-12 15,2-13-15-15,1-9-15 0,0-15 2 16,3-9-11-16,2-9-46 0,0-4-49 0,0-12-57 16,3-11 13-16,6-10-21 0,-1-13-140 15,1-9-306-15,0 11-547 0,-5-31-368 0</inkml:trace>
  <inkml:trace contextRef="#ctx0" brushRef="#br0" timeOffset="125006.712">19566 15125 1869 0,'0'0'1411'0,"0"0"-1119"0,0 0-140 16,71-74 34-16,-45 56 72 0,1 1-25 16,3 6-48-16,1 5-67 0,2 2-48 15,3 4-11-15,-2 0 11 0,1 4-21 16,-3 6-21-16,-5 2-16 0,-5 4 3 0,-4 5 0 15,-6 3 7-15,-4 3-1 0,-5 5-18 16,-3 1 22-16,0 1-13 0,-12 1-12 16,-2-2-1-16,-7-2-2 0,-3-3-25 15,-1-4-11-15,-3-4-16 0,0-5-4 16,0-3 7-16,2-3-40 0,2-4-21 16,2-2-26-16,2-3-41 0,1-2-44 15,6-7-154-15,4 1-357 0,1-11-908 0</inkml:trace>
  <inkml:trace contextRef="#ctx0" brushRef="#br0" timeOffset="125560.336">20339 15043 1717 0,'0'0'1065'0,"0"0"-574"0,0 0-110 15,0 0-205-15,0 0-28 0,0 0 44 0,0 0 19 16,109-39-34-16,-70 32-57 0,5 3-37 15,4 2-28-15,1 2-15 0,0 0 9 16,-1 4-12-16,-3 1-22 0,-7 2 10 16,-5 1-13-16,-5-2 6 0,-6 2 4 15,-7-2-1-15,-4 2 10 0,-6 3 2 16,-5 0 10-16,0 6 42 0,-8 0 0 16,-9 4-24-16,-7 0-52 0,-3-1-8 15,-3-1-2-15,-4 0 1 0,1-3-39 0,1-2-37 16,2 0-3-16,4-5-22 0,3 1-24 15,6-6-35-15,3 1-33 0,9-4-27 16,4-1-161-16,1 0-400 0,4 0-1006 0</inkml:trace>
  <inkml:trace contextRef="#ctx0" brushRef="#br0" timeOffset="125746.255">21049 15229 1486 0,'0'0'1920'0,"0"0"-1493"16,0 0-235-16,0 0 53 0,0 0 61 15,0 0-50-15,0 0-27 0,-79 78-104 16,50-62-70-16,-3 2-21 0,0-1-7 16,-1 2-17-16,0-5-10 0,1 1-11 0,1-3 10 15,2 0-10-15,0-2-11 16,3-1-17-16,3-2-31 0,7-2-37 0,3-1-64 16,6-1-26-16,6-3-59 0,1 0-194 15,6 0-655-15,15 0-483 0</inkml:trace>
  <inkml:trace contextRef="#ctx0" brushRef="#br0" timeOffset="126127.27">21592 15039 1641 0,'0'0'759'0,"0"0"342"0,0 0-744 15,0 0-77-15,0 0 55 0,0 0-8 16,0 0-85-16,0 0-77 0,0 0-86 15,0 0-34-15,-54 67 19 0,38-36-6 16,1 4 3-16,2 2-13 0,2-1-9 0,2-2-5 16,3-6-16-16,5-6-6 15,1-8-12-15,0-3 0 0,0-7-42 0,7-3-22 16,5-1 28-16,2-5-28 0,5-13-24 16,3-3-37-16,1-7-9 0,0-1-10 0,-1 0 3 15,-1 2 46-15,-2 7 34 16,-5 6 11-16,-1 5 10 0,-6 4 40 0,0 5 16 15,-4 0 61-15,0 9 58 0,-3 7 55 16,4 3-46-16,-4 6-41 0,0 2-21 16,0 2-6-16,0-1-15 0,2-1-6 15,4-2-22-15,-1-1-22 0,4-5-11 16,2-5-24-16,3-3-31 0,1-5-84 16,1-3-35-16,4-3-28 0,1-3-40 15,0-6-184-15,-4 1-572 0,2-9-693 0</inkml:trace>
  <inkml:trace contextRef="#ctx0" brushRef="#br0" timeOffset="126831.805">23194 15149 443 0,'0'0'1171'16,"0"0"75"-16,0 0-858 0,0 0-22 16,0 0-1-16,0 0-21 0,0 0-77 15,0 0-58-15,0 0-56 0,-82 66-46 16,76-29-18-16,1 1 5 0,5-4-6 15,0-3-12-15,0-6-33 0,6-8-31 16,2-6-12-16,3-4-21 0,0-6-1 0,4-1 19 16,1-7-24-16,2-9-15 0,0-6-44 15,0-6 7-15,-1-3-6 0,-3 2 11 16,-3 3 19-16,-4 0 19 0,-3 5 36 16,-4 2 0-16,0 3 3 0,-5 4 37 15,-7 4-16-15,-4 2 40 0,-1 5 3 0,-4 1 13 16,0 12-38-16,-2 7-27 0,0 1-15 15,1 5-1-15,4 0-20 0,1-1-9 16,4-2-16-16,2-5-18 16,5 1-107-16,0-5-87 0,6-2-179 0,0-6-688 15,1-5-1049-15</inkml:trace>
  <inkml:trace contextRef="#ctx0" brushRef="#br0" timeOffset="127055.71">23440 15077 1885 0,'0'0'1611'0,"0"0"-1348"15,0 0-71-15,95-5 47 0,-66 10-56 16,-3 7-16-16,-2 5 70 0,-2 4-77 0,0 3-65 16,-4 4-19-16,-2 0-30 0,-5 1-10 15,-2 0-11-15,-6 3-10 0,-3-5 0 16,0-2-13-16,0-4 0 0,-3-7 13 16,2-5-2-16,-1-5-10 0,2-4 0 15,0 0-3-15,0 0-19 0,3-10-23 0,3-2 14 16,4-8 10-16,5-1-46 0,1-5-46 15,4-2-40-15,3 0-28 16,1-2-60-16,3-1-120 0,-6 8-359 16,10-8-1038-16</inkml:trace>
  <inkml:trace contextRef="#ctx0" brushRef="#br0" timeOffset="127494.535">25006 15027 3064 0,'0'0'418'0,"0"0"-374"15,0 0-19-15,55 97 20 0,-40-42 132 16,-3 14 160-16,-4 7 8 0,-1 8-59 0,-1-1-46 15,1 5-21-15,-1-1-54 0,-3-4-77 16,-2-3-55-16,-1-10-33 0,0-15-33 16,0-13-28-16,0-15-42 0,1-13-22 15,-1-8-12-15,2-6-29 0,-1-4-55 0,4-14-36 16,-1-7-73-16,1-13-340 0,1-8-614 16,-3 8-703-16</inkml:trace>
  <inkml:trace contextRef="#ctx0" brushRef="#br0" timeOffset="127712.005">25097 14987 1740 0,'0'0'1874'0,"0"0"-1484"0,0 0-317 15,0 0 11-15,0 0 57 0,0 0 134 16,81-8-41-16,-59 10-81 0,1 4-58 16,0 0-34-16,-4 5-27 0,-4-4-33 15,-2 2 0-15,-4 1 1 0,-3 3 13 16,-6 2 3-16,-3 4-18 0,-12 6-43 15,-4 0-28-15,-6 4 10 0,-4-2-18 0,-4-1 8 16,-1-2 13-16,1-5-16 0,1 0-55 16,4-5-60-16,5-2-87 0,4-4-171 15,10-2-366-15,6-5-760 16</inkml:trace>
  <inkml:trace contextRef="#ctx0" brushRef="#br0" timeOffset="127991.322">25721 14940 1159 0,'0'0'2373'0,"0"0"-2082"15,0 0-146-15,91-7 43 0,-59 7 49 16,0 0-9-16,1 3 9 0,1 6-44 16,3 0-95-16,0 3-31 0,0 1-19 15,1-1-23-15,-4 1-10 0,0-1-12 16,-6 1-2-16,-3-2 0 0,-5 3 0 0,-6-3-1 15,-4 1 0-15,-5 1 11 0,-5 2 17 16,-9 1 2-16,-7 4-30 0,-8 0-3 16,-5 2-15-16,-4-3-16 0,-2-3-2 15,0-1-31-15,4-5-49 0,3-5-55 16,4-1-16-16,5-1-57 0,5-3-101 0,7 0-294 16,5-7-824-16,2 2-497 0</inkml:trace>
  <inkml:trace contextRef="#ctx0" brushRef="#br0" timeOffset="128187.884">26295 15269 215 0,'0'0'2979'0,"0"0"-2559"0,0 0-310 0,0 0 41 0,0 0 120 16,0 0 111-16,0 0-87 16,-5 77-157-16,-10-65-77 0,-4-4-15 15,-4 3-3-15,-5-3-19 0,-2 1-24 16,-2-1-12-16,-4-2-34 0,-4-1-51 0,-2 0-53 15,0 1-47-15,-1-3-85 0,3 0-168 16,2-1-579-16,8-2-460 0,9 0 106 0</inkml:trace>
  <inkml:trace contextRef="#ctx0" brushRef="#br0" timeOffset="128786.437">26837 14511 1600 0,'0'0'1617'0,"0"0"-1219"15,0 0-199-15,38 85-77 0,-27-38 58 16,-3 12 131-16,-5 5-40 0,-3 4-77 0,0 2-59 16,0-3-50-16,-5-5-33 15,0-5-49-15,1-6-3 0,1-4-12 16,1-6-22-16,2-11-8 0,0-6 8 0,0-9-6 16,8-8-15-16,2-4-6 0,6-4-1 15,0-13 26-15,5-3-4 0,2-7-28 16,1-2 22-16,1 2-7 0,-2 2 35 15,2 5 12-15,-1 8 6 0,1 3 49 0,-5 4-9 16,1 2 0-16,-2 0-6 0,0 3-19 16,-3 4 1-16,-2-1 2 0,-5 3 4 15,-1-1-4-15,-3 1 25 0,-4 1 25 16,-1 1 5-16,-4 1-15 0,-9 0-24 16,-1 3-23-16,-9-1-11 0,-5-2-12 15,-3 2-4-15,-6 0-45 0,-3-1-15 16,-2-1-62-16,0 0-78 0,2-3-128 15,10-3-275-15,-15 2-872 0</inkml:trace>
  <inkml:trace contextRef="#ctx0" brushRef="#br0" timeOffset="128942.856">27511 15538 4028 0,'0'0'979'0,"0"0"-979"0,0 0-285 16,0 0-132-16,0 0-385 0,-81-19-567 16,58 14-424-16,-16-5 1676 0</inkml:trace>
  <inkml:trace contextRef="#ctx0" brushRef="#br0" timeOffset="135261.445">17593 13827 261 0,'0'0'417'0,"0"0"1694"16,0 0-1762-16,-17 64-113 0,12-50-26 0,1-5 93 16,1-4 39-16,3-2-23 0,0-3-66 15,0 0-82-15,0 0-24 0,0 0-7 16,0-4-64-16,0-6-24 0,0-8-19 16,3-12-2-16,1-11-1 0,1-12-3 15,1-6-27-15,2-8-11 0,0-2-10 16,4-5 6-16,2-1 3 0,3-4 0 15,2-5 10-15,4-1-23 0,2 1 7 16,1 3-6-16,0 5-4 0,0 7 1 0,-4 4-19 16,-1 6 4-16,-4 6-16 0,-2 6-40 15,-2 7-18-15,-4 4-3 0,-2 9 5 16,-3 8-12-16,-4 7-16 0,0 8-42 16,0 4-60-16,-1 6-58 0,-5 11-117 15,-1 8-241-15,-2 7-419 0,4-4-168 0,-3 26 990 16</inkml:trace>
  <inkml:trace contextRef="#ctx0" brushRef="#br0" timeOffset="135529.428">17948 13860 313 0,'0'0'2576'0,"0"0"-2204"0,0 0-229 15,0 0-98-15,-12 67 37 0,12-64 67 16,-1 0 125-16,1-3-45 0,0 0-55 15,0 0 18-15,0-11-65 0,0-2-47 16,0-9-43-16,0-10-4 0,0-8 4 16,1-9-21-16,1-8-16 0,3-7-19 15,4-9 1-15,3-9-4 0,3-4-5 0,4-4-10 16,4-4-9-16,2 4-19 16,-1 3 3-16,2 4-15 0,-6 6-6 0,0 6-26 15,-4 6-25-15,-1 7-51 16,-7 5-51-16,-3 6-33 0,-5 5-120 0,0 4-322 15,-2 14-674-15</inkml:trace>
  <inkml:trace contextRef="#ctx0" brushRef="#br0" timeOffset="135884.243">17374 12672 212 0,'0'0'642'0,"0"0"925"0,0 0-1116 16,0 0-127-16,79-94-69 0,-51 60-43 0,0-4-64 16,3-2-28-16,0-3-39 0,1 1-49 15,0 1-20-15,2 3-12 0,-2 1-20 0,1 5 17 16,-1 7-28-16,-2 4 9 15,1 6-6-15,-3 7 0 0,1 5-13 16,1 3 41-16,2 9 0 0,1 8 2 0,3 8-1 16,-1 9 34-16,1 10-23 0,-1 7 4 15,-5 11 3-15,0 7-16 0,-4 7-3 16,-1 5-20-16,-4 2-24 16,0-1-60-16,-1-2-32 0,-3-4-54 0,-3-7-45 15,-1-8-224-15,-1-11-507 0,-4-15-509 16</inkml:trace>
  <inkml:trace contextRef="#ctx0" brushRef="#br0" timeOffset="-134072.629">2039 4803 1725 0,'0'0'989'0,"0"0"-883"0,0 0-105 16,0 0 23-16,0 0 54 0,0 0 63 0,0 0 19 16,0 0 8-16,0 0-56 0,0 0-1 15,-26-18-29-15,26 11-32 0,0-3-15 16,0 3 15-16,0-1 1 0,0 0-13 16,0 2-10-16,0-1 0 0,0 4-9 15,0-1-7-15,1 0-9 0,1 0-1 16,-2 1-2-16,0 0-2 0,0 3-1 15,2-2 0-15,0-1-16 0,-1-2 7 16,1-2 12-16,1 1 0 0,-2-4 3 0,1 3 0 16,-1-1-1-16,1 2 11 15,-1 1-1-15,-1 1 10 0,0 3 0 0,0-1-2 16,0 2 5-16,0 0-3 0,0 0-11 16,0 0-11-16,-1 0-15 0,-1 2-4 15,1 2-6-15,-1-3-1 0,-1 0-15 16,2 0-18-16,-1 0-70 0,1 1-92 0,1-2-126 15,-2 0-169-15,0 0-668 0,-4 0-363 16,29-12 1547-16</inkml:trace>
  <inkml:trace contextRef="#ctx0" brushRef="#br0" timeOffset="-133520.497">1905 4113 95 0,'0'0'2387'16,"0"0"-2084"-16,0 0-200 0,0 0 38 16,0 0 131-16,0 0 62 0,0 0-66 0,0 0-60 15,0 0-62-15,0 0-50 0,-9-15-21 16,9 16-26-16,0 4-8 0,1 6-11 15,8 4 14-15,3 8 11 0,6 8 25 16,7 9 61-16,4 3-30 0,4 11-47 16,3 7-40-16,4 4-11 0,3 5-11 15,1 3 1-15,-4-4 12 0,2-5-15 16,-6-14-15-16,-3-12 15 0,-1-13 21 16,-5-11-20-16,-3-11 11 0,0-3 31 0,2-10 6 15,-3-9 5-15,0-8 35 0,-3-9 105 16,0-11-94-16,-1-8-43 0,-2-13-38 15,3-9-1-15,2-11-18 0,1-6-2 16,9-9-13-16,2-3-7 0,7 3-20 16,2 6-55-16,3 8-3 0,-3 15 6 0,-2 15-37 15,-4 13 9-15,-4 14-40 0,-1 11-65 16,-6 10-246-16,-9 6-551 0,3 5-672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38:03.859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3780 3642 1800 0,'0'0'1166'16,"0"0"-983"-16,0 0 5 0,0 0 28 15,0 0 91-15,0 0-21 0,0 0-84 16,0 0 80-16,0 0-36 0,14 83-84 15,-4-40-13-15,-3 12 49 0,-2 11-77 0,-2 14-60 16,-2 12-25-16,-1 8-20 0,0 12-13 16,0 7-3-16,-4 8 0 0,-1 6-3 15,2 3 2-15,0-1-36 0,2-4 19 16,-3-11-21-16,4-16 27 0,0-19-16 16,0-20-17-16,0-20-53 0,5-18-66 15,-2-13-53-15,2-11-124 0,-2-10-196 0,0-19-247 16,-2-1-320-16,-1-45-848 0</inkml:trace>
  <inkml:trace contextRef="#ctx0" brushRef="#br0" timeOffset="261.406">3716 3742 2666 0,'0'0'1224'0,"0"0"-1098"0,0 0-108 0,44-71-14 16,-27 52 168-16,-1 5-4 0,4 2-66 15,0 6-27-15,5 5 11 0,3 1 0 16,7 10 6-16,0 9-15 0,3 9-53 16,-5 9-2-16,-1 11 2 0,-6 7-2 0,-8 7-21 15,-4 2 17-15,-7 3-18 0,-5-6 3 16,-2-3 22-16,-6-8-25 0,-7-4-12 16,-2-6-46-16,-2-6-37 0,-3-3-9 15,0-3 9-15,1-7-32 0,2-7-27 16,0-7-120-16,0-4-215 0,-1-3-500 15,-1-14-563-15</inkml:trace>
  <inkml:trace contextRef="#ctx0" brushRef="#br0" timeOffset="536.595">4241 3919 2651 0,'0'0'1081'15,"0"0"-930"-15,0 0-16 0,79-10 122 0,-62 10-3 16,-5 4-118-16,-1 6 11 0,-5 7 9 15,0 5-33-15,-2 6-68 0,-1 7-13 0,-3 6-39 16,0 4 16-16,-3 4-19 16,-4 0-23-16,-2-4-19 0,-2-6-35 0,4-6 19 15,-2-13 55-15,5-6 3 0,-2-7 25 16,3-6 2-16,3-1-5 0,0 0 8 16,0-7-30-16,5-3-16 0,6-7-79 15,6-7 12-15,6-1 47 0,5-3 35 16,2 2-27-16,0 2 7 0,2 1 10 15,-3 3 9-15,-2-2 1 0,-4 3-29 0,-1 2-143 16,-5 3-56-16,-1 0-152 0,-6 3-353 16,2 3-927-16</inkml:trace>
  <inkml:trace contextRef="#ctx0" brushRef="#br0" timeOffset="835.629">4783 4173 2100 0,'0'0'1621'0,"0"0"-1416"0,0 0-136 15,0 0 101-15,56 77 177 0,-40-58-54 0,-5-2-97 16,0-5-71-16,1-3-42 0,0-6-44 16,4-3-39-16,0 0-11 0,2-8-4 15,0-9-55-15,3-7-25 0,-4-2-43 0,-1-4-55 16,-1-2-44-16,-4 4 7 16,-5-1 40-16,-1 5 60 0,-5 3-74 0,0 6 71 15,-5 4 133-15,-5 6 35 0,-9 4 63 16,-1 1 53-16,-5 0-13 0,0 7-6 15,-1 6-4-15,3 1 12 0,2 5-20 16,4 4-33-16,4 1-26 0,3 1-12 16,4-4-49-16,5 1-40 0,1-3-22 15,0-3-68-15,7-4-65 0,6-5-42 16,3-2-75-16,6-5-278 0,2-9-460 16,-5 0-179-16,11-12 411 0</inkml:trace>
  <inkml:trace contextRef="#ctx0" brushRef="#br0" timeOffset="1066.949">5255 4153 313 0,'0'0'2539'0,"0"0"-1925"0,0 0-279 0,38 68-73 16,-31-50-53-16,-1-3-39 0,-2-6-80 16,2-5-50-16,0-4-28 0,1-8-9 15,3-9 4-15,4-8-7 0,1-8-87 16,1-9-71-16,-2 1-50 0,-3 1 53 16,-2 5 108-16,-3 7 47 0,-4 9 31 15,-2 7 34-15,-5 11 43 0,-7 1 1 16,-2 1-7-16,-3 13-27 0,0 6 21 15,2 5 18-15,-1 5 3 0,5 3-25 16,-2 3-25-16,4-2-5 0,2-2-50 16,1-4-12-16,5-5-31 0,-2-2-79 15,3-6-121-15,0-3-38 0,0-7-62 16,4-4-161-16,2-1-499 0,-2-6-514 0,5-13 551 0</inkml:trace>
  <inkml:trace contextRef="#ctx0" brushRef="#br0" timeOffset="1200.564">5496 4196 183 0,'0'0'1752'0,"0"0"-109"0,82 11-1114 15,-50-7-81-15,3-4-79 0,-1 0-165 16,-2 0-67-16,-3-8 15 0,-3-3-39 16,1-5-68-16,-1-7-21 0,1-5-24 15,-2-5-103-15,-5-2-106 0,-1-2-54 16,-8 1-34-16,-1-3-307 0,-5 11-693 16,-5-11-410-16</inkml:trace>
  <inkml:trace contextRef="#ctx0" brushRef="#br0" timeOffset="1384.303">5731 3690 1800 0,'0'0'1189'16,"0"0"-640"-16,0 0-388 0,-6 77-92 16,9-35 51-16,3 6 100 0,5 8 82 0,-2 5 7 15,3 7-33-15,-3 5-38 0,0 3-80 16,-1 6-70-16,-4 2-86 0,2 0-2 16,-5-5-2-16,-1-8-83 0,0-7-27 15,-7-8 11-15,-3-7-6 0,-6-5-39 0,-4 0-72 16,-6-3-169-16,-7-2-322 0,-9-3-650 15,6-10-648-15,-33 7 1925 0</inkml:trace>
  <inkml:trace contextRef="#ctx0" brushRef="#br0" timeOffset="1700.529">3435 5193 3052 0,'0'0'709'0,"0"0"-583"0,0 0-95 16,0 0 152-16,0 0-11 0,0 0-20 0,87-51 76 16,-34 31 61-16,12-4-66 0,14 4-65 15,13-1-54-15,9 3-77 0,9 2-25 16,7 4 10-16,7 2 0 16,8 0-10-16,6 3 19 0,8-1 52 0,7 2-24 0,4-5-16 15,0 0-12-15,3 2-21 0,-1-2 0 16,-1 5-11-16,-6 0 10 0,-6 3 2 15,-6 1-1-15,-12 2 0 0,-14 2-15 16,-10 2-70-16,-10 5 6 0,-14-1-12 16,-9 1-24-16,-9 3-22 0,-10 3-41 15,-9-3-61-15,-5 4-162 0,-11-3-287 16,-4-3-613-16,-11-3-700 0,-11-7 1887 16</inkml:trace>
  <inkml:trace contextRef="#ctx0" brushRef="#br0" timeOffset="2451.029">8373 3689 2156 0,'0'0'1443'16,"0"0"-1188"-16,0 0-204 0,0 0 49 0,0 0 117 0,49 84 130 15,-34-34-113-15,3 15-7 0,-4 7-75 16,1 6-30-16,-2-1-4 0,-2-4-2 15,2-4-22-15,-4-6-58 0,-2-12-36 16,0-9 0-16,0-11-42 16,-2-11-83-16,-3-12-26 0,0-8-29 0,1-2-9 15,-2-15-47-15,-1-1-281 0,0-29-954 0</inkml:trace>
  <inkml:trace contextRef="#ctx0" brushRef="#br0" timeOffset="2833.632">7933 3664 2406 0,'0'0'1104'0,"0"0"-930"0,-88 61-57 0,65-25 59 15,0 9 140-15,6 12-77 0,4 8-14 16,11 9 26-16,4 6 5 0,18 5-70 16,9 5-41-16,5 4-75 0,8-1-22 0,4-3-11 15,3-7-10-15,6-9-12 0,3-11-13 16,5-10-2-16,5-10-21 0,5-14 6 15,2-10-6-15,0-13-1 0,2-6 7 16,-4-15-12-16,1-13-12 0,-5-13-22 16,-4-11-2-16,-5-10-32 0,-4-9 16 15,-7-5 0-15,-7-4 18 0,-6-3 7 16,-8 1 14-16,-7-1 6 0,-6 0 13 0,-10 2 21 16,-5 0-14-16,-5 0 14 15,-11 3 0-15,-10 2 21 0,-7 3-3 16,-9 8 31-16,-3 9 6 0,-7 8 3 0,-2 10 9 15,-7 15 24-15,-1 12-70 0,-7 11-11 16,-2 14-10-16,-2 15-33 0,-5 11-9 16,1 10 5-16,1 8 13 0,4 6-7 0,7 5-8 15,6-1-19-15,10 1-31 16,7-4-24-16,12-2-40 0,9-4-164 0,10-6-252 16,5-15-507-16,6 7-486 0</inkml:trace>
  <inkml:trace contextRef="#ctx0" brushRef="#br0" timeOffset="3599.912">10374 3841 1178 0,'0'0'1597'0,"0"0"-1312"0,0 0-169 0,0 0 11 0,0 0 55 15,-76 59 36-15,53-27-44 0,-3 5-27 16,0 3-21-16,2 0-32 0,1-1-38 16,7-6-35-16,0-8-18 0,10-6-3 15,2-7-6-15,4-7-56 0,0-3-7 16,7-2 25-16,10 0 44 0,5 0 40 16,5 0-9-16,8 0 10 0,2-2 3 15,1 2 24-15,1 0 3 0,-2 2 25 16,-2 6 126-16,-5 3-105 0,-5 1-29 0,-5 4-20 15,-5 1-4-15,-3 2-12 0,-5 3-7 16,-2-1-2-16,-5 4-13 0,0 0-12 16,-9 1-17-16,-3-2-2 0,-3-2-29 15,-3-5-55-15,1-1-22 0,1-5-21 0,2-3-10 16,2-8-13-16,1 0-6 0,2-5-73 16,0-9-206-16,1-10-343 0,1 1-826 15</inkml:trace>
  <inkml:trace contextRef="#ctx0" brushRef="#br0" timeOffset="3860.472">10931 3235 2134 0,'0'0'1546'0,"0"0"-1178"0,0 0-304 0,0 0 14 16,7 94 71-16,0-37 52 0,3 13 73 15,0 9-41-15,1 10-65 0,3 7-47 16,-1 2-42-16,1 3-36 0,2-4-28 16,1-10-15-16,1-8 0 15,2-19-15-15,-2-12-82 0,-2-17 48 0,0-8 25 16,-4-14-10-16,-2-5-66 0,0-4-19 0,-3-11-13 16,-4-7-34-16,-3-7-127 0,0-7-238 15,-12-1-523-15,-8-2-196 0,-7-2-260 16,4 10 1448-16</inkml:trace>
  <inkml:trace contextRef="#ctx0" brushRef="#br0" timeOffset="4011.333">10766 3935 280 0,'0'0'2005'16,"0"0"-669"-16,0 0-977 0,0 0-152 15,0 0-45-15,0 0-47 0,0 0 119 0,0 0 46 16,0 0-61-16,98 56-57 0,-54-53-65 16,2-3-46-16,0-3-26 0,1-7-25 15,0 0-31-15,-3-4-139 0,-2 0-95 16,0 2-60-16,-2-2-213 0,-5 4-622 15,-11 1-448-15,-2 0 173 0</inkml:trace>
  <inkml:trace contextRef="#ctx0" brushRef="#br0" timeOffset="4279.702">11354 4110 779 0,'0'0'2587'0,"-3"66"-2049"0,3-46-224 16,8 3-60-16,-1-3-16 0,5-4-5 16,0-5-7-16,3-10-65 0,2-1-51 15,5-10-13-15,1-11-31 0,4-4-8 0,-1-9-28 16,0-6-30-16,-2-2-13 15,-3 0-90-15,-4 2 6 0,-4 5-12 16,-5 5 12-16,-2 11 29 0,-6 7 23 0,0 4 31 16,-11 6 13-16,-5 2-23 0,-6 7-15 15,-2 8 39-15,1 9 35 0,-2 7 23 16,2 6 27-16,3 9-18 16,6 2-9-16,2 1 3 0,1 0-13 0,2-2-8 15,5-3-16-15,1-4-24 0,3-6-24 16,0-9-10-16,0-8-72 0,7-8-25 15,5-9-15-15,5-6 24 0,6-13-47 0,4-9-154 16,-6 3-472-16,10-28-1200 0</inkml:trace>
  <inkml:trace contextRef="#ctx0" brushRef="#br0" timeOffset="4500.133">12007 3935 2153 0,'0'0'1428'0,"0"0"-1106"16,7 86-203-16,-5-40 26 0,-1 14 88 0,1 6 97 15,-1 8 7-15,2 7-56 0,1 3-60 16,2 7-30-16,4 3-70 16,1 3-43-16,1 3-20 0,0-5-40 15,1-9-18-15,-3-8-52 0,-3-17-38 0,0-11 8 16,0-12 4-16,-4-10 2 0,-1-8-36 16,-2-9-22-16,0-7-27 0,-2-4-28 0,-9-13-7 15,2-11-195-15,-4-11-183 0,-1-13-82 16,-1-13-343-16,3 11-291 0,-16-44 361 0</inkml:trace>
  <inkml:trace contextRef="#ctx0" brushRef="#br0" timeOffset="4734.276">11942 4038 82 0,'0'0'2876'0,"0"0"-2457"16,51-83-213-16,-28 59 34 0,4-2-10 16,-1 5-39-16,0 2-42 0,-3 7-4 0,3 5-12 15,-1 6-32-15,-2 1-15 0,1 1-40 16,-3 10-6-16,-1 3-16 0,-3 4-5 0,-3 5 5 15,-5 3-8-15,-1 7-16 0,-5 3 2 16,-3 3-2-16,-11 6-40 0,-2-1 15 16,-9 3 25-16,-3 2-18 15,-4-4 15-15,-3 0-22 0,-3 0-36 16,-1-4-19-16,-3-2-49 0,3-6-44 0,-1-5-59 16,5-7-26-16,6-8-9 0,2-9-152 15,2-4-587-15,6 0-924 0,-4-6 1852 16</inkml:trace>
  <inkml:trace contextRef="#ctx0" brushRef="#br0" timeOffset="6308.163">14287 4246 977 0,'0'0'1214'15,"0"0"-913"-15,0 0-227 16,0 0-58-16,0 0 136 0,0 0 159 0,0 0 18 16,0 0-49-16,0 0-63 0,0 0-94 15,0 0-31-15,-14 9-21 0,15-9-2 16,5-1 9-16,-3-2 5 0,1 2-2 16,-2-1-1-16,-1 2-2 0,0 0-1 15,-1 0 6-15,2 0 6 0,-2 0-13 16,0 0-27-16,0 0-15 0,0 0-16 15,1 0-18-15,1 0-14 0,1 0-5 16,1 0 16-16,4 0 3 0,1 0 13 0,0-3-1 16,-1 1 6-16,1 0 0 0,0-1 4 15,0 0 2-15,2-3 13 0,-1 1-4 16,0-2-5-16,3 1-13 0,-3-2 0 16,5 0-12-16,-2-3 19 0,4-6 2 15,0-4-21-15,0-2-3 0,2-8-24 0,-1-2-13 16,-2-1-39-16,1-2 6 0,-4 0-13 15,-2 0 4-15,-4 7-19 0,-2 0-19 16,-5 4 25-16,0 6 30 0,-5 2 60 16,-5 7-17-16,-4 2 19 0,1 5 6 15,-4 3 25-15,1 8-31 0,-3 10-36 16,3 9 36-16,0 12 23 0,2 5 36 16,3 9-1-16,2 1-6 0,1 1 10 0,4 0 21 15,0-1-19-15,3-3-18 0,1-7 6 16,0-3-9-16,0-10-28 0,5-11-12 15,5-5-3-15,1-9-31 0,4 0 28 16,3-6 3-16,2-3-30 0,1-7-53 16,0-7-45-16,2-3-32 0,1-5-66 15,0-2-119-15,1-5-318 0,-5 6-658 16,8-16-217-16</inkml:trace>
  <inkml:trace contextRef="#ctx0" brushRef="#br0" timeOffset="6456.462">15001 3959 836 0,'0'0'2593'0,"0"0"-2214"0,66 66-237 0,-42-35-28 16,4 4 95-16,-5-3 66 0,-4 2 36 16,-1-3-72-16,-5-5-148 0,1-4-82 15,-2-4-9-15,2-8-48 0,-2-5-117 16,1-3-38-16,3-2-61 0,-3-10-178 16,0 3-546-16,0-15-726 0</inkml:trace>
  <inkml:trace contextRef="#ctx0" brushRef="#br0" timeOffset="6632.284">15305 3905 2282 0,'0'0'1501'0,"0"0"-1315"15,0 0-63-15,0 0-14 0,-96 86 25 16,72-49 76-16,0 6 55 0,2 2-29 0,2-2-59 16,3-6-59-16,6-1-102 0,1-8-16 15,6-2-58-15,4-5-128 0,0-7-43 0,7-1-60 16,6-9-236-16,7-7-601 0,-4-4-306 15,13-30 5-15</inkml:trace>
  <inkml:trace contextRef="#ctx0" brushRef="#br0" timeOffset="6782.834">15721 3943 1790 0,'0'0'1894'0,"0"0"-1617"0,12 82-172 15,-12-46 60-15,0 5 173 0,-5-1-27 16,-2-1-6-16,0-7-171 0,1-6-128 15,2-8-6-15,1-6-54 0,1-7-99 16,2-5-76-16,0-3-63 0,0-13-227 0,0 3-899 16,0-22-1124-16</inkml:trace>
  <inkml:trace contextRef="#ctx0" brushRef="#br0" timeOffset="6938.927">15530 3546 1375 0,'0'0'2323'0,"0"0"-1914"0,0 0-299 16,0 0-45-16,0 0 25 0,0 0 93 16,0 0 60-16,0 0-152 0,0 0-91 15,0 0-138-15,45 77-152 0,-34-59-122 16,-1-5-340-16,3 4-1129 0</inkml:trace>
  <inkml:trace contextRef="#ctx0" brushRef="#br0" timeOffset="7535.35">16312 3761 893 0,'0'0'2942'0,"0"0"-2631"0,0 0-311 0,0 0-12 16,-101 73 12-16,72-42 85 0,-1 7 51 15,-2 1 25-15,2 3 6 0,5-5-32 16,2-4-52-16,8-5-71 0,5-7-12 16,7-6-33-16,3-4-4 0,3-3-18 15,12-3 33-15,4-1 22 0,9-2 0 0,3 1 2 16,2-1 24-16,1-2-26 0,-3 1-2 16,-5 4-1-16,-4 1 0 0,-8 5 3 15,-2 1 58-15,-7 3 18 0,-2 2-2 16,-3 2-16-16,-3 2-21 0,-5-3-25 15,-5-3-12-15,0-4-54 0,0-5-41 16,1-6-55-16,2-1-87 0,3-16-142 0,4-8-197 16,3 3-703-16,0-28-824 0</inkml:trace>
  <inkml:trace contextRef="#ctx0" brushRef="#br0" timeOffset="7883.082">16656 3382 2974 0,'0'0'1041'0,"0"0"-878"0,8 84-41 0,-8-37 70 16,0 10 128-16,0 7 50 0,-5 3-48 16,2 5-103-16,3 0-77 0,0 0-67 15,5 1-27-15,6-10-48 0,2-9-1 16,2-13-26-16,0-12-39 0,0-11 2 16,-1-10 4-16,1-8-34 0,-1 0-27 15,-2-12-37-15,-2-6-15 0,-6-6-56 16,-4-2-139-16,0-1-197 0,-13-2-141 0,-5 1-83 15,-6-1-199-15,-5 3 269 0,-4 1 76 16,-4 0 643-16,2 1 183 0,-1 3 120 16,5 8 518-16,8 3-139 0,8 8 9 15,8 2-87-15,5 2-210 0,2 9-77 16,8 3-43-16,5 2-58 0,5 1-35 16,4 0-13-16,3-4-34 0,5-1-64 0,2-5-24 15,3-1-34-15,3-1-12 0,-1-3-10 16,4-2-136-16,0 0-96 0,3 0-83 15,0-2-333-15,-9-3-979 0,16-1-332 0</inkml:trace>
  <inkml:trace contextRef="#ctx0" brushRef="#br0" timeOffset="8320.121">17373 3971 1702 0,'0'0'1372'0,"0"0"-840"0,0 0-345 15,0 0-30-15,-67 85 60 0,47-63 19 0,4-1 51 16,1-2-11-16,6-2-83 0,1-4-84 15,6-1-70-15,2-2-39 0,0-2 0 16,0-2 6-16,1-1 9 0,6-1 4 16,2-1-9-16,5-3-10 0,-1 0-28 0,2 0-5 15,-1-3-19-15,2-5-24 16,-3 0 3-16,0-4-4 0,-2 0 4 0,0-2 3 16,-1-2-13-16,-2 3-13 0,0-1 4 15,-3 0 21-15,-2 3 37 0,2-1 32 16,-2-2 0-16,1 1 2 0,-4-3 21 15,0-2 4-15,0 2-22 0,-4 0-1 16,-1-2-1-16,-5 5 18 0,1-1 6 16,-3 5 2-16,0 0 10 0,0 2-18 15,-1 3 39-15,5 3-6 0,-4 1-39 16,1 5-13-16,-2 8-19 0,0 4 19 16,1 5 3-16,3 8 37 0,1 2 31 0,5 6 21 15,2 2-7-15,1 0 7 16,0-2-10-16,0-1-18 0,3-6-37 0,2-5-27 15,4-7 19-15,2-2-19 0,0-9-36 16,4-3 9-16,1-5-37 0,4-4-37 0,0-10-30 16,5-6-16-16,-2-3-47 0,3-8-127 15,-1-1-307-15,-3 0-736 0,-7 8-679 16,5-13 1945-16</inkml:trace>
  <inkml:trace contextRef="#ctx0" brushRef="#br0" timeOffset="8631.461">17767 3917 2176 0,'0'0'1949'0,"0"0"-1610"0,0 0-172 16,19 93-35-16,-19-52-9 0,0 0 152 16,-4 1-14-16,-2-9-54 0,0-4-104 0,1-8-85 15,2-6-18-15,3-5-24 0,0-7-19 16,0-3-60-16,5-4-42 16,9-10 2-16,3-6 33 0,0-8-9 0,5-5-77 15,-2-3-161-15,-3-1-142 16,3 3 93-16,-3 7 152 0,-3 5 197 0,-3 10 57 0,1 3 146 15,-4 9 51 1,-3 2 77-16,-1 13 12 0,-2 6-10 0,-2 4-72 0,0-1-41 16,0 2-16-16,0-4-13 0,0-3-52 15,0-1-52-15,0-6-30 0,0-4-15 16,0-4-10-16,0-2-14 0,1-2-86 16,9-1-56-16,2-5 49 0,6-3-7 15,1-3-56-15,3 0-264 0,-5 1-1209 16,11-3-587-16</inkml:trace>
  <inkml:trace contextRef="#ctx0" brushRef="#br0" timeOffset="9057.991">18517 3941 1228 0,'0'0'2138'16,"0"0"-1843"-16,0 0-219 0,0 0 18 0,-35 84 38 0,19-48 219 15,1 1 140-15,0-1-94 0,5-5-144 16,4-4-111-16,2-5-87 0,3-5-37 15,1-5-17-15,0-1 16 0,5-4-17 16,4-1-24-16,5-4-27 0,2 0-34 16,3-2-6-16,2 0-7 0,0-5-20 15,0-4-13-15,1 3 8 0,-3-2 16 16,1 1 15-16,-2 2 49 0,2 0 31 16,-2-1 12-16,0 3-1 0,-1-1-8 15,1 0-4-15,-2 2 12 0,1 2 1 0,2-2 40 16,1 0-9-16,3-3-10 15,2 0 10-15,3-4 37 0,2 1 27 0,2-5-7 16,-1-2-15-16,0-1-33 0,-3-3-29 16,-2 0-11-16,-3 0-3 0,-3 0-30 15,-5 2-25-15,-6 4 12 0,-8 7 3 16,-1 2 13-16,-12 4-10 0,-8 9 40 16,-6 8 6-16,-5 11 67 0,-2 8 31 0,2 6 27 15,3 3 12-15,6-2-46 0,3-1-18 16,9-4-27-16,2-6-38 0,3-5-14 15,5-10-25-15,2-5-41 0,7-5-19 16,6-5 0-16,5-2-12 0,3-6-31 16,3-6-37-16,8-3-35 0,1-5-195 15,3 1-392-15,2-1-233 0,-8 8-689 16</inkml:trace>
  <inkml:trace contextRef="#ctx0" brushRef="#br0" timeOffset="9615.564">20991 4139 2714 0,'0'0'1128'0,"0"0"-974"0,0 0-101 16,0 0-17-16,0 0 4 0,0 0 60 16,0 0 58-16,-49 92 37 0,36-31-13 15,3 10-13-15,8 1 93 0,0-6-67 16,2-10-92-16,6-15-69 0,7-11-34 15,1-13-76-15,6-10 3 0,3-7 18 0,4-11 16 16,4-11 11-16,2-11 10 0,-1-11-9 16,-1-7-22-16,-2-4 3 0,-5 1 25 15,-4 4 2-15,-6 3-11 0,-5 4-37 16,-9 8-25-16,-5 4-19 0,-12 4-15 16,-9 7 3-16,-6 6 104 0,-1 5 19 15,-1 7 105-15,3 2-9 0,6 9-32 16,3 6-64-16,7 3-12 0,5 3-22 0,3 1-15 15,3-2-7-15,4-3-55 0,0-7-47 16,11-1-35-16,5-6-134 0,9-3-40 16,5 0 84-16,8-5 244 0,7-2 39 15,6 2 259-15,7 3 10 0,2 2 15 16,4 0 51-16,-1 6-4 16,1-2-82-16,-4 0-47 0,-4-4-34 0,-3 0-58 15,-5-9-77-15,-3-8-33 0,-6-5-177 16,-3-9-125-16,-2-6-120 0,-9 5-600 0,2-19-765 15</inkml:trace>
  <inkml:trace contextRef="#ctx0" brushRef="#br0" timeOffset="9849.915">21670 3739 2085 0,'0'0'1683'0,"0"0"-1311"0,-21 91-301 15,21-45-49-15,0 10 25 0,2 7 61 0,4 9 201 16,2 3-11-16,1 10-106 0,-1 5-88 15,-1 9-65-15,-3 0-39 0,-2 3-3 16,-2-5 1-16,0-4-13 0,-7-7-3 16,-1-8-28-16,-1-11-21 0,-2-8 9 15,-2-9-6-15,-6-9-34 0,-4-6-24 16,-6-8-23-16,-11-6 10 0,-6-8-42 16,-7-5-90-16,-3-5-111 0,-3-3-156 0,-1-6-134 15,1-12-445-15,17 2-187 0,-14-25 1225 16</inkml:trace>
  <inkml:trace contextRef="#ctx0" brushRef="#br0" timeOffset="10452.619">23706 4146 1744 0,'0'0'1260'16,"0"0"-886"-16,0 0-181 0,0 0-57 15,0 0 22-15,0 0 66 0,0 0-15 16,0 0-20-16,0 0-54 0,0 0 1 16,0 0 17-16,-79 11-6 0,76-11-61 0,3 0-32 15,0 0-14-15,-1 0-3 0,1 0 2 16,-2 0 7-16,2 0 8 0,-2 2 71 16,-1-1-28-16,-2 0-55 0,2 2-6 15,-2-2-5-15,3 1 8 0,2-2 0 0,0 0-8 16,0 2-31-16,7 0-4 15,8 4-35-15,11 1 39 0,11 5 52 0,9-1 2 16,6-4-21-16,3-4-14 16,1-3-19-16,-3 0-15 0,-2-10-60 0,-3-6-46 15,-5-2-40-15,-4-6-15 0,-3 0-27 16,-8-2-41-16,-4 0-156 0,-9 6-368 16,-4-5-808-16</inkml:trace>
  <inkml:trace contextRef="#ctx0" brushRef="#br0" timeOffset="11116.117">23996 3767 1018 0,'0'0'2'16,"0"0"1466"-16,0 0-1185 0,0 0-119 15,0 0 61-15,0 0 71 0,0 0 71 16,0 0-27-16,0 0-144 0,0 0-88 16,0 0-83-16,-33 31-23 0,26 3 23 0,-1 10 21 15,6 9 37-15,-4 13 46 0,6 6 16 16,0 7-48-16,0 10-26 0,0 2-32 16,0 1-2-16,0 1-13 0,3-4 4 15,2-4-7-15,0-9 0 0,1-6 7 16,2-10 5-16,0-11-12 0,-1-7-18 15,-2-10 0-15,-2-7-1 0,-3-8 0 16,0-6 10-16,0-5-10 0,0-1-2 0,0-4-33 16,0-1-15-16,-5 0-1 0,-7-1 25 15,-4-9-25-15,-4-2 6 0,-2-6 13 16,-4-6-31-16,1-6-25 0,-4-6-9 16,1-3-46-16,5-6-60 0,6 1-84 15,6 3-76-15,9 3-174 0,4 3-262 0,7 11-832 16,16-11 990-16</inkml:trace>
  <inkml:trace contextRef="#ctx0" brushRef="#br0" timeOffset="11467.442">24538 4116 1944 0,'0'0'1743'0,"0"0"-1422"16,0 0-120-16,0 0 153 0,0 0-59 15,0 0 8-15,0 0-75 0,0 0-52 16,-55 73-61-16,34-38-21 0,0 7 0 15,1 1 69-15,5-1-64 0,3-4-45 16,5-4-27-16,4-4-27 0,3-10-16 0,0-4 13 16,4-4-27-16,6-6-24 0,2-2 6 15,4-4-9-15,4-4-4 0,3-8 7 16,2-10-28-16,2-3-45 0,-1-5-6 16,0-2 8-16,-2-1 7 15,-4 1-19-15,-2 7 3 0,-5 3-10 0,-2 8 24 0,-4 4 49 16,-2 8 47-16,-2 2 24 0,0 7 58 15,-1 9 99-15,1 4-4 0,0 6-34 16,-2 2-10-16,-1 3-2 0,0-3-16 16,0-2-18-16,0-3-31 0,0-8-24 15,3-4-18-15,0-6-30 0,2-4-9 16,3-1-95-16,6-5-9 0,3-8-49 0,8-5-68 16,-5 3-362-16,14-17-1117 0</inkml:trace>
  <inkml:trace contextRef="#ctx0" brushRef="#br0" timeOffset="11647.149">25206 4153 1372 0,'0'0'2518'0,"0"0"-2132"0,-50 71-293 0,27-38 59 16,-3 8 103-16,4 1 30 16,1-2 77-16,7-6-80 0,7-6-149 0,4-9-117 15,3-2-16-15,5-7-28 0,10-3-17 16,4-7 18-16,5-3-34 0,3-11-51 15,2-8-49-15,1-6-55 0,-2-8-74 16,1-4-249-16,-10 8-467 0,12-21-475 0</inkml:trace>
  <inkml:trace contextRef="#ctx0" brushRef="#br0" timeOffset="12241.142">25530 3659 2764 0,'0'0'1401'16,"0"0"-1187"-16,-6 104-173 0,-2-47-20 0,-1 11 112 15,0 3 248-15,2 2 10 0,0-1-112 16,2-3-110-16,5-4-78 0,0-5-91 16,0-6 0-16,2-11-27 0,3-9-52 15,2-9 12-15,-1-6 13 0,-1-8-25 16,-1-6-9-16,-2-5-36 0,-2 0-28 0,0-9-7 16,0-5-31-16,-5-5-80 0,-4-5-68 15,-6-5-32-15,-1-1-53 0,-6 1-37 16,-1-3 16-16,0 0 224 15,-2-1 129-15,2 4 91 0,7 4 159 0,2 8 131 16,8 9 163-16,3 6-52 0,3 2-35 16,0 3-64-16,9 4-14 0,5 4-44 0,2-1-60 15,7 2-28-15,5-5-7 16,1-4-36-16,4-3-47 0,0-3-59 0,0-8-7 16,-1-3-131-16,0-5-89 0,-4-3-24 15,3-1-61-15,-6 3-178 0,1 0-247 16,-4 5-741-16,-2 4-95 0,-5 5 1377 15,-1 6 189-15,-4 11 150 0,-2 8 346 16,-2 6 1056-16,-4 3-475 0,-1 4-508 0,2 0-75 16,0 2-143-16,-1-1-99 0,2-2 13 15,0-2-28-15,2-8-28 0,3-5-70 16,-1-7-58-16,6-5-32 0,3-4-22 16,3-4-27-16,3-11-30 0,3-8-25 15,0-5-29-15,-2-5-19 0,-1-2-15 0,-5-1 6 16,-3 5 21-16,-6 3 27 0,-4 2 27 15,-5 3-5-15,-5 3 5 0,-12 6 7 16,-6 5 27-16,-5 8 3 0,-3 1 44 16,0 13 16-16,3 9 1 0,2 3-9 15,3 5-10-15,2 0-20 0,1-3-7 16,5-3-15-16,4-5-21 0,3-5-136 16,3-7-72-16,5-5-111 0,0-2-213 15,8-6-174-15,5-9-235 0,5-4-102 16,2-5-276-16,-1-5 1338 0,-2 6-78 15</inkml:trace>
  <inkml:trace contextRef="#ctx0" brushRef="#br0" timeOffset="12427.363">26020 4003 404 0,'0'0'251'0,"0"0"1328"0,0 0-617 16,75-8-631-16,-47 17-72 0,0 5-70 15,1 6-44-15,-4 5 85 0,-2 3 18 16,-4 2-94-16,-3 2-13 0,-6 0 46 16,-2 0-75-16,-6-1-78 0,1-6-22 0,-3-6-12 15,0-2 12-15,1-9 19 0,-1-4 11 16,5-4 1-16,1 0 5 0,4-7 4 15,6-7 30-15,1-5 63 0,5-5-78 16,1-4-67-16,-2-5-71 0,1 1-77 16,-1-3-74-16,-2 0-34 15,1 2-204-15,-2 6-807 0,3-5-1457 0</inkml:trace>
  <inkml:trace contextRef="#ctx0" brushRef="#br0" timeOffset="12573.068">26887 4116 2380 0,'0'0'2043'0,"0"0"-1658"0,5 79-296 0,-5-53-3 16,-8 6 33-16,2-1 164 0,-6-5 17 0,1-2-137 16,-2-5-163-16,1-4 0 0,0-3-142 15,-1-6-115-15,4 0-44 0,-1-6-57 16,3-3-292-16,-1-4-839 0,-3-14-1045 0</inkml:trace>
  <inkml:trace contextRef="#ctx0" brushRef="#br0" timeOffset="12743.049">26819 3905 1482 0,'0'0'2733'0,"0"0"-2108"0,0 0-411 15,81-7-77-15,-50 4-79 0,-4 1-56 16,-3 0 13-16,-2-1 43 0,-5 3-58 0,3-4-26 16,0 1-81-16,-1 1-113 0,-2 2-40 15,-3 2-96-15,-5 9-334 0,-6 6-698 16,-3 6-347-16,-3-4 1432 0,-11 19 64 15</inkml:trace>
  <inkml:trace contextRef="#ctx0" brushRef="#br0" timeOffset="12898.263">26979 4209 355 0,'0'0'268'16,"0"0"1963"-16,0 0-1608 0,-48 82-319 0,43-68-100 15,4-3-21-15,1-6 0 0,10 0-25 16,3-2 27-16,7 0 6 0,5 3 8 16,2-5-23-16,3 1-66 0,2 1-46 15,0-2-10-15,-1 2-23 0,1-3-31 16,-2 0-21-16,-2 0-45 0,0-6-105 15,-2-2-76-15,2-5-50 0,-3-3-170 16,4-3-524-16,-8 4-819 0,10-8 361 0</inkml:trace>
  <inkml:trace contextRef="#ctx0" brushRef="#br0" timeOffset="13222.611">27585 4188 1175 0,'0'0'2424'16,"0"0"-1463"-16,0 0-761 0,0 0-96 0,-51 79-42 15,35-56 23-15,-1-3 178 0,1-1-42 16,6-2-121-16,1-4-67 0,6-4-33 0,1-2-12 15,2-4-25-15,0-3-29 0,4 0 11 16,5 0 6-16,6-8 7 0,0-3-1 16,4-6-36-16,0-2-31 0,1-2-3 15,-2-5-3-15,-2 1-3 0,1 3-35 16,-1 2-41-16,-1 4-10 0,-4 5 43 16,-3 6 162-16,-3 5 153 0,-1 4 21 15,-4 8 70-15,0 8 14 0,0 3-13 16,-6 8-48-16,0 0-33 0,0 3 0 0,1-7-28 15,5-6-30-15,0-5-37 0,0-5-53 16,6-7-16-16,5-2-34 16,1-2-20-16,6-6 18 0,3-9-7 0,2-4-11 15,5-6-52-15,0-6-82 0,-1-2-12 16,4-5-17-16,-2-1-126 0,3-4-193 16,-2-5-441-16,0-5-424 0,-8 8-178 15,5-33 1364-15</inkml:trace>
  <inkml:trace contextRef="#ctx0" brushRef="#br0" timeOffset="13569.978">28154 3621 1228 0,'0'0'2275'16,"0"0"-1626"-16,0 0-450 0,13 97-130 16,-7-52 8-16,-1 2 93 0,3 2 259 15,0-1-15-15,4-4-124 0,-1-1-187 16,1-3-82-16,2-3 18 0,3-2-18 16,4-4-5-16,3-5 8 0,4-5-24 15,-1-4-34-15,0-1 1 0,2-2 12 0,-2-3-9 16,-2 1-3-16,0 1-10 0,-7-2-8 15,-5-3-28-15,-7 4 1 0,-6-1-28 16,-1 1-1-16,-14 1 4 0,-9-1 9 16,-9 1 2-16,-11-2-24 0,-11-3-132 15,-9-2-219-15,-10-4-481 0,7-2-156 16,5-1-10-16,14-8 1114 0,12-1 192 16,16 0 361-16,8-2 53 0,9 4-448 15,3 1 617-15,16 1-143 0,8 0-60 0,10-2-75 16,8-5-141-16,9-2-102 0,2-3-63 15,6-2-10-15,-2 1-63 0,2-4-49 16,-3-1-36-16,-2 0-33 0,-7-1-12 16,-4-1-78-16,-4 2-100 0,-5 2-58 0,-6 0-6 15,0 4-78-15,-2 4-278 0,-3 4-799 16,-4 7-1045-16,3 3 2255 0</inkml:trace>
  <inkml:trace contextRef="#ctx0" brushRef="#br0" timeOffset="13696.728">29076 4067 1330 0,'0'0'1976'0,"0"0"-1451"16,0 0-314-16,0 0-1 0,0 0 53 16,0 0-4-16,0 0 72 0,0 0-112 0,0 0-219 15,-76-3-42-15,27-2-251 0,8-2-261 16,-38-1-1409-16</inkml:trace>
  <inkml:trace contextRef="#ctx0" brushRef="#br0" timeOffset="15454.047">30934 3884 3461 0,'0'0'578'0,"0"0"-381"16,0 0-156-16,39 100 52 0,-25-56 49 15,0 3 77-15,-3-2 2 0,-3-4-44 16,-2-6-27-16,-2-5-26 0,1-6-8 16,-1-7-19-16,0-3-22 0,-1-5-14 0,2-6-22 15,1-1-12-15,3-2-6 0,7-9 13 0,12-6 20 16,8-14 12-16,11-13 22 0,5-16-43 15,5-11-36-15,5-15-9 0,2-10-21 16,2-9-6-16,4-1-18 0,0-3 0 16,4-1-28-16,-2 2-18 0,-1 8-51 15,-7 8-30-15,-4 12-105 0,-12 10-145 16,-12 13-184-16,-14 18-710 0,-22 3-1450 16</inkml:trace>
  <inkml:trace contextRef="#ctx0" brushRef="#br0" timeOffset="35882.419">4227 6734 1926 0,'0'0'541'0,"0"0"-138"16,0 0-223-16,0 0-27 0,-61-73 90 0,60 54 86 15,1-1-36-15,4 4-53 16,13-1-63-16,6 0-48 0,7 0-21 0,5 2-16 16,4-2-15-16,7 4 6 0,-3 3-19 15,4 2-9-15,-4 4-28 0,-3 2-27 0,-4 2-1 16,-4 2-23-16,-5 8 9 16,-4 2-22-16,-6 6 15 0,-5 1-14 0,-6 9-4 15,-5 4-18-15,-1 5-37 16,-7 5 15-16,-7 2 74 0,-2 1 6 15,-6 2 2-15,-2-2 19 0,-4 4-20 0,-1-2 27 16,-3 1-4-16,1 1 16 0,-3-3 0 16,6-2-3-16,2-4 3 0,6-5-24 15,11-7-16-15,8-5 0 0,1-7 33 16,14-4 3-16,11-5-23 0,5-2-11 0,9-5 44 16,4-6-13-16,3-9 1 0,0-6-23 15,-1-8-11-15,-3-5-18 0,-2-3-10 16,-5-8-115-16,-5 0-48 15,-1-5-36-15,-6 0-143 0,-7 11-278 0,-6-21-679 0</inkml:trace>
  <inkml:trace contextRef="#ctx0" brushRef="#br0" timeOffset="36299.092">4023 6323 867 0,'0'0'235'0,"0"0"624"15,-78 34-202-15,58-13-188 0,0 8-89 16,3 7-77-16,5 7-32 0,5 7-24 16,5 9-42-16,2 7-63 0,15 7-19 0,8 6-34 15,9 10-12-15,5 1-4 16,11 3-12-16,2 0 12 0,9-7-12 16,6-8-9-16,6-9 0 0,2-14-34 0,4-14-16 15,2-12 10-15,3-12-10 0,-1-13-2 16,1-4 1-16,-2-17 1 0,-2-9 26 15,0-10-28-15,-4-11-1 0,-5-10-18 16,-4-10-29-16,-7-8-7 0,-7-8-46 16,-7-6-24-16,-7-3 0 0,-12 0-7 15,-8 0 24-15,-8 0 19 0,-9 2-32 16,-9-1-15-16,-14 7 52 0,-10 1-44 0,-11 7 99 16,-8 6 29-16,-5 10 27 0,-5 11 63 15,-2 9 25-15,0 14-31 16,-3 14 25-16,-2 12-38 0,0 5-34 0,1 15-34 15,2 9 34-15,4 7-37 0,3 2 0 0,9 8-50 16,5 1 4-16,9 2-34 0,8 1-88 16,8 3-123-16,11-2-328 0,7-12-692 15,6 15-707-15</inkml:trace>
  <inkml:trace contextRef="#ctx0" brushRef="#br0" timeOffset="36935.805">6786 6049 1258 0,'0'0'1663'0,"0"0"-1304"15,0 0 35-15,0 0 0 0,0 0-24 0,0 0-40 16,0 0-121-16,0 0-51 16,-79 40-11-16,51-16-38 0,-2 5-33 0,0 4-30 15,1 3-19-15,2 3-25 0,2-1-2 16,5-5-1-16,4-4-1 0,3-6-10 15,6-5-7-15,6-6 1 0,1-1-12 16,8-3-22-16,7 4 22 0,6 4 18 16,5-2-6-16,6 0 18 0,-1-1-2 15,0 0 2-15,-3-1-13 0,-2 0 13 16,-4 1 3-16,-2 5 28 0,-4 1 11 16,-3 3 1-16,-4 4-13 0,-5 2-12 15,-1 2-2-15,-3 1 5 0,-3-2 3 0,-7 1-23 16,-4-3-1-16,-4-3-36 0,-2-1-28 15,-2 0-21-15,-1-6 12 0,-1-2 6 16,2-5-3-16,3-7 0 0,2-3-16 0,0-5-33 16,0-11-84-16,2-12-84 0,4-10-207 15,5 6-500-15,6-31-643 0</inkml:trace>
  <inkml:trace contextRef="#ctx0" brushRef="#br0" timeOffset="37155.459">7228 5866 995 0,'0'0'2233'0,"0"0"-1871"16,0 0-122-16,0 0 28 0,39 91 12 0,-36-37-39 15,0 12 5-15,-1 8 20 0,-1 7-92 16,3 4-40-16,3 1-31 0,3-1-52 16,4-2-34-16,1-9-17 0,3-9-12 15,-1-15-3-15,1-14 12 0,-1-15 0 16,0-7 3-16,-3-9-73 0,-1-5-33 0,0-4-18 15,-3-9-7-15,-1-6-25 0,-5-6-93 16,-4-3-174-16,-3-3-529 0,-4 7-514 16,-16-12-363-16</inkml:trace>
  <inkml:trace contextRef="#ctx0" brushRef="#br0" timeOffset="37322.617">6991 6419 1676 0,'0'0'1690'16,"0"0"-1300"-16,0 0-327 0,0 0 50 0,0 0 138 15,96 45 51-15,-57-36-34 0,4-4-69 16,4-2-92-16,0-3-58 0,1-3-31 16,-2-5-18-16,-3 1-73 0,-3-5-107 15,-4 0-57-15,-3 1-82 0,-2-1-189 16,-7 2-270-16,-4 1-585 0,-5 4-246 16</inkml:trace>
  <inkml:trace contextRef="#ctx0" brushRef="#br0" timeOffset="37592.934">7659 6461 121 0,'0'0'332'0,"0"0"2085"16,0 0-1743-16,36 70-252 0,-20-48-86 15,0-4-70-15,0-4-29 0,1-4-35 16,0-5-22-16,1-3-49 0,2-2-25 16,-1-12-30-16,2-5-21 0,-1-6-55 0,-1-4-45 15,-3-4-62-15,-4 2-30 0,-5 0-9 16,1 2-7-16,-5 4-3 0,-3 5 15 16,0 6 61-16,-7 6 58 15,-7 5 22-15,-4 1 66 0,-5 7-5 0,-4 7-5 16,-3 7 36-16,-2 5 9 0,5 7-9 15,4 7 5-15,4 4-14 0,4 3-16 16,8 3 12-16,4-3 3 0,3-1 0 16,0-5-25-16,0-4-30 0,8-6-27 15,-1-8-17-15,3-10-31 0,1-8-61 16,5-5-10-16,3-13-6 0,1-10-33 16,3-10-78-16,0-10-240 0,-7 10-849 15,3-25-1162-15</inkml:trace>
  <inkml:trace contextRef="#ctx0" brushRef="#br0" timeOffset="37780.875">8211 6384 1216 0,'0'0'2287'0,"0"0"-1845"0,46 73-266 0,-27-33 57 15,0 11 86-15,0 8-18 0,-3 7 77 0,-1 7-96 16,-2 6-58-16,2 7-40 0,-4 6-79 16,0-1-26-16,0 1-37 0,-4-6-23 15,-1-9-19-15,-1-15-51 0,0-16-19 16,-2-12 1-16,0-14 9 0,-3-9-28 15,0-9-45-15,0-5-54 0,-3-14-44 16,-7-13-64-16,-3-12-279 0,1 10-700 16,-15-40-874-16</inkml:trace>
  <inkml:trace contextRef="#ctx0" brushRef="#br0" timeOffset="37984.284">8265 6446 1793 0,'0'0'1757'0,"0"0"-1491"0,0 0-254 16,0 0 101-16,89-43 33 0,-66 41-59 15,0 2 56-15,-3 0 179 0,0 2-107 16,0 6-77-16,-2 3-53 0,-2 5-48 16,-5 3-9-16,-5 6-1 0,-4 4-12 15,-2 7-15-15,-8 2-18 0,-8 3 16 16,-4 1-16-16,-3 0-22 0,-4-6-46 16,3-1-27-16,2-9-34 0,0-1-26 15,6-4-65-15,3-7-194 0,5-2-862 16,8-1-1308-16</inkml:trace>
  <inkml:trace contextRef="#ctx0" brushRef="#br0" timeOffset="38139.517">9527 6760 4353 0,'0'0'1187'0,"0"0"-1015"0,0 0-172 0,0 0-90 16,0 0-129-16,0 0 9 0,0 0-9 15,0 0-339-15,0 0-801 0,0 0-808 0</inkml:trace>
  <inkml:trace contextRef="#ctx0" brushRef="#br0" timeOffset="38899.188">11272 6306 985 0,'0'0'1410'0,"0"0"-962"0,0 0-60 0,0 0-98 15,0 0 35-15,0 0 49 0,0 0-83 16,0 0-78-16,0 0-65 0,0 0-26 0,12 97-3 16,4-44-9-16,4 8-1 0,0 4-14 15,2-2-17-15,0-5-11 0,-1-8-27 16,0-10-37-16,1-11 3 0,-3-15-6 16,1-3-16-16,4-11-20 0,1-7-6 15,0-11-31-15,2-11-15 0,0-7-28 16,-1-8-3-16,-1-3 6 0,-2-6 0 15,-3-1 15-15,1 0 21 0,-3 0 22 16,-1 4 27-16,-4-1 28 0,-4 5 0 16,-5 3 34-16,-4 8 21 0,0 6 4 15,0 11 18-15,0 8 48 0,0 8-12 16,0 2-19-16,0 10-39 0,0 10 9 0,4 11 0 16,1 10 12-16,-1 9 3 0,2 9 12 15,2-3 18-15,-3 2 9 0,-1-5-81 0,0-4-37 16,1-5-36-16,-1-9-85 15,2-5-31-15,-2-11-42 0,3-7-40 0,1-8-106 16,0-4-197-16,1-4-471 0,0-21-753 0</inkml:trace>
  <inkml:trace contextRef="#ctx0" brushRef="#br0" timeOffset="39207.826">12060 6385 3011 0,'0'0'795'0,"0"0"-518"16,0 0-114-16,19 66 85 0,-14-35 29 15,-2 3 5-15,-1-2-11 0,1 1-67 16,-1-5-77-16,0-5-82 0,1-3-45 0,2-5-21 16,-1-6-24-16,3-4-61 0,5-5-4 15,-1-1 59-15,5-12 8 0,0-5 25 16,1-5-3-16,-1-4 5 0,-3-3 4 16,0 2-9-16,1 0 19 0,-3 3 0 0,0 6-10 15,-2 5 12-15,-1 5 15 16,-2 5 34-16,-1 4-1 0,2 0 31 0,1 6 25 15,-2 7-1-15,3 5-19 0,-3 3-20 16,1 2-25-16,-3 1 0 0,0-4-11 16,-1 1-28-16,-1-7-10 0,1-2-24 15,-2-3-93-15,1-3-82 0,-1-4-34 16,1-1-53-16,-1-1-193 0,2-1-682 16,-2-2-653-16,6-12 388 0</inkml:trace>
  <inkml:trace contextRef="#ctx0" brushRef="#br0" timeOffset="39357.389">12582 6500 1380 0,'0'0'1900'0,"0"0"-1330"0,0 0-378 16,32 67-69-16,-28-40 48 0,-2-2 147 15,-2 1-2-15,0-2-41 0,0-1-147 0,-5-8-104 16,2-2-24-16,-4-4-128 16,3-2-100-16,-3-4-69 0,-2-3-189 0,1 0-751 15,-7-14-938-15</inkml:trace>
  <inkml:trace contextRef="#ctx0" brushRef="#br0" timeOffset="39509.247">12453 6203 1752 0,'0'0'2021'0,"0"0"-1728"0,0 0-94 16,0 0 136-16,0 0-160 16,80-9-76-16,-64 12-2 0,1-2-29 15,0 4-65-15,3-2-3 0,1 5-211 16,-1 1-190-16,-5 0-361 0,2 13-1728 0</inkml:trace>
  <inkml:trace contextRef="#ctx0" brushRef="#br0" timeOffset="39932.627">13091 6498 1996 0,'0'0'1561'0,"0"0"-1208"0,0 0-98 15,0 0 0-15,-88 102-24 0,71-46-34 16,0 10 11-16,0 8-4 0,5 2-46 16,3-8-21-16,3-8-58 0,6-10-79 15,0-16 0-15,7-9-61 0,7-14 13 0,3-7-34 16,3-4 18-16,3-15 15 0,1-9-15 15,2-8-30-15,0-6-7 0,-5-5-9 16,-1-1 3-16,-3 4-16 0,-4 5 6 16,-1 5 9-16,-3 10 53 0,-1 9 42 15,-4 11 13-15,1 6 34 0,-1 18 161 0,1 8-20 16,-2 11-74-16,2 7-46 0,-1 6-12 16,2 2 6-16,1 5 15 0,0-1-6 15,2 5-4-15,-3 2 7 0,0 0-3 16,-2 0-6-16,0-5-28 0,-3-6-21 15,-1-6-3-15,0-14-82 0,2-9-34 16,-1-12-48-16,1-11-23 0,1-8 12 0,1-16 28 16,3-14-253-16,-1-10-309 0,2-12-611 15,-2 7-568-15,-1-33 1748 0</inkml:trace>
  <inkml:trace contextRef="#ctx0" brushRef="#br0" timeOffset="40253.299">13484 6451 1702 0,'0'0'1771'0,"0"0"-1423"0,8 66-150 0,-5-24 24 16,-2 8 82-16,0 8 29 0,2 2 0 15,0-3-69-15,3-5-115 0,0-9-83 16,2-8-66-16,1-11 0 0,5-8-30 16,-2-9-40-16,8-7 37 0,0-9 0 0,2-12-22 15,2-8-30-15,-2-7-40 0,-2-5 13 16,-3 0 11-16,-2 1 31 0,-2 3 24 15,-4 3 3-15,-4 9 43 16,-2 5 15-16,1 8 13 0,-4 7 11 0,0 5 62 16,2 5 3-16,-1 9 24 0,1 6-43 15,-1 9-30-15,2 5-1 0,1 4 13 16,-1-1 9-16,0-2-22 0,3-5-35 16,1-7-19-16,0-4-21 0,1-7-15 15,0-5-49-15,2-7-18 0,0 0-9 16,1-7-31-16,1-10-31 0,0-4-71 15,2-4-411-15,-6 6-995 0,0-8-708 0</inkml:trace>
  <inkml:trace contextRef="#ctx0" brushRef="#br0" timeOffset="40547.344">14039 6788 2149 0,'0'0'2320'0,"0"0"-1938"16,0 0-232-16,0 0-3 0,0 0-50 0,0 0 10 15,84 13 78-15,-67-30-22 0,2-6-105 16,-3-4-58-16,-2-8-75 0,1 1-46 15,-3-1-31-15,-1 2 3 0,-4 2 3 16,-4 5 24-16,-3 3 21 0,-5 6-7 16,-8 3 7-16,-7 9 64 0,-6 2 37 0,-5 4 59 15,-1 12 11-15,0 8 13 16,6 9-9-16,4 8 5 0,5 6 16 16,7 3 6-16,3 3-1 0,6-2-6 15,-1 4 19-15,2-7-13 0,0-3-37 0,2-7-39 16,8-11-24-16,1-7-15 0,5-10-9 15,4-5-6-15,3-4 8 0,2-12-81 16,-2-8-109-16,-1-9-11 0,-1-4-98 16,1-7-377-16,-2 0-616 0,-3 10-553 0,9-19 1241 0</inkml:trace>
  <inkml:trace contextRef="#ctx0" brushRef="#br0" timeOffset="40677.766">14444 6509 2526 0,'0'0'1878'0,"0"0"-1545"16,3 76-197-16,-3-43-66 0,-4 8-36 15,-1-3 60-15,1-6 135 0,1-5-108 16,3-8-114-16,0-8-7 0,0-3-104 16,4-6-48-16,7-4 24 0,4-10-1 0,1-11-119 15,4-7-332-15,-3 4-971 16,8-23-828-16</inkml:trace>
  <inkml:trace contextRef="#ctx0" brushRef="#br0" timeOffset="40967.032">14917 6330 2020 0,'0'0'2442'0,"0"0"-2079"0,0 0-240 16,-7 86-1-16,-3-52-15 0,-5 1 67 16,-1-3 20-16,1-2-88 0,4-11-58 15,6-6-17-15,5-4-17 0,0-6-14 16,8 0-24-16,9-2 5 0,4-1-17 16,3 2-6-16,4-2-16 0,-1 0-9 15,-3 2 19-15,-2 1 27 0,-5 4-7 16,-2 2 28-16,-2 4 2 0,-7 4 47 0,-3 2 30 15,-3 5-1-15,-3-2-32 0,-8 4-4 16,-1-2 7-16,-3-1-10 0,-1-3-24 16,0-3-15-16,-1-4-45 0,4-2-79 15,3-8-40-15,4-3 0 0,2-3 21 16,1-9-80-16,3-10-44 0,0-7-301 16,2-5-400-16,3-7-563 0,1 8 64 15,8-18 1331-15</inkml:trace>
  <inkml:trace contextRef="#ctx0" brushRef="#br0" timeOffset="41255.299">15261 6292 2073 0,'0'0'1757'0,"0"0"-1184"16,0 0-277-16,0 0-90 0,39 76-28 15,-39-41-41-15,-1 0 54 0,-9 2 6 16,-2-1-115-16,2-2-48 0,2-7-31 16,3-4-3-16,5-7-28 0,0-2-20 15,12-5-40-15,5-1 12 0,9-1 16 0,4 0 35 16,6-3 25-16,4-3 31 0,-1 1-10 15,0 1-9-15,-1-2 21 0,-3 4 13 16,-1-2-26-16,-6 2-20 0,-4 0-2 16,-7 2-19-16,-4 2-55 0,-8 0-106 15,-2 3-41-15,-3 4 18 0,0 3 2 16,-3 1 43-16,1 1 42 0,2 0 115 0,0 0 3 16,5-5 124-16,4 0 52 15,0-4-7-15,1-5-77 0,2-1-92 0,-2-6-77 16,-1 0-83-16,0 0-195 15,-3-7-895-15,-1 1-1237 0,0-7 2485 0</inkml:trace>
  <inkml:trace contextRef="#ctx0" brushRef="#br0" timeOffset="41359.853">15980 6873 2602 0,'0'0'2686'0,"0"0"-2298"0,0 0-101 16,0 0-166-16,0 0-121 0,0 0-229 15,0 0-41-15,-101 11-302 0,41-10-1196 0</inkml:trace>
  <inkml:trace contextRef="#ctx0" brushRef="#br0" timeOffset="43158.128">7444 9410 453 0,'0'0'2229'16,"0"0"-1581"-16,0 0-375 0,0 0-178 0,0 0 9 15,0 0 47-15,0 0 63 0,0 0-9 16,0 0-1-16,0 0 12 0,18 68-78 16,-14-27-28-16,0 9-16 0,-2 10-14 0,-1 10-16 15,-1 7-19-15,2 13 7 16,1 9-7-16,1 10 4 0,2 10-28 16,0 6-19-16,1 1-1 0,1-4-1 0,-2-9 0 15,1-16-18-15,3-17-15 0,-2-21 2 16,-3-17 13-16,1-17-3 0,-3-14-10 0,0-5-93 15,-1-6-13-15,-2-10 23 0,1-15-14 16,3-11-103-16,-4-17-178 0,0 8-310 16,-2-41-843-16</inkml:trace>
  <inkml:trace contextRef="#ctx0" brushRef="#br0" timeOffset="43415.748">7408 9418 2365 0,'0'0'1097'0,"0"0"-989"0,0 0-79 16,64-67 63-16,-41 53 46 0,3 3 4 16,3 6 28-16,3 5 26 0,1 0-78 0,4 5-23 15,0 6-39-15,-2 3-40 16,-2 9-15-16,-5 0-1 0,-8 6 22 0,-1 5-19 16,-8 2 25-16,-4 5-25 15,-7 2 22-15,0-1-25 0,-10 1-17 0,-6-2-26 16,-2-4 9-16,-3-2-15 15,-2-1-32-15,-4-3-27 0,1-2-26 0,0-2-40 0,0-1-34 16,3-4-73-16,3-1-191 0,4-7-346 16,6-2-700-16,1 0 863 15</inkml:trace>
  <inkml:trace contextRef="#ctx0" brushRef="#br0" timeOffset="43692.163">8194 10168 737 0,'0'0'2083'0,"0"0"-1759"0,0 0-190 15,0 0-13-15,0 0 79 16,0 0 112-16,12 78-11 0,-12-55-52 0,2 1-104 15,-2 2-40-15,0 2-47 0,0-1-18 16,0 2-22-16,0-6-14 0,2-3-4 16,-2-3-25-16,1-6-15 0,-1-5-95 15,3-5-113-15,0-1-99 0,1-6-97 16,2-10-341-16,-1 3-986 0,-1-20 1001 0</inkml:trace>
  <inkml:trace contextRef="#ctx0" brushRef="#br0" timeOffset="44546.064">8729 9674 772 0,'0'0'1849'0,"0"0"-1134"0,0 0-470 15,0 0-242-15,0 0 26 0,0 0 59 16,0 0 44-16,0 0 7 0,0 0-89 15,0 0-50-15,0 0-35 0,34 38-78 0,-27-38-104 16,1 0-101-16,-1 0-204 0,4 0-691 16,-4 0-152-16,5 0 1126 0</inkml:trace>
  <inkml:trace contextRef="#ctx0" brushRef="#br0" timeOffset="44746.61">9262 9790 2343 0,'0'0'288'0,"0"0"-285"15,0 0-3-15,0 0-236 0,0 0 13 16,0 0-154-16,82-3-176 0,-68-2-72 16,-1-1 289-16,5-2 303 0,-1-1 33 15,3 0 42-15,0 0-22 0,-2 1 16 0,0 0-36 16,0 4-121-16,-1 0 105 0,-4 2-23 15,9 2-33-15</inkml:trace>
  <inkml:trace contextRef="#ctx0" brushRef="#br0" timeOffset="44887.482">9710 9755 696 0,'0'0'68'0,"0"0"1575"0,0 0-1272 16,0 0-198-16,0 0-54 0,0 0-42 0,0 0-55 16,0 0-22-16,0 0-179 0,0 0-210 15,78 21-239-15,-75-23-762 0,0-5 1161 0</inkml:trace>
  <inkml:trace contextRef="#ctx0" brushRef="#br0" timeOffset="45404.084">11151 9457 833 0,'0'0'2033'0,"0"0"-1490"0,0 0-320 0,16 72-97 0,-9-35 53 16,2 12 79-16,1 6-4 0,0 12-59 16,0 7-63-16,0 7-24 0,3 8-1 15,-3 6 30-15,-1 9-9 0,-2 1-85 16,-3 3-16-16,-1-8-27 0,-3-9-1 16,2-13-20-16,-2-19 9 0,1-16-40 15,-1-13 19-15,2-10 2 0,-2-10-48 16,0-8-37-16,0-2-74 0,-2-4-1 15,-4-12-41-15,-5-12-259 0,-2-10-131 0,1-9-152 16,-5-12-377-16</inkml:trace>
  <inkml:trace contextRef="#ctx0" brushRef="#br0" timeOffset="45615.491">11063 9531 2594 0,'0'0'1148'0,"0"0"-1038"0,55-78-94 16,-32 51 107-16,1 4 40 0,-2 5 21 15,-3 7 20-15,-3 9-93 0,1 2-46 16,-1 9-4-16,0 9 1 0,1 4-28 16,-5 4-13-16,-2 10-3 0,-4 6-6 15,-5 7-12-15,-1 5-1 0,-3 4-85 16,-9 2-65-16,-1 1-22 0,-7-2-50 16,0-5-37-16,1-5-60 0,-1-6-166 31,0-11-108-31,3-4-549 0,3-12-316 0,-4-1 1429 0</inkml:trace>
  <inkml:trace contextRef="#ctx0" brushRef="#br0" timeOffset="46016.147">11720 10103 3569 0,'0'0'476'0,"0"0"-366"0,0 0-44 15,0 0-13-15,97 16 43 0,-75-1 40 16,-4 7 40-16,-1 1-56 0,-2 4-53 15,-3 4-33-15,-1 2-15 0,-1 2-8 16,-5 1-10-16,-2-2-1 0,-2-2 0 0,-1-6-1 16,0-5 1-16,0-10 15 0,-4-5 19 15,1-6 12-15,-2-3-15 0,-2-12-31 16,1-6-34-16,-1-8-17 0,4-7 14 16,0-6 9-16,3-1-15 0,2 0-21 15,8 3-50-15,1-2 3 0,3 6-28 16,3-1-81-16,0 2-132 0,3 3-336 15,-1 2-759-15,-6 8-284 0,5 1 1731 0</inkml:trace>
  <inkml:trace contextRef="#ctx0" brushRef="#br0" timeOffset="46449.355">12970 9443 3283 0,'0'0'520'15,"0"0"-291"-15,85 0-124 0,-50 6 10 0,-1 2 18 16,-2-1-27-16,-6 0-69 0,-5-2-37 16,-2-1-13-16,-2-1-51 0,-2-1-110 15,-2 1-99-15,-6-3-111 0,0 5-318 16,-7-2-969-16,0 2 424 0</inkml:trace>
  <inkml:trace contextRef="#ctx0" brushRef="#br0" timeOffset="46613.924">13085 9701 473 0,'0'0'2574'0,"0"0"-2214"0,0 0-214 16,0 0 129-16,0 0 108 0,0 0-51 15,0 0-52-15,88 3-74 0,-56-10-87 0,2-2-55 16,2-3-36-16,5-1-28 16,0 1-43-16,4-2-42 0,4-2-144 15,0-1 20-15,6 5-197 0,1-1-669 0,-14 3-1113 16</inkml:trace>
  <inkml:trace contextRef="#ctx0" brushRef="#br0" timeOffset="47109.805">14514 9350 2353 0,'0'0'1687'0,"0"0"-1375"15,0 0-172-15,0 0-11 0,-77 24-39 16,70-5-17-16,1 6 4 0,5 8-25 15,1 4-24-15,11-1-16 0,8-4-11 0,8-4-1 16,2-9-21-16,4-7 18 0,0-11-13 16,4-1-60-16,1-13-1 0,-2-5-6 15,-1-5-10-15,-3-4 7 0,-5-1-13 16,-3 2 0-16,-5 2-42 0,-3 2 38 16,-3 4 18-16,-6 6 85 0,0 6 19 15,-5 4 6-15,-1 2 41 0,-1 4 16 16,0 8 11-16,-1 4 50 0,-4 9-25 15,1 8-38-15,2 6 6 0,-1 6-24 0,3 9 2 16,-2 7-2-16,2 7 5 0,-1 4 40 16,-1 9 0-16,1 0-25 0,-1 3-15 15,-1-5-24-15,-1-1-16 0,1-10-27 16,3-9-9-16,0-11-13 0,0-14-81 16,2-9-19-16,3-12-22 0,3-7-46 15,3-6-59-15,1-11-322 0,-1-9-699 16,-1 1-822-16,3-18 1782 0</inkml:trace>
  <inkml:trace contextRef="#ctx0" brushRef="#br0" timeOffset="47286.126">15271 10020 790 0,'0'0'2169'0,"0"0"-1820"0,0 0-114 15,3 71 27-15,-3-41 9 0,0 0-22 16,0 0-53-16,0 0-113 0,0-4-83 15,3-4-11-15,2 0-26 0,-1-7-146 16,4-4-85-16,-2-6-87 0,0-5-291 16,3-2-707-16,-5-7-106 0</inkml:trace>
  <inkml:trace contextRef="#ctx0" brushRef="#br0" timeOffset="47666.276">15926 9610 4204 0,'0'0'698'16,"0"0"-576"-16,0 0-122 0,0 0-30 0,0 0-4 0,0 0 34 15,0 0 8-15,0 0-8 16,82-25-184-16,-62 11-56 0,0-1-141 0,2-4-638 16,-8 8-983-16,1-2 884 0</inkml:trace>
  <inkml:trace contextRef="#ctx0" brushRef="#br0" timeOffset="47824.578">16342 9587 2406 0,'0'0'1495'15,"0"0"-1313"-15,0 0-69 0,0 0 14 0,0 0 35 0,0 0-27 16,0 0-39-16,0 0-41 16,0 0-55-16,85 6-43 0,-67-12-89 0,0-2-91 15,4-3-88-15,2-1-156 16,2 0-326-16,0 0-780 0,-5 5 359 0</inkml:trace>
  <inkml:trace contextRef="#ctx0" brushRef="#br0" timeOffset="47960.113">16969 9603 258 0,'0'0'3089'0,"0"0"-2677"0,0 0-264 16,0 0-132-16,0 0-16 0,0 0-82 15,91 0 41-15,-73-4-126 0,1-3-221 16,1 0-412-16,-3 2-1280 0,8-1 2064 0</inkml:trace>
  <inkml:trace contextRef="#ctx0" brushRef="#br0" timeOffset="48474.072">18682 9249 114 0,'0'0'3934'0,"0"0"-3386"0,0 0-391 16,0 0-127-16,0 0-30 0,0 0 0 15,0 0 13-15,0 0 82 0,-79 83-37 16,65-52-9-16,-2-1 12 0,6 1-12 0,0-4-22 15,7-6-24-15,2-5-3 0,1-3-15 16,0-5-24-16,8-4 2 0,2-3-33 16,3-1-19-16,3-3 6 0,2-9 40 15,2-6 9-15,1-6-30 0,-2-5 11 0,1-2-33 16,-1-3 5-16,-2 3 35 16,-3 0 30-16,-3 5 16 0,-3 4 22 0,1 6 9 15,-6 8 12-15,0 4 62 0,0 4-18 16,-2 4-26-16,2 10-30 0,0 11 55 15,0 10-19-15,-2 12-18 0,2 9 3 16,0 10 16-16,0 6 20 0,1 5 16 16,-3 7 41-16,1 1-66 0,-2 4-18 15,0-3-25-15,0-4-33 0,0-5-3 16,0-9-15-16,0-9-24 0,0-7-70 16,4-9-62-16,7-10-54 0,1-12-115 0,4-11-284 15,0-10-794-15,-4-6-831 0,9-26 1952 16</inkml:trace>
  <inkml:trace contextRef="#ctx0" brushRef="#br0" timeOffset="48750.288">19546 9593 2865 0,'0'0'1387'0,"0"0"-1053"16,0 0-57-16,0 0 41 0,-53 94-90 15,27-57 51-15,0 3-109 0,1-4-101 16,5-4-51-16,4-7-4 0,5-4-14 15,6-7-18-15,5-6 0 0,3 1-24 0,13-2 27 16,7 3 13-16,6-2-47 0,3 2 10 16,-1-3-25-16,0 4-2 0,-3-3 11 15,-5 3 25-15,-4 1 6 0,-6-1 21 16,-7 2-7-16,-6 2 10 0,-2 2 0 16,-13 1-2-16,-7-1-35 0,-10 0-11 15,-4-3-28-15,-8-3-46 0,-7-5-98 16,-4-1-324-16,9-5-768 0,-33 0-960 0</inkml:trace>
  <inkml:trace contextRef="#ctx0" brushRef="#br0" timeOffset="49503.333">14434 9363 729 0,'0'0'2305'16,"0"0"-2011"-16,0 0-281 0,0 0 9 15,0 0-3-15,0 0 108 0,0 0 114 16,0 0 67-16,0 0-136 0,0 0-57 15,80-55 0-15,-60 48-1 0,1 3-15 16,1-3-10-16,-1 5-6 0,2-2-19 16,-2-1-6-16,0 2-30 0,-1-1-10 0,-2 3-15 15,-1 1-1-15,-2 0-2 16,-3 0 0-16,-1 0-18 0,-3 1 0 0,-2 6 2 16,-2 3-14-16,-4 2-16 15,0 6-15-15,0 1-19 0,-8 3-3 0,-2 0-22 16,-2 2-44-16,-4-1-56 15,0 1-96-15,3-6-246 0,-14 6-889 0</inkml:trace>
  <inkml:trace contextRef="#ctx0" brushRef="#br0" timeOffset="50502.867">6639 8525 2316 0,'0'0'346'0,"0"0"-185"0,0 0-1 0,0 0 33 16,0 0 103-16,0 0-5 0,0 0-90 16,0 0-80-16,0 0-65 0,0 0 34 0,0 0 31 15,0 0 22-15,13 87-13 0,-13-46-26 16,0 7-21-16,0 2-21 0,0 8-10 16,0 5 3-16,0 9-16 0,0 10-29 15,-3 14-7-15,0 10-3 0,-1 10 2 16,-2 12 16-16,0 8-17 0,1 5-1 15,-3 3-24-15,-1 1 5 0,0 2 19 16,-2-6 39-16,3-3 4 0,-5-5-16 16,4-8-5-16,-1-7-22 0,-1-7 0 15,-1-5-22-15,2-6-54 0,-3-6 18 0,1-5 9 16,3-14 6-16,1-9 0 16,4-15 15-16,1-14-18 0,3-13-30 0,0-9-35 15,0-9-19-15,0-6-19 0,0-2-50 16,-3-12-198-16,2-6-291 0,-5-7-492 0,-1 2-413 15,-11-25 1571-15</inkml:trace>
  <inkml:trace contextRef="#ctx0" brushRef="#br0" timeOffset="51029.459">4339 9457 362 0,'0'0'2298'0,"0"0"-1321"0,0 0-684 15,0 0-205-15,0 0 10 0,0 0 82 16,0 0 127-16,0 0-43 0,0 0-40 16,0 0-78-16,26 93-46 0,-16-42-2 0,3 10 44 15,0 8-36-15,0 7-57 0,0 10-25 16,-3 0-23-16,-1 3 1 16,-1 0 0-16,-4 1-2 0,-1-5-1 15,-1-3-11-15,-2-9-9 0,0-7-58 0,0-11 12 16,0-13-30-16,0-11-24 0,0-12-31 15,0-10-44-15,0-9-80 0,-5-4-175 16,-1-13-240-16,-2-9-654 0,1 2-595 16,-12-30 1682-16</inkml:trace>
  <inkml:trace contextRef="#ctx0" brushRef="#br0" timeOffset="51283.249">4258 9621 1429 0,'0'0'1817'0,"0"0"-1585"0,48-68-165 0,-25 45 88 15,1 0 72-15,4 4-20 0,-4 7-48 16,1 5-25-16,-1 5-7 0,2 2-44 0,0 0-28 16,0 4-21-16,-3 3-3 0,0 3 6 15,-7 5-4-15,1 1-2 0,-4 5-12 16,-5 4 2-16,-3 4 7 0,-5 6-10 16,-4 6-6-16,-9 4-12 0,-7 3 0 15,-5 2-3-15,-5 0-58 0,-4 0-10 16,-1-1-2-16,3-4-41 0,0-1-22 15,5-4-25-15,4-3 8 0,6-3-29 16,5-9-98-16,9-1-282 0,3-9-643 16,0-6-528-16,12-2 1658 0</inkml:trace>
  <inkml:trace contextRef="#ctx0" brushRef="#br0" timeOffset="51478.871">5163 10140 2081 0,'0'0'1727'0,"0"0"-1362"16,1 84-256-16,-1-49-28 0,-1 11 30 15,-2-1 90-15,-2 0-4 0,2-3-97 0,0-3-66 16,3-4-34-16,0-4-24 0,0-7-22 16,0-5-129-16,0-4-87 0,3-8-49 15,0-6-188-15,-2-1-663 0,-1-5-1228 16,0-10 2370-16</inkml:trace>
  <inkml:trace contextRef="#ctx0" brushRef="#br0" timeOffset="53800.131">5522 13458 1899 0,'0'0'1488'16,"0"0"-1247"-16,0 0-199 0,0 0 21 15,0 0 122-15,0 0 76 0,0 0-43 16,0 0-82-16,0 0-136 0,0 0 46 16,0 0-46-16,49 26 96 0,4-21-19 0,6-3 3 15,3 1-53-15,-4-3-27 16,-3 0-8-16,-6-5 7 0,-6-2-9 0,-4-3 9 15,-5-1-17-15,-3 1-101 0,-8-1-14 16,-3 2-71-16,-5 1-134 0,-7 3-268 0,-4 3-636 16,-7 0-740-16</inkml:trace>
  <inkml:trace contextRef="#ctx0" brushRef="#br0" timeOffset="54016.011">5577 13699 1729 0,'0'0'1177'0,"0"0"-946"0,0 0-135 16,0 0 44-16,0 0 60 0,0 0 18 16,0 0 40-16,43 71-42 0,3-61-33 15,6 0-31-15,5-1-57 0,0-2-12 0,-2-1-83 16,-4-3 0-16,-4-3-1 0,-4 0-32 16,-6-7-32-16,-6-4-58 15,-4-2-54-15,-7-5-78 0,-4-1-208 0,-4 0-611 16,-11-10-1050-16</inkml:trace>
  <inkml:trace contextRef="#ctx0" brushRef="#br0" timeOffset="54283.002">5780 13031 699 0,'0'0'2308'15,"0"0"-1839"-15,0 0-377 0,0 0 35 16,78 19 37-16,-39-3 112 0,4 1-20 15,3 3-49-15,5 2-56 0,0 4-53 16,-3 1-46-16,1 5-21 0,-4-1-19 16,-5 5-12-16,-7-3-25 0,-1 0 6 0,-9 0 17 15,-3 2 4-15,-4 5-5 0,-6 3-34 16,-6 7 36-16,-4 4-26 0,0 5-1 16,-8-1 28-16,-8-3 1 0,0-4 27 15,-6-4-18-15,-2-6-10 0,-2-4-89 16,-2-5 3-16,-2-3-25 0,-4-5-35 15,-1-3-43-15,-1-5-53 0,-1-4-187 16,-1-6-364-16,9-3-804 0,-8-6 438 0</inkml:trace>
  <inkml:trace contextRef="#ctx0" brushRef="#br0" timeOffset="54714.878">8066 12897 1497 0,'0'0'384'0,"0"0"586"15,0 0-618-15,0 0-24 0,0 0 23 16,0 0-34-16,85 94-38 0,-62-40-100 15,4 9-56-15,-2 8-6 0,-1 10 8 16,-1 5-27-16,-4 7-34 0,1 5-39 16,-4 4-25-16,-2-1-3 0,-6-2-25 15,-5-9 1-15,-3-10-40 0,0-16-7 16,-3-17 7-16,-5-18-19 0,-2-13-46 0,-6-13-96 16,-4-7-179-16,-4-20-734 15,2 4-1183-15,-18-36 1926 0</inkml:trace>
  <inkml:trace contextRef="#ctx0" brushRef="#br0" timeOffset="54956.893">8149 13019 2334 0,'0'0'1257'0,"0"0"-1146"0,0 0-89 16,65-66 133-16,-42 49 121 0,2 3 7 16,-2 7-64-16,1 2-65 0,1 3-59 15,-2 0-37-15,4 2-18 0,-1 5-15 16,-3 8-23-16,-1 4 25 0,-6 10-15 15,-1 4-11-15,-7 5 12 0,-4 2-1 0,-4 4-12 16,-4 1 15-16,-9-1-14 0,-5 1-1 16,-3 0-2-16,-5-1-16 15,3-4-37-15,-2-4-46 0,2-3-16 0,5-8-15 16,3-5-34-16,8-3-67 0,5-6-168 16,2-4-623-16,3 2-785 0</inkml:trace>
  <inkml:trace contextRef="#ctx0" brushRef="#br0" timeOffset="55129.48">8961 13553 1099 0,'0'0'2600'0,"0"0"-2228"0,4 78-238 0,-4-43 28 16,-1 8 30-16,-4 1 11 0,1-1-53 15,-1-2-95-15,0-4-55 0,2-3-26 16,3-8-32-16,0-3-145 0,0-9-87 0,8-8-148 15,-3-3-533-15,2-11-749 0</inkml:trace>
  <inkml:trace contextRef="#ctx0" brushRef="#br0" timeOffset="55451.563">9449 12447 3735 0,'0'0'735'0,"0"0"-574"15,0 0-146-15,0 0 10 0,0 0 21 16,0 0 123-16,33 86 54 0,-24-45-98 16,5 7-52-16,1 8-30 0,2 11-7 15,6 10-18-15,3 15-3 0,3 9-14 16,1 14-1-16,1 6-18 0,0 5 3 0,-2 3 3 15,-2-2-43-15,-2-7-9 0,-5-5-6 16,0-10-9-16,-3-8-4 0,-3-11 7 16,-6-12 0-16,1-13-26 0,-5-12 1 15,-1-12-29-15,1-15-15 0,-4-7-185 16,0-11-245-16,-4-4-560 0,0 0-716 16,-12-10 1724-16</inkml:trace>
  <inkml:trace contextRef="#ctx0" brushRef="#br0" timeOffset="56748.994">10475 12877 810 0,'0'0'1721'0,"0"0"-1328"0,0 0-201 0,0 0-39 15,0 0 26-15,0 0 74 16,0 0 27-16,0 0-16 0,0 0-115 0,-86-18-50 15,76 18-13-15,-2 2-18 0,-1 2-6 16,2 5-16-16,-4 3 0 0,2 3-9 0,2 6-10 16,-2 4-2-16,4 7 2 0,3 4 4 15,5 3 0-15,1 3-10 0,4-2 3 16,6 1-11-16,6-6-13 16,0-4-1-16,4-8-30 0,-1-9 1 0,1-5 8 15,0-9 4-15,-1-3 2 0,3-12-72 16,-1-9 14-16,-2-5-9 0,1-7-4 15,-3-5 1-15,-4-3-22 0,1 1-51 16,-3-1-12-16,-2 3-3 0,-1 4 39 16,1 3 59-16,-2 7 63 0,-3 8 13 15,1 6 41-15,-2 7 41 0,-2 4 41 16,-1 2 44-16,0 2 14 0,0 8-57 16,0 5-12-16,0 5-23 0,2 7-18 0,-2 4 3 15,1 2 9-15,1 4-9 0,2 2-7 16,-2 3-12-16,4 6-6 0,-1 6-15 15,2 3-7-15,4 6-12 0,1 4 4 16,0 4-4-16,2 4-15 0,-2 1 0 16,0-1-37-16,-3-1 22 0,1-5 3 15,-1-3 11-15,1-3-30 0,-1-8-24 0,-1-8-6 16,4-8-15-16,-2-6-16 0,-1-12 15 16,0-5-22-16,-1-7-24 0,-2-6-23 15,-2-3-69-15,3-3-134 0,-1-7-79 16,-2-5-190-16,-1-3-445 0,-3 5-214 15,0-10 1062-15</inkml:trace>
  <inkml:trace contextRef="#ctx0" brushRef="#br0" timeOffset="57143.212">11153 13673 225 0,'0'0'3182'15,"0"0"-2623"-15,0 0-382 0,0 0-174 16,0 0-6-16,0 0 18 0,0 0 54 0,0 0 40 16,0 0 6-16,0 0-75 0,0 0-37 15,85 7 12-15,-69 7 1 0,-1 6 52 16,-3 2-4-16,1 4-27 0,-3 1-6 16,-3 0-6-16,-1-2-4 0,0 0-18 15,-4-5 16-15,1-4-18 0,-3-7 11 0,0-2 6 16,0-7 1-16,0 0-19 0,-5-7-74 15,-4-8-129-15,-1-9-95 0,0-7-169 16,-2 5-650-16,-4-23-686 0</inkml:trace>
  <inkml:trace contextRef="#ctx0" brushRef="#br0" timeOffset="57291.212">11098 13297 2232 0,'0'0'1222'16,"0"0"-972"-16,0 0-202 0,0 0 84 0,0 0 76 15,0 0 100-15,0 0-33 0,0 0-100 16,92-17-117-16,-67 6-58 0,1-5-29 16,2-3-202-16,-2-1-221 0,-5 3-783 15,6-6-1558-15</inkml:trace>
  <inkml:trace contextRef="#ctx0" brushRef="#br0" timeOffset="61143.64">11849 13472 1967 0,'0'0'1539'15,"0"0"-1217"-15,0 0-118 0,0 0 0 16,0 0 82-16,0 0-12 0,0 0-51 16,0 0-82-16,0 0-44 0,0 0-33 0,0 0-9 15,82-56-22-15,-62 37-19 0,-1 2-14 16,-3 3-2-16,-1 5-19 0,-6 4-12 16,1 5-1-16,-3 0-2 0,-1 9 36 15,-2 6 27-15,-1 8-9 0,-3 8-18 16,0 5 0-16,-6 8-1 0,-3 5-2 15,-2 6-18-15,0 8 6 0,-3 7 12 16,-1 10-9-16,-2 3 9 0,-4 6-25 0,0-2-14 16,-5-1-7-16,2-6-21 0,-1-9 27 15,3-10 32-15,4-12 10 16,3-11 1-16,2-8-19 0,6-11-14 0,3-7 30 16,4-8-16-16,0-4-42 0,0-2-74 15,6-3 40-15,5 0 71 0,1 1 23 16,1 4-16-16,2 0-11 0,-3 14 6 15,1 8 22-15,-5 9 2 0,1 9 17 16,-3 5 3-16,1 6 24 0,-3 5 28 0,-1 1 9 16,-1 2-22-16,-2 0-6 0,0 2-3 15,-5 1 0-15,-6 0-3 0,-1 1-3 16,1 3-7-16,-2-1 1 0,1-4-10 16,-2 0-5-16,2-5-7 0,2-3-3 15,0-6 0-15,2-6-14 0,0-9-1 16,-1-7-2-16,1-7-34 0,1-8-83 15,-2-6-89-15,-4-4-37 0,0-6-120 16,1-2-360-16,-12-15-989 0</inkml:trace>
  <inkml:trace contextRef="#ctx0" brushRef="#br0" timeOffset="62200.12">7945 15408 1094 0,'0'0'2082'0,"0"0"-1719"0,0 0-186 15,0 0 93-15,0 0 121 0,0 0-23 16,0 0-74-16,0 0-93 0,0 0-70 0,-84-57-22 16,64 55-36-16,-2 2 0 0,1 0-28 15,-2 6-12-15,2 7-31 0,0 6-2 16,1 7-27-16,4 7-3 0,4 7 0 0,5 3 28 16,6 4-1-16,1 0-13 0,4-4-8 15,7-7-6-15,1-9-3 16,5-9 5-16,-1-9-5 0,4-9 8 0,3-2-38 15,1-13-1-15,0-8 3 16,3-4-18-16,-5-4 0 0,-3-1-7 0,-2-1-3 16,-4 2 16-16,1 3 33 0,-5 6 23 15,-2 6 17-15,0 4 16 0,-4 8-15 16,-1 4 0-16,-1 0 82 0,-1 7-1 16,3 8-11-16,0 4-10 0,0 8-13 15,1 7-17-15,1 5 18 0,-1 6 18 16,4 7-3-16,-3 9-4 0,-1 5 22 15,-1 6 0-15,0 4-33 0,-3-1-7 0,0-2-12 16,0-4-30-16,0-5-30 0,0-8 0 16,0-9-10-16,0-9-90 0,0-10-1 0,3-10-18 15,1-8-58-15,3-9-70 16,3-2-212-16,-4-8-543 0,4-17-814 0</inkml:trace>
  <inkml:trace contextRef="#ctx0" brushRef="#br0" timeOffset="62358.322">8373 16083 2843 0,'0'0'795'0,"0"0"-565"0,0 0-79 15,11 81 177-15,-9-50 52 0,-2 0-58 16,0-1-115-16,0-5-97 0,-2-2-53 16,-1-9-53-16,2-5-4 0,-2-6-110 0,3-3-103 15,-4-4-69-15,-1-11-103 0,-1 1-646 16,-8-21-995-16</inkml:trace>
  <inkml:trace contextRef="#ctx0" brushRef="#br0" timeOffset="62502.58">8263 15765 2066 0,'0'0'1680'0,"0"0"-1271"16,0 0-290-16,0 0 20 0,0 0 118 0,0 0 10 15,0 0-105-15,0 0-113 0,0 0-49 16,91 5-88-16,-62-9-126 0,1-4-82 15,-7 1-135-15,15-4-881 0</inkml:trace>
  <inkml:trace contextRef="#ctx0" brushRef="#br0" timeOffset="62809.189">9059 15762 2704 0,'0'0'1748'0,"0"0"-1425"0,4 69-283 16,-1-35-15-16,0 5 125 0,-3 2 146 0,2-2-123 15,0-5-118-15,-1-6-55 0,-1-8-19 16,0-6-11-16,2-7-104 0,-2-7-100 16,0 0-85-16,0-14-153 0,-5 0-499 15,-10-20-993-15</inkml:trace>
  <inkml:trace contextRef="#ctx0" brushRef="#br0" timeOffset="62945.172">9004 15472 2005 0,'0'0'1663'0,"0"0"-1200"0,0 0-276 0,0 0-91 16,0 0 22-16,0 0-7 0,92 10-65 15,-69-10-46-15,5 0-123 0,3-3-140 0,-1-4-176 16,2 0-658-16,-9 3-1511 16,9 1 2494-16</inkml:trace>
  <inkml:trace contextRef="#ctx0" brushRef="#br0" timeOffset="63219.364">9490 15572 1512 0,'0'0'2208'0,"0"0"-1708"0,-35 71-333 0,22-43 16 16,-3 5 210-16,2 0-18 0,-1-2-86 15,7-1-99-15,2-7-123 0,4-4-55 16,2-5-12-16,0-4-42 0,9-2 5 16,6-1 19-16,3-5-18 0,5 1 3 0,-1 0-19 15,4-3 7-15,-3 1 8 0,1 2 16 16,-1 2 19-16,-4 1 1 0,0 4 1 15,-5 2 1-15,2 1 20 0,-6 2 10 0,-1-1 5 16,-4 1-12-16,-3 0 0 0,-2 0-2 16,0 1-1-16,-5-3-20 0,-4 1-1 15,-4-3-73-15,-3-2-33 0,1-4-70 16,-5-3-49-16,0-2-59 0,1-2-296 16,4-4-681-16,-9-11-880 0</inkml:trace>
  <inkml:trace contextRef="#ctx0" brushRef="#br0" timeOffset="63749.464">10017 15580 691 0,'0'0'3359'0,"0"0"-2808"16,6 70-397-16,-6-36-41 0,4 6 95 0,-3 2 109 15,-1-2-65-15,0 2-104 0,0-9-87 16,0-2-42-16,0-7-19 0,0-4-25 16,0-7-105-16,0-3-33 0,-1-9-34 15,-3-1-74-15,0-13-186 0,-1 0-925 16,-5-17-1230-16</inkml:trace>
  <inkml:trace contextRef="#ctx0" brushRef="#br0" timeOffset="63904.1">9974 15371 2992 0,'0'0'1463'0,"0"0"-1238"0,0 0-167 15,0 0 31-15,0 0 68 0,0 0 96 16,0 0-150-16,0 0-103 0,0 0-137 15,0 0-104-15,88 28-93 0,-78-28-747 16,-1 5-1694-16</inkml:trace>
  <inkml:trace contextRef="#ctx0" brushRef="#br0" timeOffset="64149.329">10294 15514 238 0,'0'0'3364'0,"0"0"-2775"0,0 0-350 15,0 0 33-15,0 0 40 0,0 0 8 16,70 82-92-16,-60-55-110 0,-2 2-45 16,-1 3-4-16,-3 4 4 0,2 0 60 15,-5 2-58-15,1-2-27 0,-2-2-33 0,0-5-14 16,0-5-1-16,0-8 0 0,0-2-2 16,0-9-1-16,0-3-9 0,0-2 0 15,0-5-42-15,4-6 18 0,3-4 3 16,2-8 32-16,2-8-30 0,0-8-38 15,-3-5-79-15,1-5-61 0,-3-4-40 16,-2-2-151-16,0 12-388 0,-4-19-885 0</inkml:trace>
  <inkml:trace contextRef="#ctx0" brushRef="#br0" timeOffset="64482.951">10619 15404 2689 0,'0'0'1403'16,"0"0"-1176"-16,0 0-87 0,0 70 159 15,2-53 38-15,-1 1 4 0,4-4-141 16,-1-1-128-16,3-4-50 0,2 0-21 16,-1-3-1-16,3 0-16 0,-2 0 13 15,0-1-33-15,0 0-9 0,-2 0 8 0,0 1 25 16,-1 3 0-16,-2 1-9 0,-1 5-25 16,-3 1 1-16,0 4 18 0,0 2-10 15,-1 1-30-15,-5 2-12 0,-1-2-12 16,-2 4-1-16,1-4-9 0,0 0 22 0,-1-9 60 15,4-3 19-15,4-7 46 0,1-4 40 16,0 0-16-16,0-8-9 0,1-4 12 16,6-4-12-16,3-7-48 0,3-2 35 15,3-3 40-15,2-2-45 0,2 1-22 16,0 0-6-16,0 0 0 0,2-2-15 16,-2 1-2-16,-1 0-125 0,-2 1-74 15,-3 3-22-15,-4 1-65 0,-3 4-344 16,-2 7-869-16,-4 3-966 0</inkml:trace>
  <inkml:trace contextRef="#ctx0" brushRef="#br0" timeOffset="64721.298">11242 15912 1744 0,'0'0'3142'0,"0"0"-2645"0,0 0-497 16,0 0-30-16,0 0-77 0,0 0 65 16,0 0 41-16,0 0-110 0,0 0-171 15,0 0-503-15,-12 9-1637 0</inkml:trace>
  <inkml:trace contextRef="#ctx0" brushRef="#br0" timeOffset="65931.8">12925 14252 1774 0,'0'0'1309'0,"0"0"-512"0,0 0-412 15,0 0-158-15,0 0-14 0,0 0 41 16,0 0 152-16,89 19-103 0,-47-11-91 16,5 2-110-16,2-4-26 0,-1-1-49 15,0-3-27-15,2-2 0 0,-3 0-3 16,-1-9-27-16,-3-3-40 0,0-4-20 15,-5-1-43-15,-7 2-37 0,-5 0-36 16,-7 3-50-16,-8 4-200 0,-5 4-653 16,-9 4-804-16</inkml:trace>
  <inkml:trace contextRef="#ctx0" brushRef="#br0" timeOffset="66095.156">13017 14458 359 0,'0'0'2072'15,"0"0"-1406"-15,0 0-106 0,0 0-135 0,0 0-151 16,0 0 8-16,25 67-24 16,9-49-50-16,5 0-10 0,3-3-28 0,4-5-73 15,-1-5-70-15,2-5-27 0,0 0 0 16,-1-5-15-16,-3-7-82 0,-1-4-30 16,0-5-56-16,-3-4-46 0,-3 0-109 15,-10 3-360-15,-2-10-774 0</inkml:trace>
  <inkml:trace contextRef="#ctx0" brushRef="#br0" timeOffset="66371.951">13383 14024 957 0,'0'0'1048'0,"0"0"-76"0,0 0-426 16,90 9-105-16,-50-3-112 0,2-1-75 0,-3 3-84 0,0 2-69 15,-5 1-52-15,0 5-27 0,-3 1-7 16,1 4-15-16,-3 5 0 0,-5 5-20 16,-3 4-69-16,-6 5 15 0,-9 3-6 15,-4 7 18-15,-2 0-9 0,-8 3 19 16,-6 0 52-16,-2-2 0 0,-3-2 28 16,-1-3 9-16,-4-7-7 0,-1-2-8 15,-1-6-22-15,0-8 0 0,3-5-55 16,0-5-116-16,2-6-65 0,1-5-79 15,6-2-234-15,-3-4-886 0</inkml:trace>
  <inkml:trace contextRef="#ctx0" brushRef="#br0" timeOffset="67499.804">15372 13875 457 0,'0'0'2660'15,"0"0"-2167"-15,0 0-322 0,0 0 21 16,0 0 130-16,15 75 10 0,-10-35 18 15,-2 11-115-15,3 7-114 0,0 9-51 0,0 8-9 16,-1 7-9-16,0 6 2 0,-4 4-24 16,-1 2-30-16,0-2-12 0,0-6-3 15,0-7-24-15,0-12-61 0,0-17 15 16,0-13-28-16,0-14-18 0,0-13-4 16,0-10-12-16,2-1-22 0,-1-12-34 15,2-9-228-15,-2-10-245 0,2-8-616 0,-1 5-392 16,1-27 1323-16</inkml:trace>
  <inkml:trace contextRef="#ctx0" brushRef="#br0" timeOffset="67689.744">15473 13966 1433 0,'0'0'1301'0,"0"0"-868"0,0 0-70 16,0 0-63-16,0 0 18 0,98-57-82 0,-73 57-44 16,-1 1-38-16,-1 11-40 0,-3 2-16 15,-1 8 0-15,-5 3-31 16,-3 6-21-16,-5 2-1 0,-6 6-30 0,0 3-15 15,-9 4-19-15,-8 2-57 0,-2 1 33 16,-6-1-21-16,2-1-18 0,-3-5-7 16,4-3-25-16,1-6-43 0,2-3-66 15,3-7-90-15,2-4-156 0,4-5-288 16,3-4-885-16,4-3 477 0</inkml:trace>
  <inkml:trace contextRef="#ctx0" brushRef="#br0" timeOffset="68029">15969 14746 290 0,'0'0'2861'0,"0"0"-2346"15,0 0-335-15,0 0-10 0,0 0 127 0,0 0-15 16,0 0-36-16,14 90-93 0,-14-62-83 16,0 1-42-16,0 0-7 0,0 1-18 15,0-5-3-15,0-3-30 0,2-5-19 16,2-2-46-16,2-6-86 0,1-3-44 15,-1-5-54-15,1-1-217 0,0-7-171 16,-1 0-721-16,4-14-318 0</inkml:trace>
  <inkml:trace contextRef="#ctx0" brushRef="#br0" timeOffset="69200.745">17486 14030 1603 0,'0'0'1922'0,"0"0"-1616"0,0 0-174 15,0 0-63-15,-80-54 70 0,58 49 162 16,3 3-29-16,-1 2 0 0,3 9-146 16,-2 9-50-16,1 9-25 0,0 11-2 15,3 9 21-15,1 3 45 0,6 1 43 0,-1-3-91 16,6-8-49-16,3-4-18 0,0-12-34 15,5-8-38-15,10-8-10 16,5-8 0-16,4-4 9 0,5-12-36 16,2-9-37-16,2-3-22 0,-2-6-35 0,-2 1-15 15,-4 2 16-15,-3 3 38 0,-5 4 98 16,-4 5 46-16,-3 4 20 0,-4 6 38 0,0 6 52 16,-5 3 7-16,1 2 61 0,-2 6-50 15,1 9 43-15,0 6-25 0,2 6-56 16,-1 8-12-16,1 4-6 0,1 6 15 15,-1 5 3-15,1 2 6 0,-2 3-24 16,-1 1 6-16,-1 0-26 0,0 1-32 16,0-5-27-16,0-4-64 0,0-7-98 15,0-4-31-15,-3-11-29 0,3-5-141 16,-1-7-743-16,1-8-984 0</inkml:trace>
  <inkml:trace contextRef="#ctx0" brushRef="#br0" timeOffset="69389.839">17891 14652 1683 0,'0'0'1738'0,"0"0"-1475"0,0 0-121 0,0 0 81 15,0 0 49-15,0 0-30 0,0 0 41 0,0 0-93 16,76 56-90-16,-70-35-48 0,-1 2-9 16,-2 0 3-16,0-1-25 0,-2-4-21 15,1-4-1-15,-2-6-51 0,0-5-30 16,0-3-25-16,0 0-83 0,0-11-56 15,0-6-175-15,-2-4-706 0,-2 4-1161 16,-4-14 1724-16</inkml:trace>
  <inkml:trace contextRef="#ctx0" brushRef="#br0" timeOffset="69528.664">17891 14331 2981 0,'0'0'1268'0,"0"0"-1085"16,0 0-56-16,0 0-10 0,0 0-16 15,0 0 89-15,97-40-31 0,-71 32-159 0,-2 1-91 16,2-3-121-16,-4 4-83 0,-3 3-201 16,-8-2-555-16,-2 5-679 0</inkml:trace>
  <inkml:trace contextRef="#ctx0" brushRef="#br0" timeOffset="70435.537">19657 14427 342 0,'0'0'2099'16,"0"0"-1647"-16,0 0-123 0,0 0-102 16,0 0 45-16,0 0 33 0,0 0-32 15,-77-49-23-15,72 52-12 0,-2 6-67 16,-4 9-42-16,-2 8-47 0,-4 15-3 16,-3 11 3-16,3 8 16 0,0 3 93 0,3-4-79 15,4-6-55-15,3-11-31 0,7-12-26 16,0-12-33-16,5-8-3 0,10-8-4 15,4-4-38-15,4-12 11 0,6-9-6 16,1-6 0-16,3-8 0 16,-4-4 0-16,0 0-9 0,-2 3 43 0,-4 1 8 0,-2 7 19 15,-6 4 12-15,-1 4 0 0,-5 7 37 16,-4 5 14-16,-2 5 1 0,-3 5 33 16,1 0 16-16,-1 3-7 0,3 6-28 15,1 7-23-15,2 3 29 0,1 6-11 16,0 5-25-16,1 1-9 0,-2-1 4 15,2-2-16-15,-2-2-15 0,0-7-21 16,2-3-13-16,-2-6-72 0,4-5-24 16,0-4-18-16,-1-1-35 0,2-4-76 15,1-8-125-15,-2-4-377 0,2-2-765 16,-7 5-617-16,-2-6 1963 0</inkml:trace>
  <inkml:trace contextRef="#ctx0" brushRef="#br0" timeOffset="70846.71">20143 14459 1186 0,'0'0'1254'0,"0"0"-623"0,0 0-248 0,0 0-174 16,0 0 40-16,0 0 21 0,0 0-37 15,0 0-7-15,0 0-81 0,21 78-66 16,-14-54-11-16,-1-1-1 0,2-2-24 16,0-2-25-16,-2-3-18 0,1-2-15 0,0-6 15 15,-1 1-2-15,0-6 0 16,-1 0-13-16,1-3-16 0,2 0-12 15,1-3 19-15,2-5 11 0,0-1 13 0,3-5 2 16,1 1-2-16,4-5-16 16,2-3-33-16,1-1-25 0,2-4-24 15,-1 1-1-15,0-2-37 0,-1 2-31 0,-2 2-68 16,0 1-111-16,-5 5-153 0,-3 4-305 16,-4 8-596-16,-5 5 405 0</inkml:trace>
  <inkml:trace contextRef="#ctx0" brushRef="#br0" timeOffset="71105.299">20531 14522 463 0,'0'0'189'15,"0"0"1273"-15,0 0-770 0,0 90-164 16,8-66-138-16,4-2-94 0,5-4-33 16,0-7-37-16,6-5-62 0,4-6-44 0,1 0-28 15,3-13-43-15,3-6-49 0,0-6-52 16,-1-3-28-16,-1-3-12 0,-6 0 12 16,-4 3 24-16,-6 3 56 0,-7 7 3 15,-4 4 40-15,-5 4 31 0,-2 3 40 0,-12 3 6 16,-2 4-10-16,-5 0 12 0,-4 7 24 15,-1 7-55-15,1 8-18 0,-2 4-3 16,4 6-13-16,2 1 1 0,3 2-16 16,4-1-5-16,4-5-10 0,4-4-27 15,4-4-9-15,2-4-15 0,2-5-58 16,8-1-6-16,4-4 21 0,2-2-27 16,4-4-70-16,-1-1-71 0,0-1-90 15,-3-8-224-15,-5 2-830 0,-2-4-1192 0</inkml:trace>
  <inkml:trace contextRef="#ctx0" brushRef="#br0" timeOffset="71735.385">16346 14277 1170 0,'0'0'23'16,"0"0"1548"-16,0 0-1014 0,0 0-91 16,0 0-110-16,0 0 4 0,0 0-64 15,0 0-70-15,96 17-30 0,-68-17-59 16,1 0-43-16,1 0-36 0,-2-3-31 0,1-4-27 16,-2-1-26-16,4-3-87 0,0-1-109 15,5 0-59-15,-3-2-94 0,-7 5-410 16,7-3-1161-16</inkml:trace>
  <inkml:trace contextRef="#ctx0" brushRef="#br0" timeOffset="72567.48">22096 14451 954 0,'0'0'2308'0,"0"0"-1946"16,0 0-144-16,0 0 6 0,-40-74 84 16,36 68 16-16,1 6 17 0,2 0-73 0,-1 1-113 0,-1 4-52 15,-3 4 3-15,-3 7-3 16,-3 7-55-16,-4 7-5 0,2 4-13 0,-2 2 6 15,4-2-3-15,2-4-18 0,3-7-14 16,1-6-1-16,5-7-3 0,1-4-15 16,0-6-3-16,0 0-6 0,6-2-37 15,5-8-47-15,7-2 32 0,3-7 6 16,4-2 13-16,-3-2-31 0,-3 1 24 16,1 2 12-16,-5 3 22 0,-1 5 20 15,-2 2 11-15,-3 4-10 0,-1 6 12 16,-1 0 61-16,-1 6 55 0,2 6-28 15,1 4-19-15,-1 3-2 0,-1 0-28 16,0 4-5-16,0-2-13 0,0-3-10 16,2-1-11-16,1-4-24 0,0-5-16 0,3-1-102 15,3-3-58-15,0-4-1 0,4-7-81 16,2-5-195-16,-6-1-682 0,8-14-997 0</inkml:trace>
  <inkml:trace contextRef="#ctx0" brushRef="#br0" timeOffset="72885.738">22780 14174 1922 0,'0'0'1791'0,"0"0"-1329"0,0 0-266 15,0 0 39-15,-49 67 121 0,30-42 4 16,0 0-75-16,1-2-127 0,3-2-101 16,5-3-54-16,2-5 11 0,5 1-14 15,1-3-18-15,2 0-6 0,8-4 23 16,4 0-20-16,7 0-12 0,4-2-22 0,4 0-24 15,2-3 16-15,-1 0 11 0,-3 1 19 16,-1 3 18-16,-3 1 15 0,-2 5 34 16,-6 0 30-16,-4 4-16 0,-4 0 19 15,-5 0-25-15,0 2-14 0,-12-1-4 16,-2 2-10-16,-4-3-14 0,-2-2-21 16,1-2-22-16,0-4-44 0,3-6-1 15,3-2-12-15,3-4-31 0,4-9-76 0,5-8-35 16,1-6-152-16,4-6-326 0,7-6-557 15,-3 9-741-15,15-18 1705 0</inkml:trace>
  <inkml:trace contextRef="#ctx0" brushRef="#br0" timeOffset="73164.074">23215 14128 2016 0,'0'0'1593'0,"0"0"-1205"0,0 0-181 0,0 0 103 0,0 0-32 15,0 0-58-15,-65 73 36 0,42-46-85 16,0 2-50-16,3-2-30 0,1 1-31 15,4-3-49-15,4-3-11 0,7-3-25 16,2-3 1-16,2-2-6 0,6-2-25 16,6-2-11-16,2 0 32 0,5 1 13 15,-2-3 6-15,3 1-13 0,1 0 7 0,-1 1 20 16,-2-3 0-16,-4 2 2 0,-4-1 0 16,0-1 20-16,-5 3 37 0,-2-1 6 15,-3 0 6-15,0 1-16 0,0-1-27 16,-4 2-2-16,-3-4-10 0,-2 0-15 0,1-2-32 15,0-4-55-15,-1-1-53 0,1 0-27 16,2-9-49-16,2-6-63 0,2-4-165 16,2-5-607-16,0 4-518 0</inkml:trace>
  <inkml:trace contextRef="#ctx0" brushRef="#br0" timeOffset="73855.198">23546 14253 1927 0,'0'0'376'16,"0"0"-282"-16,0 0-26 0,0 0 48 0,0 0 33 15,0 0 15-15,0 0-78 0,0 0-70 16,0 0-14-16,0 0-1 0,0 0 16 16,42 47-5-16,-39-45 40 0,-1 3 37 15,-2-3 29-15,1 3 51 0,1-1 21 16,-2 2 22-16,3 3-27 0,-3-2-41 0,0 0-38 15,1 0-34-15,0-2-13 0,-1 0-13 16,3-3-9-16,-3 0-6 0,4 1-3 16,-4-2-3-16,2 0 5 0,-1-1-5 15,-1 0 3-15,0 0 12 0,0 1 0 16,0-1-3-16,0 0-10 0,0 0-5 16,0 0-10-16,0 3-10 0,0-3-1 15,0 0-1-15,0 0 0 0,2 0-12 16,-2 0 0-16,0 0 11 0,1 0 0 0,-1 0 1 15,2 0 0-15,-2 0 0 16,0 0 0-16,0 0 11 0,0 0 13 16,0 0 4-16,0-3-10 0,1 3-16 0,-1 0 1 15,0 0-1-15,0 0 0 0,0 0-2 16,0 0-2-16,0 0-10 0,0 0 12 16,0 0 2-16,0 3 10 0,0-3 4 0,0 1 8 15,0 1 13-15,0-1 9 0,0 3 76 16,0 1 15-16,0 4-58 0,0 7-3 15,0 4-37-15,0 3-5 0,4-1 2 16,2 1-9-16,3-4-25 0,5 0-2 16,-1-5-1-16,7-5-2 0,3-5-48 15,-1-4-31-15,4-8-52 0,2-6 0 16,-3-7 12-16,1-2-12 0,-4-2-1 16,-2-5-7-16,-3 4 4 0,-4 2 35 15,-1 0 66-15,-6 3 15 0,-3 2 22 16,-3 0 24-16,0 2 26 0,-6-1 21 15,-6 3 12-15,-4-3-2 0,-4 2 14 0,1 5-6 16,-5 3-22-16,-1 6 10 16,-2 2-34-16,-2 5-17 0,2 10-26 0,0 3 0 15,3 4 31-15,1 0 21 0,3 2-24 16,4 0-28-16,4-2-34 0,-2 1-20 16,6-2-99-16,-1 1-47 0,6-5-53 0,2-2-180 15,1-4-555-15,3-4-483 0,3-5-20 16,9-2 1416-16</inkml:trace>
  <inkml:trace contextRef="#ctx0" brushRef="#br0" timeOffset="74091.533">24302 14339 82 0,'0'0'2432'15,"0"0"-1072"-15,0 0-1158 0,0 0-99 0,0 0 140 16,0 0 84-16,0 0 25 0,0 0-90 15,-84 79-104-15,70-53-28 0,0 4 76 16,0-1-40-16,3 1-67 0,2-2-45 16,2 1-32-16,3-5-21 0,1-2-1 0,3-4-4 15,0-6-50-15,8-4-9 0,4-2-18 16,2-6-43-16,6 0-18 0,2-12-34 16,7-6-85-16,1-6-277 0,-7 2-661 15,10-13-829-15</inkml:trace>
  <inkml:trace contextRef="#ctx0" brushRef="#br0" timeOffset="74242.711">24635 14399 711 0,'0'0'3043'0,"0"0"-2606"15,0 0-288-15,-20 92 166 0,6-59 105 16,3-4 9-16,2-3-129 0,4-8-182 16,0-6-118-16,4-6-36 0,1-3-70 15,0-3-57-15,0 0-62 0,1-6-70 16,2-6-224-16,-1 2-748 0,-2-11-1108 0</inkml:trace>
  <inkml:trace contextRef="#ctx0" brushRef="#br0" timeOffset="74384.632">24558 14160 779 0,'0'0'2857'0,"0"0"-2353"0,0 0-280 0,0 0 113 0,0 0-110 15,0 0-20-15,0 0-33 16,0 0-125-16,0 0-49 0,87 37-119 0,-74-29-98 15,-2 2-114-15,-1-3-245 0,0 12-1034 0</inkml:trace>
  <inkml:trace contextRef="#ctx0" brushRef="#br0" timeOffset="74773.099">25203 14433 1444 0,'0'0'2555'0,"0"0"-2236"0,0 0-263 16,0 0 9-16,-97 16 62 0,71 5 202 0,1 5-2 15,1 3-84-15,2 2-104 0,8-1-45 16,2-2-15-16,7-6-34 16,2-4-45-16,3-6-14 0,1-4-4 0,9-3-3 15,5-5-24-15,2-3-28 0,8-9 0 16,3-7-30-16,4-5-34 0,0-6 0 15,-1 0-15-15,0 1 20 0,-2 2 44 16,-4 5 23-16,-5 5 40 0,-6 7 25 16,-7 6 18-16,-3 4 99 0,-4 3 94 15,0 8-1-15,0 3-52 0,0 5-61 16,0 2-37-16,-1 0-11 0,-1-1 24 16,2-2-4-16,0-6-25 0,0-4-44 15,9-5-15-15,2-3-42 0,5-3-19 16,7-10-33-16,3-8-67 0,5-5-58 15,2-7-13-15,1-5-135 0,4 0-222 16,0-3-390-16,-1-5-149 0,-9 12-480 16</inkml:trace>
  <inkml:trace contextRef="#ctx0" brushRef="#br0" timeOffset="75338.471">25834 13856 878 0,'0'0'1645'16,"0"0"-241"-16,0 0-1172 0,0 0-126 0,0 0 87 15,-2 66 78-15,-5-28 23 0,-3 6 2 16,1 5-53-16,2 2-55 0,-1 3-10 15,0 3-63-15,2-3-58 0,-1 0-39 16,1-4-18-16,2-5-21 0,4-5-30 16,0-7-43-16,10-6 13 0,2-6 41 15,1-8-44-15,-2-4-40 0,-1-5-43 0,2-3-31 16,-3-1-58-16,-4-1-51 0,-2-5-51 16,-3-4-62-16,-1 0-85 0,-9-4 41 15,-6-1 165-15,-2-4 267 0,-5 3 32 16,1-3 177-16,0 2 38 0,-3-2-13 15,5 3 30-15,7 6 22 0,2 5 17 16,6 5-5-16,2 2-42 0,3 9 41 16,0 1-47-16,0 1-80 0,8-1-20 0,7 0 16 15,8-4-27-15,9-2-19 0,6-5-19 16,6-1-20-16,7-7-49 0,-1-6-21 16,-2-5-137-16,-2-1-58 0,-4-1-25 15,-3 2-35-15,-5 2-82 0,-5 6-234 16,-6 5-155-16,-7 5-20 0,-7 7 189 15,-9 10 578-15,0 6 32 0,-9 6 497 16,-5 6 120-16,0 0 34 0,0-3-75 0,3-4-162 16,5-3-133-16,0-6-84 15,5-5-55-15,1-3-62 0,1-4-36 0,8-3-13 16,2-3-17-16,5-1-46 0,1-5-15 16,4-5-49-16,-2-3-36 0,1-2-15 15,0 0 42-15,-7 1 42 0,-1 2 7 16,-6 5-7-16,-3 4 31 0,-3 3 28 15,0 0 97-15,0 4 11 0,-6 5-30 16,-1 4-30-16,0 0-31 0,1 6-42 0,0-1 1 16,6-1-4-16,2-3-13 0,11 0-11 15,9-6-52-15,9-2-2 0,4-3-41 16,5-3-106-16,0-2-148 0,-11-3-305 16,7-2-1104-16</inkml:trace>
  <inkml:trace contextRef="#ctx0" brushRef="#br0" timeOffset="76645.926">12849 16635 1079 0,'0'0'1935'0,"0"0"-1628"16,0 0-113-16,0 0 129 0,92 12-40 15,-57-5 16-15,-1 1-80 0,4 0-81 16,-4-2-82-16,2-3-44 0,-1-3-12 16,1 0-11-16,-1-3-20 0,-2-5-37 15,0-1-36-15,-6 1-17 0,-1 0-34 0,-4 0-34 16,-5 3-75-16,-7 4-144 0,-6 1-257 15,-4 0-536-15,-1 7-270 0,-6 1 1425 16,-13 6-65-16</inkml:trace>
  <inkml:trace contextRef="#ctx0" brushRef="#br0" timeOffset="76835.706">12924 16841 2691 0,'0'0'533'0,"0"0"-269"0,0 0-39 0,0 0 55 16,0 0-20-16,70 71-9 0,-32-60-69 16,6-4-68-16,1-6-37 0,4-1-19 15,0-8-49-15,0-6-9 0,-3-3-92 0,3-6-28 16,-1 0-58-16,-2-2-21 16,0-3-59-16,-6 0-114 0,-11 6-728 0,-5-4-1179 0</inkml:trace>
  <inkml:trace contextRef="#ctx0" brushRef="#br0" timeOffset="77054.459">13324 16354 447 0,'0'0'342'0,"0"0"157"16,0 0 546-16,0 0-503 0,90 26-132 15,-57-9-117-15,1 1-28 0,3 4-51 16,-1 2-73-16,0 1-45 0,-2 3-59 15,-5 1-37-15,-3 1-28 0,-7 1-84 16,-8 1 49-16,-9 3 48 0,-2 0-1 0,-8 0-38 16,-5-1-68-16,-4 0-77 0,-4-2-111 15,5-9-237-15,-16 5-954 0</inkml:trace>
  <inkml:trace contextRef="#ctx0" brushRef="#br0" timeOffset="80059.24">16994 16684 950 0,'0'0'2427'16,"0"0"-1796"-16,0 0-408 0,0 0-167 0,0 0 6 16,0 0-12-16,0 0-37 0,0 0-13 15,93 25-192-15,-68-33-144 0,-8 1-158 0,8-4-771 0</inkml:trace>
  <inkml:trace contextRef="#ctx0" brushRef="#br0" timeOffset="80226.802">17551 16718 1125 0,'0'0'123'0,"0"0"1440"0,0 0-1108 15,0 0-112-15,87 6 105 0,-65-6-170 16,2 0-108-16,3 0-65 0,-1 0-59 0,0-3-26 16,0-1-20-16,-1-2-40 15,1-1-176-15,1-1-165 0,-8 1-225 0,6-3-836 0</inkml:trace>
  <inkml:trace contextRef="#ctx0" brushRef="#br0" timeOffset="80409.387">18243 16737 1668 0,'0'0'1148'16,"0"0"-441"-16,0 0-322 0,0 0-155 15,0 0 6-15,0 0-78 0,0 0-81 16,84 71-77-16,-58-65-15 0,5-2-96 15,1-3-69-15,3-1-67 0,-1 0-188 16,-2-1-667-16,-8-3-965 0,2-2 1888 0</inkml:trace>
  <inkml:trace contextRef="#ctx0" brushRef="#br0" timeOffset="80630.511">18727 16680 790 0,'0'0'2772'0,"0"0"-2416"16,-3 74-318-16,3-40 50 0,3 9 85 16,0 6 168-16,0 2-98 0,0 3-105 15,-1 3-74-15,-2 2 0 0,0 2-12 16,-5 4-23-16,-4 0-29 0,-2-1-13 16,-2-3-8-16,1-8-58 0,4-11-19 15,-1-9-13-15,6-11 1 0,3-10-41 16,0-10-32-16,0-2-56 0,0-12-265 0,2-6-278 15,-1-9-863-15,1 3 450 0,-1-24 1178 0</inkml:trace>
  <inkml:trace contextRef="#ctx0" brushRef="#br0" timeOffset="80853.367">18703 16654 2111 0,'0'0'1291'0,"0"0"-949"0,0 0-209 0,0 0 30 16,0 0 140-16,98-46-74 15,-74 43 36-15,2 3-11 0,-3 0-114 0,2 7-49 16,-6 4-21-16,-1 2-33 0,-3 5-25 16,-5 1-12-16,-5 5-28 0,-5 3-17 15,0 3-13-15,-11 4-3 0,-5 5 0 16,-5 2-21-16,-4 2-40 0,-3 0-4 16,-3 1-3-16,-2-5-28 0,5-1-84 15,1-4-213-15,1-6-353 0,7-10-934 16,0-4 412-16</inkml:trace>
  <inkml:trace contextRef="#ctx0" brushRef="#br0" timeOffset="81116.031">19083 17148 1646 0,'0'0'1664'0,"0"0"-1160"0,0 0-350 16,0 0-9-16,0 0 128 0,77 76 3 15,-65-57 0-15,-3 3-75 0,0-1-115 16,-3-1-40-16,-2 1 5 0,-1 1 4 15,-3-1-22-15,0 0-30 0,-6-3 0 16,0-2-3-16,2-4-1 0,0-6-11 16,2-3 12-16,2-3 29 0,0-4-29 15,0-7-3-15,2-3-13 0,2-5-57 16,6-4 4-16,4-5 29 0,3-3 3 16,3-2-5-16,3-1-25 0,2-1-59 15,-3 2-55-15,3 4-47 0,-1 3-94 16,-1 2-301-16,-7 9-626 0,6 0-744 0</inkml:trace>
  <inkml:trace contextRef="#ctx0" brushRef="#br0" timeOffset="84013.306">16706 16205 2156 0,'0'0'1298'0,"0"0"-909"0,0 0-112 16,0 0-134-16,0 0 25 0,12 88 122 15,-9-47-26-15,-1 6-45 0,-1 6-94 16,2 4-64-16,1 2-15 0,-1 2 14 16,3 1 7-16,-3 4 51 0,0 3-36 0,-3 2-46 15,0 0-36-15,0 0-15 16,-6-1 12-16,-3-6-12 0,1-7-43 16,0-3-26-16,1-11 17 0,0-9 25 0,4-10-1 15,0-11 7-15,3-6-19 16,-1-7-51-16,1-1-62 0,0-12-37 0,-2-6-41 15,1-9-181-15,-2-8-164 0,0-4-213 16,-1-6-891-16</inkml:trace>
  <inkml:trace contextRef="#ctx0" brushRef="#br0" timeOffset="84270.577">16706 16393 691 0,'0'0'2178'0,"0"0"-1826"0,0 0-119 15,0 0-5-15,0 0 99 0,0 0-54 16,79-54-34-16,-59 48-67 0,2 2-73 0,2 1-47 16,0 3-6-16,1 1-12 0,-5 9 8 15,2 5-9-15,-4 4-33 0,-6 6-2 16,-2 5 1-16,-4 5 1 0,-6 5-1 16,-2 2-11-16,-9 5-34 0,-4-1-6 15,-5 1-22-15,-3-3-46 0,0 0-28 16,-1-5-56-16,1-3-118 0,3-1-205 0,2-4-558 15,7-9-741-15,-1 6 1461 0</inkml:trace>
  <inkml:trace contextRef="#ctx0" brushRef="#br0" timeOffset="84547.593">17016 17134 359 0,'0'0'332'0,"0"0"1364"15,0 0-1231-15,0 0-148 0,0 0 53 16,0 0-20-16,0 0-11 0,0 0-54 16,0 0-84-16,89 14-54 0,-71-14-40 15,-1 0-42-15,-2 0-35 0,1 0-27 16,-5 0-3-16,0 3-3 0,-2 4 3 0,-3 0 27 16,-1 5 3-16,-2 3 4 0,-1 4-4 15,1 1 1-15,-3 3-20 16,3-1-11-16,-1-3-12 0,2-1-4 15,6-5-2-15,2-4-12 0,5-7-13 0,5-2-58 16,5-6 0-16,6-9-83 0,4-9-72 16,-1-3-152-16,1-3-595 0,-10 7-1152 0,5-2 1424 15</inkml:trace>
  <inkml:trace contextRef="#ctx0" brushRef="#br0" timeOffset="91262.796">20007 16823 665 0,'0'0'2835'0,"0"0"-2242"0,0 0-313 16,0 0-181-16,0 0 46 0,0 0 104 16,0 0-31-16,102 4-121 0,-68-4-36 15,0-6-46-15,2-5 19 0,-3-4-31 16,3-5-3-16,-3 0-9 0,-4-4-10 16,-3 1-69-16,-6 2-61 0,-2 5-60 15,-7 4-21-15,-8 7-68 0,-3 5-232 16,0 0-282-16,-14 13-699 0</inkml:trace>
  <inkml:trace contextRef="#ctx0" brushRef="#br0" timeOffset="91396.056">20099 17021 752 0,'0'0'2195'0,"0"0"-1741"0,0 0-191 0,0 0-4 16,0 0-45-16,0 0 3 0,0 0 6 15,0 0-32-15,0 0-44 0,91 19-43 0,-54-26-52 16,5-5-52-16,1 0-52 0,-2-2-52 15,-1 2-58-15,2 0-82 0,-3 3-97 16,-10 2-375-16,11 4-1165 0</inkml:trace>
  <inkml:trace contextRef="#ctx0" brushRef="#br0" timeOffset="92512.843">21771 16559 974 0,'0'0'26'16,"0"0"1106"-16,0 0-864 0,0 0-74 15,-10-76 64-15,4 54-8 0,1 2-36 16,-4-1-42-16,1 3-52 0,-1 2 4 15,-2 0 33-15,0 2-35 0,-3 2-5 16,2 2-26-16,-2 0 8 0,1 2-15 16,2 1-34-16,-1 3-1 0,1 3-18 15,-1 1-29-15,1 0-2 0,0 8 22 0,-3 9 39 16,0 8-42-16,-1 5-4 0,2 10 1 16,-2 7 18-16,4 5-10 0,0 6 4 15,2 1 21-15,3-1-21 0,4-7-16 16,2-8 3-16,0-13 13 0,6-9-28 15,5-10-24-15,3-6-13 0,1-5-12 16,1-4 25-16,4-11-25 0,-1-6-1 16,1-6-2-16,-3-4-35 0,0-1 10 0,-3-1 15 15,-3 2 16-15,-2 2 4 0,0 5 42 16,-5 5 28-16,-1 5-16 0,-2 3-10 16,-1 5 16-16,0 6 1 0,0 0-16 15,0 0 37-15,2 9 10 0,-1 5 5 16,1 5-5-16,-2 4-13 0,0 4-9 15,0 3-16-15,0 3 0 0,0 2 16 0,-2 8 6 16,-1 5 0-16,0 9 33 0,-2 6 31 16,-2 3-61-16,-1 3-34 0,-2 0 24 15,3 0-27-15,-2-1-3 0,2-2-34 16,3-7 6-16,1-7-21 0,1-10-15 16,2-9 5-16,0-6-12 0,0-8 0 15,3-8-28-15,0-4-19 0,-1-4-31 16,1-3-27-16,0 0-44 0,-1-2-27 15,1-7-100-15,0-5-212 0,1 2-448 16,-2-10-362-16</inkml:trace>
  <inkml:trace contextRef="#ctx0" brushRef="#br0" timeOffset="93091.213">21916 17270 117 0,'0'0'382'0,"0"0"1749"15,0 0-1681-15,0 0-246 0,0 0 41 0,0 0 49 16,0 0-54-16,0 0-116 0,0 0-77 16,14 79-45-16,-10-61-2 0,2-2-12 15,-1 2-7-15,1-2-3 0,1-3 7 16,-4-2-111-16,3-4-59 0,0-4-30 16,2-3-102-16,0-1-170 0,-1-6-282 15,3-13-686-15</inkml:trace>
  <inkml:trace contextRef="#ctx0" brushRef="#br0" timeOffset="93282.839">22549 16935 440 0,'0'0'2399'0,"0"0"-1931"16,0 0-224-16,0 0-26 0,0 0-76 0,81 20-45 0,-57-19-78 15,3-1-19-15,1-2-119 0,4-5-64 16,1-3-67-16,1 2-152 0,-12 0-361 16,4 3-816-16</inkml:trace>
  <inkml:trace contextRef="#ctx0" brushRef="#br0" timeOffset="93530.009">23255 16919 869 0,'0'0'108'0,"0"0"1527"16,0 0-1188-16,0 0-115 0,0 0 218 0,93 57-180 16,-75-49-299-16,-5-2-69 0,2-2-2 15,-1-3-93-15,2 1-13 0,-2-2 3 16,5 0-29-16,-1 0 9 0,0 0 57 16,-2-3-38-16,1-2-373 0,-5 0-542 0,-2 0-36 15,-1 1 227-15</inkml:trace>
  <inkml:trace contextRef="#ctx0" brushRef="#br0" timeOffset="93577.522">23601 16970 365 0,'0'0'352'0,"0"0"75"16,0 0 862-16,0 0-812 16,0 0-36-16,0 0-48 0,0 0-135 0,0 0-135 15,0 0-123-15,0 0-12 0,0 0-96 16,82 5-187-16,-76-7-262 0,0-3-1319 0</inkml:trace>
  <inkml:trace contextRef="#ctx0" brushRef="#br0" timeOffset="94379.527">24553 16663 274 0,'0'0'437'0,"0"0"1055"16,0 0-1133-16,0 0-105 0,-35-78-38 15,25 57-85-15,-2 5 9 0,-1-1 16 16,0 5-19-16,-3 3-1 0,-1 5 34 16,3 4 41-16,-3 2-15 0,1 12-44 15,-1 9 12-15,3 9-17 0,1 10-42 16,2 10-20-16,-1 4-5 0,2 5-22 15,-1-3-15-15,3-5-25 0,3-10-18 0,3-12-15 16,2-11 2-16,0-9-38 16,9-9-17-16,1-2 13 0,6-7 31 0,1-8-10 15,3-8-12-15,0-8-28 0,-1-1 4 16,1-4 2-16,-5 3 34 0,-1 5 22 16,-1 4 12-16,-3 3 0 0,-3 8 0 0,-1 7-27 15,-1 3-19-15,1 3 40 0,-4 7 6 16,5 6 77-16,-4 5-3 0,2 5-40 15,-1 5-13-15,0 7 7 0,-1 4-7 16,-1 1 62-16,-2 6-46 0,0 2 6 16,0 2 27-16,-6 5-12 0,-1 1-24 15,-1 6-22-15,-3-1-12 0,1 0-14 16,0-1-20-16,0-4 19 0,2-6-55 16,3-9-25-16,2-10-28 0,1-8-19 15,2-11-15-15,0-5-14 0,3-5-44 16,2-2-116-16,0-2-122 0,0-10-147 0,-1 2-216 15,-1-12-891-15</inkml:trace>
  <inkml:trace contextRef="#ctx0" brushRef="#br0" timeOffset="94730.211">24724 17406 222 0,'0'0'2806'0,"0"0"-2311"0,0 0-369 15,0 0-21-15,0 0 33 0,0 0 55 0,0 0-44 16,0 0-68-16,0 0-31 0,0 0-50 15,82 11-9-15,-68-14 9 0,-5 3 0 16,-1 0 1-16,-2 3-1 0,-3 7 44 16,-3 3 6-16,0 5 11 0,0 3-36 0,-5 5-23 15,-4 0 10-15,3-1-10 0,0-1-2 16,4-6-53-16,-1-8-102 0,3-5-16 16,0-5-77-16,3-9-150 0,2-9-138 15,3 0-428-15,2-20-446 0</inkml:trace>
  <inkml:trace contextRef="#ctx0" brushRef="#br0" timeOffset="94873.241">24933 17165 303 0,'0'0'568'0,"0"0"1554"15,0 0-1649-15,0 0-220 0,0 0-17 16,0 0-69-16,0 0-36 0,93 0-122 0,-71-7-9 16,4-6-31-16,0-3-115 0,-1-4-94 15,-3-2-88-15,-5 5-292 0,-6-10-721 16</inkml:trace>
  <inkml:trace contextRef="#ctx0" brushRef="#br0" timeOffset="95263.482">24202 16230 1148 0,'0'0'1616'0,"0"0"-1330"0,0 0-75 16,0 0 81-16,0 0-26 0,0 0-20 16,0 0-50-16,41-82-87 0,-23 59-35 15,0 2-9-15,0-2-3 0,1 1-16 0,-3 2-6 16,1-2-12-16,-1 2-6 0,0 0 2 15,-2-1-24-15,1 3 0 0,-4 3-3 16,2 1-9-16,-3 1 11 0,2 3-1 16,-3 3 1-16,3 2-12 0,-3 5-9 15,3 0 22-15,2 9 18 0,1 8 25 16,5 7-24-16,1 7 15 0,4 10-22 16,-1 3-12-16,2 7-40 15,0 1-12-15,4 5-133 0,1-1-69 0,2 1-76 16,-1-4-213-16,-7-15-680 0,4 10-668 0</inkml:trace>
  <inkml:trace contextRef="#ctx0" brushRef="#br0" timeOffset="96560.99">26009 16706 2562 0,'0'0'450'0,"0"0"-277"0,0 0-45 16,0 0 47-16,0 0 59 0,0 0-86 16,0 0-119-16,0 0-29 0,0 0-32 0,0 0-59 15,81 31-112-15,-56-34-60 0,-5-2-179 16,8-7-665-16</inkml:trace>
  <inkml:trace contextRef="#ctx0" brushRef="#br0" timeOffset="96818.991">26557 16742 810 0,'0'0'1302'0,"0"0"-1130"0,0 0-59 0,0 0-19 15,0 0-59-15,95-45-35 0,-72 32-16 16,-1 2-58-16,-1 4-4 0,0 3 16 16,0 1 59-16,-1 3-33 0,-1 0-133 15,1 0 169-15,-4 2 16 0,0 0 10 16,-3 1-13-16,0 1-9 0,-1 1 12 0,-1 0 100 15,3 2 56-15,1-2 31 16,1 2 3-16,1 0 25 0,2-1-32 16,-1 0 7-16,0 2 7 0,1-1-65 0,-2 1-51 15,3-1-94-15,2 0-3 16,1-1-138-16,1-2-162 0,-2-1-205 0,10-3-921 0</inkml:trace>
  <inkml:trace contextRef="#ctx0" brushRef="#br0" timeOffset="97215.697">27787 16410 2093 0,'0'0'1284'0,"0"0"-1075"16,0 0-139-16,0 0 81 0,-50-71 72 15,35 65 133-15,-1 6-74 0,-4 2-107 0,0 17-28 16,-6 11-25-16,-1 10-15 15,-3 9-16-15,1 4-12 0,2-2-9 0,5-4-30 16,9-6-40-16,6-10-51 16,5-9-22-16,2-9 24 0,6-3-5 0,5-8-17 15,2-2-11-15,5-6-16 0,5-6 10 0,1-7-16 16,2-4-32-16,-2-5 19 0,-1 3 31 16,-2 0 39-16,-5 5 27 0,0 4 20 15,-7 8 18-15,-3 5 1 0,-5 3 15 16,-1 9 108-16,0 11 42 0,0 9-49 15,-3 9-71-15,-3 4-18 0,1 5-3 16,-2 5 18-16,1 1 3 0,0 4 15 16,-1 4 3-16,1 2-18 0,0 0-3 15,2 0-22-15,3-6-39 0,1-4-118 16,0-7-98-16,3-8-47 0,6-6-16 16,2-7-27-16,3-7-188 0,0-9-663 0,8-11-520 15</inkml:trace>
  <inkml:trace contextRef="#ctx0" brushRef="#br0" timeOffset="97485.9">28175 17058 2624 0,'0'0'1306'0,"0"0"-1077"15,0 0-95-15,0 0 182 0,0 0 77 16,0 0-55-16,0 0-140 0,0 0-116 16,0 0-37-16,0 0-12 0,-39 69 4 15,28-50-37-15,5-1 0 0,3-2-19 16,3-4 1-16,0 1-21 0,3-1 21 15,6 1-6-15,2-1 8 0,3 4 1 16,0-1 13-16,0 1-16 0,-3 1-6 0,1 1 13 16,-4 0 10-16,-1 2-1 0,-1 1-29 15,-2 1 31-15,-4-3 16 16,0 0-16-16,-9-2-30 0,-4 0 29 0,-7-2-46 16,-2-1-54-16,-5 0-33 0,-9-1-58 15,-3 1-68-15,-4-2-123 16,-7 2-285-16,9-6-644 0,-30 8-326 0</inkml:trace>
  <inkml:trace contextRef="#ctx0" brushRef="#br0" timeOffset="108529.197">20938 16411 693 0,'0'0'105'16,"0"0"296"-16,0 0 295 0,0 0-239 0,0 0-102 16,0 0-24-16,0 0-24 0,0 0-41 15,0 0-13-15,-6-1-39 0,3 1-39 16,-1 2 5-16,1 4-35 0,-2 0-77 16,-1 1-40-16,3 5-26 0,1 4 16 15,2 4-16-15,0 1 1 0,2 5-3 16,5 3-3-16,0 1 1 0,5 2-16 15,-4 0-10-15,3-1 13 0,1-2-7 16,-3-1 7-16,1-5 12 0,-1-4 1 16,-3-2-23-16,1-4 6 0,-1-5 17 15,-2-2-19-15,1-3-7 0,1-3-12 16,-1 0 18-16,1-7 19 0,-1-3-31 16,4-7-31-16,-3-2-13 0,1-6 6 0,-1 0 1 15,-2-1 4-15,0-3 10 0,3 1-5 16,-4 0 21-16,0 2 19 0,-1 2 21 15,1 2 1-15,-2 3 1 0,1 2 11 0,-1 4-9 16,0 1 0-16,2 5 9 16,0 0 7-16,-1 4 22 0,-2 3-7 0,2 0 10 15,-2 0 4-15,2 3-13 0,-2 5 2 16,1 3 7-16,1 5-4 0,1 5-27 16,-1 1-13-16,3 2 0 0,-1 2-1 15,4 4 0-15,-2 1-14 0,2-2-16 0,-2-1-28 16,2-3-16-16,-1-5 5 0,1-2-27 15,-1-2-39-15,0-4-47 16,0-2-100-16,0 1-111 0,-1-3-118 16,1-1-192-16,-4-2-330 0</inkml:trace>
  <inkml:trace contextRef="#ctx0" brushRef="#br0" timeOffset="109817.483">21275 16772 277 0,'0'0'72'15,"0"0"71"-15,0 0-64 0,0 0 393 16,0 0 293-16,0 0-304 0,0 0-203 16,0 0-42-16,0 0 29 0,0 0 36 0,0 0-64 15,-6 2-62-15,3 3-29 0,1-3-25 16,0 4-25-16,1-1-11 0,1 2-17 15,0 4-29-15,0 2-6 0,5 4-12 16,3 2 0-16,1 3-1 0,-1 3-10 16,1 0-18-16,-1 3-4 0,0 2-106 15,-2-1-127-15,-2 4-181 0,0-1-626 0,-3-9-720 16,-1 11 1544-16</inkml:trace>
  <inkml:trace contextRef="#ctx0" brushRef="#br0" timeOffset="112288.024">20498 16333 349 0,'0'0'39'0,"0"0"-39"16,0 0 773-16,0 0-175 0,0 0-254 15,0 0-84-15,0 0-38 0,0 0 7 16,0 0 12-16,0 0-27 0,-40-37-58 15,34 33-54-15,2 0-10 0,0 3 12 16,-1 1 19-16,2 0 9 0,-1 0-37 16,1 5-61-16,-1 3-34 0,0 8-26 0,-2 5 8 15,-1 10 1-15,0 5 15 16,2 3 2-16,2 5-22 0,-1 2-6 16,1 2 26-16,3 4-33 0,0-2-31 15,2 0-16-15,5-2-25 0,3 0 6 0,3-3 12 16,1-1 3-16,6-4-70 15,3-6-125-15,3-8-79 0,2-5-51 0,2-5-121 16,0-6-110-16,2-7-163 0,-10-1 566 16</inkml:trace>
  <inkml:trace contextRef="#ctx0" brushRef="#br0" timeOffset="112687.53">21944 16248 973 0,'0'0'1681'0,"0"0"-1420"16,0 0-136-16,0 0-45 0,0 0-16 15,0 0 83-15,0 0 79 0,0 0-30 16,0 0-67-16,92 69-70 0,-69-52-5 16,0 3-17-16,0 1-36 0,-1 5 12 15,0 2 16-15,-4 3 9 0,-2 4-13 16,-3 3-7-16,-6 5 13 0,-2 4-15 15,-5 1 0-15,0 4-15 0,-3 2-1 16,-7 0 0-16,-5 0-35 0,-4-3-18 0,-4-2 22 16,-5-1-36-16,-6-1-61 0,-5 2-134 15,-6-2-125-15,-6 1-278 0,12-10-706 16,-26 18 150-16</inkml:trace>
  <inkml:trace contextRef="#ctx0" brushRef="#br0" timeOffset="122111.507">18485 6668 880 0,'0'0'0'0,"0"0"-150"0,0 0-221 16,0 0 371-16,0 0-62 0,-88-50 62 16,75 36-10-16,-2-2-42 0,0-5-66 15</inkml:trace>
  <inkml:trace contextRef="#ctx0" brushRef="#br0" timeOffset="122333.379">18314 6498 160 0,'0'0'144'0,"0"0"-141"0,0 0 177 0,-39-79 68 0,35 64-79 0,-1 7-139 16,2-2 1052-16,0 3-913 0,0 0 80 0,-2 1-1 16,2 0 22-16,-3-4 38 0,0 2-35 15,1 2 9-15,-3 0-15 0,0-1 4 16,-2 3-69-16,1 3-54 0,-4 1-26 16,2 0-2-16,0 3 8 0,-1 6-51 0,1 3-26 15,3 6-51-15,-1 6-1 0,6 2 0 16,2 8 1-16,1 6-2 0,0 4-12 15,3 6 13-15,2 3 1 0,2 2-3 16,-1 1 2-16,3-4-23 0,2-4 2 16,1-6-2-16,0-7 0 0,3-5-71 15,1-7-12-15,2-3-1 0,0-8-33 16,1-5-54-16,4-7-66 0,1 0-138 16,2-12-211-16,-7-3-492 0,7-24-387 0</inkml:trace>
  <inkml:trace contextRef="#ctx0" brushRef="#br0" timeOffset="122536.053">18876 6354 1524 0,'0'0'1394'0,"0"0"-1000"16,0 0-140-16,31 87 59 0,-28-50-18 16,0 2-9-16,-3 3-64 0,0-1-56 15,0-2-83-15,0-2-68 0,0-2-15 16,0-2-6-16,0-5-37 0,0-7-80 15,0-8-6-15,0-6-44 0,0-3-75 0,0-4-157 16,0-1-278-16,-7-14-832 0</inkml:trace>
  <inkml:trace contextRef="#ctx0" brushRef="#br0" timeOffset="122670.956">18882 6229 2831 0,'0'0'592'0,"0"0"-401"15,0 0 4-15,0 0 70 0,0 0-106 16,0 0-87-16,0 0-72 0,0 0-10 16,82-55-127-16,-68 51-111 0,3 4-121 15,-6 0-337-15,1 8-1407 0</inkml:trace>
  <inkml:trace contextRef="#ctx0" brushRef="#br0" timeOffset="122981.701">19220 6510 2402 0,'0'0'989'0,"0"0"-779"0,17 68 130 0,-14-44 36 16,-1 0-42-16,-2-1 1 0,1-5-146 15,-1-4-122-15,2-3-67 16,1 0 0-16,-2-7-12 0,0-1-9 0,2-3-22 0,2-1-12 16,-1-10-21-16,5-2-1 15,-1-5 7-15,1-4 5 0,1 0-5 0,-1 1 18 16,1 3 2-16,0 1 7 0,0 5 0 15,-3 4-7-15,2 2 10 0,-1 5 16 16,0 1 11-16,-3 0-7 0,3 3 20 16,0 6 53-16,-1-1 18 0,-1 5-46 15,0-1 12-15,1 2-25 0,0-2-9 16,-1 0-6-16,1-1 0 0,2-3-59 0,2 0-98 16,0-2-30-16,0-1-152 15,4-5-244-15,-4 0-436 0,8 0-591 0</inkml:trace>
  <inkml:trace contextRef="#ctx0" brushRef="#br0" timeOffset="123374.824">19938 6415 2689 0,'0'0'720'0,"0"0"-396"0,-54 73-41 0,31-38 23 15,-4 6-64-15,1 2 23 0,6-5-63 16,3-4-68-16,6-7-40 0,5-6-48 15,3-9-36-15,3-4-10 0,0-5-21 16,4-3 2-16,7-8 19 0,4-7 21 16,3-8-18-16,0-6-3 0,4-6-96 15,-2-5-44-15,2-1-4 0,-2-5 6 0,-2 0-15 16,0-1-2-16,0-1-9 0,-2-3-23 16,0 1 4-16,-3-2 1 0,0-2 27 15,-3 0-16-15,-3 2 77 0,-4 2 94 16,-3 4 39-16,0 6 21 0,-3 8 38 15,-1 7 26-15,0 7 37 0,1 6 33 16,1 11 7-16,1 1-33 0,1 7-47 16,-2 11-34-16,2 10 8 0,0 12-15 15,0 5 28-15,0 10 38 0,0 3-27 0,0 6-58 16,3 3-21-16,3 2-17 0,0-1-23 16,1 0-61-16,1-5-112 0,-2-7-57 15,3-7-4-15,-1-8-1 0,0-11-30 16,-1-7-35-16,0-10-147 0,-4-6-285 15,1-7-605-15</inkml:trace>
  <inkml:trace contextRef="#ctx0" brushRef="#br0" timeOffset="123698.906">20213 6463 851 0,'0'0'2246'15,"0"0"-1959"-15,0 0-122 0,14 65 75 0,-11-40 78 16,-3 0-16-16,0 3-8 0,2-5-110 15,-1-3-99-15,2-2-36 0,0-6-49 16,0-2-3-16,1-5-15 0,3-3-16 16,-2-2 16-16,4-7-3 0,-1-7-41 15,2-7-27-15,2-5-43 0,1-5-13 16,1 1-19-16,-1-1-4 0,1 4 20 0,0 0 57 16,0 5 28-16,-3 3 50 15,1 5 11-15,-1 3 2 0,0 6 94 16,0 4 35-16,-2 1 27 0,2 0 30 0,-2 7-37 15,2 4-63-15,0 4 22 0,0 2-13 16,-1 1 28-16,-1-2-50 0,-2 0-70 16,1-3-3-16,-2 0-28 0,0-1-72 15,2 3-51-15,1-2-71 0,2 0-91 16,0 0-158-16,5-4-23 0,-6-2-268 16,4-7-1385-16</inkml:trace>
  <inkml:trace contextRef="#ctx0" brushRef="#br0" timeOffset="123985.224">20793 6403 1539 0,'0'0'189'0,"0"0"973"0,0 0-908 16,0 0-63-16,0 0 57 0,0 0-62 15,0 0 81-15,0 0 25 0,-90 83-76 16,80-52-74-16,1 5-25 0,4-1-4 0,3-5 16 16,2-3 5-16,0-4-67 0,4-6-52 15,2-4-15-15,3-7-24 0,1-4-6 16,3-2 11-16,2-9 19 0,0-8-12 15,3-2-73-15,0-6-47 0,2-2-36 16,-1 3-20-16,1-1 2 0,2 6-12 16,-2 1-25-16,0 5-13 0,2 6-27 15,0 2 25-15,1 5 238 0,-2 3 165 0,-3 5 51 16,-3 0-181-16,-7 3 9 0,-3 1 44 16,-2-4-28-16,0 3-60 0,-1-3-6 15,-1 1-180-15,-1-4-119 0,0-1-155 16,0-1-581-16,0-3-521 0</inkml:trace>
  <inkml:trace contextRef="#ctx0" brushRef="#br0" timeOffset="124428.936">21288 5775 1778 0,'0'0'208'16,"0"0"584"-16,0 0-481 0,0 0-49 15,0 0 74-15,0 0-27 0,0 0-30 16,0 0-78-16,0 0-83 0,-19 76-44 16,19-42 6-16,0 4-7 0,0 7-14 15,3 7-13-15,0 6-13 0,2 6-14 0,-1 3 8 16,0 4-26-16,2-2-1 0,5-2-1 16,0-8-23-16,1-10 8 0,-3-12 4 15,-2-13-6-15,-1-10-7 16,-3-7-15-16,-3-6-61 0,0-1-34 0,0-3-16 15,0-6-1-15,0-4-73 0,-6-5-80 16,-2-3-2-16,-3 0-34 0,-6-4 37 0,-1 2-51 16,-4-3 67-16,-4 0 171 0,-3 1 117 15,0 0 143-15,-1 2 48 0,4 6 61 16,5 6 82-16,9 4 78 0,6 6-64 16,5-1-90-16,1 2-79 0,9 0-57 15,5 0 11-15,6 0 154 0,7 0-109 16,8 0-50-16,3-8-27 0,3-1-49 15,-2-4-38-15,-3 0-14 0,-2-1-22 16,-3 1-5-16,1 3-135 0,0 1-77 16,3 4-13-16,1 4 63 0,-2 1-262 15,-10 0-668-15,-1 5-471 0</inkml:trace>
  <inkml:trace contextRef="#ctx0" brushRef="#br0" timeOffset="124561.053">21686 6264 994 0,'0'0'577'15,"0"0"846"-15,0 0-988 0,9 89-56 0,-4-54-11 16,1 5-113-16,1 4-14 0,-2 1 53 15,-2-3-119-15,0-4-75 0,-3-6-45 16,0-9-55-16,0-6-15 0,0-5-40 16,0-5-95-16,0-4-58 0,-5-3-10 15,-2-12-150-15,1 0-581 0,-7-21-601 0</inkml:trace>
  <inkml:trace contextRef="#ctx0" brushRef="#br0" timeOffset="124883.88">21738 6205 1884 0,'0'0'1582'0,"0"0"-1267"0,0 0-314 0,0 0 42 16,0 0-30-16,0 0 65 0,0 0 86 16,0 0-54-16,0 0-110 0,0 0-67 15,85 77-47-15,-68-50-39 0,5 0 33 0,1 3 44 16,2 1-235-16,-2 1 11 16,-1 0 133-16,1-2 167 0,-4-4 108 0,0-1 11 15,-3-4 12-15,-2-6 50 0,-2-5 6 16,-1-8-13-16,-1-2-48 0,1-2-19 15,1-11 0-15,2-7 5 0,-3-7-25 16,2-5-40-16,-3-3-47 0,1 1-20 16,-3 1-26-16,-4 7 21 0,0 8 9 15,-4 6 16-15,0 6 27 0,-2 5 57 0,-7 1-10 16,-5 8 22-16,-2 7-65 0,-3 9 12 16,1 1 28-16,-2 6 0 0,3-2-28 15,3 0-43-15,3-4 0 0,-1-6-52 16,4 0-84-16,4-3-43 0,1-5-60 15,3-3-141-15,0-3-345 0,7-5-674 0</inkml:trace>
  <inkml:trace contextRef="#ctx0" brushRef="#br0" timeOffset="125117.379">22290 6516 349 0,'0'0'2557'0,"0"0"-2051"0,0 0-174 0,0 0-36 0,0 0-21 15,45 69-80-15,-40-59-71 0,1-2-124 0,0-4-19 16,1-2-73-16,3-2-1 0,7-9 31 15,3-7-16-15,5-8 10 16,6-2 68-16,0-3-13 0,2 3 23 0,-2 6-10 16,-3 7 56-16,-3 8 83 0,-4 5 7 15,-5 2-11-15,-1 11 13 0,-5 5 81 16,-3 6-91-16,1 3-59 0,-2 3-57 16,-3 0-22-16,-3-1-70 0,0-1-85 15,0-3-41-15,0-4-44 0,0-2-69 16,2-4-255-16,-1-3-696 0,-1 0-603 0</inkml:trace>
  <inkml:trace contextRef="#ctx0" brushRef="#br0" timeOffset="125613.599">23900 6516 1687 0,'0'0'2103'0,"0"0"-1936"0,0 0-120 15,-12 68-41-15,12-34 130 0,1 2 41 16,2-1-6-16,2-5-134 0,-1-8-37 16,3-8-43-16,2-6 43 0,1-8 2 0,0 0 19 15,4-6 29-15,1-9-1 16,1-5-49-16,-2-8-59 0,-1 0-8 0,-4 0 14 15,-3 3 17-15,-3 6 36 0,-3 6 37 16,0 4 16-16,-2 4 11 0,-7 4 10 16,-6 1-46-16,-3 0 9 0,-5 5 22 15,0 2-19-15,1 6-1 0,2 3 4 16,0 0 10-16,4 3-27 0,3-4-26 16,3 0-34-16,4-2-39 0,3 0-81 0,2 0-87 15,1-2-101-15,0-3-321 16,7-2-1006-16</inkml:trace>
  <inkml:trace contextRef="#ctx0" brushRef="#br0" timeOffset="125887.034">24336 6554 3029 0,'0'0'691'16,"0"0"-511"-16,0 0-26 0,52 71 77 16,-43-47 119-16,-3-4-55 0,-3-1-115 15,1-6-156-15,0-4-24 0,0-4-24 16,2-3-13-16,0-2-73 0,5-2 25 15,0-10 69-15,3-6-24 0,3-6-33 16,0-1-35-16,-1 0-19 0,2 5 38 16,-5 7 30-16,2 2 12 0,-4 8 35 15,0 3 12-15,1 0 108 0,-4 8 16 16,3 4 6-16,0 3-32 0,-2 2-21 0,-1 3-10 16,-2 1-30-16,3 0-19 0,-5-3-18 15,0-1-27-15,2-2-83 16,1 0-87-16,2-1-79 0,0 1-221 0,-2-3-671 15,0 1-769-15</inkml:trace>
  <inkml:trace contextRef="#ctx0" brushRef="#br0" timeOffset="126395.804">25501 6155 1638 0,'0'0'1709'0,"0"0"-1588"0,0 0-39 0,0 0 51 15,108 55 66-15,-75-17 15 0,-1 11 57 16,-4 8-95-16,-3 4-83 0,-2 1-41 16,-4 1-3-16,-5-4-49 0,-2-4-1 15,-5-5-11-15,-3-4-9 0,-2-12 21 16,-2-7 30-16,0-10 7 0,0-9 15 15,0-4 19-15,0-4 48 0,0-4 16 0,0-12-47 16,1-11-30-16,4-13-58 0,3-14-15 16,5-6 14-16,2-3-24 0,5 1 10 15,3 7 14-15,2 7 1 0,2 9 41 16,2 9-20-16,1 4-10 0,-1 4-11 16,-1 3-12-16,-2 3-12 0,-1 2 2 15,-1 3-20-15,0 3-13 0,-2 3-12 16,0 1-98-16,-1 3-26 0,1 1-31 0,0 0-101 15,-2 3-253-15,-5 2-669 0,2 7-1030 0</inkml:trace>
  <inkml:trace contextRef="#ctx0" brushRef="#br0" timeOffset="126665.234">27083 5722 2402 0,'0'0'1657'0,"0"0"-1398"15,0 0-256-15,0 0 143 0,0 0 15 16,87 66 88-16,-63-35 35 0,1 9-65 0,0 5-95 16,0 5-24-16,3 3 19 15,-3 5 14-15,1 1-58 0,-3 3-36 16,-5-1-37-16,-5 1 9 0,-8 1-11 0,-5-1-24 15,-3-3-18-15,-14 1-61 0,-6-4-60 16,-10 1-7-16,-7-6-24 0,-8-1-47 0,-10-4-118 16,-4 0-224-16,11-17-527 0,-33 11-613 15</inkml:trace>
  <inkml:trace contextRef="#ctx0" brushRef="#br0" timeOffset="127612.994">17953 8026 711 0,'0'0'1242'0,"0"0"-688"15,0 0-148-15,0 0-124 0,0 0 52 16,0 0-75-16,82 0-61 0,-66-6 19 16,7-1-61-16,0-2-32 0,6 4-23 15,4-1-8-15,5 2-4 0,5 0-40 16,5 1-27-16,6 1-20 0,8 1 41 16,2-3-19-16,7 1-24 0,2-3 0 15,6 1 0-15,3 0 12 0,2-2-10 16,5 1 2-16,7-2-4 0,4-2-4 15,4-2 3-15,7-1 1 0,5-4-3 16,7 0 3-16,6 0-18 0,5 0 6 0,3 2 0 16,2 2 11-16,0 2 2 0,2 3-2 15,0 0 1-15,3 1-3 0,3 0 3 16,6 1 4-16,4 2-4 0,3-2-1 16,2 2-12-16,2 0-54 0,-1 1-62 15,1-1 39-15,3 3-6 0,-1-3 22 0,1 4 9 16,-1-2 35-16,-3 2 30 0,-1 0 0 15,0 0 3-15,-2 0-3 0,1 0 56 16,-1 0-7-16,4-3-2 0,-4-3-10 16,0 3 3-16,-2-2-40 0,-3 3-3 15,0-1-15-15,-1 0 18 0,0-1-2 16,0 2-45-16,0-1-9 0,-4 0 13 16,0-1 3-16,-3-1-38 0,-2 0 34 15,-2-1 26-15,0-2 14 0,-2-3 4 0,0 1 3 16,0-3 25-16,-5-2-3 0,-3 3 6 15,0-6-13-15,-6 0 10 0,0 0-3 16,-3 1-23-16,-4 0-1 0,-4 3 2 16,-4 0-3-16,-7 5 0 0,-6-2-21 15,-7 4-35-15,-7 2-19 0,-10 1 0 16,-8 0-7-16,-7 3 0 0,-11 0 4 0,-8 1 2 16,-11 0 1-16,-9 0-55 15,-10 0-89-15,-9 1-158 0,-2 0-122 16,-16 0 36-16,1 2-756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41:01.23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23368 2544 936 0,'0'0'238'0,"0"0"116"0,0 0 277 16,0 0-163-16,0 0-127 0,0 0-81 15,0 0-12-15,0 0-29 0,0 0-24 0,-26-21-28 16,24 19-36-16,2 2-18 0,0 0 1 0,0 0-18 16,0 0-15-16,0 0-14 0,0 0 4 15,0 0-3-15,0 0-10 0,2 0-3 16,2 0 0-16,1 0 0 0,3-1-3 16,4 1-6-16,2-1 6 0,3-1-6 15,1 1-1-15,3 1-23 0,2-1 11 16,2-1-12-16,2 0 1 0,3-1-7 15,1 1 6-15,3-1-18 0,1-2 25 16,1 2-13-16,0 0 6 0,0 0-18 16,0 2 0-16,1 1-1 0,-3 0 0 15,-1 0 10-15,-1 0 3 0,-2 4-15 0,1-2-1 16,-2 0-2-16,0 1 1 16,1 1 1-16,-1-1 1 0,1 1 1 0,4-1 0 15,0 0-1-15,4 0 0 0,2-1 1 16,2 0 17-16,3-1-18 0,1 0-3 15,0 1 0-15,1-2-9 0,0 2 10 0,1-1 2 16,2-1 0-16,1 0 0 16,4-1 0-16,1-4 3 0,-1-2 13 0,1-2 5 15,1 0-19-15,-6-1 10 0,-4 0-9 16,-1 0 12-16,-7-1-12 0,-2 4-1 16,-2 0 13-16,-4 2-13 0,0 1-2 15,-2 1 1-15,-5 3-2 0,0 0 1 16,-4 0-15-16,1 0 14 0,-3 0-1 15,0 0-10-15,-2 0 12 0,-3 1-1 16,1 1 0-16,-5 0 1 0,-1-1-1 0,-1-1 1 16,-4 1-2-16,-3-1 1 0,2 1-1 15,-2-1 2-15,0 0 0 0,0 0-1 16,0 0-11-16,0 1 10 0,0 2-26 16,0-3-14-16,0 0 27 0,-2 0 14 15,-1 0-27-15,0 0-44 0,-3 0-35 16,0 0-12-16,-5 0-43 0,-1-5-59 15,-4 3-131-15,3-2-315 0,-19 3-863 0</inkml:trace>
  <inkml:trace contextRef="#ctx0" brushRef="#br0" timeOffset="4331.226">28012 2379 2721 0,'0'0'392'0,"0"0"-175"0,0 0-80 0,0 0-10 15,0 0 141-15,0 0 12 16,0 0-35-16,0 0-47 0,0 0-71 16,0 0-44-16,-3 3-25 0,5-3-9 0,-1 0-12 15,1 0-10-15,-1 0-5 0,1 1-20 16,-1 1-2-16,2 2-15 0,3-1-6 15,1 3 21-15,5 0 1 0,-1 3-1 16,0-1-12-16,3-2-3 0,0 2 2 16,1-3-14-16,-1-1-74 0,6-3-19 15,2-1-19-15,3 0-19 0,0 0-69 16,6-1-66-16,2-5-194 0,0 1-228 16,0 4-88-16,1-1-219 0,-9 0 471 15,7 2 345-15</inkml:trace>
  <inkml:trace contextRef="#ctx0" brushRef="#br0" timeOffset="4671.106">28983 2348 153 0,'0'0'652'15,"0"0"1028"-15,0 0-1200 0,0 0-163 0,0 0-59 16,0 0 17-16,0 0-68 0,0 0-65 16,0 0-15-16,0 0-55 0,34 11-29 15,-21-8-18-15,-1-2 0 0,2 0-4 16,3 2-18-16,0-1 9 0,4 0-12 0,0 0 0 15,2-1-22-15,-1-1-27 16,1 0-88-16,-3 0-31 0,3 0-15 0,-1 0-85 16,3-3-113-16,-2 1-235 0,2-1-469 15,-9 1-220-15,7 1 1292 0</inkml:trace>
  <inkml:trace contextRef="#ctx0" brushRef="#br0" timeOffset="6569.058">8250 3370 2271 0,'0'0'294'0,"0"0"-249"0,0 0-19 16,0 0 39-16,0 0 12 0,0 0-16 15,0 0-29-15,0 0 29 0,0 0-61 16,85 32-27-16,-62-25-88 0,5-3-76 0,1 3-77 16,1 0-130-16,0-2-419 0,-7 0-299 15</inkml:trace>
  <inkml:trace contextRef="#ctx0" brushRef="#br0" timeOffset="6810.237">9233 3357 1782 0,'0'0'1341'0,"0"0"-1312"16,0 0-29-16,0 0 0 0,0 0 23 15,0 0 98-15,0 0-16 0,0 0-22 16,0 0-20-16,0 0-19 0,51-5-9 0,-37 5-16 15,-1 0-19-15,6 0-3 0,1-1-60 16,0-2-42-16,0 0-19 0,3 0-48 16,-1 1-72-16,2 0-97 0,-1-1-151 15,2 2-304-15,-9-2-326 0,8 3 1050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42:11.80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18113 4068 541 0,'0'0'82'16,"0"0"-20"-16,0 0 1062 0,0 0-780 0,0 0-59 16,0 0-94-16,0 0 31 0,0 0 50 15,0 0-35-15,0 0-6 0,-51-15-22 16,48 14-14-16,1 1 15 0,-1-1 8 15,3-1-8-15,-1 2-23 0,1 0-49 0,0 0-37 16,0 0-22-16,0 0-21 0,0 0-9 16,0 0 3-16,0 0 3 0,0 0 14 15,0 0 26-15,1 0-56 0,-1 0-21 16,3 0-15-16,0 0-1 0,3 0 1 16,2 0-1-16,4 0 16 0,4 2-2 15,1 0 8-15,5 2 9 0,2-2-15 0,2 2 6 16,3-3 4-16,0 2-13 15,-2-3-12-15,2 1 12 0,0-1-12 16,1 3 15-16,3-1-15 0,3 0 12 16,2 2-13-16,1-1-2 0,1 2 1 15,2 0 0-15,0 1-1 0,0 0 1 16,1 3 0-16,-1-2 0 0,-2 1-1 0,0-2 1 16,-1 2-1-16,-1-2 0 0,2-1-9 15,-3 1-3-15,1-1 12 0,-1-3-2 0,0 2-1 16,0-3-21-16,-1 1 22 15,1 2 0-15,4-2 1 0,0 1 0 0,0 0 2 16,-1 3-2-16,-1-1 1 0,-3 2-1 16,-3-1-2-16,0 2-9 0,-2-1 9 15,0 1 2-15,-2-1-2 0,1 2 3 16,2-2-3-16,-2-1 0 0,2 0 1 16,1-2-1-16,2 3-9 0,1-3 12 15,2 0 10-15,2 1-8 0,0 0 0 0,1 1 1 16,-1 1-2-16,-1-2 1 0,-3 2 1 15,-2 1-1-15,0 2-2 0,0-1-9 16,3 0 7-16,-1 0 2 0,1 0 0 16,0-2 21-16,2 0-18 0,0 0-1 15,0-1-2-15,1-1 2 0,3-1-1 16,2 1 17-16,2-3-18 0,-2 1 0 16,1-1 0-16,-4 0-3 0,0-1 1 0,-2 1 2 15,-2-2-1-15,-1 0 0 0,-1 0 1 16,-1 0 1-16,1 0-1 0,-5 0 0 15,-2-2 1-15,-2 1 1 0,-2 1-1 16,-2 0 0-16,-1 0-1 0,-2 0 1 16,0 0 2-16,-1 0 0 0,0 0-1 15,1 0-1-15,1 0 11 0,0 0 9 16,0-2 3-16,1-1 13 0,-3-1-25 0,1-1 18 16,0-2-12-16,0-1-6 0,3 0-9 15,3-2-3-15,0 0-1 0,-1 1 1 16,-1-2 1-16,-2 2 1 0,-1-1-1 15,-3 2 0-15,0 1 1 0,-2-2 10 16,4 0-10-16,-5-1 1 0,2 2-1 16,0-3 1-16,-4-2 10 0,2 1-10 15,-1-3 0-15,1-2-1 0,1-2 0 0,-3-2 1 16,2-3 0-16,-2-1-1 0,0-1-2 16,0 1-3-16,-2-1 0 0,-2 0-9 15,0 0 11-15,-2 1-1 0,-1 0 0 16,-3 0-11-16,-2-3 10 0,1 2-12 15,-2 0 13-15,0-1-1 0,0 1-9 16,-3-1 9-16,-3 2 3 0,3-3 0 16,1 1-3-16,0 2 2 0,-1-3 0 15,2 2 1-15,-1-2 0 0,1 0 0 0,-1 1 3 16,1-1-1-16,-1 1 0 0,-1-1 1 16,1 5 0-16,-4-1 15 0,3 2-6 15,0 1-9-15,0 0 19 0,-1 0-21 16,0 0 0-16,-1-3 0 0,-2 1-1 15,4 0-15-15,-1-1 13 0,0 4 0 16,1-1 0-16,-2 2 2 0,2 1 2 16,-2 1 17-16,-5-2-7 0,0 2-12 0,-5-1-2 15,1-1-1-15,-5 0-12 0,0 3 14 16,-2 0-15-16,-1-2-8 0,0 1 9 16,-4-1 0-16,2 0-9 0,-2 0-15 15,0 2 17-15,-3 1-20 0,5-1 21 0,-4 3 18 16,-1 3-15-16,1 1 17 0,-4 3-14 15,-3 1 12-15,-5 0-18 0,0 3-1 16,-4 0 20-16,0 1-10 0,1 1 0 16,-5-1-15-16,6-1 9 0,-1-1 18 15,3 1 1-15,1-3-1 0,0 0 0 16,0 2 0-16,0-2-2 0,2-1 2 16,-3 0 0-16,-2 0-1 0,1 0-1 0,-3 2 1 15,0 1 0-15,-1-1 1 0,-4 2 2 16,-1 1-2-16,-2 0 0 0,-3-1-2 15,1 1 2-15,0 0 29 0,4 0 7 16,-2-2-15-16,-1 1-8 0,-2 2-11 16,-3 0-2-16,-1 0-22 0,1-2 21 15,-1 1 1-15,5 0 34 0,-1 1-32 16,1 0 1-16,-2 1-3 0,-1 4-19 0,1 1-21 16,2 4 40-16,7-4 10 0,1 1-10 15,2 1-18-15,2 0 6 0,1 0-21 16,3-1 8-16,4 0 25 0,3-2 28 15,3-1-19-15,0-1-9 0,2 2-20 16,-1-1 20-16,2-2 3 0,-2 2 0 16,-3 0 14-16,-4 1-17 0,-4 1 0 15,-3 2-15-15,-1-2-19 0,2 1 34 16,3-2 18-16,2 0 0 0,0-3-18 0,2 4 0 16,-3-2-15-16,2 1 13 0,-4 1-1 15,4 0-19-15,-1 0-10 0,6-1 32 16,1 2 15-16,2-2 6 0,4 3-21 0,0 1-18 15,2-2 0-15,4 0 15 16,-1 4 2-16,5-3-2 0,-2 3-15 0,4-1-7 16,0 1 4-16,2 2 6 0,-1 1 3 15,1 2-6-15,2-4 18 0,-1 1 0 16,0 0 0-16,1-1 1 0,-2-1 0 16,2 1-1-16,-4 1 2 0,1 0 0 15,0-1 1-15,0 2-1 0,1-2-1 16,1 1 0-16,1 0-1 0,3-1-15 15,-4 2 12-15,3 3-10 0,0 2 13 16,-1 2 15-16,1 0-14 0,0-2 2 16,1 0-3-16,0-3 0 0,-3 2 1 15,3-1 14-15,2 0 2 0,-2-2-17 0,0 1-6 16,2 1 6-16,-1-2 12 0,1 3-12 16,-2 3 1-16,1 0-1 0,2 4 0 15,0 2 1-15,0 2 19 0,0 4-7 16,0 0-10-16,0-1 0 0,0 2 20 0,5-1-22 15,-1-4 19-15,0 2-20 16,2-1 0-16,1-1 1 0,0-2-1 0,-1 0 10 16,0-1-10-16,1 0 0 0,0-1 0 15,-1 1 1-15,0-1 1 0,1 0-2 16,0-1-1-16,0-3-1 0,2-2 1 16,-1-2 1-16,0-2 2 0,-2 0 1 15,-2-4-3-15,1-2 0 0,-3-2-12 16,1-3 0-16,0-3 9 0,-3 1-12 15,2-2 3-15,-1 0 9 0,-1 0 0 16,0 0-13-16,3 0 14 0,-3 0-16 16,0 0-36-16,0-2-1 0,0 1-3 15,1-3-27-15,1-3-40 0,1-3-83 0,2-5-189 16,1-4-38-16,-3 2-366 0,-1-14-1043 16</inkml:trace>
  <inkml:trace contextRef="#ctx0" brushRef="#br0" timeOffset="11083.586">19759 3039 1304 0,'0'0'2050'0,"0"0"-1575"15,0 0-213-15,0 0-88 0,0 0 105 0,0 0 17 16,0 0-64-16,0 0-73 0,0 0-59 15,4-75-27-15,12 38-18 0,4-2 12 16,3-3 30-16,2-2-13 0,3-1-26 16,0-3-19-16,1-2-9 0,1-2-2 0,1-3-28 15,0-1 18-15,1 0-3 0,-2-2-3 16,2 0 0-16,-2 0-12 0,-1 5-15 16,-1 3-6-16,-3 8 3 0,-2 4-10 15,-5 7 7-15,-1 6-12 0,-4 3-24 16,0 5-46-16,-6 2-6 0,0 4-37 15,-2 2 3-15,-2 7-40 0,-2 2-68 0,-1 4-107 16,0 11-151-16,0 1-489 0,-7 18-525 16</inkml:trace>
  <inkml:trace contextRef="#ctx0" brushRef="#br0" timeOffset="11330.893">20129 2844 2367 0,'0'0'587'0,"0"0"-204"0,0 0-84 16,0 0 19-16,0 0 101 0,0 0-91 16,0 0-74-16,0 0-61 0,71-86-44 15,-48 41-22-15,2-5-29 0,1-6-29 16,-2-3-29-16,2 2-10 0,0 1-6 16,-2 3-22-16,1 4-2 0,0 4-12 15,1 2-12-15,-1 0 22 0,1 4-74 16,-5 3-33-16,-3 4-64 0,-2 3-47 0,-1 1-92 15,-2 0-214-15,-4 6-600 16,-4-11-1119-16</inkml:trace>
  <inkml:trace contextRef="#ctx0" brushRef="#br0" timeOffset="11652.681">20333 844 2519 0,'0'0'502'15,"0"0"-269"-15,0 0 25 0,0 0 200 0,0 0-21 16,0 0-27-16,0 0-137 0,0 0-45 15,32 79-76-15,-24-38-46 0,-2 10 52 16,-2 14-68-16,1 7-20 0,-3 10-37 16,1 3-33-16,0 0-3 0,0-6-21 15,0-6-28-15,3-14-41 0,-1-14-7 16,0-14-9-16,-1-12 6 0,-1-8-25 0,1-8-24 16,-2-3-105-16,-1-3-177 0,-1-8-197 15,3 1-432-15,-3-20-835 0</inkml:trace>
  <inkml:trace contextRef="#ctx0" brushRef="#br0" timeOffset="11970.769">20441 911 2508 0,'0'0'586'16,"0"0"-242"-16,0 0 70 0,0 0-53 15,70-79-81-15,-44 60-70 0,3 1-35 16,7 4-56-16,3 2-33 0,6 5-32 0,0 4-23 15,3 3-10-15,-1 7-18 0,-1 7 22 16,-1 7 20-16,-3 3-14 0,-5 7-19 16,-4 2-12-16,-6 5 2 0,-6 1 19 15,-6 2-18-15,-5-2 0 16,-5 1 16-16,-5-1 8 0,0-1-24 0,-7-2 18 16,-4 1-6-16,-6-3 4 0,-2-2-1 15,-4-1-6-15,-3-3-12 0,-2-1-1 16,-6-1-23-16,-5 0-25 0,-2 3-69 15,-3-4-26-15,2-2-24 0,0-4-3 16,-2-6-131-16,3-4-138 0,2-4-153 16,8-3-735-16,-8-2 0 0</inkml:trace>
  <inkml:trace contextRef="#ctx0" brushRef="#br0" timeOffset="15619.224">26345 4139 691 0,'0'0'2099'0,"0"0"-1791"15,0 0-107-15,0 0 3 0,0 0 52 16,0 0 65-16,0 0-19 0,0 0-57 0,0 0-85 16,0 0-44-16,-2 2-21 0,4-2-19 15,2-2-15-15,4 2-18 0,2 0 9 16,4 0-9-16,2 0-7 0,4 0-6 15,1 0-28-15,3 3-2 0,1 0 0 16,-1-2 0-16,3 2-12 0,1 1-15 16,3-4-13-16,2 0 37 0,1 0-131 15,0-7-61-15,1 3-79 0,-3-1-128 16,-9 2-306-16,4-6-993 0</inkml:trace>
  <inkml:trace contextRef="#ctx0" brushRef="#br0" timeOffset="16089.333">27311 4217 1163 0,'0'0'983'0,"0"0"144"16,0 0-873-16,0 0-127 0,0 0 166 15,0 0 92-15,0 0 1 0,0 0-101 16,0 0-138-16,0 0-74 0,24-12-31 16,-15 10-11-16,3 2 2 0,6-2 28 0,4 2-6 15,3 0-16-15,0 0-8 0,4 0-1 16,4 0 15-16,1 2-8 0,-1-2 60 16,1 4-49-16,-3-4-47 0,1 2 0 15,-4 0-1-15,-1-2-27 0,2 2 3 16,-1-2-1-16,-3 1-17 0,1 0-76 15,-3 1-25-15,-4-2 0 0,1 0-52 0,-7 0-53 16,2 0-150-16,-5-2-244 0,-4 0-595 16,-3-4-781-16</inkml:trace>
  <inkml:trace contextRef="#ctx0" brushRef="#br0" timeOffset="17197.955">6672 4898 297 0,'0'0'2336'0,"0"0"-1889"0,0 0-278 0,0 0 19 15,0 0 31-15,0 0 127 0,0 0-157 16,0 0-74-16,75-9-7 0,-55 6-49 0,-1-1 0 16,4 0-13-16,0 0-30 0,0 0-1 15,0 1-15-15,2 0-37 0,-2 0 22 16,-2 2 12-16,1-2-41 0,1 3-95 15,-2 0-66-15,0 0-84 0,-1 0-202 16,-7 2-782-16,4 6-732 0</inkml:trace>
  <inkml:trace contextRef="#ctx0" brushRef="#br0" timeOffset="24368.362">14433 6268 935 0,'0'0'1029'16,"0"0"-747"-16,0 0-140 0,0 0 23 0,0 0 119 16,0 0-85-16,0 0 47 15,0 0 198-15,0 0-208 0,0 0-66 0,72-40-39 16,-65 35 0-16,0 5-7 0,5-1-13 16,-2 1 61-16,3 0-68 0,1 0-24 0,3 0-4 15,2 2-21-15,1 2 0 16,3-3-18-16,-1 4-19 0,3-4 6 0,-1 0-12 15,0 2 7-15,-2-2-7 0,3 0 18 16,-1 0-8-16,1 4 2 0,0-2-23 16,3 1 20-16,-2 1 70 15,1 2 6-15,1-2-70 0,-2 0-25 0,-2 1 11 16,0 0-12-16,-3-4-1 0,0 2 0 16,2-1-13-16,-1-1 12 0,0-1 1 15,1 1 0-15,-2-1-1 0,0 2 1 16,0-2 0-16,1 1 0 0,-2-2 1 15,2 0 15-15,-1 0 17 0,2 0-32 0,0 0-1 16,-1-2-1-16,1 1 0 16,-1 1 2-16,2 0-1 0,2 0 0 0,0 0 0 15,0 0 0-15,3 0 1 0,-2 1 2 16,2-1-2-16,3 0 0 0,-2 0 10 16,3-1-10-16,0-5 0 0,3-2 20 0,0 1-18 15,0-2 9-15,2-1-10 0,-2 3 11 16,3-4-10-16,-3 4 9 0,0 2 0 15,-2 3 3-15,3 0-15 0,-3 2 2 16,3 0-1-16,-1 0-1 0,2 2-1 16,0 0 0-16,2 1 1 0,-1-3-2 15,1 0 1-15,2-5 1 0,0-3 10 16,0-1-7-16,2 1-1 0,-4-3 10 16,2 4-10-16,0 1 0 0,-3-1 1 15,-2 2 0-15,3 1-3 0,-3 2 0 16,-1 0-1-16,1 0-1 0,-2 0 1 15,0 1-1-15,-1-3-13 0,2 3 15 16,-1-3-2-16,-2 1 2 0,1-1 12 0,0 2-11 16,-3-4-1-16,0 4 1 0,0 0-1 15,-3 1 2-15,0-2-2 0,-2 2 0 16,0 1-2-16,-2 0-10 0,-2 0 11 16,1 0-14-16,-2 0 3 0,0 0 12 0,-1 1 0 15,-1 0 0-15,0 1 0 0,-1-1 0 16,2 1 1-16,-2 0-1 0,1 1-3 15,1 1-7-15,0-1 10 0,-2 1 1 16,2-1-1-16,-2 0-3 0,1 0 0 16,-2-1-12-16,-1 0 15 0,4 0 0 15,-3 0 1-15,1 0-1 0,1 1-1 16,-2-2 0-16,3 0 1 0,0-1 1 16,1 0 0-16,2 0 0 0,-2 0-1 15,1 0 2-15,1 0-1 0,1 0 1 0,2 0-2 16,-4 0 0-16,3 1 14 0,1 3-13 15,-2-2-1-15,0 2-1 0,-2-1-1 16,3 1-4-16,-2 1 5 0,2 1 1 16,1-4 0-16,-2 2 0 0,3-3 0 15,0 0 0-15,1 2 1 0,-1-3 1 0,-1 2-2 16,0-2-2-16,-3 0 2 0,2 1 1 16,-2-1 1-16,-1 4-1 0,0-3 0 15,0 3-1-15,-1-1-12 0,0 2 12 16,0-3 1-16,2 2 0 0,0-3 0 15,1 0-1-15,0 1-3 0,0-1 2 16,-1-1 1-16,2 0-1 0,-2 2-12 16,2-2 13-16,-1 1-1 0,0 3-2 0,-2-2-8 15,3 3 11-15,-1 0 0 0,2 0 0 16,0 1 0-16,0-1 0 0,0-1-1 16,1 1-2-16,2 0 3 0,-1-2 0 15,2 0-12-15,0 0 10 0,0 0-1 16,1-3 2-16,0 1 1 0,0 1 1 15,0 0 0-15,2-2-1 0,-1 2 1 16,1 2 11-16,1-2-12 0,-1 2-1 16,0 2-1-16,0-3 1 0,3 3 1 0,-2-2 0 15,2 2 0-15,2-1 0 0,0-2 0 16,0 1 0-16,1 1-1 0,0-3 1 16,2 1-1-16,2-1 0 0,-1 1 1 15,2 0 2-15,0-1 8 0,4 2-10 16,-3-3-19-16,4 5 19 0,-3-3 0 15,2 2 0-15,-2 0 0 0,-2 2 2 0,1-1 0 16,-3 1-1-16,1 1-1 16,-1-2 0-16,0 0 0 0,-2 1 1 0,1-2-1 15,0-2 0-15,-2 1-1 0,0-2 1 16,-1 0 0-16,-1 0-1 0,-2-1 0 16,-1-1 0-16,-2 0 0 0,0 0 0 15,-1 0 0-15,0 0 0 0,-1 0-1 16,-3 0 1-16,1-1-1 0,-4-1 2 15,-1 2-1-15,-3-3-2 0,-3 2 1 0,-2 1-19 16,-2-2 3-16,-3 2-1 0,-1-1 17 16,-3 0-13-16,-2 1 14 0,-1 0-1 15,-2 0 2-15,-1 0 18 0,0 0 16 16,0 0-1-16,0 0 0 0,0 0-11 16,0 0-7-16,0 0 0 0,0 0 9 15,0 0 0-15,0 0-3 0,0 0-6 0,0 0 1 16,0 0-13-16,0 0 0 0,0 0 0 15,0 0-3-15,-1 0-16 0,0 0-8 16,1 0-18-16,-2 0-12 0,1 0-34 16,-4-2-24-16,-2 1-55 0,-6 0-80 15,-3-3-277-15,1 3-777 0,-19-2-1516 0,129 15 2343 16</inkml:trace>
  <inkml:trace contextRef="#ctx0" brushRef="#br0" timeOffset="39133.749">22961 2720 2138 0,'0'0'1053'0,"0"0"-868"0,0 0-42 16,0 0-52-16,0 0 80 0,0 0 55 16,-85-21-19-16,70 20-76 0,2-1-22 0,-2 1-26 15,-1 1 19-15,2 0-50 0,-1 4 16 16,0 2-7-16,-1 6-8 0,-3 3-41 16,0 9 2-16,-4 7-14 0,-3 6-24 15,-1 9 5-15,-2 4 7 0,0 6 9 16,-1 1-34-16,1 5 36 0,2 3-21 15,-1 1 1-15,2-1 19 0,2 1 1 16,3-3 0-16,0-1 1 0,2-2 0 0,3 0-1 16,5 2 1-16,2-1 0 0,8 2-2 15,1-3-17-15,4 1-1 0,13-3 20 16,2-4 0-16,7-2 2 0,7-2-1 16,4-6 0-16,6-1-2 0,4-5-35 0,7-1 24 15,3-1-7-15,7-5-18 0,6 1-15 16,6-3-1-16,5 0 52 0,4 1-14 15,8-2 14-15,2-2 1 0,7-2 1 16,3-4-1-16,2-2-9 0,2-6-38 16,1-7 22-16,-2-5-8 0,-3-7 33 15,-4-12 26-15,-6-7-24 0,-6-7 12 16,-6-7 7-16,-6-4 10 0,-3-3 6 16,-5-4 13-16,-3-8-16 0,-8-1 18 15,1-6-43-15,-7-7-9 0,-2-6-49 16,-3-7 27-16,-6-2-58 0,-2-7 21 0,-6 1 31 15,-7-2 0-15,-2-2 22 16,-6 0 6-16,-7 0 2 0,-8 1 14 0,-3 2-15 16,-11 1 42-16,-10 2-30 0,-6 0 30 0,-10 5-41 15,-5 3 38-15,-11 2-21 0,-7 6-18 16,-7 4-1-16,-8 2-19 0,-7 8-12 16,-3 6 4-16,-6 11 8 0,-1 9 19 15,-6 16 1-15,-1 12-1 0,-4 8-6 16,-2 15 6-16,1 11 43 0,-2 10-18 15,0 8 11-15,5 5-36 0,-1 5-28 16,10 1 10-16,5 2-7 0,11-3 24 0,11-5-21 16,15-4 0-16,13-9-27 15,12-9-57-15,13-5-68 0,9-5-90 0,5-9-195 16,14-4-191-16,0-4-545 16,23-12-143-16</inkml:trace>
  <inkml:trace contextRef="#ctx0" brushRef="#br0" timeOffset="39585.258">24734 2023 1117 0,'0'0'2036'16,"0"0"-1723"-16,0 0-243 0,0 0 21 0,0 0 114 15,0 0 135-15,0 0 26 0,0 0-83 16,0 0-105-16,0 0-62 0,0 0-24 0,20-10-1 15,-10-2 49-15,5-6-7 0,5-5-63 16,7-7-34-16,7-4-6 0,3-7-11 16,8-5 2-16,1 0-21 0,6-5-3 15,1 1-12-15,-1 1 13 0,-2 3-23 16,-2 4 7-16,-5 5 6 0,-5 3-18 16,-4 4-25-16,-5 6-14 0,-5 5-10 15,-4 4-3-15,-8 3 9 0,-2 4-3 16,-4 4-22-16,-5 1-27 0,-1 3-22 0,0 0-13 15,-7 3-31-15,-4 6-123 16,-2 3-262-16,-6 3-459 0,-4 6-306 0,5-4 132 16</inkml:trace>
  <inkml:trace contextRef="#ctx0" brushRef="#br0" timeOffset="39842.125">24888 2126 101 0,'0'0'1452'0,"0"0"95"0,0 0-1282 16,0 0-176-16,0 0 41 0,0 0 123 15,0 0 14-15,0 0-39 0,0 0-24 16,0 0-44-16,79-44-37 0,-43 14-40 16,6-3-9-16,4-4-13 0,1-4-37 15,-1-2-23-15,-2 1-1 0,-2 0-3 0,-4 3-18 16,-2 2-19-16,-3 1-49 0,-6 7-64 15,-2 1-32-15,-6 6-25 0,-5 2-68 16,-4 6-182-16,-6 2-235 0,-4 4-520 16,0 2-234-16,-7 1 1410 0</inkml:trace>
  <inkml:trace contextRef="#ctx0" brushRef="#br0" timeOffset="41548.82">24810 1527 737 0,'0'0'2222'0,"0"0"-1883"16,0 0-285-16,0 0-54 0,0 0 0 0,0 0 90 15,0 0 56-15,0 0 34 16,0 0-38-16,0 0-51 0,10 59-47 0,-10-30 19 16,0 6-16-16,0 3-19 0,0 2-12 15,-7 5 21-15,-1 6-18 0,-2-1-7 16,-1 3-12-16,-1-3-1 0,3-6 0 16,0-5 1-16,3-5 13 0,2-9-13 15,1-6 1-15,3-5-1 0,0-3 0 16,0-1-22-16,2-6-3 0,5 1 1 15,2 0 24-15,4-1 50 0,2-1 12 0,4-1-6 16,1 1-22-16,3-1-9 0,0-1 6 16,4-1-15-16,1 0 5 0,7 0 4 15,2 0 15-15,4 0 6 0,1 0-33 16,3 0-13-16,-3-3-1 0,1 0-2 16,-4-1-46-16,-1-1-50 0,-2-2-34 0,-3 0-32 15,0-3-71-15,-4 2-72 16,-7-2-262-16,7-9-747 0</inkml:trace>
  <inkml:trace contextRef="#ctx0" brushRef="#br0" timeOffset="42189.961">25904 969 421 0,'0'0'3051'16,"0"0"-2684"-16,0 0-364 0,0 0 0 0,0 0 116 15,0 0 45-15,0 0 67 0,0 0-74 16,-20 69-92-16,20-33-31 0,3 9 37 0,3 3 6 15,-1 5 37-15,1 3 8 0,-1-2-55 16,1-3-15-16,0-4-18 16,0-4-19-16,5-7-3 0,-3-6 6 0,6-6 4 15,-2-6 2-15,2-2-24 0,-1-9-3 16,3-1-15-16,-1-6 3 0,2 0 11 16,0-5 1-16,3-6-18 0,2-4-37 15,-2-7-21-15,-1-3-19 0,-1-3 0 16,0-3 3-16,1-2-7 0,-3-5-12 15,1-1-10-15,0-8-28 0,-3-2-13 16,0-1-43-16,-2-2 3 0,-4 0 53 0,-2 3 76 16,-1 6 47-16,-2 5 29 15,-3 6 51-15,0 7 32 0,0 4 56 0,0 7 28 16,0 4-13-16,0 4-28 0,0 3 8 16,0 3-10-16,0 0-19 0,-1 0-15 0,-1 0-29 15,1 3-27-15,-1 3-15 0,0 4-18 16,2 3-1-16,0 5 3 0,0 3-2 15,0 4 30-15,4 4 12 0,2 3-25 16,1 2 13-16,0 3 15 16,0 1-13-16,1 1-14 0,-3 1-4 0,-1 0-14 15,1-3 0-15,-2-3-1 0,1-6-3 16,0-4-21-16,4-6 21 0,-1-6-28 16,0-1 10-16,0-6-19 0,1-1-93 15,-2 1-70-15,-1-5-48 0,2 0-66 16,0 0-138-16,-1-9-265 0,1 5-801 15</inkml:trace>
  <inkml:trace contextRef="#ctx0" brushRef="#br0" timeOffset="42463.107">26583 951 3164 0,'0'0'1073'0,"0"0"-961"0,0 0-81 16,0 0 37-16,0 0 115 0,0 0 145 16,89 1-93-16,-66 0-89 0,5 1-70 15,1-2-30-15,-1 0-7 0,-1 0-20 0,-2-4-19 16,1-5-24-16,0 0-12 0,-3-4-73 15,-1 0-53-15,0-2-51 0,-5 0-70 16,-4 1-119-16,-6 0-292 0,-2 5-608 16,-5-1-616-16</inkml:trace>
  <inkml:trace contextRef="#ctx0" brushRef="#br0" timeOffset="42667.458">26683 988 434 0,'0'0'2649'0,"0"0"-2241"0,0 0-240 15,15 85 59-15,-6-53 84 0,0 1 79 16,1 3-91-16,0 0-91 0,-1 5-65 16,0 3 112-16,-3 0-67 0,-3 2-113 0,-3-3-75 15,0-1-18-15,0-6-19 0,-1-5-69 16,-1-10-24-16,2-4-25 0,0-6-49 16,0-8-96-16,0-3-188 0,0-1-295 15,0-4-792-15,0-18-227 0</inkml:trace>
  <inkml:trace contextRef="#ctx0" brushRef="#br0" timeOffset="42815.978">26760 1291 2996 0,'0'0'1212'0,"0"0"-1128"0,0 0-40 16,0 0 191-16,0 0 54 0,0 0 11 16,82 3-63-16,-60-11-115 0,6-4-80 15,2-2-21-15,2-4-21 0,-1-3-15 16,2 1-91-16,-1-2-61 0,3 0-19 15,-2 1-43-15,-2-1-193 0,-9 7-545 16,4-10-675-16</inkml:trace>
  <inkml:trace contextRef="#ctx0" brushRef="#br0" timeOffset="43028.103">27495 879 969 0,'0'0'2888'0,"5"70"-2546"0,-1-31-224 16,0 6 127-16,1 10 148 0,0-2-48 16,0 1-117-16,-3 0-113 0,1-2-76 0,0-3-39 15,0-7 0-15,0-6-18 0,2-8-55 16,0-10-33-16,-1-7-46 0,1-7-46 16,-2-4-68-16,0 0-187 0,-1-13-485 15,-2 3-651-15,0-21-222 0</inkml:trace>
  <inkml:trace contextRef="#ctx0" brushRef="#br0" timeOffset="43314.733">27562 821 140 0,'0'0'2980'0,"0"0"-2379"0,0 0-528 16,0 0-10-16,0 0 145 0,0 0 57 16,93-38-12-16,-70 38-59 0,2 5-83 15,-1 3-35-15,2 7-21 0,0 2-18 16,-3 3-22-16,-2 2-12 0,-3 2-3 15,-2 3 3-15,-4 1 1 0,-4 2-4 0,-3 4-2 16,-5 2-12-16,0 3 14 16,-8 0 0-16,-6 4 3 0,-5-2 16 15,-2 0-1-15,-1-1-17 0,-4-5 2 0,-3 1 15 0,-3-5-16 16,-1-4 0-16,-1-2-2 0,-4-4-27 16,2-5-16-16,0-3-55 0,-3-3-40 15,-1-3 3-15,1-6-56 0,-3-1-101 16,-2 0-255-16,-3-6-713 0,13-1-877 15,-25-12 1874-15</inkml:trace>
  <inkml:trace contextRef="#ctx0" brushRef="#br0" timeOffset="50907.516">19988 1244 1102 0,'0'0'1115'0,"0"0"-563"0,0 0-192 16,0 0-19-16,0 0-37 0,-76-10-81 0,53 10-47 16,-3 0-42-16,-4 3-10 0,-1 2-25 15,-3-1 0-15,-2 2 5 0,-4 0-21 16,-2 0-18-16,-2-1-7 0,-5 2-34 15,-4 0 10-15,-4 2-16 0,-4 0-12 16,-5 0-6-16,-6 0-30 0,-4-1 5 16,-6 1-2-16,2-3-10 0,0-3-64 15,4-3 6-15,8 0 27 0,6-7-74 16,9-4-7-16,11-3-69 0,8-3-109 16,8 0-69-16,7-2 48 0,10-3-147 0,4-1-516 15,2 3-194-15,3-8 1042 0</inkml:trace>
  <inkml:trace contextRef="#ctx0" brushRef="#br0" timeOffset="51174.976">18662 995 804 0,'0'0'85'0,"0"0"1390"0,0 0-969 0,0 0-166 15,0 0 7-15,0 0-25 0,0 0-30 16,0 0-118-16,0 0-81 0,0 0-74 16,-82 7-19-16,55 6-10 0,-2 3 9 15,-4 4 1-15,1 3-43 0,-1 5 15 16,0 5-15-16,1 3-1 0,2 3 7 15,1-1 6-15,3 0 6 0,7-5-3 16,5-8 25-16,4-3-28 0,4-5 30 16,3 0-13-16,3-1-11 0,0 1 9 15,12-4-19-15,5 0 22 0,10-1 13 0,9-3 17 16,9-2 34-16,11-5-20 0,4-2-9 16,4 0-22-16,-2-4-1 0,-3-3-122 15,-5 4-135-15,-7-1-243 0,-7 0-656 16,-12 1-407-16,1-4 1123 0</inkml:trace>
  <inkml:trace contextRef="#ctx0" brushRef="#br0" timeOffset="51853.91">14120 1102 241 0,'0'0'2439'0,"0"0"-2082"16,0 0-127-16,0 0 6 0,0 0 29 16,0 0-92-16,0 0-49 0,0 0-62 15,79 86-18-15,-73-49 3 0,-3 5-22 16,1 5-16-16,-4 0-9 0,3-4-16 0,-2-6-24 16,-1-7 17-16,3-7 21 0,-1-11-9 15,-1-5-60-15,2-6-15 16,-1-1 30-16,2-3 18 0,0-7 38 0,4-8 8 15,3-7-8-15,1-6-37 0,2-5 37 16,0-4-3-16,1 1 3 16,-1 1 6-16,0 2 13 0,-2 6 12 15,-2 5 13-15,2 8 42 0,-4 3-46 0,1 6-2 0,-2 5 30 16,2 3-21-16,-2 0-35 0,0 7 10 16,-1 4-22-16,1 6 47 0,0 6 12 15,-4 5-3-15,-1 5-53 0,-1 2 18 16,-1 1-21-16,0-3-13 0,0-3-46 15,0-8-22-15,0-5-9 0,2-8-85 16,1-3-61-16,0-6-58 0,2 0-194 16,-1-8-510-16,-1-9-263 0,-1 3 766 15,1-17 209-15</inkml:trace>
  <inkml:trace contextRef="#ctx0" brushRef="#br0" timeOffset="52116.59">14539 1229 673 0,'0'0'988'0,"0"0"-184"0,0 0-385 15,16 67-121-15,-12-40 100 0,2-4-32 0,0-2-50 16,1-6-86-16,0-3-110 0,2-7-70 16,1-2-29-16,3-3 1 0,5-6 36 15,0-5-15-15,3-5 9 0,0-7-52 16,-1-2-46-16,-2-1-61 0,-1-2-11 16,-3 2 17-16,-1 2-5 0,-3 2 10 15,-5 4 12-15,-4 4 12 0,-1 3 44 16,-4 5 28-16,-8 1 10 0,-7 3-10 15,-1 1 0-15,-3 1 15 0,0 0 4 0,2 2 24 16,2 7-2-16,3 3-4 16,4 1-37-16,4 0-27 0,1 2-29 0,2-1-6 15,5 0-71-15,0 0-229 0,0-3-333 16,0-3-851-16</inkml:trace>
  <inkml:trace contextRef="#ctx0" brushRef="#br0" timeOffset="52449.51">14943 1073 368 0,'0'0'1270'16,"0"0"-482"-16,0 0-311 0,0 0-26 15,17 85-36-15,-17-63-109 0,0-4-100 16,0-3-116-16,0-3-64 0,0-4-26 16,0-3-37-16,0-5-7 0,4 0-12 15,2-2-47-15,3-9-13 0,2-1-16 16,1-7-41-16,1 0 37 0,1-2-16 0,-2 0 66 15,1 2 28-15,-2 1 38 0,2 4 18 16,-3 3 2-16,1 1 0 0,-2 3 11 16,-1 3 68-16,-1 3 58 0,-1 1 6 15,-2 0-42-15,2 5-32 0,-2 4 3 16,0 2 22-16,2 3 61 0,-3 0-27 16,2 3-7-16,-1-3 2 0,1-1-58 15,-2 0-65-15,2-3-9 0,-1-4-13 16,2 1-33-16,-2-6-66 0,1 3-28 0,0-3-58 15,1 0-108-15,1-1-244 0,-1 0-802 16,1 0-238-16</inkml:trace>
  <inkml:trace contextRef="#ctx0" brushRef="#br0" timeOffset="52744.516">15612 1055 821 0,'0'0'338'0,"0"0"1282"16,0 0-1123-16,0 0-100 0,0 0-6 15,0 0-46-15,0 0-70 0,0 0-94 16,0 0-86-16,78 9-40 0,-66-14-30 0,1-3-25 16,2 1-19-16,-2-2-78 0,2-2-57 15,0 0-37-15,1 0-59 0,-2 1-129 16,-2 2-283-16,1 0-817 0</inkml:trace>
  <inkml:trace contextRef="#ctx0" brushRef="#br0" timeOffset="59016.193">16054 513 1246 0,'0'0'797'16,"0"0"-331"-16,0 0-185 0,0 0-69 0,0 0 34 15,0 0 218-15,0 0-137 0,0 0-117 16,0 0-39-16,10 7 5 0,-10 6 11 15,0 6-18-15,0 8-19 0,0 7-25 16,0 6-22-16,0 6-12 0,0 5-15 16,1 4-18-16,2 7-37 0,2-2-8 15,1 4-13-15,2-5-15 0,4-7 3 16,-1-9-3-16,3-11 3 0,-2-11-12 16,1-8-4-16,1-8 1 0,3-5 12 0,0 0 3 15,4-13-31-15,0-7-21 16,0-7-33-16,1-9-16 0,-5-6-24 0,2-4-17 15,-3-2-2-15,1 2-2 0,-3-1 3 16,1 0-3-16,-4 4 10 0,-1-1 4 16,-1 2 52-16,-3 4 43 0,-2 5 49 15,-1 4 35-15,0 8 6 0,-2 7 138 16,1 7-10-16,-2 4-22 0,2 3 5 16,-2 0-10-16,0 4-38 0,0 3-58 0,3 8 10 15,0 3 23-15,0 6 13 0,2 7 3 16,2 0-22-16,-1 4 6 0,3 1-24 15,2 1 3-15,-3 0-43 0,4 0-15 16,-2-4-3-16,-1-3-12 0,1-6-16 16,-3-2-23-16,-1-5-53 0,-2-5-37 15,0-2 1-15,-1-5 29 0,-3-2-12 16,0-2-13-16,0 1-34 0,0-2-52 0,0 0-58 16,0 0-157-16,0-3-314 0,0-12-593 0</inkml:trace>
  <inkml:trace contextRef="#ctx0" brushRef="#br0" timeOffset="59264.464">16749 476 2970 0,'0'0'625'0,"0"0"-354"15,0 0-145-15,0 0 65 0,0 0 77 16,0 0 3-16,0 0-16 0,99 18-81 0,-66-11-83 16,3-2-15-16,4-5-24 0,-1 0-52 15,3 0-2-15,-2-5-23 0,-3-6-102 16,-1-3-62-16,-5 0-81 0,-5-3-163 16,-10 5-311-16,-4-2-1202 0</inkml:trace>
  <inkml:trace contextRef="#ctx0" brushRef="#br0" timeOffset="59451.179">16932 638 2149 0,'0'0'665'16,"0"0"-315"-16,-10 81 45 0,8-49 122 0,2 6-35 16,0 0-101-16,0 2-91 0,4-2-141 0,-1 3-97 15,-1 1-50-15,-2-3-2 16,1-3-37-16,-1-7-115 0,0-9 6 0,2-9 2 15,0-6-28-15,-2-5-93 0,2-2-255 16,-2-4-240-16,0-14-776 0</inkml:trace>
  <inkml:trace contextRef="#ctx0" brushRef="#br0" timeOffset="59604.987">16966 835 2161 0,'0'0'530'15,"0"0"-279"-15,0 0 114 0,0 0 69 16,0 0-47-16,100 11-23 0,-76-8-53 0,3-1-69 15,1-2-117-15,-1 0-79 16,-1-6-46-16,2-1-72 0,-2-5-87 0,0-1-68 16,-4-2-116-16,-4 3-257 0,2-10-924 0</inkml:trace>
  <inkml:trace contextRef="#ctx0" brushRef="#br0" timeOffset="59802.379">17498 544 2959 0,'0'0'701'0,"0"0"-333"0,11 77-114 0,-8-35 123 0,0 7-27 15,0 5-48-15,-1-1-59 16,-2 1-95-16,0 0-94 0,0-2-54 0,0 1-21 16,0-4-19-16,0-7-81 0,0-7-37 15,0-10-6-15,0-10-6 0,1-8-72 0,-1-7-190 16,0 0-241-16,0-9-521 0,0-12-656 15</inkml:trace>
  <inkml:trace contextRef="#ctx0" brushRef="#br0" timeOffset="60035.442">17564 682 3224 0,'0'0'561'0,"0"0"-378"0,0 0 21 16,0 0 91-16,0 0-104 0,0 0-34 15,91-44 36-15,-71 44-22 0,0 6-64 16,1 0-34-16,2 2-28 0,0 4-14 15,-4 1-15-15,-1 4-16 0,-5 2-24 0,-1 6-31 16,-7 2 21-16,-2 7 16 16,-3 1-6-16,-3 2 9 0,-7 1 12 15,-5 2-10-15,-3-1-44 0,-6 0-1 16,-4 1 12-16,-3-2 9 0,-6-4-21 0,-5 0-52 16,-5-3-71-16,-9-3-88 0,-7 0-107 0,-11 0-205 15,19-9-701-15,-48 12-605 0</inkml:trace>
  <inkml:trace contextRef="#ctx0" brushRef="#br0" timeOffset="60522.372">14006 2213 2126 0,'0'0'1325'0,"0"0"-1012"0,0 0-193 15,0 0 128-15,0 0-33 0,0 0 17 16,0 0-4-16,81-11-23 0,-48 5-46 15,9 1-37-15,4-6 5 0,10-2 92 16,9-2-95-16,11-4-40 0,12-1-32 16,9-4-13-16,10-1 9 0,8 1-17 15,6 0-7-15,6-1-24 0,2 3 16 16,5-1-16-16,0 3-33 0,3-1 2 16,2 0 19-16,1 3-9 0,4 4 20 15,-2 4 1-15,-2 3 11 0,-5 5-11 16,-3 2-9-16,-6 5-33 0,-5 3 15 0,-5 2 3 15,-7-1 12-15,-4-3 11 0,-11-2 1 16,-9-2 2-16,-7-2-1 0,-9 0-1 16,-8-6-1-16,-8-4-63 0,-7 1-18 15,-6-2-30-15,-9-3-24 0,-5 4 8 16,-9-2 7-16,-3 1-17 0,-6 0-18 16,-6 4-89-16,-2 1-154 0,-5 3-201 0,-4 2-660 15,-16 1-1055-15</inkml:trace>
  <inkml:trace contextRef="#ctx0" brushRef="#br0" timeOffset="82062.643">13605 8949 1251 0,'0'0'1884'16,"0"0"-1575"-16,0 0-137 0,0 0-14 15,0 0 37-15,0 0 18 0,0 0-26 16,0 0-69-16,0 0-1 0,0 0 22 16,116-2-38-16,-63 2-28 0,6 0 19 15,3 2 52-15,-1 0-105 0,-1 0-37 16,-5-2-2-16,-6 0-17 0,-1 0 14 0,-8 0-27 16,-5-2-31-16,-8 0-74 0,-3 2-9 15,-7 0-22-15,-5 0-57 0,-5 2-113 16,-4 4-178-16,-3 0-217 0,-5 3-706 0</inkml:trace>
  <inkml:trace contextRef="#ctx0" brushRef="#br0" timeOffset="82279.904">13731 9057 821 0,'0'0'566'16,"0"0"457"-16,0 0-620 0,0 0-53 0,-14 69 32 15,14-39-57-15,1 7 8 0,7 7-84 16,0 4-43-16,-1 10-58 0,2 4-53 16,-2 8-25-16,0 4-70 0,-1 3-15 0,0 1-40 15,-2-6-74-15,1-4-56 0,0-13 15 16,-4-8-7-16,1-15 3 0,-2-10-31 16,0-10-143-16,-3-6-191 0,-3-5-577 0,-7-7-522 15</inkml:trace>
  <inkml:trace contextRef="#ctx0" brushRef="#br0" timeOffset="82446.106">13708 9663 843 0,'0'0'775'15,"0"0"-32"-15,0 0-397 0,0 0-114 16,0 0 158-16,98-6-85 0,-69 6-28 16,2 3-50-16,3-1-34 0,0-1-63 15,3-1-68-15,-2 0-62 0,0 0 0 16,-1 0-71-16,2 0-81 0,-2-1-32 15,2-3-71-15,4 3-147 0,-1-1-25 16,-10-2-610-16,11 4-558 0</inkml:trace>
  <inkml:trace contextRef="#ctx0" brushRef="#br0" timeOffset="82895.715">14996 9246 1774 0,'0'0'1260'15,"0"0"-944"-15,0 0-87 0,0 0-144 16,0 0 149-16,0 0 73 0,87 1-6 16,-59 2-82-16,1 0-99 0,0-2-59 15,-3-1-58-15,-1 0-3 0,-2-1-30 16,-3-3-23-16,-3-3-76 0,0-1-56 16,-4-1-97-16,-4 0-164 0,-2 0-330 0,-6 2-757 15,-2 1 58-15</inkml:trace>
  <inkml:trace contextRef="#ctx0" brushRef="#br0" timeOffset="83137.296">15130 9276 368 0,'0'0'2155'0,"0"0"-1820"0,0 0-104 16,-16 80-39-16,13-49 69 0,0 3-12 16,-2 2-16-16,4 1-29 0,-1 0-80 15,1 1-31-15,1 0-22 0,0-1-24 16,0-2-4-16,0-2-21 0,4 0 15 15,1-3-10-15,1-4-2 0,3-3-25 16,1-4-11-16,1-5-2 0,4-2-8 0,2-1-1 16,2-4-21-16,3-2 9 0,1-4 9 15,3-1-12-15,2 0-65 16,3-8-50-16,0-3-71 0,1-4-100 0,0-2-240 16,-10 1-669-16</inkml:trace>
  <inkml:trace contextRef="#ctx0" brushRef="#br0" timeOffset="83837.037">15935 9038 688 0,'0'0'20'16,"0"0"-20"-16,0 0 1336 0,0 0-954 15,0 0-37-15,0 0-36 0,0 0-63 16,0 0-27-16,0 0-23 0,0 0-48 16,0 0-44-16,-5 16-12 0,4-7-8 0,-1 2 0 15,1 0-13-15,1 3 4 16,0 4-16-16,0 1-31 0,0 7-16 0,0 0-2 15,3 7-10-15,-2 2-12 0,1 3-4 16,-1 4 1-16,1 1 15 0,-1 2 12 16,0 2 1-16,3-4-11 0,-1 3-1 0,2-5 0 15,1-7-1-15,-1-4-14 0,4-7 14 16,-2-6 12-16,0-5-12 0,1-7 0 16,1-3 15-16,-1-2 106 0,-1 0-60 15,2-9-30-15,-1-2 0 0,-1-5-7 16,-1-2-24-16,-1-1-3 0,-4 0-117 15,-1-2-71-15,0 2-39 0,-6 1-65 16,-4 0-172-16,-7-1-540 0,5 8-681 16</inkml:trace>
  <inkml:trace contextRef="#ctx0" brushRef="#br0" timeOffset="84025.524">15735 9428 709 0,'0'0'788'0,"0"0"100"0,0 0-600 16,0 0-79-16,0 0 86 0,0 0 23 15,0 0 33-15,0 0-55 0,0 0-78 0,85 9-73 16,-56-6-31-16,3-2-21 0,0-1-49 16,-1 0-44-16,1 0 0 0,1 0-28 15,-1-1-21-15,0-3-37 0,-1 1-78 16,0-1-44-16,0 3-9 0,0-3-34 16,0 4-193-16,-3-2-320 0,-7 2-699 15,3 0 472-15</inkml:trace>
  <inkml:trace contextRef="#ctx0" brushRef="#br0" timeOffset="84216.125">16644 9509 339 0,'0'0'1921'0,"0"0"-1317"0,0 0-242 16,0 0-69-16,0 0 29 0,0 0-30 15,0 0-2-15,-8 66-96 0,0-48-98 16,-1 4-47-16,-3 0-39 0,2-1-10 15,-1 2-49-15,-1-4-59 0,1-1-80 0,-1-3-76 16,2-1-117-16,4-6-302 0,-5 0-830 0</inkml:trace>
  <inkml:trace contextRef="#ctx0" brushRef="#br0" timeOffset="85417.881">17019 9260 284 0,'0'0'316'0,"0"0"1351"0,0 0-1302 15,0 0-92-15,0 0 9 0,0 0 2 16,0 0-9-16,0 0-26 0,78 20-64 16,-59 1-51-16,-1 6-50 0,-1 3-19 15,0 5-19-15,-1 0 1 0,-2 4-23 16,-2 1-24-16,-1 2-12 0,1-6 9 16,-4-2-22-16,-2-7 13 0,-1-10 9 0,-2-4 0 15,0-7-22-15,-1-1 6 0,-2-5 19 16,0 0-3-16,0-11-38 15,0-2 41-15,0-6 2 0,-2-6 10 0,-3-4 10 16,-1-3-16-16,0 0-6 0,2 1 0 16,4 1-28-16,0 2 10 0,0 3-4 15,10 0-3-15,1 1-3 0,1 5-9 0,4 6-16 16,1 1-12-16,2 6-25 16,3 1-5-16,2 5-88 0,2 0-76 15,3 5-193-15,1 6-311 0,2 4-705 16,-8-3 953-16,11 13 140 0</inkml:trace>
  <inkml:trace contextRef="#ctx0" brushRef="#br0" timeOffset="85614.568">17863 9603 1702 0,'0'0'1377'0,"0"0"-1071"0,0 0-106 15,0 0-80-15,0 0 54 0,0 0 96 0,0 0-12 16,-28 67-94-16,24-55-112 0,0-1-48 15,-1 0-4-15,2-3-24 0,-1 2-29 0,4-4-67 16,0-2-95-16,0 0-67 16,0-3-96-16,4-1-283 0,1 0-582 0,-2 0-160 15</inkml:trace>
  <inkml:trace contextRef="#ctx0" brushRef="#br0" timeOffset="85923.009">18229 9166 473 0,'0'0'2876'0,"0"0"-2492"15,0 0-224-15,0 0 76 0,-61 69 66 16,43-43-74-16,1 2-65 0,3 1-86 0,1-4-67 16,4-1-10-16,3-5-3 0,4-5-21 15,2-2 8-15,0-3-20 0,11-4 36 16,2 2 0-16,5-2 12 0,3 0 22 15,5-3 2-15,2-2-14 0,-1 0-10 0,2 0 16 16,-3 0-27-16,-3 1-1 16,-4 2-4-16,-2 2 2 0,-4 4 2 0,-3 0 28 15,-2 4 3-15,-2 1-17 16,-3 1-14-16,-3 2-34 0,0 1-3 0,-1-1-15 16,-7-1-52-16,-3 1-13 0,0-6-40 15,-3 0-35-15,-3-3-44 0,3-2-133 16,1-2-295-16,-11-4-807 0</inkml:trace>
  <inkml:trace contextRef="#ctx0" brushRef="#br0" timeOffset="86480.731">18786 8968 1850 0,'0'0'454'16,"0"0"88"-16,0 0-246 0,0 0-70 15,0 0 15-15,0 0-117 0,0 0-20 16,0 0-13-16,0 0-13 0,79-44 11 0,-67 38-14 15,1 3-35-15,3-1 1 0,-3 1 18 16,1 2 3-16,-1 1-6 0,-1 0-10 16,-4 0-6-16,3 8 22 0,-4 1 3 15,1 1 12-15,-2 5-16 0,0-1-5 16,1 5-23-16,-2 0 1 0,0 5-32 16,2 1 1-16,-2 4-2 0,1 2-1 15,0 5-3-15,0 0-12 0,0 6-3 0,0 0-4 16,0 0 20-16,0 1-26 0,-1-1-21 15,0-4 15-15,-1-2 22 0,0-3 12 16,-1-3 0-16,2-4 3 0,-1-3-2 16,0-3 2-16,0-4 13 0,-1-3-13 15,-1-2 12-15,-1 0 7 0,-1-6-1 16,0-2 7-16,0 1 2 0,0-3 10 0,0-1 6 16,0 0 3-16,0 0-9 15,-1 2-16-15,-5 1-24 0,-4-1-12 0,0-1-12 16,-4 2 23-16,-2-2-1 0,-4 0-21 15,-4 2-17-15,-5-1-21 0,-5-1-49 16,-2 4 8-16,-3 1-70 0,-3 1-33 16,-2 3-64-16,0 1-128 0,-2 3-278 15,15-6-950-15,-13 11 476 0</inkml:trace>
  <inkml:trace contextRef="#ctx0" brushRef="#br0" timeOffset="87133.004">20687 8535 760 0,'0'0'81'0,"0"0"941"16,0 0-775-16,0 0-17 0,-57 71 64 15,35-47 8-15,-2 4-87 0,0 2 12 16,-2 6-40-16,-4 0-35 0,0 4-36 15,-3 5-27-15,-2 4-20 0,-3 3 10 16,-2 3 5-16,-3 6-18 0,-3 3-26 0,-3 3-6 16,-6 3 16-16,-2 5-16 15,-7 2-12-15,-7 2-4 0,-5 5-15 0,-10 1 9 16,-8 9 0-16,-10 8 4 0,-9 9-14 0,-8 9 1 16,-5 8 19-16,-1 9-22 0,3 7 1 15,0 4-1-15,3 4 0 0,5 0-51 16,4 4 36-16,3-1-16 0,5 1-19 15,6-3-68-15,4-3-23 0,7-12 120 16,8-10-2-16,9-18 7 0,10-13-15 16,9-19-82-16,8-14-20 0,11-17 54 15,6-11 22-15,9-12-12 0,6-11-20 16,6-11-99-16,5-4-87 0,0-7-305 16,0-20-645-16</inkml:trace>
  <inkml:trace contextRef="#ctx0" brushRef="#br0" timeOffset="88207.089">19918 10374 271 0,'0'0'153'15,"0"0"2027"-15,0 0-1743 0,0 0-191 0,0 0-23 16,0 0 58-16,0 0 22 0,0 0 2 15,0 0-39-15,0 0-147 0,-32-6-51 16,18 12-1-16,-1 1-8 0,-1 5-23 16,2 7-17-16,-3 3-19 0,2 8-25 15,-1 5 23-15,6 3 2 0,0 3 0 16,2 6-18-16,3 2 6 0,2 3-10 0,3-2-8 16,3 5 2-16,9-2-3 15,5-5-9-15,7-1 4 0,5-5-17 0,4-10-20 16,5-6-82-16,3-6-40 0,4-12-61 15,2-3-220-15,5-5-336 0,-13-5-496 16</inkml:trace>
  <inkml:trace contextRef="#ctx0" brushRef="#br0" timeOffset="89021.727">20765 9875 745 0,'0'0'114'0,"0"0"911"15,0 0-607-15,0 0 12 0,0 0-77 0,0 0 8 16,0 0-48-16,0 0-43 0,0 0-63 16,0 0-73-16,0 0-81 0,-9 36 18 15,7-10-16-15,0 5-5 0,2 2-4 16,0 7-3-16,0 2-12 0,7 3-19 0,-1 8-10 16,3 3-1-16,2 7-1 15,-1 2 1-15,2 1-1 0,1-3 0 16,0-6 13-16,1-8 20 0,-1-10 4 15,0-8-18-15,0-8 8 0,1-6-5 0,0-5-7 16,0-6 7-16,2-2-7 0,1-4 6 16,0 0 4-16,2-6-25 0,-1-5-1 15,0-3-12-15,-2-5-26 0,-2-6-44 16,-2 0-43-16,-2-6-47 0,-6 0-53 0,-2 1-74 16,-2 1-135-16,0 5-322 0,-12-2-740 0</inkml:trace>
  <inkml:trace contextRef="#ctx0" brushRef="#br0" timeOffset="89229.925">20612 10289 795 0,'0'0'592'0,"0"0"235"0,0 0-562 16,0 0-10-16,0 0 15 0,0 0 78 16,0 0-37-16,0 0-65 0,0 0-76 15,0 0-17-15,28-8 2 0,-2-1 0 16,2 0-41-16,3 0-46 0,-1-1-25 15,0 0-18-15,-2 0-25 0,0-3-1 16,0 2-24-16,0-1-46 0,-1 0-117 0,0 4-44 16,0-4-82-16,-1-1-229 0,-6 3-778 15,1-4-715-15</inkml:trace>
  <inkml:trace contextRef="#ctx0" brushRef="#br0" timeOffset="91663.705">21133 9582 1595 0,'0'0'13'0,"0"0"961"0,0 0-767 16,0 0-191-16,0 0 122 0,86-8 35 15,-74 8 22-15,-4 1-1 0,-1 5-55 16,-1 2-60-16,0 2-25 0,-2 3-20 16,2 3-8-16,-5 2-14 0,-1-2 1 0,0 1-11 15,0-3 11-15,0-1 21 16,-3-2 7-16,-2-4-10 0,2-2-9 0,0-1-20 0,3-2-1 16,-1-1-1-16,1-1-11 0,0 0-52 15,4 0-31-15,7 1 94 0,0 3 44 16,3-2-19-16,3 2-9 0,-2 0 15 15,-1 0 0-15,-1 1 4 0,-1 3 0 16,-4 0 9-16,1 3-13 0,-1 1-15 16,-3 1-13-16,-2 1-1 0,0 0 0 15,-3 2 29-15,0-3-27 0,0 5-4 16,-3-2-3-16,-5 2-78 0,-3-2-64 16,1-2-91-16,-3-2-71 0,1-3-118 15,-1-3-258-15,1-2-546 0,3-4 148 16</inkml:trace>
  <inkml:trace contextRef="#ctx0" brushRef="#br0" timeOffset="92970.983">21736 10065 846 0,'0'0'0'0,"0"0"-4"0,0 0 4 15,0 0 700-15,0 0-180 0,0 0-73 16,0 0-63-16,0 0-58 0,0 0-90 16,0 0-55-16,0 0-42 0,-36 14-29 0,26-3-7 15,-1 2 14-15,-1 3 14 16,-1 2-25-16,2-1-38 0,-2 3-43 0,1-1 3 16,1 0 0-16,1-1 0 0,2-1-10 15,1-1-6-15,1-3 7 0,2-1-1 16,1-4-15-16,1-1-3 0,2-2 0 15,0-1-2-15,0-3 2 0,9 3 18 16,2-3-17-16,3 1 0 0,6-2 27 16,0 1-7-16,2-1-21 0,0 3 0 15,-1-3-1-15,-2 1-2 0,-2 5 2 16,0 0 1-16,-4 0 0 0,-1 5 0 0,-2 2 25 16,-3-1 12-16,-1 4-13 15,-2-1-8-15,-2 1-14 0,-2-1-1 0,0 1-1 16,0 1-31-16,-4-4 3 0,-4-1-39 15,1-2-32-15,-3-3-28 0,1-5-50 16,-2-2-55-16,-1 0-102 0,-1-11-220 0,-2-2-552 16,4-1-418-16,-9-20 1524 0</inkml:trace>
  <inkml:trace contextRef="#ctx0" brushRef="#br0" timeOffset="93373.355">21869 9540 186 0,'0'0'55'16,"0"0"2301"-16,0 0-1902 0,0 0-132 16,0 0-8-16,0 0-43 0,79-22-79 15,-69 22-67-15,1 0-57 0,1 3-28 16,-3 2-18-16,1 6-10 0,-1 1-12 0,-2 0-27 15,-3 5 23-15,-1-2-11 0,0 2 15 16,-1-3 19-16,-2 0-4 0,0-2 1 16,0 0-13-16,1-4-3 0,-1 1-16 15,3 0 4-15,1-3-22 0,0 0 27 16,1 0 7-16,2-2 22 0,0-2 28 16,6-1-7-16,-1 1 34 0,3-2-15 15,-1 2 3-15,-3-2-28 0,2 1-16 0,-4-1-19 16,-3 4-1-16,-1-1 12 0,-1 5 20 15,-1 0 4-15,-3 2-12 0,0 3-7 16,0-1-18-16,-1 3-42 0,-7 0-34 16,0-2-38-16,-2 0-59 0,-3-1-32 15,2 0-30-15,0 0-77 0,-4 0-231 16,4-5-711-16,-9 7-487 0</inkml:trace>
  <inkml:trace contextRef="#ctx0" brushRef="#br0" timeOffset="95388.081">23136 9843 228 0,'0'0'2635'15,"0"0"-2395"-15,0 0-221 0,0 0 157 0,0 0 170 16,0 0 29-16,0 0-56 15,0 0-130-15,0 0-97 0,97 42-30 0,-76-24 18 16,0 0-16-16,-3 3-30 0,-1 2-9 16,-2 0-22-16,-3 2 0 0,-1 3-3 15,-3-1 0-15,-1-2-65 0,-4-3 50 16,0-4 14-16,0-5 1 0,-1-3 1 16,-2-5-1-16,0-4-1 0,0 0 1 0,0-1 14 15,0 0 5-15,0-6-18 0,0-1 26 16,0-5-23-16,0-4-4 0,0-3-22 15,0-5 22-15,0 0 0 0,0 0 0 0,3-1-15 16,5 0-10-16,-1 1 13 16,3-1-13-16,-1-1-5 0,2 1-35 0,-2 0-65 15,1 1-37-15,2 1-44 16,-4 2-84-16,1 2-221 0,-3 5-617 16,-2-1-690-16</inkml:trace>
  <inkml:trace contextRef="#ctx0" brushRef="#br0" timeOffset="95754.792">23472 9285 2611 0,'0'0'406'0,"0"0"-182"15,0 0 198-15,0 0 38 0,83-67-84 0,-61 55-108 16,-2 0-99-16,2 5-62 15,-2 0-37-15,-4 3-37 0,-1 4-33 0,-4 0 0 16,-3 7 3-16,-3 6-3 0,-1 5-17 16,-1 5 16-16,-3 1-11 0,0 0 12 15,0-1 14-15,-4-3-13 0,2-4-2 16,1-2-13-16,1-3-4 0,0-1-22 16,7-2-15-16,1-2 6 0,5 0 1 15,5-2 47-15,-1-2-31 0,5-2 31 16,-2 0-2-16,-1 0-14 0,-2 0 17 15,-4 0 12-15,-3 0-11 0,-4 0-1 16,-4 2 0-16,-2 3 19 0,0 2 54 16,-8 5-12-16,-6 4-61 0,-3 4-18 15,-4 3-89-15,-3 1-28 0,-7 5-81 0,-2 2-97 16,-3 1-256-16,7-6-686 16,-13 16-566-16</inkml:trace>
  <inkml:trace contextRef="#ctx0" brushRef="#br0" timeOffset="96247.582">24255 9271 466 0,'0'0'1049'0,"0"0"124"0,0 0-708 15,0 0-38-15,84 19-74 0,-59-8-77 16,1 7-21-16,-1 2-48 0,1 4-26 16,-1 1-52-16,0 4-38 0,-2 1-24 0,-5 4-33 15,-3-1-19-15,-4 3 4 0,-4 4-17 16,-7 2-2-16,0 4-16 0,-11 1-17 15,-4 6-4-15,-6 1-2 0,-5 1-13 16,-6 4-46-16,-7-1-65 0,-7 2-59 16,-3 2-91-16,-6 4-114 0,11-16-374 15,-30 28-1119-15</inkml:trace>
  <inkml:trace contextRef="#ctx0" brushRef="#br0" timeOffset="105592.567">22442 10203 458 0,'0'0'831'16,"0"0"739"-16,0 0-950 0,0 0-281 15,0 0 0-15,0 0-40 0,0 0-34 0,0 0-29 16,0 0-25-16,-2-6-44 0,2 4-27 15,0 1-13-15,0 0 4 0,0 0-10 16,0-1-25-16,0 2-14 0,0-2-37 16,0 1-12-16,2 1-15 0,4 0-6 15,5-2 6-15,3-1-16 0,3-3-2 16,3 1 0-16,5-4 0 0,1-3 2 16,0-1-2-16,3 1-2 0,0-4 0 15,-2 2-19-15,-1-2 6 0,-3 4-18 16,-4 0-48-16,-2 3-10 0,-4 1-6 0,-2 2 1 15,-1 2-13-15,-4 0-13 0,0 0-42 16,-1 3-107-16,-2 1-236 0,-3 0-583 16,0 0-1064-16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45:19.537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7923 6609 277 0,'0'0'1110'0,"0"0"-940"15,0 0-63-15,0 0 81 0,0 0 114 16,0 0-23-16,0 0-50 0,0 0-62 16,0 0-80-16,-78 16-32 0,77-15 516 15,-1 1-296-15,1-2-90 0,-1 0-18 16,2 0 7-16,0 0-1 0,0 1-9 16,0 0-7-16,0 0-19 0,0-1-19 0,0 1-40 15,0-1-33-15,0 0-10 0,0 0-20 16,0 0 8-16,0 0 0 0,3 2 0 15,0 2 7-15,6-2 17 0,1 3 7 16,1 2 24-16,1 0-15 0,2-1-25 16,-1 1-18-16,0-1 0 0,2-3-9 0,-1 2 1 15,2 1-11-15,-1-1 9 16,0 1-11-16,0-5-3 0,-1 4-9 16,2-4-10-16,0 0 22 0,-2 1-2 15,2-2-10-15,0 0 11 0,1 0 1 0,-1 0 0 16,1-2-15-16,-2 1 15 0,2 1 1 15,-2 0 1-15,0 0-1 0,0 0 0 16,1 0 1-16,0 0 16 0,1 0 3 16,1 1-2-16,1 1-4 0,0 1-15 0,-3 1 3 15,4-2-3-15,0 1 1 0,-2 0 1 16,2-2-1-16,-3 2-1 0,2-3-1 16,-1 0 1-16,0 0 3 0,2 0 12 15,-3 0-3-15,5 0-1 0,-2-2-10 16,-1 2 1-16,-1 0 25 0,1 0-27 15,-3 0-3-15,4 0 3 0,-2 4 0 16,2-3 12-16,1 0-12 0,0 1-24 16,0-2 21-16,2 0 2 0,0 0 1 15,0 0-15-15,2-2 13 0,-1 0-1 16,1 2 3-16,2-2 2 0,-2 2 11 0,4 0-13 16,-1 0 0-16,1 0 12 0,0 0-12 15,1 2-3-15,-1 2-9 0,1-1 10 16,-1 0 0-16,1-1 2 0,-1 0 3 15,-2 0-3-15,2-2-2 0,-1 0-22 16,-4 0 21-16,4-2 1 0,-1 0 2 0,0 2 15 16,1-2-15-16,-1 2-1 0,-1 0 1 15,1 0 0-15,0 0 0 0,0 2 0 16,0 0 1-16,-1 1-1 0,0-1 1 16,1 1-2-16,-2-2 0 0,-2-1-1 15,0 0 2-15,0 0 3 0,0 0-2 16,0 0 0-16,-3-4-2 0,0 4 1 15,-2-3 0-15,2 0 0 0,-4 2-12 16,3 1-27-16,1 0 39 0,-1 0 6 0,1 0-6 16,1 0-1-16,0 0-1 0,0 1 2 15,2-1-1-15,-2 0-1 0,0 0 2 16,2 0-3-16,-4-5-13 0,5-1-2 0,-2-1 17 16,-1 0 1-16,1 0-1 0,1 1-9 15,0 0 10-15,0 1 16 16,-1 3-16-16,4 0-1 0,0 2 1 15,0 0 19-15,1 3 2 0,0 3-19 16,0-3-1-16,0 2-1 0,0 0-2 0,1 1-1 16,-1-5 1-16,0 3-10 0,-1-3 9 15,1 1 3-15,0-2 2 0,-1 2 13 16,1-2-15-16,-1 0 3 0,0 2 0 16,1-2 9-16,-1 4-6 0,2 0 9 15,-1 0-15-15,0 1 0 0,2 0-2 16,-1-1-1-16,0 1-9 0,3-1 11 15,-3 1 1-15,0-4 3 0,-1 2 12 0,0 0-14 16,-3-2-1-16,0-1-12 0,2 0-12 16,-2 0 21-16,2 0 3 0,-1 0 0 0,0 0-1 15,-1 0 2-15,0 0-2 0,1 0-1 16,-2 0 2-16,2 2 2 0,-1-2-2 16,3 2-1-16,-2 0 1 0,-2 2-3 15,2-3 3-15,-1 2 0 0,2-1 10 16,-2 0-10-16,0-1-18 0,0 2 7 15,-1-2 11-15,1 1 13 0,1 1 8 16,0 0-10-16,1-3-11 0,1 4 0 16,-1 1 18-16,1-3-17 0,0 3 0 15,-2-2-1-15,1 1-3 0,0 0 2 16,0-2 1-16,0 3 11 0,0-4-9 0,-3 4-2 16,1-4-2-16,-1 4-9 0,0-5 11 15,-2 0 0-15,0 1 1 0,-1 0 9 16,-1 1-10-16,1-1-10 0,0 1 10 15,-2-1 1-15,-1 1 0 0,1 1 10 0,-3-3-11 16,-2 1-21-16,-1 0 20 0,-2 1 1 16,-1 0 2-16,-1-2-1 0,-2 0-1 15,-2 0 0-15,-1 1 1 0,0-1 0 16,-2 0 0-16,1 0 14 0,-1 0-3 16,-1 0 15-16,0 0 7 0,0 0-7 15,0 0-9-15,0 0-16 0,0 0 10 16,0 0-12-16,0 0 0 0,0 0-2 15,-3 0-25-15,0 0-12 0,-1 0-19 16,-2 0-8-16,-2 0-10 0,1 0-9 16,-1 3-27-16,0-1-55 0,-2 2-92 15,0-1-109-15,1 1-317 0,-13 5-1173 0</inkml:trace>
  <inkml:trace contextRef="#ctx0" brushRef="#br0" timeOffset="2537.183">18930 5638 427 0,'0'0'681'0,"0"0"-394"0,0 0 243 15,0 0 105-15,0 0-281 0,-85 12-98 16,68-6-36-16,1 1-89 0,-4 3 5 0,1 1 18 16,-4 3 26-16,2 3-36 0,-2 2-41 15,2 0 46-15,-2 5 19 0,1 0-51 16,1 2-25-16,0 4-9 0,-2 5-19 15,1 5-27-15,2 3-25 0,0 4-10 16,2 1 23-16,2-1-22 16,6 0 0-16,7-2 18 0,3-6 13 0,0 1-19 15,11 0-15-15,0-2-15 0,6 2 15 16,2-2-2-16,4 2 1 0,0-5-17 16,6-1 14-16,1-3 2 0,1-6-16 0,0-2 18 15,2-5-3-15,1-2-25 0,-1-4 13 16,1-5-4-16,3-3 19 0,0-4 10 15,0 0-10-15,2-10-31 0,0-6 19 16,1-5-3-16,-1-7-53 0,0-2 50 0,-3-7-10 16,0-1 1-16,-3-6-13 0,-4-2 37 15,-3-5-19-15,-1-1-21 16,-4-5 31-16,-1-2 9 0,-4-3-41 0,-4 1-17 16,-2-5 59-16,-6 2-39 0,-1 1 41 15,-3 1 2-15,-4 4 29 0,-9 4-5 16,-3 3-24-16,-4 8 24 0,-6 2 26 15,-2 8-24-15,-7 2-12 0,-3 8 11 16,-2 4-24-16,-5 6-3 0,-3 8 46 16,-3 5-21-16,-4 6-4 0,0 12-21 15,-4 7-26-15,-2 7 4 0,1 7-21 0,-2 3-21 16,0 4-41-16,1 4-84 0,2 1-54 16,3 6-145-16,16-14-299 0,-16 29-919 15</inkml:trace>
  <inkml:trace contextRef="#ctx0" brushRef="#br0" timeOffset="4238.726">16744 1263 124 0,'0'0'349'0,"0"0"821"0,0 0-524 16,0 0-116-16,0 0-66 0,0 0-45 16,0 0-41-16,0 0-51 0,0 0-43 15,0 0-60-15,-40 21-52 0,31-9-57 16,1 2-57-16,0 2-15 0,4 0-7 0,1 4 1 16,3 0-25-16,2 5-11 0,8 1 0 15,1 4-1-15,2-1-21 0,2-5 21 16,-1-3-12-16,3-6-10 0,-3-6 19 15,0-7-24-15,0-2 7 0,1 0 19 16,-1-10-67-16,3-4 67 0,-1-5-32 16,-2-6-19-16,-2-1-30 0,-1-7-19 15,-5-1-22-15,-1-2-12 0,-2 0 0 16,-3 0-17-16,0 3 3 0,-5 6 68 0,-4 6 53 16,-2 6 28-16,-2 5 31 0,0 5-3 15,-4 4 19-15,0 1-1 0,-1 0-21 16,1 5-3-16,4 3-21 0,0 3 80 15,4 2-57-15,1 0-24 0,3 1-40 0,1 3-19 16,4-1 3-16,0 0-99 16,0-1-198-16,7-2-420 0,-2-4-597 0</inkml:trace>
  <inkml:trace contextRef="#ctx0" brushRef="#br0" timeOffset="4563.866">17011 1203 982 0,'0'0'173'0,"0"0"1197"0,0 0-836 0,0 0-116 16,0 0-10-16,0 0-22 0,29 79-74 16,-28-58-105-16,-1 3-79 0,0 0-63 15,0-2-65-15,0-4-40 0,0-5-21 16,0-5-31-16,3-6-13 0,3-2 3 0,1-5-74 16,3-6 24-16,4-7-48 0,2-4-30 15,4-4-10-15,-2 1 5 0,2 0 40 16,0 3 103-16,-1 4 92 0,-2 5 51 15,-2 7 86-15,-4 2 19 0,-1 4-13 16,-4 0-26-16,1 6 47 0,-3 3 44 16,1 3 5-16,-2 2-45 0,-2 3-42 15,-1 0-15-15,0 1-18 0,0 0-17 16,0-2-23-16,0 2-50 0,0-1-3 0,0-2-40 16,0-2-9-16,2-1-40 0,2-3-56 15,0-1-69-15,2-2-66 0,3-1-95 16,-2-2-275-16,2-3-746 0</inkml:trace>
  <inkml:trace contextRef="#ctx0" brushRef="#br0" timeOffset="5027.366">18026 867 3291 0,'0'0'797'0,"0"0"-564"0,0 0-130 16,0 0 82-16,0 0 98 0,80 16-42 16,-58-11-12-16,2 1-93 0,7-2-78 15,4 0-37-15,1-3 3 0,5-1-3 0,-2 0-21 16,3 0-16-16,-5 0 1 0,-4 0-3 16,-4-1 6-16,-3 1-6 0,-7 0-6 15,-3 3-16-15,-5 5-48 0,-2 4-3 16,-6 5 27-16,-3 7 62 0,-6 6-19 15,-8 9 5-15,-7 3-5 0,-2 2 1 16,-4-1 20-16,-5 0 12 0,2-1 3 16,-6 0 6-16,4-2-2 0,-1-4 2 15,2-3 13-15,3-3-10 0,6-6-3 0,4-3-6 16,5-6-15-16,7-4 13 16,3-5-13-16,3 0-10 0,7-5 10 15,6 2 0-15,10 3 49 0,7-4 36 0,7 0 3 16,2 0-18-16,5-2-31 0,-1 0-3 15,-1-4-2-15,-2-1-13 0,-2-2-3 16,-3 1 0-16,-4 0-18 0,-2-1 0 16,-3 1-21-16,-3 0-33 0,-3 0-74 0,2 1-54 15,-2-2-24-15,-1 2-36 0,-1-2-166 16,0-1-219-16,-5-1-513 0,1-10-890 0</inkml:trace>
  <inkml:trace contextRef="#ctx0" brushRef="#br0" timeOffset="5242.064">18910 899 1854 0,'0'0'1896'0,"0"0"-1595"0,0 0-194 16,-62 66-1-16,38-39 105 0,-5 5 104 0,0 5-34 15,-4 1-101-15,-3 4-98 0,0 5-57 16,-2 2-25-16,-3 1-12 0,0 2 8 15,2-1-14-15,3-2-12 0,5-5-55 16,3-6-99-16,5-4-54 16,3-9-71-16,7-4-228 0,4-8-550 0,5-6-615 0</inkml:trace>
  <inkml:trace contextRef="#ctx0" brushRef="#br0" timeOffset="6032.017">21592 814 222 0,'0'0'1042'0,"0"0"249"0,0 0-837 0,0 0-96 16,0 0-31-16,0 0 25 0,22 92-27 15,-18-54-87-15,-2 2-32 0,-1 6-46 16,2 2-32-16,-1 2-21 0,-1 5-34 0,-1 0-25 15,0 3-14-15,0 4-13 0,0 1-18 16,-1 3-1 0,-4-5-2-16,2-2 0 0,-3-8-3 0,2-8-12 15,-1-8-9-15,0-11 2 0,5-8-93 0,-1-7-44 16,1-6-37-16,0-3-28 0,0-3-95 16,4-7-268-16,2 1-505 0,-1-19-765 0</inkml:trace>
  <inkml:trace contextRef="#ctx0" brushRef="#br0" timeOffset="6879.479">23120 796 957 0,'0'0'33'0,"0"0"110"0,0 0 1384 15,0 0-1010-15,0 0-148 0,0 0-15 16,0 0-13-16,0 0-83 0,0 0-45 16,-11 71-17-16,6-52-37 0,2 1-28 0,-1 4-39 15,-1 4-25-15,3 3-16 16,-3 6-5-16,1 4-7 0,0 4-2 0,-1 4-7 16,3 1-9-16,-1 0-19 0,-2 1 0 15,2-5-2-15,0 0-2 0,2-5 1 16,-1-1-1-16,-1-5-10 0,1-4 9 0,1-5-36 15,-1-2 14-15,1-5 4 0,-1-1-52 16,2-7-42-16,0-2-56 0,-1 0-64 16,1-6-76-16,-2 1-151 0,-1-1-150 15,3-2-493-15,-7 2-419 0</inkml:trace>
  <inkml:trace contextRef="#ctx0" brushRef="#br0" timeOffset="11402.701">21891 1139 320 0,'0'0'306'0,"0"0"-198"0,0 0-17 15,0 0 3-15,0 0 369 0,0 0 18 16,0 0-257-16,0 0-175 0,0 0-33 16,0 0 36-16,-3 5 29 0,3-5 3 15,0 0-19-15,0 0-27 0,0 0-2 16,0 0 12-16,0 0 17 0,0 0 6 0,0 0 0 15,0 0 0-15,0 0-4 0,0 0 0 16,0 0-25-16,0 0-24 0,0 0-18 16,0 0-35-16,0 0-68 0,0 0-35 15,-2 1-4-15,2-1-6 0,0 1 18 16,0 1 69-16,0-1 25 0,0 1 10 16,0-1 23-16,0-1 2 0,0 0 1 15,0 0 29-15,0 0 20 0,0 0 64 16,0 0 19-16,0 0-9 0,0 0 12 15,0 0 10-15,0 0-23 0,0 0 0 16,0 0 2-16,2 0-3 0,-1 0-22 0,3 0-8 16,2 0-2-16,5 0 59 0,4 5-7 15,4 1-49-15,1-2-20 0,2 3-10 16,1-2-18-16,-3 2 9 0,3-1 3 16,-1-4 3-16,0 2-13 0,-2-1-3 15,2-2 10-15,0-1-25 0,-2 0 3 16,3 0-1-16,-3 0-28 0,-2 0 2 0,-1-3 11 15,-4 0-15-15,1 2 1 0,-5 0-1 16,-2 1-1-16,-1 0-1 0,-1 0-1 16,-1 0-16-16,-3 0 7 0,-1 0 12 15,0 0 3-15,0 0 16 0,0 0-7 16,-1 1-12-16,-1 3-3 0,0 0 3 16,-1 3 29-16,-2 0-29 0,2 3-4 0,-4 0 1 15,1-1-9-15,-3 3-9 16,-2 0 5-16,0 4-5 0,-1-1-20 0,-2 3 4 15,1-3 3-15,0 2 13 0,0 1 8 16,0 1 11-16,1-2-1 0,0-1-15 16,3 1 18-16,1-3-13 0,0 0 12 0,1-3 0 15,2 0-2-15,3-5-9 16,-1-1 11-16,1-2 1 0,1 0-2 0,1-3 2 16,0 0 33-16,0 0 1 0,0 0-22 15,7 1-11-15,2 0 73 0,6 2-15 16,1 0-28-16,4 3-13 0,1-1-16 15,-2 0 26-15,-1-1-16 0,1-1-9 16,-3-1 0-16,-1 1 7 0,-1-3-10 16,-3 0-13-16,2 0 12 0,-4 0-26 15,-1-4-66-15,2-1-30 0,-5-2-26 16,0-1-35-16,-3-2-70 0,-2-1-94 16,0 0-194-16,-2 1-563 0,-14-4-262 0</inkml:trace>
  <inkml:trace contextRef="#ctx0" brushRef="#br0" timeOffset="11628.43">21992 1369 284 0,'0'0'547'0,"0"0"-266"16,0 0-122-16,0 0 978 0,0 0-692 16,0 0-118-16,0 0-37 0,0 0-49 15,0 0-65-15,0 0-6 0,0 0 8 16,45 4-50-16,-24 1-38 0,3 0-13 15,1 2-28-15,2-2-18 0,2 0-9 0,-2 0-22 16,2 1-18-16,0-3-25 16,2 0-62-16,4 0-100 0,6-3-64 0,4 0-109 15,3 0-141-15,-9-4 53 0,20-5-734 16</inkml:trace>
  <inkml:trace contextRef="#ctx0" brushRef="#br0" timeOffset="11853.772">23335 1188 417 0,'0'0'3104'15,"0"0"-2465"-15,0 0-520 0,0 0-88 16,0 0-28-16,0 0 84 0,0 0 46 15,0 0-28-15,0 0-84 0,0 0-21 0,31-1-98 16,-26 1-66-16,-1 2-88 0,-1 1-107 16,-2-1-295-16,-1-1-976 0</inkml:trace>
  <inkml:trace contextRef="#ctx0" brushRef="#br0" timeOffset="12046.5">23242 1374 1687 0,'0'0'1077'0,"0"0"-945"0,0 0-110 0,0 0 132 16,0 0 200-16,0 0 10 0,0 0-55 15,77 6-103-15,-54-12-101 0,1 1-71 16,-2-3-34-16,1-2-31 0,0 1-115 16,-1 0-56-16,-2 0-57 0,2 1-51 15,-8 2-293-15,3 1-845 0</inkml:trace>
  <inkml:trace contextRef="#ctx0" brushRef="#br0" timeOffset="13714.173">24364 1156 254 0,'0'0'150'16,"0"0"-19"-16,0 0 325 0,0 0 584 16,0 0-574-16,0 0-79 0,0 0-51 15,0 0-52-15,0 0-34 0,0 0-90 16,0 0-63-16,-36 13-14 0,25-6-24 15,-3 5 3-15,3 2-5 0,-1 5 5 16,3 4 3-16,2 3-9 0,4 5-1 0,3 1 7 16,0 4-6-16,3-3-7 0,4 0-15 15,2-4-13-15,3-3-5 0,-5-8-15 16,0-3-1-16,3-9-12 0,-3-3 10 16,3-3-35-16,1-3 13 0,3-7-25 15,1-7-19-15,0-8-50 0,1-7-43 16,0-5 14-16,-2-2 18 0,-2-3 38 0,-4 4 25 15,1 4 31-15,-3 2 26 16,-3 5 9-16,0 7 28 0,-3 7-6 0,0 6 22 16,0 3 25-16,0 4 13 0,0 0 28 15,0 2-44-15,0 7-13 0,0 3 27 16,0 7-5-16,2 4-10 0,4 6 0 16,-1 2-4-16,1 0-24 0,-2-3-37 15,1-3-12-15,1-5-16 0,-1-5-55 0,0-6-62 16,1-3-61-16,4-6-67 15,0 0-27-15,-1-7-100 0,-1-1-327 0,4-14-599 0</inkml:trace>
  <inkml:trace contextRef="#ctx0" brushRef="#br0" timeOffset="14076.363">24813 701 828 0,'0'0'2138'15,"0"0"-1821"-15,0 0-193 0,10 84 86 16,-10-46 218-16,0 6-1 0,0 2-73 0,0 2-148 16,-5 3-118-16,-1 1-42 15,0 1-28-15,0 1-18 0,4-4-36 0,-1-5-7 16,1-8 3-16,2-9-33 16,0-11 21-16,5-8-3 0,0-8-47 0,4-1 13 15,1 0 46-15,3-6 12 0,3-1 4 16,-2 0 24-16,3 1-19 15,-2 0-3-15,1 1 1 0,-2 5-1 0,3 0 22 16,-3 0 3-16,-2 10 65 0,-1 1-4 16,-3 4-14-16,-1 1-7 0,-2 3-7 15,-3 1-11-15,-2 1-7 0,0-2 7 16,0 0-7-16,-2-2 7 0,-4-3-4 0,-1-3 10 16,0-3-28-16,-1-3-1 0,-1-1-48 15,0-2-37-15,0-2-35 0,-1 0-48 16,-2-5-61-16,1-3-78 0,0-5-147 0,3 2-249 15,1-7-753-15</inkml:trace>
  <inkml:trace contextRef="#ctx0" brushRef="#br0" timeOffset="14733.398">25378 1092 2262 0,'0'0'658'0,"0"0"-248"15,0 0-169-15,0 0 25 0,0 0 101 0,0 0-44 16,0 0-89-16,0 0-68 0,0 0-96 16,0 0-58-16,-49 82 3 0,36-57 25 15,0 3-9-15,0-2-30 0,5-3-1 16,0-4 0-16,4-4-1 0,-1-2-18 0,5-4-2 15,0 0-19-15,0-2-3 0,0 0-5 16,8 0 48-16,1 0 19 0,2 0-19 16,2 0-3-16,-1 1-9 0,2-1 11 15,-4 0-1-15,0 2 2 0,0-2 1 16,-3 5 14-16,-2-5 0 0,-1 4 7 16,-4 1 8-16,0 0 1 0,0 1-7 15,-3 1-24-15,-5 1-2 0,-4 0-56 0,1-3-37 16,-1-1-34-16,-2-3-24 15,4-4-24-15,-2-2-34 0,4-1-46 0,0-1-61 16,5 0-21-16,0-5-93 0,2 1-610 16,1-5-295-16</inkml:trace>
  <inkml:trace contextRef="#ctx0" brushRef="#br0" timeOffset="15185.017">25633 1308 1816 0,'0'0'564'0,"0"0"-267"0,0 0 60 0,0 0 51 16,0 0-15-16,0 0-88 0,-24 66-78 16,24-49-82-16,0 1-43 0,0-1-40 15,0-2-13-15,3 0-3 0,-1-2 0 0,4-4-9 16,-1 0-18-16,2-2 3 16,1-6-22-16,3-1-28 0,0 0-5 0,3-1 8 15,0-10-12-15,3-3-30 0,-3-4-13 16,3-5-7-16,-5 0 7 0,2-2 12 15,-3 0-7-15,-3 1 16 0,0 3 37 16,-3 3 3-16,-4 2 19 0,-1 1 4 16,0 3 33-16,-8 2-3 0,-1 1 7 0,-4 3-38 15,-2-1 28-15,0 5-28 0,-1 0 9 16,-1 2-12-16,-2 3-31 0,2 5-6 16,0 4-3-16,-1 0-17 0,2 4 1 15,1-3-6-15,2 5-86 0,2-1-129 16,0-2-210-16,5-3-671 0,0 7-693 0</inkml:trace>
  <inkml:trace contextRef="#ctx0" brushRef="#br0" timeOffset="15882.128">26133 694 790 0,'0'0'2236'0,"0"0"-1818"16,0 0-265-16,0 0-8 0,0 0 113 15,13 73 86-15,-10-33-78 0,2 9-54 16,1 6-43-16,-3 5-35 0,0 2-27 0,-1 1 18 16,-2 2-28-16,0-2-58 0,0-4-39 15,0-4-1-15,0-12-23 0,0-10-19 16,0-11-14-16,0-9-28 0,3-6-43 15,1-7-49-15,2 0-20 0,1-5-37 16,5-8-163-16,-2-5-78 0,2-6-31 16,0-1-114-16,-2-1-106 0,2 0 40 15,-4 7 207-15,-2 3 479 0,-3 8 75 0,0 3 508 16,-3 5 61-16,0 0-29 0,0 6-62 16,0 5-60-16,0 3-55 0,-3 5-107 15,0 4-100-15,-3 0-61 0,4-2-23 16,-1 0 18-16,1-7-19 0,2-4-79 15,0-4-67-15,0-5-38 0,2-1 22 16,5-1-38-16,2-7 29 0,5-6-11 16,1-7-31-16,2-4-62 0,-1-4-43 0,2-1-3 15,-3 1 5-15,1 4 15 0,-2 5 8 16,0 5 18-16,-3 5 51 0,0 7 71 16,0 3 7-16,0 3 152 0,0 9 10 15,1 5 37-15,-4 4-17 0,0 0-37 16,-1 3-13-16,-2-5 2 0,0 0-11 15,-1-4-47-15,-1-7-76 0,2-4-9 16,0-4-28-16,4 0-12 0,-1-9-24 16,4-9-34-16,5-8-34 0,0-8-56 15,2-8-100-15,1-7-195 0,-2-1-481 16,-2 10-335-16,1-24-232 0</inkml:trace>
  <inkml:trace contextRef="#ctx0" brushRef="#br0" timeOffset="16421.481">26780 732 3082 0,'0'0'702'15,"0"0"-507"-15,11 66-132 0,-9-31 100 16,4 11 123-16,-1 2 19 0,3 2-45 16,1 3-74-16,1-3-49 0,1-2-52 15,0-2-67-15,-4-7-18 0,0-6-70 0,1-6-82 16,-2-8 12-16,0-8 0 0,-1-4-29 16,-3-4-12-16,-2-3-64 0,0 0-174 15,0 0-67-15,-7-5-12 0,-5-3-201 16,-3-3 72-16,-3-1 292 0,-5-2 179 15,-1-3 156-15,0 0 88 0,-4-2 280 16,6 1 60-16,2 3-7 0,6 4-37 0,7 4-51 16,7 7-78-16,1 0-4 15,12 4 133-15,4 4-51 0,3 1-58 0,6 0-115 16,2 0-50-16,0-1-30 0,3-3-34 16,-1-3-34-16,0-2-12 0,-3-2-104 15,1-6-105-15,-2-1-74 0,-3-2-56 16,2-2-88-16,-2 1-187 0,-4 3-185 0,1 5-209 15,-1 4 393-15,-2 4 562 0,-1 10 53 16,-1 3 649-16,-1 2 121 0,-2-2-136 16,-3-1-143-16,0-4-87 0,1-5-88 15,-2-3-83-15,0-4-59 0,1 0-34 16,0-2-26-16,1-7-114 0,-1-5-9 16,0-1-100-16,-4-2 10 0,-2 2 50 15,-3 3 48-15,0 4 1 0,-1 3 0 16,-6 5 2-16,-6 0 75 0,0 6 106 0,-1 7-88 15,0 6 71-15,1 6 67 0,0 5-102 16,5 1-27-16,2 0-1 0,0-2-39 16,5-7-25-16,1-4-38 0,0-4-1 15,5-6-24-15,1-3 6 0,6-2-37 16,4-1-18-16,3-2-33 0,4 0-4 0,-1 0 37 16,6-5-160-16,-1 0-183 0,-6 1-258 15,10-1-1167-15</inkml:trace>
  <inkml:trace contextRef="#ctx0" brushRef="#br0" timeOffset="16880.371">28139 1219 1315 0,'0'0'188'16,"0"0"1090"-16,0 0-986 0,0 0-97 15,51 89 79-15,-35-53 23 0,0-2 5 16,-1 2-53-16,-1-5-36 0,-3-5-25 16,-2-3-26-16,-4-10-40 0,1-4-12 15,0-4-37-15,-3-3-15 0,0-2-3 16,2-4 6-16,3-8 2 0,1-5-20 15,2-7-19-15,0-7-24 0,-2-6 0 16,1-3-30-16,-3-3-31 0,-1 4-33 16,0-1-67-16,-1 3-25 0,-2 4-60 15,2 3-186-15,-1 8-623 0,9-3-1115 0</inkml:trace>
  <inkml:trace contextRef="#ctx0" brushRef="#br0" timeOffset="17242.518">28759 1239 68 0,'0'0'3790'16,"0"0"-3317"-16,0 0-452 0,0 0 41 0,-83 87 167 15,63-64 173-15,4-2-107 0,-2 0-134 16,8-1-109-16,3-3-25 0,3 0-24 16,4-1-3-16,0-6-15 0,0 1 0 15,2-5-3-15,1-2 3 0,3-2-16 16,0-2-36-16,1 0-2 0,2-2 2 15,2-3 6-15,0-5-9 0,1-1 0 0,-1-3-7 16,1-2 7-16,-1 1 9 0,-1-2 8 16,0 1-5-16,-2 2 9 0,0 3 12 0,-1 2 18 15,0 4 19-15,-3 2 46 0,2 3 34 16,-2 0 15-16,2 8 27 0,3 4-3 16,-4 2-24-16,3 5-7 0,1 1-9 15,-4-1 9-15,4-1-15 0,-1-4-34 16,1-4-39-16,2-2-1 0,4-4 1 15,1-2-1-15,1-2-34 0,3-7-68 16,-1-10-43-16,1-5-31 0,-1-5-52 16,-2-4-85-16,1-4-274 0,-5 10-596 15,5-17-440-15</inkml:trace>
  <inkml:trace contextRef="#ctx0" brushRef="#br0" timeOffset="17485.417">29101 567 2270 0,'0'0'687'0,"0"0"-492"0,0 0 0 16,1 91 270-16,-1-48 80 0,-3 7-100 16,2 4-93-16,-1 5-94 0,2 4-57 15,0 5-35-15,3 1-63 0,3 2-68 16,-2-3-35-16,2-2-27 0,0-8-19 15,0-7-81-15,-1-12-45 0,4-12-22 16,4-12-10-16,0-10-59 0,3-5-181 16,-2-12-493-16,1 1-349 0,-2-19-399 0</inkml:trace>
  <inkml:trace contextRef="#ctx0" brushRef="#br0" timeOffset="17787.541">29338 1206 3298 0,'0'0'961'0,"0"0"-827"16,0 0-79-16,9 88 109 0,-7-51 214 15,-2 1-6-15,0 0-93 0,0-5-119 16,3-7-84-16,2-7-49 0,0-9 3 16,2-6-30-16,1-4-42 0,1-5-25 0,7-9-42 15,1-9-18-15,3-6-55 0,0-3-58 16,-1-3-66-16,-1 1-35 0,-2 3 33 16,-4 6 42-16,0 5 39 0,-3 6 44 15,-2 6 183-15,-4 8 56 0,-1 0 197 16,-2 10 61-16,0 6 0 0,0 5-64 15,0 3-66-15,-5 0-34 0,-1 3 9 16,2-1 57-16,-1-4-80 0,4-5-75 16,0-5-58-16,1-5-3 0,0-3-28 15,2-4-11-15,4 0-31 0,0-3-9 0,4-5-76 16,-1-1-15-16,2-6-51 0,1-1-160 16,-1-3-235-16,1 4-386 0,-4 3-214 15,7 2 441-15</inkml:trace>
  <inkml:trace contextRef="#ctx0" brushRef="#br0" timeOffset="18059.112">29718 1348 1717 0,'0'0'1175'0,"0"0"-619"0,0 0-108 0,0 0-87 16,0 0-110-16,84 64-69 16,-70-59-53-16,1-1-46 0,1-4-40 0,1 0 9 15,2-7-40-15,4-3-12 0,0-6-29 16,2-3-26-16,-3-2-16 0,1-3-12 16,-3 1 28-16,-4 2 6 0,-4 2 21 15,-3 4-3-15,-4-1 1 0,-5 5 30 0,0 2 25 16,-11 2 18-16,-4 2 28 0,-3 3 9 15,-2 2 27-15,-1 3-64 0,-1 11-28 16,0 3 7-16,-1 8-4 0,2 6 28 16,3 2 27-16,4 3 98 0,5-1-38 15,3-2-89-15,4-4-44 0,2-3-2 16,1-5-10-16,9-6-9 0,4-3-31 16,5-4-39-16,7-5 27 0,3-3-89 0,3-7-36 15,2-6-54-15,3-5-241 16,-12 2-564-16,18-11-947 0</inkml:trace>
  <inkml:trace contextRef="#ctx0" brushRef="#br0" timeOffset="18456.69">30575 1196 1349 0,'0'0'2559'0,"0"0"-2056"0,0 0-419 16,0 0-25-16,0 0 24 0,0 0 111 16,-11 67 35-16,11-36 12 0,9-1-50 15,5 1-15-15,1-5-143 0,3-5-33 0,0-2-42 16,4-5 29-16,-2-5 13 0,0-5 0 15,3-4 0-15,-1-3-61 0,1-9-2 16,2-9-50-16,-6-3-57 0,-1-3 18 0,-4-2 14 16,-6 5 25-16,-5 2 8 0,-3 5 47 15,0 3 30-15,-9 3 28 16,-5 1 32-16,-4 3 39 0,-3 1-59 0,-4 1-12 16,4 2 40-16,2 1-41 0,2 2 1 15,3 0-95-15,3 2-208 0,5 4-229 16,3 1-159-16,3 1-283 0,0-1-77 15,6-2 32-15</inkml:trace>
  <inkml:trace contextRef="#ctx0" brushRef="#br0" timeOffset="18567.3">30835 1242 1353 0,'0'0'1234'0,"0"0"-691"15,79-6-44-15,-48 3-99 0,5-1-124 16,-2-2-99-16,0-2-45 0,-1-4-42 0,-1-4-41 16,0-5-49-16,-3-5-43 0,-1-2-96 15,-5-3-12-15,-6 1-26 0,-5 0-106 16,-4 3-177-16,-6 2-308 0,-2 7-469 15,0-3-22-15</inkml:trace>
  <inkml:trace contextRef="#ctx0" brushRef="#br0" timeOffset="18796.002">31127 858 2228 0,'0'0'555'0,"0"0"-189"15,0 0-98-15,0 0 55 0,0 0 24 16,-53 72-89-16,48-39-50 0,5 3-21 16,-1 4 10-16,1 4-17 0,0 3 3 15,3 3-4-15,3 4-36 0,-1 3-31 16,0 1-31-16,0 2-26 0,-3 1-22 15,-2 1-24-15,0-2-9 0,0-2-3 16,0-4-33-16,-3-6 2 0,0-4 4 16,0-3 0-16,3-5-12 0,-3-4-46 15,2-5-3-15,-3-4 21 0,-2-7 3 0,-2-5-18 16,0-7-21-16,-1-4 8 16,-2-6-42-16,-1-10-29 0,-1-7-135 0,-2-11-180 15,4 6-258-15,-3-32-832 0</inkml:trace>
  <inkml:trace contextRef="#ctx0" brushRef="#br0" timeOffset="19165.884">31735 879 59 0,'0'0'3089'0,"0"0"-2863"0,0 0-178 16,0 0-48-16,0 0 153 0,79-10 8 15,-60 17 94-15,1 4 5 0,3 0-105 16,6 1-81-16,4-1-12 0,1 2 43 16,0-2 30-16,-4 0-45 0,-2-1-38 0,-7 1 15 15,-5 1-27-15,-1 2-28 0,-11 3-6 16,-4 5-6-16,-2 5-21 0,-12 4-4 0,-8 4-27 16,-2 4 6-16,-5 2 16 15,-1 2-10-15,1 1-3 0,3-2 24 0,7-5 19 16,4-4 65-16,7-5 27 0,2-1-28 15,6-8-46-15,0-1-6 0,2-3 22 16,7-2 12-16,2-2-7 0,4 2-39 16,5-4-13-16,-1 1-5 0,4-3-6 15,-1-2 2-15,0 1-24 0,1-5-21 16,0-1 3-16,-5 0-22 0,-3 0-25 16,-1 0-27-16,-5-2-54 0,-1-5-117 0,-4-1-148 15,-2 2-265-15,-2-7-741 0</inkml:trace>
  <inkml:trace contextRef="#ctx0" brushRef="#br0" timeOffset="19445.668">31688 1265 2459 0,'0'0'553'16,"0"0"-396"-16,0 0-32 0,0 0 72 16,0 0 173-16,0 0 9 0,0 0-10 0,78-16-65 15,-50 16-99-15,3 0-101 0,2 0-37 16,-1 3-19-16,0 3-5 0,-4 0-16 16,-1-1-26-16,2 0-1 0,-1-2-76 15,0-3-39-15,3 0-32 0,-3 0-30 16,0-4-84-16,-2-3-189 0,-7 1-550 15,2-5-1165-15</inkml:trace>
  <inkml:trace contextRef="#ctx0" brushRef="#br0" timeOffset="19590.267">32812 1238 4544 0,'0'0'690'16,"0"0"-502"-16,0 0-188 0,0 0-97 0,0 0-52 15,0 0 67-15,0 0-19 0,-104-36-120 16,77 28-470-16,-27-9-2048 0</inkml:trace>
  <inkml:trace contextRef="#ctx0" brushRef="#br0" timeOffset="44403.921">28413 8826 1451 0,'0'0'270'0,"0"0"-201"0,0 0-40 16,0 0 23-16,0 0 369 0,0 0 6 0,0 0-103 16,0 0-116-16,0 0-71 0,0 0-3 15,-13-17 21-15,13 17 18 0,0 0-25 16,0 0-25-16,0 0-14 0,0 0-13 16,0 0 7-16,0 1 48 0,0-1-61 15,0 2-44-15,0-2-19 0,3 0-26 16,2 1 10-16,3-1 4 0,1 0-12 15,3 0-3-15,0 0-1 0,1 0-17 16,3 0-4-16,-1-3 4 0,0 0 17 16,1 0-24-16,0 0-21 0,-3 1-65 15,1-1 12-15,0 0-7 0,-4 1-40 16,2 1-27-16,-3-2-78 0,1 2-152 0,0 0-225 16,-5-1-544-16</inkml:trace>
  <inkml:trace contextRef="#ctx0" brushRef="#br0" timeOffset="97610.161">25493 13544 1535 0,'0'0'387'0,"0"0"-245"0,-15-67-125 15,5 42 38-15,-5-5 704 0,-1 2-413 16,-7 0-98-16,0 2-45 0,1 2-30 16,-5-1 26-16,-2 6 66 0,-1 0-64 15,-3 2-35-15,-2 3-15 0,-2 4-50 0,-5 6-31 16,2 2-2-16,-5 2-32 0,-3 8-36 15,-3 10 0-15,-4 3 0 0,-3 5 26 16,-4 5 28-16,-4 3-23 16,-2 5 2-16,1 3-33 0,-6 7-9 0,-3 4-18 15,0 6 27-15,-1 2 2 0,-1 4 34 16,-1 0-17-16,0 4-4 0,-2 1 6 0,-1 4-21 16,1 1-11-16,-1 0 9 0,2 4-13 15,2-2-13-15,3-1 28 0,4-1-1 16,3 3 0-16,3-1-11 0,2 0-12 15,3 2 23-15,3-1-14 0,3 1 15 16,4 1-1-16,2 2 0 0,4-1-24 16,3 1-5-16,3 1 11 0,4 0-2 15,3-2-6-15,5 3-38 0,3-1 13 16,7-2 4-16,1-1 17 0,7-2 6 16,4-3 10-16,3 0 12 0,1-1-22 0,3 1 7 15,5 1 15-15,6 0-19 16,5 3 4-16,4-2 9 0,8 2 6 0,2-4-13 15,4 1 16-15,6-2-1 0,4-2 1 16,4-3-16-16,4-2 16 0,4 0 18 0,5-5-18 16,1-1-27-16,5-1 27 15,2-1 0-15,6-1-1 0,3 0-9 0,3-3 9 16,6 0 1-16,3-4 0 0,5-2 13 16,4-3-12-16,2-2 10 0,5-2-11 15,1-1 0-15,6-3-1 0,4-3 1 16,4-2-17-16,4-3 16 0,6 0-1 15,2-5 1-15,1 0 1 0,2-2 17 16,-2-3-17-16,1 1-9 0,3-1-4 16,0-2 10-16,4-1-9 0,1-3 10 15,2-3 2-15,1-4 3 0,-3-2 0 16,0-5-3-16,1 0-24 0,0 0 11 0,2-9 10 16,2-1-9-16,0-1-4 0,0-5-27 15,-2 1 16-15,0-4 26 0,0 0-35 16,-2-4 12-16,2-3-14 0,-4-4 11 15,4-3 11-15,-2-6 5 0,-2-3 10 16,-3-6-20-16,-3-3 5 0,-3-4-14 16,-2-5 30-16,-2-5 0 0,-3-5 0 15,-2-2 2-15,-3-2-2 0,-6-2 0 0,-5-3 12 16,-7-1-2-16,-5-3-10 0,-8 2-1 16,-2-2-48-16,-4-4 30 0,-8 2 19 15,-3-1 18-15,-4-2-18 0,-6 1 1 16,-4-2-1-16,-6 1 12 0,-6 1-12 15,-6-2 19-15,-8 4-7 0,-5-1 0 16,-10 1 10-16,-1 0-6 0,-7 2-4 16,-3 1 10-16,-7 3-10 0,-1 1-10 0,-2-2 1 15,-5 1-3-15,-9-2 0 0,0 2-20 16,-3 1-2-16,-4-2 0 0,-2-1-3 16,-1 1-9-16,-2-2-12 0,-1-4-14 15,-1 2-11-15,-3 2-10 0,-3 2 26 16,0 5-7-16,-2 2 32 0,-2 4 30 0,-3 3 16 15,1 4-3-15,-3 1 18 16,0 4 6-16,-5 0 12 0,2 3-12 16,0 0 1-16,-3 1-23 0,1 1 0 15,-2-1-15-15,-1 1-1 0,0 1-1 0,-3 3-2 16,-2 2-8-16,1 0-1 0,-2 0-8 16,-2 4 2-16,-2 2 19 0,-1 2 9 15,-1 0 16-15,-1 2 34 0,1 3-12 16,-3 0-16-16,0 3-12 0,1 0 18 15,0 0-4-15,1 4-33 0,-1-2-1 0,0 4-1 16,3 2-9-16,-1 2 10 0,0 1 0 16,-1 1-21-16,1 0-3 0,-2 4 10 15,0-1 2-15,0 2-11 0,-2-1 24 16,0 5 35-16,-2-1-34 0,-3 3 17 16,2 0-17-16,-1 2 3 0,-2 0 8 0,3 1 25 15,-2 0-36-15,0 3 24 0,2-1-23 16,-1 1 14-16,0-1-16 0,-2 2 0 15,1 0-1-15,-2 2-18 0,1 1 3 16,-2 2-5-16,0 2 20 0,0 0-37 16,-1 1 26-16,0 1 9 0,0 2-41 15,1-3 44-15,2 3-1 0,-1-1-9 0,2-1 10 16,0 3 1-16,2-2 1 16,-3 3 14-16,4 0-16 0,-3-2 32 0,2 5-30 15,0-1-2-15,-1-1 0 0,0 2-14 16,1 1 12-16,1 0-8 0,0 1 7 15,3 0-28-15,0-1 18 0,2-1 13 16,2-1 17-16,2 1-8 0,-1-3-9 16,4 1-2-16,0 0 1 0,2-3 1 15,-1 4 9-15,3-2 16 0,1 1-12 0,2-2-13 16,-1 4-1-16,2-1 1 0,2 3 0 16,-1-1 0-16,2 2-44 0,-1 2 28 15,0 0-2-15,1 0-1 0,2 0 4 16,-2 0 11-16,2-1 1 0,2 0 3 15,-1 0 1-15,3-1 2 0,1 0 0 16,2-2-1-16,3-3 16 0,3 1-2 0,1-2-4 16,2-4 7-16,5 1 6 15,0-2-13-15,1 0-12 0,6-2 4 0,-1-2 27 16,5 0-16-16,3-3 4 0,4 1 2 16,1-2 17-16,2 0-17 0,1 0-8 15,1 0-13-15,0 0-16 0,0 0-2 16,0 0-4-16,0 0-6 0,0 0 0 15,0 0-12-15,0 0-19 0,0 0-10 16,0 0-12-16,0 0 1 0,4 0-121 16,-1 1-290-16,2 1-264 0,-1 2-593 0,-20-11 155 0</inkml:trace>
  <inkml:trace contextRef="#ctx0" brushRef="#br0" timeOffset="98242.696">19129 13019 1252 0,'0'0'123'0,"0"0"1211"0,0 0-993 16,0 0-41-16,0 0 24 15,0 0-6-15,0 0-61 0,94 83-49 0,-74-45-20 16,2 11-43-16,0 8 29 0,1 11-21 0,-1 9-68 16,-4 7-36-16,1 2-38 15,-3 3-11-15,-2-5 0 0,-4-9-1 16,0-10-1-16,-4-13-10 0,-2-14-6 15,0-13-16-15,-4-10-54 0,0-7-65 0,0-6-49 16,0-2-57-16,-2 0-42 0,-4-6-124 16,-3-3-741-16,-7-18-567 0</inkml:trace>
  <inkml:trace contextRef="#ctx0" brushRef="#br0" timeOffset="98497.662">19291 13220 2406 0,'0'0'448'0,"0"0"-227"0,0 0 64 0,67-74 35 16,-45 56-21-16,3 1-1 0,1 3-90 16,1 3-82-16,2 3-70 0,-1 5-13 0,-3 3-43 15,0 1-1-15,-2 13-15 0,-3 7-11 16,-3 7 25-16,-3 7-11 0,-6 5 12 16,-4 2-51-16,-4 5 52 0,-1 2 3 15,-10 2 22-15,-4 2-23 0,-3-1 0 16,-8 2-2-16,1-2-13 0,-4-7 1 15,0-7-13-15,0-7-30 0,3-7-10 16,4-10 0-16,2-3-22 0,3-5-53 16,6-4-2-16,2-2 1 0,4 0-45 15,1-1-141-15,4-5-420 0,3-8-605 0</inkml:trace>
  <inkml:trace contextRef="#ctx0" brushRef="#br0" timeOffset="98809.313">19821 13614 3235 0,'0'0'413'0,"0"0"-302"0,0 0 2 16,33 69 95-16,-26-50 153 0,-1-6-71 15,2-4-148-15,0-5-124 0,1-2-16 16,2-2 38-16,4-3-1 0,1-8 1 16,2-3-3-16,0-5-37 0,-1-6-43 15,-2-2-67-15,0-2-34 0,-3 1-13 16,-2 0-10-16,-2 3 21 0,-5 5 34 15,0 4 18-15,-3 3 37 0,0 7 57 0,-9 1 0 16,-5 5 63-16,-2 0 3 0,-4 0-1 16,-3 8 4-16,1 1-19 0,1 6 36 15,2 0 1-15,5 2-10 0,0 1-15 16,5 0-25-16,1 1-15 0,3-2-22 16,0 0-24-16,4-3-38 0,-1-1-43 15,2-2-127-15,0-1-38 0,3-6-180 16,0-2-556-16,4-6-460 0</inkml:trace>
  <inkml:trace contextRef="#ctx0" brushRef="#br0" timeOffset="99276.334">20121 13362 2704 0,'0'0'331'0,"0"0"-107"0,0 0 24 0,0 0 96 0,0 0 67 15,0 0 38-15,44 66-124 0,-42-43-167 16,-1-3-130-16,-1-1-28 0,0-1-15 15,3-4-13-15,-3-3-27 0,3-5-39 16,0-4-26-16,3-2-30 0,2-2 33 16,1-8 18-16,1-5 0 0,0-3-18 15,2-1-8-15,-3-2 44 0,3 1 37 16,-3 2 29-16,1 3 15 0,-1 2 3 16,-1 3 22-16,-2 3 43 0,-1 3 48 15,-2 3 8-15,0 1 3 0,-3 0-4 0,0 0-6 16,0 0-13-16,0 3-18 15,0 3-12-15,0 2-7 0,0 1-31 0,0 1-11 16,0-2-13-16,0-2-12 0,0-3-3 16,0-2-12-16,0-1 2 0,0 0-14 0,2-2-31 15,5-4-37-15,1-8 43 0,3 0-28 16,3-4-21-16,0-3-22 0,1 2 3 16,1 5 54-16,-1 0 63 0,-1 8-31 15,3 3 34-15,-4 3 59 0,3 6 68 16,-1 4-13-16,-1-1 6 0,-2 5-4 15,-2 0 7-15,0 0-13 0,-5 0-16 16,1-1-42-16,-1-1-36 0,-2-5-16 16,-2 0-24-16,1-3-19 0,-1-3-36 15,0 1-95-15,1-2-50 0,2 0-66 16,-1 0-64-16,0 0-302 0,3 0-846 0</inkml:trace>
  <inkml:trace contextRef="#ctx0" brushRef="#br0" timeOffset="99631.804">20808 13139 1820 0,'0'0'1505'0,"0"0"-1223"0,0 0-99 15,0 0 157-15,-47 71 18 0,34-42 33 16,-1 3-92-16,0-3-131 0,3-2-93 16,5-5-38-16,0-5-37 0,3-5-11 15,2-3-7-15,0-5-1 0,1-1-17 16,0-3-22-16,0 0-27 0,2 0-40 15,7-3 46-15,1-2 60 0,0-3-21 16,3-1-15-16,0-2-15 0,-1-1-25 0,1-1 24 16,-2-4 3-16,-1 3-9 15,2-4 6-15,-3 0-4 0,-1 2 35 0,0 2 37 16,-2 0 1-16,0 6 2 0,-4 2 12 16,-1 6 10-16,1 0 34 0,-1 0 105 15,4 7-38-15,-1 5 9 0,3 2-10 16,-1 1-11-16,1 3-29 0,-1-1 3 15,-2 0-39-15,1-6-46 0,-2-4-28 16,0-3-29-16,2-3-7 0,-1-1 3 0,2 0-40 16,1-9-40-16,2 1-44 0,-1-8-108 15,-2 1-164-15,-1 0-534 0,1-6-464 16</inkml:trace>
  <inkml:trace contextRef="#ctx0" brushRef="#br0" timeOffset="99935.723">21089 13097 2541 0,'0'0'518'0,"0"0"-252"0,0 0 0 15,0 0 78-15,0 0 13 0,26 87-13 16,-23-65-150-16,0-3-133 0,-2-1-40 16,2-2-21-16,-3-4-2 0,0-3-47 15,0 0-104-15,0-4-48 0,0-3-22 0,0-2-75 16,0 0-187-16,0-2-601 0,0-12-430 0</inkml:trace>
  <inkml:trace contextRef="#ctx0" brushRef="#br0" timeOffset="100051.118">21101 12925 186 0,'0'0'2360'16,"0"0"-2073"-16,0 0-284 0,0 0-3 15,0 0-10-15,0 0-45 0,0 0-103 16,0 0-336-16,0 0-596 0</inkml:trace>
  <inkml:trace contextRef="#ctx0" brushRef="#br0" timeOffset="100293.625">21297 13133 1509 0,'0'0'1760'0,"0"0"-1508"0,0 0-135 16,14 73 94-16,-11-54 144 0,-1-3 63 16,-2-4-104-16,1-4-202 0,-1-5-112 15,3-3 0-15,1 0 15 0,3-6-13 16,2-6-2-16,4-5-21 0,4-4-86 15,1 0-13-15,0-1-18 0,4 3 21 16,-2 3 46-16,0 2 24 0,0 10 4 0,-1 1 15 16,-3 3 28-16,-3 6 6 0,-1 2 72 15,-7 8 33-15,1 3-3 0,-4 1-37 16,-2 0-71-16,0 1-13 16,0-1-42-16,-5-1-84 0,-1-3-87 0,-5 1-184 15,5-6-604-15,-11 1-725 0</inkml:trace>
  <inkml:trace contextRef="#ctx0" brushRef="#br0" timeOffset="100852.192">17876 12908 2375 0,'0'0'645'16,"0"0"-236"-16,0 0-77 0,0 0 5 0,0 0-41 16,0 0-21-16,0 0 10 0,24 73-123 0,-7-36-67 15,1 4-44-15,-1 0-29 16,-2-1-22-16,-1-5-25 0,-3-4-11 0,-1-7-53 15,-2-6-79-15,-4-7-28 0,-1-6-56 16,-3-5-109-16,0 0-393 0,-5-14-1272 0</inkml:trace>
  <inkml:trace contextRef="#ctx0" brushRef="#br0" timeOffset="101275.902">17903 12693 2282 0,'0'0'712'0,"0"0"-246"0,0 0-36 16,0 0-175-16,0 0-165 0,0 0-89 16,0 0-1-16,0 0-40 0,82-4-51 15,-67 4-95-15,0 0-97 0,1 5-166 0,2 0-255 16,-3 0-100-16,1 3 114 0,-2 1 214 16,-2 3-37-16,1 4 513 0,1 3 425 15,0 6 295-15,1 1-114 0,1 3-71 16,1 2-31-16,-2 0-75 0,1 0-72 15,-2 0-45-15,2-3-39 0,-4-2 10 16,0-7 4-16,-4-2-96 0,-2-7-106 16,-1-6-85-16,-2-2-22 0,2-2 22 15,0-6 24-15,-1-8-2 0,2-7-22 0,2-7-114 16,-1-5-54-16,1-2-30 0,-2 2 19 16,1 2 30-16,-1 7 43 0,3 6 17 15,-1 8 33-15,1 4 6 0,1 3 50 0,0 3 15 16,0 7 98-16,1 5 35 15,-2 5 23-15,2 2-38 0,-3 3-16 16,1 0-15-16,-3 0-1 0,-1-1-6 16,-2-7-27-16,0 1-68 0,0-7-22 0,-1-6-48 15,-1-2-19-15,3 0-59 0,0-11-46 16,-1-7 23-16,3-9-133 0,2-8-251 16,-3 7-758-16,2-22-477 0</inkml:trace>
  <inkml:trace contextRef="#ctx0" brushRef="#br0" timeOffset="101473.649">18583 12345 1911 0,'0'0'1495'0,"0"0"-1247"0,0 0-106 0,17 77 68 15,-11-33 131-15,-1 10 79 0,3 3-28 16,4 3-124-16,1-1-102 0,3 2-66 16,1-2-42-16,0-5-58 0,0-8-21 15,-1-10-40-15,1-12-42 0,-3-10-6 0,0-8-16 16,-3-6 1-16,-2 0-17 15,-4-9-39-15,-4-4-146 0,-1-2-162 0,-3-4-458 16,-3 4-343-16,-14-5-86 0</inkml:trace>
  <inkml:trace contextRef="#ctx0" brushRef="#br0" timeOffset="101875.288">18499 12781 346 0,'0'0'1519'0,"0"0"-812"16,0 0-158-16,0 0-138 0,0 0-114 0,0 0-20 15,0 0-46-15,0 0-82 0,0 0 51 16,0 0-6-16,0 0-72 0,96-45-64 15,-65 30-43-15,0 1-15 0,-3-3-42 16,3-1-75-16,-3-1-97 0,1 0-71 16,-5 1-51-16,-3 2-105 0,-2 3-135 15,-5 5-107-15,-6 4 24 0,-2 4-1 16,-3 8 155-16,-3 9 505 0,0 5 541 16,0 4 103-16,0 4-18 0,0 0-33 0,0-2-168 15,0-2-89-15,3-7-50 0,3-1-13 16,0-6 18-16,1-4-60 0,3-6-81 15,-3-2-46-15,2-5-28 0,2-3 7 16,-2-9-16-16,1-2-28 0,-1-4-39 16,0-1-47-16,-4-1-27 0,1 3-8 0,-3 4 21 15,0 5-6-15,-1 5 15 0,-2 5-3 16,0 3 36-16,0 4-8 0,-6 9 26 16,-2 6-39-16,0 6 6 0,-4 6 34 15,5 3 71-15,1-3 18 0,3-1-25 16,2-1-58-16,1-6-6 0,0-4-18 15,3-3-16-15,6-6-46 0,2-5-18 16,5-1 18-16,2-4-12 0,3-2-32 16,0-7-22-16,2-3-112 0,-4-3-190 15,1 2-244-15,-6 3-486 0,0-2-232 0</inkml:trace>
  <inkml:trace contextRef="#ctx0" brushRef="#br0" timeOffset="102259.132">17819 13736 1699 0,'0'0'558'16,"0"0"90"-16,0 0-471 0,0 0-120 15,0 0 84-15,0 0 132 0,0 0-42 16,0 0-89-16,0 0-102 0,57-68-36 16,-34 49 21-16,3-1-3 0,2 2 0 0,3 3 10 15,3-1-16-15,1 4-1 16,4-3 13-16,4 1 7 0,3-1-4 0,3-3-3 16,7-4 3-16,3-4-6 0,3-5-6 15,5-1-19-15,0-5-19 0,1 0-9 16,0-1 9-16,1-4-12 0,-4 2-66 15,-3-2-48-15,-5 5 1 0,-3 0-8 16,-7 4 10-16,-5 3 2 0,-6 4-7 0,-7 6-38 16,-6 3-21-16,-3 4-45 15,-7 4 22-15,-3 4 41 0,-3 2-75 0,-4 2-264 16,-3 1-469-16</inkml:trace>
  <inkml:trace contextRef="#ctx0" brushRef="#br0" timeOffset="102874.307">19090 12589 1137 0,'0'0'224'0,"0"0"-25"0,0 0 90 0,0 0 97 15,0 0-4-15,0 0-99 0,0 0-116 16,0 0-74-16,0 0-23 0,0 0-70 15,-14 5-32-15,14-8-73 0,0 1-43 16,0-1-74-16,0-1-88 0,0 3-79 16,0-1-130-16,0 2-558 0,14 10 649 0</inkml:trace>
  <inkml:trace contextRef="#ctx0" brushRef="#br0" timeOffset="103800.37">19181 12558 2224 0,'0'0'543'16,"0"0"-340"-16,0 0-82 0,0 0 7 15,0 0 6-15,-82-21 44 0,69 21 85 16,3 4-91-16,1 10-73 0,2 5-37 16,4 5-24-16,2 7 27 0,1 6 41 15,0 4 27-15,4-1 12 0,3-2-62 0,-1-7-60 16,3-7-23-16,-3-8-31 0,2-8 13 15,0-7-16-15,3-1-19 0,1-7-8 16,-1-4-26-16,3-8 6 0,0-1-30 16,0-2-30-16,-1 2 9 0,1 3 6 0,1 3 50 15,2 6 36-15,-1 6 10 16,2 2 30-16,-3 3 76 0,2 10 40 0,-2 5-3 16,-1 4 23-16,-4 5 7 0,-1 0-31 15,-2 7-7-15,-4 0 9 0,-3 4 3 16,0 0-12-16,-5 2-7 0,-4-1 9 15,-2-3-3-15,-3-2-1 0,2-6-30 16,-1-5-33-16,1-6-16 0,0-5-6 16,2-6-6-16,-2-6-12 0,1 0-91 15,-3-8-52-15,0-8-6 0,0-6-4 16,0-7-38-16,0-8-43 0,2-6-87 16,1-1-164-16,6 0-161 0,1 9 1 15,4-15-492-15</inkml:trace>
  <inkml:trace contextRef="#ctx0" brushRef="#br0" timeOffset="104174.569">19416 12509 2485 0,'0'0'390'0,"0"0"-143"15,0 0-10-15,0 0 93 0,0 0 3 16,48 77-54-16,-42-65-149 0,-1-1-130 16,2-2-23-16,-2-3 5 0,1 1-29 15,1-5-34-15,0-2-25 0,4-2 3 16,-3-5-1-16,2-1 41 0,0 1 38 15,-1-2 6-15,-1 3-6 0,2 3 6 16,-1 3 19-16,0 2 124 0,3 10 68 16,-3 4-36-16,1 3-48 0,-1 0-30 15,-1-1-20-15,-2-2-42 0,-1-7-16 16,-1-4-2-16,2-5-35 0,1 0 37 0,0-11 6 16,3-7-6-16,3-8-96 0,-1-10-69 15,-1-3-13-15,-1-5-11 0,0-3 3 16,-4 1 37-16,0 0 13 0,-3-2 34 15,-3 2-10-15,0 6-13 0,0 7 125 0,-1 7 10 16,-2 10 195-16,0 9 36 0,1 6-6 16,-1 1-25-16,3 7-49 0,-1 9-39 15,1 5-45-15,0 9 38 0,4 9 18 16,4 7 46-16,3 8 11 0,1 5-59 16,2 6-48-16,0 3-83 0,3-2-28 15,0-3-219-15,3-8-169 0,-7-18-317 16,8-5-1239-16</inkml:trace>
  <inkml:trace contextRef="#ctx0" brushRef="#br0" timeOffset="106829.071">26874 13135 1778 0,'0'0'0'0,"0"0"784"0,0 0-533 15,0 0-93-15,0 0 75 0,0 0 89 16,0 0 35-16,0 0-46 0,0 0-88 16,6 73-80-16,-6-45-38 0,0 4-10 15,0 3 6-15,0 3-12 0,0 2-28 16,1 2-18-16,5 1-18 0,4 1-22 15,2-1-3-15,1-3-1 0,1-5-21 16,1-6 22-16,0-12 16 0,0-8 15 16,3-5-1-16,-2-4-30 0,5-9-21 0,1-10 21 15,0-7-1-15,1-9-25 16,0-8-60-16,-2-6-49 0,0-3-15 0,1 1-4 16,-2 0-1-16,-3 6 19 15,0 0-11-15,-3 8 8 0,-4 5 7 0,0 5 10 16,-5 7 52-16,0 4 70 0,-2 9 22 15,-2 5 92-15,-1 2 52 0,2 1-24 16,-2 7 11-16,1 3-7 0,1 7-19 0,1 6-16 16,0 1-13-16,-1 6-8 15,-1 2-2-15,4 0-11 0,-1 2 9 0,1 0-38 16,0-3-20-16,0 0-28 0,2-1 0 16,-2-4-34-16,0-3-5 0,1-4-38 15,0-6-39-15,0-4-19 0,0-6-72 16,-1-4-56-16,2 0-47 0,0-10-220 15,-1 1-436-15,0-17-425 0</inkml:trace>
  <inkml:trace contextRef="#ctx0" brushRef="#br0" timeOffset="107072.61">27523 13121 2119 0,'0'0'540'0,"0"0"-177"0,0 0-40 0,0 0 73 16,0 0 26-16,0 0-59 0,0 0-129 16,0 0-87-16,0 0-6 0,0 0 27 15,0 0 11-15,62 54-60 0,-38-57-68 16,4-3-18-16,1-4-11 0,1-2-22 16,-1-2-11-16,-1 0-37 0,-3-3-64 15,-2 3-58-15,-4 1-47 0,-4 3-43 16,-6 2-95-16,-4 4-188 0,-3 1-471 0,-2 3-464 0</inkml:trace>
  <inkml:trace contextRef="#ctx0" brushRef="#br0" timeOffset="107252.138">27601 13243 2669 0,'0'0'425'0,"0"0"-288"16,0 0-44-16,0 0 132 0,0 0 191 0,0 0 6 15,-11 79-88-15,19-55-128 0,3 5-63 16,1 0-5-16,-1 2-8 0,1-1-57 15,-2 1-56-15,-1-3-17 0,-4-1-22 16,-1-1-35-16,-1-5-99 0,-1-5-45 16,-1-5-20-16,1-7-41 0,-1-4-70 15,1-2-136-15,1-10-239 0,-3 2-401 0,2-12 75 0</inkml:trace>
  <inkml:trace contextRef="#ctx0" brushRef="#br0" timeOffset="107392.445">27717 13371 1413 0,'0'0'982'16,"0"0"-531"-16,0 0-44 0,0 0-41 15,0 0-29-15,0 0-52 0,87-37-98 16,-64 37-82-16,0 0-49 0,1-1-53 16,2-4-3-16,-3-1-78 0,1-4-157 0,0-4-100 15,-3-1-165-15,-4 0-797 0,3-9-850 0</inkml:trace>
  <inkml:trace contextRef="#ctx0" brushRef="#br0" timeOffset="107773.643">28158 13080 1532 0,'0'0'1476'0,"0"0"-1185"0,0 0-122 16,7 88 150-16,-5-53 93 0,4 3 28 15,-2 4-81-15,3 0-127 0,1-3-101 16,0-1-55-16,-4-5-76 0,1-4-3 16,-1-8-73-16,-2-4-76 0,0-9-13 15,1-4-34-15,0-4-57 0,1-6-112 16,1-9-110-16,-2-4-62 0,2-6-83 15,-2-4-2-15,0-2-29 0,0 0 32 0,-1 1 237 16,-1 0 385-16,1 4 85 0,1 0 551 16,0 2 44-16,2 4-21 0,-1 7-127 15,3-1-154-15,1 5-92 0,2 4-49 16,-3 2-45-16,0-1-31 0,2 3-37 16,1 1-24-16,-1 0-14 0,-1 5 4 15,1 3 9-15,-2 3 5 0,0 1-30 0,-2 4-31 16,-1 1-12-16,-1 4-1 0,-1 2-8 15,-2 2-10-15,0 0-9 0,-6 3 0 16,-5-1-3-16,0-1-35 0,-4-1-21 16,-2 0-42-16,-5-1-50 0,-1-2-12 15,1-1-26-15,-3-5-14 0,0 1-58 16,-1-3-147-16,6-3-581 0,-16 8-664 0</inkml:trace>
  <inkml:trace contextRef="#ctx0" brushRef="#br0" timeOffset="109022.714">25674 14940 1774 0,'0'0'225'0,"0"0"-161"0,-84-56-12 15,57 37 230-15,-2 0 215 0,2 5-116 0,2 4-76 16,2 8-15-16,-2 2 27 0,1 2-56 16,-2 8-84-16,0 4-64 0,0 4 78 15,2 5-5-15,-2 4-94 0,1 5-22 16,2 5-40-16,1 3-29 0,-2 7-1 15,0 3-24-15,1 4 5 0,2 1-2 16,0 4 21-16,4 4 0 0,2-1-17 16,3 4-14-16,2 0 10 0,6 1-3 15,3 1 8-15,1 1-2 0,3 0 0 16,5 0 3-16,5-1 12 0,2-2 1 16,5-3 0-16,3-1-19 0,2 0 18 0,6-1-18 15,3 1 21-15,2-3-16 16,6 0-14-16,1 0-4 0,2-5-12 0,4 1-37 15,0-4 28-15,5-1 18 0,-1-1 26 16,2-5 11-16,2-1 34 0,5-5 15 0,7-3-18 16,3-4-31-16,4-5 12 0,4-4-11 15,7-5 8-15,-1-7-9 0,1-6-21 16,4-4-7-16,-1 0 0 0,3-8 13 16,2-5 0-16,2-2 15 0,4-3 28 15,3-4 46-15,6-3-41 0,5-3-33 16,3-4-1-16,2-4-33 0,2-5 34 15,-1-2 18-15,-1-4 7 0,-3-1-25 16,-5-4-19-16,-2-1 19 0,-6-1 12 16,-2 0-10-16,-6 0 10 0,-2 3 9 15,-8 1-21-15,-8 0 0 0,-4 3-21 0,-14 0-37 16,-9 4 30-16,-8-2-3 0,-10 0-2 16,-7-2-7-16,-6 1 27 0,-3-4 0 15,-3 0 13-15,-3-3 28 0,-2-1-27 16,-5 1 1-16,-3 1-1 0,-1 0 1 0,-3 1 19 15,-7 1-8-15,-1-2 5 16,-1 1 16-16,-2-2-19 0,1-1 9 0,-3-3-24 16,2 0 0-16,-3-2-1 0,-2 2-2 15,-1 1 3-15,-6 8 2 0,-2 2 13 16,-2 8 22-16,-5 4 0 0,-2 2 30 16,-5 2-3-16,-5 4-24 0,-3 1-16 15,-1 0 4-15,-6 6-1 0,1 2-9 0,-3 3 1 16,-3 1-17-16,-1 2-2 0,-3 3-28 15,-4-2 26-15,-1 2-13 0,-5-1 15 16,-2 3 24-16,-1 0-22 0,-3 2 26 16,1 1-6-16,-2 3-21 0,1 0-1 15,2 0 0-15,1 0 2 0,3 6-2 16,2-1 0-16,4 1-12 0,0 0-3 16,5 2 15-16,1-1 1 0,2 1 1 15,0-1-3-15,0 1 2 0,0 5 0 16,0 2 10-16,1 2-11 0,1 2 0 0,-1 2-1 15,1 0-14-15,1 3 12 16,-1-2 0-16,4-1-9 0,-1-1-1 0,4 0 11 16,0-2 0-16,2 0-16 0,3 0 3 0,3-2 0 15,3 1-13-15,1 2-2 0,3 0 14 16,4 1 14-16,3-1-13 0,3-1 3 16,3-2 9-16,5-2 3 0,1-1 11 15,2-5 1-15,5 1-9 0,1-4 22 16,1-2-7-16,3 1-6 0,-1-4-11 15,5 0 11-15,-1 0-10 0,0 0-2 16,0 0-18-16,2 0-9 0,-1 0-38 16,0 0-5-16,2 0-28 0,-1 0-43 15,1 1-13-15,0 1-35 0,1-1-41 16,0 2-101-16,0 0-189 0,0 1-448 16,0 4-317-16</inkml:trace>
  <inkml:trace contextRef="#ctx0" brushRef="#br0" timeOffset="109513.29">26119 15218 787 0,'0'0'2273'16,"0"0"-1858"-16,0 0-291 0,0 0-45 15,0 0 151-15,0 0 217 0,0 0-104 16,0 0-118-16,0 0-131 0,-9 72-42 16,20-35 15-16,4 9 7 0,0 5-13 15,0 4-28-15,-1 4-24 0,-3 5-9 16,1-1-15-16,-4-1-9 0,0-9-50 15,-2-10-8-15,-1-12-13 0,-4-12-9 16,2-11-37-16,-3-8-53 0,2-2-134 16,-2-12-199-16,0-9-569 0,-3 3-659 15</inkml:trace>
  <inkml:trace contextRef="#ctx0" brushRef="#br0" timeOffset="109748.88">26187 15288 2350 0,'0'0'445'15,"0"0"-207"-15,0 0 65 0,0 0 15 0,0 0-28 16,85-26-30-16,-65 26-36 0,0 3-73 16,0 5-52-16,0 0-10 0,-1 4-27 15,-3 0-23-15,-3 4-5 0,0 0 6 16,-4 5-3-16,-4 0-4 0,0 1-14 16,-4 0 11-16,-1 1-8 0,0-1-22 15,-6 3-13-15,-2 0-14 0,-6 0-13 16,-3 1-12-16,-1 0-24 0,-3 0-17 15,-2-1-11-15,1-5 2 0,-1 0-21 16,1-2-32-16,0-7 2 0,2-3-27 16,4-4-62-16,2-4-59 0,4 0-201 0,2-6-224 15,2 1-834-15</inkml:trace>
  <inkml:trace contextRef="#ctx0" brushRef="#br0" timeOffset="110065.595">26498 15198 297 0,'0'0'658'0,"0"0"-62"0,0 0-388 15,0 0-81-15,0 0 77 0,0 0-35 16,0 0-101-16,0 0-41 0,0 0-27 15,0 0-16-15,0 0 14 0,82-71 2 0,-74 68 68 16,1-1 48-16,2 2 19 16,-1 0 52-16,2-1 67 0,3 1-12 15,1-1-51-15,1 0-55 0,3-4-28 16,0-1-4-16,-1-2 8 0,3-2-48 0,-5-1-63 16,0-1-1-16,-5 2-76 0,-1-1-65 15,-3 1-49-15,-4 1-73 0,-2 3-178 16,-2 2-574-16,-3 4-531 0</inkml:trace>
  <inkml:trace contextRef="#ctx0" brushRef="#br0" timeOffset="110228.993">26652 15186 248 0,'0'0'290'15,"0"0"1460"-15,0 0-1285 0,0 0-57 0,31 64 18 16,-22-48-79-16,-3 1-114 0,-1-1-171 15,1-3-62-15,-4 2-28 0,3-1-6 16,-1 0-47-16,-3 4-124 0,1-2-155 0,-2-1-295 16,0 8-732-16</inkml:trace>
  <inkml:trace contextRef="#ctx0" brushRef="#br0" timeOffset="110398.121">26667 15548 326 0,'0'0'336'0,"0"0"1046"16,0 0-842-16,0 0-121 0,0 0 82 0,0 0-12 15,0 0-92-15,0 0-132 0,67-66-80 16,-49 50-38-16,-1 1-43 0,2-3-83 16,-3-2-21-16,1 1-33 0,-3-2-32 15,4-1-66-15,-5 0-69 0,1 0-87 16,-2 1-151-16,-1 6-517 0,-2-4-624 0</inkml:trace>
  <inkml:trace contextRef="#ctx0" brushRef="#br0" timeOffset="111096.488">26988 14955 2093 0,'0'0'1105'0,"0"0"-771"15,0 0-188-15,0 0-86 0,0 0 60 16,0 0 259-16,0 0-35 15,0 0-91-15,36 86-125 0,-24-56-54 0,-2 1-4 16,0-1-21-16,-2-2-49 0,0-4 0 16,-3-1-31-16,1-7-27 0,-2-3-64 15,-2-4-25-15,-2-4-25 0,0-3-60 16,0-2-42-16,0-4-88 0,0-7-50 16,-2-3-91-16,-2-5-201 0,1-5 100 0,0-1 252 15,1-3 137-15,0 0 160 16,1 1 55-16,1 2 150 0,0 1 166 15,3 5 119-15,2 1-19 0,5 3-19 16,0 2-7-16,2 2-83 0,2 4-69 0,-1 0-61 16,0 0-57-16,-1 3-4 0,-2 3-15 0,0 1 5 15,-3 0 44-15,-1 3 39 0,-2 6-32 16,-1 4-7-16,-1 3-12 0,-2 6-70 16,0-1-44-16,-5 4-21 0,-5-1-3 15,-3 4-3-15,0-2-70 0,-3 2-53 16,-4-2-52-16,-1 0-72 0,0 1-74 15,-5 1-136-15,-1 2-263 0,6-6-660 16</inkml:trace>
  <inkml:trace contextRef="#ctx0" brushRef="#br0" timeOffset="111834.694">26100 15449 421 0,'0'0'156'0,"0"0"-155"15,0 0 283-15,0 0 832 0,0 0-682 0,0 0-147 16,0 0-52-16,0 0-23 0,0 0 8 15,0 0-45-15,0 0-52 0,-2 28-47 16,2-18 0-16,0 2 12 0,0 4 15 16,0 2 14-16,5 3-8 0,-1 2-16 15,-1 0-18-15,0 3-13 0,2-2 0 16,0 3-19-16,0 2-18 0,2 0-25 0,1 2-1 16,0 1-15-16,2 1-2 15,1 0-4-15,-1-1-3 0,2-1 1 0,-2-2 2 16,0 0 6-16,-1-3 14 0,-1-4-22 15,-2-3 11-15,0-3 1 0,-2-3 11 16,-1-2 0-16,0-2-2 0,0-4-38 0,-2-2 4 16,-1-1-13-16,0-1-6 15,2 0 6-15,-2 1 13 0,0 0 9 16,0-1 9-16,0 1-10 0,0 0-24 0,0 0 2 16,0 1 4-16,0-1 0 0,0-2-10 15,0 0-2-15,0 0-24 0,0 0-40 16,0 0-52-16,0-2-93 0,-6-5-389 15,3 0-99-15,-5-4-490 0,25 29 822 0</inkml:trace>
  <inkml:trace contextRef="#ctx0" brushRef="#br0" timeOffset="112652.032">26059 15341 117 0,'0'0'294'0,"0"0"-144"16,0 0 23-16,0 0 883 0,0 0-628 15,0 0-121-15,0 0-30 0,0 0 3 16,0 0-53-16,0 0-33 0,0 0-49 16,39 75-28-16,-30-52-38 0,2 4-22 15,0 0-10-15,1 2-32 0,-2-1-15 16,2 2-44-16,0-1-81 0,1 0-192 0,-1-6-206 16,2 7-848-16</inkml:trace>
  <inkml:trace contextRef="#ctx0" brushRef="#br0" timeOffset="113505.703">27747 15502 108 0,'0'0'665'16,"0"0"421"-16,0 0-33 0,0 0-711 15,0 0-84-15,0 0 8 0,-84 10-2 16,67-1-54-16,3 3-11 0,-2 1-27 16,-2 5-79-16,2 2-7 0,-4 5-31 15,2 3 0-15,2 8 0 0,-1 3-18 16,0 7-28-16,-2 6-9 0,2 5 0 15,0 2-3-15,-2 1-15 0,4 0 16 16,4-5 2-16,1-2 15 0,5-5 16 0,3-5-13 16,2-4-18-16,0-6 0 0,7-4-18 15,6-7 15-15,0-4-19 0,5-3-8 16,4-3-1-16,4-1-9 0,3-2 7 0,4-2 14 16,3-3 1-16,4-2 16 0,2-2-14 15,3 0 1-15,-1-5 12 16,1-5-6-16,1 1 6 0,-2-3-7 15,2-2 9-15,0-2 0 0,3-2-11 0,1-4-55 16,-1-1 23-16,4-4 10 16,1-4-15-16,-1-1-19 0,-1-4-18 0,-2 0 20 15,-3-1 14-15,-4-2 5 0,-6-1-12 16,-2-2-19-16,-6-1 31 0,-3-5 15 16,-5 1 13-16,-3-2-13 0,-4 0-18 15,-3 0 28-15,-2 3 0 0,-3-1 7 16,-3 2 15-16,-2 1 0 0,-1 1 12 15,-1 4 23-15,-6-3 34 0,-2 4 4 0,-4 3-20 16,-1 1 19-16,-1 4-4 0,-2 4 7 16,-2 1-16-16,-3 5-7 0,1 1 7 15,-4 5 12-15,-3 4 0 0,-3 3 0 0,-3 3-7 16,-5 4-30-16,-3 0 25 0,-1 8 5 16,-4 8-12-16,0 4-25 0,-2 7 7 15,3 4-13-15,-1 4 25 0,2 3-44 16,0 4-2-16,3 1-1 0,0-1-26 15,2 2-4-15,3-4-39 0,4 2 27 16,2-6-58-16,5-4-16 0,5-7-15 16,6-6-51-16,4-5-43 0,6-6-66 15,2 1-167-15,1-6-579 0,0 3-703 0</inkml:trace>
  <inkml:trace contextRef="#ctx0" brushRef="#br0" timeOffset="114422.812">27965 15989 479 0,'0'0'405'16,"0"0"949"-16,0 0-862 0,0 0-136 16,0 0-72-16,33 81-1 0,-24-55-82 15,2 5-44-15,0 3-40 0,0 4-33 16,3 6-12-16,1 3 12 0,1 7 6 15,-2 6 24-15,2 4-21 0,-4 5-41 0,0 6-12 16,0 3-13-16,0 5-8 0,0 5 2 16,2 1-18-16,-2 3 17 0,2 3-20 15,-2-1-1-15,1 6-21 0,-2 2 7 16,1 1-3-16,1 3-4 0,0 0-33 16,-1 1-34-16,0 0 8 0,0 1 32 15,-3 1 33-15,-2-1 14 0,-1 3 0 0,1 3 0 16,-3 0 2-16,-1 1 2 15,0-1-2-15,-3-22 0 0,2-31-24 0,-2-27-20 16,0-28 41-16,0-4 3 0,-2-2 12 16,-1 0-10-16,0 0 17 0,-2 0-3 15,-1 0-4-15,-1 0-9 0,0 0-3 0,-1 0-62 16,-3 0-50-16,-2 0-106 0,-4 0 38 16,-1 0-5-16,-2 0-88 0,6 0-280 15,-9 0-784-15</inkml:trace>
  <inkml:trace contextRef="#ctx0" brushRef="#br0" timeOffset="114829.48">27879 16236 2404 0,'0'0'422'0,"0"0"-293"0,0 0 130 16,0 0 148-16,0 0-23 0,-39 80-15 15,30-56-171-15,-1 4-90 0,1 1-37 0,-2 4-4 16,-1 2-15-16,2-2-45 0,-1 2-7 16,-1-4-37-16,3-2-12 0,-1-4-65 15,3-4-34-15,2-6-60 0,2-4 0 16,1-8 28-16,1-3-15 0,1-9-198 0,0-8-255 15,4-2-539-15,7-19-60 0</inkml:trace>
  <inkml:trace contextRef="#ctx0" brushRef="#br0" timeOffset="114967.693">27905 16254 745 0,'0'0'39'0,"0"0"176"16,0 0 1029-16,80-66-818 0,-54 54-40 16,0 4-25-16,5 2-41 0,-1 6-72 15,2 0-81-15,1 9-70 0,-2 1-38 0,2 2-44 16,0 0-15-16,-4 1-62 15,1 0-198-15,-2-1-20 0,2 1-97 16,-8-3-355-16,10 8-787 0</inkml:trace>
  <inkml:trace contextRef="#ctx0" brushRef="#br0" timeOffset="115996.404">28753 18621 838 0,'0'0'150'16,"0"0"1315"-16,0 0-921 0,0 0-109 16,0 0-90-16,0 0 98 0,0 0-56 15,0 0-92-15,95-69-75 0,-61 52-49 0,2-1-41 16,1-1-29-16,2-5-44 0,-2 0-30 15,0-4-27-15,-4-5 0 0,-2 0-24 16,-3-2-24-16,-4-3-104 0,-5 3-28 16,-2-1-30-16,-5 3-88 0,-6 3-191 0,-3 8-533 15,-3 1-751-15</inkml:trace>
  <inkml:trace contextRef="#ctx0" brushRef="#br0" timeOffset="116189.507">28975 18387 1501 0,'0'0'1786'0,"0"0"-1465"0,19 83-178 16,-9-49-27-16,3 4 164 0,-1-1 108 15,-1-3-102-15,1-2-157 0,-2-2-129 16,-3-3-25-16,-1-3-61 0,-2-4-56 16,1 1-73-16,-4-4-56 0,1-1-112 0,-2-4-242 15,0-1-711-15,-3-8-397 0</inkml:trace>
  <inkml:trace contextRef="#ctx0" brushRef="#br0" timeOffset="116338.61">29146 18537 1223 0,'0'0'2105'0,"0"0"-1819"16,0 0-173-16,0 0 133 0,86-72 160 0,-66 57-72 16,-2 2-116-16,-4 2-127 0,0-1-81 15,-2 0-10-15,-1 1-46 0,-3 0-71 16,0 4-67-16,-4 4-60 0,-2 3-120 15,-2 4-188-15,0 5-555 0,-5 16-402 0</inkml:trace>
  <inkml:trace contextRef="#ctx0" brushRef="#br0" timeOffset="116494.239">29228 18745 912 0,'0'0'1870'0,"0"0"-1549"0,0 0-273 0,0 0 112 15,0 0 116-15,0 0 62 0,0 0-28 16,0 0-99-16,0 0-50 0,77-8-29 15,-59-12 4-15,0-1-66 0,-2-3-70 0,0-3-31 16,-3 1-82-16,1 1-69 0,1-3-102 16,1 2-139-16,-6 7-541 0,10-7-866 15</inkml:trace>
  <inkml:trace contextRef="#ctx0" brushRef="#br0" timeOffset="117041.561">29720 18299 2043 0,'0'0'398'16,"0"0"-362"-16,0 0 51 0,0 0 90 15,0 0 122-15,0 0-11 0,0 0-40 16,0 0-81-16,0 0-53 0,0 0-33 0,0 0 13 16,-72 56 79-16,71-39 38 0,-1 2-28 15,2 0-48-15,0 0-33 0,2 1-16 16,4 0-1-16,1-2-8 0,0 0-16 15,5 0-22-15,-4-6-17 0,3 1-22 16,0-3 0-16,-1 1-4 0,0-4-11 16,1-2-9-16,-2-1-10 0,2-3-33 15,1-1 6-15,1 0-31 0,0 0-27 16,0-5-44-16,0-3-76 0,-1-3-87 16,-1-3-157-16,-3 2-477 0,1-5-494 0</inkml:trace>
  <inkml:trace contextRef="#ctx0" brushRef="#br0" timeOffset="118414.483">29618 18237 55 0,'0'0'323'16,"0"0"359"-16,0 0 822 0,0 0-973 0,0 0-203 15,0 0 5-15,0 0 16 0,0 0-72 16,0 0-73-16,0 0-59 0,0 0-16 15,13 83-22-15,-6-58-30 0,5 4-19 16,-1 2-18-16,4 1 2 0,1 3 1 16,-1-2 3-16,1-1-7 0,1-2-5 15,-3-3-13-15,1-4-9 0,-4-3-9 0,0-3 0 16,-2-6 9-16,-1-4-12 0,-3-4-15 16,3-3-21-16,2 0 2 0,2-2 13 15,1-8 9-15,3-1 9 0,-2-2-28 16,1-3-8-16,-4-3 11 0,0 0-2 15,-2-3-13-15,-1-1-18 0,-3 0-9 16,-2-2-1-16,0-2-9 0,-2 3-3 16,-1 0-6-16,0-1 15 0,0 5 12 15,0-1-2-15,-4 3-8 0,3 2 19 16,-1 5 38-16,0 4 15 0,2 2 43 0,0 3 23 16,0 2 5-16,0 0-13 0,0 0-5 15,0 2 27-15,0 1-6 0,0 1-28 16,0 0-37-16,2 0-9 0,4 4-2 0,-2 2-10 15,4 0 11-15,-3 4 1 0,6 0 1 16,-2 0-1-16,2 2-1 0,3 0 0 16,-1 2-21-16,0 1-2 0,3-2-19 15,-2-1-90-15,1-1-12 0,-1-5 24 16,0-4-32-16,0-6-145 0,-3 0-82 16,0-4-22-16,1-6-206 0,-4 0-419 15,6-8-166-15</inkml:trace>
  <inkml:trace contextRef="#ctx0" brushRef="#br0" timeOffset="118677.987">30287 18133 2760 0,'0'0'554'16,"0"0"-395"-16,0 0 31 0,0 0 191 0,0 0 21 15,0 0-142-15,0 0-116 16,0 0-49-16,0 0-28 0,-65 79 22 0,64-58 30 15,1 2-19-15,0 4-24 0,8 2-21 16,1 2-13-16,2-1-14 0,4-1-1 16,-4-2-6-16,2-7-21 0,0-5-14 15,2-2-22-15,0-4-22 0,-1-3-12 16,1-4-30-16,-2-2-25 0,2 0-19 16,-4-8-36-16,0-6-35 0,-2-3-141 0,-1-4-229 15,-3 4-606-15,-2-11-755 16</inkml:trace>
  <inkml:trace contextRef="#ctx0" brushRef="#br0" timeOffset="119676.366">30366 17691 1201 0,'0'0'546'0,"0"0"-218"0,0 0-10 0,0 0 140 16,0 0-58-16,0 0-91 0,0 0-88 0,0 0-48 16,0 0-12-16,0 0-12 0,-9 7-25 15,12 0-34-15,2 3-37 0,-1 4-4 16,3 3 19-16,3 4 3 0,0 1 21 15,4 7-15-15,0 1-22 0,3 3-12 16,3 6 0-16,3 3-7 0,0 4-11 16,1 4-13-16,-2 0-11 0,0 0-1 15,-2-2-1-15,0-3-27 0,-2-9-27 16,-5-9 13-16,-2-8-10 0,-1-9-4 16,-1-8-54-16,-2-2-69 0,3-6-13 15,-3-9-72-15,-1-7-117 0,0 3-373 0,-3-13-1012 16</inkml:trace>
  <inkml:trace contextRef="#ctx0" brushRef="#br0" timeOffset="119851.371">30858 18013 287 0,'0'0'2753'0,"0"0"-2357"0,0 0-317 16,0 0 181-16,17 70 214 0,-16-51-106 0,1-1-162 15,-2-5-166-15,0-4-40 0,0-5-80 16,0-2-70-16,-3-2-85 0,-6 0-105 15,1-3-301-15,2-3-756 0,-9-4-522 0</inkml:trace>
  <inkml:trace contextRef="#ctx0" brushRef="#br0" timeOffset="119973.598">30726 17861 2606 0,'0'0'543'0,"0"0"-326"0,0 0-11 0,0 0 141 16,0 0-86-16,0 0-87 0,0 0-90 15,78-22-84-15,-61 16-70 0,-3-3-176 16,3-1-125-16,-7 2-265 0,7-3-994 0</inkml:trace>
  <inkml:trace contextRef="#ctx0" brushRef="#br0" timeOffset="120224.889">31080 17820 3253 0,'0'0'716'0,"0"0"-509"0,0 0 48 16,-39 89 136-16,33-58-42 0,-3-1-130 16,8-2-113-16,1-1-54 0,0-4-19 15,5-1-6-15,1-3-27 0,1-2-1 16,1-5-14-16,2-6-15 0,-2-1-6 16,0-5-22-16,0 0-18 0,5-10-9 0,-3-5 15 15,1-6-18-15,0-7-41 0,-2-7-11 16,-4-5-2-16,1-6-73 15,-2-3-127-15,1-5-76 0,-2 2-109 16,-2-4-163-16,-1-1-134 0,0 14 1 0,-4-18 83 16</inkml:trace>
  <inkml:trace contextRef="#ctx0" brushRef="#br0" timeOffset="120372.798">31097 17360 479 0,'0'0'717'0,"0"0"-56"16,0 0-33-16,0 0-84 0,0 0-100 16,0 0-90-16,0 0-61 0,0 0-78 0,0 0-20 15,-12 71-13-15,21-37-41 0,-1 2-3 16,1 1 18-16,4 1-65 0,-3-2-63 15,2-1-28-15,-1-2-15 0,-1 0-70 16,1-1-68-16,-2-4-61 0,2-1-94 16,-3-5-245-16,-2-6-677 0,3-4-808 0</inkml:trace>
  <inkml:trace contextRef="#ctx0" brushRef="#br0" timeOffset="120656.951">31366 17809 3261 0,'0'0'583'0,"0"0"-526"0,0 0-54 15,0 0 135-15,0 0 63 0,0 0 31 16,0 0-105-16,0 0-28 0,80 1-41 0,-73-19-58 16,0-7-15-16,-3-1-99 0,0-4 3 15,-2 0-38-15,-1 1-16 0,-1 2-5 16,0 4 1-16,0 2 62 0,0 6 19 16,0 3 56-16,0 3 32 0,-5 3 148 15,-4 5-56-15,3 1 5 0,1 9 73 16,-3 5 26-16,2 4-53 0,2 7-57 15,2 6-9-15,2 2 6 0,0 5 46 16,0-1 73-16,2-1-62 0,2-3-85 16,1-6-55-16,-2-4-33 0,0-9-65 15,0-9 16-15,-1-2-7 0,0-3-64 16,2-8-53-16,-1-6-45 0,3-6-32 0,-3-8-222 16,-1 6-742-16,-2-14-663 0</inkml:trace>
  <inkml:trace contextRef="#ctx0" brushRef="#br0" timeOffset="121026.479">31592 17520 359 0,'0'0'2755'0,"0"0"-2164"0,0 0-439 16,0 0 33-16,0 0 205 0,37 66-23 0,-35-46-28 15,3-1-138-15,-4-5-136 0,2-6-65 16,-3-3-21-16,2-5-6 0,-1 0-28 16,2-1-94-16,0-8-16 0,-1-6-13 15,4-3 52-15,-1-5-28 0,-1-1-63 16,0 0-20-16,-1 3 1 0,3 3 97 15,-2 5 98-15,1 6 41 0,-1 4 60 16,0 3 88-16,-1 1 66 0,0 5 45 16,3 4-15-16,-3 5-53 0,-1 0-53 0,4 1-21 15,-3 0-11-15,0-3 10 0,0-1-31 16,-1-5-42-16,0-2-33 0,0-4-10 16,-1 1-15-16,-1-2 13 0,0 0-1 15,4 0-37-15,-2 0-8 0,2 0-4 0,3 0 52 16,-1 0 3-16,4 2 0 0,-3 0-2 15,2 1 0-15,-1-1 2 0,-3-1 0 16,4 2-2 0,-3-2-1-16,-2-1-73 0,0 0-55 0,-1 0-22 0,2 0 0 15,-1 0-14-15,3 0-59 0,2-1-95 16,-2 1 25-16,1 0 37 0,0 0-992 16,-3 3-476-16</inkml:trace>
  <inkml:trace contextRef="#ctx0" brushRef="#br0" timeOffset="121733.305">31793 17412 2730 0,'0'0'423'0,"0"0"-349"0,0 0-14 0,0 0 30 15,-85-45 141-15,73 40 85 0,7 4-25 16,0 1-85-16,2 4-52 0,0 6-3 16,0 4 3-16,-4 6-84 0,3 2-12 15,0 8-3-15,-1 2-6 0,2 1 33 16,2-1 55-16,1-3-6 0,0-3-49 0,0-6-37 16,3-8-11-16,1-3-34 0,4-7-3 15,3-2-37-15,2 0-5 0,3-9-7 16,3-5-12-16,1-8-8 0,-3-5-14 15,3-7 16-15,-1-4-36 0,-2 2-29 16,0-3 6-16,-1 4 10 0,-1 3 11 16,-2 5 24-16,0 5 10 0,-5 7 15 15,1 6 59-15,-2 6 60 0,0 3 67 0,1 7 55 16,0 5-1-16,1 6-53 0,1 5-30 16,-1 2-16-16,-2 0 12 0,1 0 7 15,0-6-1-15,-4 0-46 0,0-7-54 16,-1-3-10-16,-1-5-26 0,-1-4-28 0,1 0-70 15,1-4-39-15,2-5 2 16,-1-5 9-16,2-3-78 0,-1-6-191 16,-2-1-289-16,-1 4-676 0,-2-9-359 15</inkml:trace>
  <inkml:trace contextRef="#ctx0" brushRef="#br0" timeOffset="122013.758">32067 17150 2820 0,'0'0'652'16,"0"0"-500"-16,0 0-7 0,29 69 139 15,-21-39 77-15,-1-2-52 0,-2-3-82 16,-1-6-114-16,-1-6-77 0,-2-5-36 16,2-6-31-16,-1-2-18 0,1-1-39 0,0-9-17 15,5-7-2-15,-1-4-41 0,2-4-13 16,-2-3-72-16,5 0-34 0,-1 1 34 16,6 2 78-16,1 4 155 0,3 0 152 0,2 5-64 15,-1 3-88-15,-2 3 88 0,0 8 124 16,-1 2 68-16,1 1-51 0,0 10-47 15,-1 2-53-15,1 3-34 0,-4 1-1 16,-1 0-27-16,-7-2-44 0,0-1-23 16,-1-1-58-16,-5-1-95 0,0-3-52 15,-2 0-54-15,0-4-124 0,0 1-283 16,0 0-1200-16</inkml:trace>
  <inkml:trace contextRef="#ctx0" brushRef="#br0" timeOffset="122194.021">33053 16977 4364 0,'0'0'1261'16,"0"0"-1237"-16,0 0-24 0,0 0-234 0,0 0-18 16,-85 10-60-16,60-3-113 0,8-3-229 15,-12 6-1378-15</inkml:trace>
  <inkml:trace contextRef="#ctx0" brushRef="#br0" timeOffset="122809.166">30076 19034 859 0,'0'0'348'0,"0"0"-65"16,0 0 218-16,0 0 130 0,0 0-158 15,0 0-161-15,0 0-86 0,0 0-2 16,0 0-1-16,0 0-32 0,0 0-46 0,-49 16-15 15,49-16-15-15,0 0-5 0,0 0-15 0,0 0-30 16,0 0-10-16,0 0-9 16,0 0-1-16,3 0-2 0,2 0-9 0,2 0-7 15,4 0 19-15,5 0 18 0,6 0 0 16,5 0 42-16,6-8-15 0,6-7-24 16,7-11 2-16,4-6-26 15,3-6-1-15,7-4-42 0,5-5 0 0,8-4-18 16,8-6 18-16,9-3 0 0,6-5 0 15,9-4-46-15,5-2-5 0,8-7 6 16,5-4 11-16,5-4 32 0,2-3-22 16,1-1-12-16,-5 2-16 0,-5 6-57 15,-2 8 36-15,-13 8 9 0,-8 9 6 16,-8 11-6-16,-13 8 21 0,-12 9-27 0,-14 8-22 16,-9 8-92-16,-11 3-125 0,-6 5-75 15,-9 2-172-15,-5 3-451 0,-1 0-278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47:30.64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13301 1283 843 0,'0'0'1646'0,"0"0"-885"0,0 0-332 16,0 0-215-16,0 0 25 0,0 0 32 15,0 0 29-15,0 0-58 0,103 22-111 16,-56-15-3-16,9-3-27 0,9-1 36 15,7-3 57-15,6 0-73 0,0 0-46 16,3-4-23-16,-6-3-34 0,-1 2 12 16,-6-2-15-16,-6 2-13 0,-3-2-2 15,-5 2-3-15,-4 0 3 0,-5 1-1 16,-6 0-17-16,-8 3-3 0,-3 1 9 16,-9 0-3-16,-4 0-3 0,-7 2-1 15,-4 4-17-15,-2 1 3 0,-2 2-9 16,-5 5 11-16,-7 3 28 0,-3 5-12 15,-6 3 14-15,-2 0-2 0,-5 3-27 16,-3 0 18-16,-5 4 11 0,-7 4-14 0,-5 4-7 16,-5 5 4-16,-4 4 3 0,-5 5-3 15,0 2 8-15,0 1 10 0,0-1 15 16,4-2-3-16,6-1-9 0,3-5 9 16,7-3-12-16,5-5 0 0,7-5 0 0,5-6 15 15,9-4 10-15,3-7 2 0,6-8 12 16,7-5-12-16,0-2-27 15,6-2-13-15,8-1 13 0,9 0 17 16,9 0 14-16,7 0 8 0,8-1 9 0,4-5-8 16,5-2-4-16,2-1-36 0,5-1 15 15,1-1-9-15,4-1 30 0,2 0-5 16,-2 0-13-16,-3 2-18 0,-2 1-2 16,-4 0 0-16,-3 0-17 0,-7 2 7 15,0 1 0-15,-8 0-12 0,-4 0-21 16,-4 2-49-16,-5 1-30 0,-7 2 3 0,-1-1-3 15,-8 1-34-15,-1 1-92 0,-3-3-205 16,-7-1-215-16,-1-3-347 0,0-2-248 16,-1-1-289-16</inkml:trace>
  <inkml:trace contextRef="#ctx0" brushRef="#br0" timeOffset="325.688">14871 1362 342 0,'0'0'2678'16,"0"0"-2298"-16,0 0-266 0,0 0-34 16,0 0 40-16,-87 54 72 0,64-34 41 0,-4 5-22 15,1 3-74-15,-3 4-35 0,-3 4-35 16,-3 3-11-16,-3 6-16 0,-1 2-3 15,-3 3-13-15,-2 1 1 0,-1 2-13 0,-1-3-11 16,-1 2-1-16,2-5 0 16,0-3-12-16,2-3-31 0,4-8-16 15,4-5-11-15,5-7-17 0,5-5-36 0,6-6-26 16,5-6-22-16,4-1-12 0,4-3-34 16,-1 0-160-16,4-9-174 0,2 0-484 15,1-6-55-15,0 5 738 0,3-13 20 0</inkml:trace>
  <inkml:trace contextRef="#ctx0" brushRef="#br0" timeOffset="658.004">15406 1344 2651 0,'0'0'1412'0,"0"0"-1027"16,0 0-147-16,0 0 14 0,98 10-44 15,-67-6-17-15,-2 1-39 0,1 1-34 16,-4-4-63-16,2 0-22 0,-1-1-31 15,-3-1-2-15,-2 0-2 0,-2 0-19 0,-1-3-61 16,-6 1-54-16,-3-1-34 0,-1 0-62 16,-8 2-71-16,-1 0-226 0,-3 1-538 15,-10 0-820-15,0 0 693 0</inkml:trace>
  <inkml:trace contextRef="#ctx0" brushRef="#br0" timeOffset="920.389">15353 1510 215 0,'0'0'2615'0,"0"0"-2160"0,0 0-331 0,0 0-28 0,0 0 62 16,0 0 151-16,-37 77 7 0,34-59-65 15,0 4-63-15,2 3-53 0,-2 6-31 16,2 5-30-16,-2 2-4 0,0 4 0 0,1 4-3 16,-2 3-6-16,0-4-9 0,1 2-10 15,2-6-5-15,1-4-19 0,0-5 12 16,1-4-12-16,3-7 1 0,3-3-19 15,1-5-2-15,0-2-32 0,2-4 1 16,3-3-7-16,0 1 4 0,7-2 3 16,5-1-1-16,2 0 4 0,3-1-4 15,4-1-54-15,2 0-37 0,-2-5-37 16,4 1-60-16,-2-4-134 0,1 2-275 16,-11 0-715-16,10-2-901 0</inkml:trace>
  <inkml:trace contextRef="#ctx0" brushRef="#br0" timeOffset="1584.302">15799 1852 388 0,'0'0'46'16,"0"0"2142"-16,0 0-1693 0,0 0-221 0,0 0-58 16,75-22 147-16,-39 30-103 0,1 9-80 15,2 5-22-15,2 6-32 0,-1 5-9 16,-4-1 12-16,-3 3 15 0,-3-2-4 16,-4-2-70-16,-1-4-25 0,-6-4-11 15,-2-5-32-15,-3-7-2 0,-2-7-2 16,-1-1-16-16,0-3-25 0,1-4-6 15,-3-8 25-15,-2-6-37 0,3-2-49 0,-3-10-18 16,-2-5 18-16,-2-3 17 16,0-7 32-16,-2-1-4 0,-1-1 7 15,0-2 5-15,-1-2 13 0,-4 3-7 0,-1 0 32 16,-1 4 2-16,0 4 26 0,4 5-10 16,3 6 25-16,0 5 40 0,3 3 6 15,7 4 0-15,2 3-3 0,6 2-4 16,1 3 1-16,4 1-4 0,6 2 1 0,3 3-1 15,2 3-21-15,4 0-4 16,1 0 1-16,1 0-10 0,-1 0-2 0,2 0 5 16,-3 0-30-16,-2 0 0 0,-5-2-3 15,-6 1-3-15,-1 0-15 0,-4 1 3 16,-3 0-16-16,-4 0-60 0,1 0-40 16,-2 0-32-16,-3 0 0 0,-2 2 12 15,-2 0-20-15,-5 4-176 0,0 2-101 0,-5 0-104 16,1 1-225-16,-10 4-430 0</inkml:trace>
  <inkml:trace contextRef="#ctx0" brushRef="#br0" timeOffset="1868.47">16653 1833 1254 0,'0'0'1179'0,"0"0"-13"0,0 0-782 16,0 0-117-16,0 0 89 0,0 0-58 15,0 0-50-15,0 0-35 0,0 0-92 16,0 0-57-16,0 0-25 0,77 0-8 16,-45 2-4-16,2 0-27 0,3 2-1 0,-2-1-14 15,1-1-10-15,2 3 10 0,-1-4-36 16,0-1-95-16,-2 0-15 0,-2-4-47 15,-2-5-73-15,-3-1-146 0,-9 2-295 16,4-11-880-16</inkml:trace>
  <inkml:trace contextRef="#ctx0" brushRef="#br0" timeOffset="2042.619">17247 1629 437 0,'0'0'2739'0,"0"0"-2256"0,0 0-291 15,-13 71-54-15,8-36 107 0,3 5 65 16,-1 2-8-16,0 2-88 0,3 0-92 16,-3 1-40-16,2-3-39 0,1 1-43 15,-1-5-9-15,-1-4-79 0,2-4-68 0,0-10-12 16,0-4-16-16,0-10-63 0,2-6-206 16,-1 0-588-16,3-15-1036 0</inkml:trace>
  <inkml:trace contextRef="#ctx0" brushRef="#br0" timeOffset="2552.286">17707 1409 897 0,'0'0'2827'0,"0"0"-2293"0,0 0-289 16,0 0 8-16,0 0 32 0,0 0-17 0,0 0 11 15,0 0-103-15,0 0-92 0,0 0-47 16,92 3-22-16,-72-4-15 0,2-3-2 16,1-1-16-16,3 1-9 0,-2 0-4 15,2 1 4-15,-4 2 3 0,1 1-3 16,-3 0 3-16,-2 2 5 0,-1 6-5 16,-4 1 21-16,0 3-12 0,-5 5 3 15,1 1 12-15,-1 3 0 0,-2 7 12 16,-3 1-9-16,2 4 9 0,-4 7-9 15,2 2-2-15,-1 1-1 0,-1 6-21 16,0 1-6-16,2 3 15 0,0-1 12 0,0-2 1 16,3 2 14-16,-1-8-12 0,1-1-1 15,-1-7 10-15,-1 0 0 0,0-6 6 16,3-3 12-16,-4-4 7 0,0-3-7 16,2-1-3-16,-2-3-12 0,1-1-12 15,-3-3 15-15,1-2 7 0,-2-3-4 0,0-1 9 16,0-2 3-16,-2-1-9 0,-1 0-12 15,-2 0-9-15,-3 1 13 0,-3-3-4 16,-4 2-9-16,-2 0-3 0,-5-2-1 16,-5-1-20-16,-2 0-7 0,-4 0-20 15,-7-1-3-15,-2-2-10 0,-4 0-45 16,-5 2-27-16,-6 1-49 0,-4 0-71 16,-4 7-191-16,15-2-631 0,-32 7-1148 0</inkml:trace>
  <inkml:trace contextRef="#ctx0" brushRef="#br0" timeOffset="4825.811">18871 1651 473 0,'0'0'326'0,"0"0"1542"0,0 0-1325 15,0 0-133-15,0 0-82 0,0 0 16 0,0 0-37 16,101 18-52-16,-67-18-22 0,-1 0-57 16,1 0-84-16,0-5-74 0,-3-1-18 15,-2-2 1-15,1 0-2 0,-5 1-25 16,-2 1-47-16,-3 0-89 0,-6-1-73 16,-3 4-39-16,-5 0-188 0,-3 3-599 15,-6 3-855-15</inkml:trace>
  <inkml:trace contextRef="#ctx0" brushRef="#br0" timeOffset="4990.364">18941 1980 20 0,'0'0'1092'16,"0"0"291"-16,0 0-791 0,0 0-117 16,0 0-150-16,0 0-33 0,0 0-28 15,87-11-48-15,-50 7-31 0,2 1-78 16,2-2-58-16,3 0-35 0,-1-1-14 15,1 1-43-15,1-2-64 0,1 0-129 0,-2-1-170 16,-11 0-277-16,16-7-787 0</inkml:trace>
  <inkml:trace contextRef="#ctx0" brushRef="#br0" timeOffset="5394.313">19993 1012 121 0,'0'0'3192'0,"0"0"-2745"15,0 0-324-15,0 0-38 0,0 0 63 16,0 0 163-16,0 0-76 0,0 0-143 16,0 0-92-16,-58 74-10 0,42-27-3 15,0 7-2-15,0 5 15 0,-2 7 34 0,0 0-34 16,3 0-6-16,1-4-31 0,2-7-40 15,4-9 40-15,4-14 24 16,3-9 11-16,1-11-26 0,0-6-61 0,0-5-29 16,4-1-25-16,3-1 28 0,5-5-9 0,1 1-8 15,0 0 0-15,2 3 31 0,-1 2 18 16,1 2 4-16,1 12-4 0,0 6 83 16,-1 5 72-16,0 6 46 0,-3 4 15 15,-1 1 40-15,-4 2-35 0,-1-2-30 16,-1 3 1-16,-1-4-50 0,-1 1-40 15,-1-3 0-15,1-4-16 0,0-2-3 16,-3-6 0-16,3-3-31 0,-1-7-16 16,-1-3-126-16,1-3-62 0,-1-3-101 15,-1-2-380-15,0 0-802 0,0-2 385 16</inkml:trace>
  <inkml:trace contextRef="#ctx0" brushRef="#br0" timeOffset="5944.373">20937 1759 179 0,'0'0'1990'0,"0"0"-1418"0,0 0-199 15,-87-14-127-15,66 11 68 0,3 2 7 16,5 0-8-16,3 1-47 0,4 0-44 15,0 8-69-15,1 4-43 0,1 10-18 0,2 4-25 16,2 8-9-16,0 1-10 0,3 3-5 16,5-5-19-16,1-5-24 0,1-6-14 15,0-8-20-15,-2-7-45 0,2-3 9 16,0-4 3-16,4-2 6 0,2-9 28 16,3-8-35-16,-1-3-11 0,1-9-16 15,-1-2 2-15,-4 3 23 0,0 3 39 16,-3 6 29-16,0 8 1 0,1 6 1 15,-2 5 52-15,2 2 34 0,0 6 40 16,3 8-16-16,0 3 13 0,-1 4-38 16,0 0-3-16,-3 2-9 0,-1-3 3 15,0-1-3-15,-2-2-18 0,-1-4-40 16,0-3-15-16,-1-2-39 0,0-3-95 0,-1-3-85 16,4-1-23-16,0-1-34 0,1-3-220 15,-3-4-543-15,0-12-819 0</inkml:trace>
  <inkml:trace contextRef="#ctx0" brushRef="#br0" timeOffset="6087.956">21424 1785 798 0,'0'0'2336'0,"0"0"-1925"15,0 0-221-15,0 0 138 0,86 32 67 16,-67-25-32-16,-6-4-99 0,1 0-121 16,-1-3-88-16,3 0-25 0,-3-7-30 15,1-8-61-15,-2-3-128 0,-2-3-111 0,-4-6-223 16,-3 1-732-16,-3 4-1305 0,0-8 2159 0</inkml:trace>
  <inkml:trace contextRef="#ctx0" brushRef="#br0" timeOffset="6273.732">21530 1485 398 0,'0'0'2384'0,"0"0"-1897"0,0 0-159 15,0 88 78-15,0-48 25 16,6 5-24-16,-1 5-59 0,2 2-98 0,-2 4-93 15,-2 1-45-15,-1-1-42 0,-1 1-58 16,-1-8-12-16,2-6-139 0,2-8-98 16,2-11-33-16,4-13 31 0,1-10 101 15,6-6-207-15,2-18-404 0,-3 4-461 16,11-31-641-16</inkml:trace>
  <inkml:trace contextRef="#ctx0" brushRef="#br0" timeOffset="6588.636">21978 1312 463 0,'0'0'466'0,"0"0"1611"0,0 0-1532 16,0 0-53-16,0 0-52 0,0 0 0 0,14 66-38 16,-17-21-117-16,-3 7-82 15,-2 3-67-15,0 3-21 0,2-2-16 16,0-5-26-16,1-5-46 0,2-7-27 16,3-10-15-16,0-9-3 0,0-5-31 0,6-8-11 15,4-2 6-15,2-1 15 0,5-1 5 16,3-1-5-16,0 0 3 0,2 2 6 15,0-1-6-15,1 0-10 0,-4 3 1 16,1 0 15-16,-2 1-13 0,-2-1 17 16,-5 3 26-16,-1-1 12 0,-3 0 9 0,-4 3 10 15,-3-4 5-15,0 0-3 0,0 3-12 16,-8-3-21-16,-4-2-11 0,-4 2-4 16,-2-2-24-16,-1-2-34 0,-3 0-42 15,-2 0-43-15,-2-3-46 0,-4 0-144 16,-4 0-220-16,6-3-477 0,-22-9-785 0</inkml:trace>
  <inkml:trace contextRef="#ctx0" brushRef="#br0" timeOffset="7463.14">22584 1467 919 0,'0'0'92'16,"0"0"1844"-16,0 0-1418 0,0 0-224 16,0 0-65-16,0 0 22 0,21 74-12 15,-3-38-26-15,2 3-41 0,4 5-37 0,4 5-31 16,-1-1-16-16,-1 0-24 0,-3-1-18 16,-1-3-10-16,-4-5-2 0,-1-5 20 15,-3-11-27-15,-3-6-27 0,-2-7-3 16,1-5-22-16,-3-2 7 0,1-2 16 15,0-1-1-15,-1 0-9 0,0-5-21 16,-1-2-13-16,0-5 13 0,0-4-7 16,-1-2-12-16,-5-1-12 0,0-5-12 15,0 0-19-15,0-2 12 0,0 0 28 16,-5-5 0-16,1-2-4 0,-2-3 13 16,1-2 28-16,0-2-16 0,0 0 21 0,5 2 13 15,0 3-2-15,3 1 2 0,10 7 16 16,3 3 27-16,3 6 3 0,2 2-3 15,4 6 28-15,2 0 15 0,3 6-13 16,5 0 1-16,3 0-22 0,2 2-4 16,5 0-2-16,-1-1-12 0,2 0 5 0,1 0-5 15,-1-2-13-15,-3-1-6 0,-3-1-15 16,0 0-2-16,-5 2-13 0,-5 0 12 16,-4-1-12-16,-8 1-13 0,-6 3-36 15,-3 0-45-15,-6 2-35 0,-3 0-22 16,0 2-58-16,-9 4-90 0,-8 3-188 15,6-1-774-15,-20 9-887 0</inkml:trace>
  <inkml:trace contextRef="#ctx0" brushRef="#br0" timeOffset="7726.34">23196 1799 1982 0,'0'0'1268'0,"0"0"-741"16,0 0-257-16,0 0-122 0,0 0 113 15,0 0 87-15,0 0-54 0,0 0-78 16,0 0-122-16,0 0-30 0,0 0-21 16,91 3 2-16,-58-3-15 0,1-3-29 15,-3-1-1-15,1 0-15 0,-2-2-3 16,-1-1-15-16,-2-2-107 0,1-3-67 15,-4-3-83-15,-5 0-169 0,-3 1-553 0,-2-5-912 0</inkml:trace>
  <inkml:trace contextRef="#ctx0" brushRef="#br0" timeOffset="7895.661">23743 1614 179 0,'0'0'2893'16,"0"0"-2348"-16,0 0-353 0,0 0 50 15,-9 85 114-15,6-60-1 0,-1 2-82 16,2-1-127-16,1 2-103 0,-1-1-43 16,0 2-11-16,-1 2-66 0,0 0-121 15,-2-2-88-15,2-1-169 0,0-9-545 16,1 3-815-16</inkml:trace>
  <inkml:trace contextRef="#ctx0" brushRef="#br0" timeOffset="9154.234">24562 1133 726 0,'0'0'160'0,"0"0"126"0,0 0 942 16,0 0-741-16,0 0-154 0,0 0-40 15,0 0 42-15,0 0-36 0,0 0-109 0,0 0-60 16,0 0-31-16,0 25 18 0,0 5 18 16,0 7-6-16,3 8-31 0,-1 6-13 15,1 8-18-15,0 3-9 0,0 9-15 16,-2 3-19-16,-1 6-24 0,0 2 0 15,0 2-1-15,-3-1-20 0,-1-3 9 16,-1-9-22-16,2-8-33 0,3-11 0 16,0-11 0-16,0-12-28 0,3-7-37 15,5-8-74-15,3-10-106 0,-1-1-287 16,5-10-777-16</inkml:trace>
  <inkml:trace contextRef="#ctx0" brushRef="#br0" timeOffset="14897.346">25308 1573 1649 0,'0'0'2078'0,"0"0"-1798"0,0 0-163 15,0 0-42-15,-88-40 71 0,68 32 123 16,1 2-29-16,-3 0-23 0,2 3-64 16,3 1-56-16,2 2-6 0,2 0-12 0,4 8-24 15,1 2-42-15,2 8-13 0,2 8-24 16,2 11 3-16,2 8 5 0,0 12 16 16,0 7 19-16,6 7-19 0,-1-1 24 15,1-8-24-15,3-12-1 0,0-14-29 16,3-16 11-16,3-12-14 0,2-8 32 15,1-12-1-15,5-9 2 0,1-13 0 0,3-8-27 16,0-7-43-16,0-8-12 16,-4 1 8-16,0 1 41 0,-2 5-4 0,-3 6 22 15,-4 8 12-15,-2 10-9 0,-2 7 0 16,-4 9 11-16,-3 8 1 0,1 2 15 16,-2 6 34-16,1 6 24 0,-1 6 3 15,1 7-21-15,3 1 5 0,-1 8-11 16,0-1-10-16,2 2 7 0,1-3-31 15,0-5-15-15,0-6-18 0,2-4-22 16,0-7-5-16,1-4-16 0,4-3-27 16,1-3-52-16,2 0-46 0,2-3-109 0,4-2-250 15,-6 2-669-15,13 1-859 0</inkml:trace>
  <inkml:trace contextRef="#ctx0" brushRef="#br0" timeOffset="15067.977">26110 1845 2103 0,'0'0'1754'0,"0"0"-1412"0,0 0-125 16,-17 94 160-16,4-56-77 0,-3 4-72 15,0-3-85-15,1-6-82 0,4-5-61 16,6-10-22-16,5-7-47 0,0-7-41 16,5-4-106-16,7-7-62 0,7-12-182 0,-5 1-677 15,14-27-1141-15</inkml:trace>
  <inkml:trace contextRef="#ctx0" brushRef="#br0" timeOffset="15399.707">26573 1198 1907 0,'0'0'1901'0,"0"0"-1542"16,1 82-219-16,-1-38 21 0,-7 13 141 15,-1 6-35-15,0 6 77 0,0 2-14 0,0-3-181 16,1-4-104-16,6-9-45 0,1-5 0 15,0-10-36-15,8-9-25 0,3-12-63 16,0-9 39-16,3-10 25 0,3-2 23 0,3-14-11 16,1-3-13-16,2-4-6 0,3 1 6 15,-1 4 19-15,-2 4 8 0,-3 6 7 16,-3 3 12-16,-1 2 13 0,-4 3 2 16,-7 3 3-16,-2 5 24 0,-1 3 52 15,-2 5-3-15,-3-1-21 0,-6 2 3 16,-4-1 2-16,-3 1 1 0,-4-4-12 15,-2 0-22-15,-4-3 12 0,1-2-37 16,-1-4-2-16,0-4-39 0,1 0-31 16,4-4-27-16,0-5-43 0,1-5-51 15,4-7-146-15,2-4-247 0,5-6-363 16,4 6-540-16,5-11-263 0</inkml:trace>
  <inkml:trace contextRef="#ctx0" brushRef="#br0" timeOffset="15635.195">27318 1313 2962 0,'0'0'742'0,"0"0"-506"15,0 0-19-15,0 0 113 0,0 0-19 0,-6 95-17 16,-9-51-78-16,-2 9-73 0,-3 5-49 16,3 3-18-16,-2 6-22 0,6-1-8 15,6-2-1-15,6-2-24 0,2-6-21 16,15-7 18-16,5-11-18 0,4-12-62 15,6-7 31-15,2-13 19 0,2-6-24 16,2-4-3-16,-4-11-58 0,-5-5-52 16,-2-6-67-16,-7-4-121 0,-6-2-328 0,-6 8-886 15,-7-13-793-15</inkml:trace>
  <inkml:trace contextRef="#ctx0" brushRef="#br0" timeOffset="15801.97">27207 1646 352 0,'0'0'2949'0,"0"0"-2533"0,0 0-287 16,0 0 79-16,0 0 1 0,102 66 52 16,-67-59-24-16,0-5-90 0,2-2-76 15,-1 0-71-15,4-5-52 0,-4-7-209 16,2-1-120-16,-11 0-345 0,9-13-1745 0</inkml:trace>
  <inkml:trace contextRef="#ctx0" brushRef="#br0" timeOffset="16109.34">28101 1419 2493 0,'0'0'1937'16,"0"0"-1724"-16,0 0-56 0,88-8 79 0,-57 1 5 15,3-1 108-15,-3 2-147 0,5-1-84 16,-1 2-48-16,1 0-34 0,-2 3-21 16,2 2-15-16,-5 0-3 0,-3 7-36 0,-5 3 12 15,-7 6-13-15,-7 6-2 0,-8 8-31 16,-4 8 13-16,-17 9-7 0,-7 6-14 15,-8 5 20-15,-7 7 1 16,-3 3-4-16,-2 3 12 0,1 0 20 0,7 0 32 16,8-7 33-16,6-6-2 0,9-9 32 15,14-11 10-15,2-7-27 0,9-8-7 16,12-7 21-16,9-1 10 0,10-6 12 16,6-3-4-16,9-6-11 0,3 0-16 0,1-6-36 15,1-3-15-15,-5-6-12 16,-1 1-6-16,-7-4-24 0,-5 0-70 15,-6-3-36-15,-4 0-86 0,-6-1-88 0,-3-1-205 16,-7 4-556-16,-4-6-644 0</inkml:trace>
  <inkml:trace contextRef="#ctx0" brushRef="#br0" timeOffset="16323.926">28820 1615 1956 0,'0'0'1309'0,"0"0"-868"15,0 0-293-15,0 0-31 0,-56 65 109 16,34-29 93-16,-4 7 23 0,-3 7-67 16,-4 4-89-16,0 0-70 0,-2 3-47 15,-2 0-32-15,-1 0-35 0,2-1-4 0,0-4-14 16,5-3-21-16,6-8-57 0,3-8-52 16,7-12-43-16,5-11-47 0,5-10-68 15,5-9-160-15,0-15-279 0,5-11-959 16,3 5 227-16,11-23 1341 0</inkml:trace>
  <inkml:trace contextRef="#ctx0" brushRef="#br0" timeOffset="16836.061">29295 1146 1205 0,'0'0'2438'16,"0"0"-1691"-16,0 0-392 0,0 0-162 15,0 0-98-15,0 0-19 0,0 0 52 16,0 0 54-16,0 0-106 0,0 0-74 16,0 0 17-16,79-80-16 0,-53 60 0 15,2 4-2-15,-3 5 17 0,-3 2 6 0,-3 6-22 16,-6 3 0-16,-3 5 13 0,-6 7-13 15,-4 13 19-15,0 8 67 0,-14 13-9 16,-3 9-52-16,-6 8 0 0,0 4-9 16,-2 2-5-16,5 0-13 0,0-1-1 15,4-4 1-15,5-9-2 0,5-7 0 16,3-13-11-16,3-8 1 0,1-11 9 0,5-4-12 16,1-5 0-16,5-1 3 15,-1-1-6-15,1-4 15 0,2 2-15 0,2 0 6 16,-2 1 0-16,3-1-10 0,0 3-2 15,-1 4 6-15,-1 1 0 0,1 6 18 16,-1 4 1-16,-4 4 29 0,1 4-6 16,-4 6-6-16,-2 1 7 0,-3 2-24 15,-3 2 11-15,0 4 3 0,-6 3-3 16,-4 3-9-16,-6 3 0 0,-4 1 15 0,-4 1 3 16,-4-1-21-16,-1-2 0 0,1-8-32 15,-1-7-89-15,1-8-58 0,1-11-76 16,8-8-317-16,-10-10-1133 0</inkml:trace>
  <inkml:trace contextRef="#ctx0" brushRef="#br0" timeOffset="16959.818">29684 2281 2613 0,'0'0'2320'0,"0"0"-2024"15,0 0-296-15,0 0-143 0,0 0-53 16,0 0 27-16,0 0 70 0,0 0-285 15,-118-39-1304-15</inkml:trace>
  <inkml:trace contextRef="#ctx0" brushRef="#br0" timeOffset="25490.416">16770 1400 579 0,'0'0'551'16,"0"0"293"-16,0 0-346 0,0 0-207 0,0 0-66 16,0 0 15-16,0 0 24 15,0 0 5-15,0 0-61 0,0 0-48 0,0-6-26 16,0 6-13-16,0 1-18 0,0-1-14 15,0 0-15-15,0 0-3 0,0 0-6 16,0 0-7-16,0 0 3 0,0 0-9 16,0 0-6-16,0 0-3 0,0 0-6 15,0 0-7-15,3 0-12 0,-2 0-17 0,4 0 2 16,-1 0 13-16,2 0-1 16,4 0 6-16,0 0 10 0,2 0 11 0,0 0-20 15,0-1-7-15,0-2-12 0,1 0 12 16,-2 1-15-16,1-2 3 0,-2 0 15 15,0 0-5-15,1 1 2 16,-2 1-13-16,-2 0-2 0,1 1-1 0,1-1-1 16,-1 2-10-16,-1-1 10 0,3 0-1 0,2 1-13 15,-1-1 16-15,5 1 3 0,-3-3 13 16,4 2-4-16,-2-2-11 0,0 1-1 16,0 0 0-16,1 0 3 0,-3 0-2 15,-3 0-1-15,3 0-15 16,-3-1 13-16,-1 2 1 0,1-1 1 0,-3-1 0 15,-1 3-2-15,0-1-1 0,0 0-12 16,-3 1 13-16,0-1 0 0,0 1-10 16,-1 0 0-16,-1 0 10 0,1 0-16 15,-1 0 17-15,-1 0-12 0,0 0 10 16,1-3-12-16,1 3 12 0,-2 0 2 0,1 0-1 16,-1 0 2-16,3-1 0 0,0-1-2 15,3-1 2-15,-1 1 3 0,3-2 21 16,-2 2-24-16,0-3-3 0,0 4-15 15,-1-3 15-15,-1 3 1 0,2-1 0 16,-2 0 0-16,-1 0-10 0,0 2 10 16,-1-1-10-16,2 1-4 0,-4-1-2 0,1 1 16 15,1 0-1-15,0 0 0 0,-2-2-9 16,3 2 11-16,-1-1-2 0,-1 1 0 0,-1 0 0 16,3 0-10-16,-3 0 11 0,2-2 1 15,1 2 1-15,-2-1 0 0,2 1 3 16,-3-1-2-16,4 1 1 0,-4 0-2 15,0 0 0-15,3 0-1 0,-2 0-2 16,-1 0-9-16,0 0 10 0,0 0-1 16,2 0 2-16,-2 0-1 0,0 0-1 15,0 0-9-15,0 0 11 0,1-1 1 16,-1 1 0-16,0 0 0 0,0 0 1 16,0-2-1-16,0 2-34 0,0 0 13 15,0 0-1-15,0 0-14 0,0-1-32 16,0 1-24-16,0 0-67 0,0 0-110 15,-4 0-188-15,-3 0-297 0,1 0-689 0,0 0-147 16,-4 3 1538-16,43-5-49 0</inkml:trace>
  <inkml:trace contextRef="#ctx0" brushRef="#br0" timeOffset="76127.564">12653 2920 1668 0,'0'0'1579'0,"0"0"-1251"0,-5 71-57 16,2-38-53-16,2 9 50 0,0 0-36 15,-2-1-35-15,2-1-93 0,-2-5-73 0,1-4-31 16,-1-7-14-16,3-5-14 15,0-7 0-15,0-5-88 0,0-5-82 0,0-2-118 16,0-9-168-16,0 0-692 0,0-22-1264 16</inkml:trace>
  <inkml:trace contextRef="#ctx0" brushRef="#br0" timeOffset="76280.315">12586 2573 2809 0,'0'0'630'0,"0"0"-159"0,0 0-154 16,0 0 5-16,0 0-84 0,0 0-110 16,0 0-128-16,0 0-6 0,51 72-89 15,-34-58-148-15,-1 1-98 0,6 2-247 16,-7-6-906-16,10 7-654 0</inkml:trace>
  <inkml:trace contextRef="#ctx0" brushRef="#br0" timeOffset="76533.616">13005 2844 1869 0,'0'0'712'0,"0"0"-383"0,0 0-41 0,0 0 65 0,0 0-27 16,0 0 3-16,0 0-80 0,0 0-70 15,4 71-35-15,-8-55-9 0,1-5-12 16,0-1-29-16,1 0-39 0,2-3-15 0,0-2-10 16,0-1-30-16,0 0-6 0,0 2-27 15,0-2-7-15,2 2 13 0,2 0 11 16,2 2 13-16,1 0-18 0,-3 0 12 15,2 3 9-15,-3 1 12 0,1 0 12 16,-4 1-24-16,0 5-33 0,-3-4-7 16,-4 1-30-16,-3 3-19 0,-4-3-37 15,1 0-49-15,-3-2-66 0,-2-1-91 16,1-1-261-16,4-4-720 0,-7-5-712 0</inkml:trace>
  <inkml:trace contextRef="#ctx0" brushRef="#br0" timeOffset="77315.177">14258 3042 980 0,'0'0'1252'0,"0"0"-809"0,0 0-119 0,0 0-96 16,0 0 166-16,0 0-47 15,0 0-131-15,0 0-17 0,-85-46 9 0,71 46-51 16,-3 6-31-16,-1 6-22 0,-2 6-10 15,2 8-11-15,1 6-10 0,3 5-9 16,3 3 15-16,3 0 30 0,2-2-27 16,1-6-37-16,5-9-29 0,0-6-16 15,0-8 0-15,0-7-16 0,5-2-35 16,3 0-10-16,3-7 28 0,8-5-28 16,0-9-15-16,4-4-15 0,-2-4 21 15,-3-1 6-15,1 3 18 16,-4 1 12-16,-2 5 13 0,-1 5 0 0,1 6-4 15,-6 5 22-15,3 5 3 0,-1 0 67 0,-1 3 16 16,1 6-16-16,1 3-18 0,2 2-13 16,-1 3 4-16,-2 2-13 0,-1 3-9 15,0-2-15-15,-1-1-3 0,3 0 0 16,-3-3-24-16,3 0-21 0,2-3-105 0,-1-4-39 16,1 0-23-16,4-4-97 0,-2 1-225 15,-1-2-631-15,7-4-976 0</inkml:trace>
  <inkml:trace contextRef="#ctx0" brushRef="#br0" timeOffset="77759.945">15057 2835 1486 0,'0'0'1634'0,"0"0"-1163"0,0 0-250 16,0 0 150-16,0 0 17 0,0 0-86 15,104-5-64-15,-68 9-46 0,4 0-58 16,2 0-52-16,0-2-43 0,-1 0-39 15,-2-2-18-15,-3 0 6 0,-3-7-10 0,-1-2-35 16,-4-2-101-16,-4-1-65 0,-3 0-37 16,-7 4-85-16,-6 1-236 0,-4 3-594 15,-4 4-643-15</inkml:trace>
  <inkml:trace contextRef="#ctx0" brushRef="#br0" timeOffset="77926.323">15256 2970 1368 0,'0'0'319'15,"0"0"1073"-15,0 0-981 0,0 0-60 16,-44 72 29-16,38-45-24 0,2 5-54 16,1 4-79-16,-2 4-56 0,0 4-42 15,-2 0-87-15,0 0-38 0,-2-1-49 16,2-4-149-16,1-4-49 0,3-7-29 16,0-7-96-16,3-8-142 0,0-7-457 15,0-6-714-15</inkml:trace>
  <inkml:trace contextRef="#ctx0" brushRef="#br0" timeOffset="78081.521">15254 3294 2183 0,'0'0'698'0,"0"0"-288"0,0 0-20 0,0 0 48 0,93-18-112 16,-75 15-88-16,-2-1-97 0,1 4-82 16,-4-5-59-16,0 3-17 0,-3 0-75 15,-5 2-142-15,-2 0-135 0,-2 2-271 16,-1 10-951-16</inkml:trace>
  <inkml:trace contextRef="#ctx0" brushRef="#br0" timeOffset="78258.471">15231 3543 2387 0,'0'0'552'0,"0"0"-143"16,0 0 38-16,0 0-64 0,0 0-57 0,0 0-92 15,99 20-56-15,-67-20-37 0,0-4-77 16,0-5-39-16,-1-3-25 0,0-3-70 15,-1-4-61-15,-3-1-35 0,-1-4-83 16,0-1-170-16,-3 3-295 0,-6 3-615 0,2-5-730 16</inkml:trace>
  <inkml:trace contextRef="#ctx0" brushRef="#br0" timeOffset="78543.831">15665 3321 2262 0,'0'0'649'0,"0"0"-252"0,0 0-13 16,0 0-19-16,-23 88 18 0,21-63-19 15,2-2-95-15,0-3-80 0,0-1-61 16,0-8-70-16,0-3-58 0,5-2-13 16,1-1-36-16,1-5 10 0,3 0 5 0,1-5-21 15,3-6-73-15,3-5-21 0,-2-3-51 16,1-3-21-16,-2 1 29 0,0 2 18 16,-1 1 29-16,-2 7 23 15,-1 3 18-15,-1 5 38 0,-1 3 66 0,0 2 92 16,-2 5 113-16,-1 5-21 0,2 1-28 15,-1 1-14-15,0 3-22 0,-2-2-18 0,1 2-1 16,-2-3 9-16,0-2-42 0,-1-1-68 16,4-3-16-16,-2 0-29 0,-1-2-66 15,3-1-91-15,0-1-105 0,2 0-171 16,0-3-630-16,6-1-557 0</inkml:trace>
  <inkml:trace contextRef="#ctx0" brushRef="#br0" timeOffset="78763.337">16146 3317 2812 0,'0'0'684'15,"0"0"-279"-15,0 0 55 0,0 0-102 16,0 0-94-16,0 0-23 0,-78 84-44 0,72-62-60 16,4 0-55-16,2 0-34 15,2-1-21-15,6-2-11 0,2-3-16 0,0-1-1 16,4-3-12-16,0-3-17 0,0-4-6 15,0-4-31-15,3-1-27 0,0-2-30 16,0-10-10-16,0-1-25 0,2-8-67 16,-1 0-159-16,0-5-253 0,-5 4-561 15,4-13-855-15</inkml:trace>
  <inkml:trace contextRef="#ctx0" brushRef="#br0" timeOffset="79142.031">16493 2782 2172 0,'0'0'793'0,"0"0"-307"16,0 0-100-16,0 0 28 0,0 0-39 16,0 0-129-16,0 0-20 0,2 78-43 0,-4-42-65 15,2 10-5-15,-2 6 111 0,0 2-64 16,2 5-79-16,0 1-23 0,0 4-31 16,0-1-24-16,0-2-3 0,0-2-1 15,0-7-17-15,0-8 0 16,0-9-43-16,0-13-23 0,2-7-43 0,3-9-15 15,3-5-22-15,3-1-3 0,3-8-13 16,0-9-19-16,4-6-139 0,1-7-169 16,1-6-144-16,0-1-334 0,-4 8-194 15,4-9 171-15</inkml:trace>
  <inkml:trace contextRef="#ctx0" brushRef="#br0" timeOffset="79258.495">16714 3270 924 0,'0'0'1267'0,"0"0"-666"0,0 0-50 0,0 0-20 15,0 0-126-15,0 0-99 0,4 82-66 0,-7-57-10 16,-2 4-29-16,-2-5-34 0,2-1-60 15,-1-5-77-15,2-4-30 0,3-5-67 16,-1-5-69-16,2-4-50 0,0 0-52 16,-1-7-168-16,1-2-615 0,-2-16-889 0</inkml:trace>
  <inkml:trace contextRef="#ctx0" brushRef="#br0" timeOffset="79407.571">16656 3036 59 0,'0'0'2944'0,"0"0"-2364"0,0 0-236 0,0 0 106 16,0 0-76-16,0 0-59 0,0 0-68 0,0 0-116 16,81 35-90-16,-65-28-41 0,1 2-24 15,1-2-98-15,0-2-149 0,0 3-192 16,-3-2-667-16,4 8-1343 0</inkml:trace>
  <inkml:trace contextRef="#ctx0" brushRef="#br0" timeOffset="79633.213">17198 3269 1418 0,'0'0'2144'0,"0"0"-1762"16,0 0-156-16,-81 50 152 0,51-28-39 15,1 4 12-15,2 1-26 0,4 2-77 16,6 1-88-16,2-1-42 0,7-5-19 16,3-3-44-16,4-3-30 0,1-6-25 15,0-4-30-15,6-3-3 0,5-4-16 16,5-1 1-16,3-2-15 0,5-8 8 15,1-4-29-15,-1-8-13 0,2-5-42 0,-4-6-31 16,2-7-51-16,2-1-155 0,-1-7-272 16,-1-1-432-16,-8 10-329 15,6-18-96-15</inkml:trace>
  <inkml:trace contextRef="#ctx0" brushRef="#br0" timeOffset="79775.3">17279 2864 2304 0,'0'0'1221'0,"0"0"-896"0,0 0-48 0,0 0 37 16,-41 74-58-16,32-36 51 0,1 3-2 15,1 1-83-15,3 3-95 0,2-3-73 16,1 1-54-16,-1-1 0 0,2-3-39 16,0-5-109-16,0-4-68 0,0-10-6 15,5-4-2-15,2-8-16 0,3-2-190 16,-1-5-356-16,4-1-891 0</inkml:trace>
  <inkml:trace contextRef="#ctx0" brushRef="#br0" timeOffset="80048.044">17406 3416 977 0,'0'0'2835'15,"0"0"-2479"-15,0 0-225 0,0 0 14 16,0 0 19-16,0 0 11 0,0 0 9 16,82 26-40-16,-69-42-126 0,6-4-18 0,-3-4-100 15,2-6-60-15,1-1-5 16,-5 1 66-16,-2 3 16 0,-2 2-78 0,-6 5 71 16,-4 2 90-16,0 4 59 0,-9 4 15 15,-2 8 50-15,1 2 64 0,-4 7-7 16,-1 9-68-16,1 7-3 0,-4 8-12 15,3 5 17-15,0 3 134 0,1 0-55 16,2-3-40-16,1-1-63 0,2-9-68 16,4-4-23-16,0-6-21 0,5-8-19 15,0-7-47-15,0-1-37 0,7-9-46 0,3-7-36 16,3-6-31-16,4-6-149 16,-2-1-236-16,2-1-513 0,-5 9-345 0,9 0 92 0</inkml:trace>
  <inkml:trace contextRef="#ctx0" brushRef="#br0" timeOffset="80268.056">17652 3295 1679 0,'0'0'1005'0,"0"0"-536"0,0 0 75 15,0 0-78-15,0 0-100 0,48 72-46 16,-44-57 13-16,0-1-99 0,-1-3-18 16,-3-5-35-16,0-2-96 0,3-4-49 15,-1 0-22-15,1-3-14 0,4-4-57 16,1-4-49-16,3 0 27 0,1-3 10 16,1 3-28-16,3 3-19 0,-3 1 25 15,0 4 40-15,2 3 35 0,-2 0 16 16,1 6 58-16,-2 1 82 0,-2 5-64 15,-2-1-25-15,-1 2-17 0,-2 2-31 16,-1-3-3-16,2 0-24 0,1 0-18 16,-3-3-161-16,4 0-13 0,-3-2 2 0,5-1-369 15,-2 0-405-15,5 0-744 0</inkml:trace>
  <inkml:trace contextRef="#ctx0" brushRef="#br0" timeOffset="80778.558">18755 2864 2892 0,'0'0'616'0,"0"0"-155"0,18 78-86 16,-15-32 2-16,0 11-64 0,-3 5-36 15,0 4-40-15,-3 0-64 0,-4-4-62 16,-1-9-56-16,-1-11-34 0,3-8-21 15,-2-11-30-15,3-9-61 0,2-8-42 16,3-4-31-16,-3-2-58 0,0-12-92 16,1-7-311-16,-1 1-446 0,-2-17-766 0</inkml:trace>
  <inkml:trace contextRef="#ctx0" brushRef="#br0" timeOffset="80966.177">18806 2898 1056 0,'0'0'1764'0,"0"0"-1252"0,0 0-198 15,84-25 11-15,-58 25-56 0,-1 0-36 0,-2 11 29 16,-3 1-10-16,-1 7-78 0,-2 2-46 0,-7 5-28 16,-4 4 6-16,-6 6-33 0,-2 7-9 15,-11 6-22-15,-8 2-21 0,-7 5-18 16,-3-1-3-16,-4 1-3 16,0-5-42-16,2-5-4 0,4-10-32 0,5-8-41 15,5-10-30-15,8-8-55 0,6-8-48 16,5-4-183-16,0-6-774 0,9-17-1015 0</inkml:trace>
  <inkml:trace contextRef="#ctx0" brushRef="#br0" timeOffset="81253.104">19172 3426 251 0,'0'0'2869'0,"0"0"-2353"16,9 66-154-16,-7-44 146 0,-1-1-71 15,2-4-89-15,-1-6-111 0,0-8-134 16,4-3-58-16,4-1 13 0,2-7-55 0,3-8-3 15,3-8-70-15,1-2-39 0,-3-4-31 16,-1-1-5-16,-3 2 1 0,-5 4 4 16,-4 4 2-16,-3 5 64 0,-3 1 41 15,-7 4 33-15,-5 0 15 0,-3 3 40 16,-2 2 43-16,2 6 12 0,-2 0-55 16,3 0 0-16,1 10 3 0,1 8-15 15,1 1 0-15,3 5 5 0,-1 2 1 16,2 2-7-16,3-2-11 0,-2-2-28 15,5-2-3-15,0-5-55 0,2-4-48 16,2-5-16-16,0-4-24 0,0-2-29 16,6-2-95-16,5-2-385 0,-2-5-608 0,15-4-928 15</inkml:trace>
  <inkml:trace contextRef="#ctx0" brushRef="#br0" timeOffset="82168.603">19520 3286 2790 0,'0'0'722'0,"0"0"-268"0,0 0-72 0,0 0-45 15,0 0-76-15,0 0-5 0,0 0-40 16,-5 81-73-16,3-52-52 0,-4 1-37 15,3-5-23-15,0-5-31 0,3-4-12 16,-1-7-10-16,1-4-8 0,0-4-18 16,1-1-55-16,7-4-49 0,1-5 12 15,3-7 39-15,4-1 28 0,-2-4 3 16,1-1-4-16,-2-1 1 0,0 3 27 0,0 2 32 16,-3 6 14-16,-3 3 13 15,1 5 17-15,-5 1 50 0,0 3 24 0,-1 3 27 16,-1 5 10-16,-1 5-11 0,0 2-39 15,0 4-30-15,0-2-13 0,-1-3-20 16,-1-4-25-16,2-3-3 0,0-5-14 0,0-2-11 16,2 0 4-16,7-2 21 0,2-5 1 15,3 1-1-15,3-2-1 16,1 1 0-16,-1 1 0 0,-1 0-14 16,1 1 0-16,-1 2 12 0,1 3-12 0,-5 0 1 15,2 0 14-15,-3 0 39 0,-3 4-6 16,1 4 19-16,-2-3-13 0,0 2-39 15,-2 0 0-15,1 1-24 0,0-2 6 16,2 1-3-16,-2-3-70 0,-1 0-40 0,1-4-42 16,4 0 20-16,-3 0 22 0,4 0-19 15,1-7-63-15,1-3-103 0,3 1-48 16,-1-1 58-16,0-2 46 0,-1 3 100 16,0 0 144-16,-3 3 16 0,-3 0 131 15,-1 2 79-15,-2 4 53 0,-3 0 42 16,-1 0 4-16,-1 0-6 0,0 3-6 15,0 0-49-15,0 2-42 0,-4 0-51 16,-1 1-34-16,0 2-48 0,1 0-19 0,1-2-17 16,1-1-15-16,1-1-22 0,1-4-24 15,0 0 2-15,0 0-8 0,0 0-6 16,1 0-25-16,5 0-51 0,2 0-15 16,3 0 18-16,1 0 36 0,2-4 12 0,0 1 33 15,-2-1-2-15,-1 1-19 0,-1-1-9 16,-4 3 25-16,1 1 23 0,0 0 10 15,-1 0 37-15,-1 0-3 0,1 5 36 16,-1 2 21-16,1 0 7 0,-2 3-26 16,1-1-29-16,-1 1-40 0,0-3-3 15,-1 0-41-15,0-3-29 0,1-3-73 16,1-1-89-16,-1-1-195 0,-1-5-619 16,4-6-937-16</inkml:trace>
  <inkml:trace contextRef="#ctx0" brushRef="#br0" timeOffset="82325.62">20483 3355 1603 0,'0'0'2594'15,"0"0"-2157"-15,0 0-204 16,0 0 216-16,-44 82-88 0,34-66-71 0,5-6-54 0,0-5-149 16,2-2-87-16,3-3-52 0,-3 0-63 15,0-1-51-15,-1-6-63 0,-4-3-211 16,3 2-875-16,-6-7-2173 0</inkml:trace>
  <inkml:trace contextRef="#ctx0" brushRef="#br0" timeOffset="82666.198">20548 3191 3750 0,'0'0'697'0,"0"0"-468"0,0 0 111 15,0 0-4-15,0 0-178 0,0 0-55 0,0 0-52 16,0 0-51-16,0 0-19 0,0 0-66 15,0 0-85-15,44 12-83 0,-43 4-59 16,-1 3-209-16,0 7-240 0,0 4-512 16,-2 0-207-16,2 3 1125 0,0-2 355 0,0-2 1266 15,0-3-572-15,0-2-127 0,0-2-40 16,0-7-82-16,0-3-75 16,0-5-119-16,1-7-116 0,3 0-52 0,2-3-6 15,4-6-76-15,6-3-1 0,3 0 0 16,6-4-31-16,0 2 4 0,1 0 27 15,-1 3-49-15,-2 5 24 0,-1 3 25 16,1 3 37-16,1 0 98 0,-4 7-10 16,0 2 13-16,-6 3 50 0,-2 0-78 15,-1 2-110-15,-6 1-3 0,1-3-25 16,-3 0-175-16,-3-1-57 0,0-4-115 16,0 0-348-16,-7-2-1030 0</inkml:trace>
  <inkml:trace contextRef="#ctx0" brushRef="#br0" timeOffset="83159.041">21651 3152 1292 0,'0'0'2070'16,"0"0"-1595"-16,0 0-226 0,0 0 37 15,80 32-36-15,-54-29-10 0,3-3-19 16,2-2-100-16,4-6-60 0,-4-4-24 0,2-5-37 16,-5-1-51-16,-3 1-71 0,-4-2-52 15,-4 2-19-15,-7 4-87 0,-5 3-140 16,-5 7-222-16,-5 0-524 0,-18 7-436 0</inkml:trace>
  <inkml:trace contextRef="#ctx0" brushRef="#br0" timeOffset="83351.509">21612 3291 1782 0,'0'0'800'16,"0"0"-320"-16,0 0-43 0,0 0-65 0,0 0-48 16,0 0-23-16,0 0 16 0,45 69-41 15,-14-65-75-15,0-2-31 0,5-2-49 16,1-2-69-16,-3-3-37 0,0-8-15 0,-3 2-12 16,-1-5-46-16,-1-2-54 0,-4-1-73 15,0-4-56-15,-2-2-189 0,-6 6-680 16,1-11-1132-16</inkml:trace>
  <inkml:trace contextRef="#ctx0" brushRef="#br0" timeOffset="83582.59">21981 2877 1767 0,'0'0'1654'15,"0"0"-1252"-15,0 0-166 0,0 0 119 0,0 0-58 16,81-13-73-16,-52 13-23 0,4 3-66 15,0 7-47-15,5 1-22 0,-4 4 4 16,1 2-18-16,-5 1-22 0,-3 4-27 0,-8 1-3 16,-4 3-37-16,-7 4-15 0,-6 2-18 15,-2 5 4-15,-10 4-38 0,-6 6 4 16,-4 2 2-16,-6-2-9 0,-2 1-3 16,0-3-16-16,-3-3 9 15,-3-3-10-15,0-3-40 0,-3 0-115 0,-2-7-197 16,9-7-508-16,-12 1-867 0</inkml:trace>
  <inkml:trace contextRef="#ctx0" brushRef="#br0" timeOffset="84297.959">23075 2932 2556 0,'0'0'554'0,"0"0"-376"0,0 0 17 16,0 0 124-16,0 0-23 0,0 0-41 15,0 0-35-15,0 0-81 0,0 0-50 16,0 0-18-16,0 0-7 0,13-9-9 16,-13 9 0-16,0 0-3 0,0 0 6 0,0 0 0 15,0 0-7-15,0 0-8 0,0 0-10 16,0 0-8-16,0 0-4 15,2 0 6-15,-2 0 4 0,0 0 5 0,0 0 4 16,0 0 8-16,0 0 82 0,0 0-51 16,0 0-31-16,0 0-2 0,0 1-1 15,0 1-9-15,0-1-9 0,0-1-2 0,0 2-4 16,0 0 12-16,0-2 0 16,0 0 3-16,0 2 9 0,0 3 55 0,0 5-49 15,0 9-21-15,0 8 0 0,0 11-9 16,0 12-6-16,0 5-4 0,-2 6-11 15,-5 5-18-15,1-1 15 0,-2 0-21 16,0-8 0-16,5-6-30 0,3-8-3 16,0-7-19-16,3-7-17 0,3-10-1 15,1-6-32-15,-1-7-41 0,0-6-51 16,-2 0-77-16,2-6-109 0,0-2-193 16,-2-2-425-16,1-7-562 0</inkml:trace>
  <inkml:trace contextRef="#ctx0" brushRef="#br0" timeOffset="84559.915">23140 2974 1982 0,'0'0'731'16,"0"0"-412"-16,0 0-89 0,0 0 123 16,0 0-32-16,85-24-63 0,-60 24-44 0,0 4-47 15,-3 4-56-15,1 1-3 0,-3 2 8 16,-5 1-9-16,-2 2-9 0,-4 1 0 15,-4 3 8-15,-5 4-15 0,0 0-51 16,-5 4-37-16,-6-2-3 0,-4 1 0 16,-1-1-18-16,-4-4-22 0,0-1-15 15,0-3-18-15,0 0-18 0,0-6-6 16,4-2-26-16,2-2-33 0,5-4-41 0,2-2-88 16,3-2-166-16,2-6-244 0,2 1-554 15,0-7-374-15</inkml:trace>
  <inkml:trace contextRef="#ctx0" brushRef="#br0" timeOffset="84729.499">23718 3027 3049 0,'0'0'643'16,"0"0"-304"-16,0 0 157 0,81 31-47 0,-59-23-111 15,-1-3-89-15,1-1-113 0,-2-4-93 16,-3 0-43-16,3-4-1 0,-4-1-120 15,1-4-49-15,-4-3-64 0,0-1-145 0,-4 4-377 16,-8-2-956-16</inkml:trace>
  <inkml:trace contextRef="#ctx0" brushRef="#br0" timeOffset="85038.767">23796 3146 1474 0,'0'0'1158'16,"0"0"-667"-16,0 0 91 0,-6 88-7 0,3-58-84 15,0 0-114-15,-1-1-97 0,-3 0-123 16,-3-2-99-16,-2 0-58 0,-2-3-62 16,-3-2-77-16,0-1-35 0,0 2-30 15,1-5-22-15,2 0-48 0,2-4-33 0,3-3 47 16,3-6 46-16,1-3 59 0,5-1 155 16,0-1 54-16,0 0 69 0,0-1 50 15,3 0 28-15,2-2 17 0,2 0-64 16,3-2-15-16,3-1 70 0,4 3 29 15,5-2-58-15,-1 1-49 0,5 2-19 16,0-3 61-16,0 1-68 0,1-3-62 16,1 0-42-16,-3-6-1 0,-1 1-79 15,0-5-81-15,-1-2-65 0,-1 1-85 16,1-3-258-16,-7 6-832 0,1-4-1499 0</inkml:trace>
  <inkml:trace contextRef="#ctx0" brushRef="#br0" timeOffset="85239.552">24331 3113 3059 0,'0'0'1338'16,"0"0"-1082"-16,-2 83-96 0,-2-41 146 16,-1 1 53-16,2 2-17 0,-1-2-112 15,2-6-137-15,2-4-90 0,-2-6-3 16,2-4-54-16,0-9-82 0,0-4-39 15,0-7-19-15,2-3-42 0,0 0-136 16,4-7-306-16,-3-3-405 0,0 2-314 16,3-13 37-16</inkml:trace>
  <inkml:trace contextRef="#ctx0" brushRef="#br0" timeOffset="85451.196">24413 3184 1891 0,'0'0'706'0,"0"0"-275"0,0 0-6 15,0 0-24-15,0 0-86 0,78-40-91 16,-61 40-57-16,-3 4-53 0,3 5-28 0,-5 1-6 15,1 3 6-15,-4 2-16 0,-4 1-9 16,1 0-3-16,-6 3-6 0,0 4 3 16,-3 0-6-16,-10 4-25 0,-5 2-6 15,-7 1-17-15,0 3 11 0,-5-2-10 16,-3-2-2-16,0-1-27 0,2-4 25 16,-1-5-22-16,2-4-31 0,1-3-34 15,5-7-14-15,1-3-90 0,6-2-134 16,4-7-253-16,4-16-922 0</inkml:trace>
  <inkml:trace contextRef="#ctx0" brushRef="#br0" timeOffset="85888.76">25153 3291 1744 0,'0'0'1644'0,"0"0"-1144"16,0 0-343-16,88 14-25 0,-52-14-7 15,3 0-29-15,-3-5-12 0,-1-6-51 0,-2-2-33 16,-3-1-105-16,-1-3-44 0,-6-1-32 15,-4 4-77-15,-8-1-128 0,-3 6-354 16,-8-1-976-16</inkml:trace>
  <inkml:trace contextRef="#ctx0" brushRef="#br0" timeOffset="86068.506">25105 3399 2541 0,'0'0'646'0,"0"0"-248"0,0 0-29 0,77 27-6 15,-44-21-1-15,0-1-40 0,2-5-111 16,-2 0-114-16,2-7-57 0,-3-6-40 16,-1-5-55-16,-2-4-52 0,-3-3-55 15,-3 0-80-15,-5-4-146 0,-6 9-343 16,-4-10-1073-16</inkml:trace>
  <inkml:trace contextRef="#ctx0" brushRef="#br0" timeOffset="86281.073">25489 3002 2790 0,'0'0'551'0,"0"0"-266"15,0 0 93-15,0 0-25 0,0 0 0 0,89 61-53 16,-62-46-104-16,-1 1-102 0,1-2-36 16,-3 1-22-16,-1 0-30 0,-4 1-6 15,0 1-1-15,-5 1-11 0,-2 3 9 16,-6 0-18-16,-6 3-19 0,0 3-15 15,-11 3 25-15,-9 3-4 0,-3 0-5 16,-3 2 24-16,-2 1 14 0,-3-1-2 16,-2-5-10-16,2-1-29 0,-1-5-35 15,2-3-36-15,4-5-40 0,7-7-94 16,4-3-221-16,2-6-875 0</inkml:trace>
  <inkml:trace contextRef="#ctx0" brushRef="#br0" timeOffset="87389.103">26371 2988 2073 0,'0'0'695'0,"0"0"-278"0,0 0-152 15,0 0 51-15,0 0 18 0,0 0-1 16,0 0-9-16,0 0-64 0,0 0-49 16,0 0-38-16,0 16-45 0,-4-3-65 15,-2 6-23-15,0 9 8 0,-4 10-12 16,3 5 10-16,3 7 5 0,2 1 73 16,1-1-42-16,1-4-37 0,0-3-24 15,3-5 3-15,3-7-3 0,3-3-9 16,-3-7-9-16,2-4-2 0,-3-3 17 15,1-7-15-15,0-2-2 0,-2-1-1 0,0-4-30 16,-2 1-3-16,-1-1-6 0,2 0 6 16,-3 0-19-16,2-1-8 0,-1-4 6 15,1 2 23-15,-1-1 29 0,1 0-19 0,1 2-6 16,-1-3 3-16,-2 4-6 16,3-2 14-16,-3 1 14 0,1 2-13 0,-1-1 0 15,0 1 3-15,2-1-3 0,-1-1 12 16,2 0-12-16,3 0-9 0,1-4 5 15,5-2 7-15,2-2 10 0,3-4 0 16,2-1-13-16,1-3-6 0,3-3-28 16,-1-1 4-16,1-2 14 0,0-3-5 0,-1 2-4 15,-3-2 7-15,1-2 21 16,-4 0 9-16,1-6 1 0,-5 3-19 16,0 2 17-16,-2-3-8 0,-4 3 12 15,0 4-1-15,0 6-12 0,-3 2 13 16,-3 6 21-16,1 2-5 0,-1 6 2 0,0 1 6 15,0 3-3-15,0 0 10 0,0 0 8 16,-1 3-8-16,-2 0-16 0,-1 2 21 16,-1 4-13-16,-1 6-21 0,1 3 11 15,-1 4 35-15,1 5 10 0,-2 0-1 0,0 4-23 16,1 1 8-16,0 4-9 0,1-1-3 16,-1 3 4-16,3-1-10 0,0 3-6 15,3 3 6-15,0-1 33 0,0-3-29 16,2-5-26-16,-1-5-1 0,2-9-1 15,0-6-2-15,3-6-29 0,-4-4-23 16,4-2-67-16,0-2-18 0,1 0-9 16,5-10-22-16,-1-2-59 0,5-7-224 15,-6 4-294-15,10-16-740 0</inkml:trace>
  <inkml:trace contextRef="#ctx0" brushRef="#br0" timeOffset="87569.238">26884 3141 2861 0,'0'0'608'0,"0"0"-245"0,0 0 123 0,0 0-35 15,101 0-108-15,-68 0-99 0,5 1-53 16,-4-1-79-16,2 0-55 0,-3 0-57 16,-1-5 0-16,-2-3-84 0,-1-2-86 15,-1-3-55-15,-5-2-114 0,-6 4-384 0,-5-3-1024 0</inkml:trace>
  <inkml:trace contextRef="#ctx0" brushRef="#br0" timeOffset="87758.991">27087 3229 2674 0,'0'0'1091'0,"0"0"-679"15,-4 78-21-15,4-45 2 0,0 5-33 0,0 4-53 16,0-1-74-16,0-3-113 15,0-2-59-15,-1-5-50 0,-1-8-11 0,-1-5-27 16,2-8-67-16,1-4-99 0,0-3-62 16,0-3-55-16,0-2-316 0,0-3-833 15,0-5-1072-15</inkml:trace>
  <inkml:trace contextRef="#ctx0" brushRef="#br0" timeOffset="87920.832">27159 3378 2801 0,'0'0'745'0,"0"0"-285"16,0 0 104-16,0 0-119 0,99-3-140 16,-74 1-132-16,1-1-54 0,-1-1-62 15,0-3-57-15,-3-6-6 0,1-2-97 16,3-4-85-16,-2-2-101 0,3-1-236 0,-5 3-792 16,9-4-1390-16</inkml:trace>
  <inkml:trace contextRef="#ctx0" brushRef="#br0" timeOffset="88135.854">27840 3146 2749 0,'0'0'764'16,"0"0"-391"-16,-13 70 62 0,9-40 35 16,1 10-54-16,1-2-128 0,2 1-88 15,0-1-85-15,0-2-66 0,0-2-34 16,0-3-15-16,0-6 0 0,0-2-31 15,0-7-20-15,0-5-37 0,0-2-51 16,0-6-55-16,-3-3-34 0,2 0-91 16,-1-5-268-16,-1-3-437 0,2-11-263 0</inkml:trace>
  <inkml:trace contextRef="#ctx0" brushRef="#br0" timeOffset="88367.628">27818 3163 1596 0,'0'0'1186'16,"0"0"-878"-16,0 0-49 0,0 0 74 15,0 0-56-15,0 0-41 0,90-56-31 0,-73 56-29 16,0 0-34-16,2 6-25 0,-3 4-7 16,-1 4-27-16,-3 2-19 0,-1 1-6 15,-3 2-19-15,-2 2-14 0,-3 3-7 16,-3-1 0-16,0 4 13 0,-9-1-13 16,-2 4 9-16,-6-3-24 0,0 1 13 15,-2 0-16-15,-1-3-11 0,1-3-22 16,-4-3-16-16,0-4-30 0,0-2-25 0,-4-1-3 15,-1-3-34-15,-7-6-96 0,-1 1-206 16,7-4-801-16,-25 0-1451 0</inkml:trace>
  <inkml:trace contextRef="#ctx0" brushRef="#br0" timeOffset="90516.738">2721 7557 1554 0,'0'0'1849'0,"0"0"-1557"15,0 0-198-15,0 0 10 0,0 0 57 0,0 0 141 16,0 0-66-16,0 0-3 0,0 0-58 16,-8 78-50-16,4-52-39 0,1 9-22 15,1 7-13-15,2 6-8 0,0 9-13 16,0 7 13-16,0 8-4 0,2 5-15 16,1 3 10-16,1 8-31 0,-1-2 15 15,2-2-6-15,-1-4-12 0,0-11-2 0,2-12-10 16,-3-8-3-16,0-16-12 0,0-7-13 15,-1-8-30-15,0-5-27 0,1-5-16 16,-3-5-24-16,0-2-43 0,0-1-79 16,0-2-106-16,0-10-185 0,-3-6-201 15,-1 2-495-15,-13-22-316 0</inkml:trace>
  <inkml:trace contextRef="#ctx0" brushRef="#br0" timeOffset="90775.93">2520 7850 1740 0,'0'0'1259'16,"0"0"-923"-16,0 0-209 0,36-85 45 0,-19 61 152 16,-1 2 11-16,4 2-59 15,1 3-82-15,2 3-68 0,1 2-25 0,2 5-28 16,0 0-39-16,-4 6-34 0,2 1-2 16,-1 2-1-16,-4 8-13 0,1 5 13 15,-3 5 3-15,-2 5 0 0,-1 5 0 16,-5 2 0-16,0 4 2 0,-5 0-2 15,-4 0-12-15,0-1-21 0,0-4-32 16,-3-1-8-16,-6-2-10 0,1-3-34 16,-5-1-65-16,0-5-47 0,-3-1-47 15,1-6-102-15,1-6-166 0,4-4-262 16,-9-5-704-16</inkml:trace>
  <inkml:trace contextRef="#ctx0" brushRef="#br0" timeOffset="91056.072">3033 7763 1056 0,'0'0'1936'16,"0"0"-1533"-16,0 0-175 0,84-36 172 0,-66 31-72 16,-4 5-99-16,-7 0-75 0,0 2-46 15,-3 6 11-15,-1 9 46 0,0 3-22 16,0 5-70-16,-3 5-33 0,0 3-19 16,-3 1-21-16,-1-1-30 0,-2-7 3 15,-1-4-22-15,1-6 25 0,3-7 20 16,0-3-23-16,2-5 6 0,1 1 7 15,0-2 13-15,0 0 1 0,0-3-34 16,0-3-42-16,3-3-25 0,0-5-55 0,2-3 27 16,5-2-4-16,0-1-49 15,5-1-130-15,1 2-154 0,2 0-201 16,1 5-305-16,1 1 318 0,0 3 123 0,-1 2 39 16</inkml:trace>
  <inkml:trace contextRef="#ctx0" brushRef="#br0" timeOffset="91281.222">3356 7810 236 0,'0'0'505'0,"0"0"91"0,0 0 0 16,0 0-107-16,56 73-89 0,-47-49-31 0,-2 1-38 15,3 0-28-15,-3-2-20 0,1-4-34 16,-1-7-75-16,4-3-51 0,-2-4 3 16,0-4 3-16,2-1-49 0,2 0-25 15,1-7-3-15,-2-5-52 0,3-4-9 16,-3-7-65-16,-1-1-24 0,-4-2-9 16,3-4-16-16,-5 6 6 0,0 1 21 15,-2 6 44-15,-2 4 17 0,-1 6 35 16,0 3 13-16,-7 3 24 0,-3 1 25 15,-3 0 15-15,1 0-48 0,-3 4-29 0,3-1 0 16,2 5-1-16,0-1 1 0,4 0-46 16,2 1-25-16,2 0-13 0,2-2-15 15,0 1-85-15,2 0-122 0,5 1-242 16,-1-2-599-16,8-4-432 0</inkml:trace>
  <inkml:trace contextRef="#ctx0" brushRef="#br0" timeOffset="91575.216">3778 7774 767 0,'0'0'2312'0,"0"0"-1872"0,0 0-235 0,0 0-13 16,83 29 44-16,-71-16 87 0,-3-1-42 16,0-2-57-16,-5-1-102 0,2 1-70 15,-4-8-37-15,3 0-15 0,-2-2-15 0,1 0-40 16,2-4-28-16,2-4-5 16,3-5-14-16,-1-1-14 0,3-3-23 15,-5-2-28-15,3 5 30 0,-3 0 16 16,-1 6 30-16,-1 1 18 0,-3 7 20 0,-2 0 3 15,-1 0 50-15,0 0 28 0,0 1 13 16,-1 4-23-16,-2-1 4 0,-1 3 25 16,-1 0 5-16,1 0-37 0,0 1-15 15,1 3-60-15,3 1 58 0,0 1-14 0,3 1 3 16,7-3-18-16,0-2-10 0,2-4-66 16,3-5-50-16,1-2 37 0,1-6-27 15,2-8-73-15,-4-4-197 0,-3 6-388 16,2-13-372-16</inkml:trace>
  <inkml:trace contextRef="#ctx0" brushRef="#br0" timeOffset="91919.773">4052 7513 264 0,'0'0'629'0,"0"0"-208"0,0 0 930 16,0 0-1077-16,0 0-149 0,0 0 3 15,0 0 120-15,0 0 15 0,-19 73-42 16,19-53-48-16,0 2-14 0,0 0-13 16,0 5-28-16,0 0-41 0,0 3-31 0,5 5-12 15,-2 1-16-15,1 6-2 0,3-1-13 16,0 7-2-16,-1 1 1 0,0 4-2 16,1 0 0-16,-1-3 2 0,-2-1-2 15,-1-2 1-15,1-8 11 0,-4-3 7 16,0-4 2-16,0-6 4 15,0-5-4-15,-4-5 10 0,-1-1 6 0,1-5-10 0,-3-2 7 16,1-4-3-16,1 1-18 0,-3-3-13 16,-3 1-15-16,1-3-31 15,-3 1-28-15,-6-1-18 0,-2 1-65 0,-8-1-28 16,-6 0-77-16,-5 0-118 16,5 0-674-16,-30 0-1133 0</inkml:trace>
  <inkml:trace contextRef="#ctx0" brushRef="#br0" timeOffset="92367.37">2059 8563 1493 0,'0'0'1614'15,"0"0"-1180"-15,0 0-200 0,0 0 23 0,0 0 37 16,0 0-40-16,0 0-115 0,0 0-25 16,0 0 54-16,111-14 15 0,-64 7-34 15,8-3-24-15,6 2-31 0,1-2-21 16,4 0-16-16,6 1-33 0,7-1 4 16,9-1-7-16,7-1 6 0,5-1-27 15,4 0-12-15,2 1-18 0,1 1 28 16,-2 2-16-16,-3-1 18 0,-2 4 0 0,-3 0 12 15,0 3 6-15,-3 0-18 0,0 2-26 16,-5-2-5-16,-2 1 7 0,-7 1 9 16,-6 1 15-16,-5-1 1 0,-7 1-1 0,-10-3 2 15,-5 1-2-15,-8 2-12 16,-7 0 11-16,-6 0 0 0,-9-3-11 0,-4 1-3 16,-7 2-28-16,-2 0-30 0,-2 0-3 15,-2 0-2-15,0 0-20 0,0 2-2 16,-6 1-10-16,-3-3-34 0,-2 0-68 15,-7 0-100-15,0 0-258 0,3 0-690 16,-15 0-704-16</inkml:trace>
  <inkml:trace contextRef="#ctx0" brushRef="#br0" timeOffset="93247.882">3820 7793 225 0,'0'0'437'0,"0"0"-228"16,0 0-115-16,0 0-3 0,0 0-6 0,0 0 91 15,0 0 627-15,0 0-344 0,0 0-204 16,0 0-44-16,0 0 13 0,-13-7 34 16,13 7-81-16,-3 5-63 0,-1-2 5 15,4 4 4-15,-1 3-23 0,1 3-6 16,0 6 30-16,0-2-6 0,5 3-25 16,2-1-32-16,1-5-30 0,-1 1-28 15,0-7 19-15,2-1 18 0,-5-1 21 0,2-6-33 16,0 0-13-16,2 0-13 15,-1 0-1-15,1-4-1 0,-1-3-42 0,0 0-35 16,0-3-34-16,-1-4 13 0,-2 1 5 16,-1-5-6-16,-1-1-16 0,-1-2-26 15,-1 2 46-15,0 1 32 0,-1 1 4 16,-5 3 46-16,-3 2 13 0,-1 5 16 16,0 1 3-16,-3 1 56 0,0 3-19 15,0 2-56-15,-3 0-3 0,3 2-15 0,-2 4-1 16,3 3-25-16,2 1-13 0,-2 1-15 15,5 1-13-15,1 2 28 0,3-3-63 16,2 2-119-16,1-2-158 0,0-1-213 16,0-2-372-16,4 3-193 0</inkml:trace>
  <inkml:trace contextRef="#ctx0" brushRef="#br0" timeOffset="93634.921">3961 7828 385 0,'0'0'394'0,"0"0"-205"0,0 0-36 15,0 0 1125-15,0 0-752 0,0 0-168 0,0 0-31 16,0 0-8-16,0 0 10 0,0 0-53 16,0 0-82-16,18-9-53 0,-3 9 25 15,3 0 26-15,3 0-46 0,5 0-61 16,-1 0-30-16,-2 0-22 0,0-2-3 15,0-1-18-15,-4-2-12 0,1-1-2 0,0-4-37 16,-4-1-89-16,1-2-75 16,-4-1-35-16,0-5-85 0,-6-2-254 0,-2 6-628 15,-5-11-889-15</inkml:trace>
  <inkml:trace contextRef="#ctx0" brushRef="#br0" timeOffset="93932.686">4059 7475 404 0,'0'0'2124'16,"0"0"-1698"-16,0 0-247 0,0 0 32 0,0 0 68 15,0 0 11-15,0 0-54 0,0 0-80 16,-14 70-23-16,18-52-28 0,5 2-25 16,-2 4-27-16,0 5-19 0,3 3-4 15,-1 1-14-15,0 2 8 0,-1 3-23 16,2 1-1-16,-2 1 0 0,-1 2 0 15,3 1 11-15,-3 1-11 0,0 0 0 0,-1-1 2 16,0-2 10-16,1-4-12 0,-3-2-2 16,1-4-29-16,-4-4-9 0,3-5-67 15,-2-4-42-15,1-5-24 0,-2-7-20 16,-1-1-3-16,0-3-30 0,0 0-50 16,0-2-56-16,0 0-76 0,-4 0-373 0,-5-9-735 15</inkml:trace>
  <inkml:trace contextRef="#ctx0" brushRef="#br0" timeOffset="98730.449">17322 4644 414 0,'0'0'1633'0,"0"0"-867"0,0 0-339 15,0 0-170-15,0 0-51 16,0 0-42-16,0 0 60 0,0 0 81 0,0 0-39 16,0 0-67-16,-7-2-61 0,3 5-49 15,-1-1-38-15,-1 2-2 0,-2 0 3 0,-1 4-21 16,-1 2-29-16,-3 5-1 16,0 4 0-16,-1 4 11 0,-2 7-9 0,4 2 0 15,-5 10-2-15,4 1-1 16,0 4-3-16,2 5 1 0,3 2 1 0,0 1-1 15,7 2 1-15,1-1-21 0,0 0 21 16,8 0-1-16,2-3-31 0,5-1-1 16,3-3 10-16,5-6-25 0,-1 0-27 15,6-7 24-15,2-2 49 0,0-10-6 16,5-7 9-16,3-8 21 0,-2-9-6 16,5-3 1-16,0-11-4 0,-2-5 12 15,0-6-24-15,-2-6-14 0,-3-2-20 0,-1-5 16 16,-2-3-19-16,-3-2-24 0,-2 0-25 15,-1-2 34-15,-4-2 27 0,0-3 22 16,-1-2 2-16,-2-2-2 0,-2-5-21 0,-2-5-1 16,-6 0-18-16,-2-5-3 15,-6-1-19-15,0-1 16 0,-6-1 47 0,-10 2-66 16,-3 8 22-16,-7 4-13 0,-3 13 58 16,-4 9 1-16,-4 15 28 0,-8 10 43 15,-9 11-21-15,-7 8-50 16,-7 13 31-16,-10 10-31 0,-7 8-93 0,-7 9-53 15,-5 6-146-15,-1 6-181 0,-7 4-286 16,29-14-774-16</inkml:trace>
  <inkml:trace contextRef="#ctx0" brushRef="#br0" timeOffset="113481.526">4165 7425 117 0,'0'0'209'16,"0"0"-75"-16,0 0 1291 0,0 0-919 15,0 0-145-15,0 0-120 0,0 0-14 0,0 0-7 16,0 0-33-16,-6-25-38 16,6 24-39-16,0-1-25 0,0 2-29 0,1 0-17 15,1 0-2-15,-1 0 54 0,-1 0-23 16,2 0 4-16,-1 0 18 0,-1 0-28 16,1-1-16-16,1 1-6 0,-2-2 3 0,0 1 4 15,0 1 14-15,0-1 13 0,0 0-4 16,0 1-8-16,0 0-4 0,0 0-15 15,0 0-13-15,0 0 1 0,0 0-10 16,0 0-19-16,0 0 13 0,0 1-15 16,-3 1-18-16,3 1-22 0,-3 0 1 15,0-2-7-15,2 1-22 0,-4 2-24 16,1 0-9-16,1 2 3 0,-4 5-17 16,0 3 7-16,2 3 12 0,1 3-79 15,0 1-57-15,1 1-87 16,1-3-168-16,2-1-170 0,0-2-343 15,0-5-49-15,0-3 765 0,0-2 222 0</inkml:trace>
  <inkml:trace contextRef="#ctx0" brushRef="#br0" timeOffset="117371.047">5084 7724 833 0,'0'0'2514'16,"0"0"-2146"-16,0 0-263 15,0 0-103-15,0 0 15 0,0 0 65 16,0 0 50-16,0 0-22 0,0 0-65 0,0 0-45 15,0 0-43-15,62 54-105 0,-55-39-44 0,-2 3-76 16,0 3-172-16,-5-6-606 0,0 9-541 16</inkml:trace>
  <inkml:trace contextRef="#ctx0" brushRef="#br0" timeOffset="117518.991">5117 8044 2028 0,'0'0'971'0,"0"0"-782"15,0 0-147-15,0 0 66 0,0 0 55 16,0 0-27-16,0 0-58 0,0 0-78 16,76 38-25-16,-57-34-134 0,1-2-172 15,-4 3-315-15,7-5-858 0</inkml:trace>
  <inkml:trace contextRef="#ctx0" brushRef="#br0" timeOffset="118236.298">6828 7491 1714 0,'0'0'516'16,"0"0"142"-16,0 0-331 0,0 0-155 0,0 0-60 15,0 0 33-15,0 0-9 16,0 0 18-16,0 0 19 0,0 0-17 0,-12 66-13 15,15-28-25-15,3 8-26 0,-3 4-5 16,-2 5-8-16,-1 5-23 0,0 5-10 0,-4 2-16 16,-5 5-8-16,-1 0-9 0,1-1-11 15,-2-3-3-15,2-4 1 16,2-5-15-16,3-7-4 0,-1-11-5 0,1-7-1 16,1-12-11-16,2-8-50 0,-2-7-28 15,3-7-16-15,-3 0-28 0,0-4-29 16,-3-6-89-16,-4-8-148 0,0-7-296 15,0 4-783-15,-9-26 283 0</inkml:trace>
  <inkml:trace contextRef="#ctx0" brushRef="#br0" timeOffset="118485.884">6797 7606 1360 0,'0'0'1314'0,"0"0"-1079"0,0 0-235 16,0 0 0-16,98-16 67 0,-69 16 170 15,-3 0-17-15,-1 2-5 0,-1 5-57 16,-2 1-63-16,-1 7 2 0,-2-1-53 16,-6 4-6-16,-1 3-6 0,-6 3 17 15,-6 1-17-15,0 2-11 0,-3 1 4 16,-9 2-25-16,-4-3-35 0,-1 1-27 16,-3-2-10-16,-2-3-20 0,3-2-15 15,-1-5-19-15,3-3-10 0,1-4-29 16,4-2-54-16,3-5-137 0,4-2-222 15,2 0-460-15,3-2 182 0,0-9 459 0</inkml:trace>
  <inkml:trace contextRef="#ctx0" brushRef="#br0" timeOffset="118676.645">7593 7797 1277 0,'0'0'2006'0,"0"0"-1653"0,0 0-217 16,0 0-45-16,0 0 31 0,0 0 111 16,3 71-13-16,-3-51-87 0,-2 1-82 15,1 1-51-15,-3 1-24 0,1 1-23 16,0-3-76-16,2 0-51 0,-1-6-42 16,1-4-80-16,1-6-167 0,0-5-269 15,-2-2-753-15</inkml:trace>
  <inkml:trace contextRef="#ctx0" brushRef="#br0" timeOffset="118846.749">7662 7497 2644 0,'0'0'1055'16,"0"0"-907"-16,0 0-148 0,0 0 57 0,0 0 43 15,0 0-87-15,0 0-13 0,80-36-113 16,-63 32-174-16,-3 2-203 0,9 2-1216 0</inkml:trace>
  <inkml:trace contextRef="#ctx0" brushRef="#br0" timeOffset="119113.988">8233 7511 52 0,'0'0'3194'15,"0"0"-2734"-15,0 0-252 0,0 0-3 0,-65 67 0 16,49-46 31-16,5-1-61 0,2 2-86 15,5-3-46-15,2-1-43 0,2-2-36 16,0-2 36-16,9-2 1 0,0 0 42 16,3-3-42-16,3 0 2 0,-1-2-3 15,1 3-19-15,-1-3 1 0,-2 1 15 0,-2 1-19 16,-2 0 21-16,-2 2-1 16,-3 2-13-16,-3 1 3 0,0 2 12 0,-7 1 21 15,-5 2-21-15,-1-2 0 0,-4 2-52 16,0-2 3-16,-5-2-13 0,-4-1-58 15,-1-1-35-15,-3-1-29 0,-2-2-39 16,-3-2-101-16,1-1-284 0,5-3-664 16</inkml:trace>
  <inkml:trace contextRef="#ctx0" brushRef="#br0" timeOffset="119806.385">9462 7822 798 0,'0'0'2029'0,"0"0"-1609"0,0 0-219 16,0 0-40-16,0 0 98 0,0 0 18 15,-45 84-44-15,45-54-53 0,0 2-66 16,3 3-19-16,8-2-15 0,4-4-13 16,1-1-51-16,1-10 11 0,2-5-25 15,0-5-2-15,1-7-14 0,-1-1-35 16,4-9-15-16,-2-5 36 0,-2-8-9 16,0-5-34-16,-3-5-24 0,0-1-47 0,-5-3 2 15,-2 2 34-15,-6 5 28 16,-3 3 32-16,0 4 46 0,-12 5 12 0,-2 2 44 15,-6 1-12-15,-5-1 34 0,-2 6 15 16,-8 0-19-16,2 4-40 0,0 3 41 16,3 2-20-16,4 5 25 0,5 2-40 0,4 4-15 15,4 4-25-15,6 1-38 16,3 2-51-16,4 1-29 0,1 3-64 0,11 1-61 16,4-1-148-16,-1-5-635 0,14 1-819 0</inkml:trace>
  <inkml:trace contextRef="#ctx0" brushRef="#br0" timeOffset="120282.705">10199 7774 1535 0,'0'0'1852'0,"0"0"-1469"16,0 0-253-16,0 0 102 0,0 0 126 16,-94 50-78-16,65-29-35 0,0 0-52 15,1 3-78-15,0 4-33 0,6 3-27 16,1 2-22-16,2 5-5 0,3-1-25 15,2 0 0-15,8-5 0 0,3-8-3 16,3-8-3-16,3-6-31 0,7-8-2 0,5-2-22 16,5-2 40-16,3-10-3 0,4-7-22 15,2-7-24-15,1-4-6 0,-1-4-18 16,1-5-7-16,1-2-15 0,-3-3-23 16,3-2 10-16,-2-4 15 0,-1-4-16 15,-3-5-41-15,-5-2-8 0,-1-1-34 16,-6 1 21-16,-3 4 122 0,-6 5 67 15,-2 8 73-15,-2 12 22 0,0 4 28 16,0 10 12-16,-5 8 72 0,-1 4-39 0,-2 1-20 16,-1 5 28-16,2 0-25 0,-3 0-47 15,1 2-34-15,-1 2-5 16,1 7-54-16,-2 2-11 0,4 5 0 16,-2 5 2-16,5 5 28 0,-3 7-27 0,1 6 22 15,0 7-10-15,0 4 15 0,0 5-29 16,-2 5 18-16,2 1-7 0,0 0 21 15,0-1-5-15,2-2-25 0,0-7-3 16,4-5-9-16,0-8-28 0,6-9-18 0,5-7-27 16,1-12-62-16,7-5-83 0,2-5-109 15,5-4-55-15,0-12-234 16,3-5-591-16,-8 2-446 0</inkml:trace>
  <inkml:trace contextRef="#ctx0" brushRef="#br0" timeOffset="120625.618">10666 7872 1615 0,'0'0'1206'0,"0"0"-560"0,0 0-374 16,0 0-71-16,0 0 97 0,0 0-25 0,0 0 23 16,0 0-57-16,0 0-117 0,-78 54-34 15,58-30-33-15,1 6-25 0,-1 5-2 16,1 1 5-16,4 1 4 0,4-1 17 16,4-5-14-16,4-7-37 0,3-6-3 15,1-9-1-15,7-9-17 0,6-5-19 0,3-11 1 16,5-12 5-16,2-11-42 15,5-9-60-15,1-3-54 0,-1-7-12 0,0 3 12 16,-2-2 45-16,0 1 61 0,-3 2-2 16,-3 4 51-16,-2 4 32 0,-6 7 28 15,-4 11 41-15,1 6 82 0,-6 12 3 16,-1 4-9-16,-3 6-20 0,0 2-24 16,0 10-31-16,0 5 1 0,-6 13 2 15,-1 2-34-15,-1 11-11 0,0 5 35 16,2 4-20-16,-2-2-23 0,2 4-20 0,3-3-45 15,3-6-83-15,0-4-40 0,6-7-6 16,7-9-90-16,0-6-76 0,8-8-274 16,-4-6-639-16,14-5-549 0</inkml:trace>
  <inkml:trace contextRef="#ctx0" brushRef="#br0" timeOffset="120821.247">11496 7926 2489 0,'0'0'1577'16,"0"0"-1133"-16,0 0-231 0,0 0-81 15,0 0-28-15,92 21 19 0,-65-21 29 0,1 0 15 16,-1-4-102-16,2-3-65 0,0 0-39 16,-1-4-110-16,0 2-65 0,-2-1-37 15,-3-1-72-15,0 4-205 0,-10 1-155 16,-9 2-1009-16</inkml:trace>
  <inkml:trace contextRef="#ctx0" brushRef="#br0" timeOffset="120975.847">11565 8042 2214 0,'0'0'1492'0,"0"0"-1240"0,0 0-113 16,0 0 23-16,0 0 80 0,85 44 8 15,-53-44-2-15,-1-1-83 0,1-10-113 16,-2-6-52-16,-2-1-46 0,-2-6-174 15,-5-2-65-15,0-3-52 0,-7 5-275 0,-3-12-1012 0</inkml:trace>
  <inkml:trace contextRef="#ctx0" brushRef="#br0" timeOffset="121220.811">11782 7653 2398 0,'0'0'1697'0,"0"0"-1457"0,0 0-178 16,0 0-10-16,98 62 10 0,-76-45 31 0,-2 4 107 16,0 0-1-16,-4-2-107 0,0 5-92 15,-3-1-1-15,0 0-66 0,-6 2-37 16,-1 0-25-16,-3 4-19 0,-3 1-9 16,0 6 48-16,-6 2 10 0,-6-2-51 15,-5 1-13-15,-3-1-42 0,-2-3-83 16,-5-2-165-16,-2-1-246 0,6-11-473 15,-19 6 445-15</inkml:trace>
  <inkml:trace contextRef="#ctx0" brushRef="#br0" timeOffset="123504.955">13836 7768 7 0,'0'0'136'0,"0"0"896"0,0 0 19 16,0 0-780-16,0 0 29 0,0 0 18 15,-36-67-34-15,27 58-72 16,-2 1 9-16,-1 2-60 0,1 0-41 0,-2-1-21 16,0 3 4-16,-1 3 12 0,2 1-25 15,-1 0-7-15,0 8-3 0,1 6 6 16,0 7-12-16,3 8-31 0,0 7-10 16,2 5 16-16,1 3-15 0,2 3 3 15,3 2-25-15,1-7-11 16,0-7 0-16,0-4 1 0,0-9-1 0,4-8 2 15,0-4-3-15,3-7 0 0,-1 0-23 16,3-3 23-16,0 0 12 0,0-4-12 16,0-2 2-16,3-7 0 0,-1 1 10 0,1-7-12 15,0-2-15-15,0 2-19 0,1-3-18 16,-3 1 9-16,0 3 1 0,-2 5-1 16,0 1 6-16,-2 2 6 0,-3 7 10 0,-2 0 8 15,-1 3 11-15,0 0 0 0,0 0 0 16,0 0-19-16,0 0-4 0,-1 0 3 15,-1 0 10-15,2 0-3 16,-3 0-13-16,3 1 0 0,-3-1-6 0,2 0-3 16,-3 2 6-16,4 0 0 0,-3-2 6 15,2 1-2-15,-2 1-1 0,1 2 15 16,-1-3 11-16,0 2-1 0,2-2-9 16,-2 0-13-16,3 0-12 0,-1-1-4 15,1 0 7-15,0 0-4 0,0 0-18 16,0 0-20-16,0 0-31 0,0 0-44 0,0 0-22 15,0 0-21-15,0 0-45 0,0 0-101 16,0 0-131-16,1 3-16 0,2-2-75 16,-2 1-165-16,2 1 299 0,-3-2 366 15,2-1 62-15</inkml:trace>
  <inkml:trace contextRef="#ctx0" brushRef="#br0" timeOffset="124746.384">13768 7727 688 0,'0'0'212'0,"0"0"-95"0,0 0-13 0,0 0-22 16,0 0-7-16,0 0 240 0,0 0 173 15,0 0-265-15,0 0-77 0,0 0-14 16,0 0 26-16,-62-17 29 0,54 20-8 16,0 0-44-16,-3 1-17 0,4 0-52 15,-4 1-27-15,2 2-27 0,-3 0 20 0,3 3 6 16,-2 0-13-16,2 1-2 16,3 1-8-16,-1 2-2 0,0 4-12 0,4 4 18 15,0 2 25-15,3 3 4 16,0 1-26-16,0 2-11 0,0-1-10 0,2-6-2 15,1-2 1-15,1-5-1 0,3-7 1 16,-1-3-3-16,0-3-16 0,1-2 19 16,0-1 1-16,5 0 28 0,-1-6 87 0,3 1 22 15,1-5-43-15,1 0-45 0,0-1-25 16,-1-3-24-16,0 2 11 0,-1-3-12 16,-1 1-3-16,0-2 1 0,0 0-9 15,0-1 10-15,-3-3 1 0,0 0 0 16,-1 1 2-16,-3-4 1 0,2 4-1 15,-5 0-1-15,-1 2-1 0,-2-1-2 16,0 5 2-16,0-3-19 0,-5 2 18 0,-3 0 0 16,4 0 2-16,-4 4 10 0,2 1 17 15,2 3-7-15,-2 2-5 0,2 2-13 16,1 2 14-16,-1 0-17 16,-2 0-38-16,0 7-5 0,-1 4 2 0,-1 1 10 15,0 5-6-15,-2 1 15 0,-3 2-14 16,3 4-27-16,-3-1-50 0,2 1-35 15,1 1-26-15,1-3-55 0,3-1-78 0,2-4-143 16,1-3-185-16,3-2-107 0,0-4-388 16</inkml:trace>
  <inkml:trace contextRef="#ctx0" brushRef="#br0" timeOffset="125137.213">13996 7706 1369 0,'0'0'120'0,"0"0"903"0,0 0-758 16,0 0-21-16,0 0 2 0,7 76-1 15,-5-53 18-15,-2 1-40 0,0 4-53 16,0-3-36-16,0 4-41 0,0-2-47 0,-5 0-27 16,1-3-19-16,1-6-1 0,3-5-27 15,0-7 15-15,0-4-14 16,0-2-14-16,0-2-27 0,7-8-16 0,2-3 53 15,1-4 31-15,4-3 2 0,-1-4 16 16,3 0-5-16,0 0-1 0,0 1 4 16,-3 5 12-16,4 3 12 15,-4 5 23-15,-3 6-5 0,2 2 17 0,-6 2-13 16,-2 6 15-16,0 4 98 0,-1 5-43 16,-3 4-53-16,0 3-30 0,0 2-9 0,0 0-3 15,-3 0-22-15,-1 1-15 0,1-5-23 16,0 1-13-16,0-6-77 0,3-5-25 15,0-4-22-15,0-4-13 0,5-2-50 16,3-4-121-16,7-7-181 0,1-7-234 16,5-3-474-16,1-2 149 0,-6 5 777 15,7-5 268-15</inkml:trace>
  <inkml:trace contextRef="#ctx0" brushRef="#br0" timeOffset="125410.752">14430 7907 630 0,'0'0'274'0,"0"0"1571"0,0 0-1469 15,0 0-99-15,0 0-14 0,0 0-11 16,0 0 25-16,0 0-13 15,0 0-57-15,0 0-88 0,43 53-54 0,-39-64-16 16,4-6-49-16,1-4-28 0,2-2-64 0,-1-5-34 16,1 4 0-16,-2 2 33 0,-2 5 19 15,-2 1 33-15,-4 5 26 0,-1 4 15 16,0 4 34-16,-3 3 31 0,-3 0 12 16,-2 1-15-16,-1 7 25 0,-1 4-32 15,1 6-15-15,-1 5-3 0,-1 2 21 16,2 6 1-16,0-2 5 0,2 6-27 15,0-3-37-15,4-2 0 16,2-2-31-16,1-2-15 0,0-5-77 0,7-7-61 16,6-6-17-16,1-3-11 0,8-5-64 15,2-1-56-15,5-11-69 0,3-3-371 16,-7 0-699-16,16-9 542 0</inkml:trace>
  <inkml:trace contextRef="#ctx0" brushRef="#br0" timeOffset="125715.952">15139 7832 1117 0,'0'0'2474'16,"0"0"-2124"-16,0 0-167 15,-39 86 100-15,26-54 35 0,-3-1 22 0,6-2-69 16,1-7-104-16,8-4-88 0,1-10-58 16,6-3-21-16,8-3-15 0,5-2 0 15,4-4 0-15,3-10-33 0,1-5-38 16,2-6-41-16,1-3-25 0,-1 0-35 15,-1-1-27-15,-5 1-8 0,-7 2 54 16,-2 2 25-16,-8 1 28 0,-6 5 29 0,0 0 64 16,-12 4 22-16,-7 2 47 15,-5 3 51-15,1 6 15 0,-3 3 20 16,1 1 19-16,-2 12-47 0,4 4-47 16,3 2-24-16,0 2-18 0,2 0-16 0,7-1-3 15,2-1-52-15,6-5-130 0,3 1-135 16,0-4-212-16,3-1-625 0,4-6-576 0,13-4 1333 15</inkml:trace>
  <inkml:trace contextRef="#ctx0" brushRef="#br0" timeOffset="125827.159">15368 7902 1403 0,'0'0'1233'0,"0"0"-23"15,0 0-874-15,95 7-56 0,-69-7 4 16,-2-2-158-16,1-6-68 0,-3-5-43 16,-1-4-15-16,1-5-73 0,-2-4-192 15,0-4-129-15,0-4-362 0,-5 2-708 0,-5 8-268 16</inkml:trace>
  <inkml:trace contextRef="#ctx0" brushRef="#br0" timeOffset="126036.282">15584 7497 1524 0,'0'0'312'15,"0"0"988"-15,0 0-1099 0,0 0-13 16,0 0 43-16,-42 89 58 0,35-57 30 0,3 3 21 16,1 1-74-16,3 7-73 0,0 7-68 15,0 4-31-15,0 9-15 0,0-1 3 16,0 6-12-16,-4 0-19 0,-1-2-30 15,2-3 3-15,0-2-24 0,3-7-3 16,0-7-15-16,0-9-18 0,0-5-61 16,0-9-37-16,0-4-54 0,3-6-35 15,-3-5-13-15,0-3-87 0,0-6-215 16,0 0-268-16,0-7-608 0,0-1-172 16,-8-12 1511-16</inkml:trace>
  <inkml:trace contextRef="#ctx0" brushRef="#br0" timeOffset="126726.483">16574 7835 886 0,'0'0'459'0,"0"0"817"0,0 0-999 0,0 0-85 16,-78 1 70-16,52 12 119 0,-1 2-54 15,0 6-15-15,2 5-46 0,1-1-48 16,5 5-53-16,3-3-30 0,7 0-50 16,5-4-45-16,4-6-40 0,0-3-27 15,3-6-9-15,6-4-1 0,4-2 1 16,3-2 5-16,2-6 13 0,1-4-16 15,3-6-58-15,1-4-27 0,-2-1-13 0,0 2 15 16,-1-2 12-16,-3 6 12 16,0 2 50-16,-1 4 27 0,-4 5 16 15,-1 4 2-15,-1 1 48 0,-3 8 71 0,1 8 11 16,-3 1 4-16,1 4-20 0,-2 2-9 16,-2 0-15-16,-1-4-25 0,1-3-45 15,1-2-22-15,1-5-48 0,0-5-26 16,2-5-69-16,3 0-45 0,1-7-21 15,0-6-61-15,3-4-267 0,-3 3-638 0,0-10-733 0</inkml:trace>
  <inkml:trace contextRef="#ctx0" brushRef="#br0" timeOffset="126997.043">17078 7922 688 0,'0'0'2974'0,"0"0"-2548"15,0 0-242-15,-14 71 45 0,3-42 39 0,-1 4-56 16,2-2-14-16,4-6-94 0,0-1-104 15,6-9-64-15,0-4-73 0,2-1-124 16,7-7-84-16,2-3-245 0,-1 0-517 16,8-21-596-16</inkml:trace>
  <inkml:trace contextRef="#ctx0" brushRef="#br0" timeOffset="127336.425">17424 7553 962 0,'0'0'2770'16,"0"0"-2456"-16,0 0-185 0,-20 85-1 0,9-51 113 16,-1 2 101-16,2-1-49 0,3-3-150 15,1-3-143-15,5-5-12 0,1-2-34 16,0-4-5-16,8-4-10 0,3-2 12 16,1-4-9-16,4-3-25 0,1-1 31 15,3 1 40-15,-2 0 10 0,1 3-1 16,-2 1 3-16,0 2 2 0,-1 5 0 15,-3-1 13-15,-1 2 4 0,-3 2-1 16,-4-1-16-16,2-1 13 0,-7 0 13 16,2-3 2-16,-2 1 7 0,0-3 6 15,-5-2-10-15,-2-1-11 0,-3-1-22 0,-1-1-12 16,-5-3-55-16,-2 2-13 0,-2-4-33 16,0 0-4-16,-3-2-15 0,1 0-4 15,-2-2-87-15,1-6-191 0,-1-6-268 0,0-2-628 16,4 0-560-16,-7-10 1867 0</inkml:trace>
  <inkml:trace contextRef="#ctx0" brushRef="#br0" timeOffset="128206.743">18369 7724 855 0,'0'0'2477'0,"0"0"-2156"15,0 0-252-15,-8 90-15 0,3-59 72 16,-3-1 91-16,1-3 54 0,-1-4-145 16,2-5-126-16,1-5-41 0,2-8-64 15,3-1-35-15,-1-4-80 0,-1-4-161 16,2-1-623-16,-8-17-1187 0</inkml:trace>
  <inkml:trace contextRef="#ctx0" brushRef="#br0" timeOffset="128365.645">18369 7475 2621 0,'0'0'402'0,"0"0"-105"0,0 0-58 15,0 0 70-15,0 0-57 0,0 0-84 16,0 0-93-16,0 0-75 0,80 42-130 15,-61-35-202-15,-8-3-203 0,12 6-723 0</inkml:trace>
  <inkml:trace contextRef="#ctx0" brushRef="#br0" timeOffset="128619.678">18776 7763 1763 0,'0'0'1721'0,"0"0"-1538"0,0 0-94 0,-37 78 112 16,25-56 122-16,2-4 17 0,0-4-14 15,6-3-140-15,2-6-180 0,2 0-6 0,3-3-54 16,9 4 32-16,2 0 22 16,5 0 19-16,-2 2 0 0,3 0-19 0,0 1-1 15,-3 2 1-15,-2-1 2 16,-2 5 10-16,-2 1 16 0,-2 3-13 0,-3-1-12 16,-4 1 12-16,-2-2 0 0,0 2-15 0,-5-3-22 15,-4-2-24-15,-5-4-15 0,1-2-46 16,-4-4-22-16,2-2-37 0,0-2-40 15,2-4-80-15,1-4-281 0,1-10-558 16,3-2-483-16,0 2 937 0</inkml:trace>
  <inkml:trace contextRef="#ctx0" brushRef="#br0" timeOffset="128982.513">19324 7867 3673 0,'0'0'590'0,"0"0"-410"16,0 0-41-16,0 0 22 16,0 0 41-16,0 0 6 0,0 0 11 0,78 36-104 15,-52-51-106-15,2-7-9 0,4-6-94 0,0-4-55 16,-5 0-28-16,-1 1-15 0,-7 1 4 16,-5 2-18-16,-6 4-52 0,-7 2 7 15,-2 1 50-15,-12 3 53 0,-6 3 62 16,-6 4 86-16,-3 4 59 0,-1 6 49 15,-1 3 33-15,2 12-15 0,2 8-3 16,4 5 2-16,1 8-16 0,2 2 18 16,5 4 6-16,1 1 30 0,0 4 3 15,4-2-29-15,5-2-42 0,4-3-28 16,0-3-31-16,10-4-5 0,7-6-1 16,2-3 1-16,6-8-10 0,0 0-11 0,3-6-10 15,-1-1-43-15,-1-5-45 0,2-3-52 16,-1 0-28-16,0-6-34 0,2-7-48 15,1-3-154-15,1-3-276 0,0 0-610 16,0-4-424-16,-8 5 1568 0</inkml:trace>
  <inkml:trace contextRef="#ctx0" brushRef="#br0" timeOffset="129263.843">19926 7616 1542 0,'0'0'689'15,"0"0"14"-15,0 0-427 0,0 0-40 16,5 81 115-16,-2-50-18 0,0 1 9 16,0 1-58-16,0-4-88 0,3-1-61 15,-1-2-50-15,1-5-27 0,2-4-6 0,-1-1-7 16,0-5-2-16,1-3-13 0,-1-4-9 16,1-3 4-16,-2 1-25 0,0-2-1 15,3-2-1-15,1-5-13 0,1-5 2 16,0-5-2-16,3-2-9 0,-1-8 6 0,1-2-1 15,-2-5-23-15,0-1-43 16,0-5-46-16,-2 5-22 0,-1 1-19 16,2 5-19-16,-2 4-66 0,0 8-150 0,-1 4-240 15,0 6-571-15,-4 2-427 0</inkml:trace>
  <inkml:trace contextRef="#ctx0" brushRef="#br0" timeOffset="129547.486">20334 7725 173 0,'0'0'143'0,"0"0"2517"0,0 0-2292 0,0 0-149 15,0 0 27-15,40 68 7 0,-32-64-35 16,-1-4-13-16,2 0-67 0,6-11-122 16,1-1-16-16,6-11-154 0,2-3-95 15,4-3-93-15,-1-1-106 0,-1 2-121 16,0 1 114-16,-4 4-648 0,-5 6 38 0,-10 3 863 16,-4 2 202-16,-3 5 82 0,-6 4 368 15,-7 3-229-15,-3 3 1376 16,-4 11-1190-16,-3 3-10 0,0 9-12 0,-3 7-53 15,2 2 44-15,-2 5 1 0,1 1-40 16,4 0-93-16,-1-4-92 0,6-6-94 16,6-6-58-16,6-8 0 0,2-5-33 15,2-8-37-15,3-2-34 0,9-2-72 16,5-2-8-16,6-10-22 0,6-5-127 0,3-6-301 16,-8 4-162-16,13-15-1422 0</inkml:trace>
  <inkml:trace contextRef="#ctx0" brushRef="#br0" timeOffset="129766.261">20764 7741 1577 0,'0'0'2155'16,"0"0"-1625"-16,0 0-344 0,-5 78-34 16,-3-53 79-16,0-3 65 0,1-6 48 15,5-4-105-15,2-7-121 0,0-5-69 0,1 0-49 16,9-11-70-16,4-1-17 16,9-10 29-16,3-4-42 0,4-3-85 0,1-1-53 15,-1 4-24-15,-1 5 3 16,-3 7 71-16,-2 5 86 0,-5 6 46 0,-6 3 21 15,-7 1-9-15,-4 9 44 0,-2 5 43 16,-8 4 1-16,-5 1-44 0,-6 4-55 0,-3 0-14 16,-2 2-101-1,-3-1-331-15,-5 3-570 0,8-9-898 0,-20 9 1551 0</inkml:trace>
  <inkml:trace contextRef="#ctx0" brushRef="#br0" timeOffset="130557.693">13954 9057 1007 0,'0'0'121'15,"0"0"588"-15,0 0 78 0,0 0-317 16,0 0-75-16,-91 6-32 0,77 6-39 15,-2 8-35-15,5 7-27 0,-1 7-44 16,2 6-38-16,4 7-18 0,3 0-29 0,3 0-41 16,0-9-35-16,0-9-45 0,3-11-12 15,5-8-30-15,0-7-6 0,5-3 14 0,3-7 10 16,4-9-12-16,5-9-40 16,-3-7-48-16,2-7-22 0,-3-1-16 15,-1 1 21-15,-1 3 10 0,-4 9 20 16,-2 4 34-16,-1 8 31 0,0 7 7 0,-2 4 27 15,0 4 34-15,0 0 52 0,-1 8 40 16,2 6 15-16,-3 3-43 0,-1 2-15 16,2 3-16-16,-2 0 3 0,-3 1 0 15,0-2-24-15,-1-6-46 0,0 0-26 16,0-7-41-16,0-1-116 0,0-6-37 16,5-1-63-16,-2 0-344 0,0-6-614 15,1-14-786-15</inkml:trace>
  <inkml:trace contextRef="#ctx0" brushRef="#br0" timeOffset="130864.222">14365 9146 703 0,'0'0'1930'15,"0"0"-1426"-15,0 0-71 0,0 0 82 0,3 92-16 16,-10-62-63-16,-2-1-79 0,3-2-105 16,2-8-125-16,-1-5-103 0,5-6-24 15,-2-4-57-15,2-4-71 0,0 0-26 16,2 0-16-16,6-6-13 0,0-6 70 15,3 0 18-15,1-6 6 0,0 0 12 16,-1-1 3-16,0 1 21 0,-3 3 23 16,1 4 11-16,1 1 1 0,-3 6-2 15,1 3 20-15,0 1 49 0,-2 0 29 0,-2 7 29 16,0 4-2-16,1 6-16 0,-4 1-13 16,2 1 16-16,-1 0-19 0,-2-3-12 15,0 1-43-15,0-6-18 0,1-3-39 16,1-2-35-16,-1-5-72 0,3-1-56 15,0 0-48-15,2-6-418 0,-1 0-582 0,3-11-843 0</inkml:trace>
  <inkml:trace contextRef="#ctx0" brushRef="#br0" timeOffset="131135.267">14757 9320 1261 0,'0'0'2193'15,"0"0"-1810"-15,0 0-150 0,0 0 156 0,-9 79-59 16,9-72-67-16,0-1-74 0,0-4-107 15,3-2-82-15,7-1-7 0,5-7 5 16,1-4-20-16,5-5-54 0,1-3-74 16,-2-4-27-16,2-1-4 0,-4 2-4 15,-3 4 5-15,-3 3-10 0,-3 5 26 16,-4 4 52-16,-5 5 112 0,0 2 18 16,-5 0 105-16,-10 5 18 0,-4 3-10 15,-3 1 0-15,-2 5-36 0,-1 0 1 16,3 1 6-16,2 2-4 0,0 0-6 15,4 1-12-15,1-1-25 0,3-4-30 16,2-1-25-16,3-4-36 0,2-4-99 0,3-1-126 16,2-3-114-16,-2 0-368 0,2-10-1151 0</inkml:trace>
  <inkml:trace contextRef="#ctx0" brushRef="#br0" timeOffset="131305.619">15094 9231 130 0,'0'0'3511'16,"0"0"-3045"-16,0 0-229 0,0 0 82 0,0 0-37 16,0 0 11-16,0 0-35 0,0 0-112 15,88 12-85-15,-66-29-61 0,2-3-84 16,-1-4-104-16,0-1-80 0,0-3-75 16,-1 3-250-16,-6 6-648 0,2-7-776 0</inkml:trace>
  <inkml:trace contextRef="#ctx0" brushRef="#br0" timeOffset="131490.06">15173 8809 988 0,'0'0'2567'0,"0"0"-2223"0,-9 94-162 0,9-50 80 0,0 8 32 16,0 0 92-16,0 4-20 0,2-1-96 15,4-4-119-15,0-2-102 0,0-7-49 16,1-7-40-16,1-9-59 0,2-9-11 15,2-11-23-15,4-6-31 0,1-7-34 16,5-14-102-16,-1-11-331 0,-5 5-698 16,3-21-822-16</inkml:trace>
  <inkml:trace contextRef="#ctx0" brushRef="#br0" timeOffset="131963.633">15465 8859 2141 0,'0'0'1872'0,"0"0"-1593"16,-5 83-214-16,-1-43 56 0,-2 10 65 15,-1 3 163-15,1 0 62 0,0-1-101 0,2-2-132 16,2-5-93-16,4-8-55 0,0-4-30 16,0-12-34-16,7-4-29 0,2-9-6 15,1-5-25-15,3-3-24 0,2-11-9 16,2-6 5-16,0-3-30 0,3-4-77 16,2 0-40-16,-2 6 53 0,3 3 151 15,-3 6 28-15,-1 8 34 0,0 1 3 16,-2 1 120-16,0 9 65 0,-1 3 6 15,-1 1-5-15,-4 3 0 0,1 0-13 16,-4-3-27-16,1-2-47 0,-2-1-53 16,0-4-46-16,-2-6-3 0,1-1-18 0,-1 0-28 15,5-7-11-15,0-5-43 16,2 0-28-16,2-7-15 0,-1 3-25 0,3-1-12 16,0 0-23-16,1 0-10 0,1 1 64 15,-1-2 15-15,-4 5-111 0,-3 1 182 0,-6 1 66 16,-4 3 82-16,0-1 72 0,-6 2 15 15,-8 0-14-15,0 5 6 0,-3 2-1 16,-1 2-1-16,-1 10 6 0,1 6-18 16,2 6-7-16,2 7-16 0,3 0 16 15,3 2 14-15,3-3-39 0,1-5-37 16,4-6-38-16,0-3-39 0,0-6-1 16,0-4-31-16,6-1-11 0,-3-5-52 15,2 0-29-15,1-3-32 0,2-6-39 16,4 0-62-16,0-6-219 0,2 3-694 15,5-7-249-15</inkml:trace>
  <inkml:trace contextRef="#ctx0" brushRef="#br0" timeOffset="132206.454">16178 9200 1137 0,'0'0'2653'0,"0"0"-2263"0,0 0-157 16,0 0 116-16,0 0-61 0,33 90 47 15,-33-58-26-15,0 3-97 0,0-1-76 0,-3-1-43 16,0-3-48-16,2-1-43 0,-1 0-2 15,1-4-1-15,1 0-20 0,0-7-33 16,0-4-3-16,0-5 9 0,0-8-7 16,3-1-14-16,1-5-13 0,5-9 13 15,2-5 35-15,1-10 1 0,2-5-40 16,2-4-30-16,4-3-33 0,3 3 2 16,5 1 12-16,2 1 61 0,0 3-56 15,0 3-400-15,-3 4-239 0,-3 1-459 0,-5 8-324 16,4-1 660-16</inkml:trace>
  <inkml:trace contextRef="#ctx0" brushRef="#br0" timeOffset="133009.369">16930 9301 2612 0,'0'0'1101'0,"0"0"-850"0,0 0-21 16,0 0 157-16,10 71-64 0,-7-44 56 15,0 3-79-15,-1 0-100 0,-1-1-106 16,-1-5-58-16,2-5-36 0,-2-5-1 0,0-5-26 15,0-5-55-15,1-4-48 0,-1 0-55 16,0-7-61-16,0-6-108 16,0-4-316-16,1 0-624 0,-1-12-868 0</inkml:trace>
  <inkml:trace contextRef="#ctx0" brushRef="#br0" timeOffset="133152.049">17030 9126 1266 0,'0'0'2148'0,"0"0"-1794"15,0 0-90-15,0 0 124 0,0 0-172 16,0 0-69-16,0 0-51 0,0 0-96 16,0 0-28-16,83-2-175 0,-65-1-115 15,2-2-174-15,-6-1-576 0,9 1-685 0</inkml:trace>
  <inkml:trace contextRef="#ctx0" brushRef="#br0" timeOffset="133380.065">17406 9190 2007 0,'0'0'1830'0,"0"0"-1607"0,-2 68-85 0,-3-38 30 16,-3-3 98-16,1-2 50 0,2-3 26 0,0-8-139 16,2-3-121-16,3-5-67 0,0 0-15 0,2-2 0 15,6-1 18-15,4 3-5 0,2-1-11 16,5 2-2-16,1-2-1 0,2 3-1 0,-1 1 0 16,-1 2-1-16,-2 0 2 0,-2 2 0 15,-3-1 1-15,-5-2 1 0,2 1 1 16,-7 0-2-16,-1-1-32 0,-2-1-40 15,0-3-13-15,-8 2-37 0,-1-1-39 16,-3-4-35-16,-2 0-40 0,-1-3-110 16,-1 0-322-16,-3 0-707 0,4-3-651 15,-10-2 1729-15</inkml:trace>
  <inkml:trace contextRef="#ctx0" brushRef="#br0" timeOffset="133912.256">18600 9192 1041 0,'0'0'1418'0,"0"0"-679"0,0 0-139 16,35 69-292-16,-25-33-6 0,3 4-52 0,-1-2 33 15,-1-1-5-15,-1-8-65 0,2-6-44 16,1-11-57-16,1-3-54 0,3-6-25 16,-1-3-18-16,6-12-15 0,-1-5 0 15,1-11-27-15,1-4-15 0,0-5-31 16,-4-4-30-16,1 5 3 0,-6 2 3 16,-3 8-9-16,-4 2 35 0,-6 6 17 15,-1 6 11-15,-2 1 40 16,-9 4 3-16,-4 1 3 0,-3 5 30 0,0 1 7 0,-2 0 21 15,3 7-18-15,-3 4-25 0,4 7-18 16,-1 4-1-16,6 3 0 0,-1 0-2 16,8 1-28-16,2 0-8 0,2-4-71 15,0 0-83-15,10-3-191 0,-2-1-341 16,0-6-654-16</inkml:trace>
  <inkml:trace contextRef="#ctx0" brushRef="#br0" timeOffset="134383.287">19299 9343 189 0,'0'0'3314'0,"0"0"-2885"0,0 0-293 0,0 0 67 16,0 0 79-16,0 0-36 0,0 0 57 16,0 0-105-16,-85-19-89 0,75 23-39 15,-1 11-39-15,-2 4-4 0,-1 6-9 16,0 7 12-16,-1 3 13 0,2 2 11 15,4-2 67-15,1 0-24 0,5-7-67 16,3-4-30-16,0-5-21 0,8-4-6 16,2-4 6-16,6-4-1 0,4-7-2 15,5 0 6-15,3-14-18 0,6-12-31 16,2-9-30-16,1-8-33 0,5-10-28 16,-2-5-46-16,1-3-81 0,0-1-69 15,-2-2-7-15,-1 3 43 0,-5-1 5 16,-3-1 87-16,-4 1 101 0,-6 4 125 0,-7 3 36 15,-5 5 47-15,-7 3 124 0,-1 6 49 16,-1 10-10-16,-7 6-4 0,3 9 16 0,-1 9 10 16,-1 7-10-16,1 1-5 0,-3 15-128 15,2 8-52-15,-3 7-10 0,1 7 25 16,3 7 103-16,-1 5-46 0,1 2-60 16,-1 4-28-16,0 3-21 0,4 2-20 15,0-1-16-15,0 1-21 0,3-7-12 16,0-5-37-16,6-8-69 0,2-6-51 15,4-8-53-15,1-5-122 0,6-10-259 16,3-5-415-16,5-7 273 0,6-4-475 16,7-10 139-16,-11 1 1043 0,22-11 59 0</inkml:trace>
  <inkml:trace contextRef="#ctx0" brushRef="#br0" timeOffset="134732.696">20104 9279 787 0,'0'0'179'0,"0"0"805"0,0 0 161 0,0 0-763 15,0 0 114-15,0 0 56 0,0 0-165 16,0 0-136-16,0 0 7 0,-62 86-30 0,34-45-59 15,5 3 13-15,0 0-26 16,7-1-50-16,4-8-37 0,6-6-36 0,3-5-33 16,3-10-12-16,0-6-21 0,9-5 0 15,6-3-9-15,7-11 3 0,1-7-13 16,6-7-32-16,-2-10-25 0,1-5-36 16,-3-3-6-16,1 0-31 15,-1-2-67-15,-2-2-121 0,1-4-114 0,2-1-54 16,-1-5 6-16,-1-2 167 0,-2-2 307 15,-2-5-32-15,-7 0-119 0,-3 4 60 16,-6 10 149-16,-1 9 42 0,-3 16 136 16,0 15 140-16,0 9 78 0,-1 6-3 0,-4 13-107 15,0 9-66-15,-1 8-16 0,2 8 15 16,1 6 76-16,1 3-78 0,2 0-50 16,0 3-52-16,2-2-54 0,5 1-29 15,2-1-32-15,2-4-33 0,0 1-7 16,-2-7-169-16,0 0-66 0,0-5-37 15,-2-4-81-15,1 0-190 0,1-6-585 0,-4-7-963 16,-1 4 2001-16</inkml:trace>
  <inkml:trace contextRef="#ctx0" brushRef="#br0" timeOffset="134892.487">20803 9544 2749 0,'0'0'1336'0,"0"0"-1336"0,0 0-74 0,0 0-237 16,-80-13-162-16,57 4-902 0,7 0-86 15,-10-3 1220-15</inkml:trace>
  <inkml:trace contextRef="#ctx0" brushRef="#br0" timeOffset="141737.615">4607 10151 1167 0,'0'0'2454'0,"0"0"-2186"0,0 0-236 0,0 0 119 15,17-73 45-15,-7 69 65 16,3 4-58-16,-1 5 9 0,5 13-41 0,3 11 3 16,5 9-13-16,2 14-43 0,-1 8-36 15,0 7 21-15,-3 3 15 0,-1-1-61 16,-4-4-30-16,-2-11-24 0,0-11-2 15,-3-11-1-15,0-12-24 0,-1-9-3 16,-1-8 9-16,2-3 0 0,0-10-7 0,3-9 1 16,0-9-24-16,3-9-6 15,-4-7-4-15,-2-2-9 0,-4 1 22 16,-3 2 15-16,-1 6 17 0,-2 10-14 16,-3 4 3-16,0 10 9 0,2 7-16 0,-2 6-35 15,3 6-1-15,2 10 67 0,6 6 12 16,3 12 30-16,2 6-2 0,4 4 5 15,0 2 16-15,2-2 6 0,-2-2-10 0,0-6 4 16,-4-5-3-16,0-7 5 16,-5-8-12-16,0-5-11 0,-2-8-13 0,0-3 0 15,-1 0-9-15,1-3 6 0,-1-10 7 16,3-5 2-16,1-8-3 0,-1-8-9 16,2-6-21-16,3-5-16 0,-1-2-32 15,2-2-22-15,0 2-26 0,5 1-13 16,-1 5-9-16,1 4-22 0,0 7-33 15,1 2-104-15,0 3-196 0,-9 8-525 16,5-3-937-16</inkml:trace>
  <inkml:trace contextRef="#ctx0" brushRef="#br0" timeOffset="142063.391">5943 10097 2609 0,'0'0'1708'0,"0"0"-1417"16,0 0-288-16,0 0 31 0,0 0 65 16,3 84 30-16,-9-50 23 0,-1 2 19 15,-3 2-70-15,0 4-19 0,2 1-40 16,-2 5-42-16,5 1-2 0,2 5 1 16,0-1-1-16,3 3 0 0,0-3 1 0,0-7-1 15,4-7 2-15,5-7 12 16,1-8 4-16,0-9 17 0,3-4-15 15,0-4 4-15,1 0 2 0,5-4 18 16,4 0 67-16,1-2 24 0,3-1-66 0,0 0-37 16,2 0-28-16,-3 0 10 0,-3-1-3 15,0-1-9-15,-4 1-27 0,2 0-9 16,-2-1-28-16,-3 0-36 0,-3-2-69 16,0-1-44-16,-6-3-70 0,-1-1-205 0,-3 0-629 15,-3-4-761-15</inkml:trace>
  <inkml:trace contextRef="#ctx0" brushRef="#br0" timeOffset="142730.192">6425 10315 3803 0,'0'0'601'0,"0"0"-449"0,14 68-47 16,-7-32 42-16,1 4 180 0,-2 5-44 15,0 2-4-15,3 3-124 0,1 5-74 16,-2 1-24-16,0 1-57 0,-4-1-2 16,0-3-19-16,2-6 0 0,-2-7-51 15,2-9-28-15,1-6 21 0,-1-10 31 16,1-5-13-16,-1-6-45 0,0-4-21 16,1-2 11-16,0-6 0 0,5-4 6 0,-1-4 15 15,2 3 6-15,0-4-15 0,0 4-1 16,3-1 59-16,-1-2 46 0,0 5 3 15,1-3 13-15,0 0 8 0,-1-1-11 16,-1 0 48-16,-1-2 22 0,0-1-18 0,-2-1-28 16,0-3-13-16,-2-1-21 0,0-3 25 15,-2 0-10-15,1 0 10 0,0 5 8 16,-1-1 1-16,1 3-6 0,-1 1-28 16,0 2 9-16,-1 1-10 0,0-1 25 15,-2 1-8-15,2-1-1 0,-1-1-6 16,-2-2-9-16,0 0-1 0,-3-2 1 15,0 0 9-15,0 0-10 0,-4-1 1 16,-5-1 20-16,-2-2-23 0,-6 2-21 0,-1-4 21 16,-4 2 0-16,0 6 0 15,-3 1 0-15,0 7 34 0,1 5 6 0,-2 6 33 16,2 0-19-16,-1 6-17 16,0 4-25-16,1 2 3 0,1 0 0 0,4 0 6 15,3-1 7-15,2-3 8 0,1 2-3 0,6-3-2 16,2-1-17-16,1 0-14 0,1 1-24 15,3 4-13-15,0 2 10 0,0 3 12 16,0 5 3-16,3 2 10 0,1 1 2 16,1 2-1-16,1 2-1 0,-2-3 0 15,0 0 1-15,2-3-1 0,-2-3 0 16,-1-1 1-16,1-6-2 0,-1-2-1 16,0-3-20-16,0-4-6 0,0 0-19 15,1-2-75-15,-1-1-29 0,1 0-27 16,4-1-32-16,-1-5-202 0,6 1-375 15,-3-2-632-15,-3 2-412 0,3-3 1660 0</inkml:trace>
  <inkml:trace contextRef="#ctx0" brushRef="#br0" timeOffset="143168">7465 10237 1964 0,'0'0'1672'15,"0"0"-1316"-15,0 0-187 0,0 0-103 16,0 0-7-16,0 0 53 0,0 0 120 16,-81-58 7-16,58 58-89 0,-1 2-52 0,-1 11-52 15,2 5-34-15,0 8-11 0,-2 7 36 16,4 8 2-16,-1 6 13 0,5 4 63 16,1 7 19-16,3-1-40 0,4 0-25 15,5-1-5-15,4-6-7 0,1-4 10 16,11-5 72-16,4-9-70 0,3-2-36 15,4-9-21-15,3-4-9 0,1-3 9 16,2-6-11-16,-2-5 0 0,3-3-2 16,-1-4 1-16,-3-10-42 0,-1 0-36 15,-4-7-70-15,-5-2-67 0,-3-2-42 16,-9 1-142-16,-4-1-381 0,0 7-772 16,-11-2-692-16</inkml:trace>
  <inkml:trace contextRef="#ctx0" brushRef="#br0" timeOffset="143419.803">7337 10603 1600 0,'0'0'2018'0,"0"0"-1392"0,0 0-422 0,0 0-129 16,0 0 8-16,80 48 40 0,-62-43 40 15,0-5-56-15,1 0-71 0,-2-3-36 0,-1-6-74 16,-1-3-107-16,-1 1-19 0,-6-3-72 16,0 0-110-16,-5-1-181 0,-2 0-97 15,-1 3-10-15,0 3 98 0,-3 1 328 16,0 5 244-16,-1 3 387 0,1 4 175 15,0 10 78-15,0 3-118 0,0 7-72 16,-1 6-129-16,3 3-87 0,-2 5-33 16,1-1-7-16,1 0-13 0,0-1-40 15,-1-2-56-15,1-4-75 0,-2-3-10 0,-2-5-123 16,-2-4-94-16,-3 0-35 0,-3-4-143 16,3-3-616-16,-19 5-937 0</inkml:trace>
  <inkml:trace contextRef="#ctx0" brushRef="#br0" timeOffset="143815.52">4767 11322 2350 0,'0'0'1518'0,"0"0"-1313"15,0 0-171-15,0 0 60 0,0 0 123 0,0 0-6 16,0 0 22-16,0 0-28 0,0 0-31 16,85-22-40-16,-36 22-1 0,13 1 49 15,9 5-85-15,6 5-40 0,5 0-5 16,2 3-22-16,4 0-6 0,6 1-9 16,5-3 0-16,6 1-13 0,5-1 59 15,8-3-19-15,3-1-30 0,6-4 3 0,5-1 6 16,0-1-21-16,0-2-18 15,0 0-6-15,-6 0 9 0,-6 0-6 0,-6 2-15 16,-6 0-19-16,-9 4 13 0,-8 0 3 16,-10 4-7-16,-8-3-11 0,-10-3-34 15,-6 0 3-15,-11-2-21 0,-6-2 0 16,-7 0-22-16,-7 0-33 0,-4-3-60 0,-5-4-247 16,-4-3-495-16,-5-1-404 0,-3 3-644 15,-5-5 1971-15</inkml:trace>
  <inkml:trace contextRef="#ctx0" brushRef="#br0" timeOffset="144409.61">9262 10374 2421 0,'0'0'1472'0,"0"0"-1292"0,0 0-93 16,0 0 26-16,0 0 29 0,-49 83 130 15,37-41-39-15,1 6-40 0,1 6-68 16,-1 12-52-16,0 3-24 0,0 7-19 15,-3 1-9-15,-3-2-18 0,3-5-3 16,-2-11 0-16,4-15-36 0,4-15 3 16,4-13 5-16,2-9-24 0,2-7-91 0,0-11-95 15,6-9-45-15,2-12-108 0,3-5-206 16,0-9-423-16,-2 8-366 16</inkml:trace>
  <inkml:trace contextRef="#ctx0" brushRef="#br0" timeOffset="144747.62">9147 10600 1441 0,'0'0'750'0,"0"0"269"0,0 0-777 0,0 0-42 16,0 0 86-16,0 0-31 0,0 0 9 16,92 38-51-16,-68-9-38 0,2 4-50 15,-1 5-27-15,1 5-6 0,1 1-19 16,-1-1 15-16,-2 1-54 0,-5-1-34 16,0-5-2-16,-6-3-38 0,-2-6-36 15,-5-7-12-15,-1-5-16 0,-4-7-3 16,-1-5-19-16,0-4-34 0,-9-1-44 0,-8 0-208 15,-2-3-282-15,-4-3-266 0,-3-2 311 16,-1-4 295-16,1 0 100 0,-3-2 176 16,3-4 78-16,-1 0 299 0,1 0 222 15,4 1 72-15,9 1 12 0,3 8-80 16,7-1-96-16,3 5-154 0,6-2 26 0,4 0-15 16,5-3-36-16,3 2-82 15,2 1-71-15,1-2-45 0,0 2-16 0,2-1-12 16,1-2-24-16,0 2-11 0,2-3-16 15,1-1-55-15,2-2-49 0,3 3-64 16,-1-2-59-16,4 2-175 0,0-1-599 16,-8 5-594-16,14-6-107 0</inkml:trace>
  <inkml:trace contextRef="#ctx0" brushRef="#br0" timeOffset="145050.908">9881 10724 447 0,'0'0'1754'15,"0"0"-221"-15,0 0-1232 0,0 0-140 0,0 0 38 16,-36 83 33-16,19-59 20 0,0 2-20 15,-2-1-55-15,1-4-68 0,4-2-48 16,4-2-31-16,2-6-28 0,3-4-1 16,4-2-1-16,1 0 0 0,6-3 0 0,5 3 26 15,4 0-14-15,5-2 6 0,0 2-15 16,3-2-2-16,0 0-1 0,-1 0-1 16,-2 1 1-16,-1 2 0 0,-3 2 0 15,-2 2 15-15,-5 2-13 16,-3 3 13-16,-5 2 6 0,-1-1 4 0,0 3-10 15,-10-1 3-15,-3 0 0 0,-6-1-18 16,-1-5-21-16,0 1-34 0,-2-4-14 16,3-3-13-16,3-5-28 0,2-1-14 15,4-4-29-15,0-9-12 0,2-5-16 16,3-5-63-16,5-5-160 0,0-7-193 0,5-1-591 16,3 6-748-16</inkml:trace>
  <inkml:trace contextRef="#ctx0" brushRef="#br0" timeOffset="145357.4">10217 10710 1501 0,'0'0'2135'0,"0"0"-1767"16,0 0-214-16,0 0 55 15,0 0 66-15,0 0 20 0,-13 91-20 0,-3-61-84 16,-1 0-45-16,0-1-49 0,1-3-55 16,4-3-42-16,4-4-1 0,2-2-26 15,6-3-3-15,0-3-7 0,0-4-8 16,10 1-1-16,6 1-8 0,3-4-10 15,1 0 12-15,5 1 13 0,-1-1 11 0,0-2 25 16,1 6-9-16,-3-2 12 0,-1 4 0 16,-2 1 12-16,-3 4 7 0,-3 0 8 15,-5 2 13-15,-2 2 8 0,-3 1-5 16,-3-2-10-16,0-1 0 0,-1-2 4 16,-7-1 11-16,-7-3-48 0,0-1-42 15,-5-4-34-15,1-1-9 0,-1-6-46 16,0 0-21-16,2-11-38 0,1-4-74 0,1-6-244 15,2-3-285-15,4 5-688 0,0-12-90 16</inkml:trace>
  <inkml:trace contextRef="#ctx0" brushRef="#br0" timeOffset="145979.655">10452 10843 894 0,'0'0'398'0,"0"0"1105"0,0 0-1256 0,0 0-183 16,0 0 58-16,0 0 37 0,-5 72 98 16,9-43 49-16,6 2-43 0,-3 6-48 15,5-2-24-15,-1 0-49 0,-1-2-41 16,0-1-30-16,3-6-16 0,-1-2-25 16,-2-6-11-16,3-5-19 0,-3-2-2 15,1-10-14-15,1-1-78 0,1-1-44 0,3-12-4 16,-2-5-9-16,3-5 8 0,1-3-47 15,-1-2-26-15,-1-2 17 0,-2 5 29 16,-3 2 59-16,0 4 80 0,-5 6 31 0,0 4 60 16,-5 9 105-16,2 0 34 0,-2 3-1 15,1 8-26-15,-1 6 14 0,-1 4-46 16,0-1-48-16,0 7 7 0,0-3-1 16,3-2 6-16,1-4-46 0,-1-4-36 15,3-6-22-15,1-4-37 0,1-4-27 16,1 0-10-16,3-5 13 0,4-4-22 15,3-3 21-15,2-1 22 0,2 0 37 16,1 1-71-16,-3 3-13 0,1 3 10 16,-5 3 54-16,-1 3 23 0,-2 0 46 15,0 0 4-15,-2 6 9 0,2-1 18 16,-3-3-21-16,-1 1-25 0,0-3-19 16,0 0 0-16,2-7 13 0,2-3 33 0,2-7-33 15,2-2-24-15,0-4-1 0,-1 0-43 16,0-1-19-16,-2 1-2 0,-5 2-20 15,-2 3 1-15,-5 2 30 0,-3 3-3 16,0 7 35-16,-11 3 21 0,-1 3 58 0,-6 7 88 16,-1 6-72-16,-3 10 0 15,1 3 12-15,3 3 22 0,1 4 2 0,5 0-9 16,5 2-10-16,2-4-15 0,5-2-24 16,0-4-19-16,4-5-31 0,7-2 1 15,1-5 0-15,8-3 15 0,2-3-1 16,-1-3-17-16,8-4-40 0,-1 0-42 15,2-6-30-15,-1-5-99 0,-2-1-217 16,-7-1-745-16,6-4-1171 0</inkml:trace>
  <inkml:trace contextRef="#ctx0" brushRef="#br0" timeOffset="146710.343">13071 10787 1170 0,'0'0'2121'0,"0"0"-1797"0,0 0-97 0,0 0 0 15,0 0 47-15,-85-3-57 0,66 12 14 0,0 4-38 16,3 3-77-16,1 8-52 0,2 6-25 15,2 9-8-15,3 8 18 0,5 3 11 16,0 7 83-16,3-1 21 0,0-8-73 16,0-3-37-16,0-12-21 0,2-12-8 15,1-7-15-15,0-7-10 0,3-7-22 16,3 0-2-16,3-4-12 0,3-10-21 16,3-6 14-16,1-7-17 0,-1-4 17 15,0-1-17-15,-3-2-1 0,0 0 3 0,-1 4 10 16,-2 2 17-16,-2 4 19 0,-2 6 10 15,0 5-1-15,-4 5 3 0,2 7 18 16,-2 1 40-16,6 3 18 0,0 8 3 16,2 3-7-16,2 7-29 0,2 2-7 15,-2 5-12-15,1-3-5 0,-1 0 11 0,-1-3-30 16,0-3-3-16,-1-5-24 0,-3-4-16 16,-2-3-72-16,-2-3-34 0,1-4-30 15,-3 0-62-15,0-4-167 0,-2 0-366 16,-1-9-1071-16</inkml:trace>
  <inkml:trace contextRef="#ctx0" brushRef="#br0" timeOffset="146859.408">13534 10950 2561 0,'0'0'1502'0,"0"0"-1222"0,0 0-91 16,82 6 220-16,-58 0-113 0,0-3-77 15,-5 1 35-15,-3 1-118 0,0-5-87 16,-2 0-48-16,-1 0-1 0,0 0-82 0,-3 0-75 15,-4-4-46-15,-3 3-80 0,-3 1-185 16,0 0-692-16,-9 12-723 0</inkml:trace>
  <inkml:trace contextRef="#ctx0" brushRef="#br0" timeOffset="147023.234">13614 11142 2451 0,'0'0'1599'0,"0"0"-1265"0,0 0-247 0,0 0 68 16,0 0 81-16,0 0 106 0,0 0-10 15,0 0-102-15,98 11-106 0,-72-11-43 16,1-4-35-16,4-2-46 0,-1-2-15 16,-1-2-82-16,1-1-84 0,0 0-71 0,-1 2-67 15,-2-1-212-15,-5 7-828 16,6 3-1017-16</inkml:trace>
  <inkml:trace contextRef="#ctx0" brushRef="#br0" timeOffset="147680.068">14320 10951 1015 0,'0'0'1974'0,"0"0"-1661"0,0 0 2 0,0 0-60 15,0 0-6-15,98 13-9 0,-73-8-30 16,1 0-10-16,-2 2-68 0,1-2-61 16,-1 0-41-16,-4 1-15 0,-1 2-15 0,-6-1-2 15,-1 5-16-15,-6 3 3 0,-4 1-46 16,-2 5-10-16,-4 0-9 15,-6 3 16-15,-3 0 21 0,-4 0 30 16,-3 0 10-16,1-1-14 0,-3 1 17 0,2-2 18 16,0-2 13-16,3-4-16 0,0-2-2 15,3-4 2-15,4-1-12 0,3-4 25 0,2-1 6 16,5-3-1-16,0 1-17 0,0-2 18 16,0 0 5-16,0 0-14 0,0 2 2 15,3 0-11-15,2-1 2 0,2 4 16 16,2-1 42-16,6 1 9 0,0 0 86 15,4 0-80-15,2-3-37 0,4 0-11 16,1-2-16-16,3 0-24 0,-1 0-2 16,1-4-1-16,-2 1-45 0,1-2 5 15,-2 0-39-15,-3 1-42 0,3-1-31 16,-2 2-19-16,-1-1 48 0,-4 4-77 16,1 0-121-16,-3 0-430 0,-5 0-662 15</inkml:trace>
  <inkml:trace contextRef="#ctx0" brushRef="#br0" timeOffset="148274.801">15421 10882 2309 0,'0'0'232'0,"0"0"-199"15,0 0 38-15,0 0 54 0,0 0 26 0,0 0 39 16,0 0-59-16,0 0-71 0,0 0 4 16,0 0 3-16,0 0 9 0,-3-43 22 15,3 39 57-15,-1 0 31 0,-1 1-26 16,0 1-7-16,0 1-10 0,-3 0-1 16,-1 1-12-16,-2 0-16 0,-4 0-28 15,-1 0-19-15,-1 6-30 0,-1 3-19 0,-2 5-16 16,2 4 1-16,3 4 31 0,0 4 12 15,3 1 12-15,3-1 63 0,5-1-35 16,1-3-41-16,1-1-15 0,6-4-2 16,4 1-7-16,1-4 6 0,1-2-2 15,3-1 8-15,2-2-12 0,0 0 3 16,1-2-2-16,1 0-19 0,-1-1 0 16,0 1-2-16,-1 1 0 0,-2-1 2 15,0-1-2-15,-6 3-1 0,0 0 1 16,-3-1 0-16,-4 3 0 0,-3 0-1 0,0 2-40 15,0-1-23-15,-7 2-25 16,-4 0-9-16,-2 0-43 0,-5-4-37 0,2 2-47 16,-7-2-72-16,-2 4-164 0,-6-2-261 15,-6 2-533-15,6-1-441 0,-25 9 1369 0</inkml:trace>
  <inkml:trace contextRef="#ctx0" brushRef="#br0" timeOffset="149052.552">12667 11639 1018 0,'0'0'2001'16,"0"0"-1701"-16,0 0-23 0,0 0-47 0,0 0 88 16,0 0-100-16,0 0-48 0,0 0-22 15,0 0-10-15,74 87-3 0,-66-51-19 16,-2 1-36-16,-4 4-16 0,-2 3-16 16,0 3-26-16,-5-2-22 0,-5 1-1 15,0-2-21-15,0-3-17 0,1-5-47 16,2-9 10-16,0-8 39 0,4-8 22 0,2-9 13 15,1-2-96-15,0 0-3 0,1-8 30 16,8-1 37-16,2-1 34 0,5-1 1 16,1-1-1-16,2 3 1 0,1 1 14 15,3 3 16-15,0 3 33 0,-1 0-18 16,3 2-3-16,-2 0-3 0,0 4 6 16,-6 3 33-16,0-1-33 0,-4 3-12 15,-3-2-7-15,-4 0-6 0,-2 5-2 16,-1-1 8-16,-3 1 7 0,0 1 5 0,-10 1-8 15,-3-1-13-15,-1 1 0 0,-5-1 3 16,0-4-19-16,-2-2-2 0,1-1-22 16,2-3-24-16,0-3-2 0,1 0-44 15,3-3-79-15,3-8-21 0,1-2-33 16,4-3-103-16,3-2-351 0,3-2-782 16,0 5-474-16,10 0 1815 0</inkml:trace>
  <inkml:trace contextRef="#ctx0" brushRef="#br0" timeOffset="149209.37">13286 12057 2474 0,'0'0'1025'0,"0"0"-810"0,79 5-4 15,-50-1 137-15,1 3-103 0,-4-2-48 16,-4 2-71-16,-2-3-86 0,-2 0-40 0,-2-2-19 16,-4 0-125-16,-4 1-78 0,-3 3-64 15,-5 0-229-15,0 4-646 0,-5-2-1135 16,-13 9 2058-16</inkml:trace>
  <inkml:trace contextRef="#ctx0" brushRef="#br0" timeOffset="149368.07">13352 12206 1190 0,'0'0'1088'16,"0"0"101"-16,0 0-1002 0,0 0-36 16,0 0 223-16,0 0-29 0,0 0 18 15,89 9-91-15,-63-6-108 0,3-3-82 0,0 0-55 16,0 0-27-16,1 0-70 0,-1 0-116 15,2-3-132-15,-2 3-54 0,-6 0-580 16,10 4-1090-16</inkml:trace>
  <inkml:trace contextRef="#ctx0" brushRef="#br0" timeOffset="154572.434">14497 11975 2511 0,'0'0'194'0,"0"0"297"16,0 0-211-16,0 0 40 0,0 0-56 15,0 0-2-15,0 0-33 0,81-20-56 16,-59 20-1-16,-1 4 5 0,1 3-55 16,-2 1-52-16,0 4-27 0,-4-1-40 15,-4 2 31-15,-5-1-34 0,-1 0-2 0,-6 3-22 16,0 0 6-16,-5 2 6 0,-3 1-10 16,-6-1-78-16,-3 1-1 0,0-1 28 15,-3-2 6-15,1 3 21 0,2-2 15 0,1-4 9 16,3-3 22-1,5 1 0-15,3-5 0 0,2-2 0 0,3-1-11 16,0 0-29-16,3 1 10 0,7 2 30 16,6-1 27-16,2 3 19 0,5-3 10 0,5 2-17 15,4-3 38-15,3 4-37 0,2-3 66 16,3-3-63-16,-2-1-43 0,0 0 0 16,-1-5-27-16,2-5-62 0,-2-2-107 15,1-2-40-15,-2-4-123 0,-10 4-355 16,10-15-945-16</inkml:trace>
  <inkml:trace contextRef="#ctx0" brushRef="#br0" timeOffset="154818.823">15502 11697 3049 0,'0'0'446'0,"0"0"-193"15,0 0 21-15,-9 88-8 0,-2-50-92 16,-3 5 100-16,0-1-31 0,2 1-72 15,3-3-62-15,5 2-8 0,2-7-34 0,2-3-52 16,7-1-15-16,5-8 0 0,4-2-3 16,2-6-19-16,3-5-8 0,2-7 0 15,0-3-19-15,0 0-9 0,-3-3-33 16,-1-6-71-16,-5-2-53 0,0-3-71 16,-3 2-198-16,-6 1-255 0,-2-7-779 0</inkml:trace>
  <inkml:trace contextRef="#ctx0" brushRef="#br0" timeOffset="155002.828">15205 11934 909 0,'0'0'1987'0,"0"0"-1715"16,0 0-170-16,0 0 64 0,0 0 62 0,0 0 109 16,0 0-21-16,0 0-155 0,0 0-74 15,98 35 5-15,-60-38-27 0,2-4-34 16,5-1-31-16,-3-2-3 0,3 1-59 15,-1-1-132-15,0 3-135 0,-2 0-153 16,-12 5-487-16,10 2-514 0</inkml:trace>
  <inkml:trace contextRef="#ctx0" brushRef="#br0" timeOffset="155171.639">15975 12046 3011 0,'0'0'469'0,"0"0"-231"0,0 0-5 15,78 10-23-15,-45-17 8 0,1-5 94 16,5-4-106-16,0-4-84 0,2-3-64 16,-1 0-15-16,-3 0-43 0,-2-1-20 15,-5 5-26-15,-3 1-67 0,-6 1-74 0,-5 4-41 16,-5 3-76-16,-5 4-265 0,-5 3-450 16,-2-1-378-16</inkml:trace>
  <inkml:trace contextRef="#ctx0" brushRef="#br0" timeOffset="155396.901">16175 11740 2504 0,'0'0'393'0,"0"0"-201"0,0 0 6 0,0 0 63 16,20 83 86-16,-15-53 2 15,-3 1-98-15,3 4-84 0,-4 2-41 0,2 3-7 16,-3 1 16-16,0-2-59 0,2-6-56 15,-1-5-20-15,5-9-36 0,-1-9-117 16,7-4-68-16,4-6-25 0,4-16-149 16,-1 1-619-16,10-26-955 0</inkml:trace>
  <inkml:trace contextRef="#ctx0" brushRef="#br0" timeOffset="155544.073">16906 11556 3082 0,'0'0'322'0,"0"0"-230"0,0 0 130 16,0 0 92-16,0 69 33 0,-5-38 21 16,-1 4-132-16,0 2-135 0,1 4-62 0,2 4-39 15,3 2-17-15,0 4-26 0,0 1-88 16,6-2-66-16,0-6-99 0,-1-7-144 16,0-9-545-16,-1 3-669 0</inkml:trace>
  <inkml:trace contextRef="#ctx0" brushRef="#br0" timeOffset="156641.838">18504 11425 1467 0,'0'0'708'0,"0"0"-401"0,0 0-207 0,0 0-64 15,0 0 25-15,0 0 449 16,0 0-137-16,0 0-155 0,0 0-23 0,0 0 53 16,110 6-40-16,-64-2-44 0,0 1-56 15,1 0-25-15,0 1-25 0,-2 0-9 16,0-1-12-16,-2-1 9 0,-1-2-46 0,-1-2-1 15,-3 0-36-15,-4 0-9 0,-3-6-83 16,-1 0-74-16,-4-1-57 0,-7 2-113 16,-4 1-321-16,-10 3-812 15</inkml:trace>
  <inkml:trace contextRef="#ctx0" brushRef="#br0" timeOffset="156824.063">18652 11731 2749 0,'0'0'503'0,"0"0"-363"0,0 0-22 0,0 0 28 15,81 12 30-15,-48-9 80 0,6 0-63 16,0-1-131-16,3-2-50 0,2 0-12 0,3-1-42 16,2-4-17-16,-3-3-214 15,-2-1-124-15,-12 3-235 0,7-8-620 0</inkml:trace>
  <inkml:trace contextRef="#ctx0" brushRef="#br0" timeOffset="157116.212">19090 11282 2771 0,'0'0'408'0,"0"0"-296"0,0 0 47 0,0 0 85 15,0 0 77-15,93-3-68 0,-65 3-104 16,4 0-71-16,3 3-13 0,1 8 18 16,0 1-6-16,0 5-34 0,-2 7-28 15,-5 6-13-15,-3 8-2 0,-6 5-14 16,-2 6-29-16,-8 3 41 0,-6 4-35 0,-4 1 9 16,-1-2-2-16,-10-5 11 0,-3 0 7 15,-2-4 10-15,-4-3-1 0,-3-2-16 16,-3-6-33-16,-1-4-10 0,-2-3-16 15,-3-5-6-15,2-3-34 0,0-6-67 16,4-5-108-16,3-4-244 0,8-5-581 16,-3-6-839-16</inkml:trace>
  <inkml:trace contextRef="#ctx0" brushRef="#br0" timeOffset="158379.132">21023 11414 1752 0,'0'0'1379'0,"0"0"-1261"0,0 0-102 15,0 0 57-15,0 0 128 0,0 0 159 16,0 0-40-16,9 90-134 0,-3-47-65 16,2 6-13-16,-1 5 18 0,0 4 33 0,1 3-27 15,-2 3-34-15,-1 3-44 0,-1-1-20 16,-4 1-10-16,2 0-8 16,-2-2-15-16,0-6 0 0,0-5-1 0,0-5-55 15,0-8 15-15,0-7-6 0,0-8-24 16,0-7-6-16,0-5-7 0,-2-9-30 15,2-3-50-15,-4-2-38 0,2-2-26 16,-1-8-121-16,-2-9-264 0,1 4-455 0,-3-20-398 0</inkml:trace>
  <inkml:trace contextRef="#ctx0" brushRef="#br0" timeOffset="158637.394">20978 11533 2782 0,'0'0'318'0,"0"0"-235"0,0 0-81 16,0 0 75-16,0 0 79 0,0 0 22 16,0 0-33-16,97-39-82 0,-70 42-35 15,1 8 17-15,1 1-33 0,-4 7 0 16,-2 0-12-16,-4 6-32 0,-4 2 4 16,-7 2 6-16,-5 1-16 0,-3 2-16 0,0 0 23 15,-7-4 15-15,-6-2 13 0,0-5-19 16,-3-3-7-16,0-3 7 0,-4-3-3 15,1-4-29-15,-1-3-51 0,0-2-32 16,1-3-16-16,1 0-72 0,5-5-119 16,-2-5-113-16,8 3-293 0,-2-7-604 0</inkml:trace>
  <inkml:trace contextRef="#ctx0" brushRef="#br0" timeOffset="158799.314">21533 11686 3302 0,'0'0'378'16,"0"0"-280"-16,0 0 28 0,0 0 12 15,79 5-9-15,-67-5-26 0,2 0-76 0,-3 0-27 16,-1-2-44-16,2-1-127 0,-3 0-185 16,-1-1-226-16,-7 4-779 0</inkml:trace>
  <inkml:trace contextRef="#ctx0" brushRef="#br0" timeOffset="158969.972">21500 11926 2899 0,'0'0'397'16,"0"0"-206"-16,0 0-30 0,0 0 114 0,0 0 10 16,101 36-33-16,-74-30-110 0,5-5-93 15,1-1-24-15,2 0-19 0,-2 0-6 16,3-5-28-16,-1-1-169 15,-1-1-145-15,-8 0-382 0,7 0-1216 0</inkml:trace>
  <inkml:trace contextRef="#ctx0" brushRef="#br0" timeOffset="160143.591">22628 11653 228 0,'0'0'1338'0,"0"0"-1178"16,0 0-73-16,0 0 89 0,0 0 119 0,0 0 112 16,0 0-25-16,2-66-104 0,-7 57-56 15,-3-3-48-15,2 2-41 0,0-2-2 16,-1 0-14-16,0 1-23 0,-3-1-7 15,1 3-25-15,-2 3-3 0,-1 1 3 16,-1 3 12-16,-1 2 28 0,1 0-41 0,-3 5-15 16,3 7-43-16,-1 10 25 15,1 10 12-15,0 7 15 0,0 7 15 16,1 7 16-16,3 1 103 0,1 0-22 0,2 0-69 16,2-9-29-16,2-4-17 0,2-9-13 15,0-10-12-15,5-8-15 0,4-7-12 16,3-5 0-16,1-2-1 0,3-6-17 15,0-6-9-15,1-5-21 0,1-4-40 0,-3-3-19 16,1 2-2-16,-3-3 9 16,-1 2-7-16,1 1 6 0,-3 1 19 0,-1 2 26 15,-1 2 16-15,-1 3 14 0,-2 4 26 16,-1 4 10-16,-3 5-10 0,2 1 0 16,0 0 13-16,2 6 0 0,2 3 76 15,1 8-4-15,4 2-2 0,1 4-25 16,1 1 0-16,3 2 54 0,-2-3-72 15,1-3-40-15,1-5-43 0,0-5 22 16,2-1 9-16,-2-7-31 0,3-2-70 0,-3 0-67 16,1-8-50-16,0-5-128 15,0-4-276-15,-5 3-563 0,0-9-856 0</inkml:trace>
  <inkml:trace contextRef="#ctx0" brushRef="#br0" timeOffset="160448.885">22973 11274 3220 0,'0'0'439'0,"0"0"-303"15,0 0-124-15,0 0 98 0,0 0 76 16,0 0 101-16,0 0-65 0,0 0-129 16,82-16-83-16,-72 23-10 0,0 3-19 15,-1 2 18-15,-2 4-1 0,-3 3 2 16,-1 2 1-16,-3 1 1 0,0 3 0 0,-3-1 1 15,-4-1 9-15,3-3-9 0,-2-2 18 16,3-6 4-16,2-2-13 0,1-4 16 16,0-1-28-16,4-2-9 0,6 1 9 15,3-1 18-15,7 0-18 0,2-3-3 16,6 0-80-16,3 0-40 16,0-3-41-16,2-1-44 0,2-1-56 0,-1-1-180 0,-13 2-615 15,13-3-941-15</inkml:trace>
  <inkml:trace contextRef="#ctx0" brushRef="#br0" timeOffset="160647.236">23728 11678 3754 0,'0'0'542'0,"0"0"-340"0,0 0-20 16,0 0 73-16,102 5-54 0,-73-5-21 15,1 0-37-15,2-5-95 0,0-1-45 0,0 1-3 16,-4-3-30-16,-2-1-107 0,-5 2-57 16,-3-4-75-16,-8-1-61 0,-1 4-278 15,-5-3-738-15,-4 0-1051 0</inkml:trace>
  <inkml:trace contextRef="#ctx0" brushRef="#br0" timeOffset="160868.403">23897 11268 2947 0,'0'0'479'0,"0"0"-263"15,0 0-55-15,-3 82 24 0,1-41 132 16,-1 5 69-16,0 4-48 0,-2 5-122 16,1 3-82-16,-1-2-34 0,-1 2-33 0,4-8-28 15,-3-2-39-15,4-6-27 0,1-6-31 16,0-5-78-16,8-6-53 0,3-9-22 15,4-6-13-15,0-8-93 0,4-4-158 0,-8-8-305 16,11-21-724-16</inkml:trace>
  <inkml:trace contextRef="#ctx0" brushRef="#br0" timeOffset="161232.091">24401 11142 3658 0,'0'0'625'15,"0"0"-402"-15,-8 67-84 0,-3-25 27 16,-3 7 244-16,-1 2-67 0,-2 5-113 16,0-2-106-16,-2 0-55 0,2 0-20 0,1-4-13 15,3-1-24-15,0-7-12 0,7-7-18 16,1-7 0-16,5-7-30 0,-2-9-1 16,2-6-20-16,2-4-13 0,3-2-15 15,6 0 61-15,4-3 33 0,1-1-18 16,1 1-16-16,2-1-2 0,1 4 0 0,-2 0-1 15,-2 0 10-15,1 1 6 0,-3 4-7 16,1 1 1-16,1 2 28 0,1 0 2 16,0 3 18-16,-3-3 11 0,-3-2-28 15,-4 0-1-15,-4 0 13 0,-3 0 38 16,0 1 16-16,-7 4 3 0,-7 0-25 16,-4 1-21-16,-4-2-9 0,-1 1-15 15,-1-3 0-15,-1-5-66 0,2-3-22 16,1-1-18-16,1-11-25 0,2-9-58 15,3-8-83-15,3-12-153 0,3-7-286 0,6 6-615 16,4-27-899-16</inkml:trace>
  <inkml:trace contextRef="#ctx0" brushRef="#br0" timeOffset="161495.221">24764 11156 3424 0,'0'0'412'0,"0"0"-343"16,0 0 69-16,101-14 38 0,-78 11 131 15,-1 1 83-15,-5 2-127 0,-2 0-156 16,-7 0-77-16,0 6-27 0,-2 1-1 16,-6 4 26-16,0 3 8 0,-8 5-3 15,-4 5-14-15,-5 1-16 0,-2 2 9 0,-1 3-12 16,0-4 0-16,3 1-2 0,3-4-13 16,3-3-1-16,5-1 13 0,4-1-9 15,2-4-3-15,0 1 0 0,8-4-12 16,3 0 8-16,3-5 16 0,3 0-18 15,3-5-40-15,5-1-33 16,4 0-53-16,-1 0-43 0,3-4-112 0,-8-2-281 16,8-1-821-16</inkml:trace>
  <inkml:trace contextRef="#ctx0" brushRef="#br0" timeOffset="161686.165">25336 11762 3959 0,'0'0'657'16,"0"0"-530"-16,0 0-112 0,0 0 9 15,0 0-2-15,94-16 6 0,-76 10 2 16,0-1-30-16,0 0-159 0,-1 2-116 16,-2-2-89-16,-4 3-256 0,-4 2-417 15,-6 2-206-15</inkml:trace>
  <inkml:trace contextRef="#ctx0" brushRef="#br0" timeOffset="161848.712">25319 11874 2028 0,'0'0'1463'0,"0"0"-1137"16,0 0-182-16,0 0 17 0,0 0 23 0,0 0 122 16,0 0 11-16,0 0-140 0,95 29-116 15,-72-29-49-15,-1 0-12 0,-2-2-61 16,0 2-119-16,0-4-87 0,-1 3-132 0,-5-1-555 15,6-1-1086-15</inkml:trace>
  <inkml:trace contextRef="#ctx0" brushRef="#br0" timeOffset="162649.041">26184 11209 2632 0,'0'0'450'0,"0"0"-278"15,0 0-38-15,0 0 107 0,0 0 90 0,0 0-55 16,-7 82-86-16,-7-49-107 0,-3 3-30 16,0 3 2-16,-2 1-5 0,-1-1-4 15,4-1-9-15,-1-1 0 0,2-1-1 16,4-3-8-16,4-2-25 0,5-5 0 16,2-2 22-16,9-2 48 0,8-3 92 15,8-2-16-15,6-2-51 0,6-4-13 0,4-1-21 16,5-6 2-16,1-2-8 0,2-2-37 15,-5-3-21-15,2-4-3 0,-4-5-58 16,-3-1-81-16,-3-4-77 0,-3-1-62 16,-7 0-88-16,-6 4-294 0,-5-8-865 0</inkml:trace>
  <inkml:trace contextRef="#ctx0" brushRef="#br0" timeOffset="162818.528">26419 11511 1429 0,'0'0'1350'16,"0"0"-1093"-16,0 0-78 0,-14 97 111 16,11-57 108-16,1 3 24 0,1 3-94 0,1-2-137 15,1-3-93-15,6-2-31 0,3-3-67 16,2-4-27-16,4-5-38 0,0-2-82 16,4-8-16-16,4-1-35 0,2-8-76 15,5-4-201-15,-5-4-577 0,14-5-695 0</inkml:trace>
  <inkml:trace contextRef="#ctx0" brushRef="#br0" timeOffset="163221.107">27041 11643 2741 0,'0'0'571'0,"0"0"-266"0,0 0-75 15,0 0 6-15,0 0 82 0,-82 19-46 16,71-12-48-16,0 0-86 0,2 0-65 0,1 1-15 15,4-2-18-15,1 0-19 0,2-2-19 16,-2-1 13-16,3 2 0 0,-3 2 4 16,1 4-7-16,-5 5 0 0,2 2 0 15,-1 2 0-15,-3 5-9 0,-1-2 0 16,3 1 22-16,0 1-1 0,1-3-6 0,3-4-16 16,1-1-2-16,2-5-1 15,2-1-2-15,7-1 1 0,2-1-1 0,6-2 3 16,2-2 0-16,4 1 2 15,2 0-2-15,1 1-1 0,-1-3-1 0,-3 3-13 16,-2 1 0-16,-3-1-10 0,-3 3 23 16,-3 1 0-16,1-1 0 0,-7 2 1 15,-2-1 1-15,-3-1 1 0,0 0 2 16,0 1-3-16,-3-2 0 0,-4 0-36 16,-4-1-4-16,-2 0-21 0,-4-1-3 15,-2 0 0-15,-3 2-27 0,-4-4-44 0,-3-1-31 16,-2-1-19-16,-2-3-26 0,-1 0-74 15,0-4-226-15,9-1-511 0,-3-14-540 16</inkml:trace>
  <inkml:trace contextRef="#ctx0" brushRef="#br0" timeOffset="164093.127">27252 11267 2966 0,'0'0'470'15,"0"0"-438"-15,0 0-16 0,79-33 101 16,-42 25 195-16,-1 0 49 0,-1 1-64 16,-2 4-143-16,-4 1-83 0,-5 0-44 15,-5 2-27-15,-6 0-15 0,-4 3-16 0,-5 4 19 16,-4 0 12-16,0 6 31 0,-8 3-19 15,-10 4-10-15,-2 3-2 0,-4-1-3 16,-2 2 0-16,-2-3-9 0,5 1 9 16,2-1-13-16,0-3 4 0,8-2 12 15,4-2 0-15,4-1 0 0,5-4 17 16,0-1 11-16,5-2 12 0,4 3-3 16,4-5 6-16,5 2-7 0,-1-4-11 15,5-1-22-15,2-1-3 0,2 0-89 0,-1-3-43 16,4-6-77-16,-1 1-101 0,-8 0-268 15,11-5-1033-15</inkml:trace>
  <inkml:trace contextRef="#ctx0" brushRef="#br0" timeOffset="164401.748">27880 11785 3673 0,'0'0'606'0,"0"0"-470"16,0 0-92-16,0 0 21 0,0 0 95 15,0 0 156-15,98 2-54 0,-75-2-116 16,2 0-82-16,2 0-37 0,0 0-27 15,1-6 0-15,-1 0-27 0,-4-2-15 16,2-1-68-16,-2-3-88 0,-4-1-71 16,-1 2-45-16,-4-3-146 0,-5 4-302 0,-6-2-720 15</inkml:trace>
  <inkml:trace contextRef="#ctx0" brushRef="#br0" timeOffset="164628.478">28029 11445 3205 0,'0'0'436'16,"0"0"-357"-16,0 0 28 0,-20 87 100 16,15-53 202-16,1 5-20 0,1 0-151 15,1 1-146-15,2 2-65 0,0-4-5 16,0 2-11-16,0-4-11 0,0 0-31 15,0-4-78-15,0 3-32 0,5-3-28 0,1 1-59 16,0-4-119-16,0-2-308 0,-1-8-686 16,1-2-801-16</inkml:trace>
  <inkml:trace contextRef="#ctx0" brushRef="#br0" timeOffset="165542.473">28873 11371 2050 0,'0'0'683'16,"0"0"-205"-16,0 0-112 0,0 0-51 15,0 0-7-15,-3 74-56 0,-4-51-92 16,-2 1-74-16,-2 2-36 0,-4 3-14 16,4-2-2-16,-3 0-15 0,3-2-18 15,5 0-1-15,2-2-13 0,4-1 10 16,0-3 3-16,7-1 16 0,7-5-16 15,6-1 37-15,2-4 12 0,9-2 24 16,3-5 0-16,3-1-12 0,0-2-39 16,1-5-22-16,-1-6 0 0,-1 2-83 0,-1-3-24 15,-2 2 3-15,-2-5-80 0,-3-1-63 16,-1-1-121-16,-5 0-251 0,-6 3-475 16,-3-8-605-16</inkml:trace>
  <inkml:trace contextRef="#ctx0" brushRef="#br0" timeOffset="165762.907">29033 11406 2418 0,'0'0'406'16,"0"0"-229"-16,0 0-43 0,-16 72 64 0,15-32 148 15,-1 4-63-15,2 6-78 0,0 3-124 16,0 3-50-16,0-1 31 0,3-1-49 0,0-2-13 15,4-8-15-15,-1-5-75 0,1-7-44 16,3-7-40-16,5-7-62 16,-1-8-116-16,3-8-202 0,-4-2-238 15,9-19-579-15</inkml:trace>
  <inkml:trace contextRef="#ctx0" brushRef="#br0" timeOffset="166031.286">29605 11192 2164 0,'0'0'1405'0,"0"0"-1184"16,0 0-189-16,0 0-29 0,-27 70 214 15,12-29 111-15,0 9-13 0,0 6-143 16,-1 4-65-16,3 6-9 0,2-1 33 16,1-1 64-16,2-3-101 0,6-8-36 15,2-5-22-15,0-8 4 16,5-6-19-16,7-8-9 0,1-4 6 0,1-5-6 15,1-3 3-15,-1-4-13 0,2-6-2 16,-1-2-25-16,0-2-51 0,1-4-24 16,1-8-42-16,-4-2-53 0,2-5-80 15,-7-2-54-15,-2-3-273 0,-6 7-575 16,-3-13-698-16</inkml:trace>
  <inkml:trace contextRef="#ctx0" brushRef="#br0" timeOffset="166215.438">29245 11593 2999 0,'0'0'571'0,"0"0"-362"0,0 0-178 15,0 0 29-15,0 0 161 0,0 0 65 16,0 0-94-16,107-11-146 0,-74-2-46 16,1-3-46-16,0 2-50 0,-1-7-56 15,1 0-94-15,-2-5-164 0,-10 5-593 16,6-14-1018-16</inkml:trace>
  <inkml:trace contextRef="#ctx0" brushRef="#br0" timeOffset="166456.446">29948 11196 2999 0,'0'0'432'0,"0"0"-337"0,0 0 98 0,0 0 147 15,76 0-25-15,-59 0-102 0,-2 1-86 0,0-1-103 16,-1 6-24-16,-2-1-14 0,-3 3-32 15,-6 4 3-15,-3 3 0 0,0 4-1 16,-11 5 17-16,-3 2 5 0,-4 2 0 16,2-1 7-16,-1-4 15 0,3-3 2 15,2-4 10-15,7 0-11 0,-1-8-1 16,4-1-15-16,2-3-7 0,0-1-24 16,8 1 21-16,4-1 24 0,4-1-12 15,4-2-130-15,2 0-89 0,3-4-146 16,-5-1-257-16,6-5-602 0</inkml:trace>
  <inkml:trace contextRef="#ctx0" brushRef="#br0" timeOffset="166676.389">30365 11766 3974 0,'0'0'647'0,"0"0"-616"0,0 0 19 16,0 0-47-16,85-22 221 0,-57 11 50 15,0 0-64-15,3-2-188 0,0-1-22 16,0-2-98-16,0-1-66 0,-5 1-102 16,-3-1-97-16,-5 2-232 0,-7 2-635 0,-4-4-923 15</inkml:trace>
  <inkml:trace contextRef="#ctx0" brushRef="#br0" timeOffset="166891.803">30533 11445 1049 0,'0'0'2313'0,"0"0"-1961"0,-24 73-277 15,14-40 39-15,0 5 134 0,-1 2 146 16,2 0-25-16,1-1-176 0,5-2-130 15,0-1-63-15,0-5-27 0,3-3-4 16,0-3-61-16,2-7-39 0,5-5-41 16,1-4-25-16,3-8-30 0,3-1-105 15,4-9-202-15,-5-1-507 0,11-18-650 0</inkml:trace>
  <inkml:trace contextRef="#ctx0" brushRef="#br0" timeOffset="171883.083">31140 11367 848 0,'0'0'446'0,"0"0"-127"0,0 0 58 16,0 0 28-16,0 0-63 0,0 0-40 16,27-70-107-16,-21 60-48 0,2-1 400 0,-2 4-277 15,-1 0-121-15,-2 1-34 0,0 1 12 16,-2 5 33-16,1-1 5 0,-2 1-42 15,0 0-47-15,0 0-33 0,0 0-28 16,0 1-15-16,0 6-58 0,0 5 28 16,-8 7 27-16,-1 9-28 0,-3 3-64 15,-1 5-12-15,-2 5 9 0,2-2-7 16,4 0 31-16,1-2 18 0,2-2 26 16,3-2-23-16,3-5 25 0,0-5 25 15,0-6 2-15,8-2-33 0,3-5 18 0,4-2 16 16,0-3 0-16,6 0 3 0,2-2 19 15,3 1-3-15,2 1-19 0,0-3 12 16,3 2 4-16,0-4 30 0,0 0-46 16</inkml:trace>
  <inkml:trace contextRef="#ctx0" brushRef="#br0" timeOffset="172195.302">31375 11410 143 0,'0'0'1669'0,"0"0"-1419"0,0 0-159 0,0 0 94 15,0 0 128-15,-50 71-59 0,39-44-77 16,1 4-81-16,2 4-48 0,3 1 25 0,4 2 16 15,1 1 7-15,0 0-46 0,1 2-37 16,2-4-13-16,2-2-1 0,-2-4 1 16,2-1 3-16,-2-4 7 0,0-2-10 15,-2-5-19-15,2-2-61 0,2-6-82 16,-2-1-36-16,1-5-14 0,0-3-36 16,5-2-104-16,-1-6-125 0,-2-2-99 15,7-11-405-15</inkml:trace>
  <inkml:trace contextRef="#ctx0" brushRef="#br0" timeOffset="173629.824">31967 11240 359 0,'0'0'753'0,"0"0"931"15,0 0-1408-15,0 0-164 0,0 0 92 16,0 0 41-16,0 0 32 0,0 0-72 0,-14 85-71 15,7-43-38-15,2 5-3 0,-1 7-19 16,1 1-43-16,0 5 6 0,-2-4-27 16,4-1-10-16,2-5-1 0,1-7-24 15,0-4 3-15,1-6 21 0,4-7-17 16,2-3-1-16,-1-5 4 0,2-3 13 16,0-5-23-16,3-5-50 0,1-2-2 0,-2-3-54 15,3-3 2-15,-2-5 16 0,0-1-19 16,-5-4-35-16,-1 1-74 0,-2-1-82 15,-3-1-127-15,0 3-311 0,-11-7-629 16</inkml:trace>
  <inkml:trace contextRef="#ctx0" brushRef="#br0" timeOffset="173799.048">31713 11705 1304 0,'0'0'127'0,"0"0"1023"0,0 0-905 15,0 0-65-15,0 0 114 0,0 0 30 16,0 0-71-16,0 0-67 0,0 0-164 15,0 0 56-15,0 0 3 0,38-37-4 16,0 31-27-16,1-1-25 0,-1-1-25 16,-2 0-41-16,0 1 7 0,-2-1-53 15,-3 2-72-15,0 2-68 0,-6 2-133 0,1-2-283 16,-8 4-504-16,3-2-523 0</inkml:trace>
  <inkml:trace contextRef="#ctx0" brushRef="#br0" timeOffset="174044.204">32385 11648 382 0,'0'0'3071'0,"0"0"-2538"0,0 0-470 16,0 0-46-16,0 0 136 0,0 0 36 0,79 10-10 16,-54-9-89-16,4-1-90 0,-1 0-24 15,1-4-10-15,-1-3-98 0,-2-2-64 16,-2-5-45-16,-1 1-32 0,-6-5-260 16,-3 5-561-16,-9-10-718 0</inkml:trace>
  <inkml:trace contextRef="#ctx0" brushRef="#br0" timeOffset="174268.07">32614 11360 1421 0,'0'0'1541'16,"0"0"-1256"-16,-4 71-180 0,4-38 118 15,0 4 161-15,0 2 29 0,1 3-107 0,2-4-125 16,-1 1-134-16,1-3-47 15,0-3-40-15,0-3-12 0,-1-4-89 0,5-7-66 16,1-6-23-16,0-6-74 0,5-4-135 16,-3-3-242-16,6-10-593 0</inkml:trace>
  <inkml:trace contextRef="#ctx0" brushRef="#br0" timeOffset="174437.423">33062 11251 2398 0,'0'0'804'0,"0"0"-670"16,0 0-111-16,0 0 78 0,0 0 266 15,27 94-27-15,-26-55-95 0,2 5-130 0,-3 6-53 16,-4 2-62-16,-7 2 0 0,-2 3-115 16,-2-1-108-16,-2 3-132 0,6-16-182 15,-3 16-548-15</inkml:trace>
  <inkml:trace contextRef="#ctx0" brushRef="#br0" timeOffset="175526.259">25377 12983 1687 0,'0'0'817'16,"0"0"-251"-16,0 0-199 0,0 0-136 16,0 0 25-16,0 0-2 0,0 0 41 15,0 0-20-15,0 0-42 0,102-17-50 0,-71 16-61 16,2 0 2-16,2 1 10 15,-1 0 14-15,0 0-42 0,2-3-58 0,0 3-38 0,1 0-10 16,-3-1-2-16,3 0-38 16,-4-3-60-16,-2 2-90 0,-3-1-44 0,-3-1-25 15,-5 3-205-15,-9-1-589 0,-7 2-773 16</inkml:trace>
  <inkml:trace contextRef="#ctx0" brushRef="#br0" timeOffset="175720.153">25450 13239 463 0,'0'0'2939'15,"0"0"-2487"-15,0 0-426 0,0 0 87 0,0 0 81 16,82 2 120-16,-51-2-77 0,3-2-114 16,4-5-123-16,1-1 0 0,-6-2-110 15,-2 2-103-15,-3 2-110 0,-6 0-195 16,-7 2-609-16,-12 4-1191 0</inkml:trace>
  <inkml:trace contextRef="#ctx0" brushRef="#br0" timeOffset="175883.216">25429 13435 665 0,'0'0'2294'15,"0"0"-1958"-15,0 0-257 0,0 0 74 16,0 0 75-16,0 0 42 0,83 0-1 15,-41-2-86-15,4-3-93 0,5 2-75 0,3-1-15 16,1-1-12-16,1 1-50 0,-2-1-139 16,-3 2-150-16,-14-1-275 0,10 1-1030 0</inkml:trace>
  <inkml:trace contextRef="#ctx0" brushRef="#br0" timeOffset="177074.656">27061 13019 833 0,'0'0'296'0,"0"0"959"0,0 0-877 0,0 0-51 0,0 0 40 16,0 0 6-16,0 0-24 0,0 0-51 15,0 0-48-15,0 0-78 0,34 8-19 16,-26-8 24-16,7-6-25 0,1-6-58 16,4-3-39-16,-1-7-31 0,4 0-23 15,0-4-1-15,-4-1-30 0,1 1-34 16,-2 2-27-16,-3-1 15 0,0 2-3 0,-4 4 24 15,-3 0-6-15,1 3 29 0,-3 4 32 16,-4 0 1-16,1 5 0 0,-3 2 21 16,2 2-7-16,-2 0-14 0,0 3 17 15,0 0-18-15,0 0 1 0,0 0-1 0,0 3 0 16,1 5 0-16,-1 4 12 16,3 3 31-16,-3 3 3 0,3 4-22 15,-1 5 13-15,1 0 30 0,-2 7-10 16,0 3 4-16,-1 5-15 0,0 1-7 0,0 5-15 15,-2-1-21-15,-1 0-3 0,0 0 0 16,1-3 10-16,1-3-9 0,1-4-1 16,0-6 0-16,0-7-18 0,1-5 6 15,2-2-6-15,2-6 3 0,-4-1 3 16,0-6-13-16,2 1-14 0,-2-3-28 16,-1-2-18-16,0 0-9 0,0 0-16 15,0 0-31-15,0 0-52 0,0 0-94 0,0 0-243 16,-1 0-478-16,-10 0-614 0</inkml:trace>
  <inkml:trace contextRef="#ctx0" brushRef="#br0" timeOffset="177302.483">27200 13493 942 0,'0'0'2102'0,"0"0"-1814"15,0 0-151-15,0 0 43 0,0 0 60 16,0 0 37-16,0 0-35 0,0 0-32 15,0 0-80-15,108-35-26 0,-69 24-37 16,3 0-24-16,2 2-30 0,3-2 14 16,-2 3-27-16,0 0-11 0,-2 2-47 15,-1 1-111-15,-3 5-50 0,-3 0-94 16,2 0-230-16,-15 0-679 0,9 5-831 0</inkml:trace>
  <inkml:trace contextRef="#ctx0" brushRef="#br0" timeOffset="178066.43">28964 13189 776 0,'0'0'75'0,"0"0"1398"15,0 0-1092-15,30-73 24 0,-18 56-48 16,-2 4 13-16,3 5-25 0,-2 6-43 16,5 2-25-16,-2 7-23 0,3 7-40 15,-3 9-44-15,-3 4-48 0,-1 4-31 16,-5 1-37-16,-5-1-21 0,0 0-18 15,0-3-3-15,-5-6-12 0,1-3-16 16,1-5-5-16,3-5-18 0,0-2-25 0,0-5-18 16,0-2-30-16,0 0-16 0,6-7 19 15,3-2 5-15,1-4 61 0,4-4 16 16,1-2-1-16,-1-3-12 0,2 2 10 0,-1 0 30 16,-1 1 21-16,-1 2 1 15,-1 3-10-15,-1 2 0 0,-3 7 6 0,1 4 25 16,-3 1 3-16,-3 9 3 0,-1 5 24 15,0 4-27-15,-2 2 24 0,0 2-9 16,-2 0-34-16,0-2-3 0,-3-1-21 16,2-4 17-16,3-6-18 0,0-3-4 15,0-4 4-15,0-2-1 0,5 0-1 16,3-8 0-16,7-2 0 0,1-5-13 0,2-3-8 16,1 1-24-16,1 0 2 0,0 3 25 15,-1 5-12-15,1 4 30 0,-3 5 46 16,-2 0-16-16,-2 6 25 0,-2 5 3 15,0 0 15-15,-3 3-25 0,-1-2-15 16,1 1 1-16,-5-2-4 0,2 0-12 16,-2-2-1-16,2-2-17 0,2 1-21 15,-5-1-18-15,4 0-49 0,0 0-27 16,2-2-28-16,1-1-46 0,2-2-49 0,2-2-150 16,4-1-253-16,1-7-339 15,-2 0-286-15</inkml:trace>
  <inkml:trace contextRef="#ctx0" brushRef="#br0" timeOffset="178303.413">29917 13259 2511 0,'0'0'781'0,"0"0"-435"0,0 0-59 16,0 0 29-16,0 0-58 0,0 0 50 15,0 0-48-15,28 68-101 0,-26-62-68 16,-1-3-45-16,5-3-46 0,3 0-33 16,-1-3 9-16,6-5 22 0,1-3-56 15,4-1-30-15,0-4-28 0,1 1 9 16,-2-1 30-16,-2 2 28 0,-2 3 12 15,-5 1 25-15,-3 4 12 0,-4 0 34 16,-2 4 33-16,-3-2 1 0,-8 3-26 16,-3 0-5-16,0 1-3 0,-1 0 0 0,-1 6-34 15,2 2-12-15,4 3-43 16,1 1-6-16,5-1-19 0,1-1-70 0,3-2-91 16,3 0-236-16,3-2-500 0,11-3-419 15</inkml:trace>
  <inkml:trace contextRef="#ctx0" brushRef="#br0" timeOffset="178683.214">30357 13184 2282 0,'0'0'1035'0,"0"0"-746"0,0 0-49 0,0 0 134 15,0 0-55-15,0 0 26 0,-65 87-34 16,42-60-83-16,1 1-61 0,3-2-46 16,4-3-57-16,7-5-43 0,6-7-21 15,2-3-42-15,4-5-4 0,10-3 1 16,4-1 0-16,5-11-28 0,3-5-36 15,5-4-13-15,0-6-21 0,1 0-10 16,-3 0-15-16,0-3-13 0,0-1 5 16,-2-2-19-16,-1 0 23 0,-3-3 33 0,0-4 8 15,-6-1 71-15,0-4 60 16,-4-1 94-16,2 1 38 0,-7 3-22 0,3 3 59 0,-6 10-36 16,2 7 12-16,-2 8-3 15,-4 6-1-15,-1 6 0 0,0 2-13 0,-3 9-45 16,-4 4-32-16,-1 9-11 0,-3 6 3 15,3 4 2-15,-7 6 7 0,4 1-1 16,-2 5-20-16,-2 2-21 0,0 2-10 16,-1 1-15-16,-1-2-28 0,1-1-42 15,-2 1-21-15,7-5-16 0,3-2-9 16,8-6-4-16,0-5 9 0,12-7 96 16,7-8-146-16,4-7-187 0,7-7-371 0,-7 0-583 15,26-13-571-15</inkml:trace>
  <inkml:trace contextRef="#ctx0" brushRef="#br0" timeOffset="178912.252">31297 13049 3724 0,'0'0'637'16,"0"0"-483"-16,0 0-98 0,0 0 83 16,-26 74 180-16,9-44-48 0,-3 4-43 0,1-1-119 15,0 0-43-15,4 0 4 0,4-3-31 16,7-2-37-16,2-6-2 0,2-2-15 15,14-3 12-15,6-4 3 0,6-1 0 16,4-4 12-16,7-5-12 0,1-3 0 16,-1-3-76-16,1-6-15 0,-7-6-39 15,2-4-22-15,-4-5-138 0,-3-2-259 16,-8 4-810-16,0-13-1096 0</inkml:trace>
  <inkml:trace contextRef="#ctx0" brushRef="#br0" timeOffset="179070.27">31389 13133 3201 0,'0'0'606'16,"0"0"-449"-16,-31 77 1 0,22-43 224 0,-1 8 82 15,1 0-125-15,2 1-87 0,0-2-185 16,-1-2-67-16,-3-3-143 0,-1-2-127 16,-2 0-122-16,6-10-354 0,-17 12-971 0</inkml:trace>
  <inkml:trace contextRef="#ctx0" brushRef="#br0" timeOffset="179626.92">29065 12708 404 0,'0'0'173'16,"0"0"1131"-16,0 0-808 0,0 0-190 0,0 0-77 15,0 0-72-15,0 0-16 16,-88 67-17-16,74-55-28 0,2 5-30 0,0 1-12 16,1 7 29-16,1 6 74 0,-1 6 26 15,3 7-41-15,2 9-18 0,3 8 22 0,0 7 6 16,3 5-22-16,0 4-32 0,0-4-43 16,3-1-45-16,8-5-10 15,1-8-37-15,7-6-80 0,4-6-25 0,8-10-10 16,3-6 9-16,11-8-51 0,2-6-190 15,10-7-253-15,-14-5-498 0,29-5-461 0</inkml:trace>
  <inkml:trace contextRef="#ctx0" brushRef="#br0" timeOffset="179905.528">32088 13058 3429 0,'0'0'474'0,"0"0"-402"0,0 0-53 15,41 81 91-15,-31-50 214 0,-8 1 64 16,0 3-180-16,-2 2-137 0,0 3-25 15,0 3-25-15,-7 2 3 0,-2 2-24 16,-2 1-23-16,-5-1-41 0,-2 0-65 16,-3 1-51-16,-2-4-67 0,0-4-78 15,-5 1-207-15,7-14-516 16,-11 15-801-16</inkml:trace>
  <inkml:trace contextRef="#ctx0" brushRef="#br0" timeOffset="184701.635">5185 6753 1838 0,'0'0'137'16,"0"0"242"-16,0 0 69 0,0 0-171 0,0 0 20 15,0 0-31-15,0 0 8 0,0 0-38 16,0 0-31-16,0 0-59 0,0 0-19 16,0 0-20-16,0 0-8 0,0 0 35 15,0 0-5-15,56-25-32 0,-34 19-11 0,2-1 38 16,5 1-42-16,1 0-18 0,3 2-19 16,0 3-5-16,3 1-4 0,1 0-9 15,-3 0-24-15,1 0 12 0,-3 0-12 16,-2 5 15-16,-3-5-16 0,-2 1 0 15,-1-1-2-15,-5 0 1 0,1 0 1 16,-3 0-2-16,-4 0 1 0,-1-1 0 16,-2-1-1-16,-4-1-12 0,-3 3-16 15,-2-1-50-15,-1 1-16 0,0 0 3 0,0 0-3 16,0 0-10-16,-4 0-2 16,-2 0-47-16,-4 2-92 0,-2 2-235 15,1-1-259-15,-2 1-637 0,-6-1-257 0</inkml:trace>
  <inkml:trace contextRef="#ctx0" brushRef="#br0" timeOffset="185070.502">5258 6963 2662 0,'0'0'552'15,"0"0"-374"-15,0 0-57 0,0 0 167 0,0 0 58 16,0 0-41-16,0 0-62 15,78-4-61-15,-46 2-14 0,3 2-22 0,3-1-60 16,1 1-26-16,2 0-11 0,3 0 3 16,0 0-7-16,3 0-14 0,-4 0 11 15,-1 0-42-15,0-4-1 0,-6 0-29 16,-4-2-52-16,-2-2-37 0,-6-1-27 16,-3-2-40-16,-6 0-139 0,-4 2-335 15,-8-7-797-15</inkml:trace>
  <inkml:trace contextRef="#ctx0" brushRef="#br0" timeOffset="185347.282">5662 6403 2955 0,'0'0'577'15,"0"0"-393"-15,0 0-36 0,0 0 104 16,0 0-3-16,0 0 11 0,0 0-64 15,76 24-76-15,-47-10-47 0,3 4 4 16,1 4-19-16,4 2-22 0,-5 3-11 16,1 4-25-16,-6 1-2 0,-3 3 1 15,-7 2 1-15,-5 3-19 0,-8 4 18 16,-4 5-20-16,-6-1-16 0,-10 6-15 16,-1-4-6-16,-6 1 58 0,1-3 1 15,-1-6-1-15,-1-4-14 0,1-6-56 16,2-7-22-16,1-6-49 0,3-5-57 0,0-7-59 15,3-3-170-15,5-4-259 0,-2-4-925 0</inkml:trace>
  <inkml:trace contextRef="#ctx0" brushRef="#br0" timeOffset="185967.78">4771 6420 973 0,'0'0'622'15,"0"0"-164"-15,0 0-89 0,0 0-34 16,0 0-20-16,0 0-69 0,0 0-17 0,-69 77-11 16,61-46-45-16,3 12-21 0,4 5 19 15,1 9 0-15,0 6-23 0,7 5-24 16,7 3 2-16,2 3-16 0,4-2-83 16,6-3-27-16,1-3-28 0,4-8-21 15,2-8-16-15,3-11-113 0,3-10-82 16,4-15-83-16,6-10-161 0,-14-4-490 15,28-28-754-15</inkml:trace>
  <inkml:trace contextRef="#ctx0" brushRef="#br0" timeOffset="186210.817">6283 6486 3138 0,'0'0'465'0,"0"0"-294"0,0 0-42 16,0 0 85-16,95 53 109 0,-75-33-27 16,-2 2-56-16,0 4-118 0,-3 3-67 15,-2 4-31-15,-6 8 0 0,-6 2-24 0,-1 5-17 16,-4 5-41-16,-6 2-27 0,-3-3-34 16,0 0-10-16,-3-2-34 0,3-2-32 15,-4-3-44-15,2-4-78 16,-2-7-155-16,6-12-248 0,-5-4-627 0</inkml:trace>
  <inkml:trace contextRef="#ctx0" brushRef="#br0" timeOffset="186649.335">7034 6734 3491 0,'0'0'555'0,"0"0"-329"16,0 0-186-16,0 0 38 0,0 0 55 15,0 0 39-15,82 91 117 0,-62-55-124 16,-1 1-53-16,2 3-23 0,1-4-10 16,-3 0-16-16,1-4-8 0,0-2 2 15,-2-2-14-15,0-8-4 0,1-2-2 16,3-5 2-16,-2-4-3 0,0-3 0 0,0-5 7 16,0-1-1-16,-2-1-6 15,2-10 0-15,1-8-24 0,0 0-12 0,2-10-1 16,0-5-1-16,1-3-26 0,-1-4-2 15,3-3 3-15,2-4-18 0,-1-4-22 0,3-1-45 16,-1-1-9-16,4 2-15 0,-4 5-16 16,0 6-31-16,-3 8-83 0,-6 5-166 15,-1 9-235-15,-8 6-674 0,-4 5-781 16</inkml:trace>
  <inkml:trace contextRef="#ctx0" brushRef="#br0" timeOffset="189232.783">2099 14702 2854 0,'0'0'623'0,"0"0"-341"0,0 0 4 16,0 0 26-16,88 33-2 0,-53-27-71 15,4-1-46-15,1-4-59 0,2-1-37 0,0 0-18 16,1-1-9-16,-1-9-36 0,-1 1-17 16,-3-3-17-16,-4-3-18 0,0 1-16 0,-6-1-42 15,0 1-51-15,-4 0-29 16,-6 4-46-16,-3 3-111 0,-6 3-224 15,-4 3-594-15,-5 3-733 0</inkml:trace>
  <inkml:trace contextRef="#ctx0" brushRef="#br0" timeOffset="189429.396">2246 14888 718 0,'0'0'1983'0,"0"0"-1457"16,0 0-236-16,0 0-16 0,0 0 82 15,0 0-113-15,0 0-129 0,0 0-77 16,0 0-9-16,0 0 61 0,15 31 74 0,15-24-55 16,0-2-14-16,4 1-75 0,-4-2-19 15,0 0-14-15,-3-2-17 0,1 0-30 16,-4-2-62-16,1 0-71 0,-5 0-65 16,3 0-110-16,-9 0-273 0,2 0-870 0</inkml:trace>
  <inkml:trace contextRef="#ctx0" brushRef="#br0" timeOffset="189819.627">2189 14274 1072 0,'0'0'1639'0,"0"0"-1298"0,0 0-245 16,0 0 51-16,0 0 9 0,-70 71-77 15,46-39-25-15,0 5-22 0,-2 1 12 16,-3 3-3-16,0 0 3 0,-3 4 0 0,1-2 13 16,-1 3-10-16,-1 1-6 15,0-3-25-15,-2-1 15 0,6-4 13 0,2-3 4 16,6-9 18-16,6-4 15 15,3-7 3-15,6-5-28 0,2-3-56 0,4-2-16 16,0-1-49-16,9 2 17 0,7 1 48 16,7 1 28-16,8 3 41 0,7 1-23 15,8 0-6-15,0 1-19 0,3 0-21 16,-3 5-19-16,0 1 16 0,-4 5-25 16,0 0 0-16,-6 2-130 0,-3-4-37 15,-4-2-15-15,-6-3-107 0,-6-7-312 16,2-4-808-16</inkml:trace>
  <inkml:trace contextRef="#ctx0" brushRef="#br0" timeOffset="190348.366">1297 14394 2357 0,'0'0'580'0,"0"0"-390"16,0 0-24-16,-48 83 53 0,31-42-32 16,-2 2-61-16,5 5-6 0,-2 4-20 15,3 2 4-15,4 5-32 0,5 4-19 16,4 5-19-16,4 3-13 0,13 2-21 16,12-1-35-16,9 2 1 0,11-5-9 15,7 0-85-15,3-5-61 0,4-6-35 16,2-7-55-16,2-9-127 0,-19-11-274 0,23-8-477 0</inkml:trace>
  <inkml:trace contextRef="#ctx0" brushRef="#br0" timeOffset="190631.104">3388 14247 3153 0,'0'0'566'0,"0"0"-346"0,82 52-148 15,-52-27-20-15,3 9 88 0,-4 4 34 16,-2 3-28-16,-6 5-60 0,0 4-30 0,-5 6-38 16,0 7 7-16,-6 1-10 15,-4 4-15-15,-6 0 0 0,0-5-12 16,-9-2 12-16,-5-6-1 0,-6-1-21 0,-3-2-30 15,-6-1-28-15,-1-2-19 0,-8-3-59 16,-4-2-54-16,-4-1-116 0,10-14-253 16,-29 9-938-16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51:06.0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2621 1035 321 0,'0'0'808'0,"0"0"-218"0,0 0-184 16,0 0-118-16,0 0-91 0,0 0 22 15,0 0 121-15,0 0-56 0,0 0 36 16,0 0 7-16,-45 47-31 0,45-47-77 16,0 0-10-16,0 0 9 0,0 0-17 15,0-1-3-15,2 0-38 0,-1-1-54 0,2 1-24 16,6 1-28-16,5 0-26 16,8 0 20-16,8 0 79 0,10 0-43 0,4 0-33 15,3 0-29-15,2-1-7 0,1-4-14 16,3-2 2-16,1 0-1 0,2-4 0 15,1 0-2-15,-3-1-15 0,-4-1-7 16,-3-1-23-16,-5 2-45 0,-6-1-49 16,-1 0-24-16,-8 0 14 0,-7 1-36 15,-3 2-73-15,-10 4-146 0,-4 2-156 0,-3 2-121 16,0 2-325-16,-15 2-605 0</inkml:trace>
  <inkml:trace contextRef="#ctx0" brushRef="#br0" timeOffset="258.247">2659 1219 992 0,'0'0'1929'16,"0"0"-1497"-16,0 0-228 0,0 0-8 16,0 0 138-16,0 0-36 0,0 0-72 0,0 0-78 15,0 0 5-15,89-9-15 0,-46 9 2 16,5 0-24-16,2 0-73 0,1 0-16 15,-1 0 6-15,0 0 1 0,-2 0-4 0,-2 0-30 16,-4 0-12-16,-3-3 0 16,-2-1-3-16,-5 0-61 0,-3 0-76 0,-6-2-47 15,-2 0-49-15,-4-1-147 16,-5 0-197-16,-6 1-511 0,-6 0-669 0</inkml:trace>
  <inkml:trace contextRef="#ctx0" brushRef="#br0" timeOffset="668.081">2634 438 2662 0,'0'0'1337'0,"0"0"-1233"15,0 0-41-15,0 0 21 0,0 0 198 16,0 0-97-16,-22 66-75 0,2-24-48 0,-1 8-38 16,-4 6-2-16,-1 4-20 0,-1-3 1 15,-2 0-2-15,3 0-1 0,2-3-2 16,-1-3-1-16,2-1-16 0,0-2 4 16,4-6-6-16,6-3 21 0,1-7 2 15,4-5-2-15,5-4-28 0,3-3 7 16,2-3-16-16,7-2 37 0,6-1 27 15,7-2 23-15,2 3 44 0,8-2-29 16,1 1 14-16,3-2-12 0,3 1 9 16,1 1-15-16,3 2 3 0,1 1-22 0,3 5 1 15,-2-2-22-15,1 3-7 0,-1 1-14 16,-2-2-24-16,0 0-9 0,-5-1-28 16,2-3-42-16,-3-2-38 0,0-1-60 15,-3-2-66-15,-2-1-173 0,-9-5-503 16,6-1-695-16</inkml:trace>
  <inkml:trace contextRef="#ctx0" brushRef="#br0" timeOffset="1213.068">5010 802 2894 0,'0'0'1042'15,"0"0"-669"-15,0 0-125 0,0 0 96 0,0 0-5 16,0 0-99-16,0 0-116 0,0 0-57 16,88-4 21-16,-44 4-1 0,2-2 4 15,3 1-46-15,-6-2-23 0,-3 3-22 16,-5-4-11-16,-3-1-7 0,-4-2-9 15,1 0-3-15,-3-3-88 0,-4 0-51 0,-2 1-34 16,-3 0-74-16,-5 4-220 0,-5 0-297 16,-4 4-650-16,-3 1-571 0</inkml:trace>
  <inkml:trace contextRef="#ctx0" brushRef="#br0" timeOffset="1393.103">5342 832 82 0,'0'0'1778'0,"0"0"-714"0,0 0-668 15,-13 76-62-15,13-38 79 0,-2 4-37 16,2 8-58-16,0 0-45 0,0 1-20 0,-1-2-104 16,-3-1-98-16,-2-5-50 0,-4-2-1 15,3-4-97-15,-2-4-18 0,2-3-1 16,-3-5-83-16,0 0-95 16,-6-3-280-16,1-1-668 0,0-8-693 0,-9 0 1019 15</inkml:trace>
  <inkml:trace contextRef="#ctx0" brushRef="#br0" timeOffset="1575.442">5013 1506 173 0,'0'0'3016'16,"0"0"-2466"-16,0 0-327 0,0 0 28 15,0 0 50-15,0 0-82 0,0 0-62 16,0 0-29-16,0 0 116 0,87-10 21 16,-51 10-105-16,1 2-90 0,-1-1-43 0,0-1-24 15,2 0-3-15,-4-1-2 0,2-3-40 16,2-7-67-16,-1 3-22 0,3-4-2 15,0 1-59-15,-3-2-92 0,1-2-175 16,-11 5-309-16,9-9-892 0</inkml:trace>
  <inkml:trace contextRef="#ctx0" brushRef="#br0" timeOffset="1748.65">5979 1183 1448 0,'0'0'1966'0,"0"0"-1637"15,0 0-14-15,0 0 213 0,98 11-85 16,-75-10-154-16,0-1-137 0,3 0-85 16,-3-1-37-16,3-11-30 0,1-6-51 15,1-5-83-15,-2-4-67 0,-2-2-71 16,-5-2-137-16,-3 7-329 0,-3-10-938 0</inkml:trace>
  <inkml:trace contextRef="#ctx0" brushRef="#br0" timeOffset="2006.16">6209 778 1217 0,'0'0'690'0,"0"0"-178"16,0 0-26-16,0 0-133 0,-15 70-4 15,15-38 26-15,0 5-43 0,4 2-19 0,3 1-55 16,3 6-59-16,-1 2-26 0,0 2-39 16,0 4-37-16,-1 1-36 0,-2 3-13 15,-2-2-5-15,0 0 2 0,-2-5-18 16,-2-2 4-16,0-5-13 0,0-8 3 15,-3-3-9-15,-3-5 3 0,-1-5-3 16,-2-2-1-16,-2-4-11 0,-1-3-66 16,-5-4-25-16,1-1 6 0,-7-3-12 0,-1-2-15 15,-7-2-34-15,-5-2-61 16,-3-6-75-16,-5-8-170 0,11 1-623 0,-20-19-716 16</inkml:trace>
  <inkml:trace contextRef="#ctx0" brushRef="#br0" timeOffset="2586.021">8665 1008 1729 0,'0'0'1637'0,"0"0"-1184"0,0 0-111 16,16 63-52-16,-7-26 18 0,2 7 38 15,1 9-87-15,-2 7-107 0,1 6-49 16,-1 3-10-16,-1 5-17 0,-3 0-19 16,-1-1-8-16,-2-2-22 0,-3-6-26 15,0-9-1-15,0-8-30 0,0-13 6 16,0-5 5-16,0-12-20 0,0-5-30 15,0-7-31-15,0-5-67 0,0-1-107 16,0-9-46-16,0-8-180 0,0-8-272 0,-4-11-809 16,-3 7-357-16</inkml:trace>
  <inkml:trace contextRef="#ctx0" brushRef="#br0" timeOffset="2825.217">8654 1008 2765 0,'0'0'497'0,"0"0"-198"0,0 0 39 15,0 0 22-15,89-32-69 0,-62 32-87 16,-1 0-20-16,0 1-28 0,3 6-19 16,-3 4-37-16,0 2-36 0,-3 2-27 15,-4 6-1-15,-2 4-3 0,-5 5-19 0,-2 6-14 16,-8 5-43-16,-2 3 19 0,-1 1 12 16,-10 0 12-16,-4 0-1 0,-3-2-15 15,-3-3 14-15,-2-3-34 16,-1-6-16-16,-1-4-24 0,2-8-27 15,0-4-16-15,2-5-16 0,3-10-43 0,2-3-118 16,2-13-167-16,4 2-345 0,3-20-889 0</inkml:trace>
  <inkml:trace contextRef="#ctx0" brushRef="#br0" timeOffset="3024.321">9400 1148 1535 0,'0'0'1494'0,"0"0"-860"16,0 0-240-16,0 0 11 0,91 16 75 16,-71-10-117-16,-1-1-102 0,3-1-106 0,-2-3-83 15,0-1-51-15,3 0-21 0,0-4-36 16,0-2-85-16,-6-3-64 0,1 0-49 16,-5 3-47-16,-6 4-230 0,-3 2-690 15,-4 2-1221-15</inkml:trace>
  <inkml:trace contextRef="#ctx0" brushRef="#br0" timeOffset="3185.189">9419 1390 1322 0,'0'0'787'0,"0"0"586"16,0 0-956-16,0 0-113 0,94-2 59 15,-66-1-123-15,-2-2-111 0,-2-2-77 16,-1 0-52-16,-2-2-55 0,-3 0-139 15,-3-1-96-15,-2 3-131 0,-4 2-357 0,-8 5-1244 16</inkml:trace>
  <inkml:trace contextRef="#ctx0" brushRef="#br0" timeOffset="3376.919">9386 1664 333 0,'0'0'159'0,"0"0"1811"16,0 0-1352-16,0 0-267 0,0 0 66 0,0 0-9 15,0 0-46-15,82 9-45 0,-48-5-64 16,1-1-61-16,4-2-52 0,0-1-53 16,0 0-35-16,3-1-34 0,-5-5-18 15,-1-1-39-15,-1-3-98 0,-2-3-51 16,-1-4-40-16,-1-2-94 0,-6 2-285 16,7-13-873-16</inkml:trace>
  <inkml:trace contextRef="#ctx0" brushRef="#br0" timeOffset="3618.615">10180 861 3205 0,'0'0'1145'0,"0"0"-974"15,0 0-137-15,11 77 52 0,-6-44 166 16,1 4 47-16,2 4-101 0,-2 0-92 15,3 2-54-15,-1 6-25 0,1 3-24 16,-1 6-3-16,-2 4-23 0,0 0-35 16,-2-1-93-16,-2-1-32 0,2-6-43 15,-4-6-35-15,0-5-116 0,0-15-264 16,0 6-803-16</inkml:trace>
  <inkml:trace contextRef="#ctx0" brushRef="#br0" timeOffset="4552.467">11775 1130 1380 0,'0'0'1718'0,"0"0"-1212"16,0 0-71-16,0 0-64 0,0 0-50 15,90-17-57-15,-73 24-41 0,-1 5-32 16,-1 4-33-16,0 6-46 0,-1 3-42 15,-5 7-22-15,-2 5-18 0,-4 1-15 16,-3 4-15-16,0-1-39 0,-3-2-24 0,-1-4-19 16,1-5 0-16,0-9 16 0,3-8 23 15,0-9-12-15,0-2-30 0,0-2-24 16,0-6-4-16,6-6 30 0,1-7 31 0,6-7 25 16,-1-4-7-16,3-4 10 0,0-1 12 15,3 1-10-15,2 3 22 16,1 6 40-16,-1 6 43 0,-1 5 5 0,0 7-12 15,-6 6-2-15,-1 1 8 0,-1 2-9 16,-4 8-22-16,1 5-5 0,-2 1 6 16,-4 6-4-16,-2 1-9 0,0 2-5 15,0-3-10-15,0-2-24 0,-2-4-11 16,1-7-1-16,1-4-12 0,0-5-19 16,0 0-60-16,4-7-3 0,6-5 21 15,6-5 36-15,2-5 15 0,2-2-11 16,0 0-4-16,0 3 9 0,0 3 16 0,0 2 24 15,-1 5 9-15,0 6 40 0,-3 3 24 16,2 2 31-16,-2 4-10 0,3 6 18 16,-2 3-12-16,-2 1-24 0,-4 3 9 0,2-2-7 15,-3 2-2-15,-2 0-7 0,0-2-2 16,-4-1-36-16,2-2-31 0,-1-3-24 16,-1-3-61-16,0-2-63 0,2-2-55 15,1-2-39-15,3-4-39 0,3-8-259 16,-1 0-562-16,9-13-860 0</inkml:trace>
  <inkml:trace contextRef="#ctx0" brushRef="#br0" timeOffset="4867.788">12938 1188 232 0,'0'0'1808'0,"0"0"-230"0,0 0-1238 0,0 0-33 16,3 81 188-16,-6-66-52 0,0-3-108 15,2-6-117-15,-1-5-103 0,2-1-70 16,0 0-45-16,5-2-36 0,2-7-73 15,4-3-3-15,4-4 18 0,4-4 3 16,-2-1-24-16,0-3-16 0,-1 2 9 0,-2 3 36 16,-2 0 7-16,-1 1-7 0,-5 5-15 15,-1 1 15-15,-5 4 80 0,0 0 6 16,-5-1 79-16,-6 5 11 16,-1-2-11-16,-2 0 13 0,-3 1 21 0,-2 1-25 15,3 3-5-15,-1 1-26 0,1 0-17 16,2 10-13-16,0 6-8 0,3 3 5 15,-2 4 18-15,4 2-11 0,3 0-31 16,0-2-14-16,3-3-29 0,3-1-51 16,0-2-98-16,3-4-37 0,6-4-106 15,4-8-278-15,6-1-149 0,-1-7-540 0,10-10-572 16</inkml:trace>
  <inkml:trace contextRef="#ctx0" brushRef="#br0" timeOffset="5274.329">13481 1094 2850 0,'0'0'1007'0,"0"0"-768"16,0 0 29-16,-56 96 142 0,38-59 25 0,2 0-92 15,1-5-89-15,7-7-103 0,5-5-66 16,3-7-46-16,0-6-30 0,4-5-9 16,10-2-45-16,2 0 3 0,6-2 14 15,4-11-20-15,0-5-31 0,3-9-5 16,-2-3-28-16,-1-5-12 0,-3-2-4 0,3-1 10 15,-3 0-13-15,-1-4-10 0,-2 1-18 16,-4-2-38-16,-2-3 9 0,-4-2 39 16,-5-2 78-16,-4-3 71 0,-1 2 21 15,-3 0 63-15,-6 2 0 0,-1 4 3 16,0 6 42-16,3 10-76 0,1 8 26 16,3 10 47-16,3 4-19 0,0 6-21 15,-1 1 2-15,-1 0-12 0,2 4-6 0,-1 3-36 16,1 3-10-16,0 4 22 0,0 9-13 15,0 9 10-15,0 9 20 0,0 7 43 16,0 7 12-16,-3 5-57 0,-1 0-37 16,0 5-24-16,-2-1 0 0,-3 3-30 15,-1-1-22-15,0-1-69 0,3-5-21 0,-1-7 11 16,4-9 4-16,4-11-50 0,0-10-108 16,3-7-246-16,10-10-208 0,-3-4 37 15,10-10-511-15</inkml:trace>
  <inkml:trace contextRef="#ctx0" brushRef="#br0" timeOffset="5599.024">14369 936 2974 0,'0'0'1029'0,"0"0"-713"0,0 0 15 0,0 0-9 16,0 0-126-16,0 0-68 0,0 0 9 15,-47 69 5-15,35-38-69 0,-1 6-31 16,6 3-2-16,3 1 2 0,4 0 6 16,0-2 85-16,4-2-48 0,8-3-34 15,3-6-18-15,1-6-3 0,3-8-12 16,2-2 0-16,5-7-18 0,1-5-10 15,3 0-14-15,0-5-60 0,0-9-25 16,-2-5-33-16,-4-9-39 0,-1-3-13 16,-4-3-144-16,-5 6-413 0,-5-10-970 0</inkml:trace>
  <inkml:trace contextRef="#ctx0" brushRef="#br0" timeOffset="5746.731">14483 1067 3587 0,'0'0'751'15,"-19"73"-488"-15,8-33-60 0,2 6 188 16,-2 7-32-16,-2 0-111 0,0-4-91 16,0-2-102-16,0-4-55 0,-3 2-106 15,0-3-124-15,-1-1-67 0,-2 1-121 16,3-12-554-16,-12 16-796 0</inkml:trace>
  <inkml:trace contextRef="#ctx0" brushRef="#br0" timeOffset="6249.566">11658 833 1497 0,'0'0'364'0,"0"0"-205"15,0 0 49-15,0 0 12 0,0 0 64 0,-91-31 66 16,74 31-44-16,0 0-71 0,0 11-39 16,-2 3-64-16,0 8 4 0,-1 8 13 15,0 6 10-15,3 7-45 0,-2 4-33 16,4 7-32-16,3 3 0 0,1 4-49 15,7 6-22-15,4 1-15 0,3 3-10 16,10 5-8-16,9 4-85 0,5 0-43 16,9 0 17-16,7-6-7 0,6-5-60 15,7-12 1-15,5-5-7 0,2-11-82 16,2-7-153-16,-14-14-129 0,31-3-149 0</inkml:trace>
  <inkml:trace contextRef="#ctx0" brushRef="#br0" timeOffset="6569.608">15561 681 52 0,'0'0'3287'0,"0"0"-2588"16,0 0-319-16,94 67 21 0,-70-37-73 0,-4 6-103 15,-4 2-43-15,-6 4-25 0,-4 3-42 16,-4 4-45-16,-2 1-51 0,-3 4-19 16,-9 5-33-16,-4 1-13 0,-2 0-32 15,-3 2-46-15,0 1-31 0,-1-2-18 16,-1-2-52-16,1-4-42 0,-2-5-44 15,-3-4-188-15,5-17-273 0,-17 8-621 0</inkml:trace>
  <inkml:trace contextRef="#ctx0" brushRef="#br0" timeOffset="11092.511">6708 2816 2474 0,'0'0'96'0,"0"0"540"0,0 0-314 15,0 0-28-15,0 0 83 0,-81-24-129 16,65 24-44-16,-1 0-44 0,1 2-13 16,-1 6 79-16,-1 3-119 0,-1 5-83 0,0 7-12 15,0 4 10-15,2 9-21 16,2 6 14-16,-2 8-13 0,4 3 1 0,3 6-3 16,1 1-3-16,5-1-12 0,1-5-13 15,3-6 10-15,0-12-6 0,5-11-16 16,3-9-85-16,8-6-18 0,1-5-51 15,8-5-120-15,2-2-176 0,2-10-206 0,-6 3-662 16,10-16-509-16</inkml:trace>
  <inkml:trace contextRef="#ctx0" brushRef="#br0" timeOffset="11358.88">6809 3264 2009 0,'0'0'648'0,"0"0"-253"0,0 0 10 15,0 0-13-15,55 74-43 0,-41-55-26 16,2-1-52-16,-1-4-60 0,0-4-70 15,0-5-81-15,0-3-26 0,3-2-16 16,1-10-6-16,1-4-12 0,0-2-20 16,-1-4-41-16,-3 1-3 0,-1-4-30 0,-4 0-23 15,-3 1 7-15,-1 2-4 0,-4 4 28 0,-3 2 43 16,0 3 15-16,-7 4 9 0,-6 1 19 16,0 1 0-16,-6 2 36 0,-1 1-35 15,-3 0-1-15,0 2 4 0,3 0 11 16,1 11-14-16,3 0 48 15,5 3-15-15,2 4-20 0,1 0-14 16,3-1-13-16,4-2-36 0,1-1-75 0,0-5-77 16,3 0-260-16,4-6-123 0,4-3-116 15,-4 0-299-15,12-11-157 0</inkml:trace>
  <inkml:trace contextRef="#ctx0" brushRef="#br0" timeOffset="11655.166">7283 3137 1699 0,'0'0'474'15,"0"0"-77"-15,0 0-65 0,0 0 49 16,0 0 142-16,46 84-139 0,-44-61-111 0,-2-2-82 16,0 2-68-16,-2-2-55 0,1-2-46 0,-1-2-22 15,2-3-40-15,0-9-15 0,0-3-52 16,2-2 5-16,4-3-19 0,1-8 38 16,3-1 2-16,-2-7-25 0,1 2 12 15,0-2 9-15,-4 3 9 0,1-1 64 16,-3 9 12-16,2-1 19 0,-2 6-7 15,-1 2 29-15,3 1 12 0,-1 0 2 16,0 3 4-16,1 1 0 0,-1 4-6 16,2 3 0-16,-2 2-7 0,3 3-8 15,-1-2 95-15,-2 3 15 0,1-2-99 16,-1 1-21-16,0 0-28 0,3 2-24 16,-2-2-4-16,0-1-89 0,4-5-99 15,4-1-83-15,5-6-314 0,-1-1-417 16,13-7-68-16</inkml:trace>
  <inkml:trace contextRef="#ctx0" brushRef="#br0" timeOffset="11987.372">8119 3104 3372 0,'0'0'560'0,"0"0"-434"15,0 0 71-15,0 0 85 0,-82 50-85 0,60-33-80 16,6 1-43-16,1-4-29 0,6-1-31 15,2-2-14-15,2-4-43 0,1-3-12 16,4 0 6-16,0-1-4 0,0 0 17 16,3 1 11-16,4 1 10 0,2 2 15 15,1 2 24-15,4-1-5 0,1 2 11 0,-1 1 13 16,4 1-6-16,-3 1-3 16,1-1-3-16,-3 1-1 0,-1-1-2 0,-4 1 11 15,1 0-14-15,-5-1 15 0,-2 4 2 16,-2 1-2-16,0-1 6 0,-3 1-25 15,-5 0-21-15,-1 0-6 0,0-4-101 16,0-1-42-16,1-5-26 0,0 0-4 16,4-6 3-16,0-1-85 0,-1-3-138 0,2-9-335 15,2 1-590-15,-5-16-394 0</inkml:trace>
  <inkml:trace contextRef="#ctx0" brushRef="#br0" timeOffset="12147.62">8416 3188 2947 0,'0'0'518'16,"0"0"-357"-16,0 0 95 0,20 67 80 16,-20-41 23-16,-1 2-48 0,-5-1-91 15,-4 0-104-15,3-2-67 0,-1-4-49 0,1-4-27 16,4-3-25-16,2-5-112 0,-2-4-85 0,2-3-37 16,1-2-121-16,-2-3-269 15,2-5-812-15,-4-7-386 0</inkml:trace>
  <inkml:trace contextRef="#ctx0" brushRef="#br0" timeOffset="12303.099">8322 3102 2696 0,'0'0'603'0,"0"0"-342"0,0 0 117 0,0 0-70 16,0 0-131-16,0 0-85 0,93-27-39 16,-72 21-53-16,2 0-25 0,4-1-133 15,4-1-153-15,6 5-165 0,4 0-574 16,-7 2 619-16,12 2-851 0</inkml:trace>
  <inkml:trace contextRef="#ctx0" brushRef="#br0" timeOffset="12723.249">9090 3191 349 0,'0'0'2927'16,"0"0"-2559"-16,0 0-213 0,0 0 157 16,0 0-1-16,-101 55-89 0,76-39 42 0,2-1-13 15,2-1-87-15,4 2-76 16,2-2-39-16,4 3-25 0,2-1 4 0,4 1-4 15,2 0-3-15,1-1-6 0,2-2-15 16,0 2 0-16,6-4-12 0,3-1-9 16,1-2 3-16,1-2-4 0,1-3-2 0,5-2 3 15,-1-2 9-15,4-2-22 0,2-9-2 16,1-4-1-16,1-9-23 16,2-4-17-16,2-7-14 0,-3-3-1 0,1-7 16 15,-1-2-19-15,0-3-10 0,-2-2 1 16,-3-2 17-16,-4 2 16 0,-6-1 9 15,0 4 19-15,-7 2 6 0,-3 4-22 16,0 8 59-16,0 7 50 0,-2 9 47 16,1 6 36-16,1 6-4 0,0 7 0 15,0 0-21-15,0 0-35 0,0 3-21 16,0 8-22-16,0 7 19 0,1 8 40 0,1 7 11 16,-1 5 6-16,-1 4 1 0,0 3-26 15,0 1-23-15,-4 0-37 0,-5 2-21 0,2-1-15 16,-2 2-21-16,2-6-64 15,-3-1-61-15,4-10-37 0,2-6-28 0,4-11-56 16,0-5-155-16,0-10-230 0,4-4-361 16,1-3 14-16,6-13-484 0</inkml:trace>
  <inkml:trace contextRef="#ctx0" brushRef="#br0" timeOffset="13249.553">9358 3238 948 0,'0'0'303'0,"0"0"1247"0,0 0-989 15,0 0-203-15,0 0-34 0,77 60-33 16,-64-54-68-16,1-3-45 0,-1-3-6 15,3-2-4-15,3-9-49 0,0-6-39 16,2-7-26-16,1-3-23 0,-2-8-16 16,0 1-15-16,-1 0-19 0,-5 5-63 0,-3 5 18 15,-3 5 27-15,-5 6 10 0,-3 3 27 16,0 5 9-16,-5 2 18 0,-7 0 31 16,-4 3-30-16,-4 0-28 0,-2 9-12 15,3 6 11-15,-1 8 0 0,4 7-2 16,0 8 1-16,3 3 2 15,0 3 9-15,3 2 4 0,0-2-13 0,2-7-14 16,3-10-22-16,5-4-22 0,0-13-34 0,2-5-45 16,7-5 48-16,5 0 24 0,1-8-11 15,0-8-29-15,2-6-56 0,1-7-162 16,2-4-302-16,0-1-162 0,3-2-39 16,4 1-199-16,4 2 702 0,0 2 323 15,4 3 1292-15,0 6-893 0,2 4-111 16,-1 6 128-16,0 6 165 0,1 5-136 15,1 1-169-15,-3 6-118 0,-1 6-43 16,-5 7-38-16,-3 0-6 0,-3 5 15 16,-3 0 13-16,-5 4 20 0,-4-1 43 15,-5 3-37-15,-6 0-58 0,0 1-21 0,0-2-22 16,-8-1-6-16,0-3-3 0,1-4-3 16,-1-6 1-16,4-3 11 0,1-7 9 0,2-1-2 15,-2-3-1-15,3-1-1 16,0 0-29-16,0 0-45 0,3-6-4 0,2-5-27 15,6-1 3-15,2-4 16 0,4-3 23 16,3 0-5-16,2-4 5 0,2 3 4 16,1-1-1-16,2 0-18 0,0 0-70 15,4 2-34-15,0 1-51 0,4 3-93 16,1 1 88-16,-3 4 1 0,-8 5-776 16,4-2-702-16</inkml:trace>
  <inkml:trace contextRef="#ctx0" brushRef="#br0" timeOffset="15445.627">12807 2666 1068 0,'0'0'225'0,"0"0"-121"0,0 0-16 16,0 0 91-16,0 0 936 15,0 0-666-15,0 0-93 0,0 0-6 0,0 0-2 16,-26-28-1-16,26 28-74 0,0 0-53 15,0 0-28-15,0 0-19 0,0 0-39 16,2 0-34-16,6 0-28 0,5 4-21 0,9 4 7 16,8 1 39-16,7 1 8 0,2-2-57 15,3-2-27-15,1-1-6 0,1-5-13 16,2 0 20-16,-1-5-21 16,-1-4-1-16,2-2-19 0,-4-1 7 0,-2-1-3 15,-4 1-27-15,-5 0-33 0,-7 3-43 16,-5 3-12-16,-5 1-15 0,-8 2-37 15,-3 3-104-15,-3 0-173 0,0 0-214 16,-4 0-412-16,-13 5-433 0</inkml:trace>
  <inkml:trace contextRef="#ctx0" brushRef="#br0" timeOffset="15687.22">13068 2736 1592 0,'0'0'325'0,"0"0"16"15,0 0 643-15,-29 89-578 0,23-56-97 0,1 5-14 16,0 4-69-16,1 2-31 0,-1 6-35 16,-1 5-16-16,1 2-44 0,-1 6-32 15,-2 0-35-15,-1 1-21 0,0-3 6 16,2-5-18-16,1-6-25 0,-1-8 4 16,3-8 3-16,1-7-7 0,2-10-8 15,1-3-10-15,0-9-61 0,0-5-34 16,4 0-41-16,7-9-21 0,1-9-2 15,2-7-162-15,-1 2-232 0,4-25-721 0</inkml:trace>
  <inkml:trace contextRef="#ctx0" brushRef="#br0" timeOffset="15924.647">13188 2757 2123 0,'0'0'688'0,"0"0"-348"16,0 0-78-16,0 0 45 15,0 0 23-15,-6 84-76 0,3-42-47 0,0 7-19 16,0 2-6-16,2 2-45 0,-2 2-54 16,1 2-40-16,0 4-25 0,-1 3-15 15,1-1 33-15,-2 0-33 0,0-3-3 16,-1-6-14-16,1-8 2 0,2-5-21 16,-1-9-87-16,-1-5-8 0,3-12-16 15,1-5 14-15,0-5-15 0,0-5-28 16,0 0-119-16,0-12-206 0,0 2-282 15,0-11-654-15</inkml:trace>
  <inkml:trace contextRef="#ctx0" brushRef="#br0" timeOffset="16101.257">13103 3265 3056 0,'0'0'554'0,"0"0"-336"0,0 0-1 15,0 0 33-15,0 0 4 0,0 0-13 16,0 0-12-16,106-26-70 0,-70 21-58 15,6-2-38-15,6-1-48 0,3-2-15 16,1-1-12-16,5-2-22 0,-4 1-76 16,-3 4-103-16,-2 1-48 0,-4 2-85 15,-12 5-280-15,6 0-888 0</inkml:trace>
  <inkml:trace contextRef="#ctx0" brushRef="#br0" timeOffset="16478.025">13748 3542 2839 0,'0'0'1369'15,"0"0"-1080"-15,0 0-227 0,0 0-28 16,0 0 40-16,-17 70 85 0,12-36 92 16,1 9-52-16,-1 3-93 0,3 4-39 0,1 4-16 15,-1 5-2-15,1 2-19 0,-1 1-30 16,-1 2 0-16,2-1-21 0,-2-4-6 15,0-6-10-15,2-10-8 0,-1-14 8 16,2-8 1-16,0-10-55 0,0-7-59 0,0-4-85 16,0-4-54-16,2-7-189 0,-1-7-232 15,-1 3-623-15,0-21-596 0</inkml:trace>
  <inkml:trace contextRef="#ctx0" brushRef="#br0" timeOffset="16734.758">13679 3476 2704 0,'0'0'523'0,"0"0"-256"0,0 0-131 0,0 0 114 16,0 0 33-16,0 0-47 0,86-41-35 15,-63 35-41-15,5 0-43 0,2 3-41 16,2 0-57-16,-1 3-19 0,-2 0-30 16,-5 4-4-16,-3 5 1 0,-4 1 5 15,-4 3-6-15,-7 0-36 0,-4 5 36 0,-2 1 34 16,-8 5 15-16,-6-1-12 15,-6 3-3-15,-5-1-17 0,-1 0 14 0,-1-3-25 16,2-3-24-16,2-2-16 16,0-6-59-16,3 1-47 0,4-6-99 0,1 1-184 15,4-4-545-15,0 0-551 0</inkml:trace>
  <inkml:trace contextRef="#ctx0" brushRef="#br0" timeOffset="16915.965">14423 3850 4121 0,'0'0'629'0,"0"0"-409"0,0 0-119 16,0 0-79-16,0 0-22 0,0 0-16 15,0 0-170-15,0 0-177 0,0 0-403 16,0 0-1923-16</inkml:trace>
  <inkml:trace contextRef="#ctx0" brushRef="#br0" timeOffset="19500.53">17081 2666 1100 0,'0'0'215'0,"0"0"467"0,0 0-28 0,0 0-140 0,0 0-122 15,0 0-58-15,0 0 18 0,0 0-24 16,0 0-73-16,-33-9-59 0,33 9-46 16,5 0-19-16,3 0 3 0,6 0-46 15,11 5 21-15,10 2 63 0,11 0-54 16,0 0-39-16,3 0-28 0,-4-2-27 15,-2-2-12-15,-3-2-12 0,-1-1-2 16,1 0-19-16,-5-4-12 0,-2-2-58 16,-4-2-42-16,-3 1-21 0,-6 2-31 0,-2 2-79 15,-7-3-205-15,-2 3-301 0,-5 3-553 16,-4-3-473-16</inkml:trace>
  <inkml:trace contextRef="#ctx0" brushRef="#br0" timeOffset="19719.904">17419 2639 1110 0,'0'0'345'0,"0"0"-137"16,0 0 78-16,0 0 487 0,-74 77-279 16,61-42-100-16,2 10-91 0,1 11-36 15,2 6 44-15,3 6-25 0,-1 4-83 16,2 3-57-16,-1 3-48 0,1-1-62 16,-3-1-8-16,1-1-7 0,-1-7-6 15,1-8-15-15,3-13-27 0,3-12 3 16,0-13-40-16,0-7 9 0,3-11-46 15,4-4-49-15,5-4 12 0,2-12 6 0,2-8-81 16,-1-6-120-16,2-8-134 0,-4-7-174 16,-3 12-358-16,1-26-231 0</inkml:trace>
  <inkml:trace contextRef="#ctx0" brushRef="#br0" timeOffset="19964.363">17456 2725 2267 0,'0'0'474'0,"0"0"-223"16,0 0-37-16,0 0 127 0,0 0-28 16,0 0-65-16,0 0 1 0,16 74-112 15,-9-29-45-15,-1 7-11 0,-3 9 45 16,-2 6 42-16,-1 4-79 0,0 1-63 0,-3 0-26 16,-2 1-2-16,-5-3-1 15,2-6-15-15,-2-3 3 0,3-9-7 16,0-10-11-16,3-11-10 0,1-9 0 0,3-9-34 15,0-9-98-15,0-4-66 0,0-5-98 16,3-9-125-16,0 0-293 0,-2-20-770 0</inkml:trace>
  <inkml:trace contextRef="#ctx0" brushRef="#br0" timeOffset="20113.687">17456 3167 3387 0,'0'0'406'0,"0"0"-265"15,0 0 29-15,0 0 64 0,0 0 78 0,100 29-63 16,-74-22-53-16,4 0-90 0,4-3-63 16,3-2-43-16,2-2-15 0,4 0-52 15,-3 0-190-15,1-3-106 0,-3 0-235 16,-8 0-776-16,2 3-1088 0</inkml:trace>
  <inkml:trace contextRef="#ctx0" brushRef="#br0" timeOffset="20316.275">18012 3514 2187 0,'0'0'1371'0,"-24"74"-1213"16,15-36-26-16,-2 12 73 0,2 9 76 0,0 4 3 15,1 2-25-15,2 1-67 0,3-3-58 16,2-2-42-16,-1-3-34 0,2-5-34 16,0-7-24-16,0-8-27 0,0-7-52 15,0-7-22-15,0-11-6 0,3-8 0 16,0-5-28-16,1 0-34 0,-1-12-50 15,0-12-165-15,-1-7-298 0,0 4-463 16,0-22-289-16</inkml:trace>
  <inkml:trace contextRef="#ctx0" brushRef="#br0" timeOffset="20530.999">18007 3542 329 0,'0'0'2693'0,"0"0"-2278"0,0 0-260 15,0 0 38-15,0 0 65 0,84-25-67 0,-69 25-35 16,0 0-39-16,-3 3-27 15,0 4-16-15,-3 0-4 0,-2 1-11 0,-4 3 8 16,-3 5 53-16,0 3-28 0,-12 0-67 16,-2 0-25-16,-5 1 0 0,-3-4 2 15,-4-2-2-15,2-5-6 0,0-5-61 16,-1-4-59-16,3 0-33 0,-1-10-8 16,3-2-24-16,1-9-93 15,2-6-8-15,6 3-385 0,-4-26-645 0</inkml:trace>
  <inkml:trace contextRef="#ctx0" brushRef="#br0" timeOffset="20773.414">18409 2507 3179 0,'0'0'587'0,"0"0"-294"0,0 0 3 16,0 0 100-16,86 44-26 0,-57-19-23 0,6 6-26 15,-1 1-122-15,1 3-63 0,-2 3-39 16,-1-4-13-16,-2 0-45 0,-3-3-39 16,-4-3-16-16,-4-3-26 0,-2-1-67 0,-3-4-23 15,-3-1-22-15,-2-2-34 16,-1-6-48-16,1-4-157 0,2-7-289 0,-3 0-455 16,3-14-593-16</inkml:trace>
  <inkml:trace contextRef="#ctx0" brushRef="#br0" timeOffset="20923.92">18945 2541 1117 0,'0'0'2541'0,"0"0"-2141"0,0 0-156 16,-100 64-24-16,58-31 11 0,-6 5-50 16,-7 7-41-16,-3 4-94 0,-2 4-46 0,-4 1-24 15,0 0-40-15,-3 1-89 0,2 1-93 16,0 1-135-16,15-15-595 0,-18 15-1164 15</inkml:trace>
  <inkml:trace contextRef="#ctx0" brushRef="#br0" timeOffset="22929.901">16431 2257 1061 0,'0'0'351'0,"0"0"-253"16,0 0 522-16,0 0-76 0,0 0-200 16,0 0-108-16,0 0-22 0,0 0-11 0,0 0-43 15,0 0-9-15,5 48-3 0,-5-15 11 16,0 6-10-16,0 10-41 0,0 7 16 0,0 10 36 15,3 9-53-15,-2 10-55 0,1 8 27 16,-2 8-33-16,0 6-18 16,-2 1-25-16,-4-1-3 0,-1-4-10 0,-1-5-17 15,0-6 25-15,1-2-35 0,2-7-9 16,0-3-12-16,2-4-3 16,2-2-19-16,1-2-15 0,0-1-9 0,1 0-48 15,4-9-21-15,4-1-74 0,2-9-59 16,4-10-7-16,-1-13-112 0,4-10-248 15,-5-9-518-15,10-15 46 0</inkml:trace>
  <inkml:trace contextRef="#ctx0" brushRef="#br0" timeOffset="23434.589">19459 2332 1752 0,'0'0'162'0,"0"0"938"0,0 0-808 16,0 0-127-16,0 0 126 0,0 0 27 16,0 0-47-16,0 0-57 0,0 0-39 0,0 0 55 15,31 75-52-15,-28-33-53 0,-2 7-40 16,-1 7-25-16,0 7-11 0,0 1-10 15,-3 4 4-15,-3 4-7 0,-1 2-12 16,-1 2-8-16,0 1-16 16,-3 0 0-16,-1-1-37 0,2-4 7 0,1-5 0 15,-2-1-4-15,2-7-14 0,1-4-19 16,-1-4-12-16,3-2 0 0,3-5-22 16,1-1-9-16,0-8 15 0,2-4-3 0,0-8-22 15,0-4-9-15,3-6-78 0,0-6-137 16,1-1-227-16,-2-6-425 0,-1 0-520 15</inkml:trace>
  <inkml:trace contextRef="#ctx0" brushRef="#br0" timeOffset="23876.643">19928 3184 980 0,'0'0'1907'0,"0"0"-1567"0,0 0-3 15,0 0 29-15,91 12-37 0,-60-6-47 0,0-1-82 16,0-2-86-16,-3 0-59 0,0-3-55 16,0 0-1-16,-1 0-23 0,0-4-124 15,-5-3-70-15,1 0-30 0,-3-4-138 16,-8 4-714-16,-5 0-816 0,-7 3 1127 0</inkml:trace>
  <inkml:trace contextRef="#ctx0" brushRef="#br0" timeOffset="24032.115">20067 3407 2726 0,'0'0'1035'0,"0"0"-893"0,0 0-64 0,0 0 186 15,0 0-56-15,80 54 2 0,-50-49-35 16,8-4-105-16,5-1-48 16,3-4-22-16,4-6-126 0,2 0-133 0,-3-3-122 0,-10 3-374 15,13-3-1066-15</inkml:trace>
  <inkml:trace contextRef="#ctx0" brushRef="#br0" timeOffset="24473.836">21396 3059 658 0,'0'0'130'0,"0"0"10"0,0 0-26 16,0 0 1386-16,87-45-857 0,-67 45-179 0,0 10-139 16,-1 11-49-16,3 11-6 0,-4 11-61 15,-5 14 3-15,-1 10-56 0,-7 8-62 0,-5 7-21 16,0 2-15-16,-3 1 0 16,-5-3 6-16,1-4-28 0,1-9-36 15,2-9-12-15,1-14-21 0,3-13-74 16,0-12-8-16,3-14-7 0,5-7-53 0,5-13 0 15,0-12-77-15,3-8-251 0,-1-9-451 16,-7 6-389-16</inkml:trace>
  <inkml:trace contextRef="#ctx0" brushRef="#br0" timeOffset="24692.87">21609 3106 1201 0,'0'0'1713'0,"0"0"-1412"15,0 0-49-15,0 0-59 0,0 0 37 16,14-68 40-16,-3 62-46 0,6 5-60 15,1 1-65-15,1 1-28 0,3 8-10 16,1 2-11-16,-1 6-7 0,0 1 12 16,-4 1-16-16,-6 4-8 0,-3 1-19 15,-4 5 10-15,-5 2 2 0,-4 2-12 16,-9 2-12-16,-4 3-58 0,-5-3 0 0,-2 0-43 16,-4-3 6-16,1-5 21 0,1-7 28 15,4-4 27-15,2-8-12 0,2-7-52 16,5-1-87-16,2-6-115 0,4-8-194 15,3-3-181-15,4-4-553 0,0 3-433 16,4-9 1623-16</inkml:trace>
  <inkml:trace contextRef="#ctx0" brushRef="#br0" timeOffset="24893.438">22157 3253 222 0,'0'0'3004'0,"0"0"-2506"0,0 0-187 0,81 32 58 16,-51-25-51-16,2-1-39 0,1-3-81 16,3-2-97-16,1-1-52 0,2-4-49 15,0-6 0-15,0-4-113 0,2-1-98 16,-5-5-49-16,0-2-98 0,-10 6-366 16,8-12-909-16</inkml:trace>
  <inkml:trace contextRef="#ctx0" brushRef="#br0" timeOffset="25070.111">23011 2817 2053 0,'0'0'1533'0,"0"0"-1202"0,0 0-182 0,0 0 32 16,-6 81 107-16,3-45-8 16,1 4-32-16,2 2-98 0,0 1-74 0,0 0-37 15,0 1-27-15,0-1-12 0,0 0-91 16,0-1-52-16,0 0-93 0,-4-6-53 15,1-6-189-15,-7 2-1132 0</inkml:trace>
  <inkml:trace contextRef="#ctx0" brushRef="#br0" timeOffset="32805.595">17283 4994 352 0,'0'0'2655'15,"0"0"-2176"-15,0 0-132 0,0 0 21 0,-85 34 44 16,75-20-53-16,4 0-35 0,6 0-78 15,5 0-4-15,19 0-106 0,12-1-6 16,15 2 36-16,9-6-40 0,9-2-42 16,6-7-32-16,3-1-22 0,-1-10 6 15,-1-4-36-15,-7-4-36 0,-4-2-6 16,-6 2-22-16,-6-1-14 0,-8 2-27 16,-5 3-22-16,-8 1-30 0,-9 3-3 15,-6 4-70-15,-9 2-202 0,-7 3-250 0,-1 2-479 16,-12 0-174-16,-2 0-600 15</inkml:trace>
  <inkml:trace contextRef="#ctx0" brushRef="#br0" timeOffset="32998.447">17683 5091 816 0,'0'0'430'0,"0"0"639"16,0 0-582-16,0 0-57 0,-17 90-36 0,17-54-16 15,-2 7-15-15,2 6-33 0,-3 3-69 16,2 7-38-16,-1 2-65 0,1 0-48 15,-1 0-40-15,-1-3-19 0,0-1-38 16,0-8-13-16,1-7-18 0,2-9-12 16,0-11-13-16,2-8-78 0,6-8-7 0,-1-6-40 15,4 0-49-15,1-12-78 0,2-6-140 16,-1-9-529-16,-4 6-544 16</inkml:trace>
  <inkml:trace contextRef="#ctx0" brushRef="#br0" timeOffset="33232.089">17829 5193 1664 0,'0'0'1497'0,"0"0"-1159"15,0 0-145-15,0 0 2 0,-17 96 113 16,12-57-10-16,-3 6 4 0,2 5-48 0,3 2-92 16,0 2-22-16,2 6-34 0,1 1-6 15,0 2-39-15,0 1-34 0,0-5-27 16,0 0-18-16,0-7-1 0,0-5-68 15,0-7-50-15,3-9 12 0,1-8-3 0,2-8-6 16,0-8-53-16,0-7-161 0,-2 0-255 16,-1-7-359-16,-3-5-235 0,0 0-267 15,-3-10 1258-15</inkml:trace>
  <inkml:trace contextRef="#ctx0" brushRef="#br0" timeOffset="33405.703">17728 5746 1858 0,'0'0'1295'15,"0"0"-865"-15,0 0-212 0,0 0-73 16,0 0 121-16,0 0-30 0,0 0 30 16,0 0-30-16,0 0-37 0,0 0-47 15,93 7-31-15,-57-4-51 0,1-3-48 0,-1 0-22 16,2 0-37-16,2-3-5 0,-4-1-40 16,0-3-89-16,-3 4-58 0,-4-2-78 15,-3 0-145-15,-7 3-518 0,-8 2-560 0</inkml:trace>
  <inkml:trace contextRef="#ctx0" brushRef="#br0" timeOffset="33968.792">18239 6047 1015 0,'0'0'2030'0,"0"0"-1371"0,-13 69-360 15,8-28-132-15,-2 12 100 0,2 3 11 0,-1 3 35 16,1 0-97-16,0-4-109 0,2 0-71 16,1-2-21-16,2 0-15 0,0-5-2 15,2-8-59-15,5-6-12 0,2-9-45 16,3-9-26-16,-1-7 6 0,0-9-21 15,2 0-70-15,-3-9-103 0,-2-8-140 16,-3-7-226-16,1-1-445 0,-5-6-423 16,-1 5 1469-16</inkml:trace>
  <inkml:trace contextRef="#ctx0" brushRef="#br0" timeOffset="34144.21">18296 6044 1009 0,'0'0'101'15,"0"0"1295"-15,0 0-1071 0,0 0-55 16,0 0-46-16,0 0 52 0,0 0-2 15,0 0-41-15,85-15-55 0,-73 33-51 16,-1 0-12-16,-2 1-4 0,-3 0-28 0,-3-2-43 16,-2 1-30-16,-1-1-10 0,-3-3-52 15,-4-1-37-15,-6-3-19 0,-3-2-29 16,-2-4-71-16,-1-4-81 0,-1-1-118 16,1-14-178-16,3-6-578 0,7 5-194 15,-5-25 1106-15</inkml:trace>
  <inkml:trace contextRef="#ctx0" brushRef="#br0" timeOffset="34348.369">18823 4879 2418 0,'0'0'1311'0,"0"0"-965"0,42 73-66 15,-23-43 17-15,6 1-115 0,-1-2-72 0,-2-5-63 16,1-5-47-16,2-1-67 0,-2-6-121 16,1-4-74-16,-1-3-126 0,-6-4-570 15,5-3-813-15</inkml:trace>
  <inkml:trace contextRef="#ctx0" brushRef="#br0" timeOffset="34504.218">19107 4905 1608 0,'0'0'1825'0,"0"0"-1537"16,-79 49-115-16,45-18-38 0,-11 9 7 16,-1 2 29-16,-1 2-10 0,-3-2-161 15,3-2 0-15,1-5-220 0,-2-4-106 16,2-4-230-16,-1-3-611 0,9-6-720 0,-22 3 1792 0</inkml:trace>
  <inkml:trace contextRef="#ctx0" brushRef="#br0" timeOffset="35315.323">21001 5673 2270 0,'0'0'1028'0,"0"0"-704"0,0 0-24 16,0 0-93-16,0 0 95 0,57 69-27 0,-41-39-45 15,-4 1-10-15,-6 0-92 0,-1-2-61 16,-2-4-49-16,-3-4-18 0,0-4-34 0,0-8-5 16,0-4-89-16,0-5-89 0,0 0-71 15,0-2-140-15,0-7-586 0,-8-11-856 0</inkml:trace>
  <inkml:trace contextRef="#ctx0" brushRef="#br0" timeOffset="35440.635">20996 5379 1865 0,'0'0'687'16,"0"0"-352"-16,0 0-155 0,0 0 47 0,0 0 173 15,0 0-79-15,76-6-164 16,-46 6-157-16,7 0-230 0,1-5-253 15,3-2-686-15,-10 2-822 0,14-2 1776 0</inkml:trace>
  <inkml:trace contextRef="#ctx0" brushRef="#br0" timeOffset="35691.887">21674 5560 3101 0,'0'0'718'0,"0"0"-460"0,0 0-127 15,-53 68 93-15,39-47 69 0,1-2-60 16,4-1-89-16,5-1-123 0,4-3-21 15,0 0-18-15,7 2 18 0,6-3-1 16,4-1-14-16,5 0-25 0,0-1-21 16,2-3-7-16,-1 0 23 0,-3 0 14 15,-4-2 29-15,-2 1 0 0,-5 0 2 16,-2 2 0-16,-5 3 11 0,-2 1 20 0,-5 0-31 16,-8 6-34-16,-4-1-21 0,-4 0-16 15,0 0 0-15,1-2-31 0,0-3-62 16,3-3-106-16,0-2-190 0,0-3-241 15,0 1-526-15,4-3-238 0,-5-3 1341 0</inkml:trace>
  <inkml:trace contextRef="#ctx0" brushRef="#br0" timeOffset="36305.079">23480 5867 333 0,'0'0'681'15,"0"0"142"-15,0 0-369 0,0 0-27 0,-19-67 9 16,7 55 23-16,-3 3-91 0,-1 2-98 15,-3 1-109-15,2 5 6 0,1 1 55 16,-1 2-118-16,0 13-52 0,0 6 3 16,-3 11 13-16,3 6 2 0,0 5 6 15,6 0-6-15,2-7-37 0,2-5-31 16,6-9-2-16,1-9-24 0,0-8-25 16,6-5-9-16,9 0-6 0,6-12 13 15,4-4-7-15,3-9-10 0,0-3-24 0,-2-3-3 16,-1 0 43-16,-4 5 15 15,-8 4 34-15,0 6 1 0,-3 5-26 0,-5 5 7 16,-1 2 0-16,-1 4 21 0,0 4 80 16,2 8 43-16,1 3-25 0,0 6-37 15,1 2 13-15,-1 2-19 0,4-2-25 16,0 1 19-16,0-3-25 0,3-4-24 16,3-4-23-16,4-3 2 0,3-7-117 0,2-3-51 15,2-2 10-15,4-10-28 16,0-5-63-16,1-2-237 0,1-2-283 0,-7 2-791 15,13-11 401-15</inkml:trace>
  <inkml:trace contextRef="#ctx0" brushRef="#br0" timeOffset="36566.051">24362 5559 1729 0,'0'0'1729'0,"0"0"-1208"16,0 0-286-16,0 0-64 0,0 0 61 15,-75 39 27-15,54-17-18 0,-1 2-43 16,2 5-64-16,0 1-34 0,1 2-3 16,4 5 48-16,1-2-45 0,3 0-55 0,3 1-18 15,4-5-27-15,2-5 0 0,2-4-27 16,3-6-12-16,6-3-28 0,6-7-26 16,3-1-38-16,5-5 1 0,3-3 9 15,0-6-22-15,5-5 2 0,-1-4-73 16,0-1-109-16,2-6-241 0,0 0-403 15,-1-4-232-15,-8 8-350 0,11-13 1337 0</inkml:trace>
  <inkml:trace contextRef="#ctx0" brushRef="#br0" timeOffset="36955.945">24637 5582 1023 0,'0'0'1888'0,"0"0"-1278"0,0 0-266 0,0 0-162 16,0 0 37-16,-54 98 60 0,33-56 26 15,0 3 4-15,1-1-87 0,4-2-22 16,5-5-36-16,3-6-77 0,7-8-84 0,1-7-3 15,6-5-51-15,9-7-22 0,4-4-23 16,6-5 8-16,3-8 0 0,4-9-46 16,1-3-3-16,-4 0 18 0,-2-3 33 15,-4 6 22-15,-4 1 21 0,-1 3-9 16,-4 6 18-16,-3 0 34 0,-3 7-1 16,-2 4 2-16,-1 1 58 0,-2 11 42 15,1 5 24-15,-1 8-39 0,0 6-41 16,-1 7-23-16,-1 5-4 0,0 3 15 15,-1 6 28-15,0-1 18 0,0 6-12 16,0 2 3-16,-2 0-7 0,0 0 13 16,-2 0 3-16,-2-5-25 0,-2-5-42 15,-6-4 0-15,0-2-11 0,0-7-1 16,-2-4-3-16,1-4-18 0,-2-6-12 0,3-7-3 16,-2-4-25-16,0-7 10 0,-3-3 26 15,0-2 10-15,-1-9-18 0,-3-4-16 16,4-7-29-16,-1-7-29 0,3-7-12 0,4-8-15 15,4-7-40-15,6-8-124 16,3-6-256-16,0-3-486 0,11-2-372 0,-3 18-174 16,18-16 1583-16</inkml:trace>
  <inkml:trace contextRef="#ctx0" brushRef="#br0" timeOffset="37198.24">25372 5650 2100 0,'0'0'1801'0,"0"0"-1531"0,0 0-174 16,0 0 57-16,0 0 32 0,0 0 36 16,-90 0-55-16,70 13-62 0,4 5-49 15,-4 5-22-15,3 7-2 0,3 2 11 16,3 5 16-16,2 1 100 0,6 0-28 16,2-1-51-16,1-6-33 0,1-3-13 0,8-6-33 15,2-8-21-15,6-3-34 0,2-10-36 16,7-1-9-16,3-12-24 0,4-7-56 15,3-10-67-15,2-6-162 0,-9 4-589 16,12-21-518-16</inkml:trace>
  <inkml:trace contextRef="#ctx0" brushRef="#br0" timeOffset="37403.137">25842 5039 2914 0,'0'0'537'0,"0"0"-258"0,0 0 67 15,-31 67 3-15,16-28 64 0,-2 5-13 16,2 5-87-16,-2 3-116 0,3 3-64 16,-4 1-37-16,4 0-57 0,-3-2-39 15,1 1-28-15,4-7-8 0,1-3-63 16,1-7-44-16,4-6-20 0,6-10-44 16,0-8-82-16,13-9-128 0,4-5-256 0,8-11-662 15,-5-1-693-15,11-15 1946 0</inkml:trace>
  <inkml:trace contextRef="#ctx0" brushRef="#br0" timeOffset="37534.135">25932 5716 825 0,'0'0'2822'0,"0"0"-2402"0,-8 68-327 0,1-42 26 15,-3 3 144-15,0-1 94 0,1-5-64 16,2-8-168-16,4-6-125 0,3-6-24 16,0-3-74-16,0 0-85 0,3-8-34 15,4-10-60-15,-1 2-681 0,3-18-1110 0</inkml:trace>
  <inkml:trace contextRef="#ctx0" brushRef="#br0" timeOffset="37683.918">26067 5484 1812 0,'0'0'1569'0,"0"0"-1183"0,0 0-297 0,0 0-39 16,0 0 19-16,0 0 35 0,82 66 2 15,-63-61-106-15,1-3-103 0,6 0-136 16,2-2-93-16,3 0-255 0,1-3-739 0,3 0-210 15,-10-2 1474-15</inkml:trace>
  <inkml:trace contextRef="#ctx0" brushRef="#br0" timeOffset="37832.598">26475 5591 668 0,'0'0'1049'0,"0"0"633"15,0 0-1223-15,-81 89-186 0,50-58-11 16,-3 0 10-16,4 0 4 0,4-1 8 16,9-4-93-16,3-4-78 0,8-1-41 15,3-5-20-15,3-1-4 0,0-1-48 16,9-3-3-16,-1 0-45 0,8-3-61 0,0-2-64 15,6 0-46-15,3-1-17 0,6 1-12 16,0-5-40-16,-5 1-789 16,10-2-709-16</inkml:trace>
  <inkml:trace contextRef="#ctx0" brushRef="#br0" timeOffset="38469.528">27808 5622 1391 0,'0'0'585'0,"0"0"380"0,0 0-747 15,0 0-100-15,0 0 51 0,-78 13 5 0,48 11 0 16,-7 9-27-16,-5 10-37 0,-4 6 13 15,2-2 39-15,2 0-41 0,7-5-10 16,8-10-6-16,12-12-16 0,9-8-89 16,6-10 0-16,9-2-105 0,11-10 7 15,6-7 67-15,7-7 0 0,4-8-43 16,2-4-19-16,0-2-13 0,-3 2 43 16,-4 3 35-16,-3 7-25 0,-5 8-35 15,-4 6-6-15,-2 7 37 0,-7 5 32 16,-1 8 25-16,0 12 88 0,-2 6 116 0,-1 6-60 15,-3 8-42-15,5 7-21 0,-5 2-19 16,2 6 49-16,0 5 6 0,-3 4 15 16,0 1-25-16,-3 1 13 0,0 0 35 15,-5-3-67-15,-4-1-45 0,-6-3-16 16,-1-5 4-16,-3-5 8 0,2-5-18 0,-4-7 7 16,4-8-10-16,1-6-17 0,1-5 11 15,2-7-10-15,1-4 11 0,-2-7-13 16,0 0-42-16,0-12-28 0,0-7-9 15,2-5 12-15,2-8-15 0,4-8-43 16,1-5-80-16,2-8-16 0,3-6-122 16,0-6-424-16,0-3-677 0,0 14-399 0,0-35 1569 15</inkml:trace>
  <inkml:trace contextRef="#ctx0" brushRef="#br0" timeOffset="38726.353">28026 5675 1311 0,'0'0'618'15,"0"0"191"-15,0 0-443 0,0 0 134 16,85 47 11-16,-74-34-107 0,-2 0-103 16,-1 3-117-16,-3-2-89 0,-1 1-16 0,1 1-18 15,-5-1-34-15,0 2-14 0,0-2-12 16,0 2-1-16,-8 1 0 0,2-4-2 16,1-2-32-16,-1-5 5 0,5-3 29 15,1-4 24-15,0 0-24 0,4-6-53 0,7-6 20 16,5-6-10-16,4-7-24 0,6-4-43 15,2-2-25-15,0-1-47 0,3 2-71 16,-3 1-101-16,0 1-207 16,0 4-198-16,-3 4-357 0,-5 4-189 0,-6 8 1146 15</inkml:trace>
  <inkml:trace contextRef="#ctx0" brushRef="#br0" timeOffset="39250.822">28461 5671 613 0,'0'0'544'16,"0"0"1410"-16,-18 71-1398 0,7-36-257 15,1-1-47-15,1 0 33 0,-1-6 2 16,6-4-21-16,3-10-86 0,1-4-113 0,2-5-21 15,11-5-34-15,3 0-12 0,7-6-25 16,4-10-35-16,4-4-71 0,3-7-59 16,0 1-31-16,-3-2 18 0,-3 3 17 15,-4 3-1-15,-5 1 5 0,-3 3 25 16,-8 1 31-16,-2 2 78 0,-6 0 48 0,0 4 57 16,-6 2 176-16,-2 4-16 0,-2 5-33 15,0 0-23-15,-2 11-84 0,-4 1-3 16,3 6 6-16,-2 0 15 0,3 0 7 15,2-4-20-15,1-1-82 0,5-3 0 16,1-6-70-16,3-2-108 0,0-2-41 16,4-2 21-16,11-8-36 0,1-4-106 15,4-3-234-15,4-7-445 0,-1 1-226 16,2 1 315-16,-2 3 930 0,-2 5 0 16,-5 4 0-16,1 9 238 0,-3 1 183 0,-6 5-183 15,-1 7 984-15,-5 4-218 0,-1 3-596 16,-1 4-127-16,0 0 22 0,0-1-57 15,0-2-11-15,0-3-5 0,2-4-67 16,1-4-78-16,4-2-45 0,6-7 15 16,0 0-55-16,5-2 0 0,3-7-55 0,2-5-24 15,3-3-16-15,-1-2-15 16,0 1 14-16,0-3 23 0,-1 4 14 0,-2 0 6 16,-3 3 16-16,-4 5 37 0,-2 2 10 15,-4 4 70-15,-3 3 55 0,-2 4 25 16,-3 8 11-16,-1 3-21 0,0 4-53 15,0 1 9-15,0 2 43 0,-5-1-16 16,0-2-33-16,1-2-62 0,1-5-38 16,2 0-39-16,1-6-112 0,1 0-58 15,9-4-1-15,2-2 70 0,0-1-87 0,2-10-278 16,-3 3-658-16,1-10-1078 0</inkml:trace>
  <inkml:trace contextRef="#ctx0" brushRef="#br0" timeOffset="39481.967">29435 5704 430 0,'0'0'2515'0,"0"0"-2017"0,-27 81-172 15,14-35 242-15,1 2-31 0,1 8-110 16,-1 3-121-16,4 3-94 0,0 1-88 16,2-1-63-16,1-2-28 0,1-1-32 15,1-3-1-15,1-8-64 0,1-2-5 16,-1-10-16-16,2-3-30 0,-1-7-15 15,1-7 6-15,-2-5 2 0,2-4 7 16,0-8 5-16,0-2-34 0,0-2-43 0,0-10-102 16,0-9-214-16,5-5-148 0,1-5-490 15,2-6-453-15,-4 7 1395 0,8-29 55 0</inkml:trace>
  <inkml:trace contextRef="#ctx0" brushRef="#br0" timeOffset="39692.971">29535 5626 696 0,'0'0'2457'15,"0"0"-1926"-15,0 0-345 0,0 0-67 16,0 0 17-16,0 0 113 0,0 0 17 16,0 0-91-16,0 0-110 0,0 0-35 15,0 0-28-15,70 74 10 0,-61-63-12 16,-4 1-2-16,-3 0-72 0,-2 0-27 16,-3 0 15-16,-10-1-1 0,-4 3-21 15,-6-2 9-15,-6 2 3 0,-3 0-23 16,-4-2-4-16,2-1-8 0,0-3-87 15,0-3-115-15,3-2-186 0,3-3-561 0,6 0-344 16,1-9 1423-16</inkml:trace>
  <inkml:trace contextRef="#ctx0" brushRef="#br0" timeOffset="40252.102">30466 5692 1698 0,'0'0'597'15,"0"0"-213"-15,0 0 8 16,0 0 13-16,0 0 50 0,0 0-82 0,0 0-95 15,0 0-68-15,-6 69-20 0,4-52-22 16,2-2-50-16,0-5-54 0,0-2-27 16,3-2-10-16,5-4 10 0,1-2-37 0,5 0-3 15,1-5-49-15,1-6-39 0,4-3 15 16,-1-3 9-16,-2 1-40 0,-2-1-28 16,-2 1-9-16,-5 4 5 0,-2-1-12 15,-3 4-13-15,-3 1 5 0,0 2 17 16,-9 1 69-16,-1-1 73 0,-5 3 50 15,-2-1 3-15,-3 3-53 0,0 1-3 16,1 0 3-16,-1 3 0 0,1 5-2 16,2 3-26-16,4-1 9 0,0 1 7 15,3 1-39-15,1-1-125 0,3-3-325 0,0 0-510 16,3-4-671-16,0 2 1652 0</inkml:trace>
  <inkml:trace contextRef="#ctx0" brushRef="#br0" timeOffset="40391.225">30770 5735 1979 0,'0'0'1624'0,"0"0"-1343"0,0 0-143 16,105-4 53-16,-69-5-23 0,0-4-75 15,0-4-37-15,1-5-56 0,4-1-50 16,-1-4-129-16,1-2-163 0,-4 1-249 16,-10 7-690-16,1-8-806 0</inkml:trace>
  <inkml:trace contextRef="#ctx0" brushRef="#br0" timeOffset="40616.818">31032 5432 212 0,'0'0'427'0,"0"0"773"0,0 0-642 15,-55 87-97-15,44-52 7 0,5 6-3 16,3 2-69-16,3 1-79 0,0 4-92 16,0 4-105-16,2 1-56 0,-2 3-44 0,0 0-20 15,0 4-1-15,-3-2-24 16,-5-4 22-16,-6 0-18 0,-1-4-7 15,-5-2-21-15,1-6-34 0,-2-2-22 16,-1-5-21-16,1-6-17 0,-1-3-22 0,1-6-48 16,3-8-90-16,-1-2-145 0,5-9-155 15,-3-1-468-15,0 0-173 0,4-4 1243 16</inkml:trace>
  <inkml:trace contextRef="#ctx0" brushRef="#br0" timeOffset="41320.085">25516 7316 2539 0,'0'0'560'0,"0"0"-216"0,-17 92-65 15,13-49 23-15,1-3-14 0,2-5-59 16,1-9-75-16,2-7-71 0,6-9-12 0,3-3-13 16,4-7-9-16,1 0 6 0,4-2-12 15,1-9-43-15,1-5 0 0,1-2-34 16,-1-2-2-16,-6-2-13 0,-1 2 12 15,-2 2-6-15,-4 1 6 0,-5 5-6 0,1 2 0 16,-5 1 0-16,0-1 28 16,-3 3 13-16,-5 0 4 0,-4 0 15 0,-2 0-16 15,-3 2-2-15,-2 0-19 0,-2 1-11 16,-1 3-18-16,-1 1 15 0,4 3-44 16,-1 4-2-16,4 1-23 0,-1-4-55 15,6 3-100-15,1 0-160 0,2-2-269 16,6-3-682-16,0 1 38 0,2-3 1311 0</inkml:trace>
  <inkml:trace contextRef="#ctx0" brushRef="#br0" timeOffset="41543.646">25842 7174 630 0,'0'0'1738'0,"0"0"-1312"0,0 0-147 16,0 0-4-16,90 58 42 0,-76-33-14 15,-4 4-112-15,-3 1-47 0,-4 3-23 16,2 0-19-16,-4-2-16 0,-1-1-36 0,0-1-48 15,0-4 1-15,0-5-3 0,0-4 0 16,0-4 0-16,0-5 0 0,0-6 2 16,0-1 28-16,0 0 17 0,0-1-7 15,0-10 12-15,6-2-49 0,2-6-3 16,3-7-3-16,3-4 0 0,2-4-22 0,1-1-9 16,0 2-36-16,3 4-54 0,3 1-55 15,-1 5-51-15,6 5-110 0,0 3-154 16,-5 5-477-16,11 3-637 0</inkml:trace>
  <inkml:trace contextRef="#ctx0" brushRef="#br0" timeOffset="42450.691">26517 7358 1816 0,'0'0'162'16,"0"0"553"-16,0 0-471 0,0 0-112 16,0 0 146-16,-81-5 65 0,62 15-76 0,-2 5-66 15,-1 7-26-15,0 3-2 0,4 6 6 16,2 3-16-16,4-2-31 0,7-1-19 16,2-6-34-16,3-4-45 0,3-9-34 15,5-7-25-15,9-5 10 0,2-3 15 16,7-11-15-16,6-10-46 0,3-10-52 15,3-5-31-15,1-8-56 0,0-2-32 16,-1-3-61-16,0 2-56 0,-1 2 13 16,-3-1 65-16,-2 1 8 0,-3-1 12 15,-3 2 25-15,-9 4 226 0,-1 3 45 16,-7 7 207-16,-7 4 25 0,0 8 1 0,-2 3 5 16,0 11 45-16,0 2-7 0,-3 5-107 15,-3 7-65-15,0 9-57 0,-2 7-24 16,-4 8 24-16,-1 7 15 0,-2 8 83 15,1 1-10-15,-1 2-62 0,3-2-69 0,0-2-49 16,1-3-13-16,-1-1-66 16,4-8-92-16,-2-2-30 0,3-10 26 0,5-4 46 15,2-10 15-15,0-2-44 0,6-3-184 16,3-2-264-16,3 0-134 0,2-7 84 16,1 2 169-16,1 2 246 15,-2 2 241-15,3 1 150 0,-3 6 288 16,0 6 139-16,0 3-7 0,0 2-51 0,0-3-85 15,-2 2-96-15,-1-3-81 0,3-2-76 16,0-5-68-16,0-2-15 0,2-4-21 16,4-3-31-16,0-8-46 0,5-6-10 15,-1-5-51-15,1-4-27 0,-3-1-19 0,-3 2-13 16,-3 4 12-16,-6 2 25 16,-2 6 15-16,-5 2 21 0,-3 3 47 0,0 1 40 15,-6 3 6-15,-5 4 53 16,-6 0 18-16,1 0-74 0,-4 11-22 0,0 4-9 0,1 9 28 15,-1 2 16-15,3 2-1 0,0 1-13 16,2-5-41-16,1-1-1 0,4-3-42 16,2-8-50-16,1-2-62 0,7-9-3 15,0-1-19-15,10-6 11 0,5-8-48 16,6-7-20-16,4-4-45 0,3-2-53 16,3-1-189-16,0-1-43 0,-2 6 313 15,2 3 250-15,-2 6 260 0,0 3 128 16,-2 6 25-16,-3 5 31 0,-1 0-26 15,-4 12-71-15,0 5-104 0,-1 4-104 16,-2 5-37-16,2 2 33 0,-5 0 71 16,-1-3-114-16,-6 2-25 0,-3-3-31 15,-3 1-14-15,0-5-19 0,0-3 9 0,-3-6-11 16,0-5 0-16,3-4 14 0,0-2 25 16,0 0 9-16,0-6-48 0,5-2-1 0,3-7-50 15,1-4-8-15,5-4 3 0,3-1-43 16,1-2-55-16,5 2-68 0,4 0-79 15,2-1-207-15,-5 8-616 0,9-7-996 0</inkml:trace>
  <inkml:trace contextRef="#ctx0" brushRef="#br0" timeOffset="42734.89">28367 7447 3491 0,'0'0'993'15,"-20"81"-839"-15,10-28-56 0,0 12 77 16,-3 9 201-16,1 3-21 0,2 1-98 0,0-4-112 16,2-1-49-16,3-2-29 15,4-7-32-15,1-7-35 0,0-9-45 16,0-9-13-16,1-10-32 0,4-8-10 0,-3-7 19 15,3-7-7-15,-1-7-33 0,2 0-18 16,-1-9-59-16,1-8-58 0,3-7-29 16,2-7-32-16,0-10-226 0,0-5-257 15,3-5-485-15,-3-9-189 0,-3 14 1184 16,2-36 288-16</inkml:trace>
  <inkml:trace contextRef="#ctx0" brushRef="#br0" timeOffset="42933.476">28454 7422 307 0,'0'0'2550'16,"0"0"-1866"-16,0 0-249 0,0 0-140 15,0 0-1-15,0 0 4 0,0 0-53 16,82 2-53-16,-68 6-61 0,-1 6-37 0,2 0-10 16,-5 0-2-16,0 3-18 15,-6 1-40-15,-3 1-24 0,-1-2-39 0,-5 4-31 16,-10-1-21-16,-5 1-15 0,-3 2-6 16,-7 0-1-16,-1-6 10 0,-2-2-13 15,2-3-28-15,0-6-22 0,4-2-47 16,6-4-122-16,2 0-216 0,9-4-218 15,4-7-599-15,4 1 261 0,2-7 1003 0</inkml:trace>
  <inkml:trace contextRef="#ctx0" brushRef="#br0" timeOffset="43073.713">28746 7557 1357 0,'0'0'2239'16,"0"0"-1601"-16,79 26-389 0,-50-17-58 15,4 1 137-15,1-5-63 0,-3-1 15 16,-3-4-147-16,0 0-127 0,-2-9-6 0,3-5-121 15,1-6-131-15,-1-4-126 16,-5 4-570-16,4-12-1300 0</inkml:trace>
  <inkml:trace contextRef="#ctx0" brushRef="#br0" timeOffset="43257.062">29515 7252 1926 0,'0'0'2166'0,"0"0"-1731"15,-28 78-303-15,19-41 62 0,-2 9 154 16,-1 2-37-16,4 5-57 0,-3 1-115 16,3 3-96-16,-2 0-43 0,0-1-72 15,-3-1-89-15,-2-1-87 0,1-1-44 16,-3 0-90-16,1-14-234 0,-12 19-841 16</inkml:trace>
  <inkml:trace contextRef="#ctx0" brushRef="#br0" timeOffset="48452.246">17321 1007 2439 0,'0'0'522'15,"0"0"-154"-15,0 0-51 0,0 0-86 0,0 0 2 16,0 0-68-16,0 0-35 0,0 0 19 15,0 0 8-15,0 0-41 0,86 32-14 16,-57-22-4-16,4-4-16 0,3 0-12 16,2-4-18-16,1-2-9 0,1 0-19 15,3 0-12-15,-1-4-12 0,-2-1-3 0,3-1-12 16,-2-1-3-16,-2-1-7 0,-1 2-30 16,-1-1-57-16,-3 1-17 0,-5 0-9 15,-2 3-52-15,-5-1-8 0,-3-1-91 16,-7 5-155-16,-4-1-225 0,-7 1-420 15,-1 0-263-15,-11 0 768 0</inkml:trace>
  <inkml:trace contextRef="#ctx0" brushRef="#br0" timeOffset="48671.36">17446 1227 82 0,'0'0'1975'16,"0"0"-1590"-16,0 0-152 0,0 0 15 15,0 0 91-15,0 0-34 0,0 0-62 16,0 0-51-16,0 0-56 0,0 0-18 16,0 0 16-16,20 19 8 0,11-13 46 15,8 2-41-15,1-2-27 0,2-2-59 16,-2 0-46-16,0-4-14 0,-1 0-1 16,0 0-15-16,-3-1-65 0,-2-3-51 0,-3-1-51 15,-2 1-31-15,-5 0-110 0,-4 0-257 16,-9 1-467-16,-4 0-595 0</inkml:trace>
  <inkml:trace contextRef="#ctx0" brushRef="#br0" timeOffset="49034.25">17373 694 1018 0,'0'0'811'15,"0"0"215"-15,0 0-715 0,0 0-107 16,-100 89-23-16,64-55-38 0,0 1-36 0,-3 4 0 16,3-3 6-16,3 2-40 0,1-1-39 15,1 2-34-15,3 0-9 0,1-2 9 16,4-2 0-16,5-1 0 0,6-9 3 15,7-6 38-15,5-3-23 0,7-4 26 16,11 3 37-16,8 0 37 0,8 2 18 16,11 1-22-16,5 1-10 0,5 0 7 15,3-2-10-15,1 0-34 0,3-3-6 16,1-2-34-16,1 0-27 0,0-9-3 0,1-1-83 16,-6-2-82-16,-2-8-41 15,-7-5-66-15,-2-5-241 0,-14 2-550 16,5-16-964-16</inkml:trace>
  <inkml:trace contextRef="#ctx0" brushRef="#br0" timeOffset="49278.978">18070 852 274 0,'0'0'1588'0,"0"0"-882"16,0 0-271-16,74 68-23 0,-47-46-67 15,-1 1-119-15,0 1-87 0,-3 1-67 16,0 2-29-16,-3 1-23 0,-4 2-20 0,-2-1-15 16,-5 2 3-16,-6 2 12 15,-3 1 2-15,-12 4 26 0,-8 0-28 0,-5 2-38 16,-6-1-34-16,-2-1-32 0,1-6-28 0,1-5-82 16,5-3-166-16,2-6-271 15,7-6-959-15</inkml:trace>
  <inkml:trace contextRef="#ctx0" brushRef="#br0" timeOffset="49973.637">20638 919 1512 0,'0'0'1210'0,"0"0"-735"0,0 0-226 16,0 0-9-16,0 0 22 0,0 0-5 15,0 0-30-15,0 0-45 0,0 0-68 16,0 0-65-16,0 0-35 0,-59 82-14 16,40-52-16-16,1 0-21 0,3 0 37 15,2 0 13-15,6-3 11 0,4-1-5 16,3-2 14-16,3 1 26 0,10-2 8 16,6-2 71-16,4 0 38 0,4-2-48 0,2-5-28 15,4-2-48-15,0-4-13 16,-1-4-11-16,1-4-10 0,3 0-18 15,0-3-32-15,2-8-40 0,0-1-68 0,-1-7-58 16,-1-4-37-16,-3-1-84 0,-3-2-325 16,-8 6-871-16,-6-8-962 0</inkml:trace>
  <inkml:trace contextRef="#ctx0" brushRef="#br0" timeOffset="50178.23">20877 899 199 0,'0'0'1191'16,"0"0"402"-16,0 0-1253 0,0 0-99 0,-28 72 78 16,23-35 17-16,-1 3-17 0,1 6-23 0,1 4-67 15,-1 2-110-15,-1 5-43 0,1 3-30 16,-1 1-46-16,-1 1-16 0,2-3-24 16,3-5-118-16,2-8-32 0,8-12-13 15,11-13-22-15,8-13-82 0,8-8-244 16,5-19-517-16,-8 0-810 0,18-27 1210 0</inkml:trace>
  <inkml:trace contextRef="#ctx0" brushRef="#br0" timeOffset="50417.511">21752 764 1952 0,'0'0'1380'16,"0"0"-974"-16,0 0-267 0,0 0-27 15,-42 97 43-15,32-57 94 0,2 5-14 16,-1 5-45-16,3 5-82 0,0 6-41 16,-2 3-24-16,2 6-19 0,0 3-24 15,-1-2-18-15,1 2-7 0,-1-4-69 16,4-6-45-16,3-7-20 0,0-8-18 16,10-11 13-16,2-7-87 0,3-8-281 15,2-8-493-15,1-7-541 0,-5-3 829 0</inkml:trace>
  <inkml:trace contextRef="#ctx0" brushRef="#br0" timeOffset="50798.919">22366 1102 673 0,'0'0'3066'0,"0"0"-2666"0,0 0-385 16,0 0 41-16,0 0-12 0,0 0 139 0,29 84 126 15,-22-43-89-15,3 9-67 0,-1 7-37 16,-2 3-22-16,2 2-12 0,-4 2-6 16,1-1-18-16,-3 0-19 0,-1-2-30 0,-2-5-9 15,0-3-3-15,1-8-18 16,1-8-18-16,-1-8-22 0,4-5-3 0,1-9-6 16,-3-5-30-16,3-5-31 0,-1-5-56 15,-1-4-67-15,0-8-56 0,1-7-181 16,2-4-271-16,-6-9-625 0,0 6-49 15,-1-19 1159-15</inkml:trace>
  <inkml:trace contextRef="#ctx0" brushRef="#br0" timeOffset="51052.607">22430 1163 734 0,'0'0'2479'0,"0"0"-2161"15,0 0-185-15,0 0 3 0,0 0 52 0,0 0 95 16,0 0-60-16,0 0-66 0,0 0-58 15,93-36-16-15,-64 45 9 0,-1 1 12 0,0 5-19 16,-5 3-51-16,0 1-34 0,-10 2-2 16,-2 1 0-16,-8 1-14 0,-3 1 14 15,-3 3-19-15,-10 0 9 0,-7 0-25 16,-5-1-39-16,0-4-44 0,1-6-18 16,1-4-1-16,4-5-12 0,3-7-45 15,6 0-121-15,3-6-226 0,4-5-602 16,3-4-426-16,0 3 1320 0</inkml:trace>
  <inkml:trace contextRef="#ctx0" brushRef="#br0" timeOffset="51207.12">23140 1284 2297 0,'0'0'1542'0,"0"0"-1290"16,0 0-156-16,87 28 23 0,-57-25 39 0,0-2-22 15,0-1-34-15,-1-2-102 0,2-4-25 16,-1-6-132-16,1-1-95 0,-5 3-253 16,8-12-982-16</inkml:trace>
  <inkml:trace contextRef="#ctx0" brushRef="#br0" timeOffset="51429.116">23830 969 2839 0,'0'0'1355'0,"0"0"-1144"0,0 0-87 16,0 0 101-16,0 0 44 0,2 93 64 15,-2-59-45-15,0 6-95 0,0 3-60 16,0 4-51-16,0 4-31 0,0 8-28 16,0 5-23-16,0 6-3 0,-5 1-9 0,-1-4-78 15,-2-2-86-15,2-7-75 16,2-4-86-16,1-4-213 0,3-2-681 0,0-14-1307 15,0 14 1746-15</inkml:trace>
  <inkml:trace contextRef="#ctx0" brushRef="#br0" timeOffset="70950.997">14029 8179 3595 0,'0'0'393'0,"0"0"-188"16,0 0-165-16,0 0 26 0,0 0 33 16,0 0 68-16,0 0 168 0,0 0-118 15,108 3-89-15,-64-6-55 0,7 0-18 16,6-6 9-16,3-1 87 0,5-4-66 16,1-1-49-16,2-3-13 0,1-1-23 15,-6 2-3-15,-1-2 0 0,-8 2-31 16,-4 3-2-16,-9 3-94 0,-8 1-49 15,-9 4-56-15,-8 2-59 0,-6 4-259 0,-10 0-460 16,0 1-164-16,-23 8-205 0</inkml:trace>
  <inkml:trace contextRef="#ctx0" brushRef="#br0" timeOffset="71141.45">14245 8268 661 0,'0'0'567'0,"0"0"1041"0,-79 36-1342 0,69-25-30 0,1-2 107 16,9-1-53-16,7 1-58 0,8 1 23 15,12-1-33-15,5 0-50 0,10-2-43 16,7-2-38-16,3-5-20 0,1 0-35 16,3-5 22-16,-1-3-21 0,0-6-37 15,-3 1-1-15,-3-4-39 0,-3-1-112 16,-6-1-44-16,-4-2-7 0,-3-3-38 16,-10 4-252-16,-4-14-910 0</inkml:trace>
  <inkml:trace contextRef="#ctx0" brushRef="#br0" timeOffset="71418.321">14699 7675 2035 0,'0'0'1039'0,"0"0"-834"16,90 21-14-16,-51-14-1 0,8 5 50 15,-2 1-14-15,1 3-5 0,-3 3-13 16,-1 3-88-16,-5 3-37 0,-2 3-37 15,-2 3-21-15,-7 2-25 0,-3 3-2 16,-8 5 1-16,-7 0-1 0,-4 4-16 0,-4 3 18 16,-9 5 17-16,-9 0 11 15,-3 2-16-15,-7 0 16 0,-2 2-16 16,-3-3-9-16,0-4-1 0,-2-2-2 16,0-1-23-16,1-6-11 0,2-4 6 0,2-7-39 15,5-6-66-15,5-10-61 0,4-13-80 16,2-1-166-16,5-8-581 0,-1-23-611 0</inkml:trace>
  <inkml:trace contextRef="#ctx0" brushRef="#br0" timeOffset="73088.075">16414 8079 2214 0,'0'0'459'0,"0"0"-58"0,0 0-75 15,0 0-88-15,0 0-8 0,0 0 75 16,0 0-44-16,0 0-36 0,0 0-62 16,0 0-77-16,0 0-22 0,10 9 10 15,13-9-4-15,6 0-12 0,4-2 0 16,1-2-34-16,0 0-5 0,-4 0-16 0,1-3 9 16,-4 1 24-16,-1 0-26 0,-2 2-10 15,-5-1-18-15,1 3-3 0,-4 1-3 16,0 1 2-16,0 0 1 0,-2 0 0 15,0 7-10-15,-2 4 4 0,1 4 17 16,-1 9 10-16,-4 8 21 0,1 8-6 16,-3 6 2-16,-3 4-17 0,-3 4-15 15,0-2 3-15,0-1 12 0,0 0-1 16,-4-5 1-16,1 0-2 0,0-8-16 0,1-2 17 16,-1-6-2-16,0-3-16 15,2-7 4-15,-2-7-3 0,3-2-43 16,-1-5-37-16,-2-4-13 0,1 1-33 15,-1-3-41-15,-4 0-92 0,2 0-175 0,-6-3-360 0,4-1-395 16,-12-11-488-16</inkml:trace>
  <inkml:trace contextRef="#ctx0" brushRef="#br0" timeOffset="73247.485">16482 8538 1661 0,'0'0'1365'0,"0"0"-1202"0,0 0 45 15,0 0 109-15,0 0 19 0,97-6-82 16,-70 6-81-16,0 0-58 0,-1 0-41 16,0 0-44-16,-1-1-30 0,-4 0-9 0,-3 1-37 15,-4 0-121-15,-3 0-84 0,-5 5-91 16,-4 4-219-16,-2 1-633 0,-8 11-842 0</inkml:trace>
  <inkml:trace contextRef="#ctx0" brushRef="#br0" timeOffset="73415.874">16509 8829 2474 0,'0'0'290'0,"0"0"-78"0,0 0-55 15,0 0 101-15,0 0-4 0,0 0-11 16,78-20-73-16,-46 10-73 0,2-3-56 16,2-1-41-16,5-3-16 0,-1 3-43 15,3 2-202-15,-2 2-166 0,-11 4-614 16,15 6-564-16</inkml:trace>
  <inkml:trace contextRef="#ctx0" brushRef="#br0" timeOffset="80974.013">18119 8201 726 0,'0'0'2263'0,"0"0"-1826"0,0 0-88 0,0 0 0 15,0 0-10-15,0 0-55 0,0 71-67 16,0-44-100-16,0 3-2 0,0 4-42 16,-6 0-39-16,2 1-12 0,-2-1-22 15,0-5-15-15,3-5 13 0,0-6-1 16,0-8-21-16,3-7-16 0,0-2-42 16,0-1-4-16,0 0 10 0,1-2 12 15,4-9 3-15,3-1 21 0,2-7 12 16,0-3-24-16,3-4-10 0,-1-2 10 0,0 1 33 15,0-1 17-15,0 3 2 16,3 2 9-16,0-1-6 0,1 5 18 0,-3 2-19 16,-1 3 38-16,-1 4 19 0,-2 4-7 15,0 0 3-15,-3 5-9 0,1 1-21 16,-1 0-4-16,3 2 10 0,-2 9 11 16,0 5 23-16,-2 3-26 0,-1 5-5 0,4 5-13 15,-5 4-19-15,0 2-2 0,-1 0-6 16,1-3-49-16,0-2-24 0,-1-8 5 15,1-4-11-15,0-6-10 0,0-5-47 16,-1-2-21-16,2-3-30 0,-4 1-54 16,0-1-222-16,0-2-163 0,0 0-126 15,-3 0-233-15</inkml:trace>
  <inkml:trace contextRef="#ctx0" brushRef="#br0" timeOffset="81323.921">17950 8008 147 0,'0'0'2492'0,"0"0"-1943"16,0 0-122-16,0 0-109 0,0 0-4 16,0 0-78-16,0 0-88 0,0 0-108 15,0 0 18-15,0 0 59 0,81-9 30 16,-46 6-49-16,-1-2-22 0,2 0-52 0,1 3 4 16,-3-1 8-16,1 1-36 0,-1-2 0 15,4 1-18-15,1-3 16 0,0-2-22 16,2 0-28-16,0 1-76 0,-4-4-44 15,-1 4-52-15,-1-2-30 0,-5 0-234 16,-7 2-683-16,-1 1-1161 0</inkml:trace>
  <inkml:trace contextRef="#ctx0" brushRef="#br0" timeOffset="84491.368">19361 7925 703 0,'0'0'232'0,"0"0"1330"15,0 0-1024-15,0 0-117 0,0 0-67 16,0 0-73-16,0 0-63 0,0 0-29 15,0 0-78-15,0 0-46 0,-70-30-25 16,50 38-19-16,-3 3-2 0,-2 5 15 16,-1 3 2-16,-3 4 1 0,3 4-6 15,0 2 12-15,0 4-22 0,5 2-18 0,3 2-1 16,6 1-2-16,7-2 1 16,4 0 16-16,1-5-16 0,9-2-1 0,5-4-6 15,3-3-7-15,2-4 16 0,2-4-3 16,0-3 3-16,0-5 10 0,2-4 23 0,-1-2-17 15,0 0 2-15,-2 0-9 0,-1-7-12 16,-1 1-46-16,-5-3-21 0,3 0-46 16,-4-1-28-16,0 0-57 0,-4-2-78 15,-2-1-220-15,-3 3-461 0,-3-5-534 0</inkml:trace>
  <inkml:trace contextRef="#ctx0" brushRef="#br0" timeOffset="84680.104">19155 8174 49 0,'0'0'1525'16,"0"0"-424"-16,0 0-674 0,0 0-95 0,0 0-37 0,0 0-35 15,0 0-24-15,0 0-19 0,0 0-34 16,0 0-17-16,70-15-74 16,-45 9-34-16,4 0-58 0,0-5-12 15,1 3-47-15,1 1-63 0,0-1-63 0,1 2-44 16,-2 2-94-16,2 0-245 0,-9 1-530 15,9 0-670-15</inkml:trace>
  <inkml:trace contextRef="#ctx0" brushRef="#br0" timeOffset="85167.473">19822 7660 271 0,'0'0'2820'0,"0"0"-2263"16,0 0-220-16,0 0 29 0,81 12-87 15,-46-5-27-15,5-1-17 0,2 0-40 0,-1-1-43 16,2-4-31-16,-3-1-39 0,-1 0-34 16,0-3-20-16,-2-3-28 0,-2-4-31 15,-3-2-2-15,-2-1-100 0,-4-2-43 16,-3 2-65-16,-6-1-43 0,-3 3-157 16,-8 3-542-16,-6-2-406 0</inkml:trace>
  <inkml:trace contextRef="#ctx0" brushRef="#br0" timeOffset="85341.904">20073 7696 326 0,'0'0'284'0,"0"0"1624"0,0 0-1474 16,-17 90-50-16,17-54 22 0,0 5-47 16,0 3-26-16,0 6-68 0,0 4-80 0,-3 4-75 15,-3 4-15-15,-1 0-28 0,-1-5-67 16,3-6-12-16,2-8-19 15,3-11-82-15,0-8 12 0,0-7 24 0,8-10 19 16,3-7-102-16,1 0-69 16,3-14-45-16,-1 0-405 0,3-22-831 0</inkml:trace>
  <inkml:trace contextRef="#ctx0" brushRef="#br0" timeOffset="85545.34">20161 7782 1064 0,'0'0'1459'0,"0"0"-797"16,0 0-372-16,0 0-106 0,0 0 81 16,0 0 30-16,0 0 43 0,0 0-61 15,19 90-91-15,-8-53-63 0,-3 4-41 16,-2 3-30-16,-1 1-52 0,-2 2-16 0,-3 3-42 16,0 2-57-16,0-3-17 0,-1-5 3 15,-4-1-18-15,0-9-29 0,0-5-63 16,2-9-235-16,0-5-318 0,-1-5-649 0</inkml:trace>
  <inkml:trace contextRef="#ctx0" brushRef="#br0" timeOffset="85731.579">20156 8219 2017 0,'0'0'544'0,"0"0"-177"0,0 0-28 15,0 0 77-15,0 0-104 0,0 0-55 16,77-22-43-16,-52 18-66 0,1-1-61 15,2-1-57-15,-1 0-30 0,2-2-46 16,-2 1-19-16,0 1-108 0,1-2-100 16,-1 2-224-16,-7 1-585 0,0-2-1137 0</inkml:trace>
  <inkml:trace contextRef="#ctx0" brushRef="#br0" timeOffset="85931.866">20618 8334 2745 0,'0'0'442'0,"0"0"-107"0,-4 90-38 0,4-51 39 16,1 5-9-16,2 3-32 0,1-1-102 15,1 3-141-15,-1 1-6 0,0 0-22 16,-2-2-24-16,-1-1-71 0,-1-6-36 16,0-8-9-16,0-5-13 0,3-11 21 15,0-5-10-15,2-8-55 0,0-4-47 16,-1-3-110-16,-1-11-226 0,2-6-142 15,-2 0-450-15,2-19-84 0</inkml:trace>
  <inkml:trace contextRef="#ctx0" brushRef="#br0" timeOffset="86131.733">20674 8313 2202 0,'0'0'375'16,"0"0"-24"-16,0 0-60 0,0 0 24 0,0 0-43 15,0 0-27-15,0 0-57 0,0 0-48 16,0 0-47-16,88-10 6 0,-74 23-47 15,-3 0 10-15,-4 2-19 0,-6 1-18 16,-1 2-25-16,-4 1-49 0,-8 2-62 16,-5-3-44-16,-2 0 9 0,-2-1-6 15,-1-6 10-15,-1-3-53 0,4-4-13 16,-1-4-168-16,6 0-214 0,-3-9-952 0</inkml:trace>
  <inkml:trace contextRef="#ctx0" brushRef="#br0" timeOffset="86359.889">21042 7495 1679 0,'0'0'1302'0,"0"0"-689"0,0 0-103 16,60 83-50-16,-37-51-91 0,2 0-128 15,-3 0-31-15,2-3-79 0,-1-1-125 16,-1-4-6-16,-2-4-58 0,-1-2-143 16,1-7-49-16,-3-5-10 0,3-6-179 15,-7 0-583-15,7-11-663 0</inkml:trace>
  <inkml:trace contextRef="#ctx0" brushRef="#br0" timeOffset="86508.646">21399 7461 756 0,'0'0'2569'0,"0"0"-2167"0,0 0-231 16,-69 70 36-16,40-34 55 0,-4 4-43 15,-3 6-15-15,-3 1-143 0,0 2-61 0,-1 1-55 16,-3 3-74-16,-1 1-84 0,-6 1-120 16,12-13-358-16,-26 27-979 0</inkml:trace>
  <inkml:trace contextRef="#ctx0" brushRef="#br0" timeOffset="87308.391">16684 9621 729 0,'0'0'2132'0,"0"0"-1744"16,0 0-60-16,0 0 22 0,0 0 1 0,0 0-91 15,0 0-35-15,0 0-1 0,0 0-111 16,0 0-98-16,0 0-15 0,-74 73-3 16,52-45-24-16,2-3 10 0,3-1 15 15,6-7 1-15,2-2-11 0,3-4 10 0,5 0-16 16,1-5-22-16,1 1-21 0,11-1 36 15,2 1 13-15,8 1 0 0,1-3-10 16,1 0-2-16,0 1 21 0,-1-1-13 16,-2 0 4-16,-6 2 12 0,0 0 2 15,-7 3 10-15,0 2 37 0,-5 2 10 16,1 2-32-16,-4 4 22 0,0-1-9 0,0 1-40 16,-7-4-43-16,-1 1-24 0,-3-4-74 15,4-2-53-15,-1-4-60 0,3-2-181 16,1-5-275-16,1 0-539 0,3-11-702 15</inkml:trace>
  <inkml:trace contextRef="#ctx0" brushRef="#br0" timeOffset="87464.23">16969 9838 2383 0,'0'0'551'0,"0"0"-113"0,0 0 103 0,0 0-131 15,0 0-103-15,0 0-22 0,78 80-37 16,-75-64-90-16,-3-1-67 0,1-2-54 0,-1-5-37 15,0-3-76-15,0-4-61 0,2-1-67 16,2-5-81-16,3-9-136 0,2-8-304 0,2 3-600 16,7-22-569-16</inkml:trace>
  <inkml:trace contextRef="#ctx0" brushRef="#br0" timeOffset="87664.017">17332 9340 2176 0,'0'0'659'0,"0"0"-272"0,0 0 8 15,0 0 59-15,3 100-90 0,-1-52 6 16,-1 4-58-16,3 7-65 0,4-1-17 16,2 2-63-16,0-1-49 0,1-3-82 0,5-7-36 15,0-8 0-15,3-9-54 0,-1-10-31 16,-2-9-3-16,1-6 6 0,0-6-11 16,-3-1-56-16,-3-9-40 0,-3-7-147 15,-5-2-310-15,-3 4-627 0,-6-10-816 0</inkml:trace>
  <inkml:trace contextRef="#ctx0" brushRef="#br0" timeOffset="87834.333">17120 9735 215 0,'0'0'2111'0,"0"0"-1505"0,0 0-107 0,0 0-35 16,0 0-38-16,0 0-92 0,91 11-14 0,-55-11-82 15,5-8-95-15,3-4-80 0,0-2-60 16,0-1-3-16,1-1-51 0,-3-2-53 15,-1 5-112-15,-2 0-103 0,-10 4-310 16,9 0-876-16</inkml:trace>
  <inkml:trace contextRef="#ctx0" brushRef="#br0" timeOffset="88582.518">18962 9970 20 0,'0'0'3060'0,"0"0"-2563"0,0 0-169 15,0 0 4-15,0 0 65 0,0 0-4 16,58 84-101-16,-47-44-113 0,0 4-67 16,-2 3-36-16,-1-2-12 0,-2 0-37 15,-4-3-24-15,1-6-3 0,-1-5-18 16,-1-6-3-16,2-8 0 0,1-9-28 16,1-2-15-16,0-6-23 0,3 0-4 15,1-7-7-15,0-5 4 0,4-9-16 0,-2-5-6 16,3-4 24-16,-2-1 10 0,0-1 20 15,-1-2 22-15,-3 2 25 0,2-3 12 16,-3 0-9-16,-1 0 11 0,-1 6 1 0,-1 4 36 16,1 7-5-16,1 6-15 0,0 6 20 15,1 6 14-15,1 0 26 0,0 6 13 16,2 9-10-16,-4 6 6 0,1 4 7 16,-1 6-13-16,-3 2 0 0,-3 6-34 15,0-1-26-15,0-1-19 0,0-2-13 16,0-7-20-16,0-6-52 0,0-7-49 15,0-6-12-15,0-5-37 0,0-4-54 16,0 0-171-16,0-4-154 0,0-1-248 16,-2-9-914-16</inkml:trace>
  <inkml:trace contextRef="#ctx0" brushRef="#br0" timeOffset="88847.565">18860 9875 1679 0,'0'0'714'0,"0"0"-35"16,0 0-191-16,0 0-125 0,0 0-6 16,0 0-23-16,0 0-103 0,0 0 8 15,0 0-93-15,98-37-55 0,-61 29-34 16,1-3-56-16,-1 1 13 0,1 1-14 15,1-1-15-15,-2-1-15 0,1 1-4 16,-1 1-57-16,3-2-7 0,-1 3-18 16,0-2-120-16,-1 3-165 0,-11 1-565 0,8-5-875 0</inkml:trace>
  <inkml:trace contextRef="#ctx0" brushRef="#br0" timeOffset="90648.101">20712 9618 72 0,'0'0'2959'0,"0"0"-2433"0,0 0-230 16,11 94 9-16,0-46-28 0,-4 10-36 15,0 3-17-15,-1 2-65 0,-4 0-43 16,1-1-18-16,0-4-25 0,-3-7-45 0,5-7-28 16,-2-10-24-16,3-7 5 15,0-12-11-15,2-5-13 0,0-8-79 0,1-2-21 16,1-1 8-16,0-9 18 0,3-5 19 16,-3-5 27-16,0-5 12 0,-1-1 16 15,-1 0 9-15,-2 2 34 0,-3 0 9 16,0 4 19-16,-1 4 28 0,-1 6 12 0,1 3 9 15,-2 6-6-15,3 1 5 0,0 1-20 16,2 9-26-16,2 3 96 0,3 6-16 16,3 4-28-16,-1 3-12 0,3-1-9 15,-1 1-13-15,4-3-48 0,0-6-25 16,2-1-36-16,1-8-125 0,3-2-46 16,4-6-54-16,1-2-123 0,-4-5-319 15,12-15-793-15</inkml:trace>
  <inkml:trace contextRef="#ctx0" brushRef="#br0" timeOffset="91060.199">21488 10067 3350 0,'0'0'428'0,"0"0"-299"0,0 0-4 16,0 0 176-16,-63 83 42 0,50-59 34 0,3-5-121 16,4-3-150-16,3-4-72 15,3-3-19-15,0-4-15 0,0 0-18 16,5-3 16-16,3-1-44 0,1-1-2 0,2 0-1 15,0-5-12-15,3-4-9 0,-2-2-9 16,1-1-25-16,-1-1 12 0,-1 1 6 16,-1-1 22-16,0 2 17 0,-2-2 4 15,-2-1 19-15,-1-1 2 0,-2 1 22 16,-3-1 16-16,0 3 24 0,-2-2 21 16,-4 3 7-16,-2 3-41 0,0 3 10 0,0 5 31 15,1 0-13-15,1 4-7 0,0 7-47 16,0 6 10-16,2 5 32 0,1 3 24 15,3 0 12-15,0-2-21 0,0-4-19 16,3-2-39-16,5-7-21 0,0-1-16 16,3-6-5-16,2 0-19 0,0-3-3 15,4-3-9-15,1-7-4 0,1-2-18 16,-1-2 0-16,-2-2-28 0,0 1-28 16,-4 2-51-16,-1 3-4 0,-1 1-52 0,-3 2-36 15,-2 2-21-15,-2 2-28 16,0 2 14-16,-3-1 80 0,1 1 78 0,-1-1 67 15,0 1-36-15,0 1-243 0,0-3-301 0</inkml:trace>
  <inkml:trace contextRef="#ctx0" brushRef="#br0" timeOffset="91784.521">21688 9982 2285 0,'0'0'465'0,"0"0"-157"0,0 0 12 16,0 0 22-16,0 0 11 16,0 0-1-16,-50-67-87 0,39 58-90 0,-1 2-58 15,-3 5-16-15,2 1 14 0,-2 1 44 16,-1 3-65-16,-2 6-55 0,0 4-5 16,1 6-4-16,1 4-3 0,0 7 7 0,5 2 8 15,-1 5 9-15,4 2 4 0,3 1 48 16,2-2-25-16,2-6-42 0,1-6-17 15,1-7-16-15,4-6-1 0,3-6-2 16,2-1-17-16,3-4-16 0,2-2 12 16,2-2 0-16,5-11-15 0,2-5-46 15,-1-5-39-15,3-5-9 0,-1 0 11 16,-1-1 13-16,-3-1 12 0,0 3-4 16,-2 1 19-16,-5 3 9 0,-1-1 18 15,-6 4 14-15,-2 2 38 0,-4 1 40 16,-1 5 33-16,0 4-30 0,0 2 21 0,-1 4 24 15,-2 2 10-15,1 2-22 16,-1 10-22-16,0 6-11 0,1 6-4 0,-1 5 31 16,0 5 33-16,2 1 0 0,-1 0-12 15,1-3-43-15,1-1-48 0,0-6-6 16,0-6-24-16,1-6-31 0,8-5-57 16,-1-4-48-16,4-4-10 0,4 0 5 0,0-8-58 15,2-6-176-15,-2 3-297 0,4-17-783 0</inkml:trace>
  <inkml:trace contextRef="#ctx0" brushRef="#br0" timeOffset="92087.352">22096 9825 965 0,'0'0'2203'0,"0"0"-1757"0,0 0-178 0,0 0 96 0,0 0-79 15,0 0-11-15,-48 90 8 0,31-62-133 16,2 0-64-16,-1 1-24 0,5-4-22 15,0-3-20-15,3-2-19 0,5-4-1 16,3-4-15-16,0 0 16 0,8-4 2 0,1-1-2 16,6 2-39-16,2-3 6 15,1 0 8-15,2 0-5 0,0-1 15 0,-1 0 13 16,1 0 0-16,-2 3-29 0,0-1 28 16,-3 1-9-16,-4-2 10 0,-3 2 0 15,-1 2 2-15,-2-3 21 0,-5 4-18 16,0-2 12-16,-2 2-15 0,-5-2-21 0,-4 2-61 15,-3-2-31-15,-3 1-31 0,0-2-71 16,0-3-109-16,-3 1-186 0,6-1-560 16,-11-4-638-16</inkml:trace>
  <inkml:trace contextRef="#ctx0" brushRef="#br0" timeOffset="93237.212">23072 9947 137 0,'0'0'241'15,"0"0"1175"-15,0 0-419 0,0 0-539 16,0 0-99-16,0 0-12 0,0 0-37 16,19-69-49-16,-12 59-64 0,-1 3-62 15,2 0-34-15,-2 2-24 0,0 0-1 16,0 1-27-16,0 1-13 0,-2-1-33 15,3 3 0-15,-4 0 1 0,1 0 14 16,-2 0-18-16,-1 1-1 0,2-3-11 16,-1 3 10-16,-1 0 2 0,1 0 18 0,-1 0-6 15,1 0 0-15,-1 0-9 0,2 0 25 16,1 0-16-16,0 4 0 0,2 4 18 16,0 5-5-16,0 8 5 0,-2 1-18 15,-1 5-9-15,1 1 9 0,-2-1-12 16,-2-2 2-16,1 0-2 0,1-2-2 15,-2-7-10-15,0-3 10 0,2-4-13 16,-2-3-3-16,2-2-3 0,-1-2 2 16,2-1 1-16,-1 0-6 0,2 1 14 0,2-2 10 15,2 0 1-15,3 0-1 0,0 0-2 16,3-7 0-16,3-3-11 0,-2-4-2 16,1-3-15-16,1-2 14 0,-2 0-2 15,-1-4 16-15,-1 4-10 16,1-3-18-16,-2 3-7 0,-1-2 6 0,-2 1-2 15,-2 2 11-15,-1 0-8 0,-4-1-1 16,-2 5 19-16,0-3 9 0,-5 6-7 16,-3 0 10-16,-3 1 0 0,-3 0 15 15,3 2 13-15,-4 2-4 0,1 1 0 16,0 2-2-16,0 1-22 0,-1 2-1 0,-1 0-27 16,2 2 1-16,-3 5 5 0,3 3 7 15,1 2 12-15,4 2-15 0,1 3-4 16,4 4-2-16,1-1 2 0,1 4-8 15,2-5-1-15,0 3 3 0,2-3-12 16,4-5-18-16,3-2-65 0,2-1-45 16,0-5 47-16,5-2 22 0,1-4-21 0,2 0-50 15,2-3-142-15,0-6-201 0,-5 2-274 16,9-10-350-16</inkml:trace>
  <inkml:trace contextRef="#ctx0" brushRef="#br0" timeOffset="93531.701">23613 9682 1808 0,'0'0'671'0,"0"0"-271"15,0 0-208-15,0 0 181 0,0 0 92 16,0 0-42-16,0 0-99 0,57 85-115 16,-45-61-40-16,0 3 11 0,0-1 11 0,0 2-60 15,-2-1-49-15,-1-1-40 0,-3 0-30 16,-4-2-12-16,0-3-18 0,-1-4-37 15,-1-2-20-15,0-6 14 0,0-3 9 16,3-6-33-16,-3 0-43 0,5 0 6 16,0-9 52-16,2-1 70 0,4-7 27 15,0-3-15-15,5-5-10 0,-1-2-1 0,0-2 11 16,2-2-9-16,-1-1-3 0,1-4-36 16,2 5-75-16,2 0-79 0,1 3-125 15,3 0-219-15,-5 13-533 0,9-3-643 0</inkml:trace>
  <inkml:trace contextRef="#ctx0" brushRef="#br0" timeOffset="93947.226">24260 9762 1258 0,'0'0'2488'0,"0"0"-2132"0,0 0-194 16,0 0 268-16,0 0-83 0,0 0-64 0,0 0-52 15,0 0-119-15,-87 39-64 0,70-28-11 16,0 3-7-16,-3 4-27 0,2 6 15 15,0 1 12-15,1 3 4 0,2 1-10 0,3-3 0 16,5-1 0-16,4-6-3 16,3-3-21-16,0-6-26 0,3-2-16 0,7-6-28 15,3 1 1-15,4-3 20 0,2-6-2 16,6-10-13-16,1-3-27 0,2-10-24 16,3-3-34-16,-1-4-6 0,0-4-17 15,1 1-40-15,-3-6-47 0,3 2-8 16,-7-2-32-16,-1-2-42 0,-3-2-19 15,-4 2 62-15,-4 0 99 0,-5 4 199 16,-4 5 12-16,-3 7 137 0,0 9 88 16,0 6 76-16,0 10-43 0,-2 3 7 15,0 3 5-15,0 3-39 0,-1 8-58 0,0 5-13 16,-4 7-46-16,3 7-13 0,-2 3 18 16,2 2 109-16,-1-1-106 0,2 0-86 15,1-1-48-15,-3 1-30 0,0 1-43 16,-1-1-88-16,-1 0-55 0,1-2-50 15,1-6-134-15,5-3-273 0,0-9-501 0,3-5-52 16,3-5 438-16,7-5 191 0</inkml:trace>
  <inkml:trace contextRef="#ctx0" brushRef="#br0" timeOffset="94232.78">24514 9819 1913 0,'0'0'815'0,"0"0"-253"0,0 0-112 16,0 0-82-16,0 0-44 0,83 65-52 15,-68-57-70-15,0-1-37 0,1-7-30 16,1 0-50-16,2-2-30 0,1-11-36 15,2-3-19-15,-2-7-64 0,0 0-37 16,-1-3-17-16,-4 2 1 0,0 1 32 0,-5 3-4 16,-2 3 3-16,-4-1 30 0,-2 6 41 15,-2-1 15-15,0 1 43 0,-3 2-9 16,-5 5 9-16,1 2 34 0,0 3 30 16,-3 7-18-16,1 5-74 0,0 9 9 15,-3 5 7-15,2 2 39 0,-1 1 18 0,2 0-27 16,0-2-61-16,3-5-9 15,1-5-9-15,4-6-43 0,1-4-61 0,0-4-34 16,7-3 9-16,5-3 33 0,2-8-62 16,2-3-75-16,4-4-160 0,2-3-319 15,-5 4-596-15,9-6 76 0</inkml:trace>
  <inkml:trace contextRef="#ctx0" brushRef="#br0" timeOffset="94430.779">25014 9660 1023 0,'0'0'1678'0,"0"0"-1210"0,0 0-98 16,0 0-29-16,0 0-108 0,0 0-81 0,60 72-21 15,-51-49-17-15,-1 4 41 0,0-2 142 16,-2 0-162-16,-4-1-80 0,-2-5-55 16,2-1-9-16,-1-4 9 15,-1-3 0-15,0-7 1 0,3 0 0 0,-3-2-1 0,3-2 2 16,-2 0-2-16,4-6 0 0,0-3-25 16,4-5 25-16,4-1 0 0,-1-5-64 15,2 0-77-15,3 0-40 0,3-4-34 16,1 2-65-16,3-2-74 0,-4 6-439 15,8-12-1040-15</inkml:trace>
  <inkml:trace contextRef="#ctx0" brushRef="#br0" timeOffset="94834.649">26306 9278 2674 0,'0'0'424'0,"0"0"-264"16,0 0 24-16,0 0 35 0,0 0-30 16,0 0 69-16,-20 72-61 0,4-34-58 0,-1 10-12 15,1 4 61-15,1 3 45 0,-2 1-68 16,7-4-53-16,3-2-39 0,7-8 13 16,0-7 62-16,10-6-9 0,6-10-66 15,7-3-55-15,7-7-6 0,4-1 6 16,3-5 4-16,5-3-9 0,1-6-13 15,0-8-82-15,0-6-48 0,-2-5-34 16,-3-3-57-16,-1-4-54 0,-6-2-229 0,-9 6-793 16,1-9-1415-16</inkml:trace>
  <inkml:trace contextRef="#ctx0" brushRef="#br0" timeOffset="95037.318">26492 9346 3149 0,'0'0'704'0,"0"0"-436"0,0 0-100 16,-24 92 111-16,20-54 99 0,-2 4-18 16,4 6-78-16,-1 2-133 0,3 5-95 15,0 5-21-15,-1 3-23 0,-1 0-10 16,-1 1-39-16,2-3-76 0,0-3-27 16,-1-7-71-16,2-4-33 0,-1-3-141 15,1-11-400-15,-4 9-1003 0</inkml:trace>
  <inkml:trace contextRef="#ctx0" brushRef="#br0" timeOffset="95981.26">15446 11376 2330 0,'0'0'1084'0,"0"0"-796"15,0 0-140-15,0 0 12 0,0 0 26 16,0 0 10-16,0 0 57 0,82-7-35 16,-40 5-92-16,5-1-47 0,7-4-21 15,5 1 9-15,1-2-3 0,2-3-30 16,0 1-32-16,-1-2-2 0,-5 0-9 15,-6 3-10-15,-4-1-20 0,-5 1-68 0,-8 3-55 16,-1 0-13-16,-8 3-18 0,-4-1-61 16,-7 4-153-16,-7 0-277 0,-6 0-698 15,0 6-332-15,-19 2 1566 0</inkml:trace>
  <inkml:trace contextRef="#ctx0" brushRef="#br0" timeOffset="96192.063">15570 11518 939 0,'0'0'1324'0,"0"0"-582"15,0 0-368-15,0 0-241 0,0 0 60 16,0 0 68-16,0 0 9 0,106 17-68 16,-67-12-35-16,0-3-78 0,0 0-61 15,0-2-27-15,-3 0-1 0,2 0-15 0,-3 0-41 16,-1-4-64-16,-1 1-66 0,-4-1-60 15,-1-3-157-15,-10 2-333 0,-1-5-954 0</inkml:trace>
  <inkml:trace contextRef="#ctx0" brushRef="#br0" timeOffset="96563.27">15524 10970 1117 0,'0'0'1492'15,"0"0"-1324"-15,0 0-62 0,0 0 54 0,-87 87 7 16,61-51-56-16,-1 2-37 0,-1 2-33 16,-1 1-19-16,2 2-19 0,-2-1 7 15,-1 2-10-15,1-3 0 0,2 0 13 16,0-3 37-16,-1-6 33 0,5-2 40 15,0 0-16-15,2-4-19 0,4-4-13 16,3 2 11-16,4-3 20 0,7-3-37 16,3 1-41-16,3-2 15 0,12 1 31 0,6 1 25 15,11-2-18-15,5-2-13 0,9 3 15 16,4-6-13-16,4 1-18 0,-1-2-3 16,1-1-15-16,-4-2-34 0,-2 2-12 0,-3-5-43 15,-5-2 3-15,-1-3-62 16,-3-1-25-16,0-10-84 0,-3-3-92 0,-6-1-205 15,2-13-792-15</inkml:trace>
  <inkml:trace contextRef="#ctx0" brushRef="#br0" timeOffset="96817.377">15864 11067 450 0,'0'0'2339'0,"0"0"-1900"15,0 0-51-15,85 2 8 0,-46 5-48 16,5 0-79-16,3 4-76 0,1 2-70 0,2 1-34 16,0 4-83-16,-4 4-6 0,0 4-37 15,-5 2-3-15,-5 5-70 0,-6 5-40 16,-6 1-20-16,-9 7 18 0,-10 1 22 0,-5 3 33 16,-4 0 38-16,-12 2 2 15,-3-2-9-15,-4-2 31 16,-2-6 34-16,-1-6-36 0,-2-4-118 0,-2-6-292 15,6-8-586-15,-14-3-591 0</inkml:trace>
  <inkml:trace contextRef="#ctx0" brushRef="#br0" timeOffset="97579.667">18066 11790 1756 0,'0'0'1518'0,"0"0"-1156"0,0 0-135 16,0 0 109-16,0 0-4 0,0 0-21 15,0 0-88-15,0 0-107 0,0 0-34 16,0 0 22-16,0 0 48 0,50 91-37 15,-40-53-76-15,-3 3-18 0,1 2-9 16,-4-1-9-16,1 0-3 0,1-4-2 16,-3-2 1-16,-1-6-11 0,-1-7-6 15,1-9-6-15,-1-6-55 0,1-5-21 0,-1-3 12 16,2-6-18-16,4-7-1 16,2-10 37-16,2-4 6 0,0-9 30 0,1-3 7 15,-1 1 14-15,-3 2 13 0,2 1 0 16,-3 5 31-16,-1 6-13 0,0 4 16 15,-1 4 18-15,0 5 12 0,-2 4 9 16,-2 3 0-16,1 1-3 0,-1 2-34 0,-1 0-20 16,2 1-15-16,-2 0 2 0,3 6-2 15,0 6 11-15,2 7 82 0,1 6-6 16,1 3-34-16,-3 4-5 0,2 3-37 16,-1-2-12-16,-2-1-17 0,1-2-11 15,4-4-87-15,-2-4-18 0,2-6 17 16,-3-5-63-16,3-5-47 0,-1-5-97 15,-2-1-300-15,-2-3-601 0,-1-12-826 0</inkml:trace>
  <inkml:trace contextRef="#ctx0" brushRef="#br0" timeOffset="97842.967">17930 11640 460 0,'0'0'2611'0,"0"0"-2101"16,0 0-138-16,0 0-3 0,0 0-106 16,0 0-13-16,0 0-15 0,90-25-46 0,-56 16-103 15,1-1-71-15,2 0-15 0,-2 0-15 16,-1 0-10-16,0 2-2 0,-3 0-4 15,1 0-30-15,-2 0-85 0,-1 2-65 16,-2-1-60-16,-5 4-245 0,-5 0-674 16,-1 0-1120-16</inkml:trace>
  <inkml:trace contextRef="#ctx0" brushRef="#br0" timeOffset="98471.356">18865 11207 1539 0,'0'0'1357'15,"0"0"-874"-15,0 0-75 0,0 0-58 16,0 0-36-16,84 8-55 0,-64-1-51 16,0 3-42-16,-3-2-57 0,-2 3-48 15,-2 3-42-15,-2 2-19 0,-5 0 12 16,-3 4-10-16,-3 0-2 0,0 7-40 15,-7 0-9-15,-3 4-27 0,-4 1 3 16,-2 1 9-16,1-4 27 0,-2-3 37 0,6-6 6 16,-1-6 40-16,6-6 0 0,2-3-3 15,3-1 5-15,1-4-20 0,0 0 5 16,0 0-5-16,1-3-28 0,6 2 2 16,5-4 19-16,2 2 1 15,3-3-10-15,2 1-10 0,1 0-1 0,0-2 1 0,1 0-2 16,3 2-29-16,1-1-13 0,1 0-1 15,2 0-36 1,0 1-114-16,-1 0-56 0,2 3-79 0,0 1-72 16,0 1-1-16,-8 0-383 0,2 1-889 0</inkml:trace>
  <inkml:trace contextRef="#ctx0" brushRef="#br0" timeOffset="98941.434">19284 11219 1570 0,'0'0'227'0,"0"0"744"15,0 0-714-15,0 0-71 0,0 0 43 16,0 0 37-16,0 0 91 0,-5 70-68 0,5-40-75 16,0 4-35-16,0 0-35 0,0 2-3 15,2 2-50-15,-2 0-33 0,0 3-37 16,0 1 1-16,-2-2-22 0,-1 0 0 16,0-5-19-16,-1 1-5 0,1-8-46 15,3-4-58-15,0-5-47 0,0-5-53 0,0-2-50 16,3-5-105-16,1-3-272 0,4-2-779 0</inkml:trace>
  <inkml:trace contextRef="#ctx0" brushRef="#br0" timeOffset="99206.746">19813 11728 3764 0,'0'0'537'0,"0"0"-314"16,0 0-66-16,0 0-19 0,103 17 19 15,-74-11-44-15,-3 1-43 0,2-3-43 16,-1-2-18-16,-3-2-9 0,1 0-76 15,-4 0-147-15,-5-6-106 0,-4 2-115 0,-4 1-212 16,-5 3-775-16,-3 3-457 0</inkml:trace>
  <inkml:trace contextRef="#ctx0" brushRef="#br0" timeOffset="99379.934">19785 11978 1869 0,'0'0'1582'0,"0"0"-1338"0,0 0-128 16,0 0 76-16,0 0 40 0,0 0 7 15,0 0 48-15,0 0-91 0,0 0-12 0,0 0 4 16,0 0-39-16,85 44-34 0,-49-40-45 16,1-4-37-16,0 0-33 0,2-4-3 15,-2-8-106-15,1-2-39 0,0-4-59 16,-5-4-95-16,1-1-262 0,-10 6-760 16,6-10-1364-16</inkml:trace>
  <inkml:trace contextRef="#ctx0" brushRef="#br0" timeOffset="99641.261">20615 11389 4157 0,'0'0'625'0,"0"0"-441"0,0 0-132 15,0 0 55-15,0 0 67 0,23 95 35 16,-12-57 25-16,1 5-122 0,1 6-52 0,3 4-18 16,-1 2-29-16,-1 6-13 0,-4-1-42 15,-3 5-37-15,-2-1-29 0,-3-2-53 16,-2-1-33-16,0-3-28 0,0-3-72 16,0-5-146-16,0-5-221 0,0-14-483 0,-4 10-649 15</inkml:trace>
  <inkml:trace contextRef="#ctx0" brushRef="#br0" timeOffset="103880.352">23967 11619 658 0,'0'0'2196'0,"0"0"-1684"16,0 0-53-16,0 0-63 15,99 18-49-15,-68-16-61 0,1-2-93 0,1-2-56 0,-2-4-52 16,0-5-33-16,0 1-40 0,-3-4-12 16,-2-1-45-16,-2-1-114 0,-5 1-55 15,-6 2-96-15,-5 4-140 16,-3 4-329-16,-8 5-714 0</inkml:trace>
  <inkml:trace contextRef="#ctx0" brushRef="#br0" timeOffset="104038.213">24058 11775 764 0,'0'0'26'0,"0"0"1621"16,0 0-990-16,0 0-110 0,0 0-81 15,0 0-71-15,81 24-124 0,-50-24-44 0,4-4-59 16,3-8-74-16,-1-7-57 0,3-2-14 16,-4-5-23-16,1-4-79 0,-4-1-101 0,-3-1-65 15,-3-3-94-15,-7 11-251 0,-4-11-1127 16</inkml:trace>
  <inkml:trace contextRef="#ctx0" brushRef="#br0" timeOffset="104258.463">24201 11212 1302 0,'0'0'78'15,"0"0"1503"-15,0 0-1156 0,0 0-124 16,0 0 20-16,0 0 36 0,-11 85-48 15,25-45-73-15,6 7-49 0,5 9-56 16,0 5-31-16,4 7-18 0,-1 3-15 0,-6 3-27 16,0-3-40-16,-2-3-45 15,-2-3-52-15,1-11-98 0,-1-10-40 0,4-10-4 16,2-13-76-16,2-12-154 0,-3-8-630 16,8-16-1117-16</inkml:trace>
  <inkml:trace contextRef="#ctx0" brushRef="#br0" timeOffset="104434.048">24922 11318 2020 0,'0'0'1334'0,"0"0"-915"16,0 0-284-16,0 0 10 0,20 90 120 16,-13-49 82-16,0 6-28 0,4 1-127 15,-2 2-119-15,0 2-73 0,-1-2-6 16,-2 0-40-16,-4 1-137 0,-2-1-117 0,0-1-183 15,-3-14-601-15,-9 12-1237 0</inkml:trace>
  <inkml:trace contextRef="#ctx0" brushRef="#br0" timeOffset="105310.154">22402 11931 176 0,'0'0'254'0,"0"0"1"0,0 0-40 15,0 0-68-15,0 0-102 16,0 0 17-16,0 0-7 0,0 0-16 0,0 0-6 16,0 0-10-16,28-16 3 0,-27 15-12 15,2-1-14-15,0 2-39 0,-2-2-170 16,-1 2-110-16,2 0-82 0,0 0 25 0,-42 21 376 15</inkml:trace>
  <inkml:trace contextRef="#ctx0" brushRef="#br0" timeOffset="110045.352">20285 11164 1774 0,'0'0'1249'15,"0"0"-754"-15,0 0-107 0,0 0-109 0,0 0 7 16,0 0-5-16,0 0-12 0,0 0-58 16,0 0-80-16,0 0-37 0,35 51-6 15,-21-48-3-15,0-2-19 0,3-1-20 16,1 0-19-16,1-3-26 0,4-4-1 16,2-1-9-16,-3-3-6 0,4-1-88 15,1 0-73-15,1-3-64 0,1 1-75 0,4-1-212 16,-10 5-821-16,8-5-1515 0</inkml:trace>
  <inkml:trace contextRef="#ctx0" brushRef="#br0" timeOffset="110906.608">22885 11667 834 0,'0'0'374'0,"0"0"927"15,0 0-905-15,0 0-53 0,0 0 38 0,0 0-37 16,0 0-15-16,0 0-51 0,0 0-53 16,41 64-66-16,-37-39-46 0,-4 0-21 15,0 3-19-15,0 0-18 0,-4 0 12 16,1-3-34-16,0-3-21 0,1-5-12 15,1-5-14-15,-1-2-7 0,2-5 0 16,0-2-7-16,0-3-17 0,0 0-7 0,2-1-21 16,1-6 0-16,3-3 8 0,3-5 19 15,0-3-30-15,3-3-1 0,1-5-12 16,0 0 15-16,2-1 22 0,-1 3 6 16,3 2 7-16,-3 3 39 0,0 2 3 15,-2 6 12-15,-2 5 31 0,2 2 19 0,-4 2-6 16,0 2 8-16,1 2 4 0,0 5-13 15,-1 2-27-15,0 3-1 0,1 0 4 16,-2 5-10-16,-1 1 19 0,-3 2-6 16,-2 1-7-16,-1-1-2 0,0 1-15 15,0-2-13-15,-1-4-24 0,-1-3-40 16,-1-2-7-16,0-6-20 0,0-2-32 16,2-2-53-16,-2 0-77 0,0-5-201 15,-2-6-345-15,0 4-873 0,-2-11 227 16</inkml:trace>
  <inkml:trace contextRef="#ctx0" brushRef="#br0" timeOffset="111164.416">22856 11493 1596 0,'0'0'273'0,"0"0"892"0,0 0-747 16,0 0-76-16,0 0 32 0,0 0-113 15,0 0-33-15,0 0-22 0,0 0-83 16,0 0-25-16,0 0-16 0,68-29-3 16,-41 19-3-16,2 0-42 0,2-1-34 15,2-1-22-15,0 0-23 0,2-1-71 0,-1 3-34 16,0 0-27-16,1-1-45 0,-2 3-68 16,3-1-139-16,-3 4-307 0,-1-1-726 15,-9 1 39-15</inkml:trace>
  <inkml:trace contextRef="#ctx0" brushRef="#br0" timeOffset="113214.18">21762 12154 352 0,'0'0'1706'0,"0"0"-1237"0,0 0-47 16,0 0-98-16,0 0 19 0,0 0-28 0,0 0-36 16,0 0-64-16,6 85-42 15,-6-62-35-15,0-1-33 0,-1 2-29 0,-5 1-14 16,-3 0-31-16,-1 0-31 0,1 1-18 15,-2-2-71-15,2-7-46 0,-1-1-62 16,3-4-72-16,1-1-176 0,5-6-362 0,0-2-999 16,1-3 646-16</inkml:trace>
  <inkml:trace contextRef="#ctx0" brushRef="#br0" timeOffset="113960.895">25620 11656 111 0,'0'0'2157'0,"0"0"-1641"0,0 0-115 16,0 0-57-16,0 0 4 0,0 0 56 0,0 0-104 16,0 0-57-16,98 16-86 15,-70-10-14-15,3-1-27 0,0-4-46 0,0-1-12 16,0 0-27-16,-3-3-31 0,1-6-39 15,-3 1-68-15,0-1-70 0,-4-3-34 16,-2 3-75-16,-4 0-139 0,-3 2-304 0,-9 3-717 16,-2 2-461-16</inkml:trace>
  <inkml:trace contextRef="#ctx0" brushRef="#br0" timeOffset="114143.221">25811 11787 706 0,'0'0'480'0,"0"0"472"15,0 0-509-15,0 0-41 0,0 0 36 16,0 0-80-16,0 0-68 0,104 36-87 0,-74-47-163 16,3-4-40-16,0-6-103 15,-2 1-57-15,1-5-85 0,-3-3-160 0,-4 3-671 16,-7 3-804-16,4-6 1659 0</inkml:trace>
  <inkml:trace contextRef="#ctx0" brushRef="#br0" timeOffset="114322.178">26081 11409 886 0,'0'0'1373'0,"0"0"-1059"15,0 0-127-15,0 0 57 0,0 0 107 16,85 59 71-16,-57-40-113 0,0-2-88 16,-1 2-48-16,-1 2-58 0,-5 0-87 15,-5 1-28-15,-6 1-61 0,-8 1-13 16,-2 4-4-16,-10 1-27 0,-8 1-23 15,-3-1-29-15,-4-1-63 0,-2-3-109 16,7-10-362-16,-14 4-1024 0</inkml:trace>
  <inkml:trace contextRef="#ctx0" brushRef="#br0" timeOffset="115004.121">23658 10926 1334 0,'0'0'261'0,"0"0"1034"16,0 0-898-16,0 0-171 0,0 0 21 15,0 0 20-15,0 0-38 0,0 0-71 16,0 0-77-16,0 0-56 0,0 0-22 0,48-37 18 16,-48 49-2-16,0 2-16 0,0 5-3 15,-3 3-42-15,-5 0-23 16,-1 0 34-16,1 0-13 0,-4-1 23 0,4-4 8 16,0-1 13-16,-1 1 1 0,4-3 0 15,2-3 55-15,2-3 9 0,1-1-12 16,0 0-10-16,7-3 9 0,1-1-8 15,1 0 26-15,5-3-8 0,2 0-1 16,1 0-33-16,2-3-1 0,4 0 10 16,0-4-37-16,-1 2-27 0,4-1-90 15,2 1-58-15,0-1-79 0,1 2-93 16,4 0-300-16,-7 0-876 0,16 0-158 0</inkml:trace>
  <inkml:trace contextRef="#ctx0" brushRef="#br0" timeOffset="115807.093">27152 11511 368 0,'0'0'1315'0,"0"0"-260"0,0 0-663 15,0 0-73-15,0 0-25 0,0 0 46 0,0 0 40 16,0 0-106-16,0 0-93 0,55 82-52 15,-45-49-41-15,-6 5-33 0,-4 1-9 16,0-2-6-16,0-1-4 0,-4-4-15 16,0-3-21-16,-2-8-6 0,5-4-6 15,-1-8-15-15,2-3-10 0,0-6-2 16,0 0-13-16,0 0 3 0,6-8-12 0,3-8 18 16,2-3-6-16,6-8-24 0,-1-4-13 15,4-1-34-15,-2-3 0 16,1 4 39-16,-2 4 35 0,-1 4-4 0,1 4 50 15,-3 5 0-15,2 6 22 0,-3 4 25 16,1 4 8-16,-3 0 22 0,-1 4 10 16,0 6-7-16,-2 4 3 0,-2 3-16 15,0 4-18-15,-4 0-9 0,-2 1-19 16,0-1-20-16,0 2 16 0,-2-3-17 0,-2-2-71 16,-1-5-2-16,-1-2-41 0,2-6-21 15,-3 1-4-15,-2-5-56 0,2-1-175 16,-2 0-273-16,-3-3-778 0,3-2-235 15,-7-9 1460-15</inkml:trace>
  <inkml:trace contextRef="#ctx0" brushRef="#br0" timeOffset="116026.173">27015 11372 980 0,'0'0'404'0,"0"0"1075"0,0 0-1156 16,0 0-154-16,0 0 108 0,0 0 44 16,0 0-70-16,0 0-12 0,0 0-56 15,94-3-91-15,-61-1-24 0,1 1-13 0,3-2-18 16,-3-1-37-16,2 1-3 0,1-2-62 16,-1-1-30-16,1-1-93 0,3-3-51 0,-1-4-93 15,-8 4-262-15,10-8-963 0</inkml:trace>
  <inkml:trace contextRef="#ctx0" brushRef="#br0" timeOffset="116329.909">27869 11006 992 0,'0'0'1621'0,"0"0"-1138"16,0 0-120-16,0 0-56 0,0 0-30 15,92-36-108-15,-78 35-100 0,-1 1-69 16,-4 0-72-16,-5 5 1 0,-1 5 14 16,-3 5-28-16,0 4 25 0,-7 6-31 0,-3 3 12 15,-5 1 19-15,2 2 16 0,-1 0 41 16,4-3 3-16,3-3 145 16,4-6 6-16,3-2-40 0,3-3-36 0,8-4-10 0,6-3 1 15,5 0 2-15,6-3 6 0,3-3-5 16,3-1-42-16,0 0-27 15,2-5-21-15,-2-2-100 0,0 0-60 0,-1 0-67 16,-1 1-61-16,-11-1-257 0,6-1-906 0</inkml:trace>
  <inkml:trace contextRef="#ctx0" brushRef="#br0" timeOffset="116531.709">28386 11518 2602 0,'0'0'1693'0,"0"0"-1318"0,0 0-197 16,0 0 27-16,0 0-56 0,93-4-15 15,-68-6-9-15,1-1-125 0,2-4-24 0,-1 1-137 16,-1-3-50-16,-2 3-67 16,-6 4-186-16,-4 5-498 0,-8 1-456 0,-3 4-392 15,-6 7 1709-15</inkml:trace>
  <inkml:trace contextRef="#ctx0" brushRef="#br0" timeOffset="116698.377">28418 11646 1171 0,'0'0'72'0,"0"0"1491"0,0 0-1214 15,0 0-97-15,0 0 144 0,0 0 25 16,0 0-40-16,0 0-83 0,0 0-75 0,0 0-70 16,52 12-53-16,-26-22-58 0,1 1-42 15,-1-1-51-15,-2 0-19 0,-3 3-52 16,0-2-70-16,-4 3-23 0,-1 2-84 15,-3 0-172-15,-4-1-333 0,-3 4-764 16,-3 1 128-16</inkml:trace>
  <inkml:trace contextRef="#ctx0" brushRef="#br0" timeOffset="117905.779">29453 11530 88 0,'0'0'2444'0,"0"0"-1757"15,0 0-229-15,0 0-143 0,0 0-71 16,0 0-33-16,0 0 39 0,0 0-44 16,0 0-71-16,0 0-47 0,0 0-39 15,64 12-9-15,-44-12-40 0,0 0-2 16,0-3 1-16,2-1-65 0,1-3-63 0,0-1-73 16,-1-1-66-16,1-3-88 0,2 0-255 15,-6-3-609-15,-4 4-593 0,1-7 1571 0</inkml:trace>
  <inkml:trace contextRef="#ctx0" brushRef="#br0" timeOffset="118109.74">29852 11270 703 0,'0'0'2268'16,"0"0"-1764"-16,0 0-345 0,0 0-68 15,-8 73 42-15,8-40 196 0,0 5-37 16,-1 6-30-16,-1 2-126 0,2 1-66 0,-1-1-42 15,0 0-28-15,-4-5-10 0,4-3-51 16,-1-6-52-16,2-6-72 0,0-6-47 16,0-6-86-16,2-5-263 0,4-4-509 15,-4-3-553-15,-2-2 1294 0</inkml:trace>
  <inkml:trace contextRef="#ctx0" brushRef="#br0" timeOffset="133301.787">30679 11395 760 0,'0'0'0'0,"0"0"127"0,0 0-127 16,0 0 972-16,0 0-518 0,0 0-102 16,0 0-94-16,0 0-5 0,0 0-21 15,0 0-13-15,0 0-39 0,0 0-45 16,0 0-14-16,0 0 3 0,0 0 13 15,0 0-25-15,47 73-22 0,-42-56-25 0,-2-1-19 16,-3 3-3-16,2 0-6 16,-2-2-36-16,0 1 2 0,0-2 6 0,0 2-9 15,0-4-27-15,0 1-32 0,-2-2-21 16,0-3-4-16,1-3 1 0,1-3-4 0,-2-3-19 16,2-1-41-16,0 0-73 15,-1-4-103-15,-1-2-152 0,-1-3-276 0,-1-4-603 16,1 4 620-16,-2-10 534 15</inkml:trace>
  <inkml:trace contextRef="#ctx0" brushRef="#br0" timeOffset="133484.451">30744 11211 205 0,'0'0'2605'0,"0"0"-2188"0,0 0-255 16,0 0 16-16,0 0 122 0,0 0-11 15,0 0-117-15,0 0-141 0,85-38-31 16,-75 37-84-16,0 0-110 0,-1 1-86 16,-1 0-167-16,1 0-656 0,-6 0-944 15,-2 7 2021-15</inkml:trace>
  <inkml:trace contextRef="#ctx0" brushRef="#br0" timeOffset="133782.421">30976 11421 23 0,'0'0'2667'0,"0"0"-2170"0,0 0-216 16,0 0-69-16,0 0 24 0,-5 66 59 0,5-60-111 15,0-3-101-15,5-2-83 0,-1-1-46 16,3 0-7-16,2 0-43 0,2-5-4 16,1-4 0-16,1-2-7 0,0 0 0 15,-1-3 13-15,0 4 21 0,0-1 7 0,-1 3 6 16,-1 4 31-16,2-1 11 0,-1 5 18 15,-2 0 29-15,1 1 66 0,-1 7-7 16,0 0-15-16,-4 1 15 0,0 1-29 16,1 2-5-16,-3-1-10 0,3 2-25 15,-3-2 9-15,0-2-21 0,0 1-7 0,0-3-47 16,0-3-61-16,1 0-40 0,1 0-54 16,2 0-74-16,-1-1-188 0,-1 0-315 15,1 1-652-15,-1-1 785 0,7 1 634 0</inkml:trace>
  <inkml:trace contextRef="#ctx0" brushRef="#br0" timeOffset="134273.661">31595 10993 1463 0,'0'0'1802'16,"0"0"-1367"-16,0 0-252 0,0 0 34 15,0 0 181-15,0 0 8 0,101 36-64 16,-72-29-120-16,1-4-113 0,1-3-63 0,-3 0-19 16,-2-5-15-16,-1-1-12 0,-2-4-1 15,-1 1-54-15,-2-3-60 0,-6-3-88 16,0 2-35-16,-5 1-81 0,-3 1-247 0,-4 2-558 16,-2 3-780-16</inkml:trace>
  <inkml:trace contextRef="#ctx0" brushRef="#br0" timeOffset="134454.976">31786 11036 473 0,'0'0'1897'0,"0"0"-1333"15,0 0-212-15,-13 82-72 0,13-47 61 16,-2 5 78-16,2 6-69 0,0 1-46 16,0 3-127-16,0 3-74 0,-1 1-36 0,-5 0-24 15,0-4-28-15,3-4-15 0,0-11-21 16,3-13-46-16,0-8-43 15,6-7-9-15,2-7-46 0,4-2-31 0,0-11-57 16,2-6-203-16,1-6-345 0,-2 2-657 16,1-13-199-16</inkml:trace>
  <inkml:trace contextRef="#ctx0" brushRef="#br0" timeOffset="134660.499">31930 11106 114 0,'0'0'2395'0,"0"0"-1765"0,0 0-235 0,0 0-148 15,0 0-18-15,-8 97 106 0,8-54-81 16,0 5-30-16,0 4-43 0,5 1-59 16,1 2-24-16,-1 0-28 0,1 0-9 15,-1-2-61-15,-1-5-16 0,-1-6-124 16,2-10-27-16,1-7-23 0,3-8-32 16,2-5-78-16,-1-5-176 0,-1-3-554 0,0-2-540 15,-7-2 580-15</inkml:trace>
  <inkml:trace contextRef="#ctx0" brushRef="#br0" timeOffset="135729.147">31874 11031 88 0,'0'0'1798'0,"0"0"-1044"16,0 0-358-16,0 0-159 0,0 0-21 16,0 0 56-16,0 0-24 0,0 0-56 15,0 0-58-15,0 0-44 0,-6-13 3 16,6 9-1-16,0 0-6 0,3 0-12 15,1 1-25-15,0-1-9 0,1-1-6 16,1 4 0-16,0-3 2 0,2-1 7 0,1 0-3 16,3 1-6-16,1-1 5 0,5 2 7 15,1-4 30-15,6 0 70 0,3 0-76 16,2-2-25-16,2 0-26 16,-1-3 2-16,1 3 0 0,-2-1 6 0,-1 2-24 15,-1-3 0-15,-6 5-3 0,-3 2-2 16,1-2-10-16,-5 3-12 0,-1 0-12 15,-3 3-25-15,-4-2-54 0,-3 2-41 16,-1 0-30-16,-3 0-38 0,0 2-53 0,-3 3-164 16,-3 4-217-16,-5-1-467 0,2 3-564 15,-13 7 1432-15</inkml:trace>
  <inkml:trace contextRef="#ctx0" brushRef="#br0" timeOffset="135984.238">31871 11426 992 0,'0'0'2012'0,"0"0"-1568"0,0 0-286 0,0 0-60 16,0 0 110-16,0 0 168 0,0 0-69 0,0 0-120 15,0 0-76-15,0 0-35 0,0 0 10 16,82 7-10-16,-55-7-42 0,4 0-19 15,0 0-15-15,4 0-43 0,-1-2-48 16,-1 1-80-16,1-3-72 0,-1 4-73 16,1 0-217-16,-8 0-817 0,15 0-844 0</inkml:trace>
  <inkml:trace contextRef="#ctx0" brushRef="#br0" timeOffset="136330.726">32603 11516 2141 0,'0'0'1752'16,"0"0"-1388"-16,0 0-187 0,0 0 110 16,-81 7-8-16,61-4-62 0,0-1-50 15,0 5-79-15,1 1-52 0,1 3-20 0,-2 5 8 16,4 1-12-16,-1 1 9 16,3-1-19-16,4 1-2 0,4-5-14 0,5-4 12 15,1-4-22-15,0-4-22 0,1-1-8 16,6 0-13-16,5 0-3 0,-1-3-15 15,5-6-4-15,0-3 1 0,1-1 2 16,-1-1-12-16,1-2 3 0,-4 5 27 16,2 4 44-16,-4 2 24 0,-2 5 10 15,-1 4 58-15,0 7 18 0,-2 8 9 16,-1 5-19-16,-2 5-12 0,-1 7 22 16,-1 6-31-16,-1 2-28 0,0 2 0 15,0 4 13-15,0 1-19 0,0 2-21 0,0 1 15 16,-3-6-15-16,-3-3-51 0,4-10-56 15,-1-8-70-15,3-8-37 0,0-6-42 16,0-7-289-16,0-1-755 0,3-5-1169 0</inkml:trace>
  <inkml:trace contextRef="#ctx0" brushRef="#br0" timeOffset="137388.561">29455 11071 661 0,'0'0'179'0,"0"0"23"15,0 0 997-15,0 0-799 16,0 0-116-16,0 0 112 0,0 0-100 16,0 0-44-16,0 0 0 0,0 0-65 0,0 0-41 15,7-2-38-15,-4 2-34 0,2 0-13 16,3 0 13-16,0 0-40 0,4 0-22 0,3 0-12 15,2 0-15-15,2 0-16 16,4 0 4-16,2 0-69 0,0-4-30 0,1 1-54 16,-2-2-13-16,2-1-49 0,-1 0-115 15,-2-2-262-15,-7 3-745 16,7-1 84-16</inkml:trace>
  <inkml:trace contextRef="#ctx0" brushRef="#br0" timeOffset="141863.039">11567 13175 2850 0,'0'0'1090'0,"0"0"-904"0,0 0-142 16,0 0 6-16,0 0 121 0,0 0 104 15,0 0-17-15,86 45-35 0,-54-28-68 16,5-1-79-16,5-3-27 0,4-1 11 16,4-4-5-16,2-5 5 0,-1-3 4 15,2-3-25-15,0-5-12 0,-1-4-27 16,-6-1-34-16,-1-1 10 0,-6-3-79 0,-6 1-33 15,-6 0-19-15,-6 1-40 16,-6 2-69-16,-9 4-152 0,-6 3-188 0,-6 6-159 16,-5 0-645-16,-25 11-10 0</inkml:trace>
  <inkml:trace contextRef="#ctx0" brushRef="#br0" timeOffset="142000.354">11759 13472 2470 0,'0'0'403'0,"0"0"-82"0,0 0-50 16,-12 80 32-16,27-60 25 0,7-1 8 15,8-5-55-15,5-3-24 0,5-5-119 16,6-2-37-16,2-4-10 0,2-10-43 16,-1-4-48-16,2-8-3 0,-3-2-49 15,-3-5-79-15,-4-1-31 0,-1-5-68 16,-7-2-115-16,-3-2-275 0,-11 10-659 16,-5-14-773-16</inkml:trace>
  <inkml:trace contextRef="#ctx0" brushRef="#br0" timeOffset="142263.366">12108 12906 3387 0,'0'0'203'15,"0"0"-187"-15,0 0 51 16,0 0 78-16,104-3-1 0,-71 10 42 16,1 2 122-16,4 3-138 0,1 0-53 0,0 3-13 15,3-1-24-15,-5 5-35 0,-1 4-45 16,-3 0-16-16,-1 4-11 0,-4 3 8 15,-7-1-24-15,-1 6-21 0,-5 1-1 16,-8 2 32-16,-1 2 8 0,-6 3-3 16,-2 1 4-16,-8 2 11 0,-3 2-2 15,-6 0-4-15,-2-1-15 0,-4-4-52 16,-1 0-69-16,-4-5-95 0,-2-5-220 0,8-8-508 16,-11-3-937-16</inkml:trace>
  <inkml:trace contextRef="#ctx0" brushRef="#br0" timeOffset="143089.77">14309 13645 1918 0,'0'0'224'0,"0"0"9"16,0 0 271-16,30-66-206 0,-21 52 14 0,-1 5 20 15,1 4-58-15,-2 5-93 16,3 0-29-16,-1 5 18 0,5 5 42 0,-1 7-68 16,-1 9-18-16,-2 6-29 0,-3 8-33 15,-1 5-18-15,-2 6-13 0,-4-1-12 16,0 2-19-16,0-2-2 0,0-6-11 16,0-6-16-16,-1-12 6 0,-1-9 2 0,2-9-11 15,0-5 9-15,0-3 18 0,0-4-37 16,0-10-20-16,6-6 60 0,-2-8 15 15,4-7-15-15,0-7-2 0,0 0-16 16,3 1 15-16,-2 3 2 0,2 1-24 16,4 1 13-16,-1 3-6 0,3 4-7 15,2 6 23-15,-2 2-31 0,3 9 33 16,-1 4 0-16,1 4 43 0,2 4-4 16,0 4-5-16,1 8-13 0,1 7 16 0,-2 3-10 15,-2 6-2-15,-3 5 5 0,-2 4-6 16,-4 1-24-16,-4 4 0 0,-1-3-64 15,-3-6-27-15,-1-5-62 0,-2-9-49 16,0-5-94-16,0-3-223 0,0-5-744 16,-5-3-1244-16</inkml:trace>
  <inkml:trace contextRef="#ctx0" brushRef="#br0" timeOffset="143776.397">14990 13072 2697 0,'0'0'514'0,"0"0"-69"0,0 0-99 16,0 0-73-16,0 0-56 0,88 18-60 16,-75-14-37-16,0-1-40 0,0-1-37 15,-3 1-19-15,-1 0-8 0,-2 1-15 16,-3 3-1-16,-1 5 1 0,-3 3-4 16,0 7-3-16,-7 2-28 0,-3 5-3 15,-1-3 13-15,0-1 8 0,-1-3 16 16,3-4 3-16,2-6 25 0,1-3-4 15,2-3-5-15,4-3-4 0,0-2-12 0,5 0 0 16,7 2 62-16,2-1 14 16,6-1 89-16,3 2-68 0,0-3-45 0,-1 0-34 15,0 0-6-15,-1 0-15 0,0-3-10 16,0 1-8-16,2-2-18 0,0 2-44 16,-1-3-139-16,4 2-109 0,1-1-239 0,-7 2-598 15,9-5-532-15</inkml:trace>
  <inkml:trace contextRef="#ctx0" brushRef="#br0" timeOffset="144543.735">15676 13605 2720 0,'0'0'596'16,"0"0"-234"-16,0 0-88 0,0 0 18 15,0 0-47-15,0 0 93 0,0 0-71 0,82 28-87 16,-54-20-53-16,-2 0-27 0,1-4-3 16,1 2 18-16,-1-1-9 0,0-4-36 15,-2 0-28-15,-1-1-24 0,-2 0-18 16,0-1 0-16,-2-5-15 0,-1-1-12 16,-1-1-49-16,-2-2-60 0,-3 1-55 15,-3 0-21-15,-2 3-57 0,-7 4-136 0,-1 2-236 16,0 1-551-16,-12 12-488 0</inkml:trace>
  <inkml:trace contextRef="#ctx0" brushRef="#br0" timeOffset="144744.537">15865 13846 2591 0,'0'0'469'0,"0"0"-213"0,0 0 20 16,0 0 115-16,0 0-87 0,0 0-19 15,90-2-76-15,-69 2-92 0,0 0-77 0,0-3-40 16,0 1-19-16,-2-3-8 0,0 1-25 16,-2-1-105-16,-2 1-74 0,-5 4-43 15,1 0-81-15,-6 0-206 0,-4 3-544 16,-1 12-230-16</inkml:trace>
  <inkml:trace contextRef="#ctx0" brushRef="#br0" timeOffset="144923.705">15946 14008 642 0,'0'0'1655'0,"0"0"-1049"0,0 0-199 16,0 0-90-16,0 0-61 0,0 0-61 15,0 0-51-15,0 0-48 0,0 0 25 16,0 0 31-16,65 0-23 0,-42 0-71 16,-1 0-58-16,2-1-3 0,0-1-12 15,-1-1-19-15,2 0-67 0,0-1-119 16,2-1-69-16,0 2-80 0,-7 0-346 0,11 2-936 0</inkml:trace>
  <inkml:trace contextRef="#ctx0" brushRef="#br0" timeOffset="145295.922">16712 13740 2752 0,'0'0'488'15,"0"0"-221"-15,0 0-125 16,0 0 70-16,0 0 105 0,0 0 43 0,0 0-89 16,0 0-136-16,0 0-74 0,0 0 19 0,0 0 54 15,56 12-43-15,-32-10-42 0,0 2-28 16,2-4-19-16,0 0-2 0,1 0-2 16,-2 0 0-16,1-5-25 0,0-1-25 15,-2-4-110-15,-1 1-79 0,-4-3-134 16,-3 4-316-16,-1-6-1093 0</inkml:trace>
  <inkml:trace contextRef="#ctx0" brushRef="#br0" timeOffset="145494.303">17146 13433 3213 0,'0'0'505'0,"0"0"-278"16,0 0-127-16,0 0-12 0,0 0 112 0,0 0 109 15,16 82-131-15,-7-49-101 0,-3 5-43 16,1 2-19-16,-1 3-15 0,0 2-13 16,-1 3-30-16,-2-1-77 0,-2 2-55 15,1-2-33-15,-1-4-56 0,-1-2-126 16,0-14-291-16,0 3-749 0</inkml:trace>
  <inkml:trace contextRef="#ctx0" brushRef="#br0" timeOffset="146735.41">18139 13575 2345 0,'0'0'410'16,"0"0"-137"-16,0 0 2 0,0 0 71 0,0 0-81 16,0 0-48-16,85-22-36 0,-72 25-23 15,2 6-53-15,-4 1-22 0,0 5-15 16,-2 2-10-16,-3 3-21 0,-3 2-6 0,-1 2-16 16,-2 2-14-16,0 1-1 15,0 0-14-15,0-3-26 0,-2-2-9 16,2-6-22-16,-1-6 13 0,1-8-4 0,0-2 16 15,1-2-53-15,6-9-35 0,2-7 106 16,2-6 0-16,4-4-9 0,1 0 6 16,-2-2 29-16,3 3 2 0,-3 4 18 15,1 3 29-15,-2 6 34 0,-1 3 12 16,-1 6 15-16,-3 3-6 0,0 2-22 16,1 0-18-16,-3 3-13 0,-1 6 6 15,1 0-3-15,-1 5-9 0,0 0-9 16,-4 2-19-16,2-1-14 0,-3-5-1 15,2 2 0-15,-1-3-15 0,-1-4-7 0,0-1-8 16,0-3-10-16,2-1 22 0,-1 0-16 16,4-1-67-16,2-4 48 0,1 0 53 15,3-2 34-15,-1 3-33 0,2-1 1 16,-1 4 20-16,0 1 9 0,1 0 18 0,-2 3 3 16,-1 3-3-16,0 2 9 15,0 2 12-15,-1 0-18 0,-1 0-15 0,0 1-7 16,-3 0 1-16,2-3-10 0,-2 0-19 15,1 0-2-15,-1 0-2 0,1 3-13 16,1-3-22-16,0 0-48 0,0-1-62 16,5-1-34-16,1-3-53 0,1-3-76 15,4 0-240-15,-4-1-649 0,10-16-462 0</inkml:trace>
  <inkml:trace contextRef="#ctx0" brushRef="#br0" timeOffset="147039.097">19059 13622 2478 0,'0'0'534'15,"0"0"-223"-15,0 0-67 0,0 0 110 16,31 75-3-16,-28-58-11 0,-3-4-91 16,3-4-114-16,-3-5-74 0,2-3-21 0,-1-1 21 15,2 0-9-15,0-4-40 0,4-3 3 16,-1-5 9-16,1-2-24 0,3-1-26 16,-1-2-23-16,-1 0-24 0,0 1 9 15,-1-1 15-15,1 5 0 0,-5 0 3 16,-1 4 3-16,-2 0-3 0,0 3 25 15,-10 0-4-15,-2 1 10 0,-2 0 12 16,-5 2 3-16,1 2 0 0,1 0 15 16,0 0-15-16,3 10-13 0,1 0-6 15,4 3-2-15,3 2-7 0,2 0-12 0,3-1-12 16,1-1-10-16,0-3-37 0,2-1-75 16,6-3-92-16,3-2-103 0,-1-2-227 15,11-2-728-15</inkml:trace>
  <inkml:trace contextRef="#ctx0" brushRef="#br0" timeOffset="147389.784">19484 13536 2857 0,'0'0'490'0,"0"0"-293"0,-45 67 31 0,26-34 168 0,-4 5-11 16,0 2 29-16,7-7-93 0,1-3-130 15,4-10-106-15,7-5-85 0,3-6-3 16,1-5-55-16,1-2 13 0,8-2 33 0,3-3-37 15,6-10-27-15,1-7-61 0,3-5-3 16,1-6 11-16,0-5-21 0,-2-4-10 16,2 0-22-16,0-2-73 0,-4-2 0 15,1 0-10-15,0-5 21 0,-5-2 2 16,-4-2 34-16,-2-3 34 0,-5 3 26 16,-4 0 109-16,0 7 39 0,0 5 100 15,-1 11 71-15,-3 6 40 0,1 10-9 16,-2 7 27-16,2 4 27 0,-1 3-5 15,1 6-25-15,-1 9-30 0,0 5-112 16,-1 6-4-16,-1 9 6 0,0 4 12 16,1 4 31-16,2 3 3 0,0 4-38 0,2 1-54 15,-1 2-34-15,0 0-6 0,0-1-18 16,2-2-95-16,0-2-83 0,0-5-75 16,0-6-135-16,4-11-236 0,1 5-783 15</inkml:trace>
  <inkml:trace contextRef="#ctx0" brushRef="#br0" timeOffset="147648.525">19968 13664 1342 0,'0'0'2316'0,"0"0"-1967"0,-10 79-238 16,9-45-24-16,-1 9 28 0,1 3 173 15,-1 2-39-15,2 3-129 0,0 2-78 0,0 2-17 16,0 2-4-16,0 2-18 0,0-3-3 16,0-2-62-16,0-4 4 15,2-6-65-15,1-7-3 0,-2-9-40 16,2-9 14-16,-2-10-19 0,1-8-45 0,-1-4-93 16,-1-13-107-16,2-6-81 0,-1-9-90 15,2 5 15-15,1-26-151 0</inkml:trace>
  <inkml:trace contextRef="#ctx0" brushRef="#br0" timeOffset="147860.431">19985 13797 473 0,'0'0'1451'0,"6"-67"-952"16,2 48 7-16,3 1-36 0,1-1-68 15,-1 7-97-15,3 2-52 0,-2 2-65 0,2 1-58 16,-1 3-29-16,2-1-24 16,-4 3-28-16,1 1-24 0,-1 1-7 0,-5 0-15 15,1 1 15-15,-4 6-18 0,0 0-12 0,-3 5 12 16,0 5 0-16,-9 4-28 15,-4 5-64-15,-4 4-47 0,-6-1 7 0,-2 2 18 16,-6-3-42 0,0-1-71-16,-4-6-117 0,10-6-221 0,-19-1-894 15</inkml:trace>
  <inkml:trace contextRef="#ctx0" brushRef="#br0" timeOffset="148381.15">18106 13390 676 0,'0'0'1382'15,"0"0"-948"-15,0 0-202 0,0 0 51 16,0 0-14-16,0 0-31 0,0 0-26 16,-83 35-20-16,72-17-28 0,1 4-1 0,0 2-2 15,0-1-16-15,1 6-30 0,-2-1-17 16,2 3-24-16,2 2-4 0,-3-1-15 15,4 0-12-15,1 4-15 0,2 0-26 16,3 1-2-16,3 0-28 0,12 2-30 16,4-3 0-16,7-2-80 0,7 1-90 15,3-1 36-15,4-2-23 0,5-2-138 16,-11-9-298-16,20 0-816 0</inkml:trace>
  <inkml:trace contextRef="#ctx0" brushRef="#br0" timeOffset="148678.584">20855 13319 2624 0,'0'0'750'0,"0"0"-168"0,0 0-126 0,64 70-82 16,-41-43-84-1,0 0-101-15,-1 4-70 0,3 3-58 0,-2-1-31 0,-2 5-6 16,-6-1-21-16,-3 6 0 0,-10 0-3 16,-2 2 0-16,-13 2-94 0,-4 2-79 15,-8-1-50-15,-4 0-28 0,-4-1-85 16,-4 0-167-16,6-14-446 0,-23 22-675 0</inkml:trace>
  <inkml:trace contextRef="#ctx0" brushRef="#br0" timeOffset="152279.581">14280 15262 1664 0,'0'0'477'16,"0"0"227"-16,0 0-389 0,0 0-102 15,0 0 38-15,0 0 36 0,0 0 11 16,0 0-55-16,0 0-49 0,0 0-59 0,89 46-46 16,-73-23-3-16,0 5-28 15,-6 2-6-15,0-1-39 0,-1 1-13 0,-4-3-4 16,1 0-11-16,-3-5-3 0,2-3-7 15,-4-3-33-15,1-6 6 0,-1-5 12 16,-1-3 10-16,0-2-10 0,0 0-28 16,0-3-12-16,0-6 12 0,0-5 25 0,0-3 28 15,0-7 13-15,0-1-14 16,3-1 13-16,2 1 2 0,0 0 1 16,2 2 19-16,3 1 11 0,0 0 38 0,0 4-12 15,3 0 2-15,0 4 4 0,0 3-4 16,1 3-3-16,0 1-24 0,-3 6-16 15,2 1 0-15,0 0-12 0,1 4 31 16,0 5 0-16,0 5 2 0,-1 4 1 16,-3 3 0-16,0 3-37 0,-4 4-3 15,-2-1-10-15,-1 3-23 0,-1-3-59 16,-2-2-15-16,0-5-22 0,0-7-28 16,0-4-19-16,0-6-27 0,1-3-51 0,0-3-162 15,2-9-214-15,0 1-389 0,0-12-274 0</inkml:trace>
  <inkml:trace contextRef="#ctx0" brushRef="#br0" timeOffset="152573.368">14897 14872 2812 0,'0'0'369'0,"0"0"-124"15,0 0 44-15,0 0 35 0,0 0-21 16,0 0-59-16,0 0-77 0,0 0-94 15,0 0-36-15,79 47-9 0,-76-32-26 16,2 3 1-16,-5-2-3 0,2 4-1 16,-2 1-67-16,0 0 4 0,0-2 24 0,0-2 37 15,0-4 3-15,0-2 0 0,0-2 12 16,0 0 10-16,4-2 8 0,5-2 13 16,3-1 13-16,3-1-10 0,1-1-16 15,5-1-8-15,1-1-1 0,4 0-20 16,-1-1-1-16,5-7-21 0,-1-1-37 15,1-1-108-15,1-2-74 0,-1-1-136 0,-7 4-290 16,4 2-1348-16</inkml:trace>
  <inkml:trace contextRef="#ctx0" brushRef="#br0" timeOffset="153831.321">15584 15401 935 0,'0'0'1206'0,"0"0"-808"16,0 0-133-16,0 0 30 16,0 0-14-16,0 0 1 0,0 0-33 0,0 0-66 15,0 0-33-15,0 0-14 0,3-3-12 0,-3 3-10 16,2 0-12-16,-2 0-25 15,0 0-7-15,0 0-11 0,0 0-10 0,1 0-13 16,-1 0-8-16,0 0-10 0,4 0-6 16,2 0 4-16,0 0 26 0,2-1-2 15,1 1 3-15,1-1 14 0,-1-1 44 16,0 1-28-16,-1-2-22 0,-1 2-17 16,0-2-1-16,2 2-3 0,-1 0-12 15,1-1 1-15,-3-1-16 0,3 1 12 16,-2 2-15-16,3 0 0 0,0 0 0 15,1 0-2-15,1 0 2 0,-2 0 1 16,5 0 2-16,-4 0 9 0,4-2-11 16,-4 0 1-16,-1 0 10 0,2 1 0 15,-2-1 0-15,-1 2-9 0,-3-2 9 0,0 2-9 16,0 0-2-16,-4 0 1 0,1 0 1 0,0 0-2 16,-2 0-1-16,-1 0-1 0,2 0 0 15,-2 0-2-15,0 0 0 0,0 0-12 16,0 0-9-16,0 0-70 0,0 0-60 15,0 0-47-15,0 0-37 0,0 0-94 16,0 0-229-16,0 0-624 0,-5 7-1155 0,8-14 1770 16</inkml:trace>
  <inkml:trace contextRef="#ctx0" brushRef="#br0" timeOffset="154712.145">15800 15141 339 0,'0'0'1512'0,"0"0"-1041"16,0 0-139-16,0 0-32 0,0 0-25 15,0 0-14-15,-5 68-42 0,5-50-68 16,-2 3-57-16,2 0-16 0,-1 3-8 16,-1 1-17-16,1 0-25 0,-2 2-9 15,0 0-19-15,0-1 0 0,0-1-3 16,-1-1-38-16,3-5-18 0,-2-1-61 0,3-4 1 15,0-4-20-15,0-5-22 0,0-2-62 16,4-3-90-16,3 0-192 0,2 0-312 16,2-12-464-16</inkml:trace>
  <inkml:trace contextRef="#ctx0" brushRef="#br0" timeOffset="154955.571">16253 15089 1911 0,'0'0'1090'0,"0"0"-854"0,0 0-178 15,0 0 79-15,0 0 63 0,0 0 93 16,-2 66-33-16,2-42-126 0,3 2-66 16,3 3-15-16,3 5-25 0,1 0-6 0,-2 3-7 15,1 1-15-15,0 0-21 16,-1 1-14-16,0-2-5 0,0-1-118 0,0-5-46 15,1-3-25-15,-3-5-52 0,3-6-153 0,-2-6-332 16,3-7-653-16</inkml:trace>
  <inkml:trace contextRef="#ctx0" brushRef="#br0" timeOffset="164685.19">13049 15354 1952 0,'0'0'1949'0,"0"0"-1713"15,0 0-233-15,0 0 78 0,0 0 21 16,1 90 26-16,1-51 63 0,-2 8-25 16,0 9-89-16,0 4-16 0,0 2 3 15,0 1-12-15,0 0-21 0,3-2-7 16,-2-6-6-16,2-4-18 0,0-8 0 15,0-8-24-15,0-8-16 0,0-10-2 0,-3-9-10 16,1-6-13-16,-1-4-36 0,0-11-74 16,0-12-29-16,0-12-23 0,-1-8-74 15,1-11-81-15,-1-4-84 0,-1-5-152 0,-1 1-30 16,-1 0-39-16,-1 3 123 0,1 3 108 16,2 5 456-16,2 9 306 0,0 6 398 15,2 8 19-15,7 8-107 0,1 3-98 16,1 4-127-16,4 4-65 0,0 3-55 15,3 1-79-15,1 5-73 0,2 2-45 16,-2 0-24-16,3 3-47 0,-2 7 28 16,-3 2-12-16,0 4 6 0,-4 2 2 15,-4 2 10-15,-2 1-15 0,-3 1-3 16,-4 1 2-16,-3-3 7 0,-6 2-14 16,-6-2-14-16,-2-2-12 0,-2-1-47 15,-1-6-18-15,-3-3-41 0,4-3 16 0,-2-3-45 16,2-2-23-16,1 0-34 0,4-6-117 15,1-6-148-15,6 2-345 0,1-12-507 0</inkml:trace>
  <inkml:trace contextRef="#ctx0" brushRef="#br0" timeOffset="164952.326">13754 14687 3451 0,'0'0'436'0,"0"0"-326"0,0 0 22 15,0 0 2-15,0 0 12 0,20 90 61 16,-13-57-37-16,5 5-51 0,-2 5-30 16,3 4-46-16,0 6-10 0,0 7-33 15,0 5-24-15,-2 6 21 0,1 3-37 16,-1 0-9-16,-2 0-67 0,2 0-69 15,-2-5-46-15,1 0-34 0,-1-6-68 0,-2-3-145 16,-1-15-519-16,-2 16-429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55:00.3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3349 1349 2448 0,'0'0'1328'0,"0"0"-1083"0,0 0-169 16,0 0 58-16,0 0 136 0,0 0 4 16,-81-51-56-16,64 42-56 0,-3 2-53 0,0-2-30 15,-1 3-18-15,0 4 42 0,-2 1-12 16,0 1-51-16,-2 1-22 0,-4 8-6 16,-1 4 0-16,-2 5 15 0,-1 4 19 15,1 5-7-15,-1 4 18 0,2 5 16 16,-1 6-73-16,3 6 0 0,3 4-1 15,3 5-11-15,9 5-15 0,5 0 27 16,9 0 1-16,3-5 0 0,13-4 0 16,4-6 20-16,3-9-4 0,6-7-17 15,1-5-1-15,0-8 0 0,2-4-2 0,3-6 3 16,2-5-36-16,3-3 6 0,4-7 30 16,0-9-22-16,1-3 10 0,1-5-45 15,-3-4-76-15,-2-5-34 0,-1-3-119 16,-4-6-232-16,0-1-484 0,-10 9-518 0</inkml:trace>
  <inkml:trace contextRef="#ctx0" brushRef="#br0" timeOffset="250.067">3679 963 2353 0,'0'0'1411'0,"0"0"-1169"0,0 0-100 15,0 0 85-15,0 0 94 0,-25 89-75 16,22-51-23-16,3 5-86 0,0 7-9 0,2 6-34 16,5 5-31-16,-1 6-2 0,3 4-18 15,0 4-43-15,0 4-1 16,1-1-11-16,2-3-9 0,-2-7-79 0,2-10-24 16,0-9-22-16,0-7-10 0,2-13-70 15,-2-6-109-15,1-9-181 0,4-7-272 0,-4-4-563 16,9-9-526-16</inkml:trace>
  <inkml:trace contextRef="#ctx0" brushRef="#br0" timeOffset="598.358">4228 1634 1547 0,'0'0'1852'0,"0"0"-1494"0,0 0-210 15,-65 80 32-15,41-46 162 0,-1 1 0 16,0-1-81-16,5 2-94 0,7-5-54 0,2-2-16 15,7-4-21-15,4-5-27 0,0-1-16 16,1-5 0-16,9-1-33 0,0-5-34 16,3-4-27-16,4-3 1 0,1-1 20 15,3-8-42-15,1-6 0 0,-1-5-31 0,0-5 49 16,-1-1-9-16,-4-1 15 16,0 2-4-16,-5 3 26 0,0 4-7 0,-2 4 9 15,-3 7 2-15,-3 3 32 0,0 2 40 16,0 1 0-16,2 0 0 0,-2 1 27 15,2 6 28-15,2 2 18 0,-1 2-6 16,1 5 2-16,0-2-5 0,0 0-38 16,-2 0-39-16,-1-2-27 0,2 0-31 15,-1-6-20-15,-2 0-104 0,2 0-52 16,-1-5-4-16,3 0-41 0,-1-1-198 16,1-2-513-16,0-7-658 0,2-9 105 0</inkml:trace>
  <inkml:trace contextRef="#ctx0" brushRef="#br0" timeOffset="745.424">4685 1611 859 0,'0'0'2379'0,"0"0"-1719"0,0 0-490 0,0 0-27 15,10 67 300-15,-10-41 57 0,-6 1-129 16,0-1-147-16,-2-3-112 0,2-4-78 16,0-1-34-16,0-2-52 0,2 0-93 15,1-2-76-15,-3-1-49 0,2-2-217 16,-3-4-857-16,-2-7-1497 0</inkml:trace>
  <inkml:trace contextRef="#ctx0" brushRef="#br0" timeOffset="918.589">4776 1475 1053 0,'0'0'3101'0,"0"0"-2549"0,0 0-515 0,0 0 2 16,0 0 26-16,0 0-19 0,0 0-46 15,0 0-18-15,0 0-142 0,0 0-96 16,31 2-68-16,-23 8-360 0,0-3-1126 0,2 7 183 16</inkml:trace>
  <inkml:trace contextRef="#ctx0" brushRef="#br0" timeOffset="1274.308">4983 1716 238 0,'0'0'3349'0,"0"0"-2961"0,19 80-329 0,-11-50 114 15,-2 2 236-15,-1-6-19 0,-4-8-179 16,2-6-129-16,1-6-61 0,-2-5-19 15,5-1-2-15,0-5-36 0,3-9-16 16,4-8 31-16,1-9-10 0,2-4-79 16,-2 1-18-16,0 2-1 0,-3 5 31 0,1 8 24 15,-3 9 15-15,0 6-2 16,-4 4 39-16,0 0 22 0,-1 10 59 0,-3 5 79 16,-1 5-5-16,-1 2-26 0,0 0-18 15,0 0-7-15,0-5-27 0,0-4-19 16,0-4-23-16,0-3-12 0,0-5 0 0,0-1 0 15,2 0-2-15,1 0-12 16,1-1-32-16,5-8 5 0,2-1 4 0,5-2 2 16,3-2-39-16,0 0 21 0,2 2 9 15,-1 3 43-15,1 3 22 0,-1 2-22 16,0 4 2-16,0 0 50 0,0 3 52 16,0 6 30-16,-2 0-39 0,-4 3-41 15,-1 2-29-15,-3 1-14 0,-1 2-11 0,-5 3-21 16,-3 2-116-16,-1 4-132 0,-4 0 8 15,-6 2-91-15,-4 0-256 0,-3-4-541 16,5-5-492-16</inkml:trace>
  <inkml:trace contextRef="#ctx0" brushRef="#br0" timeOffset="1765.239">2550 2601 1573 0,'0'0'2007'0,"0"0"-1350"0,0 0-371 16,0 0-98-16,0 0 20 0,0 0-67 15,0 0-1-15,0 0 25 0,106 32-16 16,-63-27-46-16,3-1-10 0,9-1-20 16,4-2-31-16,1-1-5 0,7 0-13 15,2 0 6-15,6-4-9 0,6 0 9 16,6-5 7-16,10-1-19 0,5-2 33 16,5-1 133-16,4-2-106 0,-2 1-57 15,4 0-6-15,-2 1-15 0,1 2 12 0,-1 1-10 16,0 6 1-16,0 1-2 0,-4 3-1 15,-1 0-15-15,-3 1 14 0,-5 4-17 16,-5 0-15-16,-2-1-27 0,-6-2-3 16,-4-2 5-16,-6 0-17 0,-6 0-10 0,-5-8 10 15,-5-3-1-15,-6-1-2 0,-6 1-1 16,-6-3 0-16,-5 0 16 0,-6 1 8 16,-6-4 3-16,-2 3-2 0,-7-1-10 15,-1 0-46-15,-6 3-88 0,1-4-124 16,-3 3-121-16,-3 3-195 0,-2-1-416 15,-1 3-435-15,0 2 477 0</inkml:trace>
  <inkml:trace contextRef="#ctx0" brushRef="#br0" timeOffset="2497.794">7848 1489 1216 0,'0'0'511'0,"0"0"693"0,0 0-718 16,3 74-150-16,3-32-21 0,1 11-75 15,1 10 8-15,1 11-51 0,0 8-35 16,1 6 52-16,-3 4-58 0,0-4-92 16,-1-1-31-16,0-11-33 0,-3-10-18 15,2-14-25-15,-2-14 10 0,0-13 2 16,0-10-60-16,-1-6-50 0,-1-7-58 16,-1-2-53-16,0 0-154 0,0-9-329 0,0-1-737 15</inkml:trace>
  <inkml:trace contextRef="#ctx0" brushRef="#br0" timeOffset="2760.183">7816 1592 1778 0,'0'0'1057'16,"0"0"-466"-16,0 0-214 0,0 0-84 15,0 0 62-15,65-76-44 0,-46 61-87 0,-2 2-62 16,5 1-50-16,-2 2-26 15,2 1-32-15,-1 4-30 0,-3 1-21 0,0 2-3 16,-5 2-2-16,0 2 2 0,-6 8 16 0,-1 7-1 16,-4 6 18-16,-2 8 4 0,-5 5-37 15,-6 2-1-15,-6 4-11 16,-2-2-4-16,-4-4-17 0,-2-2-55 16,1-2-37-16,-2-6-18 0,3-2-13 0,0-5-37 15,0-4-35-15,4-4-110 0,2-6-210 16,2-5-644-16,7 0-865 0,3-12 2031 0</inkml:trace>
  <inkml:trace contextRef="#ctx0" brushRef="#br0" timeOffset="3226.042">9423 1658 124 0,'0'0'2594'0,"0"0"-1947"0,0 0-197 0,10 97-98 16,-8-57-60-16,1 4-33 0,-3 1-87 15,0-3-71-15,0-6-60 0,0-7-41 16,-3-7-55-16,0-9-135 0,3-6-20 0,0-7-50 16,-1 0-188-16,-1-12-629 0,-1 3-722 15</inkml:trace>
  <inkml:trace contextRef="#ctx0" brushRef="#br0" timeOffset="3407.445">9207 1381 1223 0,'0'0'1383'0,"0"0"-693"0,0 0-221 16,0 0-35-16,0 0-108 0,0 0-163 15,0 0-163-15,85-32-6 0,-68 22-194 16,4 1-83-16,0-1-185 0,-2 3-681 15,-2 2-1035-15,4 5 1920 0</inkml:trace>
  <inkml:trace contextRef="#ctx0" brushRef="#br0" timeOffset="3647.212">9836 1517 1563 0,'0'0'1618'0,"0"0"-1189"15,0 0 3-15,-18 77 51 0,8-54-96 16,0 2-72-16,3-3-127 0,1-1-97 0,1-7-45 15,4-3-31-15,1 0-15 0,0-4-3 16,4 0-15-16,5 0 6 0,4 3-6 16,1-3 18-16,4 3-3 15,2-4-13-15,2 1 15 0,-5-1-1 0,2 0 1 16,-5-1 1-16,-3 3 0 0,-2 1 0 16,-4 2-2-16,-2 4-10 0,-3 0-15 15,0 2-34-15,-6 1-9 0,-3 1 0 16,-4 0-15-16,-3-1-34 0,-1-2-71 15,-2-3-84-15,-4-1-141 0,-6-2-314 16,6-4-793-16,-20 1-395 0</inkml:trace>
  <inkml:trace contextRef="#ctx0" brushRef="#br0" timeOffset="4550.95">11491 1461 72 0,'0'0'2070'16,"0"0"-1288"-16,0 0-341 0,0 0-124 15,0 0-12-15,0 0-60 0,0 0-52 0,85 81-36 16,-65-49-64-16,-4 2-44 0,0 7-6 16,-3-2-24-16,-4 3-16 0,1-1 13 15,-4-1-16-15,-2-5-18 0,0-5 18 16,-4-8 2-16,3-5 10 0,-3-5-9 15,0-6 0-15,0-1 12 0,0-5 1 16,0 0 21-16,0 0 5 0,0 0-17 0,0-9 12 16,0-3 5-16,2-7 17 0,-2-6-23 15,0-9-35-15,0-3 20 0,3-2-4 16,1 3-17-16,7 0 0 0,1 5 0 16,5 4 2-16,4 2 10 0,0 4 9 15,2 3 1-15,-4 2-7 0,2 4-3 16,-2 1-12-16,-3 4-1 0,-2 1-11 0,-3 2 0 15,-3 4-10-15,-1-2-14 0,-2 2-34 16,-4 0-89-16,3 2-32 0,-1 6-40 16,0 4-76-16,-1-1-358 0,-2 11-1036 0</inkml:trace>
  <inkml:trace contextRef="#ctx0" brushRef="#br0" timeOffset="4858.093">12133 1709 104 0,'0'0'1604'0,"0"0"-486"0,0 0-637 0,0 0-44 16,0 0-96-16,0 0-77 0,0 0-63 15,0 0-10-15,82 4-22 0,-66-26-86 16,-1-6-83-16,-2-3-12 0,2 0-56 0,-5-1-11 16,-3 2-7-16,-2 4 3 0,-4 7 5 15,-1 2 23-15,0 6 36 0,-7 3 1 16,-5 2 18-16,-4 2 6 0,-3 1 28 15,-5 3-28-15,-2 0-3 0,-3 7-3 16,2 8 34-16,3 5-12 0,3 4-4 16,3 9-2-16,4 0-14 0,2 7 26 15,6 1-28-15,3 1 0 0,3 0-41 16,0-1-11-16,6-4-121 0,4-6-54 16,7-7-122-16,2-8-318 0,4-11-484 15,6-5-167-15,-6-5 643 0</inkml:trace>
  <inkml:trace contextRef="#ctx0" brushRef="#br0" timeOffset="5264.809">12709 1449 1982 0,'0'0'780'0,"0"0"-162"0,0 0-371 16,0 0-13-16,-49 87 161 0,28-41-45 16,0 10-43-16,1 1-59 0,2 0-29 15,4-2-43-15,6-10-58 0,3-10-66 16,1-11-52-16,4-9-22 0,0-8-11 15,0-6-15-15,6-1-10 0,4-2-45 16,3-14 15-16,4-4 42 0,3-11-11 16,1-7-32-16,0-4-36 0,2-3-31 0,2-7-22 15,-2-2-4-15,1-3-10 0,1-6-88 16,-1 0-29-16,-5-6-30 16,-2 0 78-16,-5 0 81 0,-6 4 129 0,-5 6 51 15,-1 8 3-15,-1 9 122 0,-5 11 93 16,0 12 46-16,2 7-24 0,1 7-4 15,0 5-14-15,-2 0-54 0,2 4-72 16,-3 8-37-16,1 7-28 0,-2 9-10 0,1 10 25 16,2 9 31-16,0 8 12 0,2 7-30 15,-1 7-23-15,2 1-20 0,1 4-15 16,0 1-1-16,0-4-2 0,0-3-1 16,4-6-13-16,2-9-63 0,-2-12-20 15,2-8-18-15,1-11 31 0,-1-11 6 16,5-5-38-16,0-6-106 0,3-6-138 15,3-13-245-15,2-7-712 0,-7 3-310 16</inkml:trace>
  <inkml:trace contextRef="#ctx0" brushRef="#br0" timeOffset="5590.531">13084 1549 421 0,'0'0'2873'15,"0"0"-2401"-15,-13 75-255 0,10-44 124 16,-1 5 46-16,1-4-7 15,3-4-118-15,0-8-123 0,0-3-87 0,4-9-34 16,6-2-17-16,0-2 23 0,5-4-24 16,3-4-22-16,2-9-42 0,-1-5-36 15,3-4-37-15,-1-4-9 0,-2-1 3 16,-2 1-11-16,0 2 10 0,-3 1 2 16,-3 2-13-16,-2 3 31 0,-2 5 90 15,-3 7 34-15,-1 6 106 0,-3 0 33 16,3 8-19-16,-1 6 25 0,1 7 3 0,-2 4-41 15,2 5-12-15,0 1 11 0,2-1-17 16,3 0-26-16,0-4-20 0,4-4-7 16,2-3-12-16,-2-5-24 0,2-5-79 15,2-5-64-15,4-4-46 0,0 0 60 16,2-4-123-16,1-8-269 0,0-3-237 0,-7 4-924 16</inkml:trace>
  <inkml:trace contextRef="#ctx0" brushRef="#br0" timeOffset="5834.515">13862 1475 787 0,'0'0'2923'16,"0"0"-2411"-16,0 0-289 0,0 0 18 0,0 0 38 16,0 0-16-16,-91 67-2 0,78-35-61 15,2 2-58-15,2 2-12 0,5 0 0 16,4-4-49-16,0 0-41 0,0-5-25 15,4-3-14-15,2-2-1 0,2-7-18 16,1-3-13-16,3-7-62 0,3-3 6 0,0-2-46 16,5-7-3-16,4-11-40 15,-2-6-46-15,3-3-180 0,-1-6-311 0,-2-1-604 16,-6 7-354-16,2-12 442 0</inkml:trace>
  <inkml:trace contextRef="#ctx0" brushRef="#br0" timeOffset="5967.714">14058 1529 1585 0,'0'0'1662'15,"0"0"-959"-15,0 0-408 0,10 81-162 0,-10-45 47 0,0 3 161 16,0 0-2-16,0 0-72 0,-1-7-115 16,-2-3-105-16,3-8-47 0,-2-3-42 15,2-8-116-15,0-4-33 0,0-3-40 16,0-3-119-16,0 0-606 0,-4-15-1148 0</inkml:trace>
  <inkml:trace contextRef="#ctx0" brushRef="#br0" timeOffset="6135.057">14095 1276 3984 0,'0'0'945'16,"0"0"-811"-16,0 0-54 0,0 0-16 0,0 0-13 16,0 0 13-16,0 0-31 0,0 0-33 15,0 0-125-15,0 0-43 0,90-35-120 0,-79 27-259 16,5-10-1164-16</inkml:trace>
  <inkml:trace contextRef="#ctx0" brushRef="#br0" timeOffset="6499.063">14488 992 1110 0,'0'0'2874'0,"0"0"-2384"0,-18 85-209 0,9-45 44 16,-3 10 12-16,1 4 9 0,-3 2-53 15,4 5-118-15,0-1-76 0,1 0-54 0,2-4-45 16,3-3 0-16,4-10-60 0,0-8 6 16,0-11 3-16,4-7 8 0,3-5-2 15,2-6-48-15,-1-5-22 0,4-1-24 16,4-5 18-16,1-7 15 0,3 1 9 16,0-2-9-16,-3 4 5 0,1 3 4 0,-3 2-1 15,-1 4 3-15,-2 0 65 16,-4 5 30-16,1 3 45 0,-5-1 41 15,0 2 12-15,-1 3 2 0,-3 0 7 0,0 0-4 16,-3 4-9-16,-4-1-6 0,-3 3-3 16,-3 0 2-16,-4 0-2 0,0 0-34 15,-2-4-24-15,0 1-27 0,0-5-1 16,3-4-53-16,-1-3-31 0,4-3-29 16,0-6-14-16,0-11-48 0,3-8-64 15,0-13-139-15,4-9-314 0,5-8-672 16,1 11-658-16,1-27 1301 0</inkml:trace>
  <inkml:trace contextRef="#ctx0" brushRef="#br0" timeOffset="6964.993">14871 877 878 0,'0'0'2699'0,"0"0"-2036"0,0 0-393 15,4 93-85-15,-8-49 140 0,-4 4 17 16,2 3-9-16,0 2-67 0,1 0-115 15,1-2-82-15,1 2-35 0,3-2-34 16,0 3-15-16,0 0-13 0,0-4-59 16,0-3-52-16,4-7-36 0,1-9-19 15,2-8-6-15,4-10-68 0,0-7-149 16,3-4-206-16,0-2-388 0,5-6-222 16,-2-2-124-16,3 1 989 0,3 4 368 0,-2 3 155 15,2 6 286-15,-2 6 854 0,-2 1-577 16,1 3-163-16,-1 0-44 15,-3-3-137-15,4 0-23 0,-4-2-92 0,1-5-78 16,-1-2-22-16,4-4-34 0,-4 0-67 0,4-9-58 16,2-2-6-16,-3-5-34 0,-1-5-36 15,1 0 6-15,-6-1-13 0,-3 0 16 16,-1 6-10-16,-5 1 16 0,-4 4 24 16,0 5 35-16,-3 3 2 0,-7-1 49 15,-3 4 37-15,-4 0-52 0,-2 11 9 16,-1 7-13-16,-1 5-2 0,0 8 21 15,3 2 30-15,3 5 0 0,2-1 9 16,2-1 0-16,3-3-21 0,1-4-49 16,7-6-18-16,0-5-36 0,12-3-49 15,7-5 18-15,7-3-6 0,5-3-46 0,5-4-40 16,6-7-31-16,1-5-134 0,6-6-348 16,-13 3-887-16,19-6-658 0</inkml:trace>
  <inkml:trace contextRef="#ctx0" brushRef="#br0" timeOffset="7376.939">16597 1424 2850 0,'0'0'1014'15,"0"0"-694"-15,28 87-111 0,-20-43-42 16,-2 8-1-16,0-2 73 0,-3-5-13 0,-2-5-101 16,-1-7-91-16,0-10-34 0,0-8-34 15,1-7-82-15,-1-4-64 0,0-4-74 16,2-6-126-16,-2-2-637 0,0-16-1557 0</inkml:trace>
  <inkml:trace contextRef="#ctx0" brushRef="#br0" timeOffset="7524.616">16711 1246 1634 0,'0'0'2189'0,"0"0"-1924"0,0 0-215 16,0 0-50-16,0 0-158 0,0 0-188 15,0 0-64-15,81-47-288 0,-64 42-799 16,-4 1 489-16,7 4 1007 0</inkml:trace>
  <inkml:trace contextRef="#ctx0" brushRef="#br0" timeOffset="7766.172">16926 1570 199 0,'0'0'3094'16,"-12"76"-2678"-16,11-46-262 0,0-1 15 15,1-1 76-15,0-9-25 0,0-8 14 16,5-7-74-16,5-4-41 0,5-9-48 15,5-8-26-15,4-5-45 0,6-8-70 16,1 1-22-16,0 1-9 0,0 4 15 16,-2 4 25-16,-2 7 15 0,-2 5 46 15,-5 6 12-15,-3 2 59 0,-3 2 18 0,-3 8 21 16,0 2 0-16,-2 1-34 0,-2 1-27 16,0 2-35-16,-2-2-14 0,2-2-15 15,-2-1-110-15,1-3-120 0,0 0-84 16,1-5-189-16,2 0-719 0,-5-2-1010 0,-1-1 2208 15</inkml:trace>
  <inkml:trace contextRef="#ctx0" brushRef="#br0" timeOffset="8332.852">18520 811 1114 0,'0'0'1391'0,"0"0"-796"16,0 0-146-16,100-48-73 0,-62 37 40 15,3 5-88-15,-1 2-70 0,6 4-51 16,3 0-21-16,0 2-4 0,7 2-48 16,0-1-59-16,0-2-44 0,-2 1-19 15,-2-1-12-15,-5 1-1 0,-5 0-14 16,-4 1-7-16,-8 1-17 0,-9 1-49 15,-6 2 3-15,-11 7 10 0,-4 5 17 16,-8 8 18-16,-15 9 4 0,-9 9 8 0,-9 7 1 16,-9 4 10-16,-1 2 17 0,-5 1 24 15,0 0-22-15,-1-2 0 0,6-3 13 16,4-2 10-16,6-6 11 0,9-6 25 16,9-2-25-16,10-5-2 0,5-5 8 0,8-2 7 15,4-2 5-15,12-4 7 0,8 0 15 16,8-3 26-16,7-2 83 0,8-3-50 15,4-6-77-15,5-3-22 0,-1-3-33 16,-4 0-3-16,-1-6-39 0,-6-4-16 16,-5-1-23-16,-2-4-31 0,-6 1-30 15,-3-5-36-15,-4 1-46 0,-4 0-108 16,-4-2-266-16,-3 1-415 0,-4 7-385 16,-5-6-719-16</inkml:trace>
  <inkml:trace contextRef="#ctx0" brushRef="#br0" timeOffset="8557.58">19577 867 927 0,'0'0'2709'0,"0"0"-2193"0,0 0-385 16,0 0-78-16,0 0 65 0,0 0 168 16,-62 79 36-16,42-51-35 0,-4 5-133 15,-2 4-93-15,-3 2-37 0,-1 5-3 16,-3 3-8-16,-3-1-11 0,-2 3-2 15,-1 1-19-15,-2-3-32 0,2-1-80 16,-2-1-36-16,4-4-43 0,1-3-20 0,4-9-78 16,3-7-200-16,8-8-683 0,6-7-1064 15,-1-7 2063-15</inkml:trace>
  <inkml:trace contextRef="#ctx0" brushRef="#br0" timeOffset="9334.846">20084 889 7 0,'0'0'45'0,"0"0"2305"15,0 0-1555-15,0 0-325 0,0 0-218 16,0 0-63-16,0 0-26 0,0 0-14 0,-91 67-4 16,76-39-28-16,2 7-31 0,5 5-12 15,3 8 9-15,2 8 51 0,3 5 6 16,0 6-51-16,5 0-35 0,1-2-35 15,2-5 2-15,4-5-19 0,2-10-2 16,3-9-14-16,2-6-14 0,6-8-38 16,1-5 14-16,2-5-88 0,1-5-44 15,3-5-28-15,1-2-146 0,2-8-365 16,-4-5-684-16,-5 3-510 0,3-8 1692 0</inkml:trace>
  <inkml:trace contextRef="#ctx0" brushRef="#br0" timeOffset="10109.325">20513 1238 1824 0,'0'0'632'0,"0"0"-190"16,0 0-71-16,0 0-12 0,0 0-18 15,0 0-62-15,0 0-74 0,0 0-94 16,0 0 3-16,0 0 70 0,55 89-28 15,-36-53-46-15,2 0-24 0,1-2-10 16,-1-4-9-16,0-1-7 0,0-5-17 0,2-2-31 16,-1-5-10-16,2-3 1 0,-1-6-1 15,-1-2 0-15,-3-5-1 0,1-1-1 16,-3-1-27-16,2-8-37 0,-4-5-3 16,0-2-12-16,-3-5 9 0,-1-3-9 15,-4-1-7-15,-2-3-15 0,-2 1-15 16,-3-2-4-16,0-3-7 0,-3 1 32 15,-5-4 14-15,-3-1 28 0,-2-3 16 16,-2-1-13-16,1 2 10 0,1 1 18 0,2 6 22 16,1 6 0-16,2 6 40 0,5 6 16 15,0 4 44-15,3 3 27 0,0 2-25 16,0 1-25-16,0 2-22 0,2-2-3 16,5-1-9-16,3-1 6 0,6-1 7 15,3-1 8-15,6-1-3 0,2 2-6 0,3 0 0 16,6-1 6-16,3 4 9 0,6 0-3 15,1 3-1-15,4 0-5 0,1 0-9 16,-1 3-1-16,-1 2-14 0,1-1-13 16,-5 0-6-16,-1 0-17 0,-3 1-1 15,-5-5-15-15,-5 3-6 0,-6-1-1 16,-6-2-62-16,-1 1-35 0,-8-1-30 16,-2 0-15-16,-1 0-20 0,-4 0-58 15,-1 0-214-15,-2-1-569 0,0-1-532 16</inkml:trace>
  <inkml:trace contextRef="#ctx0" brushRef="#br0" timeOffset="10590.479">21360 1369 965 0,'0'0'2042'0,"0"0"-1497"15,0 0-210-15,0 0-133 0,0 0 7 16,0 0-5-16,0 0-13 0,0 0-16 15,0 0-52-15,0 0-7 0,66 13 9 0,-44-7 15 16,3-3-67-16,1 1-43 16,-2-3-27-16,3-1-1 0,-2 0-2 0,0-6-32 15,-1-3-102-15,1-3-58 0,-3-2-25 16,0-2-106-16,-2 1-247 0,-4 3-688 16,-4-5-757-16</inkml:trace>
  <inkml:trace contextRef="#ctx0" brushRef="#br0" timeOffset="10785.191">21780 1226 411 0,'0'0'2699'0,"0"0"-2257"0,0 0-290 16,0 0 25-16,-19 76 109 0,13-47 43 16,3 2-27-16,1 3-94 0,-3-2-101 15,4 3-58-15,-1-3-38 0,-1 0-11 16,3-2-64-16,0-4-80 0,0-2-76 15,0-8-70-15,8-4-93 0,4-6-347 16,-3-5-961-16,7-8 41 0</inkml:trace>
  <inkml:trace contextRef="#ctx0" brushRef="#br0" timeOffset="19932.376">1768 3791 3409 0,'0'0'516'0,"0"0"-315"16,0 0-126-16,0 0 146 0,0 0 7 16,0 0-102-16,0 0-67 0,0 0-16 15,0 0 27-15,0 0 3 0,0 0-21 16,78 97-3-16,-58-45 43 0,-1 10 8 16,2 9-9-16,-3 4-42 0,0 4-31 15,-5 1-18-15,2-2-3 0,-5-3-12 16,0-6 13-16,-3-7-53 15,-1-12-30-15,-2-9-18 0,-2-12-4 0,-1-10 6 0,-1-7-18 16,0-7-38-16,0-5-90 0,0 0-196 16,-4-11-267-16,-5-5-432 0,0 0-756 15,-12-22 1758-15</inkml:trace>
  <inkml:trace contextRef="#ctx0" brushRef="#br0" timeOffset="20192.456">1835 3827 3142 0,'0'0'442'0,"0"0"-344"0,0 0-19 0,0 0 135 16,65-78 99-16,-52 67-117 0,3 3-91 0,-1-1-38 15,3 4-46-15,1 2-21 0,1 3-19 16,2 1 16-16,-3 11-17 0,-2 7 20 16,-1 9 24-16,-3 8 4 0,-6 6-28 15,-4 3-23-15,-3 1-14 0,0-2 18 16,-7-4 4-16,-4-7-13 0,-1-7 3 15,-3-2-24-15,-2-5-26 0,-3-5-36 0,2-3-8 16,0-3 16-16,0-5-39 16,-2-3-40-16,0-5-192 0,0-12-315 0,-2-2-639 15,6-1 31-15,-4-10 1226 0</inkml:trace>
  <inkml:trace contextRef="#ctx0" brushRef="#br0" timeOffset="20499.901">2268 3776 2323 0,'0'0'994'0,"0"0"-860"16,0 0-36-16,0 0 89 0,0 0 71 15,0 0-132-15,0 0-39 0,0 0-6 16,75 45 6-16,-66-20-19 0,-1 10-27 16,-4 1-29-16,2 4 6 0,-3-1-18 15,0-1-11-15,0-6 10 0,-3-6-33 0,0-8 5 16,0-5 29-16,0-7 28 0,0-1 0 15,0-5 18-15,0 0 16 16,0 0 3-16,0 0-4 0,0-5-9 0,0 1-21 0,0-3-9 16,0-1-22-16,1-4-16 15,4-4 16-15,2 1-12 0,-1-3-22 0,1-2-3 16,0 0 7-16,1 1-1 16,1-4-93-16,0 1-40 0,2 0-53 0,-2-1-72 15,3 0-160-15,-1 3-314 0,2-2-569 16,-4 10 110-16,5-2 1121 0</inkml:trace>
  <inkml:trace contextRef="#ctx0" brushRef="#br0" timeOffset="20851.717">2686 3870 1467 0,'0'0'448'0,"0"0"597"0,0 0-830 16,0 0-91-16,4 71 38 0,3-46 117 15,-1 0-34-15,4 4-87 0,-1-3-65 0,2-1-30 16,1-4-39-16,-2-3-24 16,0-7-1-16,0-4-23 0,-1-6 24 0,2-1 11 15,-2-6 20-15,4-7 6 0,0-8-37 16,-3-5-87-16,0-3-37 0,-1-3-24 16,-3-3-22-16,-2 3 35 0,-1 2 40 15,-2 2 35-15,-1 5 38 0,0 7 18 16,-4 3 4-16,-5 5 92 0,-1 5-3 15,-1 2 65-15,-1 1-32 0,-1 2 2 16,-1 4-15-16,2 3-25 0,-1 6-22 0,2 0-9 16,1 2-7-16,2 1-37 0,4-1-9 15,1-1-40-15,3-1-37 0,0 1-88 16,5-4-55-16,2 1-86 0,4-5-183 16,2-5-316-16,0-3-514 0,2-9 349 15,-4-1 885-15</inkml:trace>
  <inkml:trace contextRef="#ctx0" brushRef="#br0" timeOffset="21115.443">2993 3884 836 0,'0'0'98'0,"0"0"1097"0,0 0-748 0,0 0-154 0,76 67-56 16,-61-44-19-16,-1 1 64 0,-4-5-29 15,-1-4-74-15,1-5-91 0,-2-6-75 16,1-2-1-16,1-2-9 0,3-8 11 16,0-6-14-16,0-3-31 0,-1-7-29 15,-2-2-29-15,1-4-14 0,-2 2 12 16,-2 3-10-16,-2 3 50 0,0 5 51 15,-4 3 10-15,-1 7 56 0,0 2 41 0,-5 3 22 16,-5 2-51-16,-2 0 11 0,-3 0-30 16,-2 1 16-16,-1 5-10 0,0 3-21 15,0 3-13-15,1 2-11 0,2 0-20 16,1-1-40-16,5 1-28 0,0-1-60 16,3-1-70-16,4 0-72 0,0 0-162 15,2-3-329-15,0-4-600 0,3-3 416 16</inkml:trace>
  <inkml:trace contextRef="#ctx0" brushRef="#br0" timeOffset="21248.947">3215 3891 218 0,'0'0'1388'16,"0"0"-355"-16,0 0-656 0,106 4 3 0,-68-3-104 15,-2-1-21-15,0 0-19 0,0-3-84 16,-3-4-65-16,-1-5-31 0,-2-5-16 16,-3-2-40-16,-3-4-130 0,-4-5-91 15,-3-2-122-15,-7 7-263 0,-7-13-802 0</inkml:trace>
  <inkml:trace contextRef="#ctx0" brushRef="#br0" timeOffset="21440.354">3500 3567 333 0,'0'0'2650'0,"0"0"-2241"16,0 0-304-16,1 87 63 16,5-50 131-16,0 4 33 0,0 2-56 0,4 3-45 15,-3 4-56-15,3 5-50 0,-4 3-43 16,-2-1-27-16,-1 1-37 0,-3 0-18 15,0-4-9-15,0-5-12 0,-10-4-37 16,0-5-6-16,-6-5-12 0,-1-4-28 16,-6 0-65-16,-3-3-93 0,-7-2-187 15,-8 0-636-15,8-9-555 0,-30 8 319 0</inkml:trace>
  <inkml:trace contextRef="#ctx0" brushRef="#br0" timeOffset="21734.645">1871 4651 1018 0,'0'0'2537'15,"0"0"-2206"-15,0 0-271 0,0 0 97 0,0 0 49 16,0 0-76-16,0 0-56 0,0 0-74 16,0 0 90-16,83-29 113 0,-27 21 8 15,10-2-116-15,13 1-55 0,8 0-7 16,8 2 56-16,6-2-44 0,4-1-45 15,-3-2 1-15,2-4 5 0,0-2 16 16,-3-3 8-16,0 1-12 0,-3 0-3 16,-3 1-15-16,-4 2-24 0,-9 4 6 0,-3 1 0 15,-8 6-55-15,-5 2-25 16,2 2-24-16,1 2-16 0,-3 2 90 0,-1 4 5 16,-5 2-77-16,-3 3-78 0,-8 2-78 15,-3-1-75-15,-13-2-308 0,6 4-780 0</inkml:trace>
  <inkml:trace contextRef="#ctx0" brushRef="#br0" timeOffset="22265.456">5438 3807 2217 0,'0'0'1226'0,"0"0"-997"0,0 0-128 0,38 94 12 15,-28-53 82-15,-4 3 101 0,-2 2-39 16,-1-5-67-16,-3-3-88 0,0-3-38 16,0-5-45-16,-3-10-19 0,0-2-30 15,-1-8-50-15,1-5-92 0,-3-3-44 16,-1-2-72-16,-1-5-405 0,-9-14-1115 0</inkml:trace>
  <inkml:trace contextRef="#ctx0" brushRef="#br0" timeOffset="22397.071">5284 3714 2312 0,'0'0'1180'16,"0"0"-1025"-16,0 0-110 0,0 0 106 15,78-16 126-15,-53 12-81 0,-3-1-97 16,2-2-49-16,3 1-50 0,-1-3-40 15,4 1-237-15,-1 1-60 0,-7 1-332 16,6 2-1193-16</inkml:trace>
  <inkml:trace contextRef="#ctx0" brushRef="#br0" timeOffset="22573.667">5937 3988 1277 0,'0'0'2391'0,"0"0"-2107"0,0 0-161 16,81 38 176-16,-54-36 32 0,-1-2-110 15,0-8-75-15,0-8-48 0,3-7-31 0,-2-7-36 16,-2-4-31-16,2-7-182 0,-2-5-69 16,-4 1-79-16,-5 2-175 0,-3 10-686 15,-6-5-759-15</inkml:trace>
  <inkml:trace contextRef="#ctx0" brushRef="#br0" timeOffset="22795.642">6018 3507 756 0,'0'0'1967'0,"0"0"-1588"15,0 0-286-15,0 0-13 0,-22 77 37 16,34-44 99-16,3 9 24 0,7 3-32 16,1 5-20-16,3 5 60 0,0 5-35 15,1 3-41-15,-5 3-59 0,0 4-43 16,-4 1-18-16,-3 0-32 0,-2-3-20 16,-5-2-15-16,-2-3 14 0,-3-4 1 0,-3-3 0 15,0-5-12-15,-3-7-19 0,-7-2-27 16,-3-7-3-16,-6-4-28 0,-5-3-33 15,-5-3-32-15,-4-5-17 0,-5-3-43 16,-2-5-59-16,-3-5-166 0,11-5-332 16,-18-4-758-16</inkml:trace>
  <inkml:trace contextRef="#ctx0" brushRef="#br0" timeOffset="23321.456">8654 3517 1797 0,'0'0'1356'0,"0"0"-1062"0,0 0 6 16,27 104 122-16,-17-49-47 0,-2 8-61 0,0 8-97 15,-2 5-61-15,1 4-31 0,0-2-31 16,-1-1-15-16,-2-3-22 15,-1-6-20-15,0-5-37 0,-3-7-25 0,0-8-20 16,0-11-43-16,0-11 6 0,0-12-9 0,0-8-1 16,0-6-75-16,0-6-91 15,-3-9-174-15,-1 0-646 0,-8-23-591 0</inkml:trace>
  <inkml:trace contextRef="#ctx0" brushRef="#br0" timeOffset="23569.227">8587 3592 1812 0,'0'0'1383'0,"0"0"-1163"16,0 0-74-16,77-33 50 0,-47 25 119 15,2 3-19-15,1 1-12 0,3 1-93 16,-2 2-75-16,1 1-30 0,-5 0-22 16,-1 1-9-16,-7 8-31 0,-2 5-21 0,-4 3-1 15,-6 8 0-15,-6 2-2 0,-4 8-21 16,-6 1 19-16,-9 6-16 0,-4-1-1 0,-6 1-11 15,1-3-7-15,-3-4-9 16,-1-4-27-16,2-4-31 0,-3-8-40 0,3-1-14 16,-1-5-37-16,0-6-124 0,-1-6-315 15,8-1-715-15,-16-10-658 16</inkml:trace>
  <inkml:trace contextRef="#ctx0" brushRef="#br0" timeOffset="24013.552">10163 3814 1608 0,'0'0'1899'15,"0"0"-1536"-15,31 67-174 0,-19-31-23 0,1 9 73 16,-5 2-23-16,-2-5-16 0,-1-1-63 0,-4-10-96 16,-1-5-41-16,3-9-27 15,-3-5-35-15,0-6-78 0,0-6-39 0,0 0-59 16,0-8-124-16,-3-3-361 0,-4-17-1420 0</inkml:trace>
  <inkml:trace contextRef="#ctx0" brushRef="#br0" timeOffset="24146.426">10098 3614 630 0,'0'0'2441'15,"0"0"-2083"-15,0 0-203 0,0 0 25 16,0 0 6-16,83-16-186 0,-65 11 0 0,0 1-258 15,3-3-238-15,-6 1-753 0</inkml:trace>
  <inkml:trace contextRef="#ctx0" brushRef="#br0" timeOffset="24400.716">10736 3689 232 0,'0'0'2873'15,"0"0"-2420"-15,0 0-109 0,-16 84 106 16,8-56-91-16,2-2-40 0,0-7-100 15,3 1-76-15,3-2-73 0,0-6-43 16,6 1-27-16,4-3-1 0,6-1-20 16,3-1 18-16,2-3-17 0,1 0 19 15,1-1 2-15,0-1-2 0,-3 1-1 16,-2-1 0-16,-4 4-14 0,-1-1 16 0,-3 6 2 16,-2 1 14-16,-2 3 8 0,-6 4-24 15,0 2-27-15,-4 1-37 0,-9 0-15 16,0-2-6-16,-3-2-34 0,0 0-53 15,-4-2-116-15,0-4-294 0,4-4-750 16,-13 2-996-16</inkml:trace>
  <inkml:trace contextRef="#ctx0" brushRef="#br0" timeOffset="25018.407">12497 3740 1956 0,'0'0'1536'16,"0"0"-1220"-16,0 0-121 0,0 0 31 0,0 0 63 16,42 98-37-16,-35-59-22 0,2 1-56 15,-5-2-80-15,-1-4-48 0,-2-7-35 16,2-5-11-16,-1-6-15 0,-1-3-3 0,-1-7-55 16,0 0-74-16,0-5-42 0,0-1-32 15,0-4-86-15,-3-5-206 0,-1-1-622 16,-9-13-637-16</inkml:trace>
  <inkml:trace contextRef="#ctx0" brushRef="#br0" timeOffset="25187.54">12329 3499 2786 0,'0'0'1151'0,"0"0"-878"16,0 0-123-16,0 0 72 15,0 0 68-15,0 0-92 0,0 0-73 0,0 0-97 16,86-40-28-16,-69 34-22 0,-1-1-11 16,1 3-37-16,-2 0-114 0,4 3-77 0,-3 1-228 15,-4 0-879-15,-1 15-1305 0</inkml:trace>
  <inkml:trace contextRef="#ctx0" brushRef="#br0" timeOffset="25707.365">12768 3520 2626 0,'0'0'341'15,"0"0"-212"-15,0 0 72 0,0 0 98 0,0 0-9 16,78 18-85-16,-55 1-40 0,-2 5-53 16,1 5-10-16,0 2-28 0,-2 4 37 15,-4 2-21-15,0-1-35 0,-3 2-3 16,-3-2-15-16,-2 1-11 0,-2-4-26 16,-1-6 0-16,-4-5 22 0,2-5 11 15,-2-7 1-15,1-3-9 0,-1-5 2 16,-1-2 25-16,2 0 82 0,-2 0 15 0,1-5-58 15,-1-2-21-15,3-9-28 16,3-5-17-16,-2-3-22 0,0-5-3 0,-1-2-19 16,-1-1-99-16,-2-1-55 0,0 1-43 15,0-2-87-15,0 2-185 0,-2 7-763 16,-5-11-1102-16</inkml:trace>
  <inkml:trace contextRef="#ctx0" brushRef="#br0" timeOffset="25980.243">13247 3477 2598 0,'0'0'694'16,"0"0"-430"-16,0 0-56 0,0 0 98 15,63 82 15-15,-49-60-25 0,-2-2-41 16,-2 3-114-16,0 1-56 0,-1 5-30 16,-3 3-19-16,-2 3-17 0,-4 5-19 0,0-3-16 15,0 1 14-15,0-5-22 16,-1-6 12-16,-2-8-1 0,0-7 13 15,3-3 21-15,-2-8-3 0,2-1 10 0,0 0-4 16,0 0-24-16,0-3 0 0,0-4-1 16,6-5-2-16,4-3-24 0,2-10 5 15,2-3-36-15,6-3-36 0,3-2-19 16,2 0 6-16,2-1-16 0,1 2-71 0,2-2-172 16,0 3-324-16,-8 8-710 15,6-4-671-15</inkml:trace>
  <inkml:trace contextRef="#ctx0" brushRef="#br0" timeOffset="26280.974">13797 3810 2055 0,'0'0'1452'0,"0"0"-1259"0,0 0-89 16,0 0 60-16,0 0 55 0,0 0-13 0,0 0-2 16,0 0-10-16,87 41-35 0,-62-63-58 15,3-6-55-15,1-6-46 0,0-1-39 16,-3-1-74-16,-2 3 24 0,-2 2 19 0,-6 6 33 15,-4 6 12-15,-4 1 0 16,-4 8 4-16,-4 2 21 0,-3 6 36 0,-9-2-21 16,-8 4 7-16,-3 0 8 0,-5 0 4 15,-3 7 9-15,1 6-15 0,1 5 2 16,4 5-8-16,3 5 8 16,1 8-2-16,5 2 21 0,2 5 9 0,4 1 6 15,1-1-18-15,4 0-27 0,0-4-19 16,4-3-31-16,1-8-14 0,0-4-87 15,9-8-30-15,5-9-22 0,2-5-23 16,8-4-113-16,-5-5-393 0,16-22-1237 0</inkml:trace>
  <inkml:trace contextRef="#ctx0" brushRef="#br0" timeOffset="26680.55">14519 3652 271 0,'0'0'3062'0,"0"0"-2565"0,0 0-229 15,0 0 65-15,-92 97-46 0,67-59 29 0,-1 2-5 16,3-3-35-16,7-1-98 0,4-5-60 16,4-3-58-16,4-9-60 0,2-6-3 15,2-6-30-15,0-2 12 0,9-4 15 16,4-1 3-16,5-8 3 0,4-7-39 16,4-9-22-16,-1-9-54 0,1-3-18 15,0-7-10-15,-2-3-15 0,1-1-12 16,-2-1-41-16,-1-1-88 0,-1-2-104 15,-3-3-78-15,-3-3-18 0,-6 1-8 16,-5 1 246-16,-4 1 261 0,0 5 6 0,-4 8 149 16,-5 4 70-16,2 9 80 0,-1 8 11 15,3 8-12-15,1 6-12 0,2 3-19 16,-2 3-47-16,3 6-75 0,-4 7-80 16,1 9-19-16,-2 8 0 0,2 8 31 15,1 7 76-15,0 3 39 0,2 3-74 16,-1 2-39-16,2 2-24 0,0 2-25 15,0-2-36-15,-3 0-10 0,2-2-17 16,-1-3-70-16,2-7-64 0,0-7-61 0,0-9-35 16,6-12-116-16,6-11-243 0,2-8-376 15,-1-7-502-15,6-17 203 0</inkml:trace>
  <inkml:trace contextRef="#ctx0" brushRef="#br0" timeOffset="26990.846">14742 3659 840 0,'0'0'1010'0,"0"0"724"16,0 0-1312-16,0 0-158 0,6 79-29 15,-6-49 3-15,0 5-5 16,3 1 35-16,2-4-76 0,0-5-86 0,4-4-55 16,1-6-51-16,-1-5-3 0,3-5-33 0,2-5-10 15,3-2-23-15,0-14-22 0,3-5-16 16,-1-6-30-16,1-5-19 0,0 0-22 16,-4 0-7-16,-3 1 34 0,-1 1 49 15,-3 4 15-15,-1 1 27 0,-2 6 60 16,-2 5 0-16,-2 7 119 0,-1 5 54 15,1 0 16-15,-2 9-57 0,0 7-3 16,0 4-22-16,0 4-22 0,0 2 0 16,-2-2 16-16,1 0-1 0,1-5-42 15,0-1-58-15,0-2 0 0,4-3-46 16,5-4-72-16,1-2-13 0,3-4 3 16,2-3 18-16,3-1-111 0,2-8-128 15,1-1-250-15,1-5-787 0,-5 6-906 16</inkml:trace>
  <inkml:trace contextRef="#ctx0" brushRef="#br0" timeOffset="27241.653">15495 3706 1372 0,'0'0'140'16,"0"0"1427"-16,0 0-1242 0,0 0-81 15,0 0 71-15,0 0-11 0,0 0-80 16,0 0-42-16,0 0-25 0,-84 28-7 15,80-2 8-15,0 2 37 0,1 4-22 16,1-1-12-16,-1 0-25 0,3-1-57 16,0-4-43-16,0-5-36 0,0-2-11 15,5-7-7-15,1-4-12 0,3-3-70 0,2-5-12 16,3-1 24-16,3-11-18 0,3-7-40 16,2-7-18-16,-2-5-102 0,0-2-246 15,-2-3-450-15,-3 1-291 0,-4 9-460 16</inkml:trace>
  <inkml:trace contextRef="#ctx0" brushRef="#br0" timeOffset="27348.237">15698 3696 1087 0,'0'0'1752'0,"0"0"-1002"0,0 0-356 16,0 0-127-16,32 77-78 15,-28-58-81-15,0 4 47 0,-2-4 90 16,-2 0-132-16,0-6-79 0,0 0-34 0,-5-4-126 16,1-4-82-16,-3-5-88 0,1 0-266 15,-8-5-1183-15</inkml:trace>
  <inkml:trace contextRef="#ctx0" brushRef="#br0" timeOffset="27532.329">15668 3407 980 0,'0'0'3297'0,"0"0"-2800"16,0 0-242-16,0 0-78 0,0 0-74 15,0 0 16-15,0 0 32 0,0 0-99 16,0 0-52-16,0 0-46 0,0 0-142 0,84-16-80 15,-67 7-111-15,-3-2-802 0,0-8-1761 0</inkml:trace>
  <inkml:trace contextRef="#ctx0" brushRef="#br0" timeOffset="27919.923">16106 2955 1489 0,'0'0'2551'0,"0"0"-2152"16,-2 84-226-16,1-45-10 0,-2 12 70 16,3 4 54-16,-3 2 35 0,-1 2-114 15,-2 4-93-15,0-1-61 0,1 1-30 16,-1-5-24-16,1-6-12 0,2-10-49 16,3-11 25-16,0-7 24 0,3-10-18 0,3-5-28 15,2-4-33-15,0-3-8 16,5-2 14-16,5-4 15 0,0-1-18 0,2-2 6 15,1 0 3-15,-1 1 2 0,-3 5 1 16,0 1 27-16,-4 1 13 0,0 7 36 0,-6 2 36 16,-1 3 62-16,-3 4 6 0,-3 2 2 15,0 0-24-15,-6 2-6 0,-2-1-3 16,-3 2 0-16,-4-4-4 16,2 0-5-16,-3-1-10 0,1-3-21 0,3-5-20 15,1-1-13-15,4-5-22 16,-1 0-53-16,2-3-31 0,0-6-18 0,2-8-16 15,1-8-58-15,1-8 0 0,2-10-180 16,6-6-332-16,4-6-702 0,0 9-826 16,3-29 2101-16</inkml:trace>
  <inkml:trace contextRef="#ctx0" brushRef="#br0" timeOffset="28351.37">16664 3045 3138 0,'0'0'1248'0,"0"0"-1090"15,-8 84-62-15,0-42 45 0,-4 10 178 0,1 1 58 16,3 0-23-16,3 0-112 0,5-1-134 16,0-1-59-16,4 2-31 0,3-3-18 15,0 0-2-15,4-6-22 16,1-6-7-16,2-7-65 0,3-7-4 0,0-5-2 16,5-3-40-16,-1-3-25 0,3-2-9 15,0-4-18-15,2 0-60 0,1-2 24 16,3-1 79-16,1-2 34 0,0-2 33 15,0 0 84-15,-1-2 3 0,-1-5 93 16,-2-2 59-16,0-3-1 0,-2-2-38 16,1-3-55-16,0-2-27 0,-2-3-31 15,-1-3 12-15,-1 0-13 0,-3-3 0 0,-5 1-2 16,-5 1-9-16,-6 1-9 0,-3 8 18 16,-5 3 15-16,-9 10 25 0,-3 4 48 15,-6 11-24-15,-5 10 49 0,-1 4-10 0,1 7-15 16,2 3 37-16,2 1 5 0,4 1-46 15,6-4-2-15,1 1-9 0,6-4-4 16,2-2-30-16,5-9-37 0,0 0-2 16,3-5-12-16,9-4 9 0,8-3-15 15,7-4 6-15,7-3-15 0,3 0-19 16,2-9-53-16,3-4-92 0,-2-1-103 16,-2-1-90-16,-11 2-736 0,11-6-1523 0</inkml:trace>
  <inkml:trace contextRef="#ctx0" brushRef="#br0" timeOffset="31347.872">9710 5603 1372 0,'0'0'1766'0,"0"0"-1409"0,0 0-141 16,20 65 1-16,-11-26 31 0,-2 7 1 15,3 7-85-15,-1 8-38 0,-2 4 3 0,3 6 61 16,-3 5-53-16,1 5-55 0,-4-1-27 15,0 3-9-15,-2-3-19 0,-2 1-24 16,0-6 12-16,0-9-15 0,-2-7-15 16,-2-9-12-16,4-12-13 0,0-10-2 15,0-9-22-15,0-7-22 0,0-7-39 16,0-5-37-16,0-2-50 0,0-12-73 16,0-6-229-16,0-1-523 0,-3-24-431 0</inkml:trace>
  <inkml:trace contextRef="#ctx0" brushRef="#br0" timeOffset="31615.282">9750 5870 68 0,'0'0'2689'0,"0"0"-2281"16,0 0-232-16,0 0 68 0,0 0 50 16,0 0-55-16,75-48-55 0,-59 45-29 0,2-1-50 15,-1 4-37-15,0 0-19 0,0 0-15 16,-4 4 6-16,2 4 15 0,-4 3 16 15,-3 5 2-15,-3 3-24 0,-1 5-15 16,-4 3 2-16,0 5-34 0,-9-2 14 0,-3 0-16 16,-4-4-15-16,2-2-24 15,-3-2-13-15,-1-6-9 0,-2-1-50 16,5-3-36-16,-2-4-20 0,1 0-31 16,2-2-62-16,2-3-115 0,0-3-233 15,4 0-526-15,4-5-500 0,4-10 1566 0</inkml:trace>
  <inkml:trace contextRef="#ctx0" brushRef="#br0" timeOffset="32116.029">10619 5307 346 0,'0'0'2583'0,"0"0"-2123"16,0 0-231-16,0 0-74 0,0 0-14 16,0 0 58-16,0 0 28 0,0 0-84 15,0 0-69-15,0 0-13 0,12 94 13 0,-5-49 15 16,5 6 40-16,-1 5 24 15,2 2-40-15,-1 6-37 0,-1 2-24 0,-2 2-9 16,-3 1-10-16,-4 3-12 16,1 0-21-16,-3-2 0 0,0-2-30 0,-4-7-16 15,0-7-8-15,-1-11 14 0,1-7-9 0,3-6-36 16,-1-11-25-16,2-3-25 0,-3-7-31 16,2-3-47-16,1-6-132 0,-1 0-203 15,-1 0-468-15,-1-2-519 0,-1-8 802 0</inkml:trace>
  <inkml:trace contextRef="#ctx0" brushRef="#br0" timeOffset="37891.611">11114 5654 2319 0,'0'0'136'0,"0"0"540"16,0 0-411-16,0 0-62 16,0 0 59-16,0 0-23 0,85-44-33 0,-71 48-45 15,0 10 9-15,1 11 76 0,-2 8-96 16,-2 10-40-16,-3 7-71 0,-5 5 1 15,-3 2-1-15,0-1-8 0,-3-1-16 16,-3-4-14-16,0-8-1 0,2-8-2 16,1-11-22-16,3-12-28 0,0-6-27 15,0-6-4-15,7-6 40 0,5-10 16 16,3-8-19-16,0-10 16 0,4-6-32 0,0-6 7 16,-2 0 9-16,-1 5 34 15,-2 5 12-15,-2 5 13 0,-1 5-1 0,-2 5-10 16,-1 4 1-16,-2 6 13 0,1 3-16 0,-4 3-1 15,1 1-21-15,-1 4 22 0,0 0 19 16,2 0-16-16,-1 4 34 0,3 6 6 16,0 3 9-16,-1 5-13 0,0 4-8 15,-2 5-4-15,-4 3-8 0,0 2-16 16,0-2-3-16,0 1-19 0,0-3 18 16,0-5-20-16,-1-3-13 0,-1-3-24 15,1-3-3-15,-2-3-7 0,1-4-48 16,1-1-82-16,1-3-85 0,0-1-81 15,0-2-185-15,0 0-570 0,0 0-396 0</inkml:trace>
  <inkml:trace contextRef="#ctx0" brushRef="#br0" timeOffset="38370.554">11748 5442 3071 0,'0'0'364'0,"0"0"-361"0,0 0 96 15,0 0 87-15,0 0 3 0,0 0 16 0,0 0-24 16,0 0-64-16,0 0-52 0,81 11-34 16,-77-7-16-16,0 4-14 0,-1 2 0 15,-3 3 17-15,0 3-15 0,0 4-3 0,-6 4-51 16,-1 2 5-16,-2 3 8 0,0 0 4 15,0 0 6-15,1-1 27 0,4-6 1 16,1-3 1-16,3-4-1 0,0-7 28 16,2-1-15-16,6-2-10 0,3-3 28 15,3 3 31-15,3-4 3 0,3 1-19 16,3 0-34-16,-1-2 7 0,1 0-19 16,0 0-2-16,-1 0-48 0,-2-2 16 0,2-1-148 15,-2 1-131-15,-1-1-115 0,-5 2-354 16,3 1-897-16</inkml:trace>
  <inkml:trace contextRef="#ctx0" brushRef="#br0" timeOffset="38677.671">12217 5949 3205 0,'0'0'603'0,"0"0"-322"15,0 0-150-15,0 0-1 0,0 0-24 16,0 0-11-16,0 0 44 0,0 0-4 16,0 0-55-16,0 0 21 0,0 0-18 15,76 8-7-15,-52-6-37 0,3 2-11 16,-1-3-13-16,3 1 2 0,-3-2-17 15,2 0-18-15,-2 0 3 0,-2-5-13 16,-1-2-75-16,-3-3-62 0,0-3-50 16,-3-2-57-16,-2-4-140 0,-3 1-270 0,-4 6-663 15,-6-2-356-15</inkml:trace>
  <inkml:trace contextRef="#ctx0" brushRef="#br0" timeOffset="38938.998">12415 5621 2932 0,'0'0'375'0,"0"0"-340"16,0 0 31-16,0 0 71 0,-9 78 72 16,6-47 103-16,2 4-32 0,-2 3-76 15,3-2-52-15,0 4-45 0,0 1-49 16,0-2-21-16,0-1-37 0,0 0-23 15,0 0 1-15,3-1-5 0,1-4-13 0,1-6-62 16,1-5-21-16,-1-8-10 0,4-4-50 16,-2-9-68-16,3-1-45 0,0-8-72 15,2-8-237-15,-3 2-514 0,3-17-386 0</inkml:trace>
  <inkml:trace contextRef="#ctx0" brushRef="#br0" timeOffset="39160.838">12826 5652 2929 0,'0'0'454'0,"0"0"-264"0,0 0-25 16,0 0-45-16,0 0 68 0,0 0 128 16,0 0-118-16,0 0-75 0,33 70-37 15,-23-39-49-15,3 5 0 0,-2 10 24 16,0 3-61-16,-3-1-9 0,-2 1-12 15,0-1-50-15,-2-4-92 0,0-1-84 0,2-3-97 16,0-6-103-16,1-7-242 0,-3-5-478 16,-2-2-509-16</inkml:trace>
  <inkml:trace contextRef="#ctx0" brushRef="#br0" timeOffset="42149.586">13467 5817 1402 0,'0'0'29'16,"0"0"306"-16,0 0 413 15,0 0-351-15,0 0-122 0,0 0-23 0,0 0-24 16,0 0-20-16,0 0 7 0,0-16-63 16,0 16-77-16,5 0-47 0,7 2 19 0,0 4 8 15,8 2-8-15,2-1 18 0,1 4-41 16,1-4 26-16,1 1-23 0,1-3-2 16,-2 0-13-16,2-4-12 0,-3 1 0 15,2-2-1-15,-4 0-14 0,-3 0-7 16,-3 0-49-16,-1 0-108 0,-2-2-70 15,-4 2-71-15,-3 0-235 0,-2 0-602 16,-3 5-430-16</inkml:trace>
  <inkml:trace contextRef="#ctx0" brushRef="#br0" timeOffset="42359.899">13522 6042 2229 0,'0'0'414'0,"0"0"-58"0,0 0 6 0,0 0-29 16,0 0-103-16,0 0-41 0,0 0-62 16,0 0-49-16,0 0 0 0,0 0 27 15,0 0-15-15,65-11-19 0,-42 10-51 16,0 1-20-16,2 0-18 0,3-1-7 16,0 1 9-16,3 0-67 0,1-3-115 15,1 0-134-15,3-2-115 0,-10 1-314 16,8-3-713-16</inkml:trace>
  <inkml:trace contextRef="#ctx0" brushRef="#br0" timeOffset="43454.501">14443 5711 1220 0,'0'0'179'15,"0"0"969"-15,0 0-791 0,0 0-43 16,0 0-18-16,0 0-2 0,0 0-55 16,0 0-45-16,0 0-44 0,0 0-48 0,0 0-44 15,36-50-20-15,-27 50-11 16,3 2 7-16,-1 6 12 0,3 3 16 0,-4 5-31 16,2 3 15-16,-1 5-22 0,-5 0-8 15,-2 4-13-15,-4 2-1 0,0 2 0 16,0-1 7-16,-1 0-9 0,-4-3-15 15,2-3-13-15,-1-7-3 0,4-6 13 16,-1-3-13-16,1-5-6 0,0-3 19 16,0-1 15-16,0 0-25 0,0 0 7 15,0 0-1-15,0-3 3 0,0-2-11 16,0-4 5-16,0-4-6 0,1-3 6 16,3-5 24-16,2 2-33 0,-1-5 13 0,-1 2 17 15,3 0-33-15,0-2 3 0,3 3 19 16,-1 1 2-16,2 2-2 0,1 0 14 0,1 0 0 15,1 2-12-15,0 2 13 0,1 2 10 16,-2 1 17-16,-1 2 20 0,-1 0 3 16,1 2-1-16,-1 1-3 15,-2 1-5-15,0 2-11 0,-1-1 20 0,-2 3-50 16,-2 1-14-16,1 0 13 16,-2 0-1-16,1 0-1 0,3 3 3 0,-3 3 15 15,4 4 18-15,-2 3 1 0,2 3-9 16,1 3 9-16,-1 4 15 0,-2 2-34 15,2 0-15-15,0 1 2 0,-2 0 11 16,-2-1-13-16,2 0-24 0,-2-1 12 16,-1-3-13-16,1-5-82 0,-1-2 30 15,2-2-32-15,-4-4-64 0,3-1-26 0,1-3-34 16,-1 1-149-16,1-3-292 0,1-2-668 0</inkml:trace>
  <inkml:trace contextRef="#ctx0" brushRef="#br0" timeOffset="44477.458">15313 5766 1402 0,'0'0'458'0,"0"0"-130"15,0 0-47-15,0 0 13 0,0 0-34 16,0 0 12-16,0 0-11 0,0 0-59 16,0 0-54-16,0 0-42 0,0 0-23 15,2-7-33-15,2 7-31 0,6 0 40 16,0 0 22-16,6 0-13 0,0 0-18 15,1 0-23-15,2 0 17 0,1 0-1 0,0 0-31 16,-1-2 10-16,1-2 0 0,-2-2-19 16,2 0-1-16,-3 0-2 0,-1 1 0 15,-2 0-19-15,-2 2-2 16,-1-2 2-16,-4 3-61 0,-1-2-75 0,-1 4-32 0,-3-1-18 16,1 0-53-16,-3 1-152 15,0 0-291-15,0 0-476 0,0-2-174 0</inkml:trace>
  <inkml:trace contextRef="#ctx0" brushRef="#br0" timeOffset="44795.659">15499 5590 1869 0,'0'0'298'16,"0"0"-55"-16,0 0-49 0,0 0 41 0,0 0 38 15,0 0-21-15,0 0-71 0,0 0-77 16,0 0 20-16,0 0-17 0,0 73-7 16,0-50-14-16,2 2-46 0,-1-2 13 15,1 0 7-15,-1 1-20 0,-1-2-37 16,0 4-3-16,0-2 0 0,0-3-25 15,0 0-15-15,3-5-4 0,1 1-91 16,0-7-60-16,4-3-36 0,0-2-19 16,4-3-150-16,-4-2-229 0,6-2-478 0</inkml:trace>
  <inkml:trace contextRef="#ctx0" brushRef="#br0" timeOffset="45301.348">15839 5748 1929 0,'0'0'470'0,"0"0"-176"15,0 0-133-15,0 0 32 0,0 0 75 16,0 0 15-16,26 75-65 0,-16-51-55 16,6 2 4-16,1-2-42 0,1 0-51 15,0-5-18-15,1 0 9 0,1-7-25 16,0-1-6-16,-2-4-9 0,-1-2-23 15,1-2 20-15,-1-3-4 0,-3 0-6 16,-1 0-12-16,-3-5-44 0,-1 1 19 0,-2-3-2 16,-3-1 2-16,-2-1-28 0,-2-2 10 15,0-2-13-15,0-1 28 0,0-3 25 16,-5-6-25-16,2 3 6 0,-5-7 4 16,2 1-35-16,-1-2 9 0,0 0 0 15,-2 0 26-15,3 2 5 0,2 2 13 16,1 4 1-16,0 2 21 0,3 5 3 15,0 1 0-15,0 3-6 0,0-1 31 0,0-2-10 16,3 2 1-16,2 1 5 16,0-1-3-16,1 2-5 0,4-2-20 0,0 1-5 15,4-1 5-15,1 2 10 0,2 2-6 16,1 1-1-16,3 0-19 0,1 3 26 16,0 2 0-16,1 0-3 0,-1 0 9 15,-1 0-19-15,-1 0 3 0,-1 4-18 16,-2-1 0-16,2 1-11 0,-3-2-4 15,-1-1-16-15,-2 2-12 0,0-2-7 0,-3 1-61 16,-1 0-60-16,1 0-45 0,-4 0-57 16,-2 2-82-16,-2 0-250 0,-1-2-566 15,-1 5-395-15</inkml:trace>
  <inkml:trace contextRef="#ctx0" brushRef="#br0" timeOffset="45544.474">16306 5820 2850 0,'0'0'486'0,"0"0"-273"16,0 0-210-16,0 0 26 0,0 0 28 15,0 0 66-15,0 0 60 0,0 0-26 16,0 0-82-16,0 0-75 0,0 0-1 0,82 11-18 15,-62-11-31-15,-2-2-107 0,1-3-70 16,1-2-52-16,-3-1-123 0,0-1-203 16,-7 1-509-16,5-5-208 0</inkml:trace>
  <inkml:trace contextRef="#ctx0" brushRef="#br0" timeOffset="45729.342">16645 5661 1342 0,'0'0'686'0,"0"0"-365"0,0 0-140 16,0 0 51-16,0 0 92 0,0 73 5 16,0-51-63-16,-1 3-61 0,-1 1-76 15,1 3-63-15,-1 2-66 0,-1-1-26 0,0 2-9 16,-2 2-91-16,0-3-88 16,1-2-110-16,1-5-291 0,-3 1-728 0</inkml:trace>
  <inkml:trace contextRef="#ctx0" brushRef="#br0" timeOffset="46376.843">14359 5392 988 0,'0'0'498'0,"0"0"-124"0,0 0-131 15,0 0-68-15,0 0 10 0,0 0 153 16,-17 67-42-16,10-40-146 0,1 6-13 15,-1 3 28-15,-1 4-57 0,1 4 15 16,0 2-16-16,0 3-22 0,1 1-7 0,2-2-24 16,1 2-13-16,3 0-41 0,0-1 0 15,3-1-24-15,5 0-4 16,4-3-10-16,5-3-10 0,0-2-49 0,5-5-45 16,4-5-38-16,4-2-32 0,7-7-98 0,4-1-134 15,-6-9-356-15,25 0-568 16</inkml:trace>
  <inkml:trace contextRef="#ctx0" brushRef="#br0" timeOffset="46951.894">16930 5497 1380 0,'0'0'185'16,"0"0"1119"-16,0 0-958 15,0 0-142-15,0 0-86 0,0 0 18 0,0 0 138 16,0 0-20-16,0 0-30 0,101 51-79 16,-74-25-37-16,4 5-43 0,-3 2 14 15,3 0-26-15,-5 0-35 0,-2-1 22 16,-4-1-19-16,-2 2-21 0,-5-2 0 15,-6-1 18-15,-3 4-18 0,-4-1-2 16,0 2-13-16,-7 1 3 0,-5-3-34 16,-2 0-43-16,-3-2-34 0,-3-5 9 15,-2-2 0-15,2-3-23 0,-2-4-43 0,1-4-88 16,0-1-139-16,7-5-349 0,-5-1-808 0</inkml:trace>
  <inkml:trace contextRef="#ctx0" brushRef="#br0" timeOffset="47568.461">17891 5418 1494 0,'0'0'390'0,"0"0"-14"0,0 0-111 0,0 0 19 16,0 0-21-16,0 0-23 0,0 0-30 16,0 0-42-16,0 0-39 0,0 0-44 15,-83 35-13-15,73-16-13 0,1 5 14 16,-1 7 12-16,1 5-1 0,4 4 0 16,-1 4-7-16,3 4-24 0,-1 4-16 0,2 1-3 15,2 2 9-15,0 1-21 0,0-1 2 16,3-4-8-16,3-7-13 0,2-4-3 15,1-7-11-15,5-7-1 0,0-7-37 0,3-1 15 16,2-10-19-16,2-2-129 16,5-3-46-16,1-3 11 0,4-4-29 0,-1-6-148 15,-7 1-352-15,6-9-747 0</inkml:trace>
  <inkml:trace contextRef="#ctx0" brushRef="#br0" timeOffset="48009.033">18193 5625 2816 0,'0'0'427'0,"0"0"-258"0,0 0-17 0,0 0 19 16,0 0 182-16,0 0-55 0,14 64-115 15,-9-33-84-15,-3 3-72 0,-2 4 16 16,0 1-3-16,0 0-34 0,0 0-6 16,4-8-33-16,-1-3-7 0,0-8-3 15,3-6-7-15,3-5 23 0,1-7-17 16,0-2-33-16,2-3 9 0,3-10 46 16,1-6 22-16,1-3-28 0,1-6 27 15,1-3 1-15,-1 0 16 0,0-1-13 16,0 1 19-16,-2 5-19 0,-2 2-1 15,0 5 10-15,-2 2-9 0,-3 4 13 16,-2 4-15-16,1 3 30 0,1 3 12 16,-3 3-9-16,2 0-6 0,0 6 15 0,1 6 25 15,-2 2-10-15,0 4-2 0,-2 3-10 16,-2 4-25-16,-3-1 16 0,0 4-6 16,0-1-31-16,-2 2-21 0,-1-3-34 15,0-3-46-15,3-1-72 0,0-2-53 0,0-2-54 16,0-6-42-16,3-1-154 0,2-8-530 15,2-3-397-15</inkml:trace>
  <inkml:trace contextRef="#ctx0" brushRef="#br0" timeOffset="48238.568">18838 5867 2282 0,'0'0'1002'0,"0"0"-766"16,0 0-37-16,0 0 141 0,0 0-62 0,0 0-49 16,95 5-29-16,-76-5-77 0,4 0-74 15,-1-5-49-15,2 1-19 0,0-2-2 0,-2 2-31 16,3-4-99-16,-1-1-92 0,0 2-118 16,0-3-119-16,-4 4-595 0,3-6-707 15</inkml:trace>
  <inkml:trace contextRef="#ctx0" brushRef="#br0" timeOffset="48706.374">19349 5622 26 0,'0'0'3407'0,"0"0"-2886"0,0 0-452 16,0 0 10-16,0 0 93 0,31 73 91 0,-25-43 30 16,2-1-119-16,1 2-76 15,1-1-31-15,3-2 0 0,0-1-30 16,2-2-14-16,-1-3-23 0,3-5-1 0,1-4-14 16,0-3 15-16,4-7 15 0,-2-3-15 15,0 0-2-15,3-7-32 0,-4-7-14 16,-2-3-22-16,-1-2-10 0,-1-5 19 15,-2 1-9-15,-3 1 21 0,-2-1 15 16,-3 0 0-16,-4-1-21 0,1-1-13 16,-2-3 7-16,0-3-13 0,-3-1 18 0,-2-2 13 15,-1-1-1-15,1 3 23 0,4-1 21 16,-1 7 2-16,2 2 19 0,0 6-2 16,7 6 6-16,0 1 30 0,2 3 16 15,1 3 13-15,3-1-17 0,0 5-30 16,4-3-3-16,-1 4 6 0,4 0-9 15,3 0 5-15,-4 0-5 0,4 0-29 16,0 0-2-16,-4 2-14 0,3 0-2 16,-4-2 13-16,-2 0-40 0,-1 0-89 15,-4 1-59-15,-3 4-72 0,-2-3-116 0,-3 5-258 16,-3-2-668-16,-3 11-531 0</inkml:trace>
  <inkml:trace contextRef="#ctx0" brushRef="#br0" timeOffset="48946.273">19785 5753 3298 0,'0'0'400'15,"0"0"-400"-15,0 0 16 0,0 0 25 16,0 0 97-16,0 0 104 0,0 0 7 0,0 0-109 15,0 0-69-15,96 11-47 16,-74-14-24-16,3-4-47 0,-1 0-55 0,1-4-93 16,-3 3-50-16,-1-4-72 0,-2 3-220 15,-8 1-626-15,1 0-445 0</inkml:trace>
  <inkml:trace contextRef="#ctx0" brushRef="#br0" timeOffset="49146.921">20151 5575 1273 0,'0'0'1235'0,"0"0"-971"15,0 0-100-15,0 0 32 0,0 0 69 0,3 70 30 16,-6-45-18-16,0-1-104 0,0 4-80 16,1 1-40-16,-1 2-39 0,0 0-14 15,0-2-31-15,1-2-82 0,2-5-113 16,0-4-39-16,3-10-74 15,6-4-199-15,0-4-199 0,8-5-440 0</inkml:trace>
  <inkml:trace contextRef="#ctx0" brushRef="#br0" timeOffset="49447.445">20551 5394 1759 0,'0'0'1364'0,"0"0"-1146"0,0 0-196 16,0 0 80-16,0 0 37 0,0 0 104 0,0 0 37 16,45 80-121-16,-36-54-72 0,4 1-3 15,-1 0 52-15,-1 3 11 0,-1-3-54 16,-1 1-38-16,-2 1-15 0,0-2 2 15,-4 3-23-15,1-1-1 0,-4 2-6 16,0 1-12-16,-4 1-14 0,-6 2-10 0,-3 0-62 16,-4 1-86-16,-5 0-90 15,2 0-77-15,-4-3-36 0,-2 2-177 0,6-12-603 16,-15 8-742-16</inkml:trace>
  <inkml:trace contextRef="#ctx0" brushRef="#br0" timeOffset="53562.797">20037 924 1527 0,'0'0'95'0,"0"0"-27"0,0 0-10 16,0 0 429-16,0 0-163 0,0 0-79 16,0 0-53-16,0 0-16 0,0 0 0 0,0 0-33 15,-5-3-16-15,5 3-1 0,0 0-3 16,0 0-7-16,0 0 1 0,0 0 5 15,0 0 5-15,0 0-3 0,0 0-10 16,-3 0-15-16,-2 0-28 0,0 0-16 16,-1 2-24-16,1-1 6 0,2 0-4 15,0-1 10-15,0 0-3 0,1 0 3 16,2 0 3-16,-1 0 8 0,-2 0 7 16,-2 0 19-16,-1 0-35 0,1 0-17 0,-1 0-1 15,0-1-9-15,-1 1 9 16,3 0-2-16,-1 0-10 0,2 0-3 0,0-1 12 15,3 1 1-15,0-2-7 16,0 2-15-16,0 0 9 0,0 0-10 0,2-1-2 16,1 0-24-16,1-1 0 0,2 0 22 15,6 0 2-15,6-3 15 0,4 0 9 0,4 0 3 16,1 2-6-16,4 2-5 0,-1 1 5 16,-1 0-18-16,-2 0 12 15,0 0-14-15,1 2-1 16,-4 0-1-16,-1-1-11 0,-2 1-9 0,-3-1 2 0,-2 0 4 15,-2-1 3-15,-5 0-15 0,-1 0-52 16,-3 0-49-16,-4 0-24 0,-1 0-19 16,0 0-25-16,-4 2-62 0,-3-1-102 15,-5 3-149-15,-2-1-542 0,-11 4-289 0</inkml:trace>
  <inkml:trace contextRef="#ctx0" brushRef="#br0" timeOffset="54249.441">19974 977 1588 0,'0'0'708'0,"0"0"-330"0,0 0-227 16,0 0 48-16,0 0 41 0,0 0 21 16,0 0 17-16,0 0-61 0,0 0-66 0,0 0-33 15,0 0-9-15,0 0-10 0,0 0-6 16,0 0-19-16,0 4-22 0,0-2-15 15,0 3-10-15,0 2 19 0,0 3 19 16,1 4-4-16,2-1-12 0,0 3 9 16,-2 2-21-16,2-1 2 0,-3 2-23 0,0 0 11 15,0 4-9-15,0-3-15 0,0 3 16 16,0 0-4-16,0 0-14 0,0 2 2 16,0-3-1-16,0 1 1 0,0 0-1 15,-3-1 0-15,2-1 1 0,-2 0 15 16,0 1-16-16,-1-1 2 0,1-2 8 15,0 0-10-15,-1-1 0 0,0 0 0 16,-1-1 1-16,2-2-1 0,0-2 1 16,3-2-3-16,-1 0 0 0,1-2 0 0,0 0 0 15,0 0 0-15,0 0 1 0,1 0 1 16,1 1 0-16,1-1 0 0,0 2-2 16,0-2 1-16,0 0 2 0,-1-2 0 15,1 2 0-15,0-1 9 0,0 0-11 0,0-2 2 16,-2 1-1-16,1-3 0 0,-1 1 0 15,1-3-2-15,-2-1 0 0,0 1 0 16,0-1 2-16,0-1 11 0,0 0-10 16,0 0 12-16,0 0-13 0,0 1 13 15,0-1-12-15,0 0 9 0,0 0-9 16,0 0 12-16,0 0-2 0,0 0-10 16,0 2 0-16,0-2 9 0,0 0-10 15,1 0 16-15,0 0 0 0,-1 0 13 16,2 0 102-16,-1 0-51 0,2 0-46 0,0-2-24 15,3 1-9-15,5 0 27 16,1-4-3-16,1 3-14 0,4-1-13 0,0-1 0 16,0 1-1-16,3 1 0 0,-1 0-15 15,3 1 4-15,1 1-6 0,0 0 0 16,1 0-6-16,0 0 6 0,1 0 3 0,-4 0-16 16,0 0-44-16,-3 0-10 0,-3-2-24 15,0 1-37-15,-4-1-34 0,-2 1-89 16,0-1-250-16,-4 1-522 0,-5 1-1054 0</inkml:trace>
  <inkml:trace contextRef="#ctx0" brushRef="#br0" timeOffset="60305.38">22417 877 1926 0,'0'0'2048'0,"0"0"-1629"0,0 0-289 16,0 0-28-16,0 0 14 0,0 0 99 16,0 0 5-16,0 0-98 0,0 0-77 0,87 40 4 15,-55-40-9-15,4 0 8 0,2-7-17 16,-1-4-13-16,1-2-15 0,-2-2 0 15,-2 0-3-15,-1-1-14 0,-4 2 1 16,-3 2 1-16,-4 3-6 0,-5 6-9 16,-5 2-4-16,-4 1-20 0,-2 3-1 15,-2 9 3-15,-4 5 28 0,2 6 19 16,-2 7 1-16,0 3 1 0,0 3 20 16,0 1-19-16,1 1 14 0,1-1-15 0,-1 1 1 15,4 1 8-15,-2 0-9 0,2-1-1 16,-1 2 1-16,-1-1 3 0,0 0 9 15,0-1 0-15,-1-3-9 0,-1-2 15 16,1-2-2-16,-2-2-14 0,2-4 1 16,-2-3 12-16,2-3 0 0,-2-2 12 15,1-4-14-15,-1-6 20 0,0-1-6 0,0-1 7 16,0-4-7-16,0 0 6 16,0 1 10-16,-3-1-13 0,-1-1 12 15,0 2-24-15,-4-2-18 0,-1 1-1 0,-2-1-47 16,-3 2-22-16,-3 0 31 0,-3-2-13 15,-2 1 1-15,-3-1-13 0,-4 1-12 16,-1-1-18-16,-2 1 18 0,-1-1-31 0,0 0-37 16,1 1-102-16,-2 2-234 0,6-2-663 15,-17 9-1017-15</inkml:trace>
  <inkml:trace contextRef="#ctx0" brushRef="#br0" timeOffset="62099.619">21215 3714 1205 0,'0'0'1893'16,"0"0"-1447"-16,0 0-155 0,0 0-103 15,0 0 28-15,0 0 42 0,0 0-39 0,0 0-62 16,0 0-90-16,0 0-21 0,0 0 0 16,65-71 6-16,-40 47-50 0,3-3-2 15,-1 0-15-15,1 0 12 0,-1 3 3 16,-2-1-24-16,-2 2 5 0,-2 5-8 0,-5 2-19 16,1 5 12-16,-7 3 4 0,-1 4-4 15,0 2-12-15,-4 2-9 0,-2 0 12 16,0 10 43-16,-1 5 6 0,-2 7 6 15,0 9 3-15,-2 7-15 0,-5 8 0 16,-4 6 2-16,0 9-2 16,0 5-9-16,-3 6 9 0,0 1 21 0,0 0-20 15,3-7 19-15,0-6 23 0,4-11 10 16,2-11 2-16,2-8-19 0,3-8-36 16,0-10-18-16,0-2-31 0,0-6-22 15,1-4-2-15,4 0 2 0,4 0 59 16,0-3 12-16,1-3 14 0,3 3-14 15,-3 0-21-15,-1 2-41 0,2 1-21 16,-5 4 33-16,3 8 32 0,-2 4 18 0,5 7 0 16,-4 5 24-16,3 7 16 0,1 4 47 15,1 1 36-15,0 2-46 0,0 2-22 0,0-1 19 16,0-1-22-16,0 2-10 0,-1 1 4 16,-4-1-18-16,0 2-7 0,-3 0 1 15,1-1 2-15,-3-2-3 16,-2-1 4-16,-1 0-13 0,0-6 21 0,-1 1-5 15,-5-5-27-15,-2-1 1 0,0-4-2 16,-2-4-1-16,-3-5-11 0,2-5-16 16,-4-1-15-16,-1-6 7 0,-2-2-10 15,-1-2-12-15,-3-2-46 0,-4-2-67 16,1-7-36-16,-3 1 6 0,2-3-10 0,2-3-141 16,-1-3-203-16,2-2-248 0,9 5-794 15,-4-11 737-15</inkml:trace>
  <inkml:trace contextRef="#ctx0" brushRef="#br0" timeOffset="62438.74">22265 4176 342 0,'0'0'2842'0,"0"0"-2185"0,0 0-271 16,0 0-60-16,0 0-16 0,0 0-86 0,0 0 13 16,0 0-61-16,97 38-24 15,-53-37-34-15,3-1-40 0,2-2-29 0,-2-4-19 0,2-5-15 16,-4 3-4-16,-2-1-11 15,-4-1-24-15,-4 0-15 0,-7-1-73 0,-5 5-61 16,-8 1-51-16,-8 3-62 0,-7 2-128 16,0 2-191-16,-7 3-173 0,-20 13-694 0</inkml:trace>
  <inkml:trace contextRef="#ctx0" brushRef="#br0" timeOffset="62598.906">22279 4472 1486 0,'0'0'107'0,"0"0"1215"15,0 0-826-15,0 0-161 0,0 0 115 0,0 0-87 16,0 0-19-16,90 38-57 0,-48-37-74 16,1-1-31-16,6-7-76 0,-1-6-61 15,1-5-45-15,-2-6-34 0,1-2-138 16,-5-7-59-16,-3 0-86 0,-7-3-141 16,-11 11-685-16,-5-11-1139 0</inkml:trace>
  <inkml:trace contextRef="#ctx0" brushRef="#br0" timeOffset="62848.847">22578 3846 1353 0,'0'0'1661'16,"0"0"-1112"-16,0 0-309 0,0 0-1 16,0 0 120-16,97 8-10 0,-57 5-6 0,0 4-81 15,4 2-86-15,0 1-73 16,-2 0-46-16,-1 4-33 0,-3-1-22 0,-5 1-2 15,-7 3-2-15,-5 0-22 0,-7 3-33 16,-7 2-22-16,-4 5 9 0,-3 5 16 0,-9 6 11 16,-9 4-18-16,-7-2-18 15,-5 4 6-15,-2-2 21 0,-1-4 6 0,4-6 31 16,2-6-61-16,4-5-25 16,0-5-83-16,3-8-135 0,2-6-210 15,3-6-553-15,-8-6-983 0</inkml:trace>
  <inkml:trace contextRef="#ctx0" brushRef="#br0" timeOffset="63717.131">24241 3873 408 0,'0'0'616'0,"0"0"990"16,0 0-1137-16,0 0-96 0,0 0-31 15,0 0-56-15,0 0 47 0,5 70-43 0,0-28-84 16,4 7-53-16,-2 9-35 0,0 3-11 16,1 3 8-16,-1 4 19 0,-2 0-49 15,-2-1-37-15,-3-3-45 0,0-3 9 16,0-2 7-16,0-4-19 0,0-5-13 15,0-3 11-15,-3-7-22 0,2-8-12 16,0-7-10-16,1-9-5 0,0-6-16 16,0-5-39-16,0-5-43 0,0 0-28 15,0-11-19-15,2-6-7 0,3-7-78 16,-1-7-210-16,-1-7-204 0,-1-2-505 16,-2 6-347-16,0-16 1144 0</inkml:trace>
  <inkml:trace contextRef="#ctx0" brushRef="#br0" timeOffset="63944.04">24280 4099 623 0,'0'0'2133'16,"0"0"-1773"-16,0 0-194 0,0 0 6 0,0 0 113 0,0 0 17 15,0 0-73-15,0 0-65 0,88-7-43 16,-69 11-29-16,-2 1-27 0,0-2-31 16,-4 4 2-16,0-1-8 15,-6 2-28-15,-4 1-11 0,-3 5 11 0,0 3-1 16,-10 3-2-16,-5 6-77 0,-7-1-19 15,-3 0 13-15,2-1-10 0,-1-6 6 16,3-4-6-16,4-3-38 0,4-3-58 16,3-4-76-16,2-4-149 0,5 0-293 15,0-5-703-15,3-9 446 0</inkml:trace>
  <inkml:trace contextRef="#ctx0" brushRef="#br0" timeOffset="64284.279">25212 3477 368 0,'0'0'2155'15,"0"0"-1538"-15,0 0-244 0,0 0-101 16,0 0 15-16,0 0 27 0,0 0-2 15,0 0-78-15,48 88-75 0,-37-57-1 16,-2 4 31-16,-1 4-74 0,-3 4-24 16,-2 4-19-16,0 6-38 0,0 5 2 15,-3 9-21-15,0 2-13 0,-3 3 1 0,-3 2-3 16,1 0-1-16,-3 2-26 16,2-1 3-16,3-2-16 0,-1-2-8 0,3-3-19 15,0-5 4-15,1-5-25 0,0-3-9 16,0-8-40-16,0-10-40 0,5-8-47 0,1-7-56 15,1-6-177-15,2-5-283 0,-3-7-905 16</inkml:trace>
  <inkml:trace contextRef="#ctx0" brushRef="#br0" timeOffset="65709.918">25921 3948 410 0,'0'0'1'0,"0"0"1575"16,0 0-839-16,0 0-230 0,0 0-160 15,0 0-38-15,0 0-20 0,0 0-40 0,0 0-48 16,0 0-29-16,31 18 45 0,-23-3-52 15,-2 6-67-15,-1 3-31 0,-2 2-37 16,-3 2-6-16,0 1-12 0,0-3 7 16,-5 2-19-16,2-3 0 0,0-2-34 15,0-2 19-15,1-3 12 0,-1-2-30 16,3-8-1-16,-2-4-15 0,2-3-15 16,0-1-9-16,0 0-9 0,0-1 2 0,2-4-5 15,3-2 2-15,1-8 9 0,6-1 16 16,-1-6 11-16,-1-3-2 0,3 0 12 15,-3-3-3-15,1 3 38 0,1 0-20 16,-1 1 7-16,0 1-1 0,3 3 16 16,-3 4 19-16,1 3 27 0,-3 2 16 15,0 0 9-15,1 3-3 0,-1 2-4 16,-1-1-9-16,0 2-9 0,1 0-6 0,0 1-3 16,-2 1-6-16,2 3-1 15,0 0-5-15,-2 2-4 0,0 8 10 16,1 3 14-16,-2 4-5 0,-1 7 3 0,-2 1-32 15,-3 1-10-15,0 3-2 0,-2 0 0 16,-2 1-21-16,-1-1-42 0,2-3-3 16,1-1-58-16,2-3-44 0,0-4-31 15,2-3-38-15,7-2-56 0,2-4-122 0,-1-2-196 16,4-7-367-16,-1 0-133 16,-2 0 280-16</inkml:trace>
  <inkml:trace contextRef="#ctx0" brushRef="#br0" timeOffset="66240.982">26698 4129 33 0,'0'0'2172'15,"0"0"-1440"-15,0 0-306 0,0 0-153 0,0 0-24 16,0 0 37-16,0 0-37 0,0 0 59 16,0 0-59-16,93 5-69 0,-65-5-52 15,3 0-40-15,-4 1-37 0,0-1-20 0,0 0-13 16,-2 0-9-16,1-1-9 16,-1-4-58-16,-2-1-97 0,-3-2-67 0,0-3-66 15,-3-1-104-15,-5 2-311 0,-5-8-907 0</inkml:trace>
  <inkml:trace contextRef="#ctx0" brushRef="#br0" timeOffset="66462.353">26926 3823 734 0,'0'0'414'15,"0"0"935"-15,0 0-850 0,0 0-172 0,-20 90-54 16,18-55 17-16,2 6 33 15,0 2-22-15,0 4-70 0,0 2-83 0,0 1-53 16,0 3-56-16,2-3-39 0,-2 1-16 16,0-5-30-16,0-1-73 0,0-4-32 15,3-8-62-15,4-4-1 16,3-12-74-16,6-5-147 0,1-10-249 0,0-2-494 0,3-14-316 16</inkml:trace>
  <inkml:trace contextRef="#ctx0" brushRef="#br0" timeOffset="67024.479">27207 4045 13 0,'0'0'1457'15,"0"0"-872"-15,0 0-303 0,0 0 8 0,0 0 55 16,28 76 42-16,-22-58-48 0,3 2-68 15,-1-2-73-15,0-2 10 0,4 2 30 0,-4-3-72 16,3-2-34-16,-2-1-37 0,2 0-12 16,-3-4-35-16,1 2 1 0,-1-1-15 15,1-3-32-15,1 1-2 0,3 0 1 16,2 0 0-16,0 2 1 0,2-3-2 16,0 2 0-16,-1-2-1 0,-1-1-2 15,-1-2-40-15,-2-1-12 0,-2-2 37 16,1 0 6-16,-2-3-13 0,0-4-14 15,0 0 2-15,-1-6 6 0,0-4 1 16,-1-1-4-16,-1-4-6 0,-3 1-12 16,0-6 30-16,1 2 1 0,-4-1-1 0,0-3 4 15,0-1 16-15,0 1-13 0,-4 3-10 16,-1 2-3-16,2 1 28 0,-1 3 4 16,0 2 18-16,-1 6 9 0,2 1 3 15,-1 3-22-15,0 0 31 0,1 2-22 16,2 0 1-16,1 3-7 0,0 0 1 15,0 1-16-15,2-5 0 0,8 0-3 0,5-3 2 16,3 0 0-16,1-1 1 0,4 4-2 16,0 0 2-16,2 4 1 0,-3-1 18 15,2 4-17-15,-1-1 16 0,-1 1-18 16,-1 0 2-16,-1 0-1 0,0 0 15 16,1 1-16-16,-2-1-21 0,1 0 3 15,-1 0-10-15,-2 0-64 0,-1 0-53 16,-1 0-12-16,-3-1-4 0,-2 1-20 15,-1 0-64-15,-4 0-109 0,-2 0-218 16,-3 0-510-16,0 3-324 0</inkml:trace>
  <inkml:trace contextRef="#ctx0" brushRef="#br0" timeOffset="67289.668">27691 4241 1816 0,'0'0'1527'16,"0"0"-1178"-16,0 0-293 0,0 0-34 16,0 0 92-16,0 0 94 0,0 0 75 15,0 0-91-15,0 0-118 0,88 59-56 0,-66-59-18 16,1 0-18-16,2-7-102 0,0-2-35 15,1-8-69-15,-3 1-91 0,-4 0-160 16,-2-2-499-16,-6 4-437 0,-3-3 601 0</inkml:trace>
  <inkml:trace contextRef="#ctx0" brushRef="#br0" timeOffset="67461.299">28040 4049 62 0,'0'0'2632'0,"0"0"-2090"15,0 0-296-15,0 0-75 0,0 0 56 16,-1 86 137-16,-1-57-64 0,1 0-99 0,-1 4-106 16,0 2-68-16,-3 4-11 0,-1 1-16 15,0 2-1-15,-3-1-55 0,1-3-119 16,0-1-75-16,0-3-55 0,-2-3-139 16,5-9-616-16,-9 9-794 0</inkml:trace>
  <inkml:trace contextRef="#ctx0" brushRef="#br0" timeOffset="68476.031">23743 6234 346 0,'0'0'313'0,"0"0"-232"16,0 0 1301-16,0 0-842 0,0 0-138 15,0 0-112-15,0 0-1 0,-35 83-24 16,36-55-39-16,7 0-5 0,0 2-22 0,5-8-64 16,-3-3-40-16,5-6-48 0,-5-3-17 15,4-7-28-15,-1-3 14 0,2 0 14 16,2-5 16-16,-1-7-27 0,2-5-19 16,0-3-22-16,-2-2-73 0,-1 0-3 15,-4-2-7-15,-1-1 28 0,0 5 12 16,-5-1 31-16,-2 5 16 0,-1 0 18 15,-2 2 24-15,-2 2 31 0,-5 4 1 16,-4-2-38-16,-1 5 13 0,-2 1 6 16,-1 4-34-16,1 0-2 0,-1 1-1 15,0 7-14-15,2 3-5 0,2 0-8 16,2 0-1-16,1-3-40 0,2 4-140 0,1-5-102 16,2 2-216-16,0-6-582 15,0 4-611-15</inkml:trace>
  <inkml:trace contextRef="#ctx0" brushRef="#br0" timeOffset="68730.128">24049 6107 1072 0,'0'0'319'0,"0"0"733"0,0 0-697 0,96-11-53 15,-66 11 62-15,-1 5-42 0,-2 5-35 16,-3 4-31-16,-2 3-30 0,-2 2-66 16,-4 4-34-16,-1-2-22 0,-5 2-31 15,-2 2-18-15,-3-2-18 0,-5 0-36 16,0-1-1-16,0-4-3 0,0-3 3 15,-2-6 0-15,-1-4 15 0,3-3 1 16,0-2-16-16,0 0-15 0,0-3 12 0,0-3-9 16,0-6-46-16,2-6 3 0,3-4-12 15,4-9 5-15,3 0-39 0,2-5-47 16,4 3-22-16,0 2-19 0,2 4-87 16,1 5-187-16,0 3-253 0,1 1-607 0,-8 10 158 15,8-7 849-15</inkml:trace>
  <inkml:trace contextRef="#ctx0" brushRef="#br0" timeOffset="69104.298">25068 6023 2546 0,'0'0'489'0,"0"0"-182"0,6 92 64 16,-3-40 75-16,2 9-36 0,1 1-78 15,0 5-112-15,0 0-83 0,0 1-64 16,-2 3-24-16,-1-3-28 0,0-2-4 16,-2-4-17-16,-1-4-30 0,0-8-22 15,0-6-27-15,0-8-9 0,0-8-25 16,0-9-21-16,0-9-29 0,0-4-40 16,0-6-58-16,3-7-149 0,-3-11-205 0,2-8-678 15,-2 1-218-15,0-27 1247 0</inkml:trace>
  <inkml:trace contextRef="#ctx0" brushRef="#br0" timeOffset="69347.425">25083 6042 274 0,'0'0'2626'0,"0"0"-2194"0,0 0-273 0,0 0 3 16,0 0 96-16,0 0-13 0,0 0-33 15,89-25-23-15,-72 31-69 0,3 3-49 0,-3 3-1 16,0 3-27-16,-4-1-12 0,-4 6-10 15,-3 2-19-15,-6 2-2 0,0 6 0 0,-12 2-42 16,-4 2-1-16,-6-1-16 0,-1-1-5 16,-1-6-10-16,0-3-25 0,4-5-12 15,0-6-54-15,4-5-61 0,4-1-142 16,0-6-256-16,5 0-586 0,1-1-429 16,2-12 1590-16</inkml:trace>
  <inkml:trace contextRef="#ctx0" brushRef="#br0" timeOffset="69791.502">26074 5567 140 0,'0'0'2519'0,"0"0"-2085"0,0 0-166 16,0 0-18-16,0 0 103 0,0 0 4 15,33 94-72-15,-21-51-91 0,1 6-68 16,-2 5-7-16,0 8 0 0,1 7 30 16,-4 4-58-16,-1 5-27 0,-3 3-15 15,-4 2-13-15,0-4-36 0,0-2-3 16,-3-7-64-16,-2-8-36 0,0-6-22 0,-1-6-39 15,5-8-32-15,1-6-68 0,0-6-83 16,4-7-168-16,2-8-557 0,1-7-829 0</inkml:trace>
  <inkml:trace contextRef="#ctx0" brushRef="#br0" timeOffset="70419.456">26704 5860 78 0,'0'0'2346'0,"0"0"-1866"0,0 0-83 16,0 0-9-16,0 0-39 0,0 0 35 15,52 79-63-15,-51-55-98 0,-1 5-94 0,0 1-53 16,0 1-43-16,-3-4-6 0,1-3-27 16,-1-3-1-16,0-7-14 15,2-2-25-15,1-6-36 0,0-3-25 0,0-3-15 16,4-3 8-16,3-4 35 0,2-7 51 15,6-2 22-15,-2-6-28 0,5-3-9 0,-5 1-9 16,1 1 25-16,-2 4 21 0,-4 4 1 16,3 4 1-16,-2 5 14 0,-1 1 18 15,0 3 0-15,2 2 18 0,-2 0-15 16,-3 4 9-16,4 5-6 0,0 4 0 16,-1 3 15-16,0 2 0 0,-3 1-39 15,1 0-4-15,0-1-11 0,-3-1-1 16,0-2-10-16,-1 1-42 0,-2-5-80 0,0-1-62 15,2-2-20-15,-2-2-38 16,0-1-179-16,0-3-317 0,0-1-768 16,0-1 260-16</inkml:trace>
  <inkml:trace contextRef="#ctx0" brushRef="#br0" timeOffset="70605.856">27238 6029 1888 0,'0'0'1659'0,"0"0"-1302"16,0 0-162-16,0 0 20 0,0 0 110 16,0 0-18-16,0 0-29 0,79 13-84 15,-54-13-90-15,4 0-38 0,2-1-63 16,0-5-3-16,1 0-88 0,0-1-112 16,-1 1-59-16,1-3-63 0,-2 1-254 15,-8 3-792-15,1 0-1176 0</inkml:trace>
  <inkml:trace contextRef="#ctx0" brushRef="#br0" timeOffset="71147.549">27750 5795 2271 0,'0'0'590'0,"0"0"-250"0,0 0-59 0,3 90 16 15,5-53 71-15,4 0-73 0,0-1-66 16,5-2-82-16,2-3-64 0,4-6-22 0,2-3-45 16,2-2 14-16,0-8-15 0,2-4 10 15,0-7-25-15,1-3 0 0,-1-10-25 16,0-7-14-16,-2-4-47 0,-4-3-28 16,-3 2-8-16,-4-4 7 0,-1 3-5 15,-5 0 11-15,-3 1-22 0,-2 0 13 16,-5-4 7-16,0 0 36 15,0-1-23-15,-6-2 57 0,-2-2 35 0,0 1-10 16,-2 3 4-16,3 2 12 0,-1 2 2 16,2 5 64-16,6 6 25 0,0 3 28 15,0 0-14-15,3 4-12 0,5 0-18 0,3 1-3 16,3 0 5-16,3 1-12 16,3 2-9-16,3 2-1 0,-1-1-27 0,0 2-15 15,4 0-10-15,-1 0-3 0,1-1-19 16,-1 1-12-16,0-1-52 0,-2-1-81 15,0 2-76-15,-1 0-81 0,-8 0-267 16,-1 3-870-16</inkml:trace>
  <inkml:trace contextRef="#ctx0" brushRef="#br0" timeOffset="71427.357">28377 5997 1022 0,'0'0'107'16,"0"0"1346"-16,0 0-999 0,0 0-221 15,0 0 63-15,0 0 35 0,0 0-23 16,0 0-10-16,0 0-64 0,0 0-92 0,81 23-81 15,-61-23-15-15,1-2-40 0,1-5-6 16,1 2-55-16,-4-4-138 0,3-2-45 16,-2 0-29-16,-3-1-125 0,-2 2-322 15,-4-4-844-15</inkml:trace>
  <inkml:trace contextRef="#ctx0" brushRef="#br0" timeOffset="71614.532">28768 5836 1220 0,'0'0'2082'0,"0"0"-1710"15,0 0-278-15,-18 80-21 0,14-49 71 16,1 6 138-16,2 2-61 0,0 3-126 16,1-1-95-16,0 1-83 0,0 1-84 15,-2 0-104-15,-1-1-162 0,2-11-691 16,-5 11-876-16</inkml:trace>
  <inkml:trace contextRef="#ctx0" brushRef="#br0" timeOffset="201435.08">4908 9012 3362 0,'0'0'711'0,"0"0"-393"16,0 0-167-16,0 0 117 0,111 17 56 0,-68-9-104 15,3-1-105-15,-1-2-63 0,1-4 2 16,-1-1-21-16,-2 0-33 0,-4-3-11 15,-3-1 9-15,-3-3 2 0,-7 2-21 0,-4-2-46 16,-6 3-112-16,-5 2-31 0,-4 0-50 16,-4 2-150-16,-3 2-309 0,0 0-581 15,-15 10-433-15</inkml:trace>
  <inkml:trace contextRef="#ctx0" brushRef="#br0" timeOffset="201615.851">5025 9284 851 0,'0'0'65'0,"0"0"1074"0,0 0-550 16,0 0-171-16,114 22-10 0,-71-22-76 0,7 0 23 15,-2-5-134-15,1-3-109 0,0-3-91 16,-4-3-19-16,-2 0-4 0,0-3-82 16,-4-2-128-16,-4 0-61 0,-5-5-89 0,-7 6-398 15,-3-7-978-15</inkml:trace>
  <inkml:trace contextRef="#ctx0" brushRef="#br0" timeOffset="201864.073">5640 8769 817 0,'0'0'1638'0,"0"0"-1049"16,78 30-225-16,-49-17-59 0,1 1-72 15,2 7-29-15,-8 3-58 0,-1 5-62 16,-4 8-34-16,-7 2-38 0,-6 5-11 16,-5 3 27-16,-1 0-15 0,-4 1-11 15,-8-3 10-15,-1 2-10 0,-1-4-2 0,-5-2-6 16,-3-3-62-16,-2 3-41 0,-5-5-37 16,0 1-52-16,-1-3-19 0,-3-4-109 15,-1-3-218-15,9-7-539 0,-14-1-262 0</inkml:trace>
  <inkml:trace contextRef="#ctx0" brushRef="#br0" timeOffset="202522.036">7061 8838 658 0,'0'0'1895'0,"0"0"-1166"0,0 0-300 0,0 0-178 15,0 0 88-15,0 0-33 0,0 0-32 16,81-5-42-16,-67 25-40 0,2 8-52 16,-3 9-43-16,-3 6-49 0,-4 4-30 15,-2 5-5-15,-2-2-13 0,-1-1 0 0,-1-4-13 16,0-9-11-16,0-8 6 0,0-11-18 16,0-6 5-16,0-10-14 0,2-1-28 15,1-5-55-15,1-8 12 0,4-10 31 0,-2-8 21 16,3-6-7-16,-2-5 32 15,3 0-41-15,0 1 37 0,2 4 43 16,2 7 0-16,-1 3 27 0,3 5 50 16,0 5 9-16,3 5 12 0,-3 6-7 0,1 6-42 15,-1 1-9-15,1 10 42 0,1 4-15 16,0 4 6-16,2 5-28 0,-2 1-14 16,-1 4-1-16,-3-2-29 0,-2 6 1 15,-1-3-2-15,-5 1-2 0,1-3-141 16,0-6-33-16,-4-4-62 0,2-6-38 15,-4-5-154-15,2-2-274 0,-3-5-719 16,0 0-491-16</inkml:trace>
  <inkml:trace contextRef="#ctx0" brushRef="#br0" timeOffset="202691.391">7845 8975 2741 0,'0'0'976'0,"0"0"-775"15,0 0 7-15,92 30 261 0,-63-22-113 0,-2 0-99 16,-2-4-120-16,0-3-101 0,-1-1-36 16,2-6-3-16,1-11-43 0,1-2-118 15,-5-7-96-15,0-3-109 0,-7 7-289 16,-6-9-1007-16</inkml:trace>
  <inkml:trace contextRef="#ctx0" brushRef="#br0" timeOffset="202903.413">8021 8779 1079 0,'0'0'2246'0,"0"0"-1888"15,0 0-229-15,0 0 57 0,13 89 136 16,-4-63 25-16,2 4-47 0,2 0-52 0,0 5-99 16,1 1-70-16,-2 6-46 0,-1 1-33 15,-3 4 0-15,-2 3-30 0,-5-4-74 16,2-5-54-16,1-9 18 0,-2-7 14 15,1-6-9-15,4-8-52 0,-2-7-157 16,4-4-298-16,-3-9-362 0,10-17-432 0</inkml:trace>
  <inkml:trace contextRef="#ctx0" brushRef="#br0" timeOffset="203292.707">8544 8816 1170 0,'0'0'2362'0,"0"0"-2014"0,0 0-273 15,46 69 10-15,-27-38 181 0,-2 2 197 0,3 2-86 16,-2-3-170-16,-1 2-101 0,3-3-39 16,0 0-7-16,2-3-22 0,-2-5-38 15,-1-6-19-15,1-9 4 0,-1-3 15 16,1-5-3-16,2-5 1 0,-2-11-28 16,1-6-12-16,1-6-4 0,-3-7 7 15,0-2 20-15,-4 0-102 0,-2-2 39 16,-4 2 39-16,-3-1 12 0,2 2 5 15,-6-1 25-15,-2-1-22 0,0 5-9 16,0 3 32-16,0 8 27 0,3 6-2 0,0 5 11 16,1 5 13-16,5 2-24 0,1 4 2 15,0 0 34-15,0 2-12 0,6 2-16 16,-2 3-3-16,3 1 7 0,-1-2-4 16,6 1-15-16,2-2 1 0,2-3 32 15,0-1-51-15,-1-1 0 0,1 0-1 16,-2-7-23-16,1 0-52 0,-1-3-61 15,-5 1-54-15,0-1-48 0,-6 3-65 16,-3 0-143-16,-6 7-221 0,-4 0-649 16,-6 2-510-16</inkml:trace>
  <inkml:trace contextRef="#ctx0" brushRef="#br0" timeOffset="203557.704">9178 9039 3183 0,'0'0'641'16,"0"0"-405"-16,0 0-67 0,0 0 86 15,0 0 10-15,0 0-26 0,0 0-23 16,0 0-48-16,0 0-47 0,0 0-45 0,94 0-24 15,-70-1-34-15,2-3-18 0,-2 1-1 16,0-4-20-16,-3-2-58 0,1 0-97 16,-4-3-71-16,-1-2-65 0,-3-1-219 15,-4 3-684-15,-3-7-1191 0</inkml:trace>
  <inkml:trace contextRef="#ctx0" brushRef="#br0" timeOffset="203743.547">9546 8797 1982 0,'0'0'1276'0,"0"0"-1025"0,0 0-112 16,0 0 88-16,8 95 125 0,-3-62-20 15,0 3-22-15,-2 0-74 0,0-1-90 16,0 2-83-16,1-1-63 0,-1 0-27 0,-1-1-110 16,-1-4-71-16,-1-1-75 15,2-5-122-15,1-5-306 0,-2 1-846 0</inkml:trace>
  <inkml:trace contextRef="#ctx0" brushRef="#br0" timeOffset="205194.18">10481 8918 1964 0,'0'0'667'16,"0"0"-153"-16,0 0-202 0,0 0-109 15,0 0 90-15,0 0 48 0,0 0-3 16,87-5-59-16,-56 10-40 0,4-1-87 15,3-2-46-15,-1-1-66 0,-1-1-40 16,-2 0 0-16,-3-7-18 0,-4 1-83 0,-3-3-87 16,-3 0-54-16,-6 0-127 0,-3 0-233 15,-6 7-817-15,-6 2-945 0</inkml:trace>
  <inkml:trace contextRef="#ctx0" brushRef="#br0" timeOffset="205364.972">10563 9145 2002 0,'0'0'763'0,"0"0"-503"0,0 0-247 16,0 0 144-16,0 0 104 0,0 0 90 15,82 15 61-15,-57-12-127 0,8-3-103 16,0 0-80-16,5 0-59 0,1-6-43 16,-2 0-19-16,3-1-135 0,-4-2-102 0,-1 0-93 15,-11 4-191-15,11-6-851 0</inkml:trace>
  <inkml:trace contextRef="#ctx0" brushRef="#br0" timeOffset="206848.737">12907 9044 1429 0,'0'0'2003'0,"0"0"-1491"0,0 0-205 16,0 0-34-16,0 0-18 0,0 0-37 15,0 0-38-15,0 0-73 0,0 0-107 16,0 0-12-16,0 0-49 0,28-25-110 16,-20 19-96-16,-4 0-143 0,1 2-382 0,-5 2-1298 15</inkml:trace>
  <inkml:trace contextRef="#ctx0" brushRef="#br0" timeOffset="207333.274">13830 8638 1182 0,'0'0'994'0,"0"0"-348"16,0 0-249-16,0 0-167 0,0 0 61 16,0 0 46-16,0 0-119 0,-78 15-44 15,64-2-16-15,1 3-54 0,-1 7-33 16,4 3 3-16,-1 5-16 0,4 4-18 0,3 6-7 15,3 2 19-15,1 2-12 0,5-1-16 16,5-1-24-16,5-1-24 0,3-2 2 16,4 0-8-16,3-4 2 0,5-3-79 15,2-3-61-15,4-4-85 0,1-7-133 16,-11-8-401-16,11 0-1306 0</inkml:trace>
  <inkml:trace contextRef="#ctx0" brushRef="#br0" timeOffset="211903.661">12156 8985 186 0,'0'0'3587'0,"0"0"-3282"0,-21 94-305 0,20-51-9 16,0 10 9-16,1 3 97 0,-2 9 49 16,-1 2-28-16,2 3-53 0,-1 0-19 15,2 1 4-15,0-6-23 0,0-1-27 16,0-7-3-16,0-3 1 0,0-9 0 16,3-11-16-16,-1-11 5 0,-1-10-27 15,-1-10-34-15,0-5-112 0,0-12 21 16,0-10-46-16,-6-11-7 0,-2-9-89 15,1-7-141-15,1 11-627 0,-6-29-404 0</inkml:trace>
  <inkml:trace contextRef="#ctx0" brushRef="#br0" timeOffset="212163.192">11952 8924 1018 0,'0'0'2041'15,"0"0"-1785"-15,0 0-164 0,0 0 73 0,49-79 75 0,-30 62 6 16,3 5-18-16,1 0-63 0,4 1-20 15,3 4-22-15,2 0-28 0,3 2-30 16,1 0-22-16,-3 3-22 0,0 1-9 16,-4 1-9-16,-2 2 34 0,-7 8-3 15,-7 3-10-15,-1 6-21 0,-2 4 34 0,-6 3-34 16,-4 3 18-16,-3 4-1 0,-8-3-20 16,-3 1-2-16,-5 0-13 0,-1-6 3 15,-3 0-12-15,-3-6-28 0,0-1-34 16,-3-2-27-16,2-4-16 0,-2-2-16 15,1-4-26-15,2-4-27 0,0-2-76 16,2 0-171-16,9-5-317 0,-5-8-630 0</inkml:trace>
  <inkml:trace contextRef="#ctx0" brushRef="#br0" timeOffset="214266.878">14698 8899 7 0,'0'0'472'0,"0"0"734"15,0 0-762-15,0 0-75 0,0 0-59 16,0 0 68-16,0 0-59 0,0 0-38 0,3-75-48 16,-3 63-11-16,0-1-10 15,-2 1-39-15,-2 0-23 0,0 3 13 0,-1-1-19 16,1 3-16-16,-2 1-19 0,-1 0-21 16,0 1-36-16,-2 2-7 0,-1-1-30 15,0 4-14-15,-2 0-1 0,0 0 0 16,-3 0-16-16,2 6-5 0,-1 4-3 15,-2 4 0-15,4 5-4 0,2 8-5 16,4 4 17-16,-1 5 16 0,5 2 12 16,2 3-9-16,0-1 12 0,0-3-15 15,2-5 0-15,1-7-15 0,3-7 3 0,-2-8-13 16,-1-5-20-16,4-5 17 0,-1 0 28 16,4-4 18-16,3-7-2 15,3-6-16-15,-2-3-46 0,-2-5 1 0,2-4-4 16,-3 3 18-16,-3-2 31 0,1 5 0 15,-5 4 0-15,2 4 0 0,-3 5-3 16,-2 4-15-16,1 1-6 0,-2 5-13 16,1 0 0-16,2 4 37 0,5 4 0 15,1 3 80-15,4 5-56 0,0 1 13 0,2 2-22 16,-1 1 0-16,-1 0 9 0,1-3-24 16,-1 0-18-16,3-4-40 0,3-1 10 15,1-5-35-15,6-1 22 0,0-2-68 16,3-3-43-16,1-1-144 0,1-1-229 15,-7-3-494-15,8-5-677 0</inkml:trace>
  <inkml:trace contextRef="#ctx0" brushRef="#br0" timeOffset="214737.865">15473 8755 2328 0,'0'0'613'0,"0"0"-201"0,0 0-189 15,0 0-21-15,0 0 68 0,0 0 74 16,0 0-94-16,0 0-47 0,78 28-50 16,-51-26-46-16,1-2-43 0,2 0-9 15,0-4-28-15,2-3-12 0,-2-5-15 16,0-1-10-16,-5-4-75 0,1 3-89 16,-3-3-68-16,-4-2-98 0,-5 3-194 15,-5 3-634-15,-9-5-806 0</inkml:trace>
  <inkml:trace contextRef="#ctx0" brushRef="#br0" timeOffset="-214519.873">15570 8467 401 0,'0'0'313'0,"0"0"1397"16,0 0-1355-16,0 0-92 0,0 0-17 15,0 0 56-15,0 0 33 0,0 0-50 16,0 0-55-16,42 83-57 0,-32-55-37 15,2 4-26-15,-3 4-6 0,0 2-39 16,2 9-39-16,-5 1-26 0,1 6-21 0,-1 1 18 16,0-2-28-16,-1-5-61 0,1-5-31 15,0-8-12-15,0-9-10 0,1-7-10 16,2-9-31-16,-2-8-66 0,5-2-142 16,-1-10-200-16,-2-8-505 0,-3 3-159 15</inkml:trace>
  <inkml:trace contextRef="#ctx0" brushRef="#br0" timeOffset="-213731.536">16284 8153 1406 0,'0'0'280'0,"0"0"842"16,0 0-811-16,0 0-103 0,0 0 40 16,0 0 70-16,0 0-41 0,0 0-78 15,0 0-13-15,0 0-8 0,29 84-49 16,-24-42-31-16,-1 4 0 0,-4 3-19 15,0-1 7-15,0-3-22 0,0 1-19 0,-3-2-44 16,-1 0-1-16,-1 1-21 0,-2-6 18 16,3-5-21-16,1-7 12 0,2-9-10 0,-1-8 1 15,2-5-28-15,0-5-30 16,0 0-31-16,2 0 27 0,4-1 16 0,6-3 67 16,1-3 40-16,7 2-12 15,-1-1-28-15,4 3-33 0,0-1 11 0,0 4 7 16,-2 0 13-16,0 0-17 0,-1 2 17 15,-2 3-18-15,-1 1 20 0,-2 0 18 16,-3 2 41-16,-2-1-1 0,-1 1-28 16,-6 1 28-16,0 0 1 0,-3-1-20 15,0 1-11-15,0 0 2 0,-6 0-12 16,-4-2-2-16,0-1-16 0,-4 0-31 16,-2-1-18-16,-2-4-18 0,-2-1-15 15,1 0-29-15,-1-1-8 0,1-8-26 0,2 1 0 16,0-2-16-16,5 1-39 0,4-1-115 15,3 1-62-15,0 1-369 0,5-4-484 16</inkml:trace>
  <inkml:trace contextRef="#ctx0" brushRef="#br0" timeOffset="-213183.182">16976 8560 1094 0,'0'0'2397'0,"0"0"-1980"15,0 0-187-15,0 0-59 0,0 0-16 0,0 0-4 16,0 0-9-16,0 0-56 0,0 0-46 16,0 0-40-16,0 0-6 0,15 0 6 15,-10 0 6-15,3 2 24 0,1 0 4 16,0 2-10-16,-1 3-8 0,0-2 2 0,-2 2-6 15,1 0 1-15,-4 0 5 0,3 3 13 16,-2-3-1-16,-1 4 7 16,2 3-4-16,1 3 7 0,2 4 15 0,-1-1 21 15,3 4 15-15,0 0-34 0,0 1-20 16,-1-6-19-16,2 1-15 0,-2-5 9 16,1 0-10-16,0-5 16 0,0-1 3 15,-1-3 1-15,2-5-10 0,-2-1-9 16,1 0-3-16,-1-7-14 0,5-9-29 15,-3-2-8-15,1-6-1 0,1-2 4 16,-1-2-7-16,-1-2 6 0,0 3 4 0,0-3 5 16,-2 2-12-16,-2 0 16 0,0 1 5 15,2 1 10-15,-2 2 6 0,0 1-13 16,-1 4 25-16,1 3-15 0,3 3-4 16,-1 3 10-16,0 1-18 0,3 0 20 15,0 2 10-15,2 3 19 0,-2 2 2 16,4 1-5-16,-2-3-1 0,3 4-14 0,-1 0-1 15,2 0 1-15,-2 0-1 0,-1 0-14 16,0 0-11-16,-1 0-64 0,-4 0-24 16,-1 0-44-16,1 0-137 0,-6 0-238 15,1 4-574-15,-5 4-617 0</inkml:trace>
  <inkml:trace contextRef="#ctx0" brushRef="#br0" timeOffset="-212756.81">17453 8772 2827 0,'0'0'439'15,"0"0"-222"-15,0 0-11 0,0 0 74 0,0 0-32 16,0 0 53-16,0 0-73 0,0 0-87 15,0 0-25-15,0 0 0 0,45-3-24 16,-31 3-31-16,1 0-22 0,-1 0-5 16,-1 0-31-16,-1 0-3 0,-1 0-11 15,-1 0-19-15,-1-2-25 0,2-2-64 0,-2 0-55 16,0-1-59-16,-1-5-60 16,0 3-110-16,-3-1-257 0,0 0-651 15,-4 0-402-15</inkml:trace>
  <inkml:trace contextRef="#ctx0" brushRef="#br0" timeOffset="-212583.639">17695 8611 2149 0,'0'0'462'0,"0"0"-185"0,0 0-65 0,0 0 117 0,0 0-3 16,0 0-8-16,0 0-28 0,24 83-83 15,-17-56-59-15,-2 1-56 0,0-1-21 16,-1 0-51-16,-1-4-20 0,1 2-15 15,-1-1-47-15,0-5-91 0,1 0-60 16,-1-3-101-16,0-6-61 0,-1-6-234 16,-1-1-679-16,0-5-297 0</inkml:trace>
  <inkml:trace contextRef="#ctx0" brushRef="#br0" timeOffset="-212151.247">18226 8254 851 0,'0'0'1988'15,"0"0"-1591"-15,0 0-171 0,0 0-7 16,0 0 58-16,0 0 24 16,0 0 49-16,0 0-104 0,0 0-93 0,0 0-61 15,0 0-10-15,70 61-9 0,-54-41 6 0,0 5 28 16,1 3 23-16,-1 3-57 0,-1 4-25 15,-1-1-33-15,0 3-6 0,-3-1-9 16,-3 2-2-16,-2-5-10 0,-2 4 10 16,-4-3 0-16,0 1-22 0,-5 1-30 15,-4 0-34-15,-3 0-31 0,-3-2-11 16,-1-3-17-16,-4-4-45 0,-2-3-63 16,2-4-175-16,1-5-240 0,-13 1-783 0</inkml:trace>
  <inkml:trace contextRef="#ctx0" brushRef="#br0" timeOffset="-207319.681">5217 10726 3698 0,'0'0'484'0,"0"0"-465"0,0 0 62 16,0 0-22-16,103-4 158 0,-59 0-17 16,3-2-10-16,4-1-40 0,2-2-59 15,0-3-18-15,2 2-59 0,-3-4-14 16,1 1-2-16,-4-2-14 0,-4 3 1 15,-5-1-67-15,-8 2-80 0,-2-1-37 0,-10 6-78 16,-9 2-146-16,-10 4-275 16,-1 0-575-16,-16 10-238 0</inkml:trace>
  <inkml:trace contextRef="#ctx0" brushRef="#br0" timeOffset="-207136.575">5309 10804 1611 0,'0'0'1483'0,"0"0"-1244"0,0 0-77 0,0 0 28 15,0 0 34-15,0 0-19 16,0 0-49-16,0 0 36 0,0 0 42 0,82 26-10 16,-27-19-83-16,2 0-40 0,2-2-55 15,-2-5-46-15,-3 0-7 0,0-5-29 16,-8-5-46-16,0-5-65 0,-3-1-16 16,-4-5-77-16,-6-4-145 0,-10 8-341 15,-1-14-974-15</inkml:trace>
  <inkml:trace contextRef="#ctx0" brushRef="#br0" timeOffset="-206897.402">5813 10232 108 0,'0'0'2538'0,"0"0"-2217"0,0 0-173 0,0 0 66 0,102-4 12 15,-68 11-49-15,2 5 2 16,1 4 16-16,-1 3-86 0,-1 5-34 0,-5 4-37 15,-3 6-38-15,-8 3-14 0,-5 5-14 16,-6 5-106-16,-8 2 30 0,0 2 29 16,-9-1 6-16,-5 1-4 0,-4-2 10 15,-5-1 0-15,-1-3-19 0,-3 0-35 16,-4-5-33-16,1 0-73 0,0-3-136 16,-2-7-281-16,6-6-613 0</inkml:trace>
  <inkml:trace contextRef="#ctx0" brushRef="#br0" timeOffset="-203069.134">7544 10446 1516 0,'0'0'1300'0,"0"0"-1036"0,0 0-95 16,0 0-67-16,0 0 19 0,0 0 41 16,0 0 8-16,0 0 22 0,0 0-29 15,0 0-63-15,0 0 9 0,0 0-16 16,21 70 3-16,-13-35-16 0,-1 4-6 15,-1 7-31-15,1-1-6 0,-3 0-22 0,-1 1-14 16,-1-2-1-16,-2-3-1 0,0-5-17 16,0-7 14-16,0-7 3 0,0-9 1 15,0-8-2-15,0-3-1 0,1-2-15 16,-1-6-34-16,3-6-13 0,0-8-46 16,0-9 49-16,3-7 0 0,0-4-12 0,2-1 15 15,-1 2-16-15,-1 3 31 16,4 5 29-16,-2 0 15 0,3 4 1 15,-2 3 11-15,2 2-9 0,-1 3 32 0,3 3 18 16,-3 5 3-16,2 3-1 0,-1 3-17 16,2 3-1-16,-1 2 0 0,2 0 3 15,-1 6-15-15,1 4 21 0,-2 5 19 16,2 4-31-16,-4 4 9 0,1 2-12 0,-3 4-1 16,1-2-17-16,-3 6-13 0,-2-3 0 15,-1 3-16-15,0 1 1 0,-2-2-19 16,2-1-52-16,-2-2 3 0,1-5-7 15,-1-1-15-15,2-8-16 0,0-4-29 16,4 0-30-16,-1-6-75 0,4-5-110 16,0 0-238-16,-1 0-437 0,7-16-203 0</inkml:trace>
  <inkml:trace contextRef="#ctx0" brushRef="#br0" timeOffset="-202287.155">8253 10741 176 0,'0'0'287'0,"0"0"430"0,0 0-37 16,0 0-323-16,0 0-131 0,0 0 68 0,0 0 27 15,0 0-43-15,0 0-30 0,0 0-17 16,0 0-24-16,-38 6-19 0,38-6-60 15,0 0-44-15,0 0-41 0,0 0 3 16,0 0 4-16,0 0-1 0,0-1-3 16,0 1-3-16,0 0-3 0,0 0-9 15,0 0-9-15,0-1-19 0,0 1-2 16,3 0-1-16,5 0 0 0,3 0 9 16,6 0 37-16,5 2-9 0,0 0-7 15,2-1-14-15,1-1 8 0,-1 0-5 16,-1-3-16-16,0 0-1 0,-1-3 0 15,1 1-2-15,-6 0-2 0,2 1-11 0,-3-2 1 16,0 0 0-16,-5-1-3 16,1 1-59-16,-4 0-49 0,-2 0-31 0,-1 1-31 15,-2-1-21-15,-3 2-38 0,0 0-84 16,0-2-201-16,-3 1-487 0,-9 1-203 16</inkml:trace>
  <inkml:trace contextRef="#ctx0" brushRef="#br0" timeOffset="-202034.466">8393 10500 1296 0,'0'0'114'0,"0"0"1112"16,0 0-943-16,0 0-126 16,0 0-13-16,0 0 44 0,0 0 25 0,0 0-49 15,0 0-66-15,0 0-13 0,4 39-7 16,5-16 4-16,1 5-7 0,3 3-3 15,-3 1-19-15,-1 1-22 0,-1-1-29 16,-1 0 0-16,-2 0 7 0,-1 2-9 16,-2-1-43-16,-1-2 8 0,0-2-64 0,-1-1-1 15,2-3-39-15,-2-6-6 16,3-4-25-16,-2-4-14 0,3-3-58 0,-2-5-201 16,-1-3-355-16,2-4-714 0</inkml:trace>
  <inkml:trace contextRef="#ctx0" brushRef="#br0" timeOffset="-201421.231">8965 10656 1979 0,'0'0'1464'0,"0"0"-1223"0,0 0-241 15,0 0-117-15,0 0 117 0,0 0 79 16,78 66 70-16,-59-41 14 0,2 2-5 16,2-1-37-16,0 2-52 0,3-3-38 15,0 0-13-15,0 0-14 0,-3 0 17 16,-1-6-21-16,-1-2 0 0,-1-6-25 16,-2-2 7-16,1-4 15 0,-3-5-31 15,-1 0-32-15,-3-7-9 0,-2-6 1 0,-3-5-15 16,0-2-56-16,-4-8-19 15,-1-1-16-15,-2-3 18 0,0-3 41 0,0 4 53 16,-5 1 52-16,-2 1 16 16,-2-1 20-16,-5 0 0 0,1 1-18 0,-3-2 15 15,2 2-1-15,1 0 6 0,3 2 1 16,2 3 5-16,5 7 14 0,3 3 31 0,0 3 16 16,6 5-3-16,5 3 25 0,4 3 27 15,3 0 16-15,3 1-28 0,4 5-38 16,2 1-17-16,2-1-39 0,0 1 2 15,2 0-13-15,-3-2 1 0,2 0-10 16,1-3-9-16,-4 2-3 0,0-4-19 16,-1 0 0-16,-4 0-15 0,-3 0-84 15,-4 0-46-15,-3 0-46 0,-2 0-58 16,-4 1-150-16,-5 4-548 0,-1 5-412 0</inkml:trace>
  <inkml:trace contextRef="#ctx0" brushRef="#br0" timeOffset="-201200.859">9662 10856 3328 0,'0'0'551'16,"0"0"-423"-16,0 0 45 0,0 0 45 15,74 2-5-15,-51-2-31 0,1 0-69 16,-2 0-64-16,1 0-48 0,0-7-1 15,-1 0-92-15,-3-2-107 0,-1-4-64 16,-6-2-115-16,-3 7-266 0,-1-11-841 0</inkml:trace>
  <inkml:trace contextRef="#ctx0" brushRef="#br0" timeOffset="-201035.395">9961 10637 2549 0,'0'0'438'0,"0"0"-300"0,0 0-49 0,0 0 51 15,0 0 127-15,0 0 36 0,23 80-21 16,-17-54-102-16,1 2-62 0,-2 2-56 16,1 3-25-16,-3-1-25 0,-1 2-12 15,-2-2-21-15,0 4-87 0,0-5-75 16,0-4-102-16,0-2-52 0,0-5-207 16,0-8-733-16,0-5-536 0</inkml:trace>
  <inkml:trace contextRef="#ctx0" brushRef="#br0" timeOffset="-200815.689">10534 10757 4223 0,'0'0'633'0,"0"0"-504"0,0 0-80 16,0 0-3-16,0 0 5 0,0 0 62 15,88 19 15-15,-76-19-49 0,4 0-79 16,-3-2-52-16,-1-4-75 0,0 0-84 16,-5-3-89-16,-1 5-216 0,-2 0-501 15,-4 3-732-15</inkml:trace>
  <inkml:trace contextRef="#ctx0" brushRef="#br0" timeOffset="-200646.022">10498 10925 3543 0,'0'0'649'16,"0"0"-466"-16,0 0-149 0,0 0 65 0,0 0-12 16,0 0 91-16,80 15 113 0,-59-12-111 15,-1 0-76-15,3-3-56 0,-2 1-45 16,-1 1-3-16,0-2-50 0,-3 0-81 16,0 1-58-16,-2 0-41 0,2 1-100 0,-7 1-339 15,1 5-980-15</inkml:trace>
  <inkml:trace contextRef="#ctx0" brushRef="#br0" timeOffset="-200060.084">11873 10634 2164 0,'0'0'1279'16,"0"0"-1082"-16,0 0-165 0,0 0 18 16,38 69 54-16,-27-38 38 0,2 11 28 15,-1 7 7-15,-1 4-62 0,-1 6-22 0,0-2-13 16,-2 2-18-16,0 2-13 0,1-4-18 16,-2-2-1-16,-3 1-17 0,2-5-10 15,-4-2-3-15,-1-5-10 0,-1-6-5 16,0-6-19-16,0-10-9 0,0-5 0 0,0-6-19 15,0-7-49-15,0-4-62 0,0 0-68 16,-3-10-14-16,0-2 21 0,-1-10-128 16,-2-4-133-16,0-10-203 0,3 6-289 15,-8-24-41-15</inkml:trace>
  <inkml:trace contextRef="#ctx0" brushRef="#br0" timeOffset="-199818.465">11915 10744 443 0,'0'0'1940'15,"0"0"-1636"-15,0 0-172 0,0 0 9 16,0 0 70-16,0 0 57 0,42-68-52 0,-26 66-21 16,3 2 17-16,3 0-28 0,4 1-42 15,3 6-48-15,-2 2-36 0,1-1-12 16,-5 2-9-16,-1-1-12 0,-4 1 12 16,-6 0-21-16,-5 2 11 0,-1 2-11 0,-5-2-15 15,-1 7-1-15,-7 2-2 0,-4 0-57 16,-8 0-9-16,-3-1-9 0,-4-1 3 15,-3-2 9-15,-1-6-19 16,0-4-31-16,0 0-26 0,2-7-54 0,2 0-23 16,2-5-90-16,5-4-313 0,6 2-525 15,0-8-329-15</inkml:trace>
  <inkml:trace contextRef="#ctx0" brushRef="#br0" timeOffset="-199556.519">12563 10962 2644 0,'0'0'635'0,"0"0"-368"15,0 0-140-15,0 0 65 0,0 0 82 16,0 0-16-16,0 0-91 0,0 0-96 15,0 0-40-15,0 0-16 0,57 20-15 16,-46-28-71-16,-2-1-86 0,2 0-126 16,0-3-126-16,-4 4-345 0,0-3-943 0</inkml:trace>
  <inkml:trace contextRef="#ctx0" brushRef="#br0" timeOffset="-198737.458">13052 10747 287 0,'0'0'1638'0,"0"0"-1395"0,0 0-123 16,0 0 35-16,0 0 36 0,0 0 41 15,0 0 69-15,0 0-36 0,0 0-84 16,-55-65-58-16,47 64-10 0,-2 1-22 15,1 0 0-15,0 2-11 0,-1 5-46 0,2 2 0 16,-1 6-18-16,2 3-4 0,-2 7 19 16,3 2 13-16,2 5-13 0,3-2-6 15,1-4-3-15,0-5-20 0,0-6-2 16,0-4-17-16,5-9-11 0,4-1 13 16,1-1-7-16,2-4-34 0,3-7 3 15,1-4-31-15,1-3-24 0,0-3-2 0,-2-1 22 16,-2 3 28-16,0 0 13 0,-3 2 12 15,-1 3 35-15,-1 2 13 0,0 3-12 16,-2 2 0-16,-1 5 59 0,1 2 15 16,3 1 17-16,-1 9 74 0,4 4 10 15,1 7-49-15,1 4-40 0,-1 3-31 16,0 2-16-16,0-2-3 0,0-1-6 16,-1-4-7-16,0-4-24 0,2-3-22 15,1-8-21-15,0-1-16 0,2-7-74 0,5 0-97 16,2-7-19-16,1-6-111 0,-4 1-372 15,7-9-940-15</inkml:trace>
  <inkml:trace contextRef="#ctx0" brushRef="#br0" timeOffset="-198474.027">13937 10741 3779 0,'0'0'527'0,"0"0"-360"16,0 0-102-16,0 0 34 0,88 16 5 16,-58-8 102-16,1-1 23 0,0-1-110 0,-2-2-77 15,4-4-20-15,0 0-22 0,3-6-20 16,-3-3-89-16,-4-5-53 0,0-3-52 15,-7 0-78-15,-4-2-183 0,-6 5-300 0,-4-4-753 16</inkml:trace>
  <inkml:trace contextRef="#ctx0" brushRef="#br0" timeOffset="-198263.883">14036 10400 1163 0,'0'0'1878'0,"0"0"-1514"0,0 0-167 15,0 0-8-15,0 0-9 0,0 0 21 16,0 0 75-16,-11 76-62 0,24-40-64 0,-2 3-18 16,5 3-31-16,-1 2-49 0,-1 0-25 15,-4 1-25-15,0 1-1 0,-5 3-1 16,-4 1-14-16,2-1-87 0,-3-2-79 16,0-4-94-16,0-5-145 0,0-10-317 15,0 3-1158-15</inkml:trace>
  <inkml:trace contextRef="#ctx0" brushRef="#br0" timeOffset="-197736.709">15235 10449 1903 0,'0'0'1198'0,"0"0"-1160"15,0 0-12-15,0 0 76 0,15 79 127 16,-8-33 78-16,4 8 55 0,1 11-101 16,2 4-85-16,-2 6-50 0,1-1-15 15,-2 2-25-15,0-4-19 0,-5-5-24 16,0-4-43-16,-3-8 0 0,0-10-58 0,0-9-19 16,-1-8-12-16,-1-13-28 0,1-7-21 15,-1-8-45-15,-1 0-78 0,0-9-108 16,0-1-263-16,0-18-672 0</inkml:trace>
  <inkml:trace contextRef="#ctx0" brushRef="#br0" timeOffset="-197519.106">15257 10556 1269 0,'0'0'1194'16,"0"0"-952"-16,0 0-65 0,0 0 95 0,0 0-20 15,92-61-7-15,-69 61-6 0,3 9 3 16,-3 5-45-16,-1 5-46 0,-2 2-30 15,-3 3-16-15,-4-1-38 0,-7 3-24 16,-3-1-24-16,-3 2-10 0,-6 2-9 16,-7 0-74-16,-5-1 25 0,-5-1 12 15,-1-1 6-15,-6-4-40 0,1-4-18 0,3-4-38 16,-1-5-10-16,6-5 9 16,3-4-48-16,4-11-83 0,2-11-68 0,6-9-240 15,-1 5-215-15,3-35-372 0</inkml:trace>
  <inkml:trace contextRef="#ctx0" brushRef="#br0" timeOffset="-197186.203">15767 9975 1702 0,'0'0'1399'0,"0"0"-1159"16,0 0 10-16,0 0 75 0,71 93-2 15,-63-58 0-15,-5 5-31 0,-3 2-99 16,0 2-92-16,-3 2-62 0,-4-1-8 15,0-3-19-15,0-1-12 0,-1-7-21 0,2-7-40 16,1-4-16-16,2-11 35 0,3-5-7 16,0-6-19-16,3-1-42 0,6 0 36 15,2 0 74-15,5-1 0 0,4-1-1 16,0-1-1-16,2 2-10 0,1 1 9 0,2 0-15 16,-2 7 18-16,-3 4 3 0,-1-1 0 15,-5 2 47-15,-3 1 23 0,-2 0-11 16,-6 3-10-16,-3-2-25 0,0-2-8 15,-3 4-19-15,-7-3 0 0,-4 0-46 16,-4-3-15-16,-5-1-16 0,-1-4-22 16,-3 0-27-16,-1-3-60 0,-2-2-34 15,2 0-101-15,5 0-256 0,-13 0-883 0</inkml:trace>
  <inkml:trace contextRef="#ctx0" brushRef="#br0" timeOffset="-196465.516">16411 10487 2591 0,'0'0'373'0,"0"0"-101"15,0 0-166-15,0 0-1 0,0 0 59 0,0 0 120 16,0 0 77-16,0 0-122 0,48 91-63 16,-28-50-66-16,0 2-14 0,2 0-41 15,1-2-12-15,0-5-13 0,4-7-21 16,-1-8-9-16,2-4-15 0,-4-10 15 15,2-5 31-15,-1-2-31 0,-2-5-12 16,-3-6-6-16,2-9-16 0,-2-3-18 16,-4-7-49-16,-1-3-13 0,-2 0-27 15,-1-1 36-15,-5 3 18 0,-1 1 19 16,-5 0 18-16,-1 5 25 0,0-2 22 0,-10 0 3 16,-1 0 34-16,-2-1-6 0,-3-2 31 15,-1-2-37-15,-1 1 18 0,5 0-15 16,-1 7 58-16,7 3-30 0,2 5 21 0,5 8-13 15,0 3-11-15,3 1-17 16,8 1 1-16,4 1 18 0,8 2 7 16,7 0-14-16,4 0 7 0,3 5 4 0,2 2 1 15,4-3-2-15,1 2-18 0,-1-2-13 16,1-1-24-16,1-1-1 0,0-2-1 16,-5 0 1-16,-2 0-17 0,-4-2 3 15,-1-1-10-15,-7-1-30 0,-4 2-67 16,-5-2-28-16,-2 2-37 0,-7 0-60 15,-1 2-117-15,-7 0-138 0,0 0-454 16,-14 5-521-16</inkml:trace>
  <inkml:trace contextRef="#ctx0" brushRef="#br0" timeOffset="-196248.687">17047 10620 2511 0,'0'0'1162'0,"0"0"-860"0,0 0-195 16,0 0 9-16,0 0 21 0,0 0 49 15,0 0 72-15,0 0-40 0,0 0-117 16,0 0-68-16,82 35-33 0,-60-33-1 16,1-2-35-16,-1 0-71 0,2-1-28 15,-1-6-74-15,0-4-79 0,-1-2-99 16,-7 1-271-16,7-5-814 0</inkml:trace>
  <inkml:trace contextRef="#ctx0" brushRef="#br0" timeOffset="-196067.731">17521 10438 1342 0,'0'0'1733'15,"0"0"-1401"-15,0 0-173 0,0 0 50 0,20 65 61 16,-16-40 67-16,1 3-58 0,-1 1-138 15,1 6-86-15,0 0-55 0,2 3-18 16,-1 5-19-16,-1 2-111 0,-4 2-105 16,-1-1-147-16,0-11-283 0,0 13-1042 0</inkml:trace>
  <inkml:trace contextRef="#ctx0" brushRef="#br0" timeOffset="-195416.282">19273 10657 909 0,'0'0'2012'0,"0"0"-1682"0,0 0-161 16,0 0 40-16,85 3 75 0,-54-1-7 15,5-1-57-15,3 3-47 0,3-4-83 16,4 0-56-16,-2 0-22 0,2 0-12 0,-2-4-34 16,-3 1 22-16,-2-1-25 15,-6-1-87-15,1 1-117 0,-7 0-51 0,-6-1-99 16,-6 1-324-16,-8 2-710 0</inkml:trace>
  <inkml:trace contextRef="#ctx0" brushRef="#br0" timeOffset="-195219.03">19436 10768 2085 0,'0'0'502'16,"0"0"-322"-16,0 0-93 0,0 0 61 15,0 0 37-15,0 0 77 0,0 0-6 16,-10 72-70-16,35-59-29 0,6-4 16 16,5-3-33-16,3-3-32 0,3-3-46 15,1-5-62-15,-1-7-1 0,-3-3-45 16,1-3-23-16,-4-2-70 0,-2-3-109 0,-6-2-101 15,-6 6-320-15,-3-9-1027 0</inkml:trace>
  <inkml:trace contextRef="#ctx0" brushRef="#br0" timeOffset="-194993.63">19740 10417 2854 0,'0'0'429'0,"0"0"-222"16,0 0-172-16,0 0 50 0,0 0 92 15,0 0 113-15,96-7-25 0,-62 19-88 16,2 3-63-16,4 2-25 0,-1 3-15 16,-2 0-31-16,-1 2-13 0,-5-1-27 15,0 3-3-15,-7-3-2 0,-4 3-22 16,-5-1-34-16,-7 1-35 0,-4 2-21 0,-4 0-34 16,-4 3 5-16,-9 2-9 0,-7 0-28 15,0 1-15-15,-5 1-39 0,0-4-71 16,-4 0-164-16,7-9-203 0,-12 9-418 15</inkml:trace>
  <inkml:trace contextRef="#ctx0" brushRef="#br0" timeOffset="-194203.282">21705 10418 718 0,'0'0'2203'0,"0"0"-1857"0,0 0-180 15,0 0-14-15,8 82 113 0,-2-33 59 16,-3 10-32-16,4 11-39 0,-3 5-75 0,-1 9-71 16,-3-1-15-16,0 2 2 15,0-1-5-15,-1-5-10 0,-3-1-28 0,-2-10-42 16,5-10-9-16,1-7-33 0,0-13-49 15,7-12-55-15,1-12-62 0,3-6-40 16,0-8-110-16,0-3-189 0,-2-4-228 0,-4-17-803 16</inkml:trace>
  <inkml:trace contextRef="#ctx0" brushRef="#br0" timeOffset="-193956.254">21669 10615 3052 0,'0'0'396'0,"0"0"-295"0,0 0-41 16,0 0 67-16,83-61 59 0,-54 56 37 0,-1-1-52 15,0 6-72-15,0 0-55 0,-2 6-29 16,-6 2-15-16,-3 6 1 0,-7 3 2 16,-3 3-1-16,-7 8 23 0,0 3-22 15,-12 5-3-15,-7 1-26 0,-6-1-21 16,-4 2-31-16,1-5-2 0,-3-6-7 0,2-5-13 15,4-9-5-15,2-6-39 0,4-7-83 16,4-2-126-16,4-16-270 0,3 0-387 16,4-23-176-16</inkml:trace>
  <inkml:trace contextRef="#ctx0" brushRef="#br0" timeOffset="-193599.434">22176 10157 2669 0,'0'0'399'0,"0"0"-198"16,0 0 3-16,0 0 24 0,58 89 109 16,-51-57 3-16,-3 5-74 0,-4 4-109 0,0 2-62 15,0 2-43-15,-4-2-9 16,-2 1-10-16,0-3-21 0,0-6-12 0,2-8-16 16,2-8-8-16,2-9-4 0,0-4-27 15,0-6-18-15,2 0-1 0,7-2-9 16,2-5 68-16,4-2 14 0,-1 1-18 15,5-3 1-15,-2 7-10 0,3 2-21 16,0 2 5-16,1 0 32 0,0 6 10 16,-3 1 2-16,-2 4 0 0,-3-1 52 15,-4 0 10-15,-3 1-6 0,-3 1-23 16,-3-2 10-16,-1 0 16 0,-9 1-10 16,-5-1-13-16,-1 1-36 0,-4-3-46 15,-3-1-43-15,1-2-7 0,-3-2-43 0,-1-2-37 16,1-1-8-16,-2 0-23 15,0-4-80-15,3-2-254 0,6 0-623 16,-5-7-329-16</inkml:trace>
  <inkml:trace contextRef="#ctx0" brushRef="#br0" timeOffset="-193010.129">22823 10606 3123 0,'0'0'383'16,"0"0"-171"-16,0 0-7 0,85 2 33 0,-52-2 21 15,0 0-86-15,-1 0-59 0,-2-2-81 16,-1-3-32-16,-2-2-1 0,-1-2-24 16,-2 2-106-16,-3-1-111 0,-4-1-49 15,-6 5-91-15,-4 1-327 0,-7 3-916 0</inkml:trace>
  <inkml:trace contextRef="#ctx0" brushRef="#br0" timeOffset="-192844.12">22980 10751 2741 0,'0'0'440'0,"0"0"-335"16,0 0 61-16,0 0 113 0,0 0 86 0,87-4-45 15,-59 2-100-15,6-2-122 0,0-3-58 16,5-1-40-16,0-1-12 0,-2-3-19 15,2 0-120-15,-2 0-84 0,1-1-65 16,-12 1-198-16,9-1-790 0</inkml:trace>
  <inkml:trace contextRef="#ctx0" brushRef="#br0" timeOffset="-192616.577">23709 10204 2782 0,'0'0'748'16,"0"0"-410"-16,0 0-152 0,0 0 20 16,0 0 11-16,0 0 27 0,0 0-60 15,0 0-153-15,0 0 36 0,0 0 0 16,50 72-6-16,-33-40-30 0,-3 7-31 0,3 4 0 16,-3 1-15-16,0 4-13 0,-3 4-82 15,1-2-55-15,-5 2-23 0,-1-1-43 16,-2-2-127-16,-1-2-131 0,3-11-281 0,-5 10-583 15</inkml:trace>
  <inkml:trace contextRef="#ctx0" brushRef="#br0" timeOffset="-190321.668">25395 10437 2206 0,'0'0'1363'0,"0"0"-1157"0,0 0-71 16,0 0-113-16,0 0 75 0,0 0 117 15,0 0 102-15,-1 88-98 0,7-59-83 16,0 1-73-16,-1-1-38 0,-2-3-23 15,2-3-1-15,-2-6-31 0,-1-5-2 16,0-3-38-16,-1-4-79 0,-1-3-57 16,2-2-50-16,-2 0-151 0,0 0-354 0,-3-14-843 15</inkml:trace>
  <inkml:trace contextRef="#ctx0" brushRef="#br0" timeOffset="-190160.378">25409 10199 293 0,'0'0'1722'16,"0"0"-1456"-16,0 0-143 0,0 0 19 0,0 0-29 15,0 0-88-15,87 0-25 0,-72 0-378 16,9 0-926-16</inkml:trace>
  <inkml:trace contextRef="#ctx0" brushRef="#br0" timeOffset="-189902.969">25927 10296 676 0,'0'0'1530'0,"0"0"-519"0,0 0-731 0,-44 72-67 0,31-49 79 15,1-4 71-15,1-3-63 16,3-4-104-16,4-4-113 0,3-1-83 0,1-1-43 16,0-1 6-16,5 2 28 15,3-2 9-15,4 4 15 0,0-2-11 0,4-2-2 16,-2 1 0-16,0-2-2 0,-2 2 0 15,-1 0-1-15,0 1 1 0,-4-1 0 16,0 2 0-16,-4 1 2 0,0 3 10 16,-3-1 0-16,0 4-12 0,0-1-70 15,-6 0 5-15,-2-3-12 0,-4 0-12 16,-1-4-13-16,0-1-41 0,-3-3-28 16,-4 0-45-16,1-2-131 0,2 1-367 15,-7-2-821-15</inkml:trace>
  <inkml:trace contextRef="#ctx0" brushRef="#br0" timeOffset="-189115.047">26816 10282 2634 0,'0'0'495'16,"0"0"-211"-16,0 0-65 0,0 0 17 15,0 0 141-15,0 0-46 0,0 0-137 0,0 0-111 16,0 0 3-16,0 0-13 0,0 0 16 16,29 80 2-16,-24-58-8 0,-2-1-38 15,-1 0-17-15,0-3-28 0,-1-5-16 16,-1 1 1-16,0-4-12 0,0-4-43 16,0 1-67-16,0-4-47 0,0-1-28 0,0-2-47 15,0 0-138-15,0-5-209 16,0-1-715-16,-8-7-600 0</inkml:trace>
  <inkml:trace contextRef="#ctx0" brushRef="#br0" timeOffset="-188776.219">26796 9956 1774 0,'0'0'358'0,"0"0"320"0,0 0-344 16,0 0-175-16,0 0 58 0,0 0 121 0,0 0-30 16,0 0-125-16,0 0-127 15,0 0-56-15,0 0-31 0,79-24-50 0,-67 32-166 16,-2 3-74-16,-1 3-117 0,-3-3-582 16,-4 3-784-16</inkml:trace>
  <inkml:trace contextRef="#ctx0" brushRef="#br0" timeOffset="-188421.339">26999 10257 1960 0,'0'0'1528'0,"0"0"-1143"0,0 0-177 0,0 0-148 15,0 0 46-15,0 0 120 0,0 0 27 16,8 75-182-16,-7-68-71 0,4 0-74 15,-3-3 19-15,3 0-19 0,2-3-37 0,-1-1-17 16,2 0-12-16,0 0 22 16,1-5 20-16,0-2 20 0,1-4 27 0,0 4 20 15,-1-3 6-15,-2 2 9 0,2 1 13 16,-1 0-13-16,0 1 15 0,1 0 1 16,-1 1 28-16,-1 0 45 0,0 3 2 15,-1-1-3-15,0 3 4 0,-1 0 15 16,-3 0 8-16,2 0 7 0,1 5 5 15,-4 0-18-15,2 1-31 0,0 1-7 16,-1 1-30-16,-1 0-22 0,-1-1-3 16,0 1-55-16,0 1-59 0,0 0-9 15,0 3-32-15,0 0-17 0,-1 2-57 0,-2 3-87 16,0 3-213-16,1-7-545 0,-5 14-510 0</inkml:trace>
  <inkml:trace contextRef="#ctx0" brushRef="#br0" timeOffset="-187849.985">27683 10187 635 0,'0'0'2429'0,"0"0"-2027"0,0 0-323 0,0 0-60 15,0 0 25-15,0 0 130 0,0 71 150 16,0-28-75-16,0 9-81 0,0 8-42 16,0 8-6-16,0 5 9 0,-2 5-4 15,-4 3-30-15,-2 0-46 0,-1-3-33 16,0-4-16-16,-2-6-39 0,5-10-13 0,2-11-16 16,2-12 10-16,2-11 16 15,0-10-44-15,0-7-59 0,6-7-80 0,0-2-154 16,4-8-66-16,-1-11-144 0,0 2-587 15,0-17-446-15</inkml:trace>
  <inkml:trace contextRef="#ctx0" brushRef="#br0" timeOffset="-187654.595">27686 10288 1102 0,'0'0'1515'0,"0"0"-1113"15,0 0-127-15,0 0-129 0,0 0 25 16,22-66 79-16,-8 62 17 0,1 1-74 15,4 1-69-15,1 2-37 0,2 5-25 16,-5 3-22-16,0 4-6 0,-3 3-31 16,-6 3-3-16,-4 4-40 0,-4 2-62 15,0 2-28-15,-11 5-41 0,-4 0-33 0,0 1-32 16,-1-1-86-16,0-6-202 0,4-9-453 16,7-6 174-16,2-10 73 0</inkml:trace>
  <inkml:trace contextRef="#ctx0" brushRef="#br0" timeOffset="-187371.433">28006 10287 1944 0,'0'0'464'0,"0"0"-122"16,0 0 56-16,0 0-9 0,0 0-26 15,62 82-43-15,-59-54-53 0,-1 0-64 16,-1-3-68-16,-1-4-24 0,3-5-59 16,0-8-52-16,3-3-22 0,1-2-2 15,6-3 21-15,2-4-40 0,3-10-15 16,4-6-87-16,1-1-43 0,-3-4 8 15,-1 1 40-15,-5 3 34 0,-2 2 43 0,-4 5 38 16,-3 4 25-16,-5 3 63 16,0 0 37-16,-7 2 9 0,-5 0-22 0,-1 3 28 15,-2-2-25-15,-2 4-7 0,0 0-22 16,-3 5-48-16,4 2-13 0,-1 1-25 0,2 0-3 16,4-1-15-16,2-2-31 0,7-3-177 15,-1-2-87-15,3 0-253 0,0 0-766 16,5-14-585-16</inkml:trace>
  <inkml:trace contextRef="#ctx0" brushRef="#br0" timeOffset="-187087.643">28457 10118 2088 0,'0'0'460'16,"0"0"-109"-16,0 0-47 0,0 0 18 16,0 0 22-16,-25 85-23 0,11-62-119 15,-4-2-85-15,2 1-52 0,2-4-38 0,4-4-27 16,3 0-40-16,1-4-16 0,6-3-9 15,0-1-15-15,7-1 30 0,6-4 31 16,7 2 18-16,2 0 0 0,4-3-1 16,1 1 0-16,-1 2-1 0,2-1 3 0,-5 4 0 15,-6 0 56-15,-1 0 12 16,-6 4 0-16,-4 1 47 0,-5-1 11 0,-1 3-6 16,-1 1-10-16,-9 1-37 15,-2 2-33-15,-5 0-18 0,-2-3-22 0,2-2-10 16,0-1-66-16,2-4-46 0,2-4-51 15,7-3-55-15,3-3-70 0,3-10-92 16,0-6-28-16,6 2-624 0,14-19-290 0</inkml:trace>
  <inkml:trace contextRef="#ctx0" brushRef="#br0" timeOffset="-186804.592">28847 10230 1433 0,'0'0'1695'0,"0"0"-1256"16,0 0-199-16,0 0 38 0,0 0 123 0,0 0 2 15,0 0-58-15,1 66-169 0,-6-54-118 16,-2 1-40-16,1-2-18 0,1 0-15 16,3-4-21-16,2-1-40 0,0 0-73 15,0-1-16-15,2-3 12 0,7 3 55 16,2-3 36-16,1 3 25 0,1-2 25 0,2 4 11 16,-2-1 1-16,-1 4 22 0,0 2 42 15,-2 2 7-15,-1 2 12 0,-3-1-22 16,-2 2 0-16,-1-3-12 0,-3 2 0 15,0-3-19-15,0 0-27 0,0-3-3 16,-5-3-55-16,3 1-36 0,-6-4-47 16,1 0-46-16,-1-4-103 0,0 0-170 15,-1-4-236-15,3-1-699 0,-2-7-470 0</inkml:trace>
  <inkml:trace contextRef="#ctx0" brushRef="#br0" timeOffset="-186396.33">29184 10128 1634 0,'0'0'1283'16,"0"0"-991"-16,0 0-174 15,5 75 41-15,-5-44 160 0,0 1 43 16,-5 3 13-16,0 0-150 0,0-2-105 0,1-1-62 16,0-5-27-16,2-5-30 0,1-4-1 15,-1-5-13-15,2-2-5 0,0-4-25 16,0-6-104-16,0-1-41 0,2 0-78 16,1-1-151-16,0-11-207 0,-1 4-609 15,1-14-469-15</inkml:trace>
  <inkml:trace contextRef="#ctx0" brushRef="#br0" timeOffset="-186232.511">29140 9911 3067 0,'0'0'488'0,"0"0"-337"16,0 0-119-16,0 0 12 0,0 0 41 15,0 0 22-15,0 0-70 0,0 0-37 0,0 0-276 16,0 0-133-16,74-22-294 0,-62 12-862 0</inkml:trace>
  <inkml:trace contextRef="#ctx0" brushRef="#br0" timeOffset="-185865.848">29557 9561 787 0,'0'0'2797'15,"0"0"-2362"-15,0 67-275 0,0-32-32 16,-2 11 79-16,-7 2 144 0,-1 2-5 16,-2 2-146-16,-2 0-121 0,0-1-39 0,-2 0-28 15,-2 1-12-15,1-3-2 0,-3-2-35 16,6-8-60-16,3-7-9 16,3-8 30-16,7-10 9 0,1-6-3 0,4-7-31 15,7-1 15-15,5-1 16 0,1-6 36 16,3 1-3-16,-1-2-12 0,1 2-4 0,-3 4 13 15,-5 2 13-15,0 2 27 0,-3 5 71 16,-2 4 27-16,-3 2 19 0,-4 4-23 16,0 3 7-16,-3 2-15 15,-5-1-22-15,0 3 3 0,3-3 6 0,-3-4-19 16,4-7-35-16,1 0-19 0,0-8-34 16,3-2 10-16,0 0-104 0,3-6-39 15,6-6-35-15,2-7-23 0,8-6-90 16,1-5-54-16,6-5-121 0,2-6-278 15,-7 10-480-15,12-26-113 0</inkml:trace>
  <inkml:trace contextRef="#ctx0" brushRef="#br0" timeOffset="-185533.188">29914 9772 251 0,'0'0'2424'16,"0"0"-1869"-16,0 0-284 0,0 0-69 16,0 0 53-16,3 66 127 0,-11-36-14 0,1 6-68 15,-2 3-80-15,-1 0-47 16,-1 4-3-16,2-1-73 0,-1-2-85 0,3 2-12 15,1-4-30-15,3 0-28 0,3-2 10 16,2-3 5-16,9-2 16 0,6-3 3 16,2-5 22-16,4-2-19 0,2-4 17 15,2-5-29-15,2-1 15 0,3-5-9 16,-4-4-16-16,3-2 0 0,-1-2 31 16,-3-8 0-16,0 1-15 0,-5-5-7 15,0 1 10-15,-6-3-1 0,-5-1 4 16,-3 2 20-16,-5-2-14 0,-3 4 15 15,-8 1 0-15,-3 6 9 0,-8 6 58 0,-4 0-24 16,-3 11-10-16,-3 3 10 16,3 10 5-16,-1 0 4 0,2 3-6 0,5-2-46 15,6-4-31-15,5-4-54 0,9-5-67 16,0-1-19-16,17-5-25 0,8-5-140 16,-5-1-779-16,17-6-1321 0</inkml:trace>
  <inkml:trace contextRef="#ctx0" brushRef="#br0" timeOffset="-185397.611">30801 10457 5107 0,'0'0'941'0,"0"0"-851"15,0 0-75-15,0 0 3 0,0 0-15 16,0 0 52-16,0 0-55 0,0 0-208 16,-79-35-191-16,57 26-512 0,-21-1-1375 0</inkml:trace>
  <inkml:trace contextRef="#ctx0" brushRef="#br0" timeOffset="-181880.078">4502 12364 992 0,'0'0'2648'0,"0"0"-2141"0,0 0-361 16,0 0-143-16,0 0 81 0,-88 29 62 16,66-14 76-16,-1 3-32 0,-1 6-98 15,1 3-59-15,2-1-2 0,3 2 2 16,3-4 16-16,2-4-18 0,6-4-31 0,4-7-14 16,3-6-19-16,0-1-28 0,2-2 15 15,5 0-40-15,10 0 31 0,2 1 52 16,5 2 0-16,4 0-30 0,-1 3-1 15,0 3 31-15,-2 3-16 0,-3 2 19 16,-2 2 1-16,-3 4 24 0,-4 0 15 0,-3 2-13 16,0 1 19-16,-4 1 6 0,-2 0-18 15,-2-4-10-15,-2-2-7 0,0-5-17 16,0-2-52-16,-3-7-13 0,-2-3-54 16,1-1-56-16,-1-5-97 0,-1-7-166 15,0-5-165-15,2 2-561 0,1-18-442 0</inkml:trace>
  <inkml:trace contextRef="#ctx0" brushRef="#br0" timeOffset="-181753.489">4685 12665 3086 0,'0'0'402'0,"0"0"-335"0,0 0-45 16,23 80 161-16,-20-57 241 0,-3-5-92 16,0-3-168-16,0-5-164 0,0-5-55 15,-2-5-106-15,-1 0-88 0,-1 0-219 16,-6-14-1106-16</inkml:trace>
  <inkml:trace contextRef="#ctx0" brushRef="#br0" timeOffset="-181320.7">4781 12350 2466 0,'0'0'605'0,"0"0"-423"15,0 0-22-15,0 0 106 0,0 0 162 16,0 0-191-16,55 68-171 15,-49-58-66-15,0 2-40 0,2 1-78 0,-2 2-54 16,1 3-86-16,-1 2-36 0,1 1-149 16,-1-1-10-16,-2 1 414 0,2-3 39 0,-2 1 203 15,2-2-13-15,1 2 5 16,-1-1 22-16,0 1-17 0,0-1 2 0,0-2-17 16,2-2-30-16,-2-1-59 0,1-5-58 15,2-1-38-15,1-3-2 0,1-1-14 16,-2-3-15-16,7 0-13 0,-2-5 4 15,2-4 2-15,0-2 23 0,3 0 14 16,-3 0 1-16,-1 1 0 0,-3 2 3 16,2 1 22-16,-5 1 59 0,3 1 6 15,-3 2-3-15,0 0 6 0,0 2 21 16,-1 1-15-16,-2 0-41 0,1 0-21 0,1 0 0 16,0 1 6-16,1 3-9 0,0-1-7 15,-2 1-15-15,4 2-12 0,-2-2 0 16,-2-1-3-16,3 3-13 0,-4-4 4 0,1 1-3 15,-1-2-56-15,-2-1-33 16,3 0-16-16,-1 0-41 0,0 0-82 0,-2 0-131 16,1 0-295-16,-1 0-1049 0</inkml:trace>
  <inkml:trace contextRef="#ctx0" brushRef="#br0" timeOffset="-180188.771">5430 12618 1049 0,'0'0'2759'15,"0"0"-2360"-15,0 0-324 0,10 90-28 16,-9-61 117-16,1 0 181 0,-2-4-33 15,0-5-130-15,0-4-115 0,0-8-67 16,0-3-20-16,1-4-20 0,-1-1-14 0,2-1-147 16,-1-7-41-16,0-8-128 15,1 2-593-15,-2-20-1144 0</inkml:trace>
  <inkml:trace contextRef="#ctx0" brushRef="#br0" timeOffset="-180030.684">5433 12346 3484 0,'0'0'473'0,"0"0"-454"0,0 0 56 0,0 0 107 16,0 0 104-16,0 0-58 0,0 0-164 15,0 0-64-15,0 0-150 0,0 0-82 16,88-2-73-16,-65-21-228 0,-5 4-766 16,7-19-763-16</inkml:trace>
  <inkml:trace contextRef="#ctx0" brushRef="#br0" timeOffset="-179452.003">5803 11972 1683 0,'0'0'1288'0,"0"0"-1144"0,0 0-96 15,-13 94 57-15,9-51 144 0,2 4 189 16,1 5-53-16,1 6-150 0,0 5-78 0,1 3-65 16,4 5-42-16,-1-1-26 15,0-6-24-15,5-7-1 0,1-14-14 0,3-10-16 16,3-13-80-16,0-8-6 15,2-6-18-15,2-5-2 0,1-1 10 0,0-4 5 16,4-6-32-16,-2-1 12 16,3 0 51-16,-2 2 47 0,2 0 18 0,-6 2 26 15,-2 2 11-15,-1 1 8 0,-4-1 63 16,-4 3 38-16,2 1-14 0,-5 0-14 16,1 1-26-16,-2 0-13 0,0 0-19 15,-2 0-18-15,-2 0-1 0,1 0 32 16,1 2 21-16,-2 2 0 0,2 0-34 15,0 0-33-15,2-3-1 0,-1 0-9 16,4-1 9-16,3-1 0 0,-1-7-28 0,1-3-43 16,2-6 9-16,-1 3 9 0,2-3 16 15,-2 3-1-15,0 3 4 0,0 5 3 0,2 4 31 16,-2 2 34-16,1 4 84 0,0 8-3 16,-1 3-9-16,-4 3-35 0,2 2-25 15,-4 2 6-15,1 2 1 0,-1 0 5 16,0 2-3-16,-2 3-2 0,0 1-11 15,1 3-5-15,-1 5 0 0,-1 7 9 16,1 3-10-16,-1 6 10 0,0 1 6 16,-3 1-9-16,0-2-16 0,0-5-24 15,-4-10-1-15,4-6 10 0,0-11-11 16,0-9 0-16,0-7 0 0,0-6 18 16,0 0-19-16,0-11-51 0,-2-6 20 15,1-10-54-15,1-5 39 0,0-10 10 0,0-1-4 16,0-6-46-16,-3-2 28 0,3 4 6 15,0-2 15-15,0 5 18 0,0 3-2 16,4 1-28-16,3 2-69 0,1-4-104 16,-3 2-192-16,1 7-308 0,3-15-843 0</inkml:trace>
  <inkml:trace contextRef="#ctx0" brushRef="#br0" timeOffset="-179185.585">6750 12587 411 0,'0'0'2885'0,"0"0"-2558"0,0 0-326 15,0 0 24-15,16 79 92 0,-16-67 128 16,0-4 62-16,1-5-177 0,2-3-126 0,0-5-4 16,4-7-97-16,1-5 1 0,3-4 28 15,2-3 18-15,3 0-22 0,-2 2-8 16,2 4 40-16,-3 6 40 0,3 6 72 16,-5 6 60-16,1 3-13 0,2 6 23 15,-2 6-18-15,1 2-19 0,-2 2-10 16,0 2 1-16,-2 1-26 0,-1-1-39 15,-1-1-31-15,-3-2-15 0,1-2-30 0,0-2-54 16,-2-1-39-16,-3-2-44 16,0-2-54-16,0-1-103 0,0-4-238 0,-8 3-940 15</inkml:trace>
  <inkml:trace contextRef="#ctx0" brushRef="#br0" timeOffset="-178264.547">8629 12565 104 0,'0'0'1786'16,"0"0"-386"-16,0 0-1023 0,51 76-56 15,-37-34-42-15,-1 8-27 0,-4 4-43 16,-5 9-43-16,-3 1-59 0,-1 0-58 15,0-5-15-15,0-6-34 0,0-13-7 0,0-12-17 16,0-11-7-16,0-10-21 0,2-6 4 16,2-1 20-16,5-11 0 0,2-5 7 15,1-10 6-15,4-7-16 0,0-6-9 16,-2-4-3-16,-2 0 15 16,0 4 27-16,-3 2 1 0,1 3 2 0,0 5 0 15,0 2 14-15,2 5-4 0,2 3 13 16,1 4 5-16,-1 4 19 0,1 5-12 15,0 3-12-15,0 3-10 0,-1 0 10 16,-1 7 27-16,-3 6 6 0,2 5-19 16,-5 7-5-16,0 4 3 0,-7 7-37 0,0 0-26 15,0 4-17-15,-7 0-54 0,0 0-44 16,-1-4-34-16,2-3-32 0,0-7-54 16,4-5-116-16,1-4-181 0,1-6-536 15,0-5-417-15</inkml:trace>
  <inkml:trace contextRef="#ctx0" brushRef="#br0" timeOffset="-177874.584">9618 12858 1102 0,'0'0'2032'0,"0"0"-1611"0,0 0-229 16,0 0 69-16,0 0 83 0,0 0-84 16,0 0-45-16,0 0-19 0,0 0 61 15,0 0-105-15,102 21-52 0,-67-21-46 16,-2-2-33-16,0-6-21 0,-1-5-27 16,-2-3-67-16,-1-2-49 0,-2-1-64 15,-4-3-40-15,-1 2-141 0,-6 4-356 16,-3-4-947-16</inkml:trace>
  <inkml:trace contextRef="#ctx0" brushRef="#br0" timeOffset="-177651.5">9739 12558 398 0,'0'0'1834'0,"0"0"-1382"0,0 0-162 16,0 0 55-16,0 0-5 0,0 0-60 15,0 0-69-15,0 0-99 0,0 0-53 16,0 0-9-16,0 0-50 0,-19 17 0 16,19-17-93-16,0-1-38 0,0-1-11 0,0 2-18 15,0 0-32-15,1 0-72 0,1 0-126 16,-1 0-147-16,2 0-242 0,0 0-334 0,6-14 543 16</inkml:trace>
  <inkml:trace contextRef="#ctx0" brushRef="#br0" timeOffset="-176868.482">10261 12572 2292 0,'0'0'546'0,"0"0"-216"16,0 0-91-16,0 0 15 0,0 0 1 15,0 0 56-15,0 0-26 0,51 94-96 16,-25-46-51-16,3 3-16 0,-3 0 10 16,2 1-29-16,-4-8-33 0,-1-3-15 0,0-7-30 15,-4-7-22-15,0-8-1 0,-3-7-2 16,1-3 2-16,-3-6 19 0,1-3-11 15,-1 0-10-15,0-10-49 0,-2-4-8 16,1-5-20-16,-3-8-11 0,-1 0 3 16,-3-2-23-16,-1-1 4 0,-1 1 24 15,-4 3 37-15,0 0 3 0,0-1 0 16,-8-1-3-16,-4-1 6 0,-1-1 37 16,-4-4 2-16,0 3 17 0,-2-1-1 15,3 4 10-15,5 3 9 0,5 5-16 0,1 5 26 16,5 6 8-16,0 1-12 0,0 5-12 15,9-1-28-15,4 4 40 0,7 0 27 16,6 0-3-16,3 0-9 0,6 0-6 16,2 5-12-16,2-5 9 0,4 0-22 15,1 0-9-15,0-8 5 0,-2 0-23 16,-1-1-12-16,-3-2-4 0,-3-1-2 16,-5 2 6-16,-3 0-67 0,-5 1-74 0,-5 0-62 15,-5 4-34-15,-2 2-83 0,-9 3-127 16,-1 0-308-16,0 3-657 0</inkml:trace>
  <inkml:trace contextRef="#ctx0" brushRef="#br0" timeOffset="-176680.492">10892 12850 2126 0,'0'0'1105'0,"0"0"-784"0,0 0-99 15,0 0 64-15,0 0 57 0,79 27-19 16,-59-26-97-16,-2-1-129 0,3-1-64 0,-1-7-34 16,-1-3-102-16,1-4-94 15,0-1-85-15,-4-3-180 0,-1 7-288 0,1-9-893 16</inkml:trace>
  <inkml:trace contextRef="#ctx0" brushRef="#br0" timeOffset="-176488.395">11284 12551 1782 0,'0'0'1413'0,"0"0"-1206"0,0 0-150 16,0 0 48-16,0 0 132 0,0 0 121 15,0 0-50-15,18 77-123 0,-9-52-77 16,0 1-44-16,-1 4-21 0,1 4-9 16,-3 1-34-16,2 2-15 0,-3 1-13 15,-1 2-76-15,-1-1-90 0,0-2-85 16,1-3-97-16,2-4-137 0,1-11-543 15,2 2-507-15</inkml:trace>
  <inkml:trace contextRef="#ctx0" brushRef="#br0" timeOffset="-176265.941">12001 12753 3676 0,'0'0'1403'0,"0"0"-1263"0,0 0-128 15,0 0-9-15,104 0 9 0,-76-1 0 16,-3-1 10-16,0-1-11 0,-5 1-11 16,2-2-79-16,-2 0-89 0,-6 0-105 0,-2 1-274 15,-5 0-841-15,-7 3-1338 0</inkml:trace>
  <inkml:trace contextRef="#ctx0" brushRef="#br0" timeOffset="-176079.972">12043 12955 3827 0,'0'0'508'0,"0"0"-490"16,0 0 7-16,0 0 37 0,0 0 28 15,0 0 49-15,84 6-10 0,-60-12-65 16,1-1-64-16,5-1-21 0,-2-1-136 15,-1 2-96-15,-3 1-162 0,-4 2-354 16,1 4-1410-16</inkml:trace>
  <inkml:trace contextRef="#ctx0" brushRef="#br0" timeOffset="-175476.94">12843 12771 2440 0,'0'0'442'0,"0"0"-32"16,0 0-89-16,0 0-28 0,62 94-4 0,-45-51 3 0,-4 7-73 15,-1 6-66-15,-1 1-43 0,-3 5-18 16,-1-1-22-16,-3 4-15 0,-2-2-12 16,-2 1-22-16,0-4-11 0,0-6-10 15,-2-10-12-15,-1-5-12 0,0-11-7 16,2-6-42-16,0-11-40 0,1-5-43 16,0-6-75-16,0-5-106 0,0-11-184 15,-2 1-661-15,1-21-535 0</inkml:trace>
  <inkml:trace contextRef="#ctx0" brushRef="#br0" timeOffset="-175272.203">12888 12816 1929 0,'0'0'1015'0,"0"0"-717"16,0 0-120-16,0 0 123 0,44-66 26 0,-29 57-27 16,7 4-92-16,-1 2-57 0,6 3-25 0,1 0-7 15,-1 4-9-15,2 3-18 0,0 3-19 16,-2 2-15-16,-4 3-19 0,-3 3 1 15,-7 4-19-15,-2 4-21 0,-7 6-23 16,-4 5-32-16,-12 6-18 0,-9 4 9 16,-2-1 3-16,-6-1-9 0,1-6 39 15,3-5 4-15,0-6-16 0,5-7-55 16,-3-4-47-16,1-5-37 0,1-4-81 16,0-3-117-16,3-2-219 0,5-3-573 15,-3-4-374-15</inkml:trace>
  <inkml:trace contextRef="#ctx0" brushRef="#br0" timeOffset="-174891.565">13780 12922 2126 0,'0'0'479'16,"0"0"54"-16,0 0-103 0,0 0-36 16,0 0-62-16,86-28-130 0,-63 23-94 15,-3 2-84-15,-2-1-24 0,-1-1-22 0,1-1-3 16,-1 1-104-16,-3 0-126 0,2 2-97 16,-6 0-202-16,4 1-858 0</inkml:trace>
  <inkml:trace contextRef="#ctx0" brushRef="#br0" timeOffset="-174439.654">14709 12435 453 0,'0'0'1894'16,"0"0"-1326"-16,0 0-181 0,0 0-75 15,0 0-54-15,0 0 7 0,-69 76-51 16,61-41-53-16,2 6-25 0,1 5-7 16,5 5-6-16,0 4-19 0,0-1-18 15,3 0-19-15,2-4-28 0,2-4-11 16,3-5-26-16,0-6-2 0,3-7-18 15,3-6-25-15,0-4-6 0,4-5-73 0,1-4 6 16,5-3-38-16,-1-5-90 16,2-1-107-16,2 0-191 0,-6-4-594 0,6-8-647 15</inkml:trace>
  <inkml:trace contextRef="#ctx0" brushRef="#br0" timeOffset="-173567.581">15018 12568 1501 0,'0'0'459'16,"0"0"-145"-16,0 0-78 0,0 0 112 15,0 0-21-15,0 0-53 0,0 0-39 16,0 0-40-16,0 0-28 0,0 0-20 16,14-28-19-16,-14 28-20 0,0 0-15 15,0 0-19-15,0 0-15 0,0 0-22 0,0 0-10 16,0 0-2-16,0 0 2 0,0 0-2 16,0 0 0-16,0 0-1 0,0 0-2 15,0 0-4-15,0 0-3 0,0 0 4 16,0 0-1-16,0 0 0 0,0 0-2 15,0 1-4-15,0-1-9 0,0 0 9 0,0 0-10 16,0 0 0-16,0 0-1 0,0 0 1 16,0 0 0-16,0 0 1 0,0 0 10 15,0 0-11-15,0 0-1 0,0 2 1 16,0-2 0-16,0 0 10 0,0 0 0 16,0 0 10-16,0 0 11 0,0 0-8 15,0 1-4-15,0 1 25 0,0-2 11 16,0 1-14-16,0 0-9 0,0 1-13 15,-3 0-18-15,3 1-3 0,-4 0 0 0,-2 7-21 16,-4 5-19-16,-1 8-6 16,0 8 19-16,-1 8 6 0,4 3-4 15,1 6-2-15,3 1 15 0,2-3 12 0,2-2-34 16,0-8 10-16,5-6 12 0,2-10 12 16,2-4 18-16,2-8-3 0,1-4-15 15,2-4-13-15,3-1-15 0,3-11-24 16,1-7-12-16,0-4-9 0,2-7-47 15,-2-1-18-15,0-1 8 0,-2 0 18 0,-2 2 29 16,-1 2 45-16,-4 4 20 0,-4 2 18 16,1 3 22-16,-6 6 19 0,-2 3 12 15,-1 1 43-15,0 8 43 0,0-1-13 16,0 2-15-16,-1 0-32 0,-1 3-14 16,2 6-38-16,-1 5-6 0,1 4-5 15,0 6 17-15,0 5 25 0,3 1 9 16,1-1-12-16,2-1-39 0,0-4-16 15,1-2-24-15,-3-5-9 0,3-4-25 0,1-6-22 16,0-2-69-16,4-5-32 0,-1 0-69 16,5-3-145-16,-3-6-224 0,0 1-662 15,-1-6-785-15</inkml:trace>
  <inkml:trace contextRef="#ctx0" brushRef="#br0" timeOffset="-173404.624">15571 12846 3543 0,'0'0'460'0,"0"0"-290"0,0 0-45 16,85 19 11-16,-59-16-6 0,-1-3 67 16,-1 0 27-16,-1-4-99 0,0-7-55 15,0-2-64-15,2-2-6 0,-4-6-146 16,-2 2-56-16,-5-2-94 0,-2 0-176 0,-3 5-497 16,-5-5-646-16</inkml:trace>
  <inkml:trace contextRef="#ctx0" brushRef="#br0" timeOffset="-173197.668">15685 12461 1357 0,'0'0'1696'0,"0"0"-1424"16,0 0-126-16,0 0 41 0,0 0 84 0,-3 83 102 16,5-46-11-16,2 1-74 0,3 2-105 15,0-2-39-15,-1 2-35 0,0 0-36 16,-2-2-40-16,-1-1-33 0,1-2-22 15,-1-3-27-15,-1-3-115 0,2-5-55 0,2-7-14 16,1-9-60-16,6-5-123 0,0-6-139 16,0-3-541-16,3-21-585 0</inkml:trace>
  <inkml:trace contextRef="#ctx0" brushRef="#br0" timeOffset="-172819.915">16087 12260 2936 0,'0'0'686'0,"0"0"-321"0,0 0-179 0,0 0-9 16,19 93 58-16,-18-51 88 0,1 0-14 0,-1 6-96 15,1 0-83-15,-2 1-45 0,1 0-31 16,-1-4-28-16,0-5-26 0,0-6-19 16,2-9-2-16,2-9-27 0,1-8-16 15,1-4-30-15,3-4 0 0,1 0 24 16,6-6 3-16,1-5 31 0,2 0 8 15,1-2-5-15,3 1-4 0,-3 2 0 0,2 3 4 16,-3 4 8-16,1 1 7 16,-3 2 3-16,-1 0-7 0,-2 5 22 0,-3 1 15 15,-3 2 12-15,-3 2 4 0,-2 1 12 16,-1 1-1-16,-2-1 4 0,0 1-3 16,-4 1 2-16,-2-1-2 0,-5 3-4 15,-4 0-14-15,-1-3-25 0,-4 1-29 16,-3-2-25-16,1 0 2 0,-3-2-33 15,0-4-16-15,2 0-12 0,3-5-13 16,-2 0-25-16,2-6-108 0,1-6-176 16,-1-5-252-16,6 5-659 0,-6-9-437 0</inkml:trace>
  <inkml:trace contextRef="#ctx0" brushRef="#br0" timeOffset="-172354.439">16636 12725 2951 0,'0'0'632'0,"0"0"-531"15,0 0-38-15,0 0-50 0,0 0 63 0,33 83 137 16,-15-48 90-16,-1 1-43 0,3-1-121 16,0-4-53-16,1-4-28 0,-1-4 0 15,0-8 19-15,-1-4 8 0,-2-6-36 0,-1-5-49 16,-1 0-12-16,0-8-28 16,-1-7-27-16,-1-5-16 0,2-3 19 0,-4-5 0 15,1-3-13-15,-1 1 0 0,-2-1 3 16,0-1 31-16,-1 1 34 0,-1-3 8 15,-1-1 2-15,0-2-1 0,2 0 2 16,-2 3 32-16,3 3 30 0,1 5 16 16,4 5 3-16,3 7 0 0,1 3-22 15,4 3-9-15,0 3-18 0,3 1 0 16,1 4-34-16,-1 0 1 0,1 0 11 16,-2 0-12-16,-1 4-1 0,0-2-21 0,-3 2-30 15,-2 0-30-15,0-1-59 0,-4 0-59 16,-2-1-88-16,-3 2-182 0,-3-1-309 15,-5 9-791-15</inkml:trace>
  <inkml:trace contextRef="#ctx0" brushRef="#br0" timeOffset="-172154.143">17174 12916 1497 0,'0'0'1637'0,"0"0"-1264"15,0 0-123-15,0 0 52 0,0 0-21 16,0 0 10-16,0 0-15 0,79 40-92 16,-57-37-78-16,2-3-23 0,-1 0-47 15,3 0-36-15,-3-6-10 0,0-1-94 16,-2-3-27-16,0-2-46 0,-1-2-75 0,-2-2-110 16,0-1-241-16,-8 4-682 0,5-7-711 0</inkml:trace>
  <inkml:trace contextRef="#ctx0" brushRef="#br0" timeOffset="-171972.595">17603 12668 2764 0,'0'0'615'15,"0"0"-371"-15,0 0-95 0,0 0-30 16,4 69 10-16,-4-42 137 0,0 0 7 16,0 3-107-16,0 0-86 0,0 1-40 15,0-2-27-15,-4 1-13 0,-3 1-67 16,1 0-140-16,-1-1-165 0,0-6-165 0,2-6-681 15,-2 0-1048-15</inkml:trace>
  <inkml:trace contextRef="#ctx0" brushRef="#br0" timeOffset="-171417.96">18469 12590 2073 0,'0'0'450'0,"0"0"-99"0,61 74-56 16,-41-42 5-16,2 9 38 0,-4 0 2 16,-6-3-94-16,-5 4-95 0,-4-3-67 15,-3 0-29-15,0-3 7 0,-3-1-13 16,-7-3-16-16,-2-5-17 0,-5 0-15 15,-1-5-1-15,-1-4-31 0,-4-4-76 16,-2-2-75-16,-3-2-104 0,-1-2-78 16,0-3-177-16,8-3-468 0,-7-2-440 0</inkml:trace>
  <inkml:trace contextRef="#ctx0" brushRef="#br0" timeOffset="-170849.176">19915 12757 437 0,'0'0'1311'0,"0"0"-879"16,0 0-112-16,0 0 9 0,0 0 30 0,0 0 17 16,0 0-45-16,0 0-63 0,0 0-82 15,0 0-49-15,0 0-32 0,4 16-25 16,0-2 18-16,2 5-30 0,0 3-35 0,-1 1-8 16,-2 0-7-16,-3-1-18 15,0 0-2-15,0-3-16 0,-1-3-53 0,-4-3-18 16,0-1-40-16,1-4-50 0,-1-4-45 15,-2-3-62-15,-1-1-143 0,1 0-808 16,-8-5-939-16</inkml:trace>
  <inkml:trace contextRef="#ctx0" brushRef="#br0" timeOffset="-170672.197">19810 12423 2277 0,'0'0'729'0,"0"0"-416"0,0 0-224 16,0 0 42-16,0 0 128 0,0 0 43 16,0 0-130-16,80-33-172 0,-58 32-7 0,1 1-46 15,2 0-138-15,-1 0-89 16,-8 1-170-16,8 4-821 0</inkml:trace>
  <inkml:trace contextRef="#ctx0" brushRef="#br0" timeOffset="-170336.901">20461 12528 2262 0,'0'0'1303'0,"0"0"-934"0,0 0-161 16,0 0-3-16,0 0 74 0,-45 70-27 16,39-60-72-16,1-3-97 0,-1-1-65 15,5-5-15-15,-1 1 18 0,2 2-20 16,0 1-1-16,0 1 0 0,6 2 25 15,2 4-1-15,-2 0-3 0,2 0-9 0,-3 0-11 16,4 0 0-16,-5-1 0 0,2 1 12 16,-2-1-12-16,-1 1-1 15,2-1-2-15,-2-2-14 0,1-1 16 0,-1 1 0 16,-1 0-2-16,1 0-13 0,-3-2-3 16,0 1-10-16,0 3-17 0,-1 1-10 15,-6 0-12-15,-3 0-19 0,0 1 3 0,-5-2 16 16,2 1 8-16,-1-3-14 15,-2 0-57-15,1-2-68 0,-3-5-86 0,-1 1-164 16,5-3-321-16,-5 0-926 16</inkml:trace>
  <inkml:trace contextRef="#ctx0" brushRef="#br0" timeOffset="-169750.521">21695 12786 3317 0,'0'0'270'0,"0"0"-71"15,0 0-129-15,0 0-20 0,0 0 98 16,0 0 170-16,0 0-77 0,0 0-148 0,-80-1-44 15,66 24-3-15,0 6 9 16,2 5 19-16,1 5 30 0,3-3 18 0,5-3-40 16,0-5-39-16,3-9-33 0,0-8-10 15,0-4-25-15,6-6 1 0,2-1-40 16,6-5-3-16,3-8 3 0,3-5 3 0,3-5-13 16,-2-3 1-16,-1 0-16 0,-3 2 27 15,-1 3 25-15,-4 4 34 16,-1 6-18-16,-2 6-1 0,-1 4 13 0,1 1 9 15,0 7 111-15,-1 8 24 0,4 2-19 16,-5 7-27-16,-1 1-25 0,0 3-3 16,-2-2 0-16,0-2 0 0,2-4-25 15,-2-4-33-15,3-7-3 0,-1-3-42 0,6-5-53 16,-1-1-48-16,2-9 8 16,4-10-21-16,0-4-60 0,1-5-159 0,2-5-249 15,-7 8-638-15,9-13-613 0</inkml:trace>
  <inkml:trace contextRef="#ctx0" brushRef="#br0" timeOffset="-169552.952">22172 12266 2756 0,'0'0'520'16,"0"0"-294"-16,0 0 74 0,0 0 149 16,0 0-7-16,0 0-138 0,-9 75-69 15,7-38-80-15,1 8-9 0,1 4 66 16,0 4-67-16,0 5-61 0,0 4-38 15,-3 2-31-15,1 2-15 0,-4-2 0 16,1-5-52-16,2-2-90 0,2-5-48 16,1-7-41-16,1-6-24 0,8-7-63 15,5-8-166-15,1-5-165 0,-2-7-384 16,7-8-207-16</inkml:trace>
  <inkml:trace contextRef="#ctx0" brushRef="#br0" timeOffset="-168759.207">22667 12712 684 0,'0'0'1650'0,"0"0"-1127"0,0 0-193 0,0 0-59 15,0 0 55-15,0 0 51 0,0 0-60 16,0 0-134-16,0 0-125 0,0 0-57 16,-62 54 1-16,40-33 32 0,3 1 12 15,4-3-15-15,5-3-22 0,7-2-9 0,3-4-34 16,9-1 9-16,10 1 4 0,2 0 18 16,5 1-16-16,3-4 17 0,1 0 2 15,-1-1 2-15,-2-2-2 0,-2 0 0 16,-5 1-1-16,-3-1-14 15,-6 3 15-15,-2-1 22 0,-3 2 21 0,-3 2 15 16,-3 1 3-16,0 2-21 0,0 1-12 16,-9-1-16-16,0 0-9 0,-2-1-3 15,-3 0-13-15,1-4-30 0,1-2-34 16,-2-1-9-16,1-3-15 0,0-2-32 16,2 0-34-16,0-5-79 0,2-7-31 15,4-3-121-15,2 2-355 0,3-11-631 0</inkml:trace>
  <inkml:trace contextRef="#ctx0" brushRef="#br0" timeOffset="-168494.805">23085 12941 2164 0,'0'0'572'0,"0"0"-161"0,0 0-45 16,0 0 70-16,52 78-5 0,-46-66-76 16,-2-4-152-16,-1-4-108 0,-1-3-68 15,0-1-24-15,4 0 16 0,3-7-7 16,5-3-12-16,2-5-12 0,4-6-59 15,3-2-24-15,-1-2-12 0,0 1 9 0,-2 2 18 16,-6 3 15-16,-1 5-15 16,-6 2 80-16,-4 3 3 0,-3 1 15 15,0 1-16-15,-10 2 1 0,-4 1 56 16,-2 0-10-16,-3 1-2 0,-1 3-20 0,3 0-27 16,-2 4-9-16,5 8-34 0,-1-1-28 0,2 3-9 15,4 2-85 1,1 1-166-16,4-5-282 0,4 12-883 0</inkml:trace>
  <inkml:trace contextRef="#ctx0" brushRef="#br0" timeOffset="-168053.338">24669 12793 1110 0,'0'0'1409'0,"0"0"-875"0,0 0-154 15,0 0-48-15,0 0 33 0,58 78-48 16,-52-52-33-16,-5 2-81 0,-1 2-63 15,0-2-54-15,0-1-37 0,-4-4-40 16,-1-2-9-16,2-7-22 0,-1-4-36 16,0-4-51-16,1-4-26 0,2-2-43 0,-2 0-87 15,-2-5-166-15,2-1-347 16,-7-12-885-16</inkml:trace>
  <inkml:trace contextRef="#ctx0" brushRef="#br0" timeOffset="-167885.816">24677 12593 2541 0,'0'0'541'0,"0"0"-238"0,0 0 124 15,0 0-21-15,0 0-65 0,0 0-98 0,87-27-114 16,-68 22-111-16,-2 0-18 16,1-1-55-16,-1-3-123 0,2 2-72 0,-2 1-83 15,-6 2-278-15,1 2-902 0</inkml:trace>
  <inkml:trace contextRef="#ctx0" brushRef="#br0" timeOffset="-167466.484">24958 12790 1709 0,'0'0'691'0,"0"0"-371"16,0 0-37-16,0 0 205 0,24 78 64 16,-23-62-85-16,2 0-131 0,0-4-152 15,1-2-87-15,-2-3-39 0,-1-2-33 16,2-2-25-16,-1-3-1 0,0 0-15 15,4 0-17-15,0-1-22 0,5-7 31 16,0-2-28-16,3-3-16 0,0-3 1 0,3-2 18 16,-3 0 6-16,0 4 12 0,1 0-6 15,-4 4 13-15,0 3-4 0,0 1 0 16,-4 3 28-16,-1 3 16 0,-2 0 15 16,2 0 18-16,-3 0 0 0,-1 5-6 15,-2-1-12-15,3 2 5 0,-3-4 4 16,0 2-12-16,0-2-16 0,0-2-12 0,0 0 0 15,0 0-3-15,2 0 0 0,-1 0-19 16,4-3-2-16,1-2 22 0,3-1 0 16,0-3-20-16,1 3 19 0,2-1-24 15,-1 4 21-15,0 1 6 0,1 2 33 16,-1 0 31-16,0 8 13 0,3 0 2 16,-3 4 16-16,1 1-25 0,-4 4-22 0,0-3-5 15,-2 2 6-15,1-2-37 0,-3-3-12 16,1 3-1-16,-1-4-18 0,-1 0-35 15,0-2-110-15,2-1-93 0,-3-2-68 16,4-1-200-16,-3-3-522 0,3-1-778 0</inkml:trace>
  <inkml:trace contextRef="#ctx0" brushRef="#br0" timeOffset="-167182.91">25664 12699 258 0,'0'0'2783'0,"0"0"-2219"0,0 0-362 16,0 0 66-16,0 0 127 0,0 92-1 0,0-58-58 15,0 5-147-15,0 3-80 0,0 5-12 16,0 2 64-16,1 4-31 0,-1 4-61 16,0 6-48-16,0 3-18 0,-6 1-1 15,-2 1-1-15,-3-1-1 16,-1-5-15-16,1-6-42 0,3-7-40 0,1-9-21 15,4-10-3-15,1-11 9 0,2-9 6 16,0-7-10-16,0-3-58 0,0-13-120 16,0-6-247-16,0-9-177 0,0 5-435 15,5-20-75-15</inkml:trace>
  <inkml:trace contextRef="#ctx0" brushRef="#br0" timeOffset="-166986.009">25702 12809 965 0,'0'0'1739'0,"0"0"-1290"0,0 0-184 15,0 0-34-15,67-68 37 0,-50 64-16 16,2 3-19-16,1 1-51 16,-1 4-52-16,1 6-26 0,-1 6-12 0,-2 3-24 15,-4 2-16-15,-3 1-19 0,-6 5-21 16,-4 0-12-16,0 1-20 0,-9 3-32 16,-5 0-24-16,-3 0-44 0,-5-1-31 15,-1-2-28-15,2-5-50 0,0-4-91 16,4-7-87-16,6-11-120 0,3-1-111 15,4-7-392-15,4-16 49 0</inkml:trace>
  <inkml:trace contextRef="#ctx0" brushRef="#br0" timeOffset="-166699.37">26080 12802 2463 0,'0'0'717'0,"0"0"-373"0,0 0-161 0,38 67 35 0,-33-43 167 15,-2 1-2-15,-1-2-24 16,-1-4-143-16,3-5-103 0,-2-4-43 0,2-4-37 15,0-5-9-15,5-1 4 0,2-1-26 16,6-10-2-16,0-2-46 0,3-6-11 16,0-4-19-16,0 0 0 0,-4 1-10 15,0 2 10-15,-6 4 34 0,-3 1 14 16,-5 3 26-16,-2 5-10 0,-2 0 11 16,-8 2 1-16,-5-1 18 0,-2 4 7 15,-1-1-24-15,0 3-1 0,-2 0-13 16,2 4-17-16,0 3-4 0,1 2 0 15,3-1 7-15,-1-1-4 0,4 0-45 16,0-2-93-16,5 1-125 0,0-2-194 16,3 0-309-16,1 4-868 0</inkml:trace>
  <inkml:trace contextRef="#ctx0" brushRef="#br0" timeOffset="-166302.42">26710 12659 2786 0,'0'0'1202'0,"0"0"-907"0,0 0-211 15,0 0 0-15,0 0 95 0,0 0 116 16,0 0-124-16,0 0-95 0,-80 37-52 15,60-18-5-15,-1 2 17 0,3 1-18 0,0 0-16 16,5-5-2-16,3 0-19 0,6-4-5 16,1-3-13-16,3 0 37 0,3 1 0 15,8-1 0-15,0-1-21 0,8-2 3 0,0 0-13 16,3-1 4-16,0-2 12 16,0 1-3-16,-3 0 17 0,-3 0 1 0,-3 1 0 15,-4 0 1-15,-4 2 57 0,-3 1 31 16,-2 1-10-16,0 3-18 0,-3-2-22 15,-6 4-21-15,-1-3 0 0,-3-3-18 16,4-1-57-16,-1-4-25 0,0 0-22 16,5-2-67-16,0-2-56 0,2-3-65 15,3-6-119-15,0-5-74 0,5-4-176 16,2 1-361-16,9-14-49 0</inkml:trace>
  <inkml:trace contextRef="#ctx0" brushRef="#br0" timeOffset="-166005.702">26979 12675 1413 0,'0'0'1486'15,"0"0"-1115"-15,0 0-157 0,0 0 105 16,0 0 5-16,0 0 12 0,0 0 43 16,0 0-92-16,0 0-80 0,0 0-94 0,0 0-52 15,-20 77-10-15,6-57-6 0,4-3-29 16,-2-3-16-16,8-1-16 0,1-2-5 16,3-3-3-16,0 3 6 0,4-4-9 15,11 2 2-15,1-1-11 0,5 0-4 16,2 0 13-16,0-1-3 0,0 1-4 15,0 2 10-15,-4 1 22 0,-2 3 2 0,-3-2 15 16,-5 4 0-16,-3-1 31 0,-3 1 5 16,-3 1 1-16,0-3-15 0,0 0-22 15,-4-2-14-15,-1-2-1 0,2-4-49 16,-3-2-21-16,4-3-66 0,1-1-50 16,1-1-71-16,0-7-144 0,1-6-193 15,7-3-117-15,-2 2-107 0,7-12-544 0</inkml:trace>
  <inkml:trace contextRef="#ctx0" brushRef="#br0" timeOffset="-165854.616">27383 12822 3149 0,'0'0'638'0,"0"0"-418"0,0 0-34 16,26 67 62-16,-23-46 122 0,-2 1 31 16,-1-2-137-16,0-6-143 0,0-2-85 0,0-6-36 15,0-1-49-15,0-5-105 16,-3 0-59-16,2-6-47 0,-2-5-226 15,0 0-830-15,-1-10-1027 0</inkml:trace>
  <inkml:trace contextRef="#ctx0" brushRef="#br0" timeOffset="-165714.903">27554 12501 29 0,'0'0'3721'0,"0"0"-3163"15,0 0-419-15,0 0 118 0,0 0-30 0,0 0 69 16,0 0-80-16,0 0-192 15,0 0-24-15,0 0-143 0,0 0-6 0,78-21-71 16,-59 6-112-16,-4 0-271 0,10-9-877 16</inkml:trace>
  <inkml:trace contextRef="#ctx0" brushRef="#br0" timeOffset="-165288.444">28080 12268 3228 0,'0'0'583'0,"0"0"-466"0,-44 94-48 15,22-50 132-15,-5 8 282 0,-2 4 22 16,-1 0-116-16,2 2-174 0,-1-2-94 16,5-3-46-16,4-5-39 0,2-5-36 15,7-10-28-15,5-5 4 0,6-9 3 16,0-7 0-16,7-3-36 0,3-5-25 16,4-3-39-16,1-1 9 0,1 0 24 15,3 0 27-15,-1-1 28 0,-1 1 2 0,-2 0-11 16,1 1-13-16,-2 2 6 15,0 1 31-15,1 1 18 0,-2-1 2 0,-1 1 59 16,1-1 21-16,-1-2-58 0,-1 3-24 16,2 0-13-16,2-4 10 0,2 6-15 0,4-3 15 15,4 2-27-15,-2-4-7 0,4 3 13 16,4-2 21-16,-3 0 3 0,-2-2 3 16,0 3 12-16,-5 1 0 0,-1 1 37 15,-6 3 27-15,-3 3 24 0,-3 1 0 16,-4 1-30-16,-2 3 0 0,-2-3-22 15,0 1-51-15,-5-4-12 0,2-1-27 16,2-4-10-16,1-2-20 0,0-1-25 16,0-3-43-16,6 0-39 0,3 0 14 15,2-2-166-15,0-1-283 0,1 1 28 16,-2 2 24-16,-1-4-118 0,0 3-487 16</inkml:trace>
  <inkml:trace contextRef="#ctx0" brushRef="#br0" timeOffset="-165199.642">28536 13128 1277 0,'0'0'1359'0,"0"0"-660"16,0 0-48-16,0 0-105 0,0 0-110 15,0 0-88-15,0 0-126 0,0 0-143 0,0 0-79 16,0 0 0-16,0 0-125 0,19 11-173 16,-35-11-278-16,-24 1-1348 0</inkml:trace>
  <inkml:trace contextRef="#ctx0" brushRef="#br0" timeOffset="-164189.671">4728 14860 2368 0,'0'0'1223'16,"0"0"-901"-16,0 0-139 0,0 0-21 15,0 0 179-15,82 6-64 0,-34 0-45 16,5 2-67-16,5-1-65 0,2-3-45 0,-2 1-55 16,-2-3 0-16,0 2-1 0,-1-4-30 15,-4 0 30-15,0-2-35 0,-6-5-59 16,-2 1-60-16,-7-1-56 0,-6 1-56 15,-5 4-133-15,-9 1-191 0,-5 1-514 0,-9 5-471 16</inkml:trace>
  <inkml:trace contextRef="#ctx0" brushRef="#br0" timeOffset="-164024.932">5093 15158 1524 0,'0'0'332'0,"0"0"-50"0,0 0 58 0,0 0 204 15,0 0-53-15,0 0-71 0,106 33-41 16,-61-31-57-16,8-2-58 0,0 0-77 16,1-5-90-16,-1-6-50 0,-1-5-47 0,-3-4-3 15,-3 0-37-15,-2-3-79 0,-3 0-86 16,-3-1-62-16,-4-3-87 0,-6 3-195 16,-10 5-650-16,-6-10-849 0</inkml:trace>
  <inkml:trace contextRef="#ctx0" brushRef="#br0" timeOffset="-163772.524">5387 14439 1400 0,'0'0'670'16,"0"0"-20"-16,0 0-79 0,96 12-146 15,-54-2-35-15,7 3-69 0,3 2-68 0,1 4-87 16,0 2-93-16,-1 6-40 0,-4 7-33 15,-5 3-15-15,-5 7 12 0,-10 5-58 16,-5 2 24-16,-10 5-6 0,-4 0 27 16,-9 2-42-16,0 0-13 0,-6-2 0 15,-5 1-9-15,-6-1-4 0,-2-3-34 16,-6-3-37-16,-1-2-62 0,-2-2-92 16,-3-3-156-16,5-14-298 0,-14 9-568 0</inkml:trace>
  <inkml:trace contextRef="#ctx0" brushRef="#br0" timeOffset="-162984.765">8370 14854 2009 0,'0'0'1271'0,"0"0"-1099"16,0 0-128-16,0 0 74 0,0 0 162 15,24 89 97-15,-12-45-114 0,1 12-69 0,5 10-49 16,1 11-38-16,0 8-46 16,-2 6-3-16,-2 5-25 0,-3 5-5 15,0-2-4-15,-5-2-24 0,2-9-1 16,-3-8-2-16,-3-16-9 0,1-9-6 0,-1-14-1 16,-2-11-42-16,2-7-73 0,-3-10-66 15,2-6-59-15,-2-7-161 0,0 0-310 16,0-16-987-16</inkml:trace>
  <inkml:trace contextRef="#ctx0" brushRef="#br0" timeOffset="-162746.754">8381 15016 2869 0,'0'0'483'15,"0"0"-336"-15,49-73 36 0,-24 51 141 0,2-3 5 16,5 3-66-16,2 4-72 15,4 3-81-15,-2 6-46 0,0 1-6 0,-3 2-36 16,-5 6 5-16,-7 0 7 0,-2 2-32 0,-5 8 0 16,-5 7 35-16,-2 4-16 15,-7 8-21-15,0 5-21 0,-11 1-10 16,-4 4 1-16,-5-1-29 0,-3-4-38 0,-1-3-35 16,-1-3-10-16,0-4-27 0,-2-4-83 15,1-2-11-15,2-2-160 0,5-3-170 16,3-4-387-16,3-2-167 0</inkml:trace>
  <inkml:trace contextRef="#ctx0" brushRef="#br0" timeOffset="-162503.023">9654 15161 1266 0,'0'0'2587'0,"0"0"-2310"0,0 0-227 0,34 66-31 0,-25-43 108 15,1 1 103-15,-4 1 59 0,-3 0-148 16,1-1-83-16,0-2-47 0,-4-5-11 16,0 0-15-16,0-6-16 0,0-2-79 15,0-6-90-15,-6-3-93 0,-3 0-132 16,1-3-522-16,-13-12-700 0</inkml:trace>
  <inkml:trace contextRef="#ctx0" brushRef="#br0" timeOffset="-162318.557">9543 14871 3365 0,'0'0'538'0,"0"0"-463"15,0 0 39-15,0 0 88 0,0 0 9 16,76-11-50-16,-56 11-75 0,2 0-86 15,-2 1-14-15,3 0-137 0,2 2-74 0,-2 0-110 16,2 3-81-16,-7-1-234 0,6 11-812 0</inkml:trace>
  <inkml:trace contextRef="#ctx0" brushRef="#br0" timeOffset="-162036.93">10033 15096 3343 0,'0'0'557'0,"0"0"-419"0,0 0-72 16,0 0 78-16,0 0 138 0,0 0-20 15,0 0-112-15,69 67-95 0,-59-58-43 16,0-1 0-16,-3-1-12 0,-1 1-1 0,-1-1-11 16,-2 1 9-16,-2 1 3 0,-1 3 12 15,-3 3-12-15,-7 1-27 0,-6 3-10 16,0-1 19-16,-1-1 17 0,2 0 1 16,0-4 15-16,2-4 0 0,5-1-2 15,-2-3-12-15,6-2-1 0,1-1-46 0,2-2-22 16,1 0-5-16,0 0-41 15,0 0-13-15,4-3-37 0,2 1 9 0,4 0 5 16,-1-1 27-16,-1 1 51 0,5-1 34 16,-1 0 36-16,3 2-11 0,-3 1-2 15,4 0 2-15,-3 0-37 0,-1 0-39 16,-1 4-190-16,-4-1-345 0,-1 7-742 0</inkml:trace>
  <inkml:trace contextRef="#ctx0" brushRef="#br0" timeOffset="-158836.575">24615 4759 88 0,'0'0'623'16,"0"0"-558"-16,-87 0 202 0,55 2 459 0,-2 3-382 15,1-3-65-15,5 3-40 0,2-1-59 16,7-2 19-16,1 3 16 0,3-4-62 16,3 2-17-16,1 0-3 0,3-2 57 15,3 2 11-15,0-2-13 0,3 0-42 16,1-1-22-16,1 0-22 0,0 0-19 15,0 0-28-15,0 1-15 0,3 0-12 16,8 3 0-16,5-1 45 0,7 2-6 0,7 3 19 16,3 1-64-16,4 2 14 0,6 1-2 15,0 1-6-15,6-1-26 0,4-2 11 16,8-3 3-16,6-2 20 0,8-2-36 16,7-3 2-16,8 0 23 0,6-3-13 15,8-6 11-15,4 2-22 0,5-1-2 16,1 1-44-16,1 1-13 0,0 1-27 15,3 2 42-15,5 3-29 0,5 0 71 0,7 0 2 16,6 0 15-16,4 0-14 0,5 0-4 16,1 0-54-16,0 0-11 15,1 2 24-15,-6 4 34 0,-3 3 9 0,-6 6 2 16,-11 4 16-16,-12 1-17 0,-12 6-1 16,-12 2-15-16,-14 3-10 0,-10-1 4 0,-10-1 18 15,-7-1 3-15,-9-4-2 0,-6-1-1 16,-6-2 0-16,-8-3-28 0,-6-2-77 15,-7-3-58-15,-7-1-58 0,-6-1-136 16,-15-2-302-16,-1 0-887 0,-30 2 321 16</inkml:trace>
  <inkml:trace contextRef="#ctx0" brushRef="#br0" timeOffset="-158087.666">22673 7263 2565 0,'0'0'483'15,"0"0"-164"-15,0 0-119 0,0 0-114 16,0 0 27-16,104 31 29 0,-53-22 31 15,10-1-23-15,11-2-47 0,6-4-54 16,9 1-24-16,5-3-23 0,6 0-2 16,8 0 0-16,4 0-3 0,10-4-7 15,5-3 9-15,6 2 1 0,8-2 0 16,4-4 0-16,3 3-44 0,3-1-55 0,3 1 55 16,6 2 44-16,3-1 59 15,5 2-59-15,0 0-62 0,2 3-19 0,-1-3 25 16,1 4 27-16,1 0 13 0,-1-2-12 15,-1 3 28-15,-1 0 17 0,-2 0 18 16,-4-2-6-16,-2 1-1 0,1-2-15 0,-2 0 12 16,-1 0-22-16,-1-2 46 0,-5 3-48 15,-1-3 20-15,-6 4-21 0,-7-2 18 16,-5 2-18-16,-7 1 13 0,-4 0 27 16,-6 4-3-16,-8 3 13 0,-4 4-28 15,-9-1 8-15,-11 1-29 0,-6 3-2 16,-11-3-18-16,-9 0-24 0,-9-1-66 15,-13 1-56-15,-11-4-68 0,-12 0-83 16,-11 2-300-16,-14 1-611 0,-4-1-322 0,-37 3 1428 16</inkml:trace>
  <inkml:trace contextRef="#ctx0" brushRef="#br0" timeOffset="-152827.091">10200 14940 924 0,'0'0'296'0,"0"0"53"16,0 0 374-16,0 0-222 0,0 0-110 15,0 0-85-15,0 0 42 0,0 0-59 16,0 0-40-16,0 0-57 0,0 0-35 16,0 0-25-16,0 0-3 0,0 0-16 0,0 0-31 15,-43-57-15-15,38 58-18 0,-3 3-16 16,2 1-31-16,-3 4 20 0,-1 1-22 15,-3 2-34-15,0 4-8 0,-1 2 14 16,1 0-14-16,-1 1 11 0,2 1 10 16,3-1-16-16,-2 1 7 0,7-3 14 15,-1-1 13-15,2-1 0 0,3-5-15 16,0-1 3-16,0-1 2 0,0-3 11 16,0 0 1-16,3-1 0 0,2 1-17 15,6-1 17-15,1 0 1 0,5 0 21 0,0-1 4 16,3 2-24-16,-1-1 11 15,1 1 0-15,0 1 4 0,-1 1-4 0,-2-1 6 16,-1 2-7-16,0-1-11 0,-3 1 0 0,0 0 1 16,-4-1 2-16,-2 0 0 0,-3 0-1 15,-1-1 1-15,1 1 25 0,-4 0-4 16,0 1-5-16,0-1-19 0,-5-2-10 16,-1 0-20-16,-1 0-34 0,-2-1 15 15,-2-1-15-15,1 0-28 0,-1 0 15 16,-1-3-24-16,0 0-38 0,-4 0-34 15,2 0-72-15,-2 0-208 0,1-3-33 16,0-1-111-16,2 0-132 0,1 1-555 16,4-1 668-16</inkml:trace>
  <inkml:trace contextRef="#ctx0" brushRef="#br0" timeOffset="-151705.824">11334 15109 1540 0,'0'0'779'16,"0"0"-314"-16,0 0-102 0,0 0 41 15,0 0-28-15,-13-66-59 0,13 60-48 0,0 3-87 16,0 3-62-16,7 0-49 0,2 1 11 16,5 7 44-16,1 7-53 0,2 4-27 15,-2 5-13-15,0 2-15 0,-6 6 4 16,1 0-10-16,-5 1-9 0,0 1-2 0,-3-2 1 15,-2-4-2-15,0-3 1 0,0-6 0 16,0-4-1-16,0-7 1 0,0-4-1 16,0-3 1-16,0-1 11 15,0 0-10-15,0-8 19 0,0-8 4 0,0-7-25 16,1-8 0-16,3-5 14 0,1-2-13 16,2-1 13-16,3 2-2 0,2 2-12 15,1 2-27-15,2 1-9 0,0 3-25 16,4 0-86-16,-2 2-42 0,2 2-29 15,-1 6-118-15,1 1-247 0,-2 5-477 16,-4 2-423-16,3 7 227 0</inkml:trace>
  <inkml:trace contextRef="#ctx0" brushRef="#br0" timeOffset="-151420.82">11781 15151 1380 0,'0'0'1418'0,"0"0"-991"15,23 71-188-15,-10-50 20 0,-1-3 94 16,-1-6-63-16,-1-4-55 0,3-4-97 15,1-4-58-15,1-2-12 0,2-8-10 16,1-5-33-16,-1-3-25 0,0-4-33 16,-3-3-19-16,0 0-13 0,-2 0-11 15,-4 3 8-15,-3 2 15 0,1 4 4 16,-6 6 12-16,0 1 37 0,0 6 0 16,-4 1 1-16,-5-1 18 0,-5 3-4 0,-1-4 19 15,-3 4 6-15,-1 0 3 0,-1 1-3 16,0 7-28-16,2 6 19 0,3 0-28 15,3 7-2-15,2 3 1 0,4 0-2 16,3 0-21-16,3 1-31 0,0-3-13 16,7-1-68-16,2 0-37 0,4-4-61 15,4-3-232-15,1-7-684 0,-3-3-814 16,14-7 1638-16</inkml:trace>
  <inkml:trace contextRef="#ctx0" brushRef="#br0" timeOffset="-151005.068">12389 15002 372 0,'0'0'3138'0,"0"0"-2687"0,0 0-268 16,0 0 19-16,-79 87 49 0,56-49-39 15,0 3-25-15,4 2-34 0,3 0-44 16,6-4-17-16,4-6-32 0,5-7-48 16,1-5-12-16,0-9-36 0,7-3-10 15,5-5 13-15,3-4 12 0,1-1 18 16,6-11-19-16,2-7 1 0,-2-7-28 15,3-5-27-15,-1-4-16 0,-1-2-15 16,0-2-3-16,0-3-7 0,0-1 9 16,-1 0-15-16,-2-4-29 0,-1-2-66 15,-5-3-25-15,-1-2 47 0,-4-4 25 16,-8-1-96-16,-1-1 91 0,-1 4 157 0,-9 4 19 16,-6 8 134-16,4 7 74 0,-2 12 39 15,4 6 21-15,3 8 0 0,4 8 5 16,1 3-29-16,2 3-75 0,0 11-52 0,-1 9-53 15,1 9-33-15,0 11 27 0,0 6 27 16,3 7 28-16,1 3 36 0,3 5-43 16,-2 1-49-16,-1 4-26 0,2-2-31 15,-5 0 0-15,-1-4-79 0,0-2-42 16,0-7-25-16,0-7-10 0,0-9-2 16,3-8-8-16,1-12-52 0,2-7-136 15,1-11-284-15,3-4-177 0,-1-11-413 16,-3-2-198-16,1-15 1293 0</inkml:trace>
  <inkml:trace contextRef="#ctx0" brushRef="#br0" timeOffset="-150686.4">12710 15070 424 0,'0'0'2769'0,"0"0"-2305"0,15 67-243 16,-11-32-29-16,3 7 60 0,-4 2 21 0,0 0-12 16,0-5-62-16,1-3-77 0,4-9-68 15,-1-10-54-15,4-6-43 16,1-9-36-16,4-2-16 0,0-9 28 0,2-8 9 15,-2-7-28-15,1-5-34 0,-2-2-13 16,1 0 22-16,-5 0 40 0,1 2 37 16,-4 0 31-16,-2 2 3 0,0 1 14 15,-3 2 11-15,1 5 34 0,-3 5 31 16,2 7 45-16,-3 3-15 0,3 4 0 16,-1 0-34-16,1 6-37 0,0 6-16 15,1 5 28-15,3 6-6 0,-1 4-9 16,0 1 6-16,-1-2-16 0,1-2-36 15,0-4-16-15,2 0-24 0,0-2-88 0,0-6-58 16,3-1-38-16,1-4-38 0,2-5-121 16,3-2-277-16,-3-6-567 0,-1-1-592 15,5-12 1594-15</inkml:trace>
  <inkml:trace contextRef="#ctx0" brushRef="#br0" timeOffset="-150485.301">13448 15041 1197 0,'0'0'1837'0,"0"0"-1261"0,0 0-223 16,0 0-49-16,0 0 31 0,0 0-107 16,-73 77-17-16,63-46-31 0,0 2-86 15,1-1-42-15,5-1-13 0,2-3-17 16,2-3-19-16,0-5-3 0,0-4-2 16,5-7-29-16,2-3-8 0,1-4-34 15,1-2-34-15,5-10 0 0,1-5-33 16,2-9-38-16,1-4-159 0,0-3-415 0,-5 6-896 15</inkml:trace>
  <inkml:trace contextRef="#ctx0" brushRef="#br0" timeOffset="-150334.526">13678 15130 904 0,'0'0'2409'0,"0"0"-1783"0,0 0-387 16,23 75-83-16,-21-44 128 0,1 1 24 16,-3 2 55-16,0-3-66 0,0-5-124 15,0-5-113-15,0-5-48 0,0-6-12 16,-1-3-36-16,-2-4-67 0,2-3-72 15,-2 0-90-15,-3-8-86 0,0-2-707 16,-7-11-1257-16</inkml:trace>
  <inkml:trace contextRef="#ctx0" brushRef="#br0" timeOffset="-150188.035">13623 14841 2224 0,'0'0'1853'0,"0"0"-1415"0,0 0-240 0,0 0 41 15,0 0-59-15,0 0 0 0,0 0 14 16,0 0-130-16,0 0-64 0,86 3-85 16,-70-10-64-16,-3-1-85 0,1-5-112 0,-5 5-406 15,0-4-1166-15</inkml:trace>
  <inkml:trace contextRef="#ctx0" brushRef="#br0" timeOffset="-149788.192">14045 14453 2797 0,'0'0'1250'0,"0"0"-993"0,0 87-74 0,0-44 97 0,0 9 26 16,0 4 87-16,0 4-87 0,-3 0-137 16,2 1-99-16,-2-2-41 0,0-2-29 15,0 1-79-15,0-8-48 0,-1-9-6 16,4-6 33-16,0-12 46 0,0-10 8 15,4-7-39-15,0-4-24 0,4-2-10 0,2-1 43 16,3-5 43-16,1-1 8 16,5 0 10-16,-2-1-7 0,0 3-8 0,-1 2 8 15,0 3 22-15,-1 0 22 0,-3 1 51 16,-1 6-3-16,-1 1 3 0,-2 2 7 16,-2 0 2-16,-3 4-25 0,1 0-20 0,-1-2-16 15,-3 1-6-15,0 0-12 0,0-1 16 16,0-1-19-16,-3-3-22 0,-2 3-2 15,-3-1 0-15,1-2 6 16,-1-1-10-16,2-1-36 0,-2-5-15 0,3-1 31 16,-2-1-1-16,1-10-55 0,-1-8-67 15,-1-7-146-15,-2-10-183 0,3-4-183 16,-2-7-514-16,4 9-683 0,-4-20 1834 0</inkml:trace>
  <inkml:trace contextRef="#ctx0" brushRef="#br0" timeOffset="-149234.392">14375 14505 274 0,'0'0'574'0,"0"0"815"0,0 0-1146 0,0 0-211 15,0 0 36-15,0 0 6 0,0 0 33 16,0 0-1-16,0 0-16 0,0 0 35 16,0 0 63-16,30-28 0 0,-20 42-26 15,2 6 24-15,-1 6 79 0,-3 5-56 16,-1 5-20-16,-3 3-4 0,0 7 15 15,-1 4-4-15,-1 4-44 0,-1 1-30 16,1 1-37-16,-1-1-15 0,2-2-39 16,0-4-31-16,0-5-27 0,1-8-24 15,2-9-22-15,5-8 24 0,-2-4-24 16,1-7-28-16,3-3-2 0,-3-2 5 16,3-3 0-16,-1 0 6 0,-1 0 21 0,1-4 6 15,1 1-28-15,1 1-52 0,-1 1-26 16,3 1 46-16,-2 0 24 0,0 4-19 15,1 5 23-15,-2 3 59 0,3-2 38 16,-1 5 41-16,0-2 22 0,1-1-19 0,-2-2 19 16,3-1 34-16,-2-4 10 15,1-4 18-15,1-1-35 0,-2-4-15 0,2-7-13 16,0-5-32-16,-1-4-2 0,1-4-28 16,-2-1-42-16,1-1 14 0,-5 4-3 15,0 1 16-15,-5 4 12 0,-6 3 0 16,0 4 3-16,-8 1 31 0,-4 4 24 15,-5 3-2-15,-2 2 15 0,-4 0-16 16,2 8-12-16,0 7 6 0,1 4-3 16,3 4 19-16,6 4 2 0,0 3 3 15,7-1-15-15,0 0-15 0,4-3-10 16,0-2-9-16,8-3-16 0,3-5-2 0,2-3-29 16,5-2-32-16,7-5-6 0,5-5 5 15,6-1 34-15,0-3 26 0,0-6-107 16,1-1-78-16,-5-5-79 0,0 2-239 15,0-1-819-15,-10 5-907 0,15-7 2117 0</inkml:trace>
  <inkml:trace contextRef="#ctx0" brushRef="#br0" timeOffset="-148791.829">15995 14949 1846 0,'0'0'1296'0,"0"0"-1025"0,39 71-24 15,-28-37-70-15,1 8 30 0,-1 3 28 16,-8 1-18-16,-1 0-29 0,-2-5-71 15,0-6-77-15,0-8-40 0,-2-8-12 0,1-6-62 16,-1-4-31-16,-1-7-27 0,-2-2-45 16,-1-6-130-16,0-1-435 0,-5-16-1049 0</inkml:trace>
  <inkml:trace contextRef="#ctx0" brushRef="#br0" timeOffset="-148644.273">16065 14751 1838 0,'0'0'1798'16,"0"0"-1536"-16,0 0-86 0,0 0 42 0,81-16-41 16,-66 11-97-16,-5 0-33 0,0-2-47 15,1-2-117-15,2-1-143 0,0-2-101 0,-1 2-312 16,-5 2-1069-16,-3 8 327 0</inkml:trace>
  <inkml:trace contextRef="#ctx0" brushRef="#br0" timeOffset="-148417.951">16305 15047 1785 0,'0'0'1961'0,"0"0"-1567"16,13 77-260-16,-6-57 12 0,0 2 45 16,3-4 34-16,-3-6 13 0,1-4-46 15,3-4-106-15,2-4-23 0,3 0-23 0,6-6-7 16,2-8-13-16,3-3-20 16,1-3-12-16,-1 2-15 0,-2 3 9 0,-1 2 0 15,-4 4-4-15,-1 4 7 0,0 5 5 16,-3 0 10-16,-3 7 64 0,0 6 6 15,-2 1-16-15,-1 4-18 0,-2 0-20 0,0 1-15 16,-2-1-1-16,0 0-21 16,-2-1-57-16,2-2-56 0,-2-2-51 0,3-1-50 15,-2-2-38-15,0 4-195 0,1-4-668 16,-4-2-1072-16,1 1 1556 0</inkml:trace>
  <inkml:trace contextRef="#ctx0" brushRef="#br0" timeOffset="-147854.664">17719 15035 3668 0,'0'0'597'0,"0"0"-463"0,0 0-119 16,106-12 81-16,-45 5 19 0,6-1 44 0,3 2 56 15,4-3-102-15,0 3-55 0,1 0-31 16,1-1 1-16,-5 2-26 0,-5 0 8 16,-4 2-10-16,-10 1-15 0,-7 2 12 15,-9 0-34-15,-10 2 1 0,-10 5-16 16,-11 6-34-16,-5 6-21 0,-8 8 73 16,-14 8-39-16,-11 7-16 0,-7 3 30 0,-6 4 59 15,-4 3 3-15,-4 0 13 16,1 1-13-16,0 0 21 0,3-3 4 0,7-2 58 15,6-2 24-15,8-5-30 0,10-3-34 16,11-3-3-16,8-4 24 0,3-4-3 16,16-3-9-16,9-4 8 0,9-2 16 15,8-6 134-15,4-8-89 0,6-4-52 16,4-8-38-16,0-7-18 0,-2-10-16 16,-1-2-67-16,-5-6-30 0,-5 1-39 15,-7-1-25-15,-4-3-15 0,-8 3-22 0,-3 2-121 16,-4-2-279-16,-6 5-598 0,-6 8-761 15,-2-3 1172-15</inkml:trace>
  <inkml:trace contextRef="#ctx0" brushRef="#br0" timeOffset="-147664.065">18871 15111 326 0,'0'0'2715'0,"0"0"-2290"15,0 0-273-15,0 0-16 0,0 0 40 16,0 0 91-16,-85 73-3 0,60-39-94 15,-1 2-78-15,-2 3-40 0,1 2-15 16,-2 2-34-16,-2-2 0 0,3-1-3 16,0-7-23-16,0 0-79 0,2-5-73 15,3-4-49-15,1-4-58 0,0-4-89 16,2-4-202-16,1-2-595 0,4-6-555 16,-4-4 1668-16</inkml:trace>
  <inkml:trace contextRef="#ctx0" brushRef="#br0" timeOffset="-146897.663">19292 15279 1655 0,'0'0'173'0,"0"0"-151"0,0 0 69 16,0 0 175-16,0 0 164 0,0 0-76 15,0 0-124-15,0 0-70 0,0 0 11 16,0 0 16-16,-43-61-23 0,43 54-48 0,0 1-31 15,0-1-7-15,0 0-3 0,0 3 3 16,0-3-13-16,0 4-22 0,1-2-21 16,-1 1-21-16,0-2-1 0,0 4-1 15,0 0-2-15,0 0 1 0,2 1 1 16,-2 1 1-16,0 0-3 0,0 0-22 16,0 0 3-16,0 0 19 0,0 0-12 15,0 0 14-15,0 0 1 0,0 0 15 0,0 0 32 16,0 0 2-16,0 0 0 0,0 0-2 15,0 0 2-15,0 0 10 0,0 0 45 16,0 0-6-16,0 0-37 0,0 0-9 16,0 0-18-16,0 0-6 0,0 0-7 15,0 1 3-15,0-1 4 0,0 0-4 16,0 0 4-16,1 0 5 0,-1 0-9 0,2 0 1 16,-1 0-4-16,1 0-3 0,-1 0 4 15,2 0-4-15,4 0-18 0,5 0 12 16,8 0 27-16,7-1 10 0,6-5 21 15,3 1 57-15,3-3-79 0,7-3-20 16,-2-3-4-16,5-1-21 0,-3-2-3 16,-2-1-9-16,-3 0-3 0,-7 2-19 15,-5 0-68-15,-6 2-35 0,-5 2-21 16,-6 0 6-16,-4 5-7 0,-7 2-64 16,-1 1-187-16,-3 4-248 0,-11 0-716 15,2 0-287-15,-12 9 1112 0</inkml:trace>
  <inkml:trace contextRef="#ctx0" brushRef="#br0" timeOffset="-146578.961">19439 15184 1740 0,'0'0'665'16,"0"0"-214"-16,0 0-15 0,0 0 11 16,0 68-38-16,0-40-58 0,3 3-98 15,2 5-66-15,-1 1-40 0,-1 0-13 16,-2 2 12-16,0-1-40 0,-1 1-36 15,0 0-22-15,0-3-14 0,0 2-10 16,0-1-21-16,0 0-1 0,0-5-2 16,0 1-3-16,0-6 0 0,3-3-9 0,2-8 10 15,1-4-1-15,5-1 3 0,1-4 11 16,4 0 10-16,4 2-6 16,4-5 0-16,6-1 13 0,3-3-26 0,4 0-2 15,3-7-1-15,5-2-30 0,-1-5-8 16,2-4-16-16,-1 0-42 0,0-2-24 15,-2-2-62-15,-2 0-40 16,-3-1-59-16,-3 1-238 0,-6 0-608 0,-9 6-883 16,1-9 1200-16</inkml:trace>
  <inkml:trace contextRef="#ctx0" brushRef="#br0" timeOffset="-146187.36">20168 15262 1881 0,'0'0'1729'0,"0"0"-1420"0,0 0-163 16,32 85 13-16,-16-49 77 16,4 1 54-16,0-1 1 0,1-5-93 0,2-2-91 15,4-4-53-15,0-2-20 0,4-6-22 16,-1-5-12-16,-1-3-15 0,2-7-1 16,-3-2-14-16,0-6-6 0,-3-6-22 15,-3-3-15-15,-4-2 9 0,-6-1 0 0,-3-2-10 16,-2 2-2-16,-4-1 21 15,-2-2 0-15,-1-3 2 0,0-1 10 16,-1-4 28-16,-5-3-10 0,-1-5 1 0,0-3 5 16,-1-2 1-16,4 3-10 0,1 0 13 15,3 6 14-15,1 5 1 0,8 6 37 16,4 5 27-16,5 2 16 0,0 3 0 16,4 0-16-16,2 2-6 0,2-2-21 15,3 2-34-15,1-1 9 0,-2 3 19 16,0-1-6-16,1 3-25 0,-2 0 0 15,0-1-13-15,-1 1 10 0,0 1-30 16,-3 2-90-16,-4-1-21 0,-1 3-31 0,-5 0-42 16,0 1-155-16,-6 0-177 15,-5 3-216-15,-2 5-572 0,0-1 128 0,-13 11 1144 0</inkml:trace>
  <inkml:trace contextRef="#ctx0" brushRef="#br0" timeOffset="-145941.571">20873 15482 2153 0,'0'0'1865'16,"0"0"-1367"-16,0 0-300 0,0 0-112 15,0 0-3-15,0 0 5 0,0 0 172 16,0 0-26-16,0 0-122 0,81 14-63 0,-57-14-22 15,2-5-24-15,-3 0-3 0,2-4-41 16,-3-6-20-16,-1-1-63 0,1-5-86 16,-2-2-19-16,0-4-56 0,-3 0-273 0,-4 2-615 15,-4 4-585-15</inkml:trace>
  <inkml:trace contextRef="#ctx0" brushRef="#br0" timeOffset="-145764.663">21257 15156 310 0,'0'0'795'15,"0"0"1304"-15,0 0-1733 0,0 0-239 0,0 0-17 16,-16 89 76-16,9-61 133 0,2 3-44 16,-1 0-81-16,4 0-86 0,-1 2-41 0,1-2-18 15,1-3-33-15,-1 0-16 0,1-5-76 16,1-5-99-16,0-5-74 0,0-5-46 16,6-8-116-16,4-2-310 0,4-10-811 15,-4 1 45-15</inkml:trace>
  <inkml:trace contextRef="#ctx0" brushRef="#br0" timeOffset="-145316.665">21641 14910 2666 0,'0'0'1612'0,"0"0"-1195"0,0 0-214 16,0 0-65-16,0 0-59 0,0 0 13 15,0 0 72-15,0 0-21 0,0 0-86 16,90-19-54-16,-66 7-3 0,2-2-85 16,-1 1 6-16,1 2 28 0,-2 4 11 15,-4 3 7-15,0 4-1 0,-2 2 10 16,-4 7 9-16,-1 8 13 0,-1 4 2 16,-4 2 30-16,-2 4 4 0,-1 1 5 15,0 1-8-15,-2 1-19 0,-2 1-10 16,1 4 0-16,-1 1 1 0,-1 2-2 15,0 4 2-15,0 0 0 0,0 1 15 16,0 0-3-16,0-3 10 0,0 2-4 0,0-2 27 16,2-5 1-16,2 0-10 0,2-5-18 15,0-1-5-15,1-4-13 0,0-3 0 16,-1 0 0-16,-2-5 0 0,1-1 0 16,0-4-2-16,-4-1-1 0,-1-2-2 0,0-2-22 15,0 0-34-15,-8 1 9 16,-1-4 4-16,-2 3-13 0,-6 0-24 0,-6-2-24 15,-2 1-7-15,-8 0-40 0,-5-1-52 16,-3 1-126-16,-10-2-292 0,-2 0-674 16,10 0-630-16,-30 1 1888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3-07-04T07:59:52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3775 1501 1429 0,'0'0'2281'15,"0"0"-1945"-15,0 0-195 0,0 0-106 16,0 0 43-16,0 0 142 0,0 0-17 16,0 0 55-16,0 0-42 0,84 7-91 15,-49-5 27-15,3-1-55 0,4-1 0 16,0 0-42-16,3-1-28 0,-5-4 0 16,-1-4-16-16,0 3-11 0,-6-2-3 15,0-3-18-15,-6 4-12 0,-1-1-76 16,-7 1-34-16,-3 0-21 0,-4 4-31 0,-8 2-111 15,-1 1-203-15,-3 0-246 0,-3 4-401 16,-10 11-399-16</inkml:trace>
  <inkml:trace contextRef="#ctx0" brushRef="#br0" timeOffset="208.696">3928 1745 1592 0,'0'0'166'0,"0"0"564"0,0 0-353 16,0 0-92-16,0 0-1 0,0 0 11 15,0 0-60-15,0 0 23 0,87 14-10 16,-50-10-38-16,3-1-50 0,1-2-4 16,-2-1-73-16,-1 0-47 0,0-4-33 15,0-5-3-15,-2-4-30 0,-3-4-71 16,3-2-22-16,-3-1 0 0,-3-5-74 16,-4 3-294-16,-10 0-281 0,-4-7-563 0</inkml:trace>
  <inkml:trace contextRef="#ctx0" brushRef="#br0" timeOffset="468.921">4126 1102 2411 0,'0'0'406'0,"0"0"-222"16,0 0 132-16,0 0 40 0,0 0-98 15,92 18-75-15,-59-8-34 0,3 4-18 16,2 1-26-16,2 5-46 0,-1 2-57 15,0 4-1-15,2 5 11 0,-3 5-10 16,-5 1 17-16,-3 5-19 0,-8 4 1 16,-9 2 67-16,-6 4-13 0,-7 3-54 0,0 3 24 15,-7 1-25-15,-5-4-42 16,-3 0-8-16,-2-5 13 0,0-7-6 0,0-8-46 16,3-6-63-16,-1-5-66 0,2-7-34 15,0-4-143-15,2-6-377 0,-2-5-1028 0</inkml:trace>
  <inkml:trace contextRef="#ctx0" brushRef="#br0" timeOffset="1003.075">6574 1349 1763 0,'0'0'1468'16,"0"0"-1172"-16,0 0-75 0,0 0 142 15,0 0-34-15,3 87-39 0,1-41-44 16,3 9-72-16,4 9-28 0,1 9-28 16,3 10-27-16,2 6-3 0,-1 9 124 15,-2 0-85-15,-2 2-88 0,-2-3-39 16,-1-4-15-16,-5-6-3 0,3-10-24 16,-4-8 0-16,2-10 5 0,-1-12-2 15,0-13-12-15,-1-10-4 0,1-9-33 16,-2-8-42-16,-2-6-37 0,1-2-59 15,-1-12-43-15,0-11-114 0,0-9-205 0,0 3-431 16,-10-33-296-16</inkml:trace>
  <inkml:trace contextRef="#ctx0" brushRef="#br0" timeOffset="1255.871">6469 1409 1603 0,'0'0'1393'0,"0"0"-981"0,0 0-95 0,0 0 7 15,95-64 1-15,-65 52-68 0,2 0-70 16,1 5-24-16,2 1-17 0,-2 1-48 16,3 5-49-16,-2 0-7 0,-2 5-28 15,-2 6-14-15,-2 1 0 0,-6 7-1 0,-2 7 1 16,-6 6-1-16,-5 8-29 16,-8 6-19-16,-1 5-21 0,-11 2-9 0,-5 1 12 15,-4-4-19-15,-5-3-18 0,3-6-19 16,-5-5-19-16,1-6-93 0,0-7-159 15,0-6-287-15,3-7-503 0,3-5-598 16,-4-5 1593-16</inkml:trace>
  <inkml:trace contextRef="#ctx0" brushRef="#br0" timeOffset="1424.97">7300 1632 2425 0,'0'0'1355'15,"0"0"-1148"-15,0 0-62 0,78 6 61 16,-59-3 23-16,0-2-140 0,-3-1-46 16,-1 0-43-16,-3 0-9 0,2 0-151 15,-2 0-116-15,-3 0-154 0,-1 0-633 16,-5 0-1356-16,-3 9 2250 0</inkml:trace>
  <inkml:trace contextRef="#ctx0" brushRef="#br0" timeOffset="1588.155">7302 1907 1800 0,'0'0'523'0,"0"0"227"0,0 0-287 16,0 0-57-16,0 0-2 0,0 0-70 0,0 0-58 15,98 12-62-15,-63-12-74 0,3-3-70 16,1-5-70-16,3-2-12 0,3-3-58 16,-2 1-149-16,3-1-51 0,-3 1-143 15,-12 5-768-15,9 3-1538 0</inkml:trace>
  <inkml:trace contextRef="#ctx0" brushRef="#br0" timeOffset="2241.026">8371 1319 170 0,'0'0'714'0,"0"0"1415"15,0 0-1583-15,0 0-161 0,0 0 0 0,0 0-33 16,0 0-64-16,0 0-68 0,0 0-31 16,0 0-59-16,-72-28-30 0,65 29-21 15,-3 5-21-15,-2 4-19 0,-2 3-18 16,1 8-4-16,-1 4-16 0,2 7 0 15,1 7 1-15,5 6 1 0,0 6 0 16,6 6-3-16,0 3-1 0,7 5-14 0,3-1 13 16,5 0-13-16,0-7 0 15,4-5-24-15,1-6-119 0,3-9-2 16,6-6-38-16,4-8-25 0,8-4-93 0,8-7-104 16,4-6-228-16,6-6-593 0,-11 0-889 15</inkml:trace>
  <inkml:trace contextRef="#ctx0" brushRef="#br0" timeOffset="4102.138">9240 1520 1469 0,'0'0'818'0,"0"0"-411"16,0 0-124-16,0 0 21 0,0 0 49 16,0 0-51-16,0 0-23 0,0 0-49 15,0 0-38-15,0 0-35 0,0 0-35 16,-57-57-27-16,45 55-12 0,1 2-19 16,-4 0-6-16,-2 2-25 0,2 5 4 0,-5 0-22 15,3 4-12-15,-3 0 12 0,1 3 0 16,2 5-14-16,1 1 21 0,7 5-9 0,2 3-13 15,4 5-28-15,3 2 13 16,0 1 12-16,7-4-24 0,4-3 6 16,1-9 8-16,0-3 10 0,2-5-12 15,-1-6 12-15,2-2-9 0,2-4-6 16,3 0-28-16,-2-6-21 0,3-6 30 16,-2-5-12-16,0-2-9 0,-2-4-9 0,-3-1 12 15,-1 0 18-15,-3-2 9 0,-1 5 10 16,-3-1 7-16,1 4 11 0,-4 4 28 15,-2 3 18-15,1 3-3 0,-1 4 9 16,-1 3 0-16,2 1-18 0,-2 0-16 16,1 0-6-16,2 4-12 0,3 1-52 15,2 3 52-15,2 4 56 0,1 4-20 16,3-1-6-16,-1 1-30 0,-1-1-12 0,2-3-25 16,-1-3-58-16,1-2-21 0,1-4-20 15,2-3-27-15,-1 0-69 0,4-5-182 0,3-5-366 16,-3-2-620-16,-1 1-147 0</inkml:trace>
  <inkml:trace contextRef="#ctx0" brushRef="#br0" timeOffset="4353.828">9889 1483 2463 0,'0'0'1643'0,"0"0"-1313"16,0 0-296-16,0 0-15 0,0 0 120 0,0 0 159 15,89 59-5-15,-67-49-108 0,1-2-115 16,6-5-46-16,1-3-12 0,0 0-12 16,2-7-86-16,1-5-62 0,-3-8-41 15,1-2-32-15,-4-4-83 0,-6 1-273 0,-2-3-734 16,-7 9-862-16,-6-7 1860 0</inkml:trace>
  <inkml:trace contextRef="#ctx0" brushRef="#br0" timeOffset="4538.568">10083 1094 1397 0,'0'0'1673'0,"0"0"-1420"0,0 0-187 15,0 0 74-15,-4 93 129 0,14-54 58 16,2 8-13-16,2 4-42 0,5 6-57 15,-2 2-38-15,-4 3-77 0,0 3-54 0,-3 1-21 16,-3-1-25-16,-2-5-15 0,-1-7-125 16,0-11-62-16,5-15-59 0,1-11-60 15,2-16-193-15,0 0-647 0,6-25-883 0</inkml:trace>
  <inkml:trace contextRef="#ctx0" brushRef="#br0" timeOffset="4887.51">10595 1073 2985 0,'0'0'1139'16,"0"0"-992"-16,10 67-88 0,-7-31 80 15,0 9 225-15,-3 1-31 0,0 3-68 16,0 1-117-16,0-2-69 0,-3 1-25 0,2-1-23 16,-2-4-28-16,3-7-3 0,0-9 0 15,0-9-43-15,7-6 1 0,1-3 6 16,1-3 17-16,5-3 7 0,2 3 11 15,4-2 1-15,-1 1-2 0,1-2-10 16,0 1 10-16,-1-1-1 0,1 1-12 16,-1 2 3-16,0-2 9 0,-3 2-9 15,-3 1 12-15,-4-2 0 0,0 3 3 16,-6-2 15-16,0 2 0 0,-3 0 9 0,-1 3 10 16,-8-1-22-16,-5 3-15 0,-5-2-12 15,-1 0-12-15,-3-4-37 0,-3-1-42 16,3-4-58-16,-2-3-49 0,-1-4-42 0,-1-9-114 15,3-5-281-15,-1-6-522 0,9 5-650 16,-4-10 1408-16</inkml:trace>
  <inkml:trace contextRef="#ctx0" brushRef="#br0" timeOffset="5986.449">11305 1464 684 0,'0'0'703'0,"0"0"550"0,0 0-787 16,0 0-185-16,0 0-68 15,0 0-14-15,0 0-14 0,0 0-43 0,0 0-20 16,0 0-23-16,-4 7-9 0,4-4-3 16,0-3-7-16,0 2-9 0,3 0-22 15,3 7-18-15,4 0 15 0,1 8-12 16,2 0-1-16,5 4 1 0,-2-1-16 16,1 0 10-16,0-3-7 0,-4-2-19 15,4-3-2-15,-4-1 0 0,0-2-18 16,2-1 16-16,-4-2-10 0,2-4-3 0,-3 0-4 15,-1-2-45-15,1 0-1 0,-3 0 19 16,0 0 12-16,-1-6 1 0,-1 1-14 16,0-5 4-16,-2 2-12 0,3-5-10 15,-3-2-10-15,0-3-2 0,-3-1-14 16,0-4 13-16,0-1-7 0,0-3 41 0,-5-4 41 16,-2-1 3-16,-1 3 3 0,0-1 38 15,1 4 7-15,1 2-1 0,2 6 40 16,1 4 0-16,2 4-6 0,1 2-22 15,0 2-13-15,5-1-9 0,4 1-6 16,6-3 3-16,3 0 9 0,5 1-3 16,2 2-3-16,2-1-22 0,5 1 25 15,5 0 3-15,1 0-15 0,2-2 6 16,2 3-31-16,-2-3-3 0,-1-1 0 0,-3 3-1 16,-1 1-1-16,-3 0 0 0,-3 0-11 15,-2 0-85-15,-4 0-47 0,-3 3-68 16,-7 2-51-16,0 0-148 0,-7 0-556 15,-6 5-629-15</inkml:trace>
  <inkml:trace contextRef="#ctx0" brushRef="#br0" timeOffset="6213.391">11827 1495 1516 0,'0'0'650'15,"0"0"125"-15,0 0-309 0,0 0-92 16,0 0-50-16,84 28-56 0,-65-22-70 16,1-2-84-16,0 0-77 0,0-4-37 15,2 0-11-15,-1 0-88 0,2-7-40 16,3-3-69-16,-1-2-77 0,-1-2-74 16,1-3-333-16,-9 6-801 0,2-6 178 0</inkml:trace>
  <inkml:trace contextRef="#ctx0" brushRef="#br0" timeOffset="6362.147">12278 1339 198 0,'0'0'482'16,"0"0"1324"-16,0 0-1335 0,0 0-273 15,0 0 51-15,0 0 49 0,0 0-43 16,0 0-47-16,0 0-50 0,3 78-27 0,-2-53-5 16,2 3-30-16,-3 0-56 0,3 1-40 15,-3 0-43-15,2-1-127 0,1-1-44 16,-2-4-80-16,3-2-211 0,3-9-626 15,-1-5-588-15,6-8 1488 0</inkml:trace>
  <inkml:trace contextRef="#ctx0" brushRef="#br0" timeOffset="6635.838">12856 1133 1003 0,'0'0'1753'0,"0"0"-1087"16,0 0-431-16,43 70-128 0,-28-43 63 16,-1 1 103-16,2 1-31 0,0 3-75 0,-2 1-71 15,1 3-7-15,-4-1-40 0,-3 1-34 16,-2 1-2-16,-4 1-13 0,-2-1 0 16,-2 0-22-16,-7-1 4 0,-2 0-31 15,-4-3-31-15,-3-1-10 0,0-2-11 16,-1-3-14-16,-3-5-25 0,-1-4-59 15,-3-4-110-15,-1-3-205 0,-2-3-523 16,6-4-694-16,-15-3 1643 0</inkml:trace>
  <inkml:trace contextRef="#ctx0" brushRef="#br0" timeOffset="7171.381">14049 1271 466 0,'0'0'248'0,"0"0"1379"0,0 0-1031 0,0 0-189 16,0 0-5-16,0 0-83 0,0 0-61 15,0 0-50-15,0 0-23 0,0 0 11 16,-75 15-55-16,57 0-31 0,2 5-7 16,-1 7 7-16,3 3-10 0,0 6-24 15,5 7-28-15,5 5-14 0,4 5 5 16,2 5-6-16,8 2-14 0,8-3-17 15,0-2-2-15,3-8-1 0,2-6-39 0,-1-9 4 16,3-7-43-16,-1-7-54 0,5-11-22 16,3-7-34-16,2-3 2 0,2-14-43 15,3-8-278-15,-13 3-855 0,6-14-1402 0</inkml:trace>
  <inkml:trace contextRef="#ctx0" brushRef="#br0" timeOffset="7502.353">14799 1345 212 0,'0'0'2855'0,"0"0"-2266"15,0 0-362-15,0 0-99 0,0 0 154 0,0 0 19 16,0 0-64-16,0 0-26 0,0 0-40 15,-82-3-74-15,66 9-39 0,1 3-7 16,-3 3-20-16,2 4-1 0,-1 1-9 16,3 4 4-16,0 5 5 0,4 2 9 15,1 6-11-15,5 3-1 0,0 3 3 16,4 3 0-16,0-3-14 0,5-1 2 0,3-3-16 16,3-6-2-16,5-4 0 0,0-3-2 15,5-4-16-15,4-6-19 0,1-3-48 16,4-6-30-16,3-4-15 0,3 0-41 15,0-11-61-15,3-5-69 0,-4-7-254 16,-8 7-645-16,7-13-844 0</inkml:trace>
  <inkml:trace contextRef="#ctx0" brushRef="#br0" timeOffset="7684.717">15178 1482 1854 0,'0'0'1459'0,"0"0"-851"15,0 0-338-15,0 0 130 0,0 0-1 16,0 0-76-16,95 37-80 0,-74-35-95 16,4-2-75-16,3 0-40 0,0-8-33 0,3-3-97 15,-3-4-48-15,-2-3-49 16,-1-5-53-16,-5 1-129 0,-6 6-417 0,-3-6-1093 0</inkml:trace>
  <inkml:trace contextRef="#ctx0" brushRef="#br0" timeOffset="7883.427">15313 1183 1976 0,'0'0'1543'15,"0"0"-1237"-15,0 0-139 0,0 0 90 16,-7 77 34-16,7-45 38 0,3 3-47 16,3 2-91-16,0 3-69 0,0 1-40 15,0 4-40-15,-3-1-40 0,0 1-2 0,-3-3-28 16,0 0-63-16,0-4-73 0,2-3-64 15,-1-4-76-15,2-4-137 0,1-10-514 16,3 1-902-16</inkml:trace>
  <inkml:trace contextRef="#ctx0" brushRef="#br0" timeOffset="8542.954">16326 1412 957 0,'0'0'1559'0,"0"0"-920"16,0 0-380-16,0 0-116 0,0 0 46 0,-39-74 50 16,31 66-16-16,-4 1-18 0,1 4-59 15,-2 2-51-15,0 1-18 0,-3 5-37 16,0 9-3-16,-2 9 0 0,1 8-22 15,3 10 1-15,4 9 14 0,4 5 19 16,3 2 9-16,3-3 13 0,0-5-23 16,0-8-32-16,5-11-16 0,-1-9-22 15,5-9-5-15,1-5-13 0,1-7-15 16,6-1-12-16,5-13-13 0,3-9 3 16,2-8 4-16,2-8-35 0,-3-5-28 0,0-3 9 15,-2 0 2-15,-1 1-3 0,-1 0-4 16,-3 1 28-16,-2-3 22 0,-4 0 70 15,-3-5 12-15,-4 1 0 0,-6 1 22 16,0-2-22-16,0 9 144 0,-6 8 36 16,0 7-5-16,-1 9 11 0,4 9-26 15,3 6-21-15,-1 3-29 0,-1 2 16 16,2 0-7-16,0 9-82 0,0 7-36 16,-3 8-1-16,3 12 30 0,-1 9 22 0,0 9 9 15,1 5 9-15,0 3 12 0,0 1-22 16,0-1-48-16,0 3-12 0,0-5-19 15,2 0-26-15,1-4-95 0,0-5-37 16,0-6 16-16,4-8 26 0,0-6 6 16,2-7-50-16,5-8-119 0,1-8-163 0,5-8-210 15,0-6-489-15,-2-3-371 16,7-19 1254-16</inkml:trace>
  <inkml:trace contextRef="#ctx0" brushRef="#br0" timeOffset="9121.073">16976 1354 1516 0,'0'0'491'16,"0"0"613"-16,0 0-728 0,0 0-6 16,0 0 47-16,35 94-101 0,-18-59-55 15,2 5-47-15,1-3-83 0,3-2-36 16,4-3-28-16,4-4-19 0,0-6-2 0,4-4-13 15,0-8-30-15,-1-5-3 16,0-5-18-16,-3-1-9 0,-2-9-22 0,-3-4-9 16,-5-6-15-16,-3-1-39 0,-4-4-1 15,-4 0 3-15,-5-2-22 0,-4 4-10 16,-1-1-40-16,0 0-16 0,-4-1-5 16,-5-1 1-16,-1-2 23 0,-3-3 46 15,-2-3 85-15,1-3 48 0,-2-2 32 16,1 0 31-16,3 1 42 0,1 8 21 0,5 5 46 15,4 7 54-15,2 5-5 0,0 4-30 16,10 0-56-16,5 2-24 0,6-1-1 16,3 1 9-16,4 1 12 0,4 2-21 15,2 2-34-15,0 0-19 0,0 2-14 16,-1 0-16-16,3 0-27 0,-4 0-12 16,1 0-3-16,-2 0 3 0,-4-2-58 0,-3-3-82 15,-5 3-43-15,-2-2-13 0,-5 3-13 16,-4 0-128-16,-2 1-285 0,-6 1-621 15,0 4-794-15,-12 11 1955 0</inkml:trace>
  <inkml:trace contextRef="#ctx0" brushRef="#br0" timeOffset="9402.038">17564 1530 1049 0,'0'0'1936'0,"0"0"-1160"16,0 0-442-16,0 0-163 0,0 0 127 15,0 0-92-15,0 0-62 0,80 23-9 16,-60-21-50-16,0-2-54 0,0-2-31 0,3-5-24 15,-3-2-114-15,0-4-79 0,2-4-73 16,-4-1-200-16,0-1-701 0,-6 3-1059 16,0-5 1826-16</inkml:trace>
  <inkml:trace contextRef="#ctx0" brushRef="#br0" timeOffset="9568.871">17964 1301 851 0,'0'0'231'0,"0"0"1776"0,0 0-1627 15,0 0-225-15,0 0 60 0,0 0 80 16,-3 91-2-16,3-57-28 0,0 1-71 16,-2 0-72-16,2 2-45 0,-3-1-42 15,0-3-35-15,0-1-88 0,2-2-142 0,1-6-32 16,0-5-4-16,7-7-133 0,4-10-356 16,-2-2-1194-16,10-5 796 0</inkml:trace>
  <inkml:trace contextRef="#ctx0" brushRef="#br0" timeOffset="9819.033">18779 1083 1056 0,'0'0'1925'15,"0"0"-1274"-15,0 0-396 0,58 69-50 16,-41-38 128-16,2 1-80 0,-2 1-4 0,-1 3-32 15,-3 1-53-15,3 3-64 0,-5-1-30 16,-2 2-36-16,-2 3-16 16,-3 0 0-16,-4 2-17 0,-4 2 0 0,-12 0-1 15,-3 2-85-15,-9-1-46 0,-4 0-30 16,-4-5-47-16,-3 0-46 0,-4-5-123 16,-6 1-402-16,14-14-1051 0,-30 11 408 0</inkml:trace>
  <inkml:trace contextRef="#ctx0" brushRef="#br0" timeOffset="12309.184">4002 4676 2115 0,'0'0'1165'0,"0"0"-1022"15,0 0-143-15,0 0 61 0,0 0 157 0,0 0 195 16,0 0-56-16,0 0-61 16,0 0-124-16,0 0-87 0,-23-22-11 0,38 22 5 15,7 0 128-15,11 3-70 0,10 0-56 16,5 5-50-16,4-1-10 0,1-2 0 15,-4 0-6-15,0-2-15 0,-1-1-11 0,-7-2-1 16,0 0 0-16,-1 0-76 0,-7-2-51 16,-4-2-35-16,-7 2-30 15,-5-2-115-15,-8 4-310 0,-6 0-560 0,-11 4-403 0</inkml:trace>
  <inkml:trace contextRef="#ctx0" brushRef="#br0" timeOffset="12502.847">3983 4940 2958 0,'0'0'638'16,"0"0"-502"-16,0 0-124 0,0 0 29 15,0 0 69-15,0 0 151 0,0 0 44 16,114 30 6-16,-61-22-96 0,5-4 72 16,2-4-123-16,1 0-116 0,-3-4-48 0,-1-7 0 15,-1-3-27-15,-4-3-37 0,-1 2-9 16,-4-5-49-16,-5 3-42 0,-3-2-78 15,-9 2-184-15,-8 3-289 0,-5 3-616 16,-16-2-663-16</inkml:trace>
  <inkml:trace contextRef="#ctx0" brushRef="#br0" timeOffset="12781.713">4582 4432 2697 0,'0'0'734'0,"0"0"-569"16,0 0 12-16,0 0 65 0,88 29-4 16,-56-11-46-16,2 4 18 0,3 3-25 0,-3 2-99 15,-1 2-44-15,-1 5-42 0,-6 1 0 16,-2 0-3-16,-6 2-24 0,-2 0 24 16,-8 1-28-16,-3 2 19 15,-5 1-31-15,-5 2 6 0,-8 1-9 0,-5 1-3 16,-4 0 0-16,-1-2 18 0,-6 0 6 15,0-4-18-15,-3-3-28 0,-1 0-84 16,0-5-78-16,0-6-57 0,1-6-109 0,5-7-202 16,1-5-491-16,6-6-636 0</inkml:trace>
  <inkml:trace contextRef="#ctx0" brushRef="#br0" timeOffset="17087.799">6890 3777 1102 0,'0'0'2092'16,"0"0"-1679"-16,0 0-132 0,0 0-1 16,0 0-22-16,0 0-48 0,0 0-47 15,0 0-44-15,0 0-30 0,-49 80-19 0,37-39-9 16,-2 14-6-16,1 5-6 0,-1 9-25 15,0 3 7-15,1 6 2 0,-2-1-33 16,0 0-11-16,-1-3-13 16,3-3 3-16,-1-5-31 0,2-10-46 0,3-7 22 15,1-10 12-15,2-15-19 0,5-10-52 0,1-9-47 16,0-8-68-16,0-12-104 0,4-15-122 16,4-11-199-16,0-12-149 0,-1 9-520 15,1-28 780-15</inkml:trace>
  <inkml:trace contextRef="#ctx0" brushRef="#br0" timeOffset="17336.14">6740 3938 1051 0,'0'0'264'0,"0"0"1172"16,0 0-1067-16,0 0-196 0,0 0-8 15,0 0 0-15,0 0-32 0,0 0-7 16,0 0 43-16,76 5 4 0,-51 33-21 16,1 9-37-16,-1 5-35 0,1 7-15 0,-1 2-16 15,0 0-21-15,-1 1-28 0,-3-3 0 16,0-11-24-16,-2-6 23 0,-2-13 1 0,-3-8 46 15,-2-9-12-15,1-7-6 0,-3-3 2 16,3-2 10-16,-2-13 16 0,4-8 41 16,1-13 10-16,-2-7-40 0,3-9-67 15,-2-9-12-15,1-3-40 0,0-3-3 16,-1-2-42-16,0 1-26 0,-1-2-67 16,-1 4-23-16,0 6-48 0,2 8-82 15,0 11-211-15,-3 12-414 0,5 2-367 0</inkml:trace>
  <inkml:trace contextRef="#ctx0" brushRef="#br0" timeOffset="17653.794">7695 4079 1167 0,'0'0'618'0,"0"0"694"16,0 0-1012-16,0 0-160 0,0 0 37 16,0 0 49-16,0 0-15 0,0 0-40 15,0 0-34-15,0 0-35 0,0 0-25 16,-79 78-12-16,69-51-7 0,3 8-12 16,1 5 3-16,0 5 6 0,5 7 10 15,1-1 5-15,0 3-9 0,4-4-52 16,8-4-9-16,2-6-30 0,3-9-25 15,5-6-43-15,-2-7-13 0,5-7-30 16,-1-11-32-16,2 0-62 0,3-15-167 16,-3-7-289-16,-6 1-571 0,9-18-656 0</inkml:trace>
  <inkml:trace contextRef="#ctx0" brushRef="#br0" timeOffset="17852.552">8179 4076 307 0,'0'0'3028'0,"0"0"-2587"16,-11 70-300-16,7-31 45 0,-2 12 97 0,0 3-29 16,-1 4-60-16,4 3-1 0,0 0-41 15,2 1-57-15,-2 3-41 0,-1-2-33 16,-2 2-21-16,-3 1-16 0,-2-2-69 16,2-6-55-16,-1-5-34 0,0-10 2 15,3-7 6-15,1-8-17 0,1-9-112 0,-3-7-279 16,5-5-651-16,-4-7-684 0</inkml:trace>
  <inkml:trace contextRef="#ctx0" brushRef="#br0" timeOffset="18106.286">8080 4170 1699 0,'0'0'1529'0,"0"0"-1224"0,0 0-263 0,0 0 46 16,0 0 120-16,0 0 38 0,87-17-72 15,-64 25-28-15,2 4-53 0,1 4-34 16,-2 4-7-16,-1 3-30 0,-3 4-4 16,-6 4-16-16,-2 5 10 0,-10 4-12 15,-2 5-21-15,-1 3-32 0,-12 0 19 16,-1 0 1-16,-6 0 32 0,-3-4-37 16,-1-5-26-16,-5-5 8 0,2-7 18 0,1-9-17 15,-1-10-45-15,4-8-44 0,3-7-98 16,0-17-141-16,1-7-296 0,7 2-816 15</inkml:trace>
  <inkml:trace contextRef="#ctx0" brushRef="#br0" timeOffset="18322.465">8502 4063 1030 0,'0'0'710'0,"0"0"26"0,84-4-362 15,-57 9-54-15,2 6-4 0,0 3-28 16,-6 4-78-16,-3 4-49 0,-4 3-21 15,-2 5-38-15,-5 0-30 0,-4 6-20 16,-5 4-18-16,-2 5-12 0,-10 2-7 0,-3 5 4 16,-6 2-19-16,0-3-11 0,-4 1-26 15,1-4-59-15,2-5-35 0,-1-8-46 16,2-5-43-16,5-11-95 0,0-12-153 16,4-7-578-16,3 0-951 0,1-22 1981 0</inkml:trace>
  <inkml:trace contextRef="#ctx0" brushRef="#br0" timeOffset="18504.867">9136 4267 2093 0,'0'0'1775'0,"0"0"-1464"16,0 0-109-16,0 0 52 0,0 0-73 0,81 42-89 15,-68-34-55-15,0-2-36 0,1-1-1 16,-2 1-46-16,0-1-138 0,-3 0-94 15,0 0-112-15,-6 3-327 0,-3 3-871 16,0-1-116-16,-16 11 1675 0</inkml:trace>
  <inkml:trace contextRef="#ctx0" brushRef="#br0" timeOffset="18655.142">9086 4592 1911 0,'0'0'1754'0,"0"0"-1313"15,0 0-335-15,0 0-62 0,0 0 68 16,0 0 98-16,0 0 27 0,0 0-7 15,79 24-72-15,-56-29-69 0,5-3-89 0,-1-4-9 16,2-2-128-16,3 1-68 0,1 2-96 16,3 3-239-16,3 6-859 0,-9 2-1063 15,10 2 2345-15</inkml:trace>
  <inkml:trace contextRef="#ctx0" brushRef="#br0" timeOffset="19169.258">10334 3863 1805 0,'0'0'1199'16,"0"0"-908"-16,0 0-21 0,0 0 33 15,45 90-4-15,-32-45-10 0,-2 10-12 0,-1 9-59 16,-2 7-74-16,-1 7-22 0,-5 0-31 16,1 3 70-16,-3 1-25 15,0 1-54-15,-7-3-33 0,-3-6-22 16,3-3-25-16,-2-5-2 0,1-11-55 0,2-6 13 15,0-11-28-15,3-12-8 0,0-8-38 16,0-7-36-16,2-9-46 0,1-2-41 0,0-7-115 16,-2-12-328-16,1-6-691 0,0 2-638 15,-6-23 1616-15</inkml:trace>
  <inkml:trace contextRef="#ctx0" brushRef="#br0" timeOffset="19389.723">10514 4004 2647 0,'0'0'788'0,"0"0"-453"0,0 0-74 16,0 0 46-16,85-50-63 0,-68 44-77 0,-2 1-54 15,-2 5-42-15,-3 0-32 16,0 2-8-16,0 7 12 0,-3 4-22 0,-2 6-5 16,-5 8-16-16,-2 5-7 0,-12 8-54 15,-4 3-21-15,-3 0-29 0,-2 0-36 0,0-3-32 16,-2-8 18-16,2-5-4 0,4-8-43 15,-1-10-88-15,3-8-193 0,4-2-280 16,0-12-740-16,3-1 762 16</inkml:trace>
  <inkml:trace contextRef="#ctx0" brushRef="#br0" timeOffset="19635.81">10926 3601 1823 0,'0'0'1229'0,"0"0"-964"0,77-28 5 0,-53 19 77 15,2 2-15-15,-6 2-56 16,-5 4-94-16,-5 1-62 0,0 0-50 0,-3 6-24 16,0 4-6-16,1 5-9 0,-1 4-10 15,-6 6 3-15,-1 4-5 0,0 6-16 16,-3 5 0-16,-4 0-3 0,0-1-10 16,4-3 10-16,3-4 0 0,1-4-16 15,14-6 1-15,4-3 3 0,8-3 12 0,5-2 15 16,5-4-1-16,3-1-14 0,4-2-27 15,1-5 2-15,3-1-39 0,4-1-126 16,2 0-121-16,-1-1-170 0,-10-1-741 16,9 1-1287-16</inkml:trace>
  <inkml:trace contextRef="#ctx0" brushRef="#br0" timeOffset="20369.478">12620 4241 1087 0,'0'0'1977'0,"0"0"-1617"0,0 0-185 15,0 0 24-15,0 0 109 0,0 0-24 0,92 26-28 16,-63-24-65-16,2 0-53 0,4-2-41 16,1 0-26-16,-1-7-41 0,-1-2-16 15,0-3-14-15,-3 0-61 0,0-2-70 16,-6 0-47-16,-2 0-68 0,-7 4-114 15,-4 4-583-15,-12 3-1045 0</inkml:trace>
  <inkml:trace contextRef="#ctx0" brushRef="#br0" timeOffset="20559.698">12625 4548 2282 0,'0'0'1095'15,"0"0"-766"-15,0 0-111 0,0 0-17 0,0 0 42 16,0 0 81-16,96 6-87 0,-51-7-91 16,8-9-85-16,3-2-61 0,4-5-30 0,-1-1-111 15,3 0-55-15,0 0-16 0,0 0-148 16,-7 4-613-16,-12 2-971 0</inkml:trace>
  <inkml:trace contextRef="#ctx0" brushRef="#br0" timeOffset="23719.268">14528 4177 457 0,'0'0'374'0,"0"0"1163"16,0 0-1195-16,0 0 41 0,0 0-36 15,1-79-14-15,-1 63-34 0,-1 0-34 16,-4 2-58-16,0 0-22 0,-2 2-40 16,-1 2-20-16,2 1-12 0,-5 0-28 0,2 3-8 15,-1 3 14-15,-3 0 21 0,0 3-48 16,-5 0-49-16,-1 12-15 0,-3 6-15 16,-1 8 15-16,1 8 9 0,1 10 36 15,2 6 7-15,2 6-1 0,3 2-33 16,2-1-3-16,3-2-15 0,2-4-13 15,4-9 1-15,3-11 9 0,0-8-15 16,3-9 3-16,4-8-12 0,3-2 0 16,4-4 14-16,4 0 12 0,5-8 1 15,0-8-24-15,3-5-30 0,2-6-4 16,0-7-21-16,-2 1 12 0,-3-3 6 0,-1 3 19 16,-3 0 8-16,-5 3-8 0,1 5 26 15,-5 2-5-15,-3 7-3 0,1 4 11 16,-2 6-8-16,-3 3 21 0,3 3-18 15,5 2 18-15,1 6 44 0,3 5 8 16,2 1-18-16,1 5-10 0,1 3 10 16,1-1-10-16,-1 1-12 0,-2-2 0 0,0-4-12 15,0 0-1-15,0-6-14 0,0-2-6 16,2-3 20-16,0-3-11 0,2-2-40 16,2-3-89-16,-1-7-48 0,-2-2-122 15,2-4-260-15,-5-1-569 0,-4 5-532 16</inkml:trace>
  <inkml:trace contextRef="#ctx0" brushRef="#br0" timeOffset="24656.16">14849 3749 378 0,'0'0'2392'15,"0"0"-1869"-15,0 0-237 0,0 0-84 16,0 0 79-16,0 0 11 0,95-72-63 16,-72 65-75-16,2 1-37 0,-2 4-25 15,-4 2-34-15,-1 0-58 0,-5 2 0 16,-1 5-27-16,-4 4 1 0,-2 1 26 15,-3 3 12-15,-3 3-12 0,0 4-17 16,-6 2 16-16,-2 2-24 0,-2 0-8 16,0-1 18-16,1-5 2 0,-1-2 13 15,6-6 13-15,-1-3 5 0,2-4-15 0,3-2 13 16,0-3-16-16,0 0 0 0,0 2 16 16,8 0-13-16,6 3 24 0,3-2 13 0,6 2 15 15,3-3-53-15,4-2-1 0,1 0-1 16,0 0-12-16,3-1-28 0,2-5-98 15,-2 0-111-15,2 0-73 0,0 2-180 16,-6-2-577-16,-8 4-754 0,3 2 1015 16</inkml:trace>
  <inkml:trace contextRef="#ctx0" brushRef="#br0" timeOffset="24835.265">15465 4188 36 0,'0'0'2689'0,"0"0"-1713"15,0 0-743-15,0 0-60 16,0 0 135-16,0 0-48 0,0 0 7 0,99 22-62 16,-69-22-87-16,4-7-63 0,1-5-34 15,-2-2-21-15,2-3-33 0,0-1-83 0,-2-3-58 16,-3 1-52-16,-4 1-92 0,-2 0-219 16,-5 0-584-16,-7 7-733 0,-6-7 1137 0</inkml:trace>
  <inkml:trace contextRef="#ctx0" brushRef="#br0" timeOffset="25036.248">15702 3684 962 0,'0'0'2147'0,"0"0"-1848"16,-3 70-96-16,6-28-10 0,2 15 66 15,-1 4 71-15,2 6-9 0,-2 3-67 16,-1-1-92-16,-2-1-70 0,-1-2-43 15,0-3-49-15,0-9-18 0,0-7-37 0,3-9-103 16,4-10-7-16,5-9-4 0,5-9 39 16,2-9-74-16,4-4-237 0,-3-7-553 0,8-21-744 15</inkml:trace>
  <inkml:trace contextRef="#ctx0" brushRef="#br0" timeOffset="25387.982">16342 3721 1990 0,'0'0'1638'0,"0"0"-1417"0,0 0-79 16,10 82 6-16,-10-47 116 0,0 3 57 15,-8 3-2-15,-2 2-106 0,-2 1-85 0,2 3-58 16,-4-2-40-16,0 0-30 16,2-4-18-16,2-6-12 0,2-4-19 0,5-6-21 15,3-8 3-15,0-9 25 0,2-4-10 16,9-4 3-16,5-2 48 0,5-6-30 15,4 1 19-15,4 0-12 0,-1 2-13 16,0 3 0-16,-3 2 13 0,-2 0 9 16,0 7 15-16,-4-1 1 0,-3 0 29 0,-2 0 19 15,-5 3 18-15,-3 0 22 0,-2-2-16 16,-3 4-3-16,-1-2-12 0,-5 6-1 16,-6-1-14-16,-7 2-25 0,-3 2-17 15,-3 1-1-15,-3-4-30 0,-2 0-7 16,1-7-14-16,0 3-25 0,3-10-16 15,5-1-20-15,-2-9-32 0,4-13-80 16,3-9-116-16,5-12-233 0,1 9-671 0,8-33-713 16</inkml:trace>
  <inkml:trace contextRef="#ctx0" brushRef="#br0" timeOffset="25633.31">16789 3616 2255 0,'0'0'1322'0,"0"0"-1089"0,0 0 6 15,0 0 46-15,0 0-72 0,0 0-58 0,0 0 4 16,0 0-12-16,0 0-49 16,0 0-40-16,63 76-25 0,-68-47-2 0,-3 4-10 15,2 1 10-15,-3-2-10 0,4-4-18 16,2-2 9-16,3-5-12 0,0-6-24 16,8-2 9-16,1-4 12 0,5-3 1 0,1-3-11 15,1-3-14-15,3 0-104 0,0-6-43 16,1-2-41-16,0-2-41 0,-3 0-114 15,-2 1-342-15,-4-3-768 16</inkml:trace>
  <inkml:trace contextRef="#ctx0" brushRef="#br0" timeOffset="26122.273">14062 3768 297 0,'0'0'1558'0,"0"0"-978"15,0 0-254-15,0 0-98 16,0 0 44-16,0 0 1 0,-86 53 2 0,72-26-19 16,2 7-54-16,2 7-34 0,0 7-44 0,4 6-32 15,0 3 4-15,3 7-26 0,0 1-18 16,2 3-33-16,-1 5-19 0,2 1-3 16,0 3-19-16,9-2-5 15,4-1-19-15,7-5-19 0,6-6-74 16,7-4-31-16,9-10-28 0,4-7-69 0,5-12-131 15,-8-10-288-15,23-15-933 0</inkml:trace>
  <inkml:trace contextRef="#ctx0" brushRef="#br0" timeOffset="26429.13">17560 4059 2028 0,'0'0'1388'0,"0"0"-1388"0,0 0-156 16,66 76 156-16,-48-47 60 0,-4 3 182 15,-3 3 29-15,-2 1 53 0,-3 2-112 16,1 2-76-16,-3 1-40 0,-4 2-59 0,0 0-3 15,-7-1-10-15,-6 1 5 0,-7-2-29 16,-3 0-43-16,-7-2-86 0,-5-1-57 16,-2-3-54-16,-4-2-46 15,-3-3-68-15,-2-6-237 0,-3-6-488 0,11-7-466 16,-22-1 1486-16</inkml:trace>
  <inkml:trace contextRef="#ctx0" brushRef="#br0" timeOffset="27020.76">18730 3929 1289 0,'0'0'1662'0,"0"0"-1236"16,0 0-112-16,0 0-128 0,0 0 50 15,0 0 16-15,0 0-23 0,-90 12-11 16,69 4-37-16,-2 5-35 0,2 3-21 16,2 6 9-16,2 8-37 0,2 7-15 15,7 3-15-15,3 4-4 0,2 4-26 16,3 2 11-16,0 5-9 0,2-2-27 0,4 0-12 16,-1 1 0-16,5-4-3 15,3-7-21-15,3-6 21 0,3-7-24 0,5-5 12 16,5-8-9-16,4-5-91 0,2-5 3 15,7-2-37-15,-3-5-31 0,1-4-21 16,-1-2-127-16,-9-2-326 0,7-2-1014 0</inkml:trace>
  <inkml:trace contextRef="#ctx0" brushRef="#br0" timeOffset="27505.781">19594 4178 2779 0,'0'0'414'0,"0"0"-80"0,0 0-87 15,0 0 17-15,0 0 33 0,0 0-59 16,0 0-53-16,0 0-47 0,0 0-58 0,-48 77-4 16,39-34 3-16,2 11 10 15,1 3 45-15,3-1-7 0,0 1-42 0,3-5-30 16,0-4-25-16,0-7-29 0,8-7-1 16,1-6-15-16,3-8-43 0,4-5 4 0,4-8-7 15,0-4-18-15,4-3-12 0,2-10-16 16,-1-8-18-16,3-10-71 15,-4-4-185-15,-6 4-320 0,6-17-951 16</inkml:trace>
  <inkml:trace contextRef="#ctx0" brushRef="#br0" timeOffset="27794.857">20069 3739 1448 0,'0'0'1847'16,"0"0"-1504"-16,0 0-125 0,0 0 83 15,0 0-92-15,0 0-113 0,78-26-56 16,-71 26-3-16,2 8 3 0,-1 3-15 16,0 2-7-16,-2 6 1 0,-4 5-9 15,-2 5-10-15,0 7-31 0,-7 2 4 0,-3 3-4 16,0 0 6-16,-2-2 23 0,7-5 2 16,2-1 12-16,3-9 35 0,0-2-1 15,11-5 6-15,9-2 13 0,5-6 39 16,6-2 68-16,6-4-26 0,2-3-82 15,1 0-55-15,2-6-9 16,-2-3-36-16,2 1-47 0,-3 0-51 0,0-2-53 16,-3 2-75-16,-2-2-172 0,-3 4-669 15,-8 1-1072-15,-2 1 1673 0</inkml:trace>
  <inkml:trace contextRef="#ctx0" brushRef="#br0" timeOffset="27957.005">20795 4366 2229 0,'0'0'1723'0,"0"0"-1344"16,0 0-132-16,0 0 110 15,105 2-137-15,-70-13-117 0,3-7-51 16,-1-4-52-16,2-5-75 0,1-2-50 0,-4 0-83 16,-1-2-115-16,-5 0-259 0,-10 7-823 15,-4-4-1167-15</inkml:trace>
  <inkml:trace contextRef="#ctx0" brushRef="#br0" timeOffset="28158.994">20922 3865 1929 0,'0'0'1540'0,"0"0"-1202"0,0 0-149 16,0 0-35-16,2 83 73 0,6-50 76 15,2 7 44-15,-1 2-64 0,1 5-122 0,-3 0-76 16,-2 3-46-16,-1 3-39 0,-3 3-12 15,-1-2-73-15,0 1-106 0,-4-2-68 16,-2-3-66-16,3-4-167 0,0-4-485 16,3-13-430-16,0 1-339 0</inkml:trace>
  <inkml:trace contextRef="#ctx0" brushRef="#br0" timeOffset="28926.263">22186 3629 1854 0,'0'0'2292'0,"0"0"-1981"16,0 0-262-16,0 0 16 0,104-31 37 16,-74 25-19-16,-3 0 9 0,-5 4 6 15,-2 2-15-15,-3 0-25 0,-3 7-34 0,-3 3-23 16,-2 6-1-16,-7 3 0 0,-2 4 0 16,-2 3 12-16,-10 2-10 0,1 1 14 15,-4-1-1-15,5-4-13 0,4-3 19 16,3-2 37-16,3-7-3 0,0-1-19 0,6-2 19 15,5 1 54-15,4-2 0 0,4-3-27 16,4 1-33-16,3-3-25 0,1-3-24 16,1 0-70-16,0 0-36 15,1-7-42-15,-4-2-71 0,0-3-59 0,-10 3-280 16,1-6-1106-16</inkml:trace>
  <inkml:trace contextRef="#ctx0" brushRef="#br0" timeOffset="29155.105">23171 3815 1011 0,'0'0'2484'15,"0"0"-1803"-15,0 0-476 0,0 0-50 0,50 67 52 16,-38-44-8-16,2 1 100 0,-3 4-56 16,4 1-103-16,-2 2-31 0,-2 3-58 0,-1 2-21 15,-2 0-12-15,-8 2-18 0,0 1-1 16,-11 0-35-16,-9 6-76 0,-10-1-60 15,-8 1-53-15,-6 0-22 0,-4-2-44 16,-4 3-102-16,-4-7-183 0,-3 1-613 16,14-10-871-16,-35 11 1998 0</inkml:trace>
  <inkml:trace contextRef="#ctx0" brushRef="#br0" timeOffset="45885.664">21834 4484 300 0,'0'0'2775'0,"0"0"-2300"16,0 0-187-16,0 0-24 0,0 0 13 0,0 0-39 15,-33-73-22-15,27 60-72 0,1-3-37 16,-2 2-19-16,-1 0 0 0,0 0-21 15,-4 2-6-15,1 4-31 0,-2-1-5 16,-2 3 5-16,-1 4-12 0,1 2-3 16,1 0-15-16,0 11 2 0,6 7-2 15,-1 6 25-15,3 6-23 0,3 7 13 0,3 1 3 16,0 2-16-16,0-5-2 0,7-2 0 16,-1-7-18-16,1-10 3 0,1-6-12 15,2-7 2-15,-2-3 25 0,4-3 0 16,-1-11 17-16,2-7 11 0,-2-4-8 15,1-8-20-15,-3-4-36 0,-2-5-31 16,2 3-6-16,-2-5 21 0,-3 1 7 16,2 1-4-16,-3-4-21 0,-1-5 3 15,-1-5-7-15,-1-5-8 0,0-4 21 0,-1-2-35 16,-1 1 16-16,-1 7 31 16,2 8 49-16,-1 6 0 0,2 10 31 0,-1 8-16 15,-1 3 31-15,-2 6-3 0,0 4 22 16,-1 2-19-16,1 2 6 0,1 1 3 15,-1 3 12-15,1 4-18 0,0 2-6 16,0 0-10-16,0 0-33 0,0 8-6 0,1 8-13 16,0 4 19-16,1 10 37 0,1 9 5 15,0 7-14-15,5 6-8 0,1 9-20 16,2 5-21-16,0 5 18 0,2 1-7 16,0 1-14-16,1-2-10 0,1-3-5 15,-1-5 18-15,1-6-1 0,1-7-30 16,-1-9-3-16,5-5-24 0,-1-7-28 15,4-9-38-15,2-5-74 0,1-6-215 16,-6-3-527-16,11-6-556 0</inkml:trace>
  <inkml:trace contextRef="#ctx0" brushRef="#br0" timeOffset="47063.946">25091 4215 199 0,'0'0'2488'16,"0"0"-2032"-16,0 0-198 0,0 0 37 15,0 0 86-15,0 0-42 0,0 0-33 0,0 0-97 16,0 0-56-16,0 0 17 15,0 0-6-15,36 94-63 0,-28-63-38 0,1 0-32 16,0-1-28-16,-3-3 6 0,-1-8-9 16,0-1-40-16,-2-6-17 0,0-5-7 15,0-6-67-15,0-1-42 0,-3 0-35 16,0-1-56-16,0-10-228 0,0 2-605 16,-15-14-845-16</inkml:trace>
  <inkml:trace contextRef="#ctx0" brushRef="#br0" timeOffset="47212.892">25037 3881 1793 0,'0'0'1353'0,"0"0"-1079"0,0 0-30 16,0 0 102-16,0 0-82 0,0 0-106 0,93-18-118 16,-68 12-40-16,2 0-40 15,3 1-140-15,4 0-162 0,-7 2-291 16,16 3-642-16</inkml:trace>
  <inkml:trace contextRef="#ctx0" brushRef="#br0" timeOffset="47486.872">25665 3995 2966 0,'0'0'587'0,"0"0"-353"16,0 0-48-16,-52 87 136 0,33-59 77 16,-1-1-64-16,6-4-101 0,4-2-121 15,3-6-58-15,5-4-19 0,2-1-36 16,6-1 0-16,5 0-33 0,5-2 2 0,6-1 28 15,4 0-18 1,1-3 21-16,0 1-2 0,2 2 2 0,-5-2-18 0,-1 3 15 16,-2 0 2-16,-3 0 1 0,-3 5 11 15,-5 1-9-15,0 4-2 0,-7 2 0 16,-3 3-15-16,0 2-28 0,-10 2-27 16,-1 2-18-16,-2-4-28 0,0-4-37 15,3-3-16-15,2-4-41 0,1-6-97 16,5-2-203-16,0-2-296 0,1-2-698 15,1-1 264-15</inkml:trace>
  <inkml:trace contextRef="#ctx0" brushRef="#br0" timeOffset="47871.069">26952 4018 1990 0,'0'0'2269'0,"0"0"-1907"0,-79 8-260 16,41 4 27-16,-5 4 110 0,-4 9-14 16,3 6 30-16,2 5 23 0,8 7-108 15,6 2-65-15,10-1-14 0,6-2-19 16,7-5-21-16,5-5-25 0,2-10-26 16,8-4-18-16,6-11-27 0,4-5 12 15,3-2 6-15,3-10-28 0,5-8 10 16,-3-10-30-16,0-3-16 0,-1-7-20 15,-1 1 11-15,-3 0-3 0,-3 8 15 16,-4 3-6-16,-4 7 9 0,-4 7 43 16,0 5 5-16,-4 7 4 0,-1 0 33 0,0 11 24 15,-2 5 76-15,2 4 0 0,1 4 13 16,-1 2-10-16,2 4-7 0,-3 0-11 16,3-4-13-16,-1-1-20 0,1-4-30 15,2-8-22-15,0-5-42 0,2-5-28 0,-1-3-24 16,7-7-33-16,-2-7-45 0,5-7-135 15,-2-7-441-15,-1 8-732 0,1-20-1269 16</inkml:trace>
  <inkml:trace contextRef="#ctx0" brushRef="#br0" timeOffset="48154.796">27272 4110 290 0,'0'0'3495'15,"0"0"-3071"-15,0 0-321 0,6 75 89 16,-6-50 193-16,0-3 48 0,0-1-90 0,0-7-174 15,0-3-154-15,0-3-15 0,2-4-57 16,4-4-12-16,5 0-16 0,1-6 12 16,3-7-3-16,5-1-30 0,1-5-49 15,0 0 27-15,0 1 6 0,1 1-7 16,-5 6 25-16,0 4 67 0,-2 6 37 16,-2 1 6-16,-1 4 46 0,-4 5 46 0,1 4-6 15,-2-1-12-15,0 4-1 0,-2-1-18 16,0-1-18-16,1 5-4 0,-2-4-11 15,-1 1-13-15,2 2-15 0,-4-2-20 16,0-3-69-16,-1 1-124 0,0-2-39 16,0-1-324-16,0-1-623 0,0 2-957 0</inkml:trace>
  <inkml:trace contextRef="#ctx0" brushRef="#br0" timeOffset="48775.082">28485 4135 851 0,'0'0'270'0,"0"0"928"16,0 0-804-16,0 0-53 0,-14 72 58 0,14-43 34 15,0-1-23-15,7-2-48 0,0-3-101 16,-1-7-101-16,2-5-66 0,3-5-36 16,0-4 0-16,7-2-4 0,-2-9-54 0,7-9-3 15,0-5-63-15,-3-8-29 0,1 0-15 16,-1-4 6-16,-5 3 25 0,-1 4 14 15,-6 3 7-15,-4 7-19 0,-4 5 31 16,0 3 3-16,-7 5-19 0,-6 1 37 16,-5 2 10-16,-5 2 15 0,-2 0 0 15,-1 4 10-15,2 8 27 0,1 3 25 16,3 6-3-16,4 5-16 0,4 5 15 16,4 5 31-16,2 3-3 0,6 3-16 15,0 0-42-15,0-3-25 0,8-3-3 16,3-5-37-16,4-8-30 0,1-5-74 15,5-9-35-15,7-9-12 0,0-3 30 0,5-12-77 16,7-9-159-16,0-8-278 0,2-4-520 16,-11 7-328-16,13-16 1260 0</inkml:trace>
  <inkml:trace contextRef="#ctx0" brushRef="#br0" timeOffset="49124.375">29045 4103 336 0,'0'0'2245'0,"0"0"-1215"0,0 0-711 15,0 0-193-15,-45 82 15 0,26-38 110 16,-2 5 49-16,0 2-12 0,1 0-50 15,6-6-80-15,4-9-73 0,5-8-73 16,2-10-12-16,3-6-82 0,3-7-31 16,8-5-24-16,4-4 34 0,5-9 17 15,1-9-33-15,2-4-38 0,1-8-25 16,-3-2 3-16,-1 1-5 0,0 2 8 16,-6 3 19-16,0 5 50 0,-5 2 42 15,-2 7 65-15,-4 6 66 0,0 4 86 16,-3 6 15-16,0 3-2 0,0 12-41 0,0 7-34 15,0 11-46-15,0 4-7 0,0 5 0 16,0 6 25-16,0 6 15 0,0 5-10 16,3 3 28-16,3 9 37 0,-3 1 42 15,-3 2-58-15,0 0-34 0,0-3-21 0,0-2-13 16,0-7-36-16,-2-7-12 0,2-10-85 16,0-10-30-16,0-13-22 0,5-8 8 15,-1-9 13-15,2-5-40 0,3-10-45 16,0-12 6-16,3-9-60 0,2-13-132 15,-1-12-201-15,2-8-617 0,-7 12-639 16,3-45 1767-16</inkml:trace>
  <inkml:trace contextRef="#ctx0" brushRef="#br0" timeOffset="49435.857">29470 4020 1800 0,'0'0'1647'0,"0"0"-1284"16,0 0-202-16,0 96-7 0,-5-58 194 15,2 4 65-15,0-2-71 0,1-3-132 0,2-5-119 16,0-8-81-16,0-2-10 0,7-12-24 16,2-3 2-16,2-7-81 0,3 0 12 15,4-12 9-15,3-10-7 0,-1-5-8 16,1-6 2-16,-2 1 0 0,-2 0 15 16,-6 4 22-16,0 3 58 0,-3 7 0 15,-4 4 30-15,-1 5 4 0,-1 6 12 16,-2 1 65-16,0 2 8 0,1 5-34 15,1 4-24-15,-2 8 3 0,2 6 28 0,0 3-32 16,-1 2 1-16,1-1-22 0,1-4-39 16,0-6-3-16,4 0-42 0,-2-9-49 15,3 1-71-15,1-8-51 16,3 1-36-16,1-2-125 0,-2-2-618 0,9-12-821 16</inkml:trace>
  <inkml:trace contextRef="#ctx0" brushRef="#br0" timeOffset="49778.77">30056 4184 424 0,'0'0'2929'0,"0"0"-2394"0,0 0-352 15,0 0 13-15,-76 64 145 0,57-41-12 16,1-3-51-16,6-2-84 0,3-4-118 16,4-5-76-16,5-2 0 0,0-6-57 15,0-1-19-15,9 0-28 0,2-2-21 16,6-8 79-16,0-4-30 0,5-2-25 15,-2-4-46-15,-3 2-7 0,-1 1 21 0,-4 5 59 16,-2 5 24-16,-2 4-9 0,0 3 43 16,-3 6 16-16,-2 5 131 0,0 6-1 15,-1 6-16-15,-2-1-6 0,0 2 11 16,0 1-11-16,0-3-17 0,0-4-21 16,0-3-30-16,0-3-40 0,3-7-3 15,0-3-21-15,3-2-1 0,2 0-42 16,3-3 0-16,4-6-43 0,-2-3-44 0,5-3-52 15,4-3-67-15,1-3-201 0,3-1 17 16,0-3 163-16,0 0-810 0,-4-5-431 16,1-4 1150-16,-5 7 385 0,7-30 0 0</inkml:trace>
  <inkml:trace contextRef="#ctx0" brushRef="#br0" timeOffset="50103.106">30551 3521 1299 0,'0'0'751'15,"0"0"576"-15,0 0-953 0,0 0-245 16,0 0-7-16,0 0 120 0,0 0 132 15,0 0-66-15,20 99-82 0,-20-43-59 16,0 5 40-16,1 5 35 0,0-3-58 16,1 3-54-16,-1-4-73 0,2-4-42 0,-1-3-15 15,-1-5-27-15,1-7-24 16,-2-5-73-16,0-7-24 0,0-7 15 16,0-6 6-16,0-6-4 0,0-6-57 0,-5-3-78 15,-3-3-41-15,-7 0 107 0,1-4-30 16,-6-4-56-16,0-8 50 0,2-2 236 15,3-5 25-15,1-4 114 0,6-2-4 16,5-2-18-16,3 4 39 0,3 6 8 0,8 4 3 16,6 7 11-16,0 3 16 0,3 2-8 15,1 1-49-15,5-1-58 0,-1 0-55 16,1-2-24-16,-1 0-21 0,-3-5-73 16,4 1-123-16,-3-6-68 0,2 3-47 15,-2-3-269-15,-4-2-639 0,-5 8-583 16,3-1 1426-16</inkml:trace>
  <inkml:trace contextRef="#ctx0" brushRef="#br0" timeOffset="50573.368">30894 4034 1763 0,'0'0'1524'0,"0"0"-748"0,3 67-496 0,-5-39-202 15,-1 2 85-15,-1-1 228 0,2-4-35 16,-1-6-143-16,2-5-143 0,1-6-70 16,0-5-15-16,0-3-27 0,1 0-31 15,7-3-54-15,0-8-35 0,2-3 22 16,3-4-50-16,-2-5-77 0,1-1-245 15,-1-2-219-15,-1-2 74 0,0 0 118 0,-3 2-20 16,-1-2-479-16,0 2 627 0,0 5 411 16,0 6 316-16,2 3 56 0,-4 6 1107 15,2 1-802-15,-1 3-277 0,0-1-251 16,-2 3-86-16,-2 0 1 0,1 0 15 16,-1 7 9-16,0 3-88 0,-1 2-16 15,0 7-25-15,0-1 13 0,0 3-10 16,0-2-54-16,0 0 10 0,0-2 60 15,0-2 22-15,0 0 60 0,0-2 82 0,0 1 9 16,3-2-22-16,0 0 38 0,0-2 13 16,6 3-65-16,-4-5-7 0,3 0-102 15,0-1-6-15,2-3-34 0,0 0-55 16,4-2 8-16,0 0-28 0,2-2-18 16,2 0 0-16,2-2 80 0,1-4 45 15,-2-2-98-15,-2-2 2 0,-3 1 98 0,-1 2 13 16,-4 0 81-16,-2 1-6 0,-3 3-16 15,-4 2 4-15,0 1-1 0,-1 0 6 16,-6 0-3-16,-5 1-16 0,4 2-40 16,-4 0-22-16,-1 1-38 0,4 2 1 15,4-1 25-15,-4-3-1 0,6-1-27 16,3-1-110-16,0 0-79 0,0-1-61 16,3-7-117-16,7-2-217 0,-3 3-1503 15</inkml:trace>
  <inkml:trace contextRef="#ctx0" brushRef="#br0" timeOffset="50705.96">31386 4167 218 0,'0'0'395'0,"0"0"-167"0,0 0 1783 0,0 0-1369 16,48 71-319-16,-47-55-94 0,-1-3 3 16,0-2-55-16,0-4-17 0,0-3-21 0,0-3-44 15,0-1-95-15,3 0-15 0,3-4-102 16,1 2-28-16,3-4 25 0,0 2-26 16,-1 3-88-16,-2 1-217 0,-3 0-350 15,-4 8-800-15</inkml:trace>
  <inkml:trace contextRef="#ctx0" brushRef="#br0" timeOffset="51202.186">26051 5953 1190 0,'0'0'1731'0,"0"0"-1121"0,0 0-124 16,0 0-155-16,0 0-15 0,0 0 15 15,33 82-47-15,-19-38-50 0,1 8-56 16,0 2-45-16,-2-4-51 0,-2-4-34 16,-2-9-30-16,-1-11-18 0,-2-9-27 15,-1-8-6-15,-3-7-18 0,0-2-70 0,-1-4-43 16,4-8-60-16,-1-6-26 0,0-9-102 16,-2 6-359-16,-2-22-942 0</inkml:trace>
  <inkml:trace contextRef="#ctx0" brushRef="#br0" timeOffset="51360.171">26143 5681 1368 0,'0'0'2027'0,"0"0"-1666"0,0 0-232 15,0 0 82-15,0 0 147 0,0 0-108 16,0 0-160-16,0 0-90 0,0 0-25 16,0 0-21-16,79-45-136 0,-64 45-106 15,1 0-120-15,1 0-201 0,-4 0-352 16,3 8-477-16</inkml:trace>
  <inkml:trace contextRef="#ctx0" brushRef="#br0" timeOffset="51569.392">26438 5905 1125 0,'0'0'1767'15,"17"67"-1227"-15,-11-35-337 0,-1 5-71 0,5 1 171 16,-4-2 123-16,-1-5 2 0,-3-10-108 16,1-6-192-16,0-9-113 0,0-2-3 15,3-4-12-15,-1 0-39 0,4-6-43 0,3-7-19 16,4-5-27-16,-2-6-40 15,5-6 5-15,1 1 15 0,0-1-7 0,3 10 16 16,2 4 64-16,-2 8 75 0,-3 4 84 16,3 4 43-16,-2 3 6 0,-2 6-25 15,1 1-28-15,-2 2-53 0,-5 2-27 16,1-2-86-16,1 6-81 0,-2-5-134 16,-4 0-363-16,2 4-723 0</inkml:trace>
  <inkml:trace contextRef="#ctx0" brushRef="#br0" timeOffset="52324.48">28015 5613 1570 0,'0'0'454'0,"0"0"750"0,0 0-706 0,0 0-126 15,0 0 17-15,104-4-66 0,-65 5-32 0,7 3-75 16,4-1-76-16,4-2-49 0,4-1-31 16,-1-1-17-16,1-7-25 0,-6 1-16 15,-2-4-1-15,-4 1 2 0,-5 1-3 16,-7 1-12-16,-5 3-12 0,-7 1-7 15,-9 4-35-15,-7 5-34 0,-6 8-67 16,-2 11 60-16,-12 5 25 0,-8 8 39 0,-7 7 33 16,-5 5 10-16,-7 4 24 0,-8 4 4 15,-1 0 2-15,-2 5 55 0,-3 0 25 16,4-2-37-16,4-3-9 0,7-5-25 16,6-9-5-16,12-5 11 0,7-10-3 15,13-5-14-15,2-6-10 0,18-4 15 16,11-3 13-16,10-2 14 0,11-3-9 15,7-5 34-15,5-2 60 0,1-8-67 16,3-6-52-16,-4-3-26 0,-3-3-24 16,-5-1-27-16,-5-4-27 0,-5 4-43 0,-6-4-24 15,-5-1-10-15,-4 1-48 16,-8-2-104-16,-3 1-163 0,-7 4-300 0,-3 5-583 16,-8-5-748-16</inkml:trace>
  <inkml:trace contextRef="#ctx0" brushRef="#br0" timeOffset="52517.334">28972 5611 3093 0,'0'0'585'0,"0"0"-342"16,0 0-45-16,0 0 73 0,-59 78 41 16,32-45-73-16,-5 4-56 0,-2 4-76 15,-2 1-25-15,-5 2-24 0,1 5-28 16,-3 1-30-16,0 1-21 0,1 1-40 15,0-4-36-15,5 2-68 0,3-5-83 0,3-4-72 16,9-11-374-16,-6 4-887 0</inkml:trace>
  <inkml:trace contextRef="#ctx0" brushRef="#br0" timeOffset="63517.609">10583 2119 124 0,'0'0'1790'0,"0"0"-1446"0,0 0-189 15,0 0 380-15,0 0-186 0,0 0-69 0,38 75-66 16,-28-45-75-16,6 3 0 0,-2 4 20 16,3-2 9-16,-2 2-72 0,1-4-56 15,-2 0-15-15,3-8-25 0,-2-3-15 16,1-5-16-16,-3-5-3 0,-1-4-9 15,0-5-13-15,-2-3-105 0,2 0-28 0,-5-4-46 16,0-5-114-16,-2-3-200 0,-2 0-546 16,-3-9-612-16</inkml:trace>
  <inkml:trace contextRef="#ctx0" brushRef="#br0" timeOffset="63670.535">10624 2227 2854 0,'0'0'352'0,"0"0"-304"0,0 0-35 15,-82 56 124-15,56-34 66 0,1-3 34 16,1 1-86-16,1-5-89 0,3-3-62 16,4-2-48-16,1-2-162 0,5-6-37 15,4-2-84-15,-1-2-179 0,4-5-464 16,3-13-361-16</inkml:trace>
  <inkml:trace contextRef="#ctx0" brushRef="#br0" timeOffset="63800.675">10478 2208 1623 0,'0'0'510'0,"0"0"-193"15,0 0-24-15,0 0 9 0,0 0-59 16,0 0-48-16,90 36-34 0,-72-32-75 16,1 2-62-16,4-2-24 0,1 2-48 15,2-1-183-15,2 3-155 0,-2 1-219 0,-5-1-455 16,13 10-364-16</inkml:trace>
  <inkml:trace contextRef="#ctx0" brushRef="#br0" timeOffset="64175.981">10942 2827 3171 0,'0'0'541'0,"0"0"-437"0,0 0 25 15,0 0 66-15,0 0 109 0,0 0-44 16,28 81-42-16,-27-68-93 0,2-2-76 15,-1-5-37-15,-1 0-11 0,4-5-1 16,-2-1-11-16,-1 0-1 0,2 0-25 16,3-7 9-16,4-4 13 0,1-3-3 15,2-4-16-15,1-4 0 0,-2 1-14 0,-1-1-11 16,-1 3 13-16,-2 6 6 0,2 2 16 16,-2 6-20-16,-2 3 8 0,2 2 36 0,0 0 28 15,-1 3 18-15,0 6 10 16,-1 0 11-16,0 3-8 0,-1-1-13 0,-2-1-10 15,-1 0-14-15,1-2-19 0,-2-4-3 16,-1-2-16-16,-1 0-8 0,2-2 0 16,-2 0-68-16,1 0-74 0,3-2-66 15,-1-4-123-15,4-2-267 0,-1-2-627 16,6-7-573-16</inkml:trace>
  <inkml:trace contextRef="#ctx0" brushRef="#br0" timeOffset="64438.404">11367 2846 2999 0,'0'0'508'0,"0"0"-324"0,0 0-80 16,0 0 53-16,0 0 172 0,8 73-94 16,-8-68-77-16,1-3-81 0,2-2-40 15,2 0-11-15,4-7-25 0,1-5-2 0,6-4-8 16,0-5-80-16,1-3-47 16,-2-5-3-16,-1 4 34 0,-5 3 21 0,-3 4 15 15,-3 7 23-15,-3 8 33 0,0 1 10 16,-3 2 3-16,-8 8 50 0,0 4-47 15,-5 7 47-15,2 5 25 0,-2 4 14 16,3 3-5-16,0-1-7 0,4 1-15 16,-1-6-9-16,3-3-29 0,4-6-24 15,0-6-40-15,3-4-102 0,0-6-34 16,0 0-106-16,6-6-168 0,1 0-346 16,6-11-1157-16</inkml:trace>
  <inkml:trace contextRef="#ctx0" brushRef="#br0" timeOffset="64885.59">11706 2696 2636 0,'0'0'517'0,"0"0"-338"0,0 0-71 15,0 0 60-15,0 0 44 0,0 0-2 16,0 0-6-16,0 0-21 0,-4 75-31 0,2-48-19 16,1 0-23-16,1-1-30 15,0-4-34-15,0 0-19 0,0-5-27 0,1-5-10 16,4-5-11-16,-1-6-16 0,3-1-67 15,3 0-1-15,0-8 28 0,4-6-28 16,1-2-9-16,-2-7-7 0,1 3-13 0,0-1 14 16,-2 4 35-16,-3 6 35 0,-2 3 28 15,-1 3 22-15,1 4 19 0,-4 1 75 16,1 0 10-16,-1 6 30 0,0 6 6 16,-1 1-25-16,1 3-10 0,-3 3-25 15,0 4-21-15,1-4-7 0,-1 5 3 16,0-2-55-16,2 0 0 0,1-4-52 15,-1 0-80-15,2-4-109 0,1-1-86 16,-2-5-283-16,1-2-775 0</inkml:trace>
  <inkml:trace contextRef="#ctx0" brushRef="#br0" timeOffset="65993.32">12367 2735 1535 0,'0'0'533'15,"0"0"-67"-15,0 0-121 0,0 0-28 16,0 0 27-16,12 73-38 0,-3-42-38 0,2 1-66 16,2 1-44-16,0-1-37 0,3-4-32 15,-1-4-6-15,0-7-34 0,-3-3-18 16,4-6-20-16,-2-3-11 0,3-5 0 16,-1-4-3-16,4-8 0 0,-1-8-68 15,0-7-12-15,-2-4-12 0,-2-4 2 16,-3 2 4-16,-1 2 17 0,-6 3 19 15,1 5 4-15,0 5 8 0,-3 4 13 16,-2 3 28-16,-1 4 16 0,0 4 21 0,0 0 19 16,0 3-3-16,0 0-16 0,0 0 53 15,0 3-22-15,-1 3-31 0,-2 5-15 16,1 4 24-16,-2 5-6 0,3 3 3 16,-2-3-6-16,3 2-22 0,0-4-15 15,0-3-49-15,0-2-40 0,0-3-78 16,0-2-47-16,0-5-62 0,1-3-159 15,6 0-229-15,-2-5-124 0,2-13-294 0</inkml:trace>
  <inkml:trace contextRef="#ctx0" brushRef="#br0" timeOffset="66297.766">12771 2708 1441 0,'0'0'542'0,"0"0"-240"0,0 0-14 16,0 0 21-16,0 0-2 0,0 0-4 15,0 0-43-15,52 75-25 0,-47-48-52 16,1 0-24-16,-3-1 2 0,0-4-4 0,0 0-43 15,0-8-40-15,-2-1-41 0,2-3-33 16,0-6-38-16,0-4-30 0,1 0-111 16,2-3-12-16,4-9 60 0,1-6-34 0,1-2-81 15,3-8-54-15,-1 2-21 16,-1 1 81-16,1 3 147 0,-2 4 90 0,0 5 3 16,-1 6 35-16,1 3 96 15,-4 4 36-15,2 0 30 0,-4 2 6 0,1 7-17 16,-4-1-10-16,0 3 1 0,-1 3-16 15,-2 1-27-15,0 0-20 0,0 0-9 16,0-4-1-16,-2-3-27 0,-1-1-51 16,0-3-26-16,3-2-40 0,-3 1-132 15,2-3-106-15,1 0-166 0,-1-3-613 16,-1-10-1550-16</inkml:trace>
  <inkml:trace contextRef="#ctx0" brushRef="#br0" timeOffset="66451.695">13247 2798 91 0,'0'0'2782'0,"0"0"-2413"0,0 0-267 16,0 0 177-16,0 0 178 0,6 72-40 0,-6-65-109 15,0-5-152-15,0-2-116 0,0 0-40 16,0-2-150-16,0-9-28 0,0-6-103 16,0-7-148-16,0 3-673 0,0-17-645 0</inkml:trace>
  <inkml:trace contextRef="#ctx0" brushRef="#br0" timeOffset="66680.907">13375 2277 2606 0,'0'0'421'0,"0"0"-305"16,0 0 132-16,0 0 136 16,0 0 52-16,0 0-61 0,0 0-101 0,33 90-90 15,-23-61-32-15,0 7 7 0,2 2 17 16,1 3-88-16,0 1-40 0,1 1-18 15,-1-1-15-15,1-3-15 0,-2-6-10 16,1-4-14-16,-2-5-42 0,0-9-41 16,-3-1-23-16,-1-8-41 0,-4-1-33 0,-1-4-23 15,-2-1-75-15,-2 0-172 0,-8 0-222 16,0 0-468-16,-10 0-81 0</inkml:trace>
  <inkml:trace contextRef="#ctx0" brushRef="#br0" timeOffset="66803.206">13352 2775 2124 0,'0'0'601'15,"0"0"-299"-15,0 0-97 0,0 0-1 0,0 0 56 16,0 0-37-16,0 0-84 0,0 0-67 16,96-1-44-16,-71-9-28 0,2-5-103 15,1-2-89-15,1-6-127 0,2-3-159 16,-9 7-279-16,12-14-811 0</inkml:trace>
  <inkml:trace contextRef="#ctx0" brushRef="#br0" timeOffset="67034.035">13819 2588 2786 0,'0'0'615'0,"0"0"-377"0,-15 67-77 16,7-39 37-16,-4 5 115 0,4-5-10 0,0-2-44 16,4-7-100-16,2-4-83 0,2-5-75 15,6-1 1-15,5-5 14 0,6 3-16 16,1-3-2-16,3 0-25 0,2 0-16 0,0-1 19 16,-1 1-7-16,-1-1 10 0,-1 2 5 15,-1-1 1-15,-5 2 0 0,-1 2-28 16,-7 1 9-16,0 1 33 0,-6 2-1 15,0 1-12-15,-9 2 12 0,-4 1-15 16,-4-1-35-16,-3 2-9 0,-3-1-26 16,-3-2-39-16,-2-1-97 0,-2 0-226 15,8-3-547-15,-19 1-684 0</inkml:trace>
  <inkml:trace contextRef="#ctx0" brushRef="#br0" timeOffset="67686.34">18099 1838 1971 0,'0'0'622'0,"0"0"-108"0,0 0-96 16,108 51-8-16,-70-25-74 0,-1 3-42 16,-4-3-54-16,-3 4-56 0,-2-3-59 15,-4 0-43-15,-4-4-27 0,2 1-40 16,-4-6-15-16,-1-4 0 0,-3-2-3 15,-1-2-15-15,-3-5-3 0,-4-2-52 0,1-3-71 16,-3 0-46-16,-4 0-44 0,2 0-57 16,-2-5-148-16,0-2-131 15,-2 0-410-15,-10-7-347 0</inkml:trace>
  <inkml:trace contextRef="#ctx0" brushRef="#br0" timeOffset="67828.507">18245 1932 1679 0,'0'0'1190'0,"0"0"-873"0,0 0-160 0,0 0 18 0,0 0 59 0,0 0 30 16,-89 77-45-16,72-55-73 16,0-3-78-16,3-2-68 0,3-4-26 0,2-4-126 15,3-4-26-15,4-4-27 0,2-1-66 16,0-7-130-16,0-4-370 0,6-14-541 0</inkml:trace>
  <inkml:trace contextRef="#ctx0" brushRef="#br0" timeOffset="67931.472">18206 1853 1490 0,'0'0'624'0,"0"0"-122"0,0 0-68 16,82 31-73-16,-51-16-70 0,3 1-108 16,-1-2-86-16,3 1-34 0,0-4-37 15,3-1-26-15,3-2 0 0,1-1-95 16,1-5-312-16,-9 2-205 0,11-1-767 16</inkml:trace>
  <inkml:trace contextRef="#ctx0" brushRef="#br0" timeOffset="68333.666">18932 2310 3029 0,'0'0'596'0,"0"0"-306"0,0 0-240 15,0 0 86-15,0 0 98 0,16 64 72 16,-12-36-57-16,2-3-81 0,-2-1-79 16,2-5-56-16,0-4-32 0,0-4-1 15,2-3-36-15,-1-5-16 0,2-3-3 16,1 0 3-16,4-9-6 0,1-7-50 0,2-3 16 16,-1-6 0-16,0 0 24 0,-3-2 28 15,1 3 6-15,-1 2 12 0,0 5 10 16,-1 4-4-16,-2 5 16 0,1 5 68 15,-2 3 19-15,1 0 27 0,0 5-4 16,0 4-5-16,1 2 2 0,-2 3 3 16,-1 0-37-16,-1 0-6 0,-3-2-10 15,-1-2-23-15,0-3-34 0,0-3-12 0,-2-1-19 16,1-3-51-16,-1 0-76 0,2-1-41 16,1-5-53-16,2-1-82 0,3-5-329 15,-2 2-680-15,2-8-745 0</inkml:trace>
  <inkml:trace contextRef="#ctx0" brushRef="#br0" timeOffset="68569.896">19442 2385 3209 0,'0'0'536'0,"0"0"-400"15,0 0-33-15,0 0 33 0,20 69 88 16,-17-62-57-16,5-5-120 0,1-2-47 16,6-2-16-16,3-7-30 0,2-6-32 15,2-5-36-15,-2-2-42 0,-3-2-20 16,-2 1 37-16,-3 2 58 0,-5 4 43 15,-1 3 38-15,-6 7 13 0,0 4 79 16,-9 1-10-16,-5 2 97 0,-6 4-85 16,-2 4-19-16,0 3-44 0,-1 5-19 0,0 2-12 15,4-2-9-15,4-2-3 0,3-6-23 16,2-1-111-16,7-4-141 0,0-3-118 16,3-4-303-16,0-12-586 0</inkml:trace>
  <inkml:trace contextRef="#ctx0" brushRef="#br0" timeOffset="68833.892">19676 2208 2786 0,'0'0'558'0,"0"0"-345"0,0 0-109 15,13 86 57-15,-12-61 138 0,-1-2-10 16,0-5-85-16,2-5-148 0,2-7-56 16,0-2-40-16,3-4-19 0,4-1-30 15,3-10-14-15,3-6-5 0,3-6-26 16,2-4-18-16,-2 0 17 0,2 1 60 15,-1 4 37-15,-2 7 38 0,1 3 25 16,-4 6 76-16,1 6 62 0,-6 0-31 0,-2 6-57 16,-3 3 3-16,0 5-10 0,-2 2-12 15,-1 1-9-15,0 2-7 0,-1-1-9 0,-1 0-10 16,2-3 35 0,-2 1-56-16,1-3-44 0,-2 1-126 0,0-3-122 15,3 2-177-15,-1-3-806 0,10 5-1007 0</inkml:trace>
  <inkml:trace contextRef="#ctx0" brushRef="#br0" timeOffset="69456.092">20608 2095 1585 0,'0'0'614'0,"0"0"-181"15,0 0-121-15,0 0 8 0,0 0-31 0,0 0 8 16,0 0 2-16,-24 74-66 0,24-47-41 15,3 6-1-15,3 1 2 0,3-2-25 16,-3-4-52-16,1-5-37 0,2-5-42 16,-2-5-37-16,0-5 0 0,2-4-19 15,4-4 19-15,0 0-30 0,4-11-13 0,-1-3-21 16,3-5-15-16,-1-3-15 0,0-2 2 16,-3-4 15-16,0 3-6 15,-1 4 3-15,-2 1 31 0,-3 3 12 16,1 3 9-16,-5 3 28 0,0 4 19 0,-2 2 18 15,0 5 40-15,0 0-3 0,-1 1-7 16,1 8 28-16,4 5 21 0,-4 3-18 16,2 2-22-16,-3-1-27 0,1-2-16 15,-1-4-33-15,-1-3-9 0,2-2-30 16,-1-4-74-16,1-2-98 0,0-1-31 0,0 0-45 16,3-4-132-16,3-6-308 0,-2 0-586 15,5-10-485-15</inkml:trace>
  <inkml:trace contextRef="#ctx0" brushRef="#br0" timeOffset="69754.022">21030 2121 1148 0,'0'0'1634'0,"0"0"-1105"0,0 0-269 16,0 0-35-16,25 75 10 0,-20-51 69 15,1 1-38-15,-1-1-23 0,-2 1-53 16,1-5-44-16,0-1-30 0,-1-4-55 16,1-4-61-16,-1-3-12 0,2-4-22 15,2-4-82-15,3 0-18 0,1-4-3 16,5-8-8-16,0-3-5 0,3-5-14 0,-3-1 9 15,2-1 24-15,-3 5 25 0,-1 2 14 16,-1 4 48-16,-3 4 44 0,2 7 79 16,-3 0 37-16,-2 0 28 0,0 5 2 15,-3 2-4-15,0 0-10 0,-1 4-27 16,-1-4-4-16,-1 2 0 0,-1-1-9 16,0-1-16-16,0-3-21 0,0-2-22 15,0-1-21-15,0-1-12 0,0 0-71 16,0 0-93-16,0-6-54 0,2-1-46 0,1-5-121 15,0 3-376-15,4-14-723 0</inkml:trace>
  <inkml:trace contextRef="#ctx0" brushRef="#br0" timeOffset="69881.775">21426 2144 417 0,'0'0'2762'0,"0"0"-2162"0,0 0-405 0,0 0-72 16,0 0 2-16,0 0 136 0,15 69 22 15,-12-67-114-15,1-2-148 0,5 0-21 16,2-12-40-16,7-6-64 0,3-9-90 15,7-10-96-15,4-4-190 0,-1-6-253 16,-3 12-492-16,11-24-147 0</inkml:trace>
  <inkml:trace contextRef="#ctx0" brushRef="#br0" timeOffset="70186.724">21924 1660 2591 0,'0'0'1138'0,"0"0"-811"0,4 86-196 15,-4-41 19-15,-1 10 51 0,-1 6 128 0,2-3 23 16,0 1-82-16,5-1-64 0,2-7 36 15,1-2-127-15,2-8-88 0,2-6-27 0,1-4-29 16,-1-6-38-16,2-7-14 16,-3-5-13-16,-2-6 3 0,-1-2-14 0,-5-3-14 15,-1-2-33-15,-2 0-30 0,-2-4-32 16,-10-3 2-16,-6-3-93 0,-5-5-120 16,-7-1-54-16,-5-3 103 0,-5 0 180 15,1-4 155-15,0 1 41 0,2 0 125 16,8 4 48-16,7 3 31 0,9 4 18 15,6 5-14-15,7 5-51 0,2-2-62 16,9 3-11-16,7-4 41 0,5 0 79 0,5-1 6 16,6-3-96-16,-1 0-71 0,1-4-43 15,0 0 0-15,-3-1-89 0,-3 0-121 16,-3-1-115-16,-2 3-219 0,-6 3-692 16,4 2-759-16</inkml:trace>
  <inkml:trace contextRef="#ctx0" brushRef="#br0" timeOffset="71888.643">15391 5248 752 0,'0'0'1643'0,"0"0"-1114"0,0 0-161 16,0 0 6-16,0 0-46 0,0 0-56 15,0 0-36-15,0 0-60 0,0 0-50 16,0 0-10-16,0 0 40 0,38 18 0 0,-20-6-62 16,1 2-24-16,3 3-9 15,2 0-13-15,-1 1 16 0,2-1-15 0,-2 1-19 16,-2-5-18-16,0-2-10 0,-3-3 10 15,1 1-12-15,-5-2 2 0,0-4-2 16,-5 1 0-16,0-2-1 0,-4 1-11 16,-3 0 10-16,1-3-16 0,-3 3 15 15,0-2 0-15,0 0-12 0,0 5 15 16,-3 1 2-16,-4 5 7 0,-5 2-9 16,-5 3-25-16,-3-3 7 0,-2 4-6 15,-5-5-21-15,-2 2-25 0,-1-3-12 16,-2 2-25-16,1-5-30 0,0 2-22 0,1 0-21 15,6-5 10-15,5 0-62 0,7-3-114 16,7-2-121-16,3-1-206 0,2 0-592 16</inkml:trace>
  <inkml:trace contextRef="#ctx0" brushRef="#br0" timeOffset="72227.981">16236 5174 2767 0,'0'0'758'16,"0"0"-401"-16,0 0-207 0,0 0-27 16,0 0 11-16,0 0 126 0,0 0 36 15,3 66-67-15,-3-35-94 0,1 4-56 16,-1 3-25-16,0 3-14 0,1 2-25 16,2 3 0-16,0-1-14 0,-2 2-1 15,4-6-13-15,-2-6-29 0,3-4-138 16,-1-9-55-16,1-4-94 0,0-6-223 15,-3-3-860-15</inkml:trace>
  <inkml:trace contextRef="#ctx0" brushRef="#br0" timeOffset="73118.406">21401 5302 23 0,'0'0'2331'0,"0"0"-1728"16,0 0-264-16,0 0-107 0,0 0 5 15,0 0 43-15,0 0 8 0,0 0-78 16,92 43-68-16,-60-31-37 0,2-2-50 16,-1-1-15-16,3 0-7 0,-2-2 13 15,0 0-9-15,1-2 0 0,-4 2-14 16,-6-2-23-16,-1 1 0 0,-3 0 11 15,-7 0-10-15,0-1-2 0,-3 2 0 16,-3 1 1-16,-4 4 0 0,-4 4 19 16,0 2-4-16,-5 2 9 0,-8 5-11 15,-6 2-12-15,-1-1-1 0,-5 2-19 0,-1-2 7 16,1-3-3-16,-3-4-13 0,2-2-36 16,4-3-28-16,1-3-21 0,5-2-7 15,2-6-10-15,6-2-43 0,2-1-13 0,6-7-154 16,0-7-281-16,2-3-635 0,14-14-718 0</inkml:trace>
  <inkml:trace contextRef="#ctx0" brushRef="#br0" timeOffset="73333.847">22496 5132 2899 0,'0'0'642'0,"0"0"-326"16,0 0-111-16,6 66-21 0,-1-35 119 16,1 0 24-16,4 4-61 0,3 1-132 0,3-1-80 15,-2 2-54-15,3-2-9 0,-3 2-24 16,-1-1-83-16,-3 1-46 0,1 1-9 0,-2 1-4 16,-2-3-48-16,0 1-103 0,-4 1-185 15,-1-9-249-15,-2 12-486 0</inkml:trace>
  <inkml:trace contextRef="#ctx0" brushRef="#br0" timeOffset="79658.612">7659 7401 2609 0,'0'0'556'16,"0"0"-247"-16,0 0-242 0,0 0-17 16,0 0 203-16,85 14 33 0,-47-5-121 15,-1-2-28-15,1-2-44 0,-1-3-53 16,0 1-1-16,-2-3-38 0,-3 0-1 0,-3-2 0 15,-6-1-28-15,-3-1-34 0,-3 1-96 16,-7 1-87-16,-5 2-155 0,-5 0-246 16,0 1-458-16,-16 9-613 0</inkml:trace>
  <inkml:trace contextRef="#ctx0" brushRef="#br0" timeOffset="79816.502">7711 7678 2398 0,'0'0'345'15,"0"0"-148"-15,0 0 1 0,0 0 86 0,102 32 58 16,-67-23-72-16,3-1-22 0,-1-3-84 16,-1-5-31-16,-4 0-83 0,1 0-41 15,-7-5-9-15,-2-6-25 0,-1-1-27 16,-3-3-122-16,-5-4-102 0,-2-2-267 16,-5 2-711-16,-5-11-968 0</inkml:trace>
  <inkml:trace contextRef="#ctx0" brushRef="#br0" timeOffset="80054.305">8069 7070 2398 0,'0'0'526'16,"0"0"-177"-16,0 0 3 0,83 41-77 0,-53-24-43 15,-1 4-4-15,-3-1-33 0,2 3-35 16,-4 4-93-16,-4 4-24 0,-7 7-27 15,-7 6 8-15,-6 8 1 0,-6 6-22 16,-10 3-3-16,-5 0 0 0,-2 0-12 16,-3-4-10-16,1-7-21 0,2-3-49 15,0-8-31-15,2-8-38 0,5-8-47 16,0-7-102-16,9-7-308 0,4-9-671 0</inkml:trace>
  <inkml:trace contextRef="#ctx0" brushRef="#br0" timeOffset="80320.439">9631 7547 3974 0,'0'0'502'0,"14"75"-298"16,-6-31-133-16,1 12-53 0,0 15 83 15,-3 3 56-15,-2 8 114 0,-1 3-150 16,-3 5-75-16,0-3-43 0,0 1-3 16,0-5-11-16,0-1-23 0,0-8-11 15,0-9-10-15,0-10-15 0,0-12 12 0,3-13-3 16,-3-12-24-16,0-12-53 16,0-6-92-16,-6-16-175 0,-1 1-601 0,-14-28-507 0</inkml:trace>
  <inkml:trace contextRef="#ctx0" brushRef="#br0" timeOffset="80560.853">9376 7583 3761 0,'0'0'378'0,"0"0"-341"16,0 0-12-16,0 0 68 0,95-64 22 16,-69 56 24-16,1 7 77 0,2 1-23 15,0 1-58-15,0 9-62 0,-2-2-49 16,0 7-24-16,-5 0 0 0,-5 7 0 15,-6 4-30-15,-6 6 5 0,-5 7-11 0,-4 5-19 16,-11 3 0-16,-8 6 18 16,-4-1 6-16,-5-2-30 0,-1-4-9 0,-1-6-47 15,-1-7-16-15,2-7-40 0,1-13-86 16,5-2-182-16,5-11-539 0,0-2-851 16</inkml:trace>
  <inkml:trace contextRef="#ctx0" brushRef="#br0" timeOffset="80750.047">10170 7696 1585 0,'0'0'2129'16,"0"0"-1761"-16,0 0-168 0,0 0 107 16,80 7-86-16,-66-7-80 0,-2 0-34 15,-3-7-61-15,3-1-46 0,-1-2-67 16,-2-3-83-16,-3 1-99 0,-3 1-95 15,-3 3-205-15,0 4-553 0,-14 4-486 0</inkml:trace>
  <inkml:trace contextRef="#ctx0" brushRef="#br0" timeOffset="80886.857">10128 7925 108 0,'0'0'3189'0,"0"0"-2672"16,0 0-348-16,0 0 14 0,63 66 6 0,-37-60 16 15,2-4 115-15,0-2-88 16,4-6-98-16,-2-7-73 0,2-4-61 0,0-2-27 15,-3 0-74-15,-5 1-45 0,2-1-63 16,-4 3-65-16,-2 3-243 0,-9 3-830 16,1 4-1305-16</inkml:trace>
  <inkml:trace contextRef="#ctx0" brushRef="#br0" timeOffset="81702.735">11533 7713 2516 0,'0'0'396'0,"0"0"-261"16,0 0-68-16,0 0 89 0,0 0 80 16,-81-39 48-16,66 39-19 0,0 0-53 15,-1 3-44-15,3 5-75 0,-1 7-53 16,4 5-12-16,1 6-4 0,5 9 7 15,4 5 15-15,0 3 16 0,3 4 21 0,4-1 45 16,2-4 7-16,-1-6-53 16,1-8-18-16,-2-9-15 0,-1-8-25 0,4-7-24 15,-1-4-29-15,1-3 1 0,5-9-23 0,0-5-62 16,2-7-64-16,-2-7 8 16,0-4 3-16,-3 2 23 15,-2 2 32-15,-1 2 14 0,-4 6 29 0,1 5 30 16,-3 5 36-16,0 6 2 0,3 5 12 0,-4 2 72 15,4 5 16-15,3 9 79 0,1 5-28 16,2 4-43-16,-1 4-37 0,2 2-22 16,-3 3 0-16,-1-3 6 0,2-1 0 15,-3-2-25-15,-4-3-30 0,3-9-10 16,-5-2-36-16,1-7-137 0,-3-5-88 16,0 0-80-16,0-6-370 0,0-18-863 0</inkml:trace>
  <inkml:trace contextRef="#ctx0" brushRef="#br0" timeOffset="81966.618">11790 7479 2917 0,'0'0'394'0,"0"0"-241"16,0 0 128-16,0 0 91 0,81-18-49 0,-67 18-73 16,-4 0-75-16,0 2-71 0,-3 7-21 15,3 2-19-15,-2 3-18 0,1 6-19 16,-1 3-15-16,-1 3-10 0,0 3-2 15,0 2 1-15,-1 0 2 0,3-3 9 16,0 0 9-16,0-5 13 0,2-3-10 16,0-6-12-16,-1-2 3 0,2-1 0 0,-2-5-15 15,4-2 0-15,-1-3-24 16,0-1-18-16,3 0-89 0,1 0-74 0,-1-4-50 16,1 1-38-16,-2-1-111 15,1 2-275-15,-6-1-614 0,1 3-657 0</inkml:trace>
  <inkml:trace contextRef="#ctx0" brushRef="#br0" timeOffset="82119.267">12369 7875 3216 0,'0'0'496'0,"0"0"-351"0,0 0-20 0,79 27 48 16,-54-20 95-16,-4-2-15 0,-2-1-38 16,0-4-129-16,-2 0-71 0,0 0-15 15,2-11-55-15,-4 3-108 0,-1-6-80 16,-4-2-89-16,-1 4-295 0,-5-10-793 0</inkml:trace>
  <inkml:trace contextRef="#ctx0" brushRef="#br0" timeOffset="82310.213">12471 7624 3191 0,'0'0'438'0,"0"0"-173"0,0 76-97 0,2-42 6 0,2 7 139 15,0 2 35-15,2-1-21 0,-2 2-139 16,1 1-81-16,-4-3-77 0,-1-1-30 16,0 1-24-16,0-11-7 0,0-5-102 0,0-10-38 15,3-9-49-15,1-7-49 0,4-7-81 16,3-14-211-16,-2 4-469 0,5-25-195 0</inkml:trace>
  <inkml:trace contextRef="#ctx0" brushRef="#br0" timeOffset="82633.601">12863 7460 3156 0,'0'0'481'0,"0"0"-226"16,0 0-59-16,0 0 19 0,35 80 97 15,-34-44 26-15,-1 6-8 0,0-2-115 16,-4 5-87-16,-3-2-50 0,1 2-20 16,0-1-22-16,-1-1-22 0,1-7-14 0,2-3-21 15,1-8 0-15,3-12-6 0,0-6-46 16,0-6-18-16,4-1-12 0,5-4 18 15,7-6 52-15,3-1 2 0,2-3-11 16,1 3-34-16,2 3-1 0,2 2 26 16,-3 3 23-16,2 3 14 0,-5 0 14 15,2 6 15-15,-4 4 10 0,-2 1 29 16,1 2 13-16,-8 0 31 0,0 1-4 16,-6 1-27-16,-3-1-25 0,0 0 1 0,-7 1-16 15,-4-1-9-15,-4 0-18 0,-3-2-13 16,-2-3-72-16,0-4-64 0,0-5-58 15,0 0-10-15,1-12-47 0,0-11-54 16,3-8-209-16,3 5-451 0,-7-31-394 0</inkml:trace>
  <inkml:trace contextRef="#ctx0" brushRef="#br0" timeOffset="82874.699">13235 7370 3540 0,'0'0'438'0,"0"0"-234"16,0 0 14-16,0 0 45 0,89-1 13 15,-77 4 105-15,-2 3-65 0,0-2-141 16,-1 3-99-16,0 1-46 0,0 1-27 16,-3 4-2-16,-1 0 0 0,-1 5-1 0,-3 4-1 15,-1-1-32-15,0 2 3 0,0-3 2 16,0-2 7-16,0-3 9 0,6-1 10 16,0 0-1-16,2-4 2 0,3 2-14 15,-1-2 12-15,1-3-18 0,2 0-19 16,3-3-72-16,4-2-24 0,6 2-22 15,6-4 24-15,4 0-156 0,-10 0-431 16,15 0-1048-16</inkml:trace>
  <inkml:trace contextRef="#ctx0" brushRef="#br0" timeOffset="83094.36">14103 7894 4800 0,'0'0'540'0,"0"0"-427"0,0 0-113 15,0 0-32-15,93-28-11 0,-73 19 43 16,-1 2 36-16,0-2-35 0,0-3-1 16,-2 4-142-16,0-2-115 0,-7 5-157 15,-4 5-250-15,-1 0-502 0,-5 4-556 0</inkml:trace>
  <inkml:trace contextRef="#ctx0" brushRef="#br0" timeOffset="83251.706">14030 8155 2425 0,'0'0'1208'0,"0"0"-972"0,0 0-101 0,0 0-12 0,0 0-76 0,96 6 31 15,-76-10 71-15,4 0 9 16,2-6-140-16,-3 2-18 0,1-3-167 0,-3-2-135 15,-1 2-148-15,-5 4-546 16,0-4-823-16</inkml:trace>
  <inkml:trace contextRef="#ctx0" brushRef="#br0" timeOffset="83850.936">15267 7853 2134 0,'0'0'430'0,"0"0"-146"0,0 0-5 15,0 0 68-15,0 0 1 0,-88-10-55 16,71 10-32-16,1 6-81 0,-1 2-29 15,2 4-47-15,-2 2-21 0,4 6-25 16,0 6 0-16,7 5 0 0,2 6 3 16,4 5 3-16,0 5-3 0,9 3 12 15,2-3-12-15,2 1-6 0,3-5-16 16,0-7-15-16,1-5-11 0,2-9-13 16,3-4-25-16,2-11-26 0,0-4-19 0,1-3-27 15,1-13-53-15,1-8-51 0,-1-8-76 16,-1-8-169-16,-8 6-524 0,6-22-730 0</inkml:trace>
  <inkml:trace contextRef="#ctx0" brushRef="#br0" timeOffset="84171.174">15699 7474 2809 0,'0'0'468'0,"0"0"-249"16,0 0-57-16,0 0 55 0,77-13 4 15,-60 13 28-15,-2 0 14 0,-1 0-121 0,-2 5-90 16,-2 1-24-16,-2 4-10 0,-5 5 10 16,-2 5-1-16,-1 7-27 0,-4 4-18 15,-6 1-10-15,-1 4 7 0,0-1 8 16,2-6 1-16,3-4 12 0,3-3 2 16,3-7 1-16,0-3 25 0,6-5 0 15,6 2 2-15,3-3 13 0,5-3 27 16,6 0 10-16,1-2 69 0,1-1-9 15,2 0-49-15,2 0-42 0,-2-5-13 0,0-1-33 16,1 0-3-16,-4-2-24 0,-3 0-98 16,1 0-94-16,-4 2-89 0,-2 3-142 15,-3 0-605-15,-1 3-1032 0</inkml:trace>
  <inkml:trace contextRef="#ctx0" brushRef="#br0" timeOffset="84360.262">16567 7989 3713 0,'0'0'574'15,"0"0"-209"-15,0 0-107 0,0 0-1 16,0 0-129-16,86 10-1 0,-71-10-5 16,1 0-56-16,0-6-38 0,2-2-28 15,1-2-15-15,1 0-104 0,-3-5-78 16,-3 1-90-16,-3 2-130 0,-2-1-269 0,-4 4-713 15,-5-5-783-15</inkml:trace>
  <inkml:trace contextRef="#ctx0" brushRef="#br0" timeOffset="84552.733">16580 7665 395 0,'0'0'2679'15,"0"0"-2242"-15,0 0-269 0,0 0-4 16,-4 86 100-16,4-52 106 0,0 3 34 15,0 4-93-15,4 2-116 0,3 0-67 16,0 2-56-16,-1 2-47 0,1-2-25 16,-1 2-28-16,3-4-35 0,-2 0-86 15,2-5-58-15,3-3-74 0,2-5-157 16,0-11-506-16,9-3-519 0</inkml:trace>
  <inkml:trace contextRef="#ctx0" brushRef="#br0" timeOffset="85017.018">17511 8057 3399 0,'0'0'537'0,"0"0"-326"16,0 0-46-16,0 0 39 0,-92-29 68 15,73 29 107-15,3 4-178 0,0 8-129 16,1 9-72-16,0 7-31 0,2 5 7 15,2 5 21-15,3-2 2 0,5-3 0 16,3-4-1-16,0-6-25 0,6-8 2 16,2-5 7-16,1-7-3 0,3-3-13 15,3-3-2-15,3-11 11 0,2-8 7 0,-1-7-25 16,4-7-42-16,0-5-41 16,0-3-30-16,-1-6-26 0,2-2 3 0,-1 2-17 15,0-4-14-15,-4-1 40 0,-2 1 16 16,-3 0 11-16,-3 2 143 0,-7 5 0 0,-1 4 102 15,-3 6 46-15,0 8 0 0,0 8 6 16,0 6 12-16,0 9 11 0,-1 6 8 16,1 4-25-16,0 11-25 0,0 10 0 15,0 8 8-15,0 10-9 0,1 9-3 16,2 2 17-16,1 1-27 0,-1 6-30 16,0-5-30-16,-1-1-31 0,1-3-30 15,0-6-12-15,1-8-31 0,-2-6-62 16,4-8-19-16,-1-7-7 0,-1-8-24 15,0-3-40-15,2-6-67 0,1 0-133 16,0-10-289-16,-1-1-618 0,2-14-648 0</inkml:trace>
  <inkml:trace contextRef="#ctx0" brushRef="#br0" timeOffset="85285.042">18017 7425 3183 0,'0'0'967'0,"0"0"-715"0,0 0-125 15,0 0 46-15,0 0-17 0,0 0 80 16,77 11 102-16,-66-8-163 0,-1 5-105 16,1-1-40-16,-1 2-30 0,-1 6 1 15,0 0 1-15,-2 9-2 0,-4 4-24 16,-2 5-6-16,-1 0 12 0,0 5-3 16,0-2 8-16,0-1 11 0,3-2 2 15,6-5 2-15,4-5 26 0,6-5-13 16,9-5 3-16,9-5 15 0,11-4-8 15,8-4-10-15,6 0-15 0,3-9-24 0,-1-1-36 16,-4-1-70-16,-7 0-65 0,-8 2-73 16,-9-2-124-16,-11 4-327 0,-12 2-971 0</inkml:trace>
  <inkml:trace contextRef="#ctx0" brushRef="#br0" timeOffset="85967.622">16479 7970 2304 0,'0'0'491'16,"0"0"-148"-16,0 0-138 0,0 0 20 0,0 0 44 16,0 0 39-16,0 0-10 0,0 0-88 0,0 0-65 15,0 0-35-15,0 0-30 16,-3 9-13-16,3-9 12 0,0 0 22 0,0 0 57 15,0 0-64-15,2 0-48 0,1 0-16 16,0 0-15-16,4 0 0 0,3 0 22 16,0 0-7-16,3-1-12 0,0 1-16 15,1 0 1-15,2-2 15 0,4 1-6 16,0-2-9-16,5-1-3 0,-1-3-17 16,2 2-70-16,-2-2-86 0,1-1-83 15,-2-1-105-15,-6 5-220 0,0-3-964 0</inkml:trace>
  <inkml:trace contextRef="#ctx0" brushRef="#br0" timeOffset="115066.901">7559 10263 1372 0,'0'0'2157'0,"0"0"-1885"15,0 0-159-15,0 0 145 0,0 0 117 16,0 0-73-16,0 0-79 0,0 0-52 16,0 0-43-16,30-7-19 0,4 5 61 15,8 1-31-15,7-1-60 0,4 0-34 0,1-1-12 16,-4-4-15-16,-2-2-17 0,-4-3 11 15,-3-2-11-15,-2-3-1 0,-3-2-1 16,-5 0-14-16,-2 0-18 0,-6 2-67 16,-6 4-27-16,-5 4-45 0,-5 6-53 15,-7 3-59-15,0 2-148 0,0 8-135 16,-7-1-514-16,-10 15-503 0</inkml:trace>
  <inkml:trace contextRef="#ctx0" brushRef="#br0" timeOffset="115261.348">7470 10540 2827 0,'0'0'343'16,"0"0"-135"-16,0 0-49 0,0 0 90 15,0 0 19-15,0 0 19 0,0 0 78 16,90 9-114-16,-35-16-58 0,2-3-44 0,-1 0-21 16,1 0-53-16,-5 1-32 0,1-1-28 15,0-3-15-15,0 1-18 0,-2-5 15 16,2-1-67-16,-4 0-64 0,-4-2-70 15,-6-1-52-15,-4-3-52 0,-8-2-155 16,-10 3-311-16,-7-12-879 0</inkml:trace>
  <inkml:trace contextRef="#ctx0" brushRef="#br0" timeOffset="115517.372">8120 9632 2357 0,'0'0'417'15,"0"0"-218"-15,0 0 89 0,91 12 125 16,-55-6-10-16,5 0-5 0,5 0-148 0,0 0-84 16,3 1-53-16,-3 4-40 0,0 3-45 15,-7 5-28-15,-3 8-18 0,-6 5 2 16,-10 8 1-16,-8 4 15 0,-8 9 9 16,-4 3 34-16,-5 5-19 0,-14 2-2 0,-3-1 11 15,-7-1-8-15,-5 0-13 16,-8-3 0-16,-3-4-12 0,-5-4-43 0,-1-3-36 15,-2-4-141-15,3-4-35 0,2-6-51 16,5-4-174-16,11-10-612 0,-7-1-1091 0</inkml:trace>
  <inkml:trace contextRef="#ctx0" brushRef="#br0" timeOffset="115918.812">10885 10220 4335 0,'0'0'204'0,"0"0"-204"16,0 0-30-16,0 0 30 0,0 0 201 16,54 87 26-16,-38-34 35 0,-4 13-33 15,3 12-78-15,-3 11-39 0,0 8-27 16,-1 6-13-16,-1 4-44 0,-2-1-28 15,-3-5 0-15,2-5-18 0,-4-13-22 0,0-16-44 16,3-17-1-16,-2-18-6 0,1-16-9 16,0-10-37-16,-3-9-70 0,-2-18-74 15,0-9-216-15,-2 1-574 0,-12-33-682 0</inkml:trace>
  <inkml:trace contextRef="#ctx0" brushRef="#br0" timeOffset="116150.937">10876 10374 3231 0,'0'0'719'0,"0"0"-471"16,0 0-170-16,81-75 74 0,-51 54 64 16,1 4 79-16,0 3-78 0,-2 6-56 15,-1 4-39-15,-6 4-25 0,1 0-15 16,-3 9-13-16,-4 3-32 0,-2 4-35 0,-3 8 13 16,-4 4-13-16,-4 2-2 0,-2 3-2 15,-1 2-26-15,-1 0-44 0,-5-5-37 16,-1-4-22-16,-2-4-21 0,2-4-22 15,1-6-9-15,0-6-60 0,2-5-94 16,0-1-114-16,1-6-279 0,1-4-475 0,2-14-322 16</inkml:trace>
  <inkml:trace contextRef="#ctx0" brushRef="#br0" timeOffset="116402.908">11444 10374 2428 0,'0'0'612'0,"0"0"-187"0,0 0-140 15,93 72 30-15,-71-42-16 0,-3 1 77 16,-5-3-75-16,-4-5-121 0,-4-9-95 15,1-4-49-15,-4-10-23 0,2 0-13 16,0-6 0-16,1-9-2 0,0-9-15 16,1-6-53-16,-4-8-39 0,1 0-19 15,-4 0 39-15,0 1 22 0,-4 9 27 16,-5 5-3-16,-8 5-25 0,-3 6-24 0,-6 3 82 16,-3 8 10-16,0 1 22 0,2 7 6 15,1 9-4-15,8 4 3 0,1 4-26 16,7 6 0-16,3 1 14 0,1-2 4 15,6-1-19-15,0-4-6 0,0-6-34 16,7-6-84-16,2-4-108 0,1-4-134 0,4-4-91 16,1-9-185-16,-2-3-543 0,4-19-324 0</inkml:trace>
  <inkml:trace contextRef="#ctx0" brushRef="#br0" timeOffset="116910.017">11781 10184 2353 0,'0'0'635'0,"0"0"-255"16,0 0-88-16,0 0-18 0,81 91-4 15,-66-53 68-15,-4 9-39 0,-3 2-45 0,2 1-17 16,-4-2-39-16,4-6-29 0,-2-7-60 16,4-12-51-16,0-10-58 0,2-7-22 15,1-6 9-15,0-1 13 0,0-12 28 16,2-6-28-16,-2-9-34 0,0-9-35 16,-3-4-19-16,-2-2-12 0,3-2-27 0,-3 1 2 15,2 2-9-15,4 5-18 16,-5 3-57-16,2 3-123 0,-1 2-186 0,-2 6-108 15,0 4 11-15,0 5 52 0,-1 9 167 16,2 3 282-16,1 2 114 0,0 9 348 16,3 8 41-16,4 6-5 0,-2 2 10 15,5 4-75-15,1 2 0 0,-3 0-10 16,1-3 11-16,1-6-61 0,-4-3-77 0,-1-8-75 16,-1-6-67-16,-1-5-22 0,0-4 3 15,2-11 19-15,1-9-40 16,-1-6-3-16,-3-4-98 0,-1-4-9 0,-4 1 15 15,-5 1-10-15,-2 7 10 0,-2 4 21 16,-3 6-7-16,-9 5 56 0,-4 4 22 16,-7 5 3-16,-1 5 62 0,-4 0 31 15,2 13 40-15,2 9-51 0,2 9 29 16,5 8-4-16,2 6-9 0,1 7-10 0,5 4 7 16,4 4 60-16,5-3 66 15,0-5-91-15,2-3-60 0,9-8-48 0,3-10-22 16,2-8-24-16,2-6-1 0,3-10-23 15,2-2-22-15,1-5-2 0,2-5-34 16,4-7-37-16,5-4-76 0,4-3 17 16,2-4-34-16,3 0-283 0,-12 6-526 15,17-10-732-15</inkml:trace>
  <inkml:trace contextRef="#ctx0" brushRef="#br0" timeOffset="117300.636">13734 10282 2925 0,'0'0'521'0,"0"0"-189"15,0 0-36-15,108 21 0 0,-66-12 53 16,-2-2-18-16,-1-2-145 0,-2-5-122 15,-1 0-37-15,0-11-27 0,-1-6-3 16,3-10-55-16,0-8-33 0,-2-7-37 16,-1-6-25-16,-5-5-37 0,-4-1-26 15,-6-1-104-15,-5 12-342 0,-4-17-953 0</inkml:trace>
  <inkml:trace contextRef="#ctx0" brushRef="#br0" timeOffset="117501.953">14081 9562 2523 0,'0'0'999'0,"3"85"-812"16,4-31-52-16,-1 16 133 0,1 13 83 16,-1 7 114-16,-2 3-66 0,2-2-147 15,0-1-113-15,-1-11-69 0,0-8-37 16,1-13-33-16,1-10-12 0,3-16-82 16,-1-13-42-16,1-12-12 0,5-7-4 15,0-16 60-15,5-18-73 0,2-11-77 16,1-16-69-16,0-10-21 0,-2-9-153 15,-3-7-223-15,-5 23-405 0,-2-45 7 0</inkml:trace>
  <inkml:trace contextRef="#ctx0" brushRef="#br0" timeOffset="117953.372">14407 9374 1277 0,'0'0'1505'0,"0"0"-976"0,0 0-250 0,0 0-10 16,0 0 98-16,40 64-72 0,-34-12 3 16,-2 12-86-16,-1 8-20 15,-2 7 18-15,1 2-16 0,-1 1-40 0,2 1-36 16,0-3-40-16,0-4-53 0,3-9-25 15,0-7-28-15,3-10-38 0,2-10 2 16,0-9-5-16,1-12-31 0,1-10-30 16,1-9-49-16,4-5 48 0,3-14-18 15,2-8-23-15,0-4-43 0,5 2-75 16,-1 4-12-16,2 7 132 0,-2 7 117 16,-1 8 37-16,-3 3 16 0,-1 11 28 0,-2 5 82 15,-4 5 72-15,1 0-29 16,-4 1 8-16,1-3-41 0,0-3-67 0,-2-7-32 15,3-5-20-15,1-4 33 0,1-5 15 16,2-10-6-16,2-4-43 0,-3-3-34 16,2-2-59-16,-3-3 4 0,-3 3 12 15,0-1 52-15,-5 6 4 0,-3 2-1 16,-3 4-22-16,-3 2 29 0,0 4 15 0,-10 6 15 16,-6 1 29-16,-5 0 33 0,-3 1 13 15,-3 10-7-15,1 6 6 0,0 8-12 16,3 7 21-16,4 10-10 0,2 6-2 15,9 7 23-15,5-1 92 0,3 0-65 16,3-2-15-16,8-7-51 0,6-6-53 16,2-8-17-16,6-9-60 0,1-6-31 15,5-9 12-15,5-4-12 0,7-4-24 0,2-12-22 16,4-5-6-16,0-5-62 0,-1-4-180 16,-2-2-353-16,-13 7-761 0,18-13-762 15</inkml:trace>
  <inkml:trace contextRef="#ctx0" brushRef="#br0" timeOffset="118518.314">16750 9790 729 0,'0'0'1242'0,"0"0"-202"16,0 0-586-16,0 0-40 0,0 0-47 16,112 43-8-16,-55-32-73 0,12 1-35 15,3-5-84-15,0-2-88 0,-2-5-24 16,-5 0-13-16,-7-6-24 0,-6-7-16 16,-5-4-2-16,-5-3-48 0,-7-2-40 15,-2-4-16-15,-7-1-20 0,-4 2-32 16,-8 1-43-16,-4 5-26 0,-9 1-98 0,-1 9-179 15,-5 5-298-15,-5 3-544 16,-15 2-105-16</inkml:trace>
  <inkml:trace contextRef="#ctx0" brushRef="#br0" timeOffset="118672.993">17132 9953 965 0,'0'0'518'0,"0"0"-300"0,2 90 573 0,10-47-372 15,1 8-13-15,2 2-28 0,-2 6-39 16,-2 0-135-16,-1 2-86 0,-2-1-43 15,-4-2-22-15,-1-8-19 0,-2-9-34 16,-1-3-19-16,0-10-24 0,0-9-78 16,0-7-7-16,0-6 0 0,-1-6-39 15,-2-3-82-15,-1-8-215 0,1-1-603 16,-5-11-266-16</inkml:trace>
  <inkml:trace contextRef="#ctx0" brushRef="#br0" timeOffset="118857.057">17162 10288 2440 0,'0'0'817'0,"0"0"-360"16,0 0-300-16,85 0-6 0,-54 1 68 0,-1 3 153 16,-1-3-95-16,-4-1-106 0,3 0-76 15,-1-5-28-15,2-6-25 0,4-8-21 16,0-3-21-16,0-6-22 0,1-2-60 16,-3-3-64-16,-2 2-63 0,1 2-71 15,-4 5-48-15,-1 2-191 0,-5 7-582 16,2 8-836-16</inkml:trace>
  <inkml:trace contextRef="#ctx0" brushRef="#br0" timeOffset="119427.842">18035 10410 316 0,'0'0'2438'0,"0"0"-1941"0,0 0-220 16,0 0-128-16,45 66 2 0,-31-55 120 0,-2-4 15 15,1-7-115-15,1-1-79 0,0-11-24 16,3-7-10-16,-3-6-9 0,1-3-28 15,-4-7-21-15,-1 2-15 0,-3-2-41 16,-1 0-39-16,-1 4-1 0,-5 3 13 16,0 6 18-16,-2 6 3 0,-7 5 9 15,-6 5 7-15,-3 6-20 0,-3 0-18 16,-4 12-14-16,2 9 51 0,4 7 47 16,1 7 89-16,6 6 64 0,6 8 2 15,4 4 6-15,2 2-1 0,0 1-12 16,5-4 42-16,2-3-53 0,1-7-52 0,-1-11-63 15,4-9-22-15,-3-11-19 0,3-8-17 16,1-3-71-16,-1-12 0 0,5-10-46 16,-1-6-31-16,2-12-73 0,-3-5-127 15,0-7-234-15,-2 2-145 0,-2-3-224 16,-4 3 590-16,0 14-353 0</inkml:trace>
  <inkml:trace contextRef="#ctx0" brushRef="#br0" timeOffset="119657.893">18275 10168 802 0,'0'0'1200'0,"0"0"-563"16,0 0-164-16,0 0-75 0,0 0-120 0,81 31-3 15,-56-10 17-15,1 3-87 0,2 6-27 16,-4 4 37-16,-1 7-7 0,-3 3-62 16,-5 0-34-16,-1 0-42 0,-4-3-21 0,-2-5-37 15,0-7-12-15,-1-8-12 0,-1-5 9 16,0-8-12-16,-2-8-16 0,1 0 4 16,0-4-28-16,1-9 28 0,1-8-10 15,2-7-8-15,1-7 2 0,-1-4-12 16,1-4-9-16,1 1-3 0,2 0 6 15,4 3 12-15,1 3 3 0,4 4-33 16,0 2-23-16,0 1-36 0,1 2-29 16,-3 1-101-16,-1 6-207 0,-4 4-558 0,1 2-778 15</inkml:trace>
  <inkml:trace contextRef="#ctx0" brushRef="#br0" timeOffset="120616.116">19018 10276 388 0,'0'0'1804'0,"0"0"-1216"0,0 0-216 15,0 0-85-15,0 0-40 0,0 0 2 16,42 81 27-16,-42-45-52 0,0-1-82 0,-4 1-43 16,-5 0-53-16,4-8-31 0,-1-3-15 15,1-9-17-15,2-7-11 0,3-5-49 0,0-4-18 16,0-6-17-16,3-9-3 0,3-4-3 16,4-8 24-16,2-5 6 0,2 0 25 15,2 3 16-15,-1 4 22 0,-1 7 12 16,0 7 13-16,2 7 3 0,-3 4 66 15,3 10 22-15,-3 3 26 0,0 9-2 16,-3 2 7-16,-3 0-26 16,1 1-13-16,-2 0-6 0,-3-4 0 0,0-3-9 15,0-5-10-15,0-2-21 0,0-6-37 16,-2-4-6-16,2-1-6 0,2-4-47 16,3-6-48-16,2-6 45 0,5-9-61 15,4-4 27-15,2-6-13 0,2 3-19 16,2 2 25-16,1 4 46 0,2 7 57 0,1 7 2 15,0 6 68-15,0 6-1 0,-2 0-13 16,-1 6 43-16,-3 5-3 0,-3 0-18 16,-1 1-1-16,-4-1-30 0,-4-1-17 0,-1-4-30 15,-3-1 0-15,1-4-18 16,-2-1-4-16,0 0-55 0,2-6-6 0,1-7-7 16,3-5-13-16,0-1-44 15,1-5-17-15,1 0-2 0,-2 5 11 0,-1 3 60 16,-1 3 95-16,1 6 19 0,-1 3 66 15,-3 4 54-15,-1 5 56 0,-2 9 19 16,-2 7-9-16,-1 4-28 0,-1 6-29 16,0 5-22-16,0 4 9 0,0-3 64 15,0-3-35-15,0-3-27 0,0-8-40 16,1-6-64-16,4-5-33 0,2-6-33 0,1-4-13 16,3-2-14-16,1-4-13 15,5-7 3-15,0-4-28 0,0-9-91 0,3-3-25 16,0 0 4-16,-2-1-44 0,2 2-43 15,-4 3-99-15,-3 6-296 0,1-2-710 0</inkml:trace>
  <inkml:trace contextRef="#ctx0" brushRef="#br0" timeOffset="121352.249">19968 10065 1907 0,'0'0'541'0,"0"0"-312"0,0 0-178 15,-92 2 85-15,66 9 79 0,0 6 183 16,1 6-28-16,1 5-118 0,7 10-93 15,2 6-16-15,7 4 36 0,5 5 83 0,3 4-54 16,4-2-46-16,6-2-7 16,4-7-37-16,0-8-39 0,1-9-46 0,-2-10-21 15,2-9-12-15,4-10-12 0,1-4-33 16,0-13-13-16,5-9-45 0,0-12-31 16,1-6 3-16,-1-6-21 15,-2-3-26-15,-1 0-10 16,-4 3-44-16,-3 6 33 0,-3 5 17 0,-4 5 56 0,-2 7 13 15,-3 13 97-15,-1 4 16 0,0 10 95 16,-1 4 8-16,2 10 74 0,1 10 44 16,1 4-23-16,-1 8-10 0,-1 4 2 15,1 1 6-15,-2-1 2 0,2-4-49 16,1-7-77-16,1-9-72 0,0-8-73 0,3-10-106 16,1-2-50-16,7-14 30 15,2-10-10-15,1-13-54 0,3-6-238 16,-6 3-561-16,5-21-546 0</inkml:trace>
  <inkml:trace contextRef="#ctx0" brushRef="#br0" timeOffset="121531.959">20432 9733 2516 0,'0'0'591'16,"0"0"-256"-16,20 89-27 0,-15-43 116 16,-1 10 106-16,2 2-19 0,-2 4-153 15,0-2-131-15,-1-2-124 0,0-8-61 16,3-8-42-16,1-7-87 0,2-9-80 15,-1-7-8-15,1-7 41 0,-2-7 15 16,0-3-24-16,-4-2-62 0,-1-10-145 16,-2-1-277-16,-2-1-438 0,-15-7-280 0</inkml:trace>
  <inkml:trace contextRef="#ctx0" brushRef="#br0" timeOffset="121667.216">20269 10193 2696 0,'0'0'641'0,"0"0"-241"16,0 0 6-16,0 0-12 0,79 27 49 0,-45-25-99 15,3-2-171-15,2-4-115 0,6-11-58 16,-2-7-9-16,0-2-109 0,1-5-95 16,-5 0-111-16,2-3-247 0,-13 8-787 15,13-9-1259-15</inkml:trace>
  <inkml:trace contextRef="#ctx0" brushRef="#br0" timeOffset="121939.831">21058 10010 3651 0,'0'0'488'0,"0"0"-370"0,-31 66-59 16,17-41 34-16,-2 2 179 0,0-1 148 0,3-8-134 16,4-3-158-16,4-9-80 0,5-4-48 15,0-2-21-15,8 0-104 0,8 0 13 16,5 0 69-16,7 0 4 0,3 4-16 16,2 1-18-16,0 6 2 0,-1 0 13 0,-2 5 22 15,-3 0 20-15,-2 4 16 0,-5 2 24 16,0-2 65-16,-5 3 30 0,-3-2 2 15,-6-2-48-15,-1-1 0 16,-5-4-33-16,0-1-16 0,-9-1-24 0,-7-1-61 16,-4 3-51-16,-5 1-19 0,-6 0-6 15,-2 3-10-15,-5 3-53 0,-6 1-161 16,-7 4-308-16,14-7-712 0,-28 8-498 16</inkml:trace>
  <inkml:trace contextRef="#ctx0" brushRef="#br0" timeOffset="122490.959">23106 9896 1429 0,'0'0'1578'0,"0"0"-925"0,51 109-209 15,-31-43-120-15,-1 16-68 0,-1 14 69 16,-5 9 7-16,-5 5-131 0,-2 4-80 15,-3-4-45-15,-2-4-22 16,1-8-51-16,-1-11-2 0,-1-13-1 0,0-9-33 0,0-18-55 16,0-13-24-16,0-12 0 0,0-11 9 15,-1-8 20-15,-1-3-2 0,-4-9-49 16,-3-10-111-16,-2-10-221 0,-3-9-133 16,0-9-156-16,2 7-395 0,-10-31-127 0</inkml:trace>
  <inkml:trace contextRef="#ctx0" brushRef="#br0" timeOffset="122687.903">23143 10072 2925 0,'0'0'540'0,"0"0"-174"0,87-66-199 0,-56 48-50 15,5-1 26-15,-1 1 167 0,-1 2-27 16,-1 6-115-16,1 1-70 0,-1 5-31 16,-1 3-18-16,-4 1-16 0,-3 0 7 0,-5 9-7 15,-1 3-33-15,-8 6-22 0,-1 3 4 16,-5 8 3-1,-5 2-4-15,-2 6-8 0,-11 4-10 0,-6 3 7 16,-3 2 6-16,-6-5-22 0,-1 1-24 0,-2-5-16 16,0-6 0-16,4-5-12 0,1-6 9 15,4-7-44-15,4-7-65 0,3-6-115 16,5-1-271-16,4-20-824 0</inkml:trace>
  <inkml:trace contextRef="#ctx0" brushRef="#br0" timeOffset="122829.929">24069 10062 3896 0,'0'0'442'0,"0"0"-442"15,0 0-37-15,0 0 21 0,0 0 16 0,0 0 87 16,0 0-87-16,0 0-255 16,0 0-132-16,0 0-195 0,0 0-385 0,51 0-64 15,-62 0-119-15</inkml:trace>
  <inkml:trace contextRef="#ctx0" brushRef="#br0" timeOffset="122969.7">23975 10272 1170 0,'0'0'2050'0,"0"0"-1456"0,0 0-277 0,29 72-136 15,-14-54-45-15,4-4 53 0,1-4 35 16,2-5-114-16,4-5-110 0,2 0-36 16,6-10-68-16,-3-4-75 0,2-4-46 0,1 0-61 15,0-1-196-15,-8 3-627 0,18-5-844 0</inkml:trace>
  <inkml:trace contextRef="#ctx0" brushRef="#br0" timeOffset="123466.034">25259 9969 3680 0,'0'0'460'0,"0"0"-280"0,0 0-180 16,0 0-21-16,-98 19 21 15,73 5 18-15,-1 10 143 0,3 11-16 0,-1 13-24 0,4 5-11 16,3 7 37-16,5-1 88 0,6-2-50 16,4-9-54-16,2-12-70 15,5-11-61-15,4-10-22 0,3-11-26 0,1-9-25 16,5-5 27-16,1-9-5 0,6-12-46 16,3-10-65-16,2-6 15 0,2-9 10 15,1 2 51-15,2-2 30 0,-4 0-5 16,2 7-7-16,0 3 31 0,-4 5 9 15,-1 8-3-15,-4 7 31 0,-2 12 51 16,-5 4 42-16,0 10 67 0,-4 9 12 16,0 6-31-16,-3 5-10 0,-1 2-34 15,-1 0-24-15,0 2-6 0,-2-5-3 16,0-5-64-16,-4-9-7 0,4-8-53 0,-3-5-47 16,0-2-30-16,0-13 12 0,0-5-76 15,-3-8-132-15,2 3-338 0,-2-18-971 0</inkml:trace>
  <inkml:trace contextRef="#ctx0" brushRef="#br0" timeOffset="123718.151">25735 9572 2887 0,'0'0'591'0,"0"0"-356"16,79-35 38-16,-54 28 93 0,1-2-20 15,-1 6-54-15,-3 3-118 0,-1 0-83 16,-2 0-18-16,-5 6 15 0,-1 5-42 15,-6 4-46-15,-4 7-10 0,-3 7 9 0,-3 8 1 16,-8 6 24-16,-1 1-23 0,1 5 17 16,-1-5-18-16,5-3 0 0,3-3 0 15,4-9-1-15,0-5-20 0,11-6 18 16,7-5-21-16,4-6 2 0,7-1-35 16,4-6-28-16,4 0-62 0,0-1-33 15,2-10-71-15,0 0-136 0,0-1-275 16,-10 4-745-16,10-4-339 0</inkml:trace>
  <inkml:trace contextRef="#ctx0" brushRef="#br0" timeOffset="123883.465">26538 10229 3540 0,'0'0'695'16,"0"0"-493"-16,0 0-186 0,111 40 39 0,-66-40-49 15,-2-3 133-15,0-12-40 0,-4-5-93 16,-1-5-6-16,-3-6-43 0,-4-1-56 15,-5-4-142-15,-6-3-131 0,-7 12-355 16,-5-13-1212-16</inkml:trace>
  <inkml:trace contextRef="#ctx0" brushRef="#br0" timeOffset="124067.102">26577 9800 3011 0,'0'0'561'0,"0"0"-308"0,13 68-127 15,-6-33-51-15,4 8 104 0,-4 4 230 16,3 4-92-16,-3 5-131 16,-1 1-58-16,-2 2-67 0,-1 0-26 0,0-2-35 15,1-5-63-15,3-7-7 0,1-6 39 16,3-8-229-16,5-9-143 0,1-6-86 16,-2-7-462-16,11-9-684 0</inkml:trace>
  <inkml:trace contextRef="#ctx0" brushRef="#br0" timeOffset="124450.415">27259 9374 4085 0,'0'0'604'15,"0"0"-462"-15,19 111-133 0,-19-49 6 0,0 12 74 16,-13 8 225-16,-3 3-49 0,-4 2-147 0,2 0-67 15,1-5-20-15,1-1 14 16,8-7-24-16,2-10-10 0,4-8-11 0,2-13-48 16,0-12-31-16,8-15 28 0,4-10-28 15,2-6-3-15,7-8-43 0,5-8-24 16,4-3 46-16,6 1 63 0,-1 2 0 16,0 4-24-16,-4 7-13 0,0 4 10 15,-7 1 33-15,-5 5 33 0,-5 6 1 16,-4 0 58-16,-7 2 37 0,-1 1 9 15,-2 3-3-15,-2-3-31 0,-6 3 0 16,-6-5-30-16,-3 1 15 0,-1-3-10 0,-4-2-17 16,-3-2-28-16,-2-3-19 0,0-3-20 15,1-6-37-15,0-6-22 0,3-6-27 16,0-5-25-16,0-4 3 0,1-7-84 16,0-7-163-16,5-7-243 0,5 9-637 0,0-30-545 15</inkml:trace>
  <inkml:trace contextRef="#ctx0" brushRef="#br0" timeOffset="124701.715">27706 9561 3661 0,'0'0'594'15,"0"0"-476"-15,0 0-118 0,86-11-12 16,-64 11 12-16,-7 1 222 0,-3 9 141 16,-4 3-225-16,-6 3-93 0,0 5-8 15,-2 6-4-15,-4 5-2 0,-7 4-1 16,-4 5-2-16,-1 2-1 0,-2 4-15 15,2 0 10-15,1-3 2 0,7-6-11 0,4-4-13 16,4-9-2-16,4-6 0 0,14-3-1 16,6-5-49-16,12-6-21 0,7-3 43 15,11-2-16-15,5-4-36 0,6-6-22 0,-3 0 12 16,0-1-3-16,-3-1-59 16,-6-1-115-16,-2 1-200 0,-17 2-822 15,11 0-1304-15</inkml:trace>
  <inkml:trace contextRef="#ctx0" brushRef="#br0" timeOffset="125290.82">29418 10212 2568 0,'0'0'703'15,"0"0"-306"-15,78 27-85 0,-45-24-55 16,4-3-49-16,-1 0-62 0,2-13-92 0,-2-5-54 15,0-9-114-15,-2-6-44 0,1-6-44 16,-3-5-90-16,-4 0-205 0,-7 7-685 16,-4-16-615-16</inkml:trace>
  <inkml:trace contextRef="#ctx0" brushRef="#br0" timeOffset="125468.593">29537 9899 1608 0,'0'0'785'0,"-1"102"-208"0,1-44-63 0,0 9-41 0,4 15 8 16,2-3-59-16,0-4-95 0,-1-9-181 15,1-12-121-15,2-14-25 0,3-15-137 16,1-13-62-16,4-12-9 0,4-6 76 16,4-17 15-16,3-14-7 0,2-12-118 15,1-11-305-15,-8 12-578 0,9-34-486 16</inkml:trace>
  <inkml:trace contextRef="#ctx0" brushRef="#br0" timeOffset="125834.252">29943 9284 1922 0,'0'0'599'16,"0"0"-168"-16,0 0-12 0,9 90-64 16,-9-36 23-16,0 12 2 0,-4 11-20 15,-3 9-33-15,0 10-96 0,-4 4-97 0,0 3-46 16,1 0-22-16,-2-5-14 0,3-6 2 15,0-15-54-15,4-10-9 0,5-16-15 16,0-16-31-16,2-14 7 0,5-12-13 16,3-9-51-16,5-10 30 0,2-18-36 0,8-12-47 15,0-12 15-15,6-8 3 16,-3-8-34-16,0-2-45 0,-4 1-35 16,-3 4-6-16,-3 11 56 0,-2 8 157 0,-2 15 54 15,-3 14 111-15,-2 14 43 0,0 4 6 16,-4 14 78-16,0 8 25 0,-2 7-41 15,-1 6-44-15,-2 6-46 0,0 6-1 16,0-1 9-16,-2 2 11 0,2-2-26 16,0-6-31-16,0-4-34 0,0-11-60 15,3-7 0-15,3-7-54 0,2-7-34 16,1-5-18-16,3-7 24 0,1-9-49 0,1-3-64 16,5-6-52-16,-1-1-160 0,-1-4-237 15,-3 7-539-15,2-12-461 0</inkml:trace>
  <inkml:trace contextRef="#ctx0" brushRef="#br0" timeOffset="126138.701">30447 10235 2842 0,'0'0'1029'0,"0"0"-640"0,20 66-218 0,-6-43-72 15,2-4 77-15,4-3 210 0,0-8-61 16,-1-8-194-16,4-7-131 0,2-12-9 16,4-9-31-16,2-6-20 0,2-5-25 15,4-2-19-15,-4-2 13 0,-2 0 66 16,-2 4 10-16,-7 5-18 0,-9 2-25 15,-9 6-1-15,-4 3 20 0,-8 7 39 16,-11 2 30-16,-4 6 53 0,-5 3-16 16,-1 5 21-16,4 8 1 0,-1 10-13 15,3 8 24-15,5 6 0 0,0 6-24 16,4 6-7-16,0 4-14 0,3 3 11 0,0 2 13 16,2-3 30-16,3-3-67 0,4-10-42 15,2-9-9-15,2-9-76 0,7-8-36 16,2-6 28-16,5-5 17 0,2 0 6 15,7-10-54-15,0-7-46 0,2-5 33 0,-3-4-169 16,-1 2-299-16,-7-2-393 0,-3 8-447 16</inkml:trace>
  <inkml:trace contextRef="#ctx0" brushRef="#br0" timeOffset="126551.5">30878 10138 2970 0,'0'0'504'0,"0"0"-399"0,0 0-86 0,0 0 28 15,19 86 281-15,-17-63 187 0,1 1-115 16,4-1-171-16,-2-4-116 0,3 0-40 16,3-2-34-16,4-4-26 0,1-3 5 15,4-3 18-15,2-3 22 0,-2-4-43 16,0 0-15-16,3-7-58 0,-1-2-17 16,-2-4-11-16,0-3-17 0,-1 2-10 0,-2-3 3 15,0-1 15-15,-3 0 43 16,-6-4 36-16,2 1 1 0,-5-3 0 15,-5 1-22-15,0-1 34 0,0-1 1 0,-9 0 2 16,0 0 12-16,-1-1 15 0,-2 4 1 16,3 5-28-16,3 1 19 0,2 9 30 15,1 6 24-15,-2 1-8 0,0 3-23 16,-2 9 23-16,-4 5-20 0,-1 2-2 16,-2 4 12-16,-3 0 3 0,3 0-13 15,-3 1 1-15,1-4-25 0,-2 5-6 16,2 1-13-16,-1 1 20 0,4 1-19 0,4-1 24 15,1 2-24-15,5-5-3 0,3-2-24 16,0-3-46-16,0-4-67 0,2-4-31 16,0-3 0-16,1-2-19 0,4-4-29 15,-2-2-45-15,2 0-144 0,-3 0-293 16,8-9-1004-16</inkml:trace>
  <inkml:trace contextRef="#ctx0" brushRef="#br0" timeOffset="127598.649">31559 9899 3007 0,'0'0'1025'0,"0"0"-811"0,0 0-214 16,78 17-44-16,-55 2 44 0,-3 8 149 15,-9 5 157-15,-6 10 26 0,-5 4-73 16,0 3-83-16,-3 0-45 0,-2-1-37 15,-1-2-15-15,0-5-16 0,0-2-12 0,5-9-35 16,1-7-16-16,0-9-28 16,1-9 13-16,9-5-15 0,1-7 9 0,6-11-6 15,2-9-22-15,5-9-8 0,0-8-28 16,-3-3-24-16,-1-3 8 16,-3-1 7-16,-2 2-22 0,-4 5-33 0,4 1-29 15,-5 3-118-15,2 4-92 0,0 5-126 16,0 6-44-16,-2 4-57 0,-2 8-46 15,0 6 39-15,-1 7-16 0,-2 0 321 16,1 8 317-16,-1 9 799 0,1 8 222 16,-1 6-441-16,4 8-56 0,-3 5-94 15,-1 5-42-15,0 2 3 0,-2-1-7 0,4-2-53 16,-3-9-90-16,3-8-62 0,1-11-46 16,4-8-51-16,1-12-37 0,5 0-32 15,1-11-13-15,3-9-64 0,4-8-33 0,0-8-52 16,4-4-6-16,-2-1 9 0,3-1 18 15,-6 3-1-15,0 5 6 0,-7 0-6 16,-7 4-16-16,-6 0 27 0,-5 1 37 16,-4 4 81-16,-11 1 69 0,-2 7 52 15,-3 3 27-15,0 10 6 0,-2 4-31 16,2 11-16-16,1 13-3 0,-1 13-13 16,-1 6-12-16,3 4 13 0,3 6-4 15,3-2 27-15,3-2 12 0,2-4-42 16,4-9-65-16,3-6-20 0,0-10-21 15,3-10-24-15,9-7-34 0,-1-3 0 16,6-11-12-16,1-5-46 0,3-6-21 0,-1-4-34 16,1-4-81-16,0-2-132 0,2-2-87 15,-1 0-22-15,0 2-37 0,-1 1-154 16,-2 6-42-16,3 3 92 0,-4 9 655 16,1 7 751-16,0 6 415 0,-5 1-527 0,2 12-168 15,-3 7-103-15,-2 5-22 0,0 6-37 16,-2 2-66-16,-4 2-63 0,-2 0-9 15,-2-5-31-15,-1-2-68 0,3-8-62 16,2-8-10-16,2-5-55 0,3-5-36 16,1-2 0-16,3-7-13 0,3-6-36 15,-1 0-32-15,2-5-6 0,-1 2 21 16,-1 1 30-16,-1 5 34 0,-2 4 43 16,-3 5 50-16,-2 1 37 0,0 5 128 15,-5 6 23-15,0 5 12 0,-2 3-35 0,0 1-61 16,2-3-3-16,2-2 14 0,2-5-48 15,-2-4-67-15,1-3-45 0,2-3-92 16,4-3 39-16,1-7-3 0,5-2-46 16,2 0-55-16,3-1-55 0,1 5 40 15,-2 4 120-15,1 4 43 0,-3 6-25 0,-1 7-56 16,0 5 126-16,-3 6 9 0,-3-1 110 16,-5 1-35-16,-5 2-40 0,-3-3-35 15,0 1-76-15,-5-5-191 0,-20 5-980 0</inkml:trace>
  <inkml:trace contextRef="#ctx0" brushRef="#br0" timeOffset="128015.94">29127 11096 3082 0,'0'0'566'0,"0"0"-496"0,0 0-70 15,0 0 0-15,101 22 3 0,-47-22 126 16,16 0-41-16,12-4-67 0,16-3-20 0,18-4 48 16,16-2 46-16,17-3 49 15,17-1 39-15,10 0 8 0,8-2 9 16,10-1-28-16,1 1-96 0,4-1-42 0,-2 1-31 16,-5-1-3-16,-9 4-12 0,-12-2-101 15,-11 4-102-15,-10-1 6 0,-12 2 48 16,-11 4 58-16,-8 2 60 0,-11 2 12 15,-12 4 31-15,-17 1 0 0,-19 0-19 16,-16 10-254-16,-20-1-367 0,-14 12-963 0</inkml:trace>
  <inkml:trace contextRef="#ctx0" brushRef="#br0" timeOffset="128150.194">33053 10946 4515 0,'0'0'672'0,"0"0"-459"0,0 0-213 0,0 0-170 16,0 0-145-16,0 0 54 0,-73-66-129 16,7 62-947-16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7/4/2023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14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17. Factorization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7295-F4ED-4117-A054-2169E131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Divides</a:t>
            </a:r>
            <a:endParaRPr lang="en-MY" sz="36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56C35-5C8A-4730-83DA-60C3F3D55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0" y="1607169"/>
            <a:ext cx="10710552" cy="10472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82D17-CE6A-46B6-9859-2E1150DC6EFD}"/>
              </a:ext>
            </a:extLst>
          </p:cNvPr>
          <p:cNvSpPr txBox="1"/>
          <p:nvPr/>
        </p:nvSpPr>
        <p:spPr>
          <a:xfrm>
            <a:off x="672810" y="2679973"/>
            <a:ext cx="2653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Unit:</a:t>
            </a:r>
            <a:endParaRPr lang="en-MY" sz="3200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AB741-9EFA-4C6A-B194-E7C9E7F4E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0" y="3424353"/>
            <a:ext cx="10409809" cy="944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87C4E-EEBF-4876-9F0E-A7428BBE2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382551"/>
            <a:ext cx="10493022" cy="778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65F542-5E5E-4607-B17C-6A683116ABE2}"/>
              </a:ext>
            </a:extLst>
          </p:cNvPr>
          <p:cNvSpPr txBox="1"/>
          <p:nvPr/>
        </p:nvSpPr>
        <p:spPr>
          <a:xfrm>
            <a:off x="758300" y="4519114"/>
            <a:ext cx="2653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Irreducible</a:t>
            </a:r>
            <a:endParaRPr lang="en-MY" sz="32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672747-476A-44D5-A2B9-D00DF88D58C4}"/>
                  </a:ext>
                </a:extLst>
              </p14:cNvPr>
              <p14:cNvContentPartPr/>
              <p14:nvPr/>
            </p14:nvContentPartPr>
            <p14:xfrm>
              <a:off x="797400" y="1888920"/>
              <a:ext cx="11283840" cy="4927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672747-476A-44D5-A2B9-D00DF88D58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040" y="1879560"/>
                <a:ext cx="11302560" cy="494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122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D8A6-D50B-4044-94D0-278D65CE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UFD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7AAA8-3ACA-4E1B-8F13-397553622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95" y="2077120"/>
            <a:ext cx="11375726" cy="27037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C9B7DE-ACD8-4BE9-9EC5-1864EF201319}"/>
                  </a:ext>
                </a:extLst>
              </p14:cNvPr>
              <p14:cNvContentPartPr/>
              <p14:nvPr/>
            </p14:nvContentPartPr>
            <p14:xfrm>
              <a:off x="373320" y="422640"/>
              <a:ext cx="11255400" cy="6215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C9B7DE-ACD8-4BE9-9EC5-1864EF2013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960" y="413280"/>
                <a:ext cx="11274120" cy="623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764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7526F-C3F4-4C76-B3E9-B8C152C1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2C8F0-76EC-47ED-AED1-7BCE81D64D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MY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en-US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MY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2C8F0-76EC-47ED-AED1-7BCE81D64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16E3ED-F5B7-45BE-9A06-B18923CC95B4}"/>
                  </a:ext>
                </a:extLst>
              </p14:cNvPr>
              <p14:cNvContentPartPr/>
              <p14:nvPr/>
            </p14:nvContentPartPr>
            <p14:xfrm>
              <a:off x="2181960" y="2188080"/>
              <a:ext cx="5933160" cy="3191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16E3ED-F5B7-45BE-9A06-B18923CC95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2600" y="2178720"/>
                <a:ext cx="5951880" cy="32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896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3EE1-AAEE-4E5E-918F-C17746C4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Non-Example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33FB52-4570-4C82-80E4-9554BB6F31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b="0" dirty="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ℤ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−5</m:t>
                            </m:r>
                          </m:e>
                        </m:rad>
                      </m:e>
                    </m:d>
                  </m:oMath>
                </a14:m>
                <a:endParaRPr lang="en-US" sz="3200" b="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2⋅3 =(1+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ra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)(1−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ra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MY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33FB52-4570-4C82-80E4-9554BB6F3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72E7F8-F149-4C73-89E7-629EB539960A}"/>
                  </a:ext>
                </a:extLst>
              </p14:cNvPr>
              <p14:cNvContentPartPr/>
              <p14:nvPr/>
            </p14:nvContentPartPr>
            <p14:xfrm>
              <a:off x="88560" y="282960"/>
              <a:ext cx="12092760" cy="657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72E7F8-F149-4C73-89E7-629EB53996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00" y="273600"/>
                <a:ext cx="12111480" cy="659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022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DA76-CEED-47D0-98BF-46D3F467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FF6B4-AE69-42AB-9483-A96FCF3CE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20" y="3215923"/>
            <a:ext cx="10546673" cy="6697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7A8939-5C42-4CD4-B7D7-46C585362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21" y="1771454"/>
            <a:ext cx="10546673" cy="7384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131BE-2C81-4CF9-A8E6-702736993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20" y="4720395"/>
            <a:ext cx="9164329" cy="4001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625923-93AC-4ACF-B8C8-4759AA30BE53}"/>
                  </a:ext>
                </a:extLst>
              </p14:cNvPr>
              <p14:cNvContentPartPr/>
              <p14:nvPr/>
            </p14:nvContentPartPr>
            <p14:xfrm>
              <a:off x="495720" y="2120400"/>
              <a:ext cx="11123280" cy="308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625923-93AC-4ACF-B8C8-4759AA30BE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6360" y="2111040"/>
                <a:ext cx="11142000" cy="309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396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614C9-F6E8-438A-9D33-E5045104C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7" y="482078"/>
            <a:ext cx="9955014" cy="638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46A07F-04FA-4D40-93B3-2C20A42CC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97" y="3529326"/>
            <a:ext cx="10075030" cy="14954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EA3AAA-B7F8-42DC-AAB5-E312A70560AD}"/>
                  </a:ext>
                </a:extLst>
              </p14:cNvPr>
              <p14:cNvContentPartPr/>
              <p14:nvPr/>
            </p14:nvContentPartPr>
            <p14:xfrm>
              <a:off x="2147760" y="944280"/>
              <a:ext cx="9833400" cy="4833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EA3AAA-B7F8-42DC-AAB5-E312A70560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8400" y="934920"/>
                <a:ext cx="9852120" cy="485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3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83E2F9-45D9-43DE-B300-A000239D6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9" y="590817"/>
            <a:ext cx="10075030" cy="14954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39C9B9-10F3-459C-8C6C-0C2C9671532D}"/>
                  </a:ext>
                </a:extLst>
              </p14:cNvPr>
              <p14:cNvContentPartPr/>
              <p14:nvPr/>
            </p14:nvContentPartPr>
            <p14:xfrm>
              <a:off x="765720" y="2293920"/>
              <a:ext cx="11039040" cy="4322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39C9B9-10F3-459C-8C6C-0C2C967153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360" y="2284560"/>
                <a:ext cx="11057760" cy="434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378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EEF044-FFA0-4163-8CBB-2DB8BE35F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90" y="459114"/>
            <a:ext cx="10155067" cy="4001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97088E-F7D1-4865-A96E-3D10BA6F2AF0}"/>
                  </a:ext>
                </a:extLst>
              </p14:cNvPr>
              <p14:cNvContentPartPr/>
              <p14:nvPr/>
            </p14:nvContentPartPr>
            <p14:xfrm>
              <a:off x="735480" y="826200"/>
              <a:ext cx="10970640" cy="5914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97088E-F7D1-4865-A96E-3D10BA6F2A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120" y="816840"/>
                <a:ext cx="10989360" cy="593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6135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B5A970-ABDD-4F17-9F9D-05D42C9D7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453276"/>
            <a:ext cx="10097909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5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D3371F-EE9D-4D32-AC1C-4BBFDE32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39" y="441155"/>
            <a:ext cx="10078857" cy="6668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5A9385-4067-48B1-AB5F-7D9B9B8B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39" y="1407524"/>
            <a:ext cx="10164594" cy="7049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35EEC5-79E5-4799-B967-661B8F89143E}"/>
                  </a:ext>
                </a:extLst>
              </p14:cNvPr>
              <p14:cNvContentPartPr/>
              <p14:nvPr/>
            </p14:nvContentPartPr>
            <p14:xfrm>
              <a:off x="682560" y="1290960"/>
              <a:ext cx="9625320" cy="4565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35EEC5-79E5-4799-B967-661B8F8914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200" y="1281600"/>
                <a:ext cx="9644040" cy="458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395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0237B7-F704-42C7-AA8B-7E3054037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18" y="404550"/>
            <a:ext cx="7621064" cy="4382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E708E2-FA22-449B-B7CF-F38C39E288D3}"/>
                  </a:ext>
                </a:extLst>
              </p14:cNvPr>
              <p14:cNvContentPartPr/>
              <p14:nvPr/>
            </p14:nvContentPartPr>
            <p14:xfrm>
              <a:off x="1236600" y="1046520"/>
              <a:ext cx="10312920" cy="5310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E708E2-FA22-449B-B7CF-F38C39E288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7240" y="1037160"/>
                <a:ext cx="10331640" cy="532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395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A89EBA-6863-4F6B-A351-D6231D91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497887"/>
            <a:ext cx="10317015" cy="6954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5FD09A-50CD-4CD6-BFD3-731F7927C9F5}"/>
                  </a:ext>
                </a:extLst>
              </p14:cNvPr>
              <p14:cNvContentPartPr/>
              <p14:nvPr/>
            </p14:nvContentPartPr>
            <p14:xfrm>
              <a:off x="2970000" y="845280"/>
              <a:ext cx="7606080" cy="39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5FD09A-50CD-4CD6-BFD3-731F7927C9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0640" y="835920"/>
                <a:ext cx="762480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2851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4B3ACD-9942-4E8E-9028-38F8C4AA4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51" y="1082573"/>
            <a:ext cx="9583487" cy="19052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5B201E-52F7-4E96-9C0E-1CDC6F24C271}"/>
              </a:ext>
            </a:extLst>
          </p:cNvPr>
          <p:cNvSpPr txBox="1"/>
          <p:nvPr/>
        </p:nvSpPr>
        <p:spPr>
          <a:xfrm>
            <a:off x="1171851" y="292963"/>
            <a:ext cx="2938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Prime in non-PID</a:t>
            </a:r>
            <a:endParaRPr lang="en-MY" sz="28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825870-7800-40DC-8D22-2853760FF3E7}"/>
                  </a:ext>
                </a:extLst>
              </p14:cNvPr>
              <p14:cNvContentPartPr/>
              <p14:nvPr/>
            </p14:nvContentPartPr>
            <p14:xfrm>
              <a:off x="2401920" y="150840"/>
              <a:ext cx="7658280" cy="4334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825870-7800-40DC-8D22-2853760FF3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2560" y="141480"/>
                <a:ext cx="7677000" cy="435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8180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50CD1-784E-43F2-B46E-3E536BD01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35" y="661172"/>
            <a:ext cx="10448280" cy="64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721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7CDD5D-843F-4BBF-83E4-D9B1711FD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19" y="516494"/>
            <a:ext cx="11060068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57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BD4B8-2026-4B5C-8BBF-5A3356A3E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9" y="2739217"/>
            <a:ext cx="11636882" cy="4574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EAE7A6-94B0-45B0-9752-D24D8CB6D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18" y="556342"/>
            <a:ext cx="701137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4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24C4CF-F002-402C-8422-67F6671BC8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Example: UFD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⊃</m:t>
                    </m:r>
                  </m:oMath>
                </a14:m>
                <a:r>
                  <a:rPr lang="en-MY" dirty="0"/>
                  <a:t> PID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24C4CF-F002-402C-8422-67F6671BC8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424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EB2AA-2AE2-4A39-A235-2BBC82B1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Euclidean domain 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86E5C-7A04-40B1-9C57-7AABB5539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76" y="2078630"/>
            <a:ext cx="10826847" cy="2563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040E12-AEB9-4CC1-B56B-228C7604B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25390"/>
            <a:ext cx="5982535" cy="409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E138B3-02BE-4EEE-921F-BF47D9961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651253"/>
            <a:ext cx="5515745" cy="4382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A0A8DE-5DFE-4929-B0CA-2E1E540E661A}"/>
                  </a:ext>
                </a:extLst>
              </p14:cNvPr>
              <p14:cNvContentPartPr/>
              <p14:nvPr/>
            </p14:nvContentPartPr>
            <p14:xfrm>
              <a:off x="2822040" y="204120"/>
              <a:ext cx="9077400" cy="6654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A0A8DE-5DFE-4929-B0CA-2E1E540E66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12680" y="194760"/>
                <a:ext cx="9096120" cy="667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6295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9803-B040-4CBF-80B6-DBAF6EFC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 Integer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F6488-2228-41AB-A2BC-1D20AC260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581" y="1690688"/>
            <a:ext cx="9583487" cy="6668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B0C6E9-7DC2-4BAC-9997-C8D8E9F1975E}"/>
                  </a:ext>
                </a:extLst>
              </p14:cNvPr>
              <p14:cNvContentPartPr/>
              <p14:nvPr/>
            </p14:nvContentPartPr>
            <p14:xfrm>
              <a:off x="416520" y="362520"/>
              <a:ext cx="11497320" cy="5254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B0C6E9-7DC2-4BAC-9997-C8D8E9F197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160" y="353160"/>
                <a:ext cx="11516040" cy="527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062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B274F8-AD1D-4223-82C9-AB84BCFB7C95}"/>
                  </a:ext>
                </a:extLst>
              </p14:cNvPr>
              <p14:cNvContentPartPr/>
              <p14:nvPr/>
            </p14:nvContentPartPr>
            <p14:xfrm>
              <a:off x="823680" y="157680"/>
              <a:ext cx="10913760" cy="5650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B274F8-AD1D-4223-82C9-AB84BCFB7C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4320" y="148320"/>
                <a:ext cx="10932480" cy="566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7378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B42ADA-460C-41CB-880E-53547394A7E6}"/>
                  </a:ext>
                </a:extLst>
              </p14:cNvPr>
              <p14:cNvContentPartPr/>
              <p14:nvPr/>
            </p14:nvContentPartPr>
            <p14:xfrm>
              <a:off x="636480" y="267120"/>
              <a:ext cx="10452240" cy="5549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B42ADA-460C-41CB-880E-53547394A7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120" y="257760"/>
                <a:ext cx="10470960" cy="556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7329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7763AC-69DD-48BB-9E14-CD4C094A3BD4}"/>
                  </a:ext>
                </a:extLst>
              </p14:cNvPr>
              <p14:cNvContentPartPr/>
              <p14:nvPr/>
            </p14:nvContentPartPr>
            <p14:xfrm>
              <a:off x="1359000" y="350640"/>
              <a:ext cx="10540440" cy="3774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7763AC-69DD-48BB-9E14-CD4C094A3B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9640" y="341280"/>
                <a:ext cx="10559160" cy="379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7920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A8F1E-2A26-43B2-B3CF-F15D3482FB5D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6af921c6-6f3c-4d56-a22a-8f189f1aa588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5035</TotalTime>
  <Words>64</Words>
  <Application>Microsoft Office PowerPoint</Application>
  <PresentationFormat>Widescreen</PresentationFormat>
  <Paragraphs>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等线</vt:lpstr>
      <vt:lpstr>等线 Light</vt:lpstr>
      <vt:lpstr>Arial</vt:lpstr>
      <vt:lpstr>Calibri</vt:lpstr>
      <vt:lpstr>Calibri Light</vt:lpstr>
      <vt:lpstr>Cambria Math</vt:lpstr>
      <vt:lpstr>Office Theme</vt:lpstr>
      <vt:lpstr>MAT205: Abstract Algebra II </vt:lpstr>
      <vt:lpstr>Divides</vt:lpstr>
      <vt:lpstr>UFD</vt:lpstr>
      <vt:lpstr>Example</vt:lpstr>
      <vt:lpstr>Non-Example</vt:lpstr>
      <vt:lpstr>PID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UFD⊃ PID</vt:lpstr>
      <vt:lpstr>Euclidean domain </vt:lpstr>
      <vt:lpstr>Gauss Integer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833</cp:revision>
  <dcterms:created xsi:type="dcterms:W3CDTF">2021-09-19T05:52:48Z</dcterms:created>
  <dcterms:modified xsi:type="dcterms:W3CDTF">2023-07-04T08:02:43Z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